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4.xml" ContentType="application/vnd.openxmlformats-officedocument.presentationml.notesSlid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notesSlides/notesSlide5.xml" ContentType="application/vnd.openxmlformats-officedocument.presentationml.notesSlid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drawings/drawing1.xml" ContentType="application/vnd.openxmlformats-officedocument.drawingml.chartshapes+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58.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59.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60.xml" ContentType="application/vnd.openxmlformats-officedocument.drawingml.chart+xml"/>
  <Override PartName="/ppt/charts/style60.xml" ContentType="application/vnd.ms-office.chartstyle+xml"/>
  <Override PartName="/ppt/charts/colors60.xml" ContentType="application/vnd.ms-office.chartcolorstyle+xml"/>
  <Override PartName="/ppt/charts/chart61.xml" ContentType="application/vnd.openxmlformats-officedocument.drawingml.chart+xml"/>
  <Override PartName="/ppt/charts/style61.xml" ContentType="application/vnd.ms-office.chartstyle+xml"/>
  <Override PartName="/ppt/charts/colors61.xml" ContentType="application/vnd.ms-office.chartcolorstyle+xml"/>
  <Override PartName="/ppt/charts/chart62.xml" ContentType="application/vnd.openxmlformats-officedocument.drawingml.chart+xml"/>
  <Override PartName="/ppt/charts/style62.xml" ContentType="application/vnd.ms-office.chartstyle+xml"/>
  <Override PartName="/ppt/charts/colors62.xml" ContentType="application/vnd.ms-office.chartcolorstyle+xml"/>
  <Override PartName="/ppt/charts/chart63.xml" ContentType="application/vnd.openxmlformats-officedocument.drawingml.chart+xml"/>
  <Override PartName="/ppt/charts/style63.xml" ContentType="application/vnd.ms-office.chartstyle+xml"/>
  <Override PartName="/ppt/charts/colors63.xml" ContentType="application/vnd.ms-office.chartcolorstyle+xml"/>
  <Override PartName="/ppt/charts/chart64.xml" ContentType="application/vnd.openxmlformats-officedocument.drawingml.chart+xml"/>
  <Override PartName="/ppt/charts/style64.xml" ContentType="application/vnd.ms-office.chartstyle+xml"/>
  <Override PartName="/ppt/charts/colors64.xml" ContentType="application/vnd.ms-office.chartcolorstyl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charts/chart65.xml" ContentType="application/vnd.openxmlformats-officedocument.drawingml.chart+xml"/>
  <Override PartName="/ppt/charts/style65.xml" ContentType="application/vnd.ms-office.chartstyle+xml"/>
  <Override PartName="/ppt/charts/colors65.xml" ContentType="application/vnd.ms-office.chartcolorstyle+xml"/>
  <Override PartName="/ppt/notesSlides/notesSlide8.xml" ContentType="application/vnd.openxmlformats-officedocument.presentationml.notesSlide+xml"/>
  <Override PartName="/ppt/charts/chart66.xml" ContentType="application/vnd.openxmlformats-officedocument.drawingml.chart+xml"/>
  <Override PartName="/ppt/charts/style66.xml" ContentType="application/vnd.ms-office.chartstyle+xml"/>
  <Override PartName="/ppt/charts/colors66.xml" ContentType="application/vnd.ms-office.chartcolorstyle+xml"/>
  <Override PartName="/ppt/charts/chart67.xml" ContentType="application/vnd.openxmlformats-officedocument.drawingml.chart+xml"/>
  <Override PartName="/ppt/charts/style67.xml" ContentType="application/vnd.ms-office.chartstyle+xml"/>
  <Override PartName="/ppt/charts/colors67.xml" ContentType="application/vnd.ms-office.chartcolorstyle+xml"/>
  <Override PartName="/ppt/charts/chart68.xml" ContentType="application/vnd.openxmlformats-officedocument.drawingml.chart+xml"/>
  <Override PartName="/ppt/charts/style68.xml" ContentType="application/vnd.ms-office.chartstyle+xml"/>
  <Override PartName="/ppt/charts/colors68.xml" ContentType="application/vnd.ms-office.chartcolorstyle+xml"/>
  <Override PartName="/ppt/charts/chart69.xml" ContentType="application/vnd.openxmlformats-officedocument.drawingml.chart+xml"/>
  <Override PartName="/ppt/charts/style69.xml" ContentType="application/vnd.ms-office.chartstyle+xml"/>
  <Override PartName="/ppt/charts/colors69.xml" ContentType="application/vnd.ms-office.chartcolorstyle+xml"/>
  <Override PartName="/ppt/charts/chart70.xml" ContentType="application/vnd.openxmlformats-officedocument.drawingml.chart+xml"/>
  <Override PartName="/ppt/charts/style70.xml" ContentType="application/vnd.ms-office.chartstyle+xml"/>
  <Override PartName="/ppt/charts/colors70.xml" ContentType="application/vnd.ms-office.chartcolorstyle+xml"/>
  <Override PartName="/ppt/charts/chart71.xml" ContentType="application/vnd.openxmlformats-officedocument.drawingml.chart+xml"/>
  <Override PartName="/ppt/charts/style71.xml" ContentType="application/vnd.ms-office.chartstyle+xml"/>
  <Override PartName="/ppt/charts/colors71.xml" ContentType="application/vnd.ms-office.chartcolorstyle+xml"/>
  <Override PartName="/ppt/charts/chart72.xml" ContentType="application/vnd.openxmlformats-officedocument.drawingml.chart+xml"/>
  <Override PartName="/ppt/charts/style72.xml" ContentType="application/vnd.ms-office.chartstyle+xml"/>
  <Override PartName="/ppt/charts/colors7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6" r:id="rId4"/>
  </p:sldMasterIdLst>
  <p:notesMasterIdLst>
    <p:notesMasterId r:id="rId112"/>
  </p:notesMasterIdLst>
  <p:handoutMasterIdLst>
    <p:handoutMasterId r:id="rId113"/>
  </p:handoutMasterIdLst>
  <p:sldIdLst>
    <p:sldId id="5813" r:id="rId5"/>
    <p:sldId id="5388" r:id="rId6"/>
    <p:sldId id="5389" r:id="rId7"/>
    <p:sldId id="5739" r:id="rId8"/>
    <p:sldId id="5807" r:id="rId9"/>
    <p:sldId id="5808" r:id="rId10"/>
    <p:sldId id="5809" r:id="rId11"/>
    <p:sldId id="5810" r:id="rId12"/>
    <p:sldId id="5811" r:id="rId13"/>
    <p:sldId id="268" r:id="rId14"/>
    <p:sldId id="269" r:id="rId15"/>
    <p:sldId id="5516" r:id="rId16"/>
    <p:sldId id="286" r:id="rId17"/>
    <p:sldId id="5806" r:id="rId18"/>
    <p:sldId id="307" r:id="rId19"/>
    <p:sldId id="5753" r:id="rId20"/>
    <p:sldId id="5382" r:id="rId21"/>
    <p:sldId id="5390" r:id="rId22"/>
    <p:sldId id="315" r:id="rId23"/>
    <p:sldId id="316" r:id="rId24"/>
    <p:sldId id="313" r:id="rId25"/>
    <p:sldId id="5616" r:id="rId26"/>
    <p:sldId id="5617" r:id="rId27"/>
    <p:sldId id="5619" r:id="rId28"/>
    <p:sldId id="5555" r:id="rId29"/>
    <p:sldId id="5620" r:id="rId30"/>
    <p:sldId id="5436" r:id="rId31"/>
    <p:sldId id="5557" r:id="rId32"/>
    <p:sldId id="5600" r:id="rId33"/>
    <p:sldId id="369" r:id="rId34"/>
    <p:sldId id="5561" r:id="rId35"/>
    <p:sldId id="5562" r:id="rId36"/>
    <p:sldId id="5567" r:id="rId37"/>
    <p:sldId id="318" r:id="rId38"/>
    <p:sldId id="319" r:id="rId39"/>
    <p:sldId id="5629" r:id="rId40"/>
    <p:sldId id="327" r:id="rId41"/>
    <p:sldId id="5566" r:id="rId42"/>
    <p:sldId id="5568" r:id="rId43"/>
    <p:sldId id="5569" r:id="rId44"/>
    <p:sldId id="5524" r:id="rId45"/>
    <p:sldId id="5623" r:id="rId46"/>
    <p:sldId id="365" r:id="rId47"/>
    <p:sldId id="370" r:id="rId48"/>
    <p:sldId id="372" r:id="rId49"/>
    <p:sldId id="5639" r:id="rId50"/>
    <p:sldId id="5643" r:id="rId51"/>
    <p:sldId id="5656" r:id="rId52"/>
    <p:sldId id="5547" r:id="rId53"/>
    <p:sldId id="5657" r:id="rId54"/>
    <p:sldId id="338" r:id="rId55"/>
    <p:sldId id="366" r:id="rId56"/>
    <p:sldId id="350" r:id="rId57"/>
    <p:sldId id="5754" r:id="rId58"/>
    <p:sldId id="5641" r:id="rId59"/>
    <p:sldId id="5632" r:id="rId60"/>
    <p:sldId id="5490" r:id="rId61"/>
    <p:sldId id="5638" r:id="rId62"/>
    <p:sldId id="5519" r:id="rId63"/>
    <p:sldId id="5484" r:id="rId64"/>
    <p:sldId id="5493" r:id="rId65"/>
    <p:sldId id="5409" r:id="rId66"/>
    <p:sldId id="5636" r:id="rId67"/>
    <p:sldId id="5647" r:id="rId68"/>
    <p:sldId id="5758" r:id="rId69"/>
    <p:sldId id="5369" r:id="rId70"/>
    <p:sldId id="5391" r:id="rId71"/>
    <p:sldId id="326" r:id="rId72"/>
    <p:sldId id="291" r:id="rId73"/>
    <p:sldId id="5677" r:id="rId74"/>
    <p:sldId id="5571" r:id="rId75"/>
    <p:sldId id="5572" r:id="rId76"/>
    <p:sldId id="5707" r:id="rId77"/>
    <p:sldId id="5581" r:id="rId78"/>
    <p:sldId id="5799" r:id="rId79"/>
    <p:sldId id="5605" r:id="rId80"/>
    <p:sldId id="5782" r:id="rId81"/>
    <p:sldId id="5501" r:id="rId82"/>
    <p:sldId id="5494" r:id="rId83"/>
    <p:sldId id="5528" r:id="rId84"/>
    <p:sldId id="5709" r:id="rId85"/>
    <p:sldId id="5712" r:id="rId86"/>
    <p:sldId id="5684" r:id="rId87"/>
    <p:sldId id="5505" r:id="rId88"/>
    <p:sldId id="5506" r:id="rId89"/>
    <p:sldId id="5452" r:id="rId90"/>
    <p:sldId id="5447" r:id="rId91"/>
    <p:sldId id="5437" r:id="rId92"/>
    <p:sldId id="5453" r:id="rId93"/>
    <p:sldId id="5451" r:id="rId94"/>
    <p:sldId id="5532" r:id="rId95"/>
    <p:sldId id="5594" r:id="rId96"/>
    <p:sldId id="5457" r:id="rId97"/>
    <p:sldId id="5771" r:id="rId98"/>
    <p:sldId id="5772" r:id="rId99"/>
    <p:sldId id="5789" r:id="rId100"/>
    <p:sldId id="5790" r:id="rId101"/>
    <p:sldId id="259" r:id="rId102"/>
    <p:sldId id="5579" r:id="rId103"/>
    <p:sldId id="5788" r:id="rId104"/>
    <p:sldId id="5787" r:id="rId105"/>
    <p:sldId id="5737" r:id="rId106"/>
    <p:sldId id="5760" r:id="rId107"/>
    <p:sldId id="5795" r:id="rId108"/>
    <p:sldId id="5765" r:id="rId109"/>
    <p:sldId id="507" r:id="rId110"/>
    <p:sldId id="5793" r:id="rId111"/>
  </p:sldIdLst>
  <p:sldSz cx="12192000" cy="6858000"/>
  <p:notesSz cx="6858000" cy="9144000"/>
  <p:custDataLst>
    <p:tags r:id="rId114"/>
  </p:custData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Про шаблон" id="{C347031D-1D2A-40D7-9728-EEFAC096E23C}">
          <p14:sldIdLst>
            <p14:sldId id="5813"/>
            <p14:sldId id="5388"/>
            <p14:sldId id="5389"/>
            <p14:sldId id="5739"/>
            <p14:sldId id="5807"/>
            <p14:sldId id="5808"/>
            <p14:sldId id="5809"/>
            <p14:sldId id="5810"/>
            <p14:sldId id="5811"/>
          </p14:sldIdLst>
        </p14:section>
        <p14:section name="01. Это база" id="{4B0B1AE0-74EA-46FD-916B-1E7FA005300D}">
          <p14:sldIdLst>
            <p14:sldId id="268"/>
            <p14:sldId id="269"/>
            <p14:sldId id="5516"/>
            <p14:sldId id="286"/>
            <p14:sldId id="5806"/>
            <p14:sldId id="307"/>
            <p14:sldId id="5753"/>
            <p14:sldId id="5382"/>
            <p14:sldId id="5390"/>
            <p14:sldId id="315"/>
            <p14:sldId id="316"/>
            <p14:sldId id="313"/>
            <p14:sldId id="5616"/>
            <p14:sldId id="5617"/>
            <p14:sldId id="5619"/>
            <p14:sldId id="5555"/>
            <p14:sldId id="5620"/>
            <p14:sldId id="5436"/>
            <p14:sldId id="5557"/>
            <p14:sldId id="5600"/>
          </p14:sldIdLst>
        </p14:section>
        <p14:section name="02. Только данные, только хардкор" id="{EBE06CE5-2A08-4E60-94D5-723A21AEC261}">
          <p14:sldIdLst>
            <p14:sldId id="369"/>
            <p14:sldId id="5561"/>
            <p14:sldId id="5562"/>
            <p14:sldId id="5567"/>
            <p14:sldId id="318"/>
            <p14:sldId id="319"/>
            <p14:sldId id="5629"/>
            <p14:sldId id="327"/>
            <p14:sldId id="5566"/>
            <p14:sldId id="5568"/>
            <p14:sldId id="5569"/>
            <p14:sldId id="5524"/>
            <p14:sldId id="5623"/>
            <p14:sldId id="365"/>
            <p14:sldId id="370"/>
            <p14:sldId id="372"/>
            <p14:sldId id="5639"/>
            <p14:sldId id="5643"/>
            <p14:sldId id="5656"/>
            <p14:sldId id="5547"/>
            <p14:sldId id="5657"/>
            <p14:sldId id="338"/>
            <p14:sldId id="366"/>
            <p14:sldId id="350"/>
            <p14:sldId id="5754"/>
            <p14:sldId id="5641"/>
            <p14:sldId id="5632"/>
            <p14:sldId id="5490"/>
            <p14:sldId id="5638"/>
            <p14:sldId id="5519"/>
            <p14:sldId id="5484"/>
            <p14:sldId id="5493"/>
            <p14:sldId id="5409"/>
            <p14:sldId id="5636"/>
            <p14:sldId id="5647"/>
            <p14:sldId id="5758"/>
          </p14:sldIdLst>
        </p14:section>
        <p14:section name="03. И рассказать, и показать" id="{459213F2-F4AE-46D9-87FA-C526B582F6F9}">
          <p14:sldIdLst>
            <p14:sldId id="5369"/>
            <p14:sldId id="5391"/>
            <p14:sldId id="326"/>
            <p14:sldId id="291"/>
            <p14:sldId id="5677"/>
            <p14:sldId id="5571"/>
            <p14:sldId id="5572"/>
            <p14:sldId id="5707"/>
            <p14:sldId id="5581"/>
            <p14:sldId id="5799"/>
            <p14:sldId id="5605"/>
            <p14:sldId id="5782"/>
            <p14:sldId id="5501"/>
            <p14:sldId id="5494"/>
            <p14:sldId id="5528"/>
            <p14:sldId id="5709"/>
            <p14:sldId id="5712"/>
            <p14:sldId id="5684"/>
            <p14:sldId id="5505"/>
            <p14:sldId id="5506"/>
          </p14:sldIdLst>
        </p14:section>
        <p14:section name="04. WOW-выступление" id="{05B6EF48-9598-498C-BFDA-BF16165BD64A}">
          <p14:sldIdLst>
            <p14:sldId id="5452"/>
            <p14:sldId id="5447"/>
            <p14:sldId id="5437"/>
            <p14:sldId id="5453"/>
            <p14:sldId id="5451"/>
            <p14:sldId id="5532"/>
            <p14:sldId id="5594"/>
            <p14:sldId id="5457"/>
            <p14:sldId id="5771"/>
            <p14:sldId id="5772"/>
            <p14:sldId id="5789"/>
            <p14:sldId id="5790"/>
            <p14:sldId id="259"/>
            <p14:sldId id="5579"/>
            <p14:sldId id="5788"/>
            <p14:sldId id="5787"/>
            <p14:sldId id="5737"/>
            <p14:sldId id="5760"/>
            <p14:sldId id="5795"/>
            <p14:sldId id="5765"/>
            <p14:sldId id="507"/>
            <p14:sldId id="5793"/>
          </p14:sldIdLst>
        </p14:section>
      </p14:sectionLst>
    </p:ex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35FE3B-7FEE-F9CA-6602-52F2C6A56FDA}" name="Makarova Ekaterina Igorevna" initials="MEI" userId="S::ekatemakarova@ozon.ru::df33a66a-aff7-4495-b141-877bb0962bb2" providerId="AD"/>
  <p188:author id="{5433AA87-8F28-4F76-44FE-E75104D3D962}" name="Ostrovlyanchik Pavel Viktorovich" initials="OPV" userId="S::postrovlyanchik@ozon.ru::5926a54d-3e0c-4345-9bfd-a8b860e1f60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AAFF"/>
    <a:srgbClr val="005BFF"/>
    <a:srgbClr val="222930"/>
    <a:srgbClr val="99BDFF"/>
    <a:srgbClr val="D2FF99"/>
    <a:srgbClr val="EAEDEF"/>
    <a:srgbClr val="F6DB30"/>
    <a:srgbClr val="602EF2"/>
    <a:srgbClr val="FF497F"/>
    <a:srgbClr val="4A8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4A2982-056F-4F8E-A7C0-7B2B0B0CB698}">
  <a:tblStyle styleId="{914A2982-056F-4F8E-A7C0-7B2B0B0CB698}" styleName="Ozon Light">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accent6"/>
              </a:solidFill>
            </a:ln>
          </a:top>
          <a:bottom>
            <a:ln w="12700" cmpd="sng">
              <a:solidFill>
                <a:schemeClr val="accent6"/>
              </a:solidFill>
            </a:ln>
          </a:bottom>
          <a:insideH>
            <a:ln w="6350" cmpd="sng">
              <a:solidFill>
                <a:schemeClr val="accent6"/>
              </a:solidFill>
            </a:ln>
          </a:insideH>
          <a:insideV>
            <a:ln w="0" cmpd="sng">
              <a:solidFill>
                <a:schemeClr val="lt1"/>
              </a:solidFill>
            </a:ln>
          </a:insideV>
        </a:tcBdr>
        <a:fill>
          <a:solidFill>
            <a:schemeClr val="lt1">
              <a:alpha val="0"/>
            </a:schemeClr>
          </a:solidFill>
        </a:fill>
      </a:tcStyle>
    </a:wholeTbl>
    <a:band1H>
      <a:tcStyle>
        <a:tcBdr/>
        <a:fill>
          <a:solidFill>
            <a:schemeClr val="accent6">
              <a:alpha val="0"/>
            </a:schemeClr>
          </a:solidFill>
        </a:fill>
      </a:tcStyle>
    </a:band1H>
    <a:band2H>
      <a:tcStyle>
        <a:tcBdr/>
        <a:fill>
          <a:solidFill>
            <a:schemeClr val="accent6">
              <a:alpha val="20000"/>
            </a:schemeClr>
          </a:solidFill>
        </a:fill>
      </a:tcStyle>
    </a:band2H>
    <a:band1V>
      <a:tcStyle>
        <a:tcBdr/>
        <a:fill>
          <a:solidFill>
            <a:schemeClr val="accent6">
              <a:alpha val="0"/>
            </a:schemeClr>
          </a:solidFill>
        </a:fill>
      </a:tcStyle>
    </a:band1V>
    <a:band2V>
      <a:tcStyle>
        <a:tcBdr/>
        <a:fill>
          <a:solidFill>
            <a:schemeClr val="accent6">
              <a:alpha val="20000"/>
            </a:schemeClr>
          </a:solidFill>
        </a:fill>
      </a:tcStyle>
    </a:band2V>
    <a:lastCol>
      <a:tcTxStyle b="on">
        <a:fontRef idx="minor">
          <a:prstClr val="black"/>
        </a:fontRef>
        <a:schemeClr val="dk1"/>
      </a:tcTxStyle>
      <a:tcStyle>
        <a:tcBdr/>
        <a:fill>
          <a:solidFill>
            <a:schemeClr val="accent6">
              <a:alpha val="40000"/>
            </a:schemeClr>
          </a:solidFill>
        </a:fill>
      </a:tcStyle>
    </a:lastCol>
    <a:firstCol>
      <a:tcTxStyle b="on">
        <a:fontRef idx="minor">
          <a:prstClr val="black"/>
        </a:fontRef>
        <a:schemeClr val="dk1"/>
      </a:tcTxStyle>
      <a:tcStyle>
        <a:tcBdr/>
        <a:fill>
          <a:solidFill>
            <a:schemeClr val="accent6">
              <a:alpha val="40000"/>
            </a:schemeClr>
          </a:solidFill>
        </a:fill>
      </a:tcStyle>
    </a:firstCol>
    <a:lastRow>
      <a:tcTxStyle b="on">
        <a:fontRef idx="minor">
          <a:prstClr val="black"/>
        </a:fontRef>
        <a:schemeClr val="dk1"/>
      </a:tcTxStyle>
      <a:tcStyle>
        <a:tcBdr>
          <a:top>
            <a:ln w="12700" cmpd="sng">
              <a:solidFill>
                <a:schemeClr val="accent6"/>
              </a:solidFill>
            </a:ln>
          </a:top>
        </a:tcBdr>
        <a:fill>
          <a:solidFill>
            <a:schemeClr val="accent6">
              <a:alpha val="60000"/>
            </a:schemeClr>
          </a:solidFill>
        </a:fill>
      </a:tcStyle>
    </a:lastRow>
    <a:firstRow>
      <a:tcTxStyle b="on">
        <a:fontRef idx="minor">
          <a:prstClr val="black"/>
        </a:fontRef>
        <a:schemeClr val="lt1"/>
      </a:tcTxStyle>
      <a:tcStyle>
        <a:tcBdr>
          <a:bottom>
            <a:ln w="0" cmpd="sng">
              <a:solidFill>
                <a:schemeClr val="accent6"/>
              </a:solidFill>
            </a:ln>
          </a:bottom>
        </a:tcBdr>
        <a:fill>
          <a:solidFill>
            <a:schemeClr val="accent1"/>
          </a:solidFill>
        </a:fill>
      </a:tcStyle>
    </a:firstRow>
  </a:tblStyle>
  <a:tblStyle styleId="{18467CCE-9AFA-45B7-9190-6F7425A13B29}" styleName="Ozon Dark">
    <a:wholeTbl>
      <a:tcTxStyle>
        <a:fontRef idx="minor">
          <a:prstClr val="black"/>
        </a:fontRef>
        <a:schemeClr val="lt2"/>
      </a:tcTxStyle>
      <a:tcStyle>
        <a:tcBdr>
          <a:left>
            <a:ln w="0" cmpd="sng">
              <a:solidFill>
                <a:schemeClr val="lt1"/>
              </a:solidFill>
            </a:ln>
          </a:left>
          <a:right>
            <a:ln w="0" cmpd="sng">
              <a:solidFill>
                <a:schemeClr val="lt1"/>
              </a:solidFill>
            </a:ln>
          </a:right>
          <a:top>
            <a:ln w="12700" cmpd="sng">
              <a:solidFill>
                <a:schemeClr val="accent6">
                  <a:alpha val="40000"/>
                </a:schemeClr>
              </a:solidFill>
            </a:ln>
          </a:top>
          <a:bottom>
            <a:ln w="12700" cmpd="sng">
              <a:solidFill>
                <a:schemeClr val="accent6">
                  <a:alpha val="40000"/>
                </a:schemeClr>
              </a:solidFill>
            </a:ln>
          </a:bottom>
          <a:insideH>
            <a:ln w="6350" cmpd="sng">
              <a:solidFill>
                <a:schemeClr val="accent6">
                  <a:alpha val="40000"/>
                </a:schemeClr>
              </a:solidFill>
            </a:ln>
          </a:insideH>
          <a:insideV>
            <a:ln w="0" cmpd="sng">
              <a:solidFill>
                <a:schemeClr val="lt1"/>
              </a:solidFill>
            </a:ln>
          </a:insideV>
        </a:tcBdr>
        <a:fill>
          <a:solidFill>
            <a:schemeClr val="lt1">
              <a:alpha val="0"/>
            </a:schemeClr>
          </a:solidFill>
        </a:fill>
      </a:tcStyle>
    </a:wholeTbl>
    <a:band1H>
      <a:tcStyle>
        <a:tcBdr/>
        <a:fill>
          <a:solidFill>
            <a:schemeClr val="accent6">
              <a:alpha val="0"/>
            </a:schemeClr>
          </a:solidFill>
        </a:fill>
      </a:tcStyle>
    </a:band1H>
    <a:band2H>
      <a:tcStyle>
        <a:tcBdr/>
        <a:fill>
          <a:solidFill>
            <a:schemeClr val="accent6">
              <a:alpha val="10000"/>
            </a:schemeClr>
          </a:solidFill>
        </a:fill>
      </a:tcStyle>
    </a:band2H>
    <a:band1V>
      <a:tcStyle>
        <a:tcBdr/>
        <a:fill>
          <a:solidFill>
            <a:schemeClr val="accent6">
              <a:alpha val="0"/>
            </a:schemeClr>
          </a:solidFill>
        </a:fill>
      </a:tcStyle>
    </a:band1V>
    <a:band2V>
      <a:tcStyle>
        <a:tcBdr/>
        <a:fill>
          <a:solidFill>
            <a:schemeClr val="accent6">
              <a:alpha val="10000"/>
            </a:schemeClr>
          </a:solidFill>
        </a:fill>
      </a:tcStyle>
    </a:band2V>
    <a:lastCol>
      <a:tcTxStyle b="on">
        <a:fontRef idx="minor">
          <a:prstClr val="white"/>
        </a:fontRef>
        <a:schemeClr val="lt2"/>
      </a:tcTxStyle>
      <a:tcStyle>
        <a:tcBdr/>
        <a:fill>
          <a:solidFill>
            <a:schemeClr val="accent6">
              <a:alpha val="20000"/>
            </a:schemeClr>
          </a:solidFill>
        </a:fill>
      </a:tcStyle>
    </a:lastCol>
    <a:firstCol>
      <a:tcTxStyle b="on">
        <a:fontRef idx="minor">
          <a:prstClr val="white"/>
        </a:fontRef>
        <a:schemeClr val="lt2"/>
      </a:tcTxStyle>
      <a:tcStyle>
        <a:tcBdr/>
        <a:fill>
          <a:solidFill>
            <a:schemeClr val="accent6">
              <a:alpha val="20000"/>
            </a:schemeClr>
          </a:solidFill>
        </a:fill>
      </a:tcStyle>
    </a:firstCol>
    <a:lastRow>
      <a:tcTxStyle b="on">
        <a:fontRef idx="minor">
          <a:prstClr val="white"/>
        </a:fontRef>
        <a:schemeClr val="lt2"/>
      </a:tcTxStyle>
      <a:tcStyle>
        <a:tcBdr>
          <a:top>
            <a:ln w="12700" cmpd="sng">
              <a:solidFill>
                <a:schemeClr val="accent6">
                  <a:alpha val="50000"/>
                </a:schemeClr>
              </a:solidFill>
            </a:ln>
          </a:top>
        </a:tcBdr>
        <a:fill>
          <a:solidFill>
            <a:schemeClr val="accent6">
              <a:alpha val="30000"/>
            </a:schemeClr>
          </a:solidFill>
        </a:fill>
      </a:tcStyle>
    </a:lastRow>
    <a:firstRow>
      <a:tcTxStyle b="on">
        <a:fontRef idx="minor">
          <a:prstClr val="white"/>
        </a:fontRef>
        <a:schemeClr val="lt2"/>
      </a:tcTxStyle>
      <a:tcStyle>
        <a:tcBdr>
          <a:bottom>
            <a:ln w="0" cmpd="sng">
              <a:solidFill>
                <a:schemeClr val="accent6">
                  <a:alpha val="35000"/>
                </a:schemeClr>
              </a:solidFill>
            </a:ln>
          </a:bottom>
        </a:tcBdr>
        <a:fill>
          <a:solidFill>
            <a:schemeClr val="accent1"/>
          </a:solidFill>
        </a:fill>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Светлый стиль 1 — акцент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08" autoAdjust="0"/>
    <p:restoredTop sz="95615" autoAdjust="0"/>
  </p:normalViewPr>
  <p:slideViewPr>
    <p:cSldViewPr snapToGrid="0" showGuides="1">
      <p:cViewPr varScale="1">
        <p:scale>
          <a:sx n="67" d="100"/>
          <a:sy n="67" d="100"/>
        </p:scale>
        <p:origin x="932" y="56"/>
      </p:cViewPr>
      <p:guideLst>
        <p:guide pos="3840"/>
        <p:guide orient="horz" pos="2160"/>
      </p:guideLst>
    </p:cSldViewPr>
  </p:slideViewPr>
  <p:notesTextViewPr>
    <p:cViewPr>
      <p:scale>
        <a:sx n="1" d="1"/>
        <a:sy n="1" d="1"/>
      </p:scale>
      <p:origin x="0" y="0"/>
    </p:cViewPr>
  </p:notesTextViewPr>
  <p:sorterViewPr>
    <p:cViewPr varScale="1">
      <p:scale>
        <a:sx n="1" d="1"/>
        <a:sy n="1" d="1"/>
      </p:scale>
      <p:origin x="0" y="-43235"/>
    </p:cViewPr>
  </p:sorterViewPr>
  <p:notesViewPr>
    <p:cSldViewPr snapToGrid="0" showGuides="1">
      <p:cViewPr varScale="1">
        <p:scale>
          <a:sx n="88" d="100"/>
          <a:sy n="88" d="100"/>
        </p:scale>
        <p:origin x="2043" y="4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theme" Target="theme/theme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notesMaster" Target="notesMasters/notesMaster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handoutMaster" Target="handoutMasters/handoutMaster1.xml"/><Relationship Id="rId118"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tags" Target="tags/tag1.xml"/><Relationship Id="rId119"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46.xlsx"/><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47.xlsx"/><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48.xlsx"/><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49.xlsx"/><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52.xml"/><Relationship Id="rId1" Type="http://schemas.microsoft.com/office/2011/relationships/chartStyle" Target="style52.xml"/><Relationship Id="rId4" Type="http://schemas.openxmlformats.org/officeDocument/2006/relationships/chartUserShapes" Target="../drawings/drawing1.xml"/></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package" Target="../embeddings/Microsoft_Excel_Worksheet53.xlsx"/><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package" Target="../embeddings/Microsoft_Excel_Worksheet54.xlsx"/><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package" Target="../embeddings/Microsoft_Excel_Worksheet55.xlsx"/><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package" Target="../embeddings/Microsoft_Excel_Worksheet56.xlsx"/><Relationship Id="rId2" Type="http://schemas.microsoft.com/office/2011/relationships/chartColorStyle" Target="colors57.xml"/><Relationship Id="rId1" Type="http://schemas.microsoft.com/office/2011/relationships/chartStyle" Target="style57.xml"/></Relationships>
</file>

<file path=ppt/charts/_rels/chart58.xml.rels><?xml version="1.0" encoding="UTF-8" standalone="yes"?>
<Relationships xmlns="http://schemas.openxmlformats.org/package/2006/relationships"><Relationship Id="rId3" Type="http://schemas.openxmlformats.org/officeDocument/2006/relationships/package" Target="../embeddings/Microsoft_Excel_Worksheet57.xlsx"/><Relationship Id="rId2" Type="http://schemas.microsoft.com/office/2011/relationships/chartColorStyle" Target="colors58.xml"/><Relationship Id="rId1" Type="http://schemas.microsoft.com/office/2011/relationships/chartStyle" Target="style58.xml"/></Relationships>
</file>

<file path=ppt/charts/_rels/chart59.xml.rels><?xml version="1.0" encoding="UTF-8" standalone="yes"?>
<Relationships xmlns="http://schemas.openxmlformats.org/package/2006/relationships"><Relationship Id="rId3" Type="http://schemas.openxmlformats.org/officeDocument/2006/relationships/package" Target="../embeddings/Microsoft_Excel_Worksheet58.xlsx"/><Relationship Id="rId2" Type="http://schemas.microsoft.com/office/2011/relationships/chartColorStyle" Target="colors59.xml"/><Relationship Id="rId1" Type="http://schemas.microsoft.com/office/2011/relationships/chartStyle" Target="style59.xml"/></Relationships>
</file>

<file path=ppt/charts/_rels/chart60.xml.rels><?xml version="1.0" encoding="UTF-8" standalone="yes"?>
<Relationships xmlns="http://schemas.openxmlformats.org/package/2006/relationships"><Relationship Id="rId3" Type="http://schemas.openxmlformats.org/officeDocument/2006/relationships/package" Target="../embeddings/Microsoft_Excel_Worksheet59.xlsx"/><Relationship Id="rId2" Type="http://schemas.microsoft.com/office/2011/relationships/chartColorStyle" Target="colors60.xml"/><Relationship Id="rId1" Type="http://schemas.microsoft.com/office/2011/relationships/chartStyle" Target="style60.xml"/></Relationships>
</file>

<file path=ppt/charts/_rels/chart61.xml.rels><?xml version="1.0" encoding="UTF-8" standalone="yes"?>
<Relationships xmlns="http://schemas.openxmlformats.org/package/2006/relationships"><Relationship Id="rId3" Type="http://schemas.openxmlformats.org/officeDocument/2006/relationships/package" Target="../embeddings/Microsoft_Excel_Worksheet60.xlsx"/><Relationship Id="rId2" Type="http://schemas.microsoft.com/office/2011/relationships/chartColorStyle" Target="colors61.xml"/><Relationship Id="rId1" Type="http://schemas.microsoft.com/office/2011/relationships/chartStyle" Target="style61.xml"/></Relationships>
</file>

<file path=ppt/charts/_rels/chart62.xml.rels><?xml version="1.0" encoding="UTF-8" standalone="yes"?>
<Relationships xmlns="http://schemas.openxmlformats.org/package/2006/relationships"><Relationship Id="rId3" Type="http://schemas.openxmlformats.org/officeDocument/2006/relationships/package" Target="../embeddings/Microsoft_Excel_Worksheet61.xlsx"/><Relationship Id="rId2" Type="http://schemas.microsoft.com/office/2011/relationships/chartColorStyle" Target="colors62.xml"/><Relationship Id="rId1" Type="http://schemas.microsoft.com/office/2011/relationships/chartStyle" Target="style62.xml"/></Relationships>
</file>

<file path=ppt/charts/_rels/chart63.xml.rels><?xml version="1.0" encoding="UTF-8" standalone="yes"?>
<Relationships xmlns="http://schemas.openxmlformats.org/package/2006/relationships"><Relationship Id="rId3" Type="http://schemas.openxmlformats.org/officeDocument/2006/relationships/package" Target="../embeddings/Microsoft_Excel_Worksheet62.xlsx"/><Relationship Id="rId2" Type="http://schemas.microsoft.com/office/2011/relationships/chartColorStyle" Target="colors63.xml"/><Relationship Id="rId1" Type="http://schemas.microsoft.com/office/2011/relationships/chartStyle" Target="style63.xml"/></Relationships>
</file>

<file path=ppt/charts/_rels/chart64.xml.rels><?xml version="1.0" encoding="UTF-8" standalone="yes"?>
<Relationships xmlns="http://schemas.openxmlformats.org/package/2006/relationships"><Relationship Id="rId3" Type="http://schemas.openxmlformats.org/officeDocument/2006/relationships/package" Target="../embeddings/Microsoft_Excel_Worksheet63.xlsx"/><Relationship Id="rId2" Type="http://schemas.microsoft.com/office/2011/relationships/chartColorStyle" Target="colors64.xml"/><Relationship Id="rId1" Type="http://schemas.microsoft.com/office/2011/relationships/chartStyle" Target="style64.xml"/></Relationships>
</file>

<file path=ppt/charts/_rels/chart65.xml.rels><?xml version="1.0" encoding="UTF-8" standalone="yes"?>
<Relationships xmlns="http://schemas.openxmlformats.org/package/2006/relationships"><Relationship Id="rId3" Type="http://schemas.openxmlformats.org/officeDocument/2006/relationships/package" Target="../embeddings/Microsoft_Excel_Worksheet64.xlsx"/><Relationship Id="rId2" Type="http://schemas.microsoft.com/office/2011/relationships/chartColorStyle" Target="colors65.xml"/><Relationship Id="rId1" Type="http://schemas.microsoft.com/office/2011/relationships/chartStyle" Target="style65.xml"/></Relationships>
</file>

<file path=ppt/charts/_rels/chart66.xml.rels><?xml version="1.0" encoding="UTF-8" standalone="yes"?>
<Relationships xmlns="http://schemas.openxmlformats.org/package/2006/relationships"><Relationship Id="rId3" Type="http://schemas.openxmlformats.org/officeDocument/2006/relationships/package" Target="../embeddings/Microsoft_Excel_Worksheet65.xlsx"/><Relationship Id="rId2" Type="http://schemas.microsoft.com/office/2011/relationships/chartColorStyle" Target="colors66.xml"/><Relationship Id="rId1" Type="http://schemas.microsoft.com/office/2011/relationships/chartStyle" Target="style66.xml"/></Relationships>
</file>

<file path=ppt/charts/_rels/chart67.xml.rels><?xml version="1.0" encoding="UTF-8" standalone="yes"?>
<Relationships xmlns="http://schemas.openxmlformats.org/package/2006/relationships"><Relationship Id="rId3" Type="http://schemas.openxmlformats.org/officeDocument/2006/relationships/package" Target="../embeddings/Microsoft_Excel_Worksheet66.xlsx"/><Relationship Id="rId2" Type="http://schemas.microsoft.com/office/2011/relationships/chartColorStyle" Target="colors67.xml"/><Relationship Id="rId1" Type="http://schemas.microsoft.com/office/2011/relationships/chartStyle" Target="style67.xml"/></Relationships>
</file>

<file path=ppt/charts/_rels/chart68.xml.rels><?xml version="1.0" encoding="UTF-8" standalone="yes"?>
<Relationships xmlns="http://schemas.openxmlformats.org/package/2006/relationships"><Relationship Id="rId3" Type="http://schemas.openxmlformats.org/officeDocument/2006/relationships/package" Target="../embeddings/Microsoft_Excel_Worksheet67.xlsx"/><Relationship Id="rId2" Type="http://schemas.microsoft.com/office/2011/relationships/chartColorStyle" Target="colors68.xml"/><Relationship Id="rId1" Type="http://schemas.microsoft.com/office/2011/relationships/chartStyle" Target="style68.xml"/></Relationships>
</file>

<file path=ppt/charts/_rels/chart69.xml.rels><?xml version="1.0" encoding="UTF-8" standalone="yes"?>
<Relationships xmlns="http://schemas.openxmlformats.org/package/2006/relationships"><Relationship Id="rId3" Type="http://schemas.openxmlformats.org/officeDocument/2006/relationships/package" Target="../embeddings/Microsoft_Excel_Worksheet68.xlsx"/><Relationship Id="rId2" Type="http://schemas.microsoft.com/office/2011/relationships/chartColorStyle" Target="colors69.xml"/><Relationship Id="rId1" Type="http://schemas.microsoft.com/office/2011/relationships/chartStyle" Target="style69.xml"/></Relationships>
</file>

<file path=ppt/charts/_rels/chart70.xml.rels><?xml version="1.0" encoding="UTF-8" standalone="yes"?>
<Relationships xmlns="http://schemas.openxmlformats.org/package/2006/relationships"><Relationship Id="rId3" Type="http://schemas.openxmlformats.org/officeDocument/2006/relationships/package" Target="../embeddings/Microsoft_Excel_Worksheet69.xlsx"/><Relationship Id="rId2" Type="http://schemas.microsoft.com/office/2011/relationships/chartColorStyle" Target="colors70.xml"/><Relationship Id="rId1" Type="http://schemas.microsoft.com/office/2011/relationships/chartStyle" Target="style70.xml"/></Relationships>
</file>

<file path=ppt/charts/_rels/chart71.xml.rels><?xml version="1.0" encoding="UTF-8" standalone="yes"?>
<Relationships xmlns="http://schemas.openxmlformats.org/package/2006/relationships"><Relationship Id="rId3" Type="http://schemas.openxmlformats.org/officeDocument/2006/relationships/package" Target="../embeddings/Microsoft_Excel_Worksheet70.xlsx"/><Relationship Id="rId2" Type="http://schemas.microsoft.com/office/2011/relationships/chartColorStyle" Target="colors71.xml"/><Relationship Id="rId1" Type="http://schemas.microsoft.com/office/2011/relationships/chartStyle" Target="style71.xml"/></Relationships>
</file>

<file path=ppt/charts/_rels/chart72.xml.rels><?xml version="1.0" encoding="UTF-8" standalone="yes"?>
<Relationships xmlns="http://schemas.openxmlformats.org/package/2006/relationships"><Relationship Id="rId3" Type="http://schemas.openxmlformats.org/officeDocument/2006/relationships/package" Target="../embeddings/Microsoft_Excel_Worksheet71.xlsx"/><Relationship Id="rId2" Type="http://schemas.microsoft.com/office/2011/relationships/chartColorStyle" Target="colors72.xml"/><Relationship Id="rId1" Type="http://schemas.microsoft.com/office/2011/relationships/chartStyle" Target="style7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3286443496599985E-2"/>
          <c:y val="0.15882063310606695"/>
          <c:w val="0.98513011837543851"/>
          <c:h val="0.71441145546327511"/>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2019</c:v>
                </c:pt>
                <c:pt idx="1">
                  <c:v>2020</c:v>
                </c:pt>
                <c:pt idx="2">
                  <c:v>2021</c:v>
                </c:pt>
                <c:pt idx="3">
                  <c:v>2022</c:v>
                </c:pt>
              </c:numCache>
            </c:numRef>
          </c:cat>
          <c:val>
            <c:numRef>
              <c:f>Лист1!$B$2:$B$5</c:f>
              <c:numCache>
                <c:formatCode>General</c:formatCode>
                <c:ptCount val="4"/>
                <c:pt idx="0">
                  <c:v>3.5</c:v>
                </c:pt>
                <c:pt idx="1">
                  <c:v>4.5</c:v>
                </c:pt>
                <c:pt idx="2">
                  <c:v>4.7</c:v>
                </c:pt>
                <c:pt idx="3">
                  <c:v>4.9000000000000004</c:v>
                </c:pt>
              </c:numCache>
            </c:numRef>
          </c:val>
          <c:extLst>
            <c:ext xmlns:c16="http://schemas.microsoft.com/office/drawing/2014/chart" uri="{C3380CC4-5D6E-409C-BE32-E72D297353CC}">
              <c16:uniqueId val="{00000000-F9D8-49F4-A88A-CD2ED3E7F78D}"/>
            </c:ext>
          </c:extLst>
        </c:ser>
        <c:ser>
          <c:idx val="1"/>
          <c:order val="1"/>
          <c:tx>
            <c:strRef>
              <c:f>Лист1!$C$1</c:f>
              <c:strCache>
                <c:ptCount val="1"/>
                <c:pt idx="0">
                  <c:v>Параметр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2019</c:v>
                </c:pt>
                <c:pt idx="1">
                  <c:v>2020</c:v>
                </c:pt>
                <c:pt idx="2">
                  <c:v>2021</c:v>
                </c:pt>
                <c:pt idx="3">
                  <c:v>2022</c:v>
                </c:pt>
              </c:numCache>
            </c:numRef>
          </c:cat>
          <c:val>
            <c:numRef>
              <c:f>Лист1!$C$2:$C$5</c:f>
              <c:numCache>
                <c:formatCode>General</c:formatCode>
                <c:ptCount val="4"/>
                <c:pt idx="0">
                  <c:v>1.8</c:v>
                </c:pt>
                <c:pt idx="1">
                  <c:v>2.8</c:v>
                </c:pt>
                <c:pt idx="2">
                  <c:v>3.5</c:v>
                </c:pt>
                <c:pt idx="3">
                  <c:v>4.0999999999999996</c:v>
                </c:pt>
              </c:numCache>
            </c:numRef>
          </c:val>
          <c:extLst>
            <c:ext xmlns:c16="http://schemas.microsoft.com/office/drawing/2014/chart" uri="{C3380CC4-5D6E-409C-BE32-E72D297353CC}">
              <c16:uniqueId val="{00000001-F9D8-49F4-A88A-CD2ED3E7F78D}"/>
            </c:ext>
          </c:extLst>
        </c:ser>
        <c:dLbls>
          <c:dLblPos val="outEnd"/>
          <c:showLegendKey val="0"/>
          <c:showVal val="1"/>
          <c:showCatName val="0"/>
          <c:showSerName val="0"/>
          <c:showPercent val="0"/>
          <c:showBubbleSize val="0"/>
        </c:dLbls>
        <c:gapWidth val="150"/>
        <c:overlap val="-4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2.0135391391228104E-3"/>
          <c:y val="3.356115573697567E-2"/>
          <c:w val="0.61228953418428722"/>
          <c:h val="9.544361065183516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3286443496599985E-2"/>
          <c:y val="0.17100986658212591"/>
          <c:w val="0.98513011837543851"/>
          <c:h val="0.82899013341787409"/>
        </c:manualLayout>
      </c:layout>
      <c:barChart>
        <c:barDir val="bar"/>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2019</c:v>
                </c:pt>
                <c:pt idx="1">
                  <c:v>2020</c:v>
                </c:pt>
                <c:pt idx="2">
                  <c:v>2021</c:v>
                </c:pt>
                <c:pt idx="3">
                  <c:v>2022</c:v>
                </c:pt>
              </c:numCache>
            </c:numRef>
          </c:cat>
          <c:val>
            <c:numRef>
              <c:f>Лист1!$B$2:$B$5</c:f>
              <c:numCache>
                <c:formatCode>General</c:formatCode>
                <c:ptCount val="4"/>
                <c:pt idx="0">
                  <c:v>3.5</c:v>
                </c:pt>
                <c:pt idx="1">
                  <c:v>4.5</c:v>
                </c:pt>
                <c:pt idx="2">
                  <c:v>4.7</c:v>
                </c:pt>
                <c:pt idx="3">
                  <c:v>4.9000000000000004</c:v>
                </c:pt>
              </c:numCache>
            </c:numRef>
          </c:val>
          <c:extLst>
            <c:ext xmlns:c16="http://schemas.microsoft.com/office/drawing/2014/chart" uri="{C3380CC4-5D6E-409C-BE32-E72D297353CC}">
              <c16:uniqueId val="{00000000-F9D8-49F4-A88A-CD2ED3E7F78D}"/>
            </c:ext>
          </c:extLst>
        </c:ser>
        <c:ser>
          <c:idx val="1"/>
          <c:order val="1"/>
          <c:tx>
            <c:strRef>
              <c:f>Лист1!$C$1</c:f>
              <c:strCache>
                <c:ptCount val="1"/>
                <c:pt idx="0">
                  <c:v>Параметр 2</c:v>
                </c:pt>
              </c:strCache>
            </c:strRef>
          </c:tx>
          <c:spPr>
            <a:solidFill>
              <a:schemeClr val="accent2"/>
            </a:solidFill>
            <a:ln>
              <a:noFill/>
            </a:ln>
            <a:effectLst/>
          </c:spPr>
          <c:invertIfNegative val="0"/>
          <c:dLbls>
            <c:dLbl>
              <c:idx val="0"/>
              <c:layout>
                <c:manualLayout>
                  <c:x val="-7.4906778960743988E-17"/>
                  <c:y val="-1.600452663461980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D5-423E-8F39-FDCF6B9CDC18}"/>
                </c:ext>
              </c:extLst>
            </c:dLbl>
            <c:dLbl>
              <c:idx val="1"/>
              <c:layout>
                <c:manualLayout>
                  <c:x val="-7.4906778960743988E-17"/>
                  <c:y val="-1.600452663461980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CD5-423E-8F39-FDCF6B9CDC18}"/>
                </c:ext>
              </c:extLst>
            </c:dLbl>
            <c:dLbl>
              <c:idx val="2"/>
              <c:layout>
                <c:manualLayout>
                  <c:x val="0"/>
                  <c:y val="-1.600452663461980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CD5-423E-8F39-FDCF6B9CDC18}"/>
                </c:ext>
              </c:extLst>
            </c:dLbl>
            <c:dLbl>
              <c:idx val="3"/>
              <c:layout>
                <c:manualLayout>
                  <c:x val="-4.0858715067407228E-3"/>
                  <c:y val="-2.40067899519297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D5-423E-8F39-FDCF6B9CDC1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2019</c:v>
                </c:pt>
                <c:pt idx="1">
                  <c:v>2020</c:v>
                </c:pt>
                <c:pt idx="2">
                  <c:v>2021</c:v>
                </c:pt>
                <c:pt idx="3">
                  <c:v>2022</c:v>
                </c:pt>
              </c:numCache>
            </c:numRef>
          </c:cat>
          <c:val>
            <c:numRef>
              <c:f>Лист1!$C$2:$C$5</c:f>
              <c:numCache>
                <c:formatCode>General</c:formatCode>
                <c:ptCount val="4"/>
                <c:pt idx="0">
                  <c:v>1.8</c:v>
                </c:pt>
                <c:pt idx="1">
                  <c:v>2.8</c:v>
                </c:pt>
                <c:pt idx="2">
                  <c:v>3.5</c:v>
                </c:pt>
                <c:pt idx="3">
                  <c:v>4.0999999999999996</c:v>
                </c:pt>
              </c:numCache>
            </c:numRef>
          </c:val>
          <c:extLst>
            <c:ext xmlns:c16="http://schemas.microsoft.com/office/drawing/2014/chart" uri="{C3380CC4-5D6E-409C-BE32-E72D297353CC}">
              <c16:uniqueId val="{00000001-F9D8-49F4-A88A-CD2ED3E7F78D}"/>
            </c:ext>
          </c:extLst>
        </c:ser>
        <c:dLbls>
          <c:dLblPos val="outEnd"/>
          <c:showLegendKey val="0"/>
          <c:showVal val="1"/>
          <c:showCatName val="0"/>
          <c:showSerName val="0"/>
          <c:showPercent val="0"/>
          <c:showBubbleSize val="0"/>
        </c:dLbls>
        <c:gapWidth val="150"/>
        <c:axId val="1353886368"/>
        <c:axId val="1686414832"/>
      </c:barChart>
      <c:catAx>
        <c:axId val="1353886368"/>
        <c:scaling>
          <c:orientation val="maxMin"/>
        </c:scaling>
        <c:delete val="0"/>
        <c:axPos val="l"/>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t"/>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0"/>
          <c:y val="9.5541983212889849E-3"/>
          <c:w val="0.60316471660137849"/>
          <c:h val="0.1311085324033851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2022</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2019</c:v>
                </c:pt>
                <c:pt idx="1">
                  <c:v>2020</c:v>
                </c:pt>
                <c:pt idx="2">
                  <c:v>2021</c:v>
                </c:pt>
                <c:pt idx="3">
                  <c:v>2022</c:v>
                </c:pt>
                <c:pt idx="4">
                  <c:v>2023П</c:v>
                </c:pt>
                <c:pt idx="5">
                  <c:v>2024П</c:v>
                </c:pt>
                <c:pt idx="6">
                  <c:v>2025П</c:v>
                </c:pt>
              </c:strCache>
            </c:strRef>
          </c:cat>
          <c:val>
            <c:numRef>
              <c:f>Лист1!$B$2:$B$8</c:f>
              <c:numCache>
                <c:formatCode>General</c:formatCode>
                <c:ptCount val="7"/>
                <c:pt idx="0">
                  <c:v>2.4</c:v>
                </c:pt>
                <c:pt idx="1">
                  <c:v>2.7</c:v>
                </c:pt>
                <c:pt idx="2">
                  <c:v>2.8</c:v>
                </c:pt>
                <c:pt idx="3">
                  <c:v>3</c:v>
                </c:pt>
                <c:pt idx="4">
                  <c:v>3.2</c:v>
                </c:pt>
                <c:pt idx="5">
                  <c:v>3.4</c:v>
                </c:pt>
                <c:pt idx="6">
                  <c:v>3.7</c:v>
                </c:pt>
              </c:numCache>
            </c:numRef>
          </c:val>
          <c:extLst>
            <c:ext xmlns:c16="http://schemas.microsoft.com/office/drawing/2014/chart" uri="{C3380CC4-5D6E-409C-BE32-E72D297353CC}">
              <c16:uniqueId val="{00000000-5335-4E19-BEF5-E54A8E120C91}"/>
            </c:ext>
          </c:extLst>
        </c:ser>
        <c:dLbls>
          <c:dLblPos val="outEnd"/>
          <c:showLegendKey val="0"/>
          <c:showVal val="1"/>
          <c:showCatName val="0"/>
          <c:showSerName val="0"/>
          <c:showPercent val="0"/>
          <c:showBubbleSize val="0"/>
        </c:dLbls>
        <c:gapWidth val="182"/>
        <c:axId val="264392175"/>
        <c:axId val="241045679"/>
      </c:barChart>
      <c:catAx>
        <c:axId val="264392175"/>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241045679"/>
        <c:crosses val="autoZero"/>
        <c:auto val="1"/>
        <c:lblAlgn val="ctr"/>
        <c:lblOffset val="100"/>
        <c:noMultiLvlLbl val="0"/>
      </c:catAx>
      <c:valAx>
        <c:axId val="241045679"/>
        <c:scaling>
          <c:orientation val="minMax"/>
        </c:scaling>
        <c:delete val="1"/>
        <c:axPos val="l"/>
        <c:numFmt formatCode="General" sourceLinked="1"/>
        <c:majorTickMark val="none"/>
        <c:minorTickMark val="none"/>
        <c:tickLblPos val="nextTo"/>
        <c:crossAx val="2643921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012427427044818"/>
          <c:y val="0.12386681889594739"/>
          <c:w val="0.34323061114547376"/>
          <c:h val="0.4796163320271169"/>
        </c:manualLayout>
      </c:layout>
      <c:doughnutChart>
        <c:varyColors val="1"/>
        <c:ser>
          <c:idx val="0"/>
          <c:order val="0"/>
          <c:tx>
            <c:strRef>
              <c:f>Лист1!$B$1</c:f>
              <c:strCache>
                <c:ptCount val="1"/>
                <c:pt idx="0">
                  <c:v>Продажи</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CB5-4B8F-AB33-6B80AFA7FC47}"/>
              </c:ext>
            </c:extLst>
          </c:dPt>
          <c:dPt>
            <c:idx val="1"/>
            <c:bubble3D val="0"/>
            <c:spPr>
              <a:solidFill>
                <a:schemeClr val="accent2"/>
              </a:solidFill>
              <a:ln w="19050">
                <a:noFill/>
              </a:ln>
              <a:effectLst/>
            </c:spPr>
            <c:extLst>
              <c:ext xmlns:c16="http://schemas.microsoft.com/office/drawing/2014/chart" uri="{C3380CC4-5D6E-409C-BE32-E72D297353CC}">
                <c16:uniqueId val="{00000003-7CB5-4B8F-AB33-6B80AFA7FC47}"/>
              </c:ext>
            </c:extLst>
          </c:dPt>
          <c:dPt>
            <c:idx val="2"/>
            <c:bubble3D val="0"/>
            <c:spPr>
              <a:solidFill>
                <a:schemeClr val="accent3"/>
              </a:solidFill>
              <a:ln w="19050">
                <a:noFill/>
              </a:ln>
              <a:effectLst/>
            </c:spPr>
            <c:extLst>
              <c:ext xmlns:c16="http://schemas.microsoft.com/office/drawing/2014/chart" uri="{C3380CC4-5D6E-409C-BE32-E72D297353CC}">
                <c16:uniqueId val="{00000005-7CB5-4B8F-AB33-6B80AFA7FC47}"/>
              </c:ext>
            </c:extLst>
          </c:dPt>
          <c:dPt>
            <c:idx val="3"/>
            <c:bubble3D val="0"/>
            <c:spPr>
              <a:solidFill>
                <a:schemeClr val="accent4"/>
              </a:solidFill>
              <a:ln w="19050">
                <a:noFill/>
              </a:ln>
              <a:effectLst/>
            </c:spPr>
            <c:extLst>
              <c:ext xmlns:c16="http://schemas.microsoft.com/office/drawing/2014/chart" uri="{C3380CC4-5D6E-409C-BE32-E72D297353CC}">
                <c16:uniqueId val="{00000007-7CB5-4B8F-AB33-6B80AFA7FC47}"/>
              </c:ext>
            </c:extLst>
          </c:dPt>
          <c:dPt>
            <c:idx val="4"/>
            <c:bubble3D val="0"/>
            <c:spPr>
              <a:solidFill>
                <a:schemeClr val="accent6"/>
              </a:solidFill>
              <a:ln w="19050">
                <a:noFill/>
              </a:ln>
              <a:effectLst/>
            </c:spPr>
            <c:extLst>
              <c:ext xmlns:c16="http://schemas.microsoft.com/office/drawing/2014/chart" uri="{C3380CC4-5D6E-409C-BE32-E72D297353CC}">
                <c16:uniqueId val="{00000009-7CB5-4B8F-AB33-6B80AFA7FC47}"/>
              </c:ext>
            </c:extLst>
          </c:dPt>
          <c:dLbls>
            <c:dLbl>
              <c:idx val="0"/>
              <c:layout>
                <c:manualLayout>
                  <c:x val="0.14125202565088898"/>
                  <c:y val="-3.5562600828393617E-2"/>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9754088088428501"/>
                      <c:h val="6.3475218829591035E-2"/>
                    </c:manualLayout>
                  </c15:layout>
                </c:ext>
                <c:ext xmlns:c16="http://schemas.microsoft.com/office/drawing/2014/chart" uri="{C3380CC4-5D6E-409C-BE32-E72D297353CC}">
                  <c16:uniqueId val="{00000001-7CB5-4B8F-AB33-6B80AFA7FC47}"/>
                </c:ext>
              </c:extLst>
            </c:dLbl>
            <c:dLbl>
              <c:idx val="1"/>
              <c:layout>
                <c:manualLayout>
                  <c:x val="0.17775740099749021"/>
                  <c:y val="-6.4896549831485757E-3"/>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9624207108240421"/>
                      <c:h val="5.8813894128159766E-2"/>
                    </c:manualLayout>
                  </c15:layout>
                </c:ext>
                <c:ext xmlns:c16="http://schemas.microsoft.com/office/drawing/2014/chart" uri="{C3380CC4-5D6E-409C-BE32-E72D297353CC}">
                  <c16:uniqueId val="{00000003-7CB5-4B8F-AB33-6B80AFA7FC47}"/>
                </c:ext>
              </c:extLst>
            </c:dLbl>
            <c:dLbl>
              <c:idx val="2"/>
              <c:layout>
                <c:manualLayout>
                  <c:x val="-6.1831703856442544E-2"/>
                  <c:y val="0.16721601019503285"/>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8639096935315563"/>
                      <c:h val="7.2798172411160503E-2"/>
                    </c:manualLayout>
                  </c15:layout>
                </c:ext>
                <c:ext xmlns:c16="http://schemas.microsoft.com/office/drawing/2014/chart" uri="{C3380CC4-5D6E-409C-BE32-E72D297353CC}">
                  <c16:uniqueId val="{00000005-7CB5-4B8F-AB33-6B80AFA7FC47}"/>
                </c:ext>
              </c:extLst>
            </c:dLbl>
            <c:dLbl>
              <c:idx val="3"/>
              <c:layout>
                <c:manualLayout>
                  <c:x val="-7.2757471760079975E-2"/>
                  <c:y val="-6.1877822061814587E-2"/>
                </c:manualLayout>
              </c:layout>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9946306055483742"/>
                      <c:h val="7.2977351015349773E-2"/>
                    </c:manualLayout>
                  </c15:layout>
                </c:ext>
                <c:ext xmlns:c16="http://schemas.microsoft.com/office/drawing/2014/chart" uri="{C3380CC4-5D6E-409C-BE32-E72D297353CC}">
                  <c16:uniqueId val="{00000007-7CB5-4B8F-AB33-6B80AFA7FC47}"/>
                </c:ext>
              </c:extLst>
            </c:dLbl>
            <c:dLbl>
              <c:idx val="4"/>
              <c:layout>
                <c:manualLayout>
                  <c:x val="2.9440620416289871E-2"/>
                  <c:y val="-7.709186312189914E-2"/>
                </c:manualLayout>
              </c:layout>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7010610512793414"/>
                      <c:h val="4.8974770817305703E-2"/>
                    </c:manualLayout>
                  </c15:layout>
                </c:ext>
                <c:ext xmlns:c16="http://schemas.microsoft.com/office/drawing/2014/chart" uri="{C3380CC4-5D6E-409C-BE32-E72D297353CC}">
                  <c16:uniqueId val="{00000009-7CB5-4B8F-AB33-6B80AFA7FC47}"/>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extLst>
          </c:dLbls>
          <c:cat>
            <c:strRef>
              <c:f>Лист1!$A$2:$A$6</c:f>
              <c:strCache>
                <c:ptCount val="5"/>
                <c:pt idx="0">
                  <c:v>Категория 1 </c:v>
                </c:pt>
                <c:pt idx="1">
                  <c:v>Категория 2 </c:v>
                </c:pt>
                <c:pt idx="2">
                  <c:v>Категория 3 </c:v>
                </c:pt>
                <c:pt idx="3">
                  <c:v>Категория 4 </c:v>
                </c:pt>
                <c:pt idx="4">
                  <c:v>Категория 5</c:v>
                </c:pt>
              </c:strCache>
            </c:strRef>
          </c:cat>
          <c:val>
            <c:numRef>
              <c:f>Лист1!$B$2:$B$6</c:f>
              <c:numCache>
                <c:formatCode>0.00%</c:formatCode>
                <c:ptCount val="5"/>
                <c:pt idx="0">
                  <c:v>0.28100000000000003</c:v>
                </c:pt>
                <c:pt idx="1">
                  <c:v>0.26600000000000001</c:v>
                </c:pt>
                <c:pt idx="2">
                  <c:v>0.20300000000000001</c:v>
                </c:pt>
                <c:pt idx="3">
                  <c:v>0.125</c:v>
                </c:pt>
                <c:pt idx="4">
                  <c:v>4.2999999999999997E-2</c:v>
                </c:pt>
              </c:numCache>
            </c:numRef>
          </c:val>
          <c:extLst>
            <c:ext xmlns:c16="http://schemas.microsoft.com/office/drawing/2014/chart" uri="{C3380CC4-5D6E-409C-BE32-E72D297353CC}">
              <c16:uniqueId val="{0000000A-7CB5-4B8F-AB33-6B80AFA7FC47}"/>
            </c:ext>
          </c:extLst>
        </c:ser>
        <c:dLbls>
          <c:showLegendKey val="0"/>
          <c:showVal val="1"/>
          <c:showCatName val="0"/>
          <c:showSerName val="0"/>
          <c:showPercent val="0"/>
          <c:showBubbleSize val="0"/>
          <c:showLeaderLines val="0"/>
        </c:dLbls>
        <c:firstSliceAng val="0"/>
        <c:holeSize val="75"/>
      </c:doughnutChart>
      <c:spPr>
        <a:noFill/>
        <a:ln>
          <a:noFill/>
        </a:ln>
        <a:effectLst/>
      </c:spPr>
    </c:plotArea>
    <c:legend>
      <c:legendPos val="r"/>
      <c:layout>
        <c:manualLayout>
          <c:xMode val="edge"/>
          <c:yMode val="edge"/>
          <c:x val="0.68649115106047609"/>
          <c:y val="0.1271299204420783"/>
          <c:w val="0.31035236137991579"/>
          <c:h val="0.467842482044174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012427427044818"/>
          <c:y val="0.12386681889594739"/>
          <c:w val="0.34323061114547376"/>
          <c:h val="0.4796163320271169"/>
        </c:manualLayout>
      </c:layout>
      <c:doughnutChart>
        <c:varyColors val="1"/>
        <c:ser>
          <c:idx val="0"/>
          <c:order val="0"/>
          <c:tx>
            <c:strRef>
              <c:f>Лист1!$B$1</c:f>
              <c:strCache>
                <c:ptCount val="1"/>
                <c:pt idx="0">
                  <c:v>Продажи</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CB5-4B8F-AB33-6B80AFA7FC47}"/>
              </c:ext>
            </c:extLst>
          </c:dPt>
          <c:dPt>
            <c:idx val="1"/>
            <c:bubble3D val="0"/>
            <c:spPr>
              <a:solidFill>
                <a:schemeClr val="accent2"/>
              </a:solidFill>
              <a:ln w="19050">
                <a:noFill/>
              </a:ln>
              <a:effectLst/>
            </c:spPr>
            <c:extLst>
              <c:ext xmlns:c16="http://schemas.microsoft.com/office/drawing/2014/chart" uri="{C3380CC4-5D6E-409C-BE32-E72D297353CC}">
                <c16:uniqueId val="{00000003-7CB5-4B8F-AB33-6B80AFA7FC47}"/>
              </c:ext>
            </c:extLst>
          </c:dPt>
          <c:dPt>
            <c:idx val="2"/>
            <c:bubble3D val="0"/>
            <c:spPr>
              <a:solidFill>
                <a:schemeClr val="accent3"/>
              </a:solidFill>
              <a:ln w="19050">
                <a:noFill/>
              </a:ln>
              <a:effectLst/>
            </c:spPr>
            <c:extLst>
              <c:ext xmlns:c16="http://schemas.microsoft.com/office/drawing/2014/chart" uri="{C3380CC4-5D6E-409C-BE32-E72D297353CC}">
                <c16:uniqueId val="{00000005-7CB5-4B8F-AB33-6B80AFA7FC47}"/>
              </c:ext>
            </c:extLst>
          </c:dPt>
          <c:dPt>
            <c:idx val="3"/>
            <c:bubble3D val="0"/>
            <c:spPr>
              <a:solidFill>
                <a:schemeClr val="accent4"/>
              </a:solidFill>
              <a:ln w="19050">
                <a:noFill/>
              </a:ln>
              <a:effectLst/>
            </c:spPr>
            <c:extLst>
              <c:ext xmlns:c16="http://schemas.microsoft.com/office/drawing/2014/chart" uri="{C3380CC4-5D6E-409C-BE32-E72D297353CC}">
                <c16:uniqueId val="{00000007-7CB5-4B8F-AB33-6B80AFA7FC47}"/>
              </c:ext>
            </c:extLst>
          </c:dPt>
          <c:dPt>
            <c:idx val="4"/>
            <c:bubble3D val="0"/>
            <c:spPr>
              <a:solidFill>
                <a:schemeClr val="accent6"/>
              </a:solidFill>
              <a:ln w="19050">
                <a:noFill/>
              </a:ln>
              <a:effectLst/>
            </c:spPr>
            <c:extLst>
              <c:ext xmlns:c16="http://schemas.microsoft.com/office/drawing/2014/chart" uri="{C3380CC4-5D6E-409C-BE32-E72D297353CC}">
                <c16:uniqueId val="{00000009-7CB5-4B8F-AB33-6B80AFA7FC47}"/>
              </c:ext>
            </c:extLst>
          </c:dPt>
          <c:dLbls>
            <c:dLbl>
              <c:idx val="0"/>
              <c:layout>
                <c:manualLayout>
                  <c:x val="0.14125202565088898"/>
                  <c:y val="-3.5562600828393617E-2"/>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9754088088428501"/>
                      <c:h val="6.3475218829591035E-2"/>
                    </c:manualLayout>
                  </c15:layout>
                </c:ext>
                <c:ext xmlns:c16="http://schemas.microsoft.com/office/drawing/2014/chart" uri="{C3380CC4-5D6E-409C-BE32-E72D297353CC}">
                  <c16:uniqueId val="{00000001-7CB5-4B8F-AB33-6B80AFA7FC47}"/>
                </c:ext>
              </c:extLst>
            </c:dLbl>
            <c:dLbl>
              <c:idx val="1"/>
              <c:layout>
                <c:manualLayout>
                  <c:x val="0.17775740099749021"/>
                  <c:y val="-6.4896549831485757E-3"/>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9624207108240421"/>
                      <c:h val="5.8813894128159766E-2"/>
                    </c:manualLayout>
                  </c15:layout>
                </c:ext>
                <c:ext xmlns:c16="http://schemas.microsoft.com/office/drawing/2014/chart" uri="{C3380CC4-5D6E-409C-BE32-E72D297353CC}">
                  <c16:uniqueId val="{00000003-7CB5-4B8F-AB33-6B80AFA7FC47}"/>
                </c:ext>
              </c:extLst>
            </c:dLbl>
            <c:dLbl>
              <c:idx val="2"/>
              <c:layout>
                <c:manualLayout>
                  <c:x val="-6.1831703856442544E-2"/>
                  <c:y val="0.16721601019503285"/>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8639096935315563"/>
                      <c:h val="7.2798172411160503E-2"/>
                    </c:manualLayout>
                  </c15:layout>
                </c:ext>
                <c:ext xmlns:c16="http://schemas.microsoft.com/office/drawing/2014/chart" uri="{C3380CC4-5D6E-409C-BE32-E72D297353CC}">
                  <c16:uniqueId val="{00000005-7CB5-4B8F-AB33-6B80AFA7FC47}"/>
                </c:ext>
              </c:extLst>
            </c:dLbl>
            <c:dLbl>
              <c:idx val="3"/>
              <c:layout>
                <c:manualLayout>
                  <c:x val="-7.2757471760079975E-2"/>
                  <c:y val="-6.1877822061814587E-2"/>
                </c:manualLayout>
              </c:layout>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9946306055483742"/>
                      <c:h val="7.2977351015349773E-2"/>
                    </c:manualLayout>
                  </c15:layout>
                </c:ext>
                <c:ext xmlns:c16="http://schemas.microsoft.com/office/drawing/2014/chart" uri="{C3380CC4-5D6E-409C-BE32-E72D297353CC}">
                  <c16:uniqueId val="{00000007-7CB5-4B8F-AB33-6B80AFA7FC47}"/>
                </c:ext>
              </c:extLst>
            </c:dLbl>
            <c:dLbl>
              <c:idx val="4"/>
              <c:layout>
                <c:manualLayout>
                  <c:x val="2.9440620416289871E-2"/>
                  <c:y val="-7.709186312189914E-2"/>
                </c:manualLayout>
              </c:layout>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7010610512793414"/>
                      <c:h val="4.8974770817305703E-2"/>
                    </c:manualLayout>
                  </c15:layout>
                </c:ext>
                <c:ext xmlns:c16="http://schemas.microsoft.com/office/drawing/2014/chart" uri="{C3380CC4-5D6E-409C-BE32-E72D297353CC}">
                  <c16:uniqueId val="{00000009-7CB5-4B8F-AB33-6B80AFA7FC47}"/>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extLst>
          </c:dLbls>
          <c:cat>
            <c:strRef>
              <c:f>Лист1!$A$2:$A$6</c:f>
              <c:strCache>
                <c:ptCount val="5"/>
                <c:pt idx="0">
                  <c:v>Категория 1 </c:v>
                </c:pt>
                <c:pt idx="1">
                  <c:v>Категория 2 </c:v>
                </c:pt>
                <c:pt idx="2">
                  <c:v>Категория 3 </c:v>
                </c:pt>
                <c:pt idx="3">
                  <c:v>Категория 4 </c:v>
                </c:pt>
                <c:pt idx="4">
                  <c:v>Категория 5</c:v>
                </c:pt>
              </c:strCache>
            </c:strRef>
          </c:cat>
          <c:val>
            <c:numRef>
              <c:f>Лист1!$B$2:$B$6</c:f>
              <c:numCache>
                <c:formatCode>0.00%</c:formatCode>
                <c:ptCount val="5"/>
                <c:pt idx="0">
                  <c:v>0.28100000000000003</c:v>
                </c:pt>
                <c:pt idx="1">
                  <c:v>0.26600000000000001</c:v>
                </c:pt>
                <c:pt idx="2">
                  <c:v>0.20300000000000001</c:v>
                </c:pt>
                <c:pt idx="3">
                  <c:v>0.125</c:v>
                </c:pt>
                <c:pt idx="4">
                  <c:v>4.2999999999999997E-2</c:v>
                </c:pt>
              </c:numCache>
            </c:numRef>
          </c:val>
          <c:extLst>
            <c:ext xmlns:c16="http://schemas.microsoft.com/office/drawing/2014/chart" uri="{C3380CC4-5D6E-409C-BE32-E72D297353CC}">
              <c16:uniqueId val="{0000000A-7CB5-4B8F-AB33-6B80AFA7FC47}"/>
            </c:ext>
          </c:extLst>
        </c:ser>
        <c:dLbls>
          <c:showLegendKey val="0"/>
          <c:showVal val="1"/>
          <c:showCatName val="0"/>
          <c:showSerName val="0"/>
          <c:showPercent val="0"/>
          <c:showBubbleSize val="0"/>
          <c:showLeaderLines val="0"/>
        </c:dLbls>
        <c:firstSliceAng val="0"/>
        <c:holeSize val="75"/>
      </c:doughnutChart>
      <c:spPr>
        <a:noFill/>
        <a:ln>
          <a:noFill/>
        </a:ln>
        <a:effectLst/>
      </c:spPr>
    </c:plotArea>
    <c:legend>
      <c:legendPos val="r"/>
      <c:layout>
        <c:manualLayout>
          <c:xMode val="edge"/>
          <c:yMode val="edge"/>
          <c:x val="0.68649115106047609"/>
          <c:y val="0.1271299204420783"/>
          <c:w val="0.31035236137991579"/>
          <c:h val="0.467842482044174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377268085776E-2"/>
          <c:y val="0.10766179271940945"/>
          <c:w val="0.96562499999999996"/>
          <c:h val="0.65204046081749356"/>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2019</c:v>
                </c:pt>
                <c:pt idx="1">
                  <c:v>2020</c:v>
                </c:pt>
                <c:pt idx="2">
                  <c:v>2021</c:v>
                </c:pt>
                <c:pt idx="3">
                  <c:v>2022</c:v>
                </c:pt>
              </c:numCache>
            </c:numRef>
          </c:cat>
          <c:val>
            <c:numRef>
              <c:f>Лист1!$B$2:$B$5</c:f>
              <c:numCache>
                <c:formatCode>General</c:formatCode>
                <c:ptCount val="4"/>
                <c:pt idx="0">
                  <c:v>3.5</c:v>
                </c:pt>
                <c:pt idx="1">
                  <c:v>4.5</c:v>
                </c:pt>
                <c:pt idx="2">
                  <c:v>4.7</c:v>
                </c:pt>
                <c:pt idx="3">
                  <c:v>5.4</c:v>
                </c:pt>
              </c:numCache>
            </c:numRef>
          </c:val>
          <c:extLst>
            <c:ext xmlns:c16="http://schemas.microsoft.com/office/drawing/2014/chart" uri="{C3380CC4-5D6E-409C-BE32-E72D297353CC}">
              <c16:uniqueId val="{00000000-0A31-42F9-BBF1-DF9477F0B2C1}"/>
            </c:ext>
          </c:extLst>
        </c:ser>
        <c:dLbls>
          <c:dLblPos val="outEnd"/>
          <c:showLegendKey val="0"/>
          <c:showVal val="1"/>
          <c:showCatName val="0"/>
          <c:showSerName val="0"/>
          <c:showPercent val="0"/>
          <c:showBubbleSize val="0"/>
        </c:dLbls>
        <c:gapWidth val="15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5.0618604417341617E-4"/>
          <c:y val="0"/>
          <c:w val="0.39355791583096855"/>
          <c:h val="0.1921867010555976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377268085776E-2"/>
          <c:y val="0.12695038279731918"/>
          <c:w val="0.96562499999999996"/>
          <c:h val="0.71218099863400852"/>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Лист1!$A$2:$A$9</c:f>
              <c:strCache>
                <c:ptCount val="8"/>
                <c:pt idx="0">
                  <c:v>2016</c:v>
                </c:pt>
                <c:pt idx="1">
                  <c:v>2017</c:v>
                </c:pt>
                <c:pt idx="2">
                  <c:v>2018</c:v>
                </c:pt>
                <c:pt idx="3">
                  <c:v>2019</c:v>
                </c:pt>
                <c:pt idx="4">
                  <c:v>2020</c:v>
                </c:pt>
                <c:pt idx="5">
                  <c:v>2021</c:v>
                </c:pt>
                <c:pt idx="6">
                  <c:v>2022</c:v>
                </c:pt>
                <c:pt idx="7">
                  <c:v>2023П</c:v>
                </c:pt>
              </c:strCache>
            </c:strRef>
          </c:cat>
          <c:val>
            <c:numRef>
              <c:f>Лист1!$B$2:$B$9</c:f>
              <c:numCache>
                <c:formatCode>General</c:formatCode>
                <c:ptCount val="8"/>
                <c:pt idx="0">
                  <c:v>3.2</c:v>
                </c:pt>
                <c:pt idx="1">
                  <c:v>2.8</c:v>
                </c:pt>
                <c:pt idx="2">
                  <c:v>3.1</c:v>
                </c:pt>
                <c:pt idx="3">
                  <c:v>3.5</c:v>
                </c:pt>
                <c:pt idx="4">
                  <c:v>4.5</c:v>
                </c:pt>
                <c:pt idx="5">
                  <c:v>2.9</c:v>
                </c:pt>
                <c:pt idx="6">
                  <c:v>5.4</c:v>
                </c:pt>
                <c:pt idx="7">
                  <c:v>6.1</c:v>
                </c:pt>
              </c:numCache>
            </c:numRef>
          </c:val>
          <c:extLst>
            <c:ext xmlns:c16="http://schemas.microsoft.com/office/drawing/2014/chart" uri="{C3380CC4-5D6E-409C-BE32-E72D297353CC}">
              <c16:uniqueId val="{00000000-0A31-42F9-BBF1-DF9477F0B2C1}"/>
            </c:ext>
          </c:extLst>
        </c:ser>
        <c:dLbls>
          <c:dLblPos val="outEnd"/>
          <c:showLegendKey val="0"/>
          <c:showVal val="1"/>
          <c:showCatName val="0"/>
          <c:showSerName val="0"/>
          <c:showPercent val="0"/>
          <c:showBubbleSize val="0"/>
        </c:dLbls>
        <c:gapWidth val="150"/>
        <c:axId val="1353886368"/>
        <c:axId val="1686414832"/>
      </c:barChart>
      <c:lineChart>
        <c:grouping val="standard"/>
        <c:varyColors val="0"/>
        <c:ser>
          <c:idx val="1"/>
          <c:order val="1"/>
          <c:tx>
            <c:strRef>
              <c:f>Лист1!$C$1</c:f>
              <c:strCache>
                <c:ptCount val="1"/>
                <c:pt idx="0">
                  <c:v>Параметр 2</c:v>
                </c:pt>
              </c:strCache>
            </c:strRef>
          </c:tx>
          <c:spPr>
            <a:ln w="28575" cap="rnd">
              <a:solidFill>
                <a:schemeClr val="accent2"/>
              </a:solidFill>
              <a:round/>
            </a:ln>
            <a:effectLst/>
          </c:spPr>
          <c:marker>
            <c:symbol val="none"/>
          </c:marker>
          <c:cat>
            <c:strRef>
              <c:f>Лист1!$A$2:$A$9</c:f>
              <c:strCache>
                <c:ptCount val="8"/>
                <c:pt idx="0">
                  <c:v>2016</c:v>
                </c:pt>
                <c:pt idx="1">
                  <c:v>2017</c:v>
                </c:pt>
                <c:pt idx="2">
                  <c:v>2018</c:v>
                </c:pt>
                <c:pt idx="3">
                  <c:v>2019</c:v>
                </c:pt>
                <c:pt idx="4">
                  <c:v>2020</c:v>
                </c:pt>
                <c:pt idx="5">
                  <c:v>2021</c:v>
                </c:pt>
                <c:pt idx="6">
                  <c:v>2022</c:v>
                </c:pt>
                <c:pt idx="7">
                  <c:v>2023П</c:v>
                </c:pt>
              </c:strCache>
            </c:strRef>
          </c:cat>
          <c:val>
            <c:numRef>
              <c:f>Лист1!$C$2:$C$9</c:f>
              <c:numCache>
                <c:formatCode>General</c:formatCode>
                <c:ptCount val="8"/>
                <c:pt idx="0">
                  <c:v>4.4000000000000004</c:v>
                </c:pt>
                <c:pt idx="1">
                  <c:v>3.5</c:v>
                </c:pt>
                <c:pt idx="2">
                  <c:v>2.8</c:v>
                </c:pt>
                <c:pt idx="3">
                  <c:v>4.2</c:v>
                </c:pt>
                <c:pt idx="4">
                  <c:v>6.2</c:v>
                </c:pt>
                <c:pt idx="5">
                  <c:v>7.1</c:v>
                </c:pt>
                <c:pt idx="6">
                  <c:v>6.8</c:v>
                </c:pt>
                <c:pt idx="7">
                  <c:v>7.9</c:v>
                </c:pt>
              </c:numCache>
            </c:numRef>
          </c:val>
          <c:smooth val="0"/>
          <c:extLst>
            <c:ext xmlns:c16="http://schemas.microsoft.com/office/drawing/2014/chart" uri="{C3380CC4-5D6E-409C-BE32-E72D297353CC}">
              <c16:uniqueId val="{00000000-E5E0-4640-8686-9CCFC07646FB}"/>
            </c:ext>
          </c:extLst>
        </c:ser>
        <c:dLbls>
          <c:showLegendKey val="0"/>
          <c:showVal val="0"/>
          <c:showCatName val="0"/>
          <c:showSerName val="0"/>
          <c:showPercent val="0"/>
          <c:showBubbleSize val="0"/>
        </c:dLbls>
        <c:marker val="1"/>
        <c:smooth val="0"/>
        <c:axId val="1353886368"/>
        <c:axId val="1686414832"/>
      </c:line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5.0618604417341617E-4"/>
          <c:y val="9.9165716981409205E-2"/>
          <c:w val="0.6938007811213408"/>
          <c:h val="0.1100755053779977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2717216511660015E-2"/>
          <c:y val="0.42992589078439952"/>
          <c:w val="0.95456556697667994"/>
          <c:h val="0.32717936732462066"/>
        </c:manualLayout>
      </c:layout>
      <c:lineChart>
        <c:grouping val="standard"/>
        <c:varyColors val="0"/>
        <c:ser>
          <c:idx val="0"/>
          <c:order val="0"/>
          <c:tx>
            <c:strRef>
              <c:f>Лист1!$B$1</c:f>
              <c:strCache>
                <c:ptCount val="1"/>
                <c:pt idx="0">
                  <c:v>Показатель 1</c:v>
                </c:pt>
              </c:strCache>
            </c:strRef>
          </c:tx>
          <c:spPr>
            <a:ln w="12700" cap="rnd">
              <a:solidFill>
                <a:schemeClr val="accent1"/>
              </a:solidFill>
              <a:round/>
            </a:ln>
            <a:effectLst/>
          </c:spPr>
          <c:marker>
            <c:symbol val="none"/>
          </c:marker>
          <c:dPt>
            <c:idx val="7"/>
            <c:marker>
              <c:symbol val="circle"/>
              <c:size val="5"/>
              <c:spPr>
                <a:solidFill>
                  <a:schemeClr val="accent1"/>
                </a:solidFill>
                <a:ln w="12700">
                  <a:noFill/>
                </a:ln>
                <a:effectLst/>
              </c:spPr>
            </c:marker>
            <c:bubble3D val="0"/>
            <c:extLst>
              <c:ext xmlns:c16="http://schemas.microsoft.com/office/drawing/2014/chart" uri="{C3380CC4-5D6E-409C-BE32-E72D297353CC}">
                <c16:uniqueId val="{00000005-943F-4116-A09D-F10F9BEECECD}"/>
              </c:ext>
            </c:extLst>
          </c:dPt>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Лист1!$A$2:$A$12</c:f>
              <c:strCache>
                <c:ptCount val="11"/>
                <c:pt idx="0">
                  <c:v>2013</c:v>
                </c:pt>
                <c:pt idx="1">
                  <c:v>2014</c:v>
                </c:pt>
                <c:pt idx="2">
                  <c:v>2015</c:v>
                </c:pt>
                <c:pt idx="3">
                  <c:v>2016</c:v>
                </c:pt>
                <c:pt idx="4">
                  <c:v>2017</c:v>
                </c:pt>
                <c:pt idx="5">
                  <c:v>2018</c:v>
                </c:pt>
                <c:pt idx="6">
                  <c:v>2019</c:v>
                </c:pt>
                <c:pt idx="7">
                  <c:v>2020</c:v>
                </c:pt>
                <c:pt idx="8">
                  <c:v>2021</c:v>
                </c:pt>
                <c:pt idx="9">
                  <c:v>2022</c:v>
                </c:pt>
                <c:pt idx="10">
                  <c:v>2023П</c:v>
                </c:pt>
              </c:strCache>
            </c:strRef>
          </c:cat>
          <c:val>
            <c:numRef>
              <c:f>Лист1!$B$2:$B$12</c:f>
              <c:numCache>
                <c:formatCode>General</c:formatCode>
                <c:ptCount val="11"/>
                <c:pt idx="0">
                  <c:v>4.5</c:v>
                </c:pt>
                <c:pt idx="1">
                  <c:v>5.7</c:v>
                </c:pt>
                <c:pt idx="2">
                  <c:v>7.1</c:v>
                </c:pt>
                <c:pt idx="3">
                  <c:v>5.3</c:v>
                </c:pt>
                <c:pt idx="4">
                  <c:v>6.3</c:v>
                </c:pt>
                <c:pt idx="5">
                  <c:v>6.8</c:v>
                </c:pt>
                <c:pt idx="6">
                  <c:v>7.9</c:v>
                </c:pt>
                <c:pt idx="7">
                  <c:v>8.5</c:v>
                </c:pt>
              </c:numCache>
            </c:numRef>
          </c:val>
          <c:smooth val="1"/>
          <c:extLst>
            <c:ext xmlns:c16="http://schemas.microsoft.com/office/drawing/2014/chart" uri="{C3380CC4-5D6E-409C-BE32-E72D297353CC}">
              <c16:uniqueId val="{00000000-943F-4116-A09D-F10F9BEECECD}"/>
            </c:ext>
          </c:extLst>
        </c:ser>
        <c:ser>
          <c:idx val="1"/>
          <c:order val="1"/>
          <c:tx>
            <c:strRef>
              <c:f>Лист1!$C$1</c:f>
              <c:strCache>
                <c:ptCount val="1"/>
                <c:pt idx="0">
                  <c:v>Показатель 2</c:v>
                </c:pt>
              </c:strCache>
            </c:strRef>
          </c:tx>
          <c:spPr>
            <a:ln w="12700" cap="rnd">
              <a:solidFill>
                <a:schemeClr val="accent6"/>
              </a:solidFill>
              <a:round/>
            </a:ln>
            <a:effectLst/>
          </c:spPr>
          <c:marker>
            <c:symbol val="none"/>
          </c:marker>
          <c:cat>
            <c:strRef>
              <c:f>Лист1!$A$2:$A$12</c:f>
              <c:strCache>
                <c:ptCount val="11"/>
                <c:pt idx="0">
                  <c:v>2013</c:v>
                </c:pt>
                <c:pt idx="1">
                  <c:v>2014</c:v>
                </c:pt>
                <c:pt idx="2">
                  <c:v>2015</c:v>
                </c:pt>
                <c:pt idx="3">
                  <c:v>2016</c:v>
                </c:pt>
                <c:pt idx="4">
                  <c:v>2017</c:v>
                </c:pt>
                <c:pt idx="5">
                  <c:v>2018</c:v>
                </c:pt>
                <c:pt idx="6">
                  <c:v>2019</c:v>
                </c:pt>
                <c:pt idx="7">
                  <c:v>2020</c:v>
                </c:pt>
                <c:pt idx="8">
                  <c:v>2021</c:v>
                </c:pt>
                <c:pt idx="9">
                  <c:v>2022</c:v>
                </c:pt>
                <c:pt idx="10">
                  <c:v>2023П</c:v>
                </c:pt>
              </c:strCache>
            </c:strRef>
          </c:cat>
          <c:val>
            <c:numRef>
              <c:f>Лист1!$C$2:$C$12</c:f>
              <c:numCache>
                <c:formatCode>General</c:formatCode>
                <c:ptCount val="11"/>
                <c:pt idx="0">
                  <c:v>4.5</c:v>
                </c:pt>
                <c:pt idx="1">
                  <c:v>5.7</c:v>
                </c:pt>
                <c:pt idx="2">
                  <c:v>6.9</c:v>
                </c:pt>
                <c:pt idx="3">
                  <c:v>5.0999999999999996</c:v>
                </c:pt>
                <c:pt idx="4">
                  <c:v>5.8</c:v>
                </c:pt>
                <c:pt idx="5">
                  <c:v>6.1</c:v>
                </c:pt>
                <c:pt idx="6">
                  <c:v>6.3</c:v>
                </c:pt>
                <c:pt idx="7">
                  <c:v>6.2</c:v>
                </c:pt>
                <c:pt idx="8">
                  <c:v>6.2</c:v>
                </c:pt>
                <c:pt idx="9">
                  <c:v>6.3</c:v>
                </c:pt>
                <c:pt idx="10">
                  <c:v>6.5</c:v>
                </c:pt>
              </c:numCache>
            </c:numRef>
          </c:val>
          <c:smooth val="0"/>
          <c:extLst>
            <c:ext xmlns:c16="http://schemas.microsoft.com/office/drawing/2014/chart" uri="{C3380CC4-5D6E-409C-BE32-E72D297353CC}">
              <c16:uniqueId val="{00000004-943F-4116-A09D-F10F9BEECECD}"/>
            </c:ext>
          </c:extLst>
        </c:ser>
        <c:dLbls>
          <c:showLegendKey val="0"/>
          <c:showVal val="0"/>
          <c:showCatName val="0"/>
          <c:showSerName val="0"/>
          <c:showPercent val="0"/>
          <c:showBubbleSize val="0"/>
        </c:dLbls>
        <c:smooth val="0"/>
        <c:axId val="1130792928"/>
        <c:axId val="904764800"/>
      </c:lineChart>
      <c:catAx>
        <c:axId val="113079292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904764800"/>
        <c:crosses val="autoZero"/>
        <c:auto val="1"/>
        <c:lblAlgn val="ctr"/>
        <c:lblOffset val="100"/>
        <c:noMultiLvlLbl val="0"/>
      </c:catAx>
      <c:valAx>
        <c:axId val="904764800"/>
        <c:scaling>
          <c:orientation val="minMax"/>
        </c:scaling>
        <c:delete val="1"/>
        <c:axPos val="l"/>
        <c:numFmt formatCode="General" sourceLinked="1"/>
        <c:majorTickMark val="out"/>
        <c:minorTickMark val="none"/>
        <c:tickLblPos val="nextTo"/>
        <c:crossAx val="1130792928"/>
        <c:crosses val="autoZero"/>
        <c:crossBetween val="between"/>
      </c:valAx>
      <c:spPr>
        <a:noFill/>
        <a:ln>
          <a:noFill/>
        </a:ln>
        <a:effectLst/>
      </c:spPr>
    </c:plotArea>
    <c:legend>
      <c:legendPos val="t"/>
      <c:layout>
        <c:manualLayout>
          <c:xMode val="edge"/>
          <c:yMode val="edge"/>
          <c:x val="0"/>
          <c:y val="8.0883519987163005E-2"/>
          <c:w val="0.56327525852875415"/>
          <c:h val="0.16263865748037407"/>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2717216511660015E-2"/>
          <c:y val="0.24281890330760922"/>
          <c:w val="0.95456556697667994"/>
          <c:h val="0.5142857669029135"/>
        </c:manualLayout>
      </c:layout>
      <c:lineChart>
        <c:grouping val="standard"/>
        <c:varyColors val="0"/>
        <c:ser>
          <c:idx val="0"/>
          <c:order val="0"/>
          <c:tx>
            <c:strRef>
              <c:f>Лист1!$B$1</c:f>
              <c:strCache>
                <c:ptCount val="1"/>
                <c:pt idx="0">
                  <c:v>Показатель 1</c:v>
                </c:pt>
              </c:strCache>
            </c:strRef>
          </c:tx>
          <c:spPr>
            <a:ln w="12700" cap="rnd">
              <a:solidFill>
                <a:schemeClr val="accent1"/>
              </a:solidFill>
              <a:round/>
            </a:ln>
            <a:effectLst/>
          </c:spPr>
          <c:marker>
            <c:symbol val="none"/>
          </c:marker>
          <c:dPt>
            <c:idx val="7"/>
            <c:marker>
              <c:symbol val="none"/>
            </c:marker>
            <c:bubble3D val="0"/>
            <c:extLst>
              <c:ext xmlns:c16="http://schemas.microsoft.com/office/drawing/2014/chart" uri="{C3380CC4-5D6E-409C-BE32-E72D297353CC}">
                <c16:uniqueId val="{00000005-943F-4116-A09D-F10F9BEECECD}"/>
              </c:ext>
            </c:extLst>
          </c:dPt>
          <c:cat>
            <c:strRef>
              <c:f>Лист1!$A$2:$A$12</c:f>
              <c:strCache>
                <c:ptCount val="11"/>
                <c:pt idx="0">
                  <c:v>2013</c:v>
                </c:pt>
                <c:pt idx="1">
                  <c:v>2014</c:v>
                </c:pt>
                <c:pt idx="2">
                  <c:v>2015</c:v>
                </c:pt>
                <c:pt idx="3">
                  <c:v>2016</c:v>
                </c:pt>
                <c:pt idx="4">
                  <c:v>2017</c:v>
                </c:pt>
                <c:pt idx="5">
                  <c:v>2018</c:v>
                </c:pt>
                <c:pt idx="6">
                  <c:v>2019</c:v>
                </c:pt>
                <c:pt idx="7">
                  <c:v>2020</c:v>
                </c:pt>
                <c:pt idx="8">
                  <c:v>2021</c:v>
                </c:pt>
                <c:pt idx="9">
                  <c:v>2022</c:v>
                </c:pt>
                <c:pt idx="10">
                  <c:v>2023П</c:v>
                </c:pt>
              </c:strCache>
            </c:strRef>
          </c:cat>
          <c:val>
            <c:numRef>
              <c:f>Лист1!$B$2:$B$12</c:f>
              <c:numCache>
                <c:formatCode>General</c:formatCode>
                <c:ptCount val="11"/>
                <c:pt idx="0">
                  <c:v>4.5</c:v>
                </c:pt>
                <c:pt idx="1">
                  <c:v>5.7</c:v>
                </c:pt>
                <c:pt idx="2">
                  <c:v>7.2</c:v>
                </c:pt>
                <c:pt idx="3">
                  <c:v>5.0999999999999996</c:v>
                </c:pt>
                <c:pt idx="4">
                  <c:v>6.1</c:v>
                </c:pt>
                <c:pt idx="5">
                  <c:v>6.6</c:v>
                </c:pt>
                <c:pt idx="6">
                  <c:v>8.1</c:v>
                </c:pt>
                <c:pt idx="7">
                  <c:v>8.1999999999999993</c:v>
                </c:pt>
                <c:pt idx="8">
                  <c:v>8.5</c:v>
                </c:pt>
                <c:pt idx="9">
                  <c:v>7.9</c:v>
                </c:pt>
                <c:pt idx="10">
                  <c:v>8.1</c:v>
                </c:pt>
              </c:numCache>
            </c:numRef>
          </c:val>
          <c:smooth val="1"/>
          <c:extLst>
            <c:ext xmlns:c16="http://schemas.microsoft.com/office/drawing/2014/chart" uri="{C3380CC4-5D6E-409C-BE32-E72D297353CC}">
              <c16:uniqueId val="{00000000-943F-4116-A09D-F10F9BEECECD}"/>
            </c:ext>
          </c:extLst>
        </c:ser>
        <c:ser>
          <c:idx val="1"/>
          <c:order val="1"/>
          <c:tx>
            <c:strRef>
              <c:f>Лист1!$C$1</c:f>
              <c:strCache>
                <c:ptCount val="1"/>
                <c:pt idx="0">
                  <c:v>Показатель 2</c:v>
                </c:pt>
              </c:strCache>
            </c:strRef>
          </c:tx>
          <c:spPr>
            <a:ln w="12700" cap="rnd">
              <a:solidFill>
                <a:schemeClr val="accent6"/>
              </a:solidFill>
              <a:round/>
            </a:ln>
            <a:effectLst/>
          </c:spPr>
          <c:marker>
            <c:symbol val="none"/>
          </c:marker>
          <c:cat>
            <c:strRef>
              <c:f>Лист1!$A$2:$A$12</c:f>
              <c:strCache>
                <c:ptCount val="11"/>
                <c:pt idx="0">
                  <c:v>2013</c:v>
                </c:pt>
                <c:pt idx="1">
                  <c:v>2014</c:v>
                </c:pt>
                <c:pt idx="2">
                  <c:v>2015</c:v>
                </c:pt>
                <c:pt idx="3">
                  <c:v>2016</c:v>
                </c:pt>
                <c:pt idx="4">
                  <c:v>2017</c:v>
                </c:pt>
                <c:pt idx="5">
                  <c:v>2018</c:v>
                </c:pt>
                <c:pt idx="6">
                  <c:v>2019</c:v>
                </c:pt>
                <c:pt idx="7">
                  <c:v>2020</c:v>
                </c:pt>
                <c:pt idx="8">
                  <c:v>2021</c:v>
                </c:pt>
                <c:pt idx="9">
                  <c:v>2022</c:v>
                </c:pt>
                <c:pt idx="10">
                  <c:v>2023П</c:v>
                </c:pt>
              </c:strCache>
            </c:strRef>
          </c:cat>
          <c:val>
            <c:numRef>
              <c:f>Лист1!$C$2:$C$12</c:f>
              <c:numCache>
                <c:formatCode>General</c:formatCode>
                <c:ptCount val="11"/>
                <c:pt idx="0">
                  <c:v>4.5</c:v>
                </c:pt>
                <c:pt idx="1">
                  <c:v>5.7</c:v>
                </c:pt>
                <c:pt idx="2">
                  <c:v>6.9</c:v>
                </c:pt>
                <c:pt idx="3">
                  <c:v>5.0999999999999996</c:v>
                </c:pt>
                <c:pt idx="4">
                  <c:v>5.8</c:v>
                </c:pt>
                <c:pt idx="5">
                  <c:v>6.1</c:v>
                </c:pt>
                <c:pt idx="6">
                  <c:v>6.5</c:v>
                </c:pt>
                <c:pt idx="7">
                  <c:v>6.8</c:v>
                </c:pt>
                <c:pt idx="8">
                  <c:v>7.2</c:v>
                </c:pt>
                <c:pt idx="9">
                  <c:v>7.5</c:v>
                </c:pt>
                <c:pt idx="10">
                  <c:v>7.7</c:v>
                </c:pt>
              </c:numCache>
            </c:numRef>
          </c:val>
          <c:smooth val="0"/>
          <c:extLst>
            <c:ext xmlns:c16="http://schemas.microsoft.com/office/drawing/2014/chart" uri="{C3380CC4-5D6E-409C-BE32-E72D297353CC}">
              <c16:uniqueId val="{00000004-943F-4116-A09D-F10F9BEECECD}"/>
            </c:ext>
          </c:extLst>
        </c:ser>
        <c:dLbls>
          <c:showLegendKey val="0"/>
          <c:showVal val="0"/>
          <c:showCatName val="0"/>
          <c:showSerName val="0"/>
          <c:showPercent val="0"/>
          <c:showBubbleSize val="0"/>
        </c:dLbls>
        <c:smooth val="0"/>
        <c:axId val="1130792928"/>
        <c:axId val="904764800"/>
      </c:lineChart>
      <c:catAx>
        <c:axId val="113079292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600" b="0" i="0" u="none" strike="noStrike" kern="1200" baseline="0">
                <a:solidFill>
                  <a:schemeClr val="accent6">
                    <a:lumMod val="20000"/>
                    <a:lumOff val="80000"/>
                  </a:schemeClr>
                </a:solidFill>
                <a:latin typeface="+mn-lt"/>
                <a:ea typeface="+mn-ea"/>
                <a:cs typeface="+mn-cs"/>
              </a:defRPr>
            </a:pPr>
            <a:endParaRPr lang="ru-RU"/>
          </a:p>
        </c:txPr>
        <c:crossAx val="904764800"/>
        <c:crosses val="autoZero"/>
        <c:auto val="1"/>
        <c:lblAlgn val="ctr"/>
        <c:lblOffset val="100"/>
        <c:noMultiLvlLbl val="0"/>
      </c:catAx>
      <c:valAx>
        <c:axId val="904764800"/>
        <c:scaling>
          <c:orientation val="minMax"/>
        </c:scaling>
        <c:delete val="1"/>
        <c:axPos val="l"/>
        <c:numFmt formatCode="General" sourceLinked="1"/>
        <c:majorTickMark val="out"/>
        <c:minorTickMark val="none"/>
        <c:tickLblPos val="nextTo"/>
        <c:crossAx val="11307929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6638848554633829"/>
          <c:y val="0.29320616873484812"/>
          <c:w val="0.29535237465461855"/>
          <c:h val="0.64475815993393737"/>
        </c:manualLayout>
      </c:layout>
      <c:pieChart>
        <c:varyColors val="1"/>
        <c:ser>
          <c:idx val="0"/>
          <c:order val="0"/>
          <c:tx>
            <c:strRef>
              <c:f>Лист1!$B$1</c:f>
              <c:strCache>
                <c:ptCount val="1"/>
                <c:pt idx="0">
                  <c:v>Продажи</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FD52-4A9F-A700-996FF5C4734A}"/>
              </c:ext>
            </c:extLst>
          </c:dPt>
          <c:dPt>
            <c:idx val="1"/>
            <c:bubble3D val="0"/>
            <c:spPr>
              <a:solidFill>
                <a:schemeClr val="accent2"/>
              </a:solidFill>
              <a:ln w="19050">
                <a:noFill/>
              </a:ln>
              <a:effectLst/>
            </c:spPr>
            <c:extLst>
              <c:ext xmlns:c16="http://schemas.microsoft.com/office/drawing/2014/chart" uri="{C3380CC4-5D6E-409C-BE32-E72D297353CC}">
                <c16:uniqueId val="{00000003-FD52-4A9F-A700-996FF5C4734A}"/>
              </c:ext>
            </c:extLst>
          </c:dPt>
          <c:dPt>
            <c:idx val="2"/>
            <c:bubble3D val="0"/>
            <c:spPr>
              <a:solidFill>
                <a:schemeClr val="accent3"/>
              </a:solidFill>
              <a:ln w="19050">
                <a:noFill/>
              </a:ln>
              <a:effectLst/>
            </c:spPr>
            <c:extLst>
              <c:ext xmlns:c16="http://schemas.microsoft.com/office/drawing/2014/chart" uri="{C3380CC4-5D6E-409C-BE32-E72D297353CC}">
                <c16:uniqueId val="{00000005-FD52-4A9F-A700-996FF5C4734A}"/>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Лист1!$A$2:$A$4</c:f>
              <c:strCache>
                <c:ptCount val="3"/>
                <c:pt idx="0">
                  <c:v>Критерий 1</c:v>
                </c:pt>
                <c:pt idx="1">
                  <c:v>Критерий 2</c:v>
                </c:pt>
                <c:pt idx="2">
                  <c:v>Критерий 3</c:v>
                </c:pt>
              </c:strCache>
            </c:strRef>
          </c:cat>
          <c:val>
            <c:numRef>
              <c:f>Лист1!$B$2:$B$4</c:f>
              <c:numCache>
                <c:formatCode>General</c:formatCode>
                <c:ptCount val="3"/>
                <c:pt idx="0">
                  <c:v>6.1</c:v>
                </c:pt>
                <c:pt idx="1">
                  <c:v>3.2</c:v>
                </c:pt>
                <c:pt idx="2">
                  <c:v>2.1</c:v>
                </c:pt>
              </c:numCache>
            </c:numRef>
          </c:val>
          <c:extLst>
            <c:ext xmlns:c16="http://schemas.microsoft.com/office/drawing/2014/chart" uri="{C3380CC4-5D6E-409C-BE32-E72D297353CC}">
              <c16:uniqueId val="{0000000C-FD52-4A9F-A700-996FF5C4734A}"/>
            </c:ext>
          </c:extLst>
        </c:ser>
        <c:dLbls>
          <c:showLegendKey val="0"/>
          <c:showVal val="0"/>
          <c:showCatName val="0"/>
          <c:showSerName val="0"/>
          <c:showPercent val="0"/>
          <c:showBubbleSize val="0"/>
          <c:showLeaderLines val="1"/>
        </c:dLbls>
        <c:firstSliceAng val="0"/>
      </c:pieChart>
      <c:spPr>
        <a:noFill/>
        <a:ln>
          <a:noFill/>
        </a:ln>
        <a:effectLst/>
      </c:spPr>
    </c:plotArea>
    <c:legend>
      <c:legendPos val="t"/>
      <c:layout>
        <c:manualLayout>
          <c:xMode val="edge"/>
          <c:yMode val="edge"/>
          <c:x val="0.11497538322516362"/>
          <c:y val="0"/>
          <c:w val="0.79847595671591742"/>
          <c:h val="0.1512677485848948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8.3315517024819014E-2"/>
          <c:w val="0.96668354202339146"/>
          <c:h val="0.73334181892237871"/>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Лист1!$A$2:$A$6</c:f>
              <c:numCache>
                <c:formatCode>General</c:formatCode>
                <c:ptCount val="5"/>
                <c:pt idx="0">
                  <c:v>2018</c:v>
                </c:pt>
                <c:pt idx="1">
                  <c:v>2019</c:v>
                </c:pt>
                <c:pt idx="2">
                  <c:v>2020</c:v>
                </c:pt>
                <c:pt idx="3">
                  <c:v>2021</c:v>
                </c:pt>
                <c:pt idx="4">
                  <c:v>2022</c:v>
                </c:pt>
              </c:numCache>
            </c:numRef>
          </c:cat>
          <c:val>
            <c:numRef>
              <c:f>Лист1!$B$2:$B$6</c:f>
              <c:numCache>
                <c:formatCode>General</c:formatCode>
                <c:ptCount val="5"/>
                <c:pt idx="0">
                  <c:v>2.2000000000000002</c:v>
                </c:pt>
                <c:pt idx="1">
                  <c:v>2.8</c:v>
                </c:pt>
                <c:pt idx="2">
                  <c:v>3.2</c:v>
                </c:pt>
                <c:pt idx="3">
                  <c:v>3.5</c:v>
                </c:pt>
                <c:pt idx="4">
                  <c:v>4.5</c:v>
                </c:pt>
              </c:numCache>
            </c:numRef>
          </c:val>
          <c:extLst>
            <c:ext xmlns:c16="http://schemas.microsoft.com/office/drawing/2014/chart" uri="{C3380CC4-5D6E-409C-BE32-E72D297353CC}">
              <c16:uniqueId val="{00000000-EE45-4A55-BAB1-0BDD87A2CF1A}"/>
            </c:ext>
          </c:extLst>
        </c:ser>
        <c:dLbls>
          <c:dLblPos val="outEnd"/>
          <c:showLegendKey val="0"/>
          <c:showVal val="1"/>
          <c:showCatName val="0"/>
          <c:showSerName val="0"/>
          <c:showPercent val="0"/>
          <c:showBubbleSize val="0"/>
        </c:dLbls>
        <c:gapWidth val="250"/>
        <c:overlap val="-15"/>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15104989755039527"/>
          <c:w val="0.96668354202339146"/>
          <c:h val="0.62620516540971405"/>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Лист1!$A$2:$A$6</c:f>
              <c:numCache>
                <c:formatCode>General</c:formatCode>
                <c:ptCount val="5"/>
                <c:pt idx="0">
                  <c:v>2018</c:v>
                </c:pt>
                <c:pt idx="1">
                  <c:v>2019</c:v>
                </c:pt>
                <c:pt idx="2">
                  <c:v>2020</c:v>
                </c:pt>
                <c:pt idx="3">
                  <c:v>2021</c:v>
                </c:pt>
                <c:pt idx="4">
                  <c:v>2022</c:v>
                </c:pt>
              </c:numCache>
            </c:numRef>
          </c:cat>
          <c:val>
            <c:numRef>
              <c:f>Лист1!$B$2:$B$6</c:f>
              <c:numCache>
                <c:formatCode>General</c:formatCode>
                <c:ptCount val="5"/>
                <c:pt idx="0">
                  <c:v>2.2000000000000002</c:v>
                </c:pt>
                <c:pt idx="1">
                  <c:v>2.8</c:v>
                </c:pt>
                <c:pt idx="2">
                  <c:v>3.2</c:v>
                </c:pt>
                <c:pt idx="3">
                  <c:v>3.5</c:v>
                </c:pt>
                <c:pt idx="4">
                  <c:v>4.5</c:v>
                </c:pt>
              </c:numCache>
            </c:numRef>
          </c:val>
          <c:extLst>
            <c:ext xmlns:c16="http://schemas.microsoft.com/office/drawing/2014/chart" uri="{C3380CC4-5D6E-409C-BE32-E72D297353CC}">
              <c16:uniqueId val="{00000000-EE45-4A55-BAB1-0BDD87A2CF1A}"/>
            </c:ext>
          </c:extLst>
        </c:ser>
        <c:dLbls>
          <c:dLblPos val="outEnd"/>
          <c:showLegendKey val="0"/>
          <c:showVal val="1"/>
          <c:showCatName val="0"/>
          <c:showSerName val="0"/>
          <c:showPercent val="0"/>
          <c:showBubbleSize val="0"/>
        </c:dLbls>
        <c:gapWidth val="250"/>
        <c:overlap val="-15"/>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15137397368004313"/>
          <c:w val="0.96562499999999996"/>
          <c:h val="0.68304558585304864"/>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Лист1!$B$2:$B$5</c:f>
              <c:numCache>
                <c:formatCode>General</c:formatCode>
                <c:ptCount val="4"/>
                <c:pt idx="0">
                  <c:v>3.5</c:v>
                </c:pt>
                <c:pt idx="1">
                  <c:v>4.5</c:v>
                </c:pt>
                <c:pt idx="2">
                  <c:v>4.7</c:v>
                </c:pt>
                <c:pt idx="3">
                  <c:v>4.9000000000000004</c:v>
                </c:pt>
              </c:numCache>
            </c:numRef>
          </c:val>
          <c:extLst>
            <c:ext xmlns:c16="http://schemas.microsoft.com/office/drawing/2014/chart" uri="{C3380CC4-5D6E-409C-BE32-E72D297353CC}">
              <c16:uniqueId val="{00000000-A480-40CA-9E08-4B51476E2179}"/>
            </c:ext>
          </c:extLst>
        </c:ser>
        <c:ser>
          <c:idx val="1"/>
          <c:order val="1"/>
          <c:tx>
            <c:strRef>
              <c:f>Лист1!$C$1</c:f>
              <c:strCache>
                <c:ptCount val="1"/>
                <c:pt idx="0">
                  <c:v>Параметр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Лист1!$C$2:$C$5</c:f>
              <c:numCache>
                <c:formatCode>General</c:formatCode>
                <c:ptCount val="4"/>
                <c:pt idx="0">
                  <c:v>1.8</c:v>
                </c:pt>
                <c:pt idx="1">
                  <c:v>2.8</c:v>
                </c:pt>
                <c:pt idx="2">
                  <c:v>3.5</c:v>
                </c:pt>
                <c:pt idx="3">
                  <c:v>4.0999999999999996</c:v>
                </c:pt>
              </c:numCache>
            </c:numRef>
          </c:val>
          <c:extLst>
            <c:ext xmlns:c16="http://schemas.microsoft.com/office/drawing/2014/chart" uri="{C3380CC4-5D6E-409C-BE32-E72D297353CC}">
              <c16:uniqueId val="{00000001-A480-40CA-9E08-4B51476E2179}"/>
            </c:ext>
          </c:extLst>
        </c:ser>
        <c:dLbls>
          <c:dLblPos val="outEnd"/>
          <c:showLegendKey val="0"/>
          <c:showVal val="1"/>
          <c:showCatName val="0"/>
          <c:showSerName val="0"/>
          <c:showPercent val="0"/>
          <c:showBubbleSize val="0"/>
        </c:dLbls>
        <c:gapWidth val="100"/>
        <c:overlap val="-15"/>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8.045531590116917E-3"/>
          <c:y val="5.8668457004182245E-2"/>
          <c:w val="0.56129006171997975"/>
          <c:h val="0.1451613151589437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9540376412129485"/>
          <c:y val="0.23868343139128673"/>
          <c:w val="0.54605621570572482"/>
          <c:h val="0.59734991682266014"/>
        </c:manualLayout>
      </c:layout>
      <c:barChart>
        <c:barDir val="col"/>
        <c:grouping val="percentStacked"/>
        <c:varyColors val="0"/>
        <c:ser>
          <c:idx val="0"/>
          <c:order val="0"/>
          <c:tx>
            <c:strRef>
              <c:f>Лист1!$B$1</c:f>
              <c:strCache>
                <c:ptCount val="1"/>
                <c:pt idx="0">
                  <c:v>Параметр 1</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2"/>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2021</c:v>
                </c:pt>
                <c:pt idx="1">
                  <c:v>2022</c:v>
                </c:pt>
              </c:numCache>
            </c:numRef>
          </c:cat>
          <c:val>
            <c:numRef>
              <c:f>Лист1!$B$2:$B$3</c:f>
              <c:numCache>
                <c:formatCode>General</c:formatCode>
                <c:ptCount val="2"/>
                <c:pt idx="0">
                  <c:v>10.4</c:v>
                </c:pt>
                <c:pt idx="1">
                  <c:v>21.4</c:v>
                </c:pt>
              </c:numCache>
            </c:numRef>
          </c:val>
          <c:extLst>
            <c:ext xmlns:c16="http://schemas.microsoft.com/office/drawing/2014/chart" uri="{C3380CC4-5D6E-409C-BE32-E72D297353CC}">
              <c16:uniqueId val="{00000000-7534-41FA-BBC8-0BF3044AE909}"/>
            </c:ext>
          </c:extLst>
        </c:ser>
        <c:ser>
          <c:idx val="1"/>
          <c:order val="1"/>
          <c:tx>
            <c:strRef>
              <c:f>Лист1!$C$1</c:f>
              <c:strCache>
                <c:ptCount val="1"/>
                <c:pt idx="0">
                  <c:v>Параметр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2021</c:v>
                </c:pt>
                <c:pt idx="1">
                  <c:v>2022</c:v>
                </c:pt>
              </c:numCache>
            </c:numRef>
          </c:cat>
          <c:val>
            <c:numRef>
              <c:f>Лист1!$C$2:$C$3</c:f>
              <c:numCache>
                <c:formatCode>General</c:formatCode>
                <c:ptCount val="2"/>
                <c:pt idx="0">
                  <c:v>22.5</c:v>
                </c:pt>
                <c:pt idx="1">
                  <c:v>23.6</c:v>
                </c:pt>
              </c:numCache>
            </c:numRef>
          </c:val>
          <c:extLst>
            <c:ext xmlns:c16="http://schemas.microsoft.com/office/drawing/2014/chart" uri="{C3380CC4-5D6E-409C-BE32-E72D297353CC}">
              <c16:uniqueId val="{00000001-7534-41FA-BBC8-0BF3044AE909}"/>
            </c:ext>
          </c:extLst>
        </c:ser>
        <c:ser>
          <c:idx val="2"/>
          <c:order val="2"/>
          <c:tx>
            <c:strRef>
              <c:f>Лист1!$D$1</c:f>
              <c:strCache>
                <c:ptCount val="1"/>
                <c:pt idx="0">
                  <c:v>Параметр 3</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2021</c:v>
                </c:pt>
                <c:pt idx="1">
                  <c:v>2022</c:v>
                </c:pt>
              </c:numCache>
            </c:numRef>
          </c:cat>
          <c:val>
            <c:numRef>
              <c:f>Лист1!$D$2:$D$3</c:f>
              <c:numCache>
                <c:formatCode>General</c:formatCode>
                <c:ptCount val="2"/>
                <c:pt idx="0">
                  <c:v>11.4</c:v>
                </c:pt>
                <c:pt idx="1">
                  <c:v>9.8000000000000007</c:v>
                </c:pt>
              </c:numCache>
            </c:numRef>
          </c:val>
          <c:extLst>
            <c:ext xmlns:c16="http://schemas.microsoft.com/office/drawing/2014/chart" uri="{C3380CC4-5D6E-409C-BE32-E72D297353CC}">
              <c16:uniqueId val="{00000002-7534-41FA-BBC8-0BF3044AE909}"/>
            </c:ext>
          </c:extLst>
        </c:ser>
        <c:dLbls>
          <c:dLblPos val="ctr"/>
          <c:showLegendKey val="0"/>
          <c:showVal val="1"/>
          <c:showCatName val="0"/>
          <c:showSerName val="0"/>
          <c:showPercent val="0"/>
          <c:showBubbleSize val="0"/>
        </c:dLbls>
        <c:gapWidth val="120"/>
        <c:overlap val="100"/>
        <c:axId val="271539423"/>
        <c:axId val="241056239"/>
      </c:barChart>
      <c:catAx>
        <c:axId val="271539423"/>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241056239"/>
        <c:crosses val="autoZero"/>
        <c:auto val="1"/>
        <c:lblAlgn val="ctr"/>
        <c:lblOffset val="100"/>
        <c:noMultiLvlLbl val="0"/>
      </c:catAx>
      <c:valAx>
        <c:axId val="241056239"/>
        <c:scaling>
          <c:orientation val="minMax"/>
        </c:scaling>
        <c:delete val="1"/>
        <c:axPos val="l"/>
        <c:numFmt formatCode="0%" sourceLinked="1"/>
        <c:majorTickMark val="out"/>
        <c:minorTickMark val="none"/>
        <c:tickLblPos val="nextTo"/>
        <c:crossAx val="271539423"/>
        <c:crosses val="autoZero"/>
        <c:crossBetween val="between"/>
      </c:valAx>
      <c:spPr>
        <a:noFill/>
        <a:ln>
          <a:noFill/>
        </a:ln>
        <a:effectLst/>
      </c:spPr>
    </c:plotArea>
    <c:legend>
      <c:legendPos val="l"/>
      <c:layout>
        <c:manualLayout>
          <c:xMode val="edge"/>
          <c:yMode val="edge"/>
          <c:x val="5.297701631775531E-2"/>
          <c:y val="6.8961639066233454E-2"/>
          <c:w val="0.3205242972619643"/>
          <c:h val="0.38888632062225337"/>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Лист1!$B$1</c:f>
              <c:strCache>
                <c:ptCount val="1"/>
                <c:pt idx="0">
                  <c:v>Критерий 1</c:v>
                </c:pt>
              </c:strCache>
            </c:strRef>
          </c:tx>
          <c:spPr>
            <a:solidFill>
              <a:schemeClr val="accent1"/>
            </a:solidFill>
            <a:ln>
              <a:noFill/>
            </a:ln>
            <a:effectLst/>
          </c:spPr>
          <c:invertIfNegative val="0"/>
          <c:cat>
            <c:strRef>
              <c:f>Лист1!$A$2</c:f>
              <c:strCache>
                <c:ptCount val="1"/>
                <c:pt idx="0">
                  <c:v>Категория 1</c:v>
                </c:pt>
              </c:strCache>
            </c:strRef>
          </c:cat>
          <c:val>
            <c:numRef>
              <c:f>Лист1!$B$2</c:f>
              <c:numCache>
                <c:formatCode>General</c:formatCode>
                <c:ptCount val="1"/>
                <c:pt idx="0">
                  <c:v>40</c:v>
                </c:pt>
              </c:numCache>
            </c:numRef>
          </c:val>
          <c:extLst>
            <c:ext xmlns:c16="http://schemas.microsoft.com/office/drawing/2014/chart" uri="{C3380CC4-5D6E-409C-BE32-E72D297353CC}">
              <c16:uniqueId val="{00000000-CF27-40C5-B1E1-9005D7AD5297}"/>
            </c:ext>
          </c:extLst>
        </c:ser>
        <c:ser>
          <c:idx val="1"/>
          <c:order val="1"/>
          <c:tx>
            <c:strRef>
              <c:f>Лист1!$C$1</c:f>
              <c:strCache>
                <c:ptCount val="1"/>
                <c:pt idx="0">
                  <c:v>Критерий 2</c:v>
                </c:pt>
              </c:strCache>
            </c:strRef>
          </c:tx>
          <c:spPr>
            <a:solidFill>
              <a:schemeClr val="accent2"/>
            </a:solidFill>
            <a:ln>
              <a:noFill/>
            </a:ln>
            <a:effectLst/>
          </c:spPr>
          <c:invertIfNegative val="0"/>
          <c:cat>
            <c:strRef>
              <c:f>Лист1!$A$2</c:f>
              <c:strCache>
                <c:ptCount val="1"/>
                <c:pt idx="0">
                  <c:v>Категория 1</c:v>
                </c:pt>
              </c:strCache>
            </c:strRef>
          </c:cat>
          <c:val>
            <c:numRef>
              <c:f>Лист1!$C$2</c:f>
              <c:numCache>
                <c:formatCode>General</c:formatCode>
                <c:ptCount val="1"/>
                <c:pt idx="0">
                  <c:v>60</c:v>
                </c:pt>
              </c:numCache>
            </c:numRef>
          </c:val>
          <c:extLst>
            <c:ext xmlns:c16="http://schemas.microsoft.com/office/drawing/2014/chart" uri="{C3380CC4-5D6E-409C-BE32-E72D297353CC}">
              <c16:uniqueId val="{00000001-CF27-40C5-B1E1-9005D7AD5297}"/>
            </c:ext>
          </c:extLst>
        </c:ser>
        <c:dLbls>
          <c:showLegendKey val="0"/>
          <c:showVal val="0"/>
          <c:showCatName val="0"/>
          <c:showSerName val="0"/>
          <c:showPercent val="0"/>
          <c:showBubbleSize val="0"/>
        </c:dLbls>
        <c:gapWidth val="150"/>
        <c:overlap val="100"/>
        <c:axId val="811975296"/>
        <c:axId val="860735424"/>
      </c:barChart>
      <c:catAx>
        <c:axId val="811975296"/>
        <c:scaling>
          <c:orientation val="minMax"/>
        </c:scaling>
        <c:delete val="1"/>
        <c:axPos val="l"/>
        <c:numFmt formatCode="General" sourceLinked="1"/>
        <c:majorTickMark val="none"/>
        <c:minorTickMark val="none"/>
        <c:tickLblPos val="nextTo"/>
        <c:crossAx val="860735424"/>
        <c:crosses val="autoZero"/>
        <c:auto val="1"/>
        <c:lblAlgn val="ctr"/>
        <c:lblOffset val="100"/>
        <c:noMultiLvlLbl val="0"/>
      </c:catAx>
      <c:valAx>
        <c:axId val="860735424"/>
        <c:scaling>
          <c:orientation val="minMax"/>
        </c:scaling>
        <c:delete val="1"/>
        <c:axPos val="b"/>
        <c:numFmt formatCode="0%" sourceLinked="1"/>
        <c:majorTickMark val="none"/>
        <c:minorTickMark val="none"/>
        <c:tickLblPos val="nextTo"/>
        <c:crossAx val="8119752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7783956692913397E-2"/>
          <c:y val="3.7499997693159592E-2"/>
          <c:w val="0.96611454232283456"/>
          <c:h val="0.94532086950535987"/>
        </c:manualLayout>
      </c:layout>
      <c:barChart>
        <c:barDir val="bar"/>
        <c:grouping val="percentStacked"/>
        <c:varyColors val="0"/>
        <c:ser>
          <c:idx val="0"/>
          <c:order val="0"/>
          <c:tx>
            <c:strRef>
              <c:f>Лист1!$B$1</c:f>
              <c:strCache>
                <c:ptCount val="1"/>
                <c:pt idx="0">
                  <c:v>Ряд 1</c:v>
                </c:pt>
              </c:strCache>
            </c:strRef>
          </c:tx>
          <c:spPr>
            <a:solidFill>
              <a:schemeClr val="accent1"/>
            </a:solidFill>
            <a:ln>
              <a:noFill/>
            </a:ln>
            <a:effectLst/>
          </c:spPr>
          <c:invertIfNegative val="0"/>
          <c:cat>
            <c:strRef>
              <c:f>Лист1!$A$2</c:f>
              <c:strCache>
                <c:ptCount val="1"/>
                <c:pt idx="0">
                  <c:v>Категория 1</c:v>
                </c:pt>
              </c:strCache>
            </c:strRef>
          </c:cat>
          <c:val>
            <c:numRef>
              <c:f>Лист1!$B$2</c:f>
              <c:numCache>
                <c:formatCode>General</c:formatCode>
                <c:ptCount val="1"/>
                <c:pt idx="0">
                  <c:v>40</c:v>
                </c:pt>
              </c:numCache>
            </c:numRef>
          </c:val>
          <c:extLst>
            <c:ext xmlns:c16="http://schemas.microsoft.com/office/drawing/2014/chart" uri="{C3380CC4-5D6E-409C-BE32-E72D297353CC}">
              <c16:uniqueId val="{00000000-40F7-4B75-86FB-561434A0FD15}"/>
            </c:ext>
          </c:extLst>
        </c:ser>
        <c:ser>
          <c:idx val="1"/>
          <c:order val="1"/>
          <c:tx>
            <c:strRef>
              <c:f>Лист1!$C$1</c:f>
              <c:strCache>
                <c:ptCount val="1"/>
                <c:pt idx="0">
                  <c:v>Ряд 2</c:v>
                </c:pt>
              </c:strCache>
            </c:strRef>
          </c:tx>
          <c:spPr>
            <a:solidFill>
              <a:schemeClr val="accent2"/>
            </a:solidFill>
            <a:ln>
              <a:noFill/>
            </a:ln>
            <a:effectLst/>
          </c:spPr>
          <c:invertIfNegative val="0"/>
          <c:cat>
            <c:strRef>
              <c:f>Лист1!$A$2</c:f>
              <c:strCache>
                <c:ptCount val="1"/>
                <c:pt idx="0">
                  <c:v>Категория 1</c:v>
                </c:pt>
              </c:strCache>
            </c:strRef>
          </c:cat>
          <c:val>
            <c:numRef>
              <c:f>Лист1!$C$2</c:f>
              <c:numCache>
                <c:formatCode>General</c:formatCode>
                <c:ptCount val="1"/>
                <c:pt idx="0">
                  <c:v>60</c:v>
                </c:pt>
              </c:numCache>
            </c:numRef>
          </c:val>
          <c:extLst>
            <c:ext xmlns:c16="http://schemas.microsoft.com/office/drawing/2014/chart" uri="{C3380CC4-5D6E-409C-BE32-E72D297353CC}">
              <c16:uniqueId val="{00000003-40F7-4B75-86FB-561434A0FD15}"/>
            </c:ext>
          </c:extLst>
        </c:ser>
        <c:dLbls>
          <c:showLegendKey val="0"/>
          <c:showVal val="0"/>
          <c:showCatName val="0"/>
          <c:showSerName val="0"/>
          <c:showPercent val="0"/>
          <c:showBubbleSize val="0"/>
        </c:dLbls>
        <c:gapWidth val="150"/>
        <c:overlap val="100"/>
        <c:axId val="558279519"/>
        <c:axId val="145121759"/>
      </c:barChart>
      <c:catAx>
        <c:axId val="558279519"/>
        <c:scaling>
          <c:orientation val="minMax"/>
        </c:scaling>
        <c:delete val="1"/>
        <c:axPos val="l"/>
        <c:numFmt formatCode="General" sourceLinked="1"/>
        <c:majorTickMark val="none"/>
        <c:minorTickMark val="none"/>
        <c:tickLblPos val="nextTo"/>
        <c:crossAx val="145121759"/>
        <c:crosses val="autoZero"/>
        <c:auto val="1"/>
        <c:lblAlgn val="ctr"/>
        <c:lblOffset val="100"/>
        <c:noMultiLvlLbl val="0"/>
      </c:catAx>
      <c:valAx>
        <c:axId val="145121759"/>
        <c:scaling>
          <c:orientation val="minMax"/>
        </c:scaling>
        <c:delete val="1"/>
        <c:axPos val="b"/>
        <c:numFmt formatCode="0%" sourceLinked="1"/>
        <c:majorTickMark val="none"/>
        <c:minorTickMark val="none"/>
        <c:tickLblPos val="nextTo"/>
        <c:crossAx val="55827951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857665070777115E-2"/>
          <c:y val="0.33435289547900798"/>
          <c:w val="0.86911917376426784"/>
          <c:h val="0.54139499797162371"/>
        </c:manualLayout>
      </c:layout>
      <c:areaChart>
        <c:grouping val="standard"/>
        <c:varyColors val="0"/>
        <c:ser>
          <c:idx val="0"/>
          <c:order val="0"/>
          <c:tx>
            <c:strRef>
              <c:f>Лист1!$B$1</c:f>
              <c:strCache>
                <c:ptCount val="1"/>
                <c:pt idx="0">
                  <c:v>Параметр 1</c:v>
                </c:pt>
              </c:strCache>
            </c:strRef>
          </c:tx>
          <c:spPr>
            <a:solidFill>
              <a:schemeClr val="accent1"/>
            </a:solidFill>
            <a:ln>
              <a:noFill/>
            </a:ln>
            <a:effectLst/>
          </c:spPr>
          <c:cat>
            <c:numRef>
              <c:f>Лист1!$A$2:$A$6</c:f>
              <c:numCache>
                <c:formatCode>m/d/yyyy</c:formatCode>
                <c:ptCount val="5"/>
                <c:pt idx="0">
                  <c:v>37261</c:v>
                </c:pt>
                <c:pt idx="1">
                  <c:v>37262</c:v>
                </c:pt>
                <c:pt idx="2">
                  <c:v>37263</c:v>
                </c:pt>
                <c:pt idx="3">
                  <c:v>37264</c:v>
                </c:pt>
                <c:pt idx="4">
                  <c:v>37265</c:v>
                </c:pt>
              </c:numCache>
            </c:numRef>
          </c:cat>
          <c:val>
            <c:numRef>
              <c:f>Лист1!$B$2:$B$6</c:f>
              <c:numCache>
                <c:formatCode>General</c:formatCode>
                <c:ptCount val="5"/>
                <c:pt idx="0">
                  <c:v>15</c:v>
                </c:pt>
                <c:pt idx="1">
                  <c:v>10</c:v>
                </c:pt>
                <c:pt idx="2">
                  <c:v>8</c:v>
                </c:pt>
                <c:pt idx="3">
                  <c:v>8</c:v>
                </c:pt>
                <c:pt idx="4">
                  <c:v>12</c:v>
                </c:pt>
              </c:numCache>
            </c:numRef>
          </c:val>
          <c:extLst>
            <c:ext xmlns:c16="http://schemas.microsoft.com/office/drawing/2014/chart" uri="{C3380CC4-5D6E-409C-BE32-E72D297353CC}">
              <c16:uniqueId val="{00000000-D70E-4867-AC2A-BB2864794EAC}"/>
            </c:ext>
          </c:extLst>
        </c:ser>
        <c:ser>
          <c:idx val="1"/>
          <c:order val="1"/>
          <c:tx>
            <c:strRef>
              <c:f>Лист1!$C$1</c:f>
              <c:strCache>
                <c:ptCount val="1"/>
                <c:pt idx="0">
                  <c:v>Параметр 2</c:v>
                </c:pt>
              </c:strCache>
            </c:strRef>
          </c:tx>
          <c:spPr>
            <a:solidFill>
              <a:schemeClr val="accent2"/>
            </a:solidFill>
            <a:ln>
              <a:noFill/>
            </a:ln>
            <a:effectLst/>
          </c:spPr>
          <c:cat>
            <c:numRef>
              <c:f>Лист1!$A$2:$A$6</c:f>
              <c:numCache>
                <c:formatCode>m/d/yyyy</c:formatCode>
                <c:ptCount val="5"/>
                <c:pt idx="0">
                  <c:v>37261</c:v>
                </c:pt>
                <c:pt idx="1">
                  <c:v>37262</c:v>
                </c:pt>
                <c:pt idx="2">
                  <c:v>37263</c:v>
                </c:pt>
                <c:pt idx="3">
                  <c:v>37264</c:v>
                </c:pt>
                <c:pt idx="4">
                  <c:v>37265</c:v>
                </c:pt>
              </c:numCache>
            </c:numRef>
          </c:cat>
          <c:val>
            <c:numRef>
              <c:f>Лист1!$C$2:$C$6</c:f>
              <c:numCache>
                <c:formatCode>General</c:formatCode>
                <c:ptCount val="5"/>
                <c:pt idx="0">
                  <c:v>10</c:v>
                </c:pt>
                <c:pt idx="1">
                  <c:v>8</c:v>
                </c:pt>
                <c:pt idx="2">
                  <c:v>18</c:v>
                </c:pt>
                <c:pt idx="3">
                  <c:v>4</c:v>
                </c:pt>
                <c:pt idx="4">
                  <c:v>0</c:v>
                </c:pt>
              </c:numCache>
            </c:numRef>
          </c:val>
          <c:extLst>
            <c:ext xmlns:c16="http://schemas.microsoft.com/office/drawing/2014/chart" uri="{C3380CC4-5D6E-409C-BE32-E72D297353CC}">
              <c16:uniqueId val="{00000001-D70E-4867-AC2A-BB2864794EAC}"/>
            </c:ext>
          </c:extLst>
        </c:ser>
        <c:dLbls>
          <c:showLegendKey val="0"/>
          <c:showVal val="0"/>
          <c:showCatName val="0"/>
          <c:showSerName val="0"/>
          <c:showPercent val="0"/>
          <c:showBubbleSize val="0"/>
        </c:dLbls>
        <c:axId val="1548758416"/>
        <c:axId val="1548764176"/>
      </c:areaChart>
      <c:dateAx>
        <c:axId val="1548758416"/>
        <c:scaling>
          <c:orientation val="minMax"/>
        </c:scaling>
        <c:delete val="1"/>
        <c:axPos val="b"/>
        <c:numFmt formatCode="m/d/yyyy" sourceLinked="1"/>
        <c:majorTickMark val="out"/>
        <c:minorTickMark val="none"/>
        <c:tickLblPos val="nextTo"/>
        <c:crossAx val="1548764176"/>
        <c:crosses val="autoZero"/>
        <c:auto val="1"/>
        <c:lblOffset val="100"/>
        <c:baseTimeUnit val="days"/>
      </c:dateAx>
      <c:valAx>
        <c:axId val="15487641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1548758416"/>
        <c:crosses val="autoZero"/>
        <c:crossBetween val="midCat"/>
      </c:valAx>
      <c:spPr>
        <a:noFill/>
        <a:ln>
          <a:noFill/>
        </a:ln>
        <a:effectLst/>
      </c:spPr>
    </c:plotArea>
    <c:legend>
      <c:legendPos val="t"/>
      <c:layout>
        <c:manualLayout>
          <c:xMode val="edge"/>
          <c:yMode val="edge"/>
          <c:x val="0"/>
          <c:y val="0"/>
          <c:w val="0.37669427989297"/>
          <c:h val="0.1948119261904798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574830044294154"/>
          <c:y val="8.9686142941390573E-2"/>
          <c:w val="0.33925041168027192"/>
          <c:h val="0.869644776902739"/>
        </c:manualLayout>
      </c:layout>
      <c:doughnutChart>
        <c:varyColors val="1"/>
        <c:ser>
          <c:idx val="0"/>
          <c:order val="0"/>
          <c:tx>
            <c:strRef>
              <c:f>Лист1!$B$1</c:f>
              <c:strCache>
                <c:ptCount val="1"/>
                <c:pt idx="0">
                  <c:v>Продажи</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172F-462E-A7E2-E14744A4786C}"/>
              </c:ext>
            </c:extLst>
          </c:dPt>
          <c:dPt>
            <c:idx val="1"/>
            <c:bubble3D val="0"/>
            <c:spPr>
              <a:solidFill>
                <a:schemeClr val="accent2"/>
              </a:solidFill>
              <a:ln w="19050">
                <a:noFill/>
              </a:ln>
              <a:effectLst/>
            </c:spPr>
            <c:extLst>
              <c:ext xmlns:c16="http://schemas.microsoft.com/office/drawing/2014/chart" uri="{C3380CC4-5D6E-409C-BE32-E72D297353CC}">
                <c16:uniqueId val="{00000003-172F-462E-A7E2-E14744A4786C}"/>
              </c:ext>
            </c:extLst>
          </c:dPt>
          <c:dPt>
            <c:idx val="2"/>
            <c:bubble3D val="0"/>
            <c:spPr>
              <a:solidFill>
                <a:schemeClr val="accent3"/>
              </a:solidFill>
              <a:ln w="19050">
                <a:noFill/>
              </a:ln>
              <a:effectLst/>
            </c:spPr>
            <c:extLst>
              <c:ext xmlns:c16="http://schemas.microsoft.com/office/drawing/2014/chart" uri="{C3380CC4-5D6E-409C-BE32-E72D297353CC}">
                <c16:uniqueId val="{00000005-172F-462E-A7E2-E14744A4786C}"/>
              </c:ext>
            </c:extLst>
          </c:dPt>
          <c:dLbls>
            <c:dLbl>
              <c:idx val="0"/>
              <c:layout>
                <c:manualLayout>
                  <c:x val="9.8820326878538908E-2"/>
                  <c:y val="-0.14886483237724923"/>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8130911024225294"/>
                      <c:h val="0.12355423437557315"/>
                    </c:manualLayout>
                  </c15:layout>
                </c:ext>
                <c:ext xmlns:c16="http://schemas.microsoft.com/office/drawing/2014/chart" uri="{C3380CC4-5D6E-409C-BE32-E72D297353CC}">
                  <c16:uniqueId val="{00000001-172F-462E-A7E2-E14744A4786C}"/>
                </c:ext>
              </c:extLst>
            </c:dLbl>
            <c:dLbl>
              <c:idx val="1"/>
              <c:layout>
                <c:manualLayout>
                  <c:x val="-0.11295890242076806"/>
                  <c:y val="4.8122585687802095E-2"/>
                </c:manualLayout>
              </c:layout>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4958028425752251"/>
                      <c:h val="8.3715437771764434E-2"/>
                    </c:manualLayout>
                  </c15:layout>
                </c:ext>
                <c:ext xmlns:c16="http://schemas.microsoft.com/office/drawing/2014/chart" uri="{C3380CC4-5D6E-409C-BE32-E72D297353CC}">
                  <c16:uniqueId val="{00000003-172F-462E-A7E2-E14744A4786C}"/>
                </c:ext>
              </c:extLst>
            </c:dLbl>
            <c:dLbl>
              <c:idx val="2"/>
              <c:layout>
                <c:manualLayout>
                  <c:x val="-9.8157538151973867E-2"/>
                  <c:y val="-4.9259728496573049E-2"/>
                </c:manualLayout>
              </c:layout>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4567592617053687"/>
                      <c:h val="0.10600047404464484"/>
                    </c:manualLayout>
                  </c15:layout>
                </c:ext>
                <c:ext xmlns:c16="http://schemas.microsoft.com/office/drawing/2014/chart" uri="{C3380CC4-5D6E-409C-BE32-E72D297353CC}">
                  <c16:uniqueId val="{00000005-172F-462E-A7E2-E14744A4786C}"/>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extLst>
          </c:dLbls>
          <c:cat>
            <c:strRef>
              <c:f>Лист1!$A$2:$A$4</c:f>
              <c:strCache>
                <c:ptCount val="3"/>
                <c:pt idx="0">
                  <c:v>Категория 1 </c:v>
                </c:pt>
                <c:pt idx="1">
                  <c:v>Категория 2 </c:v>
                </c:pt>
                <c:pt idx="2">
                  <c:v>Категория 3 </c:v>
                </c:pt>
              </c:strCache>
            </c:strRef>
          </c:cat>
          <c:val>
            <c:numRef>
              <c:f>Лист1!$B$2:$B$4</c:f>
              <c:numCache>
                <c:formatCode>0.00%</c:formatCode>
                <c:ptCount val="3"/>
                <c:pt idx="0">
                  <c:v>0.40500000000000003</c:v>
                </c:pt>
                <c:pt idx="1">
                  <c:v>0.34200000000000003</c:v>
                </c:pt>
                <c:pt idx="2">
                  <c:v>0.253</c:v>
                </c:pt>
              </c:numCache>
            </c:numRef>
          </c:val>
          <c:extLst>
            <c:ext xmlns:c16="http://schemas.microsoft.com/office/drawing/2014/chart" uri="{C3380CC4-5D6E-409C-BE32-E72D297353CC}">
              <c16:uniqueId val="{0000000A-172F-462E-A7E2-E14744A4786C}"/>
            </c:ext>
          </c:extLst>
        </c:ser>
        <c:dLbls>
          <c:showLegendKey val="0"/>
          <c:showVal val="1"/>
          <c:showCatName val="0"/>
          <c:showSerName val="0"/>
          <c:showPercent val="0"/>
          <c:showBubbleSize val="0"/>
          <c:showLeaderLines val="0"/>
        </c:dLbls>
        <c:firstSliceAng val="0"/>
        <c:holeSize val="75"/>
      </c:doughnutChart>
      <c:spPr>
        <a:noFill/>
        <a:ln>
          <a:noFill/>
        </a:ln>
        <a:effectLst/>
      </c:spPr>
    </c:plotArea>
    <c:legend>
      <c:legendPos val="r"/>
      <c:layout>
        <c:manualLayout>
          <c:xMode val="edge"/>
          <c:yMode val="edge"/>
          <c:x val="0.67187656408898289"/>
          <c:y val="0.24149541333589167"/>
          <c:w val="0.30521728230211054"/>
          <c:h val="0.5170091733282166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83169291338343E-4"/>
          <c:y val="3.0774733911180876E-2"/>
          <c:w val="0.99929416830708662"/>
          <c:h val="0.77809060290709475"/>
        </c:manualLayout>
      </c:layout>
      <c:areaChart>
        <c:grouping val="standard"/>
        <c:varyColors val="0"/>
        <c:ser>
          <c:idx val="0"/>
          <c:order val="0"/>
          <c:tx>
            <c:strRef>
              <c:f>Лист1!$B$1</c:f>
              <c:strCache>
                <c:ptCount val="1"/>
                <c:pt idx="0">
                  <c:v>Показатель 1</c:v>
                </c:pt>
              </c:strCache>
            </c:strRef>
          </c:tx>
          <c:spPr>
            <a:solidFill>
              <a:schemeClr val="accent1">
                <a:lumMod val="20000"/>
                <a:lumOff val="80000"/>
              </a:schemeClr>
            </a:solidFill>
            <a:ln>
              <a:noFill/>
            </a:ln>
            <a:effectLst/>
          </c:spPr>
          <c:dLbls>
            <c:delete val="1"/>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Лист1!$B$2:$B$13</c:f>
              <c:numCache>
                <c:formatCode>General</c:formatCode>
                <c:ptCount val="12"/>
                <c:pt idx="0">
                  <c:v>2.8</c:v>
                </c:pt>
                <c:pt idx="1">
                  <c:v>3.2</c:v>
                </c:pt>
                <c:pt idx="2">
                  <c:v>4.3</c:v>
                </c:pt>
                <c:pt idx="3">
                  <c:v>2.8</c:v>
                </c:pt>
                <c:pt idx="4">
                  <c:v>3.5</c:v>
                </c:pt>
                <c:pt idx="5">
                  <c:v>4.5</c:v>
                </c:pt>
                <c:pt idx="6">
                  <c:v>4.7</c:v>
                </c:pt>
                <c:pt idx="7">
                  <c:v>4.9000000000000004</c:v>
                </c:pt>
                <c:pt idx="8">
                  <c:v>5</c:v>
                </c:pt>
                <c:pt idx="9">
                  <c:v>5.4</c:v>
                </c:pt>
                <c:pt idx="10">
                  <c:v>5.6</c:v>
                </c:pt>
                <c:pt idx="11">
                  <c:v>6.1</c:v>
                </c:pt>
              </c:numCache>
            </c:numRef>
          </c:val>
          <c:extLst>
            <c:ext xmlns:c16="http://schemas.microsoft.com/office/drawing/2014/chart" uri="{C3380CC4-5D6E-409C-BE32-E72D297353CC}">
              <c16:uniqueId val="{00000000-D03C-4DD6-88F1-B5DF1095A8D9}"/>
            </c:ext>
          </c:extLst>
        </c:ser>
        <c:dLbls>
          <c:showLegendKey val="0"/>
          <c:showVal val="1"/>
          <c:showCatName val="0"/>
          <c:showSerName val="0"/>
          <c:showPercent val="0"/>
          <c:showBubbleSize val="0"/>
        </c:dLbls>
        <c:axId val="755913504"/>
        <c:axId val="372711648"/>
      </c:areaChart>
      <c:lineChart>
        <c:grouping val="standard"/>
        <c:varyColors val="0"/>
        <c:ser>
          <c:idx val="1"/>
          <c:order val="1"/>
          <c:tx>
            <c:strRef>
              <c:f>Лист1!$C$1</c:f>
              <c:strCache>
                <c:ptCount val="1"/>
                <c:pt idx="0">
                  <c:v>Показатель 2</c:v>
                </c:pt>
              </c:strCache>
            </c:strRef>
          </c:tx>
          <c:spPr>
            <a:ln w="28575" cap="rnd">
              <a:solidFill>
                <a:schemeClr val="accent1"/>
              </a:solidFill>
              <a:round/>
            </a:ln>
            <a:effectLst/>
          </c:spPr>
          <c:marker>
            <c:symbol val="circle"/>
            <c:size val="6"/>
            <c:spPr>
              <a:solidFill>
                <a:schemeClr val="accent1">
                  <a:lumMod val="20000"/>
                  <a:lumOff val="80000"/>
                </a:schemeClr>
              </a:solidFill>
              <a:ln w="12700" cap="rnd">
                <a:solidFill>
                  <a:schemeClr val="accent1"/>
                </a:solidFill>
              </a:ln>
              <a:effectLst/>
            </c:spPr>
          </c:marker>
          <c:dLbls>
            <c:dLbl>
              <c:idx val="7"/>
              <c:layout>
                <c:manualLayout>
                  <c:x val="-3.3633350521433854E-2"/>
                  <c:y val="-0.17617316391116208"/>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ru-RU"/>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03C-4DD6-88F1-B5DF1095A8D9}"/>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Лист1!$C$2:$C$13</c:f>
              <c:numCache>
                <c:formatCode>General</c:formatCode>
                <c:ptCount val="12"/>
                <c:pt idx="0">
                  <c:v>2.8</c:v>
                </c:pt>
                <c:pt idx="1">
                  <c:v>3.2</c:v>
                </c:pt>
                <c:pt idx="2">
                  <c:v>4.3</c:v>
                </c:pt>
                <c:pt idx="3">
                  <c:v>2.8</c:v>
                </c:pt>
                <c:pt idx="4">
                  <c:v>3.5</c:v>
                </c:pt>
                <c:pt idx="5">
                  <c:v>4.5</c:v>
                </c:pt>
                <c:pt idx="6">
                  <c:v>4.7</c:v>
                </c:pt>
                <c:pt idx="7">
                  <c:v>4.9000000000000004</c:v>
                </c:pt>
                <c:pt idx="8">
                  <c:v>5</c:v>
                </c:pt>
                <c:pt idx="9">
                  <c:v>5.4</c:v>
                </c:pt>
                <c:pt idx="10">
                  <c:v>5.6</c:v>
                </c:pt>
                <c:pt idx="11">
                  <c:v>6.1</c:v>
                </c:pt>
              </c:numCache>
            </c:numRef>
          </c:val>
          <c:smooth val="0"/>
          <c:extLst>
            <c:ext xmlns:c16="http://schemas.microsoft.com/office/drawing/2014/chart" uri="{C3380CC4-5D6E-409C-BE32-E72D297353CC}">
              <c16:uniqueId val="{00000002-D03C-4DD6-88F1-B5DF1095A8D9}"/>
            </c:ext>
          </c:extLst>
        </c:ser>
        <c:dLbls>
          <c:showLegendKey val="0"/>
          <c:showVal val="1"/>
          <c:showCatName val="0"/>
          <c:showSerName val="0"/>
          <c:showPercent val="0"/>
          <c:showBubbleSize val="0"/>
        </c:dLbls>
        <c:marker val="1"/>
        <c:smooth val="0"/>
        <c:axId val="755913504"/>
        <c:axId val="372711648"/>
      </c:lineChart>
      <c:catAx>
        <c:axId val="755913504"/>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372711648"/>
        <c:crosses val="autoZero"/>
        <c:auto val="1"/>
        <c:lblAlgn val="ctr"/>
        <c:lblOffset val="100"/>
        <c:noMultiLvlLbl val="0"/>
      </c:catAx>
      <c:valAx>
        <c:axId val="372711648"/>
        <c:scaling>
          <c:orientation val="minMax"/>
        </c:scaling>
        <c:delete val="1"/>
        <c:axPos val="l"/>
        <c:numFmt formatCode="General" sourceLinked="1"/>
        <c:majorTickMark val="none"/>
        <c:minorTickMark val="none"/>
        <c:tickLblPos val="nextTo"/>
        <c:crossAx val="7559135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83169291338343E-4"/>
          <c:y val="3.0774733911180876E-2"/>
          <c:w val="0.99929416830708662"/>
          <c:h val="0.65413617256161583"/>
        </c:manualLayout>
      </c:layout>
      <c:lineChart>
        <c:grouping val="standard"/>
        <c:varyColors val="0"/>
        <c:ser>
          <c:idx val="1"/>
          <c:order val="0"/>
          <c:tx>
            <c:strRef>
              <c:f>Лист1!$B$1</c:f>
              <c:strCache>
                <c:ptCount val="1"/>
                <c:pt idx="0">
                  <c:v>Показатель 1</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accent6">
                        <a:lumMod val="20000"/>
                        <a:lumOff val="80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2016</c:v>
                </c:pt>
                <c:pt idx="1">
                  <c:v>2017</c:v>
                </c:pt>
                <c:pt idx="2">
                  <c:v>2018</c:v>
                </c:pt>
                <c:pt idx="3">
                  <c:v>2019</c:v>
                </c:pt>
                <c:pt idx="4">
                  <c:v>2020</c:v>
                </c:pt>
                <c:pt idx="5">
                  <c:v>2021</c:v>
                </c:pt>
                <c:pt idx="6">
                  <c:v>2022</c:v>
                </c:pt>
                <c:pt idx="7">
                  <c:v>2023П</c:v>
                </c:pt>
                <c:pt idx="8">
                  <c:v>2024П</c:v>
                </c:pt>
              </c:strCache>
            </c:strRef>
          </c:cat>
          <c:val>
            <c:numRef>
              <c:f>Лист1!$B$2:$B$10</c:f>
              <c:numCache>
                <c:formatCode>General</c:formatCode>
                <c:ptCount val="9"/>
                <c:pt idx="0">
                  <c:v>2.8</c:v>
                </c:pt>
                <c:pt idx="1">
                  <c:v>3.5</c:v>
                </c:pt>
                <c:pt idx="2">
                  <c:v>4.5</c:v>
                </c:pt>
                <c:pt idx="3">
                  <c:v>4.7</c:v>
                </c:pt>
                <c:pt idx="4">
                  <c:v>4.9000000000000004</c:v>
                </c:pt>
                <c:pt idx="5">
                  <c:v>5</c:v>
                </c:pt>
                <c:pt idx="6">
                  <c:v>5.4</c:v>
                </c:pt>
                <c:pt idx="7">
                  <c:v>6.1</c:v>
                </c:pt>
                <c:pt idx="8">
                  <c:v>7.3</c:v>
                </c:pt>
              </c:numCache>
            </c:numRef>
          </c:val>
          <c:smooth val="0"/>
          <c:extLst>
            <c:ext xmlns:c16="http://schemas.microsoft.com/office/drawing/2014/chart" uri="{C3380CC4-5D6E-409C-BE32-E72D297353CC}">
              <c16:uniqueId val="{00000001-0ABE-48BE-8F63-A58E886D0B06}"/>
            </c:ext>
          </c:extLst>
        </c:ser>
        <c:dLbls>
          <c:dLblPos val="t"/>
          <c:showLegendKey val="0"/>
          <c:showVal val="1"/>
          <c:showCatName val="0"/>
          <c:showSerName val="0"/>
          <c:showPercent val="0"/>
          <c:showBubbleSize val="0"/>
        </c:dLbls>
        <c:smooth val="0"/>
        <c:axId val="755913504"/>
        <c:axId val="372711648"/>
      </c:lineChart>
      <c:catAx>
        <c:axId val="755913504"/>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accent6">
                    <a:lumMod val="20000"/>
                    <a:lumOff val="80000"/>
                  </a:schemeClr>
                </a:solidFill>
                <a:latin typeface="+mn-lt"/>
                <a:ea typeface="+mn-ea"/>
                <a:cs typeface="+mn-cs"/>
              </a:defRPr>
            </a:pPr>
            <a:endParaRPr lang="ru-RU"/>
          </a:p>
        </c:txPr>
        <c:crossAx val="372711648"/>
        <c:crosses val="autoZero"/>
        <c:auto val="1"/>
        <c:lblAlgn val="ctr"/>
        <c:lblOffset val="100"/>
        <c:noMultiLvlLbl val="0"/>
      </c:catAx>
      <c:valAx>
        <c:axId val="372711648"/>
        <c:scaling>
          <c:orientation val="minMax"/>
        </c:scaling>
        <c:delete val="1"/>
        <c:axPos val="l"/>
        <c:numFmt formatCode="General" sourceLinked="1"/>
        <c:majorTickMark val="none"/>
        <c:minorTickMark val="none"/>
        <c:tickLblPos val="nextTo"/>
        <c:crossAx val="7559135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0.72677670969389718"/>
        </c:manualLayout>
      </c:layout>
      <c:barChart>
        <c:barDir val="col"/>
        <c:grouping val="clustered"/>
        <c:varyColors val="0"/>
        <c:ser>
          <c:idx val="0"/>
          <c:order val="0"/>
          <c:tx>
            <c:strRef>
              <c:f>Лист1!$B$1</c:f>
              <c:strCache>
                <c:ptCount val="1"/>
                <c:pt idx="0">
                  <c:v>Параметр 1</c:v>
                </c:pt>
              </c:strCache>
            </c:strRef>
          </c:tx>
          <c:spPr>
            <a:solidFill>
              <a:schemeClr val="bg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accent6">
                        <a:lumMod val="20000"/>
                        <a:lumOff val="80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Лист1!$A$2:$A$9</c:f>
              <c:strCache>
                <c:ptCount val="8"/>
                <c:pt idx="0">
                  <c:v>2017</c:v>
                </c:pt>
                <c:pt idx="1">
                  <c:v>2018</c:v>
                </c:pt>
                <c:pt idx="2">
                  <c:v>2019</c:v>
                </c:pt>
                <c:pt idx="3">
                  <c:v>2020</c:v>
                </c:pt>
                <c:pt idx="4">
                  <c:v>2021</c:v>
                </c:pt>
                <c:pt idx="5">
                  <c:v>2022</c:v>
                </c:pt>
                <c:pt idx="6">
                  <c:v>2023П</c:v>
                </c:pt>
                <c:pt idx="7">
                  <c:v>2024П</c:v>
                </c:pt>
              </c:strCache>
            </c:strRef>
          </c:cat>
          <c:val>
            <c:numRef>
              <c:f>Лист1!$B$2:$B$9</c:f>
              <c:numCache>
                <c:formatCode>General</c:formatCode>
                <c:ptCount val="8"/>
                <c:pt idx="0">
                  <c:v>3.5</c:v>
                </c:pt>
                <c:pt idx="1">
                  <c:v>4.5</c:v>
                </c:pt>
                <c:pt idx="2">
                  <c:v>4.7</c:v>
                </c:pt>
                <c:pt idx="3">
                  <c:v>4.9000000000000004</c:v>
                </c:pt>
                <c:pt idx="4">
                  <c:v>5</c:v>
                </c:pt>
                <c:pt idx="5">
                  <c:v>5.4</c:v>
                </c:pt>
                <c:pt idx="6">
                  <c:v>5.6</c:v>
                </c:pt>
                <c:pt idx="7">
                  <c:v>6.1</c:v>
                </c:pt>
              </c:numCache>
            </c:numRef>
          </c:val>
          <c:extLst>
            <c:ext xmlns:c16="http://schemas.microsoft.com/office/drawing/2014/chart" uri="{C3380CC4-5D6E-409C-BE32-E72D297353CC}">
              <c16:uniqueId val="{00000000-C0A4-44FC-934B-C1185B53F2D8}"/>
            </c:ext>
          </c:extLst>
        </c:ser>
        <c:dLbls>
          <c:dLblPos val="outEnd"/>
          <c:showLegendKey val="0"/>
          <c:showVal val="1"/>
          <c:showCatName val="0"/>
          <c:showSerName val="0"/>
          <c:showPercent val="0"/>
          <c:showBubbleSize val="0"/>
        </c:dLbls>
        <c:gapWidth val="150"/>
        <c:axId val="1399128287"/>
        <c:axId val="1425666159"/>
      </c:barChart>
      <c:catAx>
        <c:axId val="1399128287"/>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accent6">
                    <a:lumMod val="20000"/>
                    <a:lumOff val="80000"/>
                  </a:schemeClr>
                </a:solidFill>
                <a:latin typeface="+mn-lt"/>
                <a:ea typeface="+mn-ea"/>
                <a:cs typeface="+mn-cs"/>
              </a:defRPr>
            </a:pPr>
            <a:endParaRPr lang="ru-RU"/>
          </a:p>
        </c:txPr>
        <c:crossAx val="1425666159"/>
        <c:crosses val="autoZero"/>
        <c:auto val="1"/>
        <c:lblAlgn val="ctr"/>
        <c:lblOffset val="100"/>
        <c:noMultiLvlLbl val="0"/>
      </c:catAx>
      <c:valAx>
        <c:axId val="1425666159"/>
        <c:scaling>
          <c:orientation val="minMax"/>
        </c:scaling>
        <c:delete val="1"/>
        <c:axPos val="l"/>
        <c:numFmt formatCode="General" sourceLinked="1"/>
        <c:majorTickMark val="none"/>
        <c:minorTickMark val="none"/>
        <c:tickLblPos val="nextTo"/>
        <c:crossAx val="139912828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Лист1!$B$1</c:f>
              <c:strCache>
                <c:ptCount val="1"/>
                <c:pt idx="0">
                  <c:v>Ряд 1</c:v>
                </c:pt>
              </c:strCache>
            </c:strRef>
          </c:tx>
          <c:spPr>
            <a:solidFill>
              <a:schemeClr val="accent1"/>
            </a:solidFill>
            <a:ln>
              <a:noFill/>
            </a:ln>
            <a:effectLst/>
          </c:spPr>
          <c:invertIfNegative val="0"/>
          <c:cat>
            <c:strRef>
              <c:f>Лист1!$A$2</c:f>
              <c:strCache>
                <c:ptCount val="1"/>
                <c:pt idx="0">
                  <c:v>Категория 1</c:v>
                </c:pt>
              </c:strCache>
            </c:strRef>
          </c:cat>
          <c:val>
            <c:numRef>
              <c:f>Лист1!$B$2</c:f>
              <c:numCache>
                <c:formatCode>General</c:formatCode>
                <c:ptCount val="1"/>
                <c:pt idx="0">
                  <c:v>10</c:v>
                </c:pt>
              </c:numCache>
            </c:numRef>
          </c:val>
          <c:extLst>
            <c:ext xmlns:c16="http://schemas.microsoft.com/office/drawing/2014/chart" uri="{C3380CC4-5D6E-409C-BE32-E72D297353CC}">
              <c16:uniqueId val="{00000000-98EB-4013-822F-C665EE6E62B2}"/>
            </c:ext>
          </c:extLst>
        </c:ser>
        <c:ser>
          <c:idx val="1"/>
          <c:order val="1"/>
          <c:tx>
            <c:strRef>
              <c:f>Лист1!$C$1</c:f>
              <c:strCache>
                <c:ptCount val="1"/>
                <c:pt idx="0">
                  <c:v>Ряд 2</c:v>
                </c:pt>
              </c:strCache>
            </c:strRef>
          </c:tx>
          <c:spPr>
            <a:solidFill>
              <a:schemeClr val="accent2"/>
            </a:solidFill>
            <a:ln>
              <a:noFill/>
            </a:ln>
            <a:effectLst/>
          </c:spPr>
          <c:invertIfNegative val="0"/>
          <c:cat>
            <c:strRef>
              <c:f>Лист1!$A$2</c:f>
              <c:strCache>
                <c:ptCount val="1"/>
                <c:pt idx="0">
                  <c:v>Категория 1</c:v>
                </c:pt>
              </c:strCache>
            </c:strRef>
          </c:cat>
          <c:val>
            <c:numRef>
              <c:f>Лист1!$C$2</c:f>
              <c:numCache>
                <c:formatCode>General</c:formatCode>
                <c:ptCount val="1"/>
                <c:pt idx="0">
                  <c:v>3</c:v>
                </c:pt>
              </c:numCache>
            </c:numRef>
          </c:val>
          <c:extLst>
            <c:ext xmlns:c16="http://schemas.microsoft.com/office/drawing/2014/chart" uri="{C3380CC4-5D6E-409C-BE32-E72D297353CC}">
              <c16:uniqueId val="{00000001-98EB-4013-822F-C665EE6E62B2}"/>
            </c:ext>
          </c:extLst>
        </c:ser>
        <c:ser>
          <c:idx val="2"/>
          <c:order val="2"/>
          <c:tx>
            <c:strRef>
              <c:f>Лист1!$D$1</c:f>
              <c:strCache>
                <c:ptCount val="1"/>
                <c:pt idx="0">
                  <c:v>Ряд 3</c:v>
                </c:pt>
              </c:strCache>
            </c:strRef>
          </c:tx>
          <c:spPr>
            <a:solidFill>
              <a:schemeClr val="accent3"/>
            </a:solidFill>
            <a:ln>
              <a:noFill/>
            </a:ln>
            <a:effectLst/>
          </c:spPr>
          <c:invertIfNegative val="0"/>
          <c:cat>
            <c:strRef>
              <c:f>Лист1!$A$2</c:f>
              <c:strCache>
                <c:ptCount val="1"/>
                <c:pt idx="0">
                  <c:v>Категория 1</c:v>
                </c:pt>
              </c:strCache>
            </c:strRef>
          </c:cat>
          <c:val>
            <c:numRef>
              <c:f>Лист1!$D$2</c:f>
              <c:numCache>
                <c:formatCode>General</c:formatCode>
                <c:ptCount val="1"/>
                <c:pt idx="0">
                  <c:v>5</c:v>
                </c:pt>
              </c:numCache>
            </c:numRef>
          </c:val>
          <c:extLst>
            <c:ext xmlns:c16="http://schemas.microsoft.com/office/drawing/2014/chart" uri="{C3380CC4-5D6E-409C-BE32-E72D297353CC}">
              <c16:uniqueId val="{00000002-98EB-4013-822F-C665EE6E62B2}"/>
            </c:ext>
          </c:extLst>
        </c:ser>
        <c:dLbls>
          <c:showLegendKey val="0"/>
          <c:showVal val="0"/>
          <c:showCatName val="0"/>
          <c:showSerName val="0"/>
          <c:showPercent val="0"/>
          <c:showBubbleSize val="0"/>
        </c:dLbls>
        <c:gapWidth val="150"/>
        <c:overlap val="100"/>
        <c:axId val="254918207"/>
        <c:axId val="43047791"/>
      </c:barChart>
      <c:catAx>
        <c:axId val="254918207"/>
        <c:scaling>
          <c:orientation val="minMax"/>
        </c:scaling>
        <c:delete val="1"/>
        <c:axPos val="l"/>
        <c:numFmt formatCode="General" sourceLinked="1"/>
        <c:majorTickMark val="none"/>
        <c:minorTickMark val="none"/>
        <c:tickLblPos val="nextTo"/>
        <c:crossAx val="43047791"/>
        <c:crosses val="autoZero"/>
        <c:auto val="1"/>
        <c:lblAlgn val="ctr"/>
        <c:lblOffset val="100"/>
        <c:noMultiLvlLbl val="0"/>
      </c:catAx>
      <c:valAx>
        <c:axId val="43047791"/>
        <c:scaling>
          <c:orientation val="minMax"/>
        </c:scaling>
        <c:delete val="1"/>
        <c:axPos val="b"/>
        <c:numFmt formatCode="0%" sourceLinked="1"/>
        <c:majorTickMark val="none"/>
        <c:minorTickMark val="none"/>
        <c:tickLblPos val="nextTo"/>
        <c:crossAx val="25491820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8482990908232E-4"/>
          <c:y val="8.4526891606074378E-2"/>
          <c:w val="0.99929416830708662"/>
          <c:h val="0.7422162016741044"/>
        </c:manualLayout>
      </c:layout>
      <c:lineChart>
        <c:grouping val="standard"/>
        <c:varyColors val="0"/>
        <c:ser>
          <c:idx val="0"/>
          <c:order val="0"/>
          <c:tx>
            <c:strRef>
              <c:f>Лист1!$B$1</c:f>
              <c:strCache>
                <c:ptCount val="1"/>
                <c:pt idx="0">
                  <c:v>Показатель 1</c:v>
                </c:pt>
              </c:strCache>
            </c:strRef>
          </c:tx>
          <c:spPr>
            <a:ln w="28575" cap="rnd">
              <a:solidFill>
                <a:schemeClr val="accent1"/>
              </a:solidFill>
              <a:round/>
            </a:ln>
            <a:effectLst/>
          </c:spPr>
          <c:marker>
            <c:symbol val="none"/>
          </c:marker>
          <c:dLbls>
            <c:dLbl>
              <c:idx val="0"/>
              <c:layout>
                <c:manualLayout>
                  <c:x val="-3.1627960374530022E-2"/>
                  <c:y val="-9.953710960710827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11E-4652-97FE-FBC065E0D909}"/>
                </c:ext>
              </c:extLst>
            </c:dLbl>
            <c:dLbl>
              <c:idx val="1"/>
              <c:layout>
                <c:manualLayout>
                  <c:x val="-4.3320211683199383E-2"/>
                  <c:y val="-9.953710960710819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11E-4652-97FE-FBC065E0D909}"/>
                </c:ext>
              </c:extLst>
            </c:dLbl>
            <c:dLbl>
              <c:idx val="2"/>
              <c:layout>
                <c:manualLayout>
                  <c:x val="-4.3320211683199356E-2"/>
                  <c:y val="-9.027784359714473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11E-4652-97FE-FBC065E0D909}"/>
                </c:ext>
              </c:extLst>
            </c:dLbl>
            <c:dLbl>
              <c:idx val="3"/>
              <c:layout>
                <c:manualLayout>
                  <c:x val="-3.4908520094228609E-2"/>
                  <c:y val="-9.953710960710819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11E-4652-97FE-FBC065E0D909}"/>
                </c:ext>
              </c:extLst>
            </c:dLbl>
            <c:dLbl>
              <c:idx val="4"/>
              <c:layout>
                <c:manualLayout>
                  <c:x val="-4.3320211683199356E-2"/>
                  <c:y val="-9.953710960710827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11E-4652-97FE-FBC065E0D909}"/>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Лист1!$A$2:$A$9</c:f>
              <c:numCache>
                <c:formatCode>General</c:formatCode>
                <c:ptCount val="8"/>
                <c:pt idx="0">
                  <c:v>2014</c:v>
                </c:pt>
                <c:pt idx="1">
                  <c:v>2015</c:v>
                </c:pt>
                <c:pt idx="2">
                  <c:v>2016</c:v>
                </c:pt>
                <c:pt idx="3">
                  <c:v>2017</c:v>
                </c:pt>
                <c:pt idx="4">
                  <c:v>2018</c:v>
                </c:pt>
                <c:pt idx="5">
                  <c:v>2019</c:v>
                </c:pt>
                <c:pt idx="6">
                  <c:v>2020</c:v>
                </c:pt>
                <c:pt idx="7">
                  <c:v>2021</c:v>
                </c:pt>
              </c:numCache>
            </c:numRef>
          </c:cat>
          <c:val>
            <c:numRef>
              <c:f>Лист1!$B$2:$B$9</c:f>
              <c:numCache>
                <c:formatCode>General</c:formatCode>
                <c:ptCount val="8"/>
                <c:pt idx="0">
                  <c:v>1</c:v>
                </c:pt>
                <c:pt idx="1">
                  <c:v>1.2</c:v>
                </c:pt>
                <c:pt idx="2">
                  <c:v>0.9</c:v>
                </c:pt>
                <c:pt idx="3">
                  <c:v>1.1000000000000001</c:v>
                </c:pt>
                <c:pt idx="4">
                  <c:v>1.6</c:v>
                </c:pt>
                <c:pt idx="5">
                  <c:v>1.8</c:v>
                </c:pt>
              </c:numCache>
            </c:numRef>
          </c:val>
          <c:smooth val="0"/>
          <c:extLst>
            <c:ext xmlns:c16="http://schemas.microsoft.com/office/drawing/2014/chart" uri="{C3380CC4-5D6E-409C-BE32-E72D297353CC}">
              <c16:uniqueId val="{00000000-111E-4652-97FE-FBC065E0D909}"/>
            </c:ext>
          </c:extLst>
        </c:ser>
        <c:ser>
          <c:idx val="1"/>
          <c:order val="1"/>
          <c:tx>
            <c:strRef>
              <c:f>Лист1!$C$1</c:f>
              <c:strCache>
                <c:ptCount val="1"/>
                <c:pt idx="0">
                  <c:v>Показатель 2</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Лист1!$A$2:$A$9</c:f>
              <c:numCache>
                <c:formatCode>General</c:formatCode>
                <c:ptCount val="8"/>
                <c:pt idx="0">
                  <c:v>2014</c:v>
                </c:pt>
                <c:pt idx="1">
                  <c:v>2015</c:v>
                </c:pt>
                <c:pt idx="2">
                  <c:v>2016</c:v>
                </c:pt>
                <c:pt idx="3">
                  <c:v>2017</c:v>
                </c:pt>
                <c:pt idx="4">
                  <c:v>2018</c:v>
                </c:pt>
                <c:pt idx="5">
                  <c:v>2019</c:v>
                </c:pt>
                <c:pt idx="6">
                  <c:v>2020</c:v>
                </c:pt>
                <c:pt idx="7">
                  <c:v>2021</c:v>
                </c:pt>
              </c:numCache>
            </c:numRef>
          </c:cat>
          <c:val>
            <c:numRef>
              <c:f>Лист1!$C$2:$C$9</c:f>
              <c:numCache>
                <c:formatCode>General</c:formatCode>
                <c:ptCount val="8"/>
                <c:pt idx="0">
                  <c:v>3.2</c:v>
                </c:pt>
                <c:pt idx="1">
                  <c:v>4.3</c:v>
                </c:pt>
                <c:pt idx="2">
                  <c:v>3.5</c:v>
                </c:pt>
                <c:pt idx="3">
                  <c:v>4.7</c:v>
                </c:pt>
                <c:pt idx="4">
                  <c:v>4.9000000000000004</c:v>
                </c:pt>
                <c:pt idx="5">
                  <c:v>5</c:v>
                </c:pt>
              </c:numCache>
            </c:numRef>
          </c:val>
          <c:smooth val="0"/>
          <c:extLst>
            <c:ext xmlns:c16="http://schemas.microsoft.com/office/drawing/2014/chart" uri="{C3380CC4-5D6E-409C-BE32-E72D297353CC}">
              <c16:uniqueId val="{00000001-111E-4652-97FE-FBC065E0D909}"/>
            </c:ext>
          </c:extLst>
        </c:ser>
        <c:ser>
          <c:idx val="2"/>
          <c:order val="2"/>
          <c:tx>
            <c:strRef>
              <c:f>Лист1!$D$1</c:f>
              <c:strCache>
                <c:ptCount val="1"/>
                <c:pt idx="0">
                  <c:v>Показатель 3</c:v>
                </c:pt>
              </c:strCache>
            </c:strRef>
          </c:tx>
          <c:spPr>
            <a:ln w="28575" cap="rnd">
              <a:solidFill>
                <a:schemeClr val="accent1"/>
              </a:solidFill>
              <a:prstDash val="sysDash"/>
              <a:round/>
            </a:ln>
            <a:effectLst/>
          </c:spPr>
          <c:marker>
            <c:symbol val="none"/>
          </c:marker>
          <c:dLbls>
            <c:dLbl>
              <c:idx val="5"/>
              <c:delete val="1"/>
              <c:extLst>
                <c:ext xmlns:c15="http://schemas.microsoft.com/office/drawing/2012/chart" uri="{CE6537A1-D6FC-4f65-9D91-7224C49458BB}"/>
                <c:ext xmlns:c16="http://schemas.microsoft.com/office/drawing/2014/chart" uri="{C3380CC4-5D6E-409C-BE32-E72D297353CC}">
                  <c16:uniqueId val="{00000000-5F68-4266-8BF0-C0F68D5BEE0B}"/>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Лист1!$A$2:$A$9</c:f>
              <c:numCache>
                <c:formatCode>General</c:formatCode>
                <c:ptCount val="8"/>
                <c:pt idx="0">
                  <c:v>2014</c:v>
                </c:pt>
                <c:pt idx="1">
                  <c:v>2015</c:v>
                </c:pt>
                <c:pt idx="2">
                  <c:v>2016</c:v>
                </c:pt>
                <c:pt idx="3">
                  <c:v>2017</c:v>
                </c:pt>
                <c:pt idx="4">
                  <c:v>2018</c:v>
                </c:pt>
                <c:pt idx="5">
                  <c:v>2019</c:v>
                </c:pt>
                <c:pt idx="6">
                  <c:v>2020</c:v>
                </c:pt>
                <c:pt idx="7">
                  <c:v>2021</c:v>
                </c:pt>
              </c:numCache>
            </c:numRef>
          </c:cat>
          <c:val>
            <c:numRef>
              <c:f>Лист1!$D$2:$D$9</c:f>
              <c:numCache>
                <c:formatCode>General</c:formatCode>
                <c:ptCount val="8"/>
                <c:pt idx="5">
                  <c:v>1.8</c:v>
                </c:pt>
                <c:pt idx="6">
                  <c:v>1.7</c:v>
                </c:pt>
                <c:pt idx="7">
                  <c:v>2.1</c:v>
                </c:pt>
              </c:numCache>
            </c:numRef>
          </c:val>
          <c:smooth val="0"/>
          <c:extLst>
            <c:ext xmlns:c16="http://schemas.microsoft.com/office/drawing/2014/chart" uri="{C3380CC4-5D6E-409C-BE32-E72D297353CC}">
              <c16:uniqueId val="{00000005-111E-4652-97FE-FBC065E0D909}"/>
            </c:ext>
          </c:extLst>
        </c:ser>
        <c:ser>
          <c:idx val="3"/>
          <c:order val="3"/>
          <c:tx>
            <c:strRef>
              <c:f>Лист1!$E$1</c:f>
              <c:strCache>
                <c:ptCount val="1"/>
                <c:pt idx="0">
                  <c:v>Показатель 4</c:v>
                </c:pt>
              </c:strCache>
            </c:strRef>
          </c:tx>
          <c:spPr>
            <a:ln w="28575" cap="rnd">
              <a:solidFill>
                <a:schemeClr val="accent2"/>
              </a:solidFill>
              <a:prstDash val="sysDash"/>
              <a:round/>
            </a:ln>
            <a:effectLst/>
          </c:spPr>
          <c:marker>
            <c:symbol val="none"/>
          </c:marker>
          <c:dLbls>
            <c:dLbl>
              <c:idx val="5"/>
              <c:delete val="1"/>
              <c:extLst>
                <c:ext xmlns:c15="http://schemas.microsoft.com/office/drawing/2012/chart" uri="{CE6537A1-D6FC-4f65-9D91-7224C49458BB}"/>
                <c:ext xmlns:c16="http://schemas.microsoft.com/office/drawing/2014/chart" uri="{C3380CC4-5D6E-409C-BE32-E72D297353CC}">
                  <c16:uniqueId val="{00000001-5F68-4266-8BF0-C0F68D5BEE0B}"/>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Лист1!$A$2:$A$9</c:f>
              <c:numCache>
                <c:formatCode>General</c:formatCode>
                <c:ptCount val="8"/>
                <c:pt idx="0">
                  <c:v>2014</c:v>
                </c:pt>
                <c:pt idx="1">
                  <c:v>2015</c:v>
                </c:pt>
                <c:pt idx="2">
                  <c:v>2016</c:v>
                </c:pt>
                <c:pt idx="3">
                  <c:v>2017</c:v>
                </c:pt>
                <c:pt idx="4">
                  <c:v>2018</c:v>
                </c:pt>
                <c:pt idx="5">
                  <c:v>2019</c:v>
                </c:pt>
                <c:pt idx="6">
                  <c:v>2020</c:v>
                </c:pt>
                <c:pt idx="7">
                  <c:v>2021</c:v>
                </c:pt>
              </c:numCache>
            </c:numRef>
          </c:cat>
          <c:val>
            <c:numRef>
              <c:f>Лист1!$E$2:$E$9</c:f>
              <c:numCache>
                <c:formatCode>General</c:formatCode>
                <c:ptCount val="8"/>
                <c:pt idx="5">
                  <c:v>5</c:v>
                </c:pt>
                <c:pt idx="6">
                  <c:v>5.4</c:v>
                </c:pt>
                <c:pt idx="7">
                  <c:v>5.6</c:v>
                </c:pt>
              </c:numCache>
            </c:numRef>
          </c:val>
          <c:smooth val="0"/>
          <c:extLst>
            <c:ext xmlns:c16="http://schemas.microsoft.com/office/drawing/2014/chart" uri="{C3380CC4-5D6E-409C-BE32-E72D297353CC}">
              <c16:uniqueId val="{00000006-111E-4652-97FE-FBC065E0D909}"/>
            </c:ext>
          </c:extLst>
        </c:ser>
        <c:dLbls>
          <c:showLegendKey val="0"/>
          <c:showVal val="1"/>
          <c:showCatName val="0"/>
          <c:showSerName val="0"/>
          <c:showPercent val="0"/>
          <c:showBubbleSize val="0"/>
        </c:dLbls>
        <c:smooth val="0"/>
        <c:axId val="755913504"/>
        <c:axId val="372711648"/>
      </c:lineChart>
      <c:catAx>
        <c:axId val="755913504"/>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372711648"/>
        <c:crosses val="autoZero"/>
        <c:auto val="1"/>
        <c:lblAlgn val="ctr"/>
        <c:lblOffset val="100"/>
        <c:noMultiLvlLbl val="0"/>
      </c:catAx>
      <c:valAx>
        <c:axId val="372711648"/>
        <c:scaling>
          <c:orientation val="minMax"/>
        </c:scaling>
        <c:delete val="1"/>
        <c:axPos val="l"/>
        <c:numFmt formatCode="General" sourceLinked="1"/>
        <c:majorTickMark val="none"/>
        <c:minorTickMark val="none"/>
        <c:tickLblPos val="nextTo"/>
        <c:crossAx val="755913504"/>
        <c:crosses val="autoZero"/>
        <c:crossBetween val="between"/>
      </c:valAx>
      <c:spPr>
        <a:noFill/>
        <a:ln>
          <a:noFill/>
        </a:ln>
        <a:effectLst/>
      </c:spPr>
    </c:plotArea>
    <c:legend>
      <c:legendPos val="t"/>
      <c:legendEntry>
        <c:idx val="2"/>
        <c:delete val="1"/>
      </c:legendEntry>
      <c:legendEntry>
        <c:idx val="3"/>
        <c:delete val="1"/>
      </c:legendEntry>
      <c:layout>
        <c:manualLayout>
          <c:xMode val="edge"/>
          <c:yMode val="edge"/>
          <c:x val="1.4957719298374248E-2"/>
          <c:y val="2.2866299665557862E-2"/>
          <c:w val="0.64697140360764249"/>
          <c:h val="0.147384913520642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97465791914636"/>
          <c:y val="1.8646266378799636E-2"/>
          <c:w val="0.68645431170566751"/>
          <c:h val="0.96758853122478805"/>
        </c:manualLayout>
      </c:layout>
      <c:doughnutChart>
        <c:varyColors val="1"/>
        <c:ser>
          <c:idx val="0"/>
          <c:order val="0"/>
          <c:tx>
            <c:strRef>
              <c:f>Лист1!$B$1</c:f>
              <c:strCache>
                <c:ptCount val="1"/>
                <c:pt idx="0">
                  <c:v>Продажи</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2A59-40F0-B90A-04C0AD5F1D76}"/>
              </c:ext>
            </c:extLst>
          </c:dPt>
          <c:dPt>
            <c:idx val="1"/>
            <c:bubble3D val="0"/>
            <c:spPr>
              <a:solidFill>
                <a:schemeClr val="accent6">
                  <a:lumMod val="60000"/>
                  <a:lumOff val="40000"/>
                </a:schemeClr>
              </a:solidFill>
              <a:ln w="19050">
                <a:noFill/>
              </a:ln>
              <a:effectLst/>
            </c:spPr>
            <c:extLst>
              <c:ext xmlns:c16="http://schemas.microsoft.com/office/drawing/2014/chart" uri="{C3380CC4-5D6E-409C-BE32-E72D297353CC}">
                <c16:uniqueId val="{00000003-2A59-40F0-B90A-04C0AD5F1D76}"/>
              </c:ext>
            </c:extLst>
          </c:dPt>
          <c:dLbls>
            <c:delete val="1"/>
          </c:dLbls>
          <c:cat>
            <c:strRef>
              <c:f>Лист1!$A$2:$A$3</c:f>
              <c:strCache>
                <c:ptCount val="2"/>
                <c:pt idx="0">
                  <c:v>Категория 1</c:v>
                </c:pt>
                <c:pt idx="1">
                  <c:v>Категория 2</c:v>
                </c:pt>
              </c:strCache>
            </c:strRef>
          </c:cat>
          <c:val>
            <c:numRef>
              <c:f>Лист1!$B$2:$B$3</c:f>
              <c:numCache>
                <c:formatCode>0.00%</c:formatCode>
                <c:ptCount val="2"/>
                <c:pt idx="0">
                  <c:v>0.8</c:v>
                </c:pt>
                <c:pt idx="1">
                  <c:v>0.2</c:v>
                </c:pt>
              </c:numCache>
            </c:numRef>
          </c:val>
          <c:extLst>
            <c:ext xmlns:c16="http://schemas.microsoft.com/office/drawing/2014/chart" uri="{C3380CC4-5D6E-409C-BE32-E72D297353CC}">
              <c16:uniqueId val="{00000006-2A59-40F0-B90A-04C0AD5F1D76}"/>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000959101787977"/>
          <c:y val="5.4195902085642234E-2"/>
          <c:w val="0.59579673327165594"/>
          <c:h val="0.91515276431586234"/>
        </c:manualLayout>
      </c:layout>
      <c:doughnutChart>
        <c:varyColors val="1"/>
        <c:ser>
          <c:idx val="0"/>
          <c:order val="0"/>
          <c:tx>
            <c:strRef>
              <c:f>Лист1!$B$1</c:f>
              <c:strCache>
                <c:ptCount val="1"/>
                <c:pt idx="0">
                  <c:v>Продажи</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64D6-4FA4-B437-148DAB64A648}"/>
              </c:ext>
            </c:extLst>
          </c:dPt>
          <c:dPt>
            <c:idx val="1"/>
            <c:bubble3D val="0"/>
            <c:spPr>
              <a:solidFill>
                <a:schemeClr val="accent2"/>
              </a:solidFill>
              <a:ln w="19050">
                <a:noFill/>
              </a:ln>
              <a:effectLst/>
            </c:spPr>
            <c:extLst>
              <c:ext xmlns:c16="http://schemas.microsoft.com/office/drawing/2014/chart" uri="{C3380CC4-5D6E-409C-BE32-E72D297353CC}">
                <c16:uniqueId val="{00000003-64D6-4FA4-B437-148DAB64A648}"/>
              </c:ext>
            </c:extLst>
          </c:dPt>
          <c:dPt>
            <c:idx val="2"/>
            <c:bubble3D val="0"/>
            <c:spPr>
              <a:solidFill>
                <a:schemeClr val="accent3"/>
              </a:solidFill>
              <a:ln w="19050">
                <a:noFill/>
              </a:ln>
              <a:effectLst/>
            </c:spPr>
            <c:extLst>
              <c:ext xmlns:c16="http://schemas.microsoft.com/office/drawing/2014/chart" uri="{C3380CC4-5D6E-409C-BE32-E72D297353CC}">
                <c16:uniqueId val="{00000005-64D6-4FA4-B437-148DAB64A648}"/>
              </c:ext>
            </c:extLst>
          </c:dPt>
          <c:dLbls>
            <c:dLbl>
              <c:idx val="0"/>
              <c:layout>
                <c:manualLayout>
                  <c:x val="0.15594580257838739"/>
                  <c:y val="-0.21504372279995829"/>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22674254132213212"/>
                      <c:h val="0.12355410850689276"/>
                    </c:manualLayout>
                  </c15:layout>
                </c:ext>
                <c:ext xmlns:c16="http://schemas.microsoft.com/office/drawing/2014/chart" uri="{C3380CC4-5D6E-409C-BE32-E72D297353CC}">
                  <c16:uniqueId val="{00000001-64D6-4FA4-B437-148DAB64A648}"/>
                </c:ext>
              </c:extLst>
            </c:dLbl>
            <c:dLbl>
              <c:idx val="1"/>
              <c:layout>
                <c:manualLayout>
                  <c:x val="-0.23348849077854428"/>
                  <c:y val="6.9021493583975968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25088808048912936"/>
                      <c:h val="8.3715308482744499E-2"/>
                    </c:manualLayout>
                  </c15:layout>
                </c:ext>
                <c:ext xmlns:c16="http://schemas.microsoft.com/office/drawing/2014/chart" uri="{C3380CC4-5D6E-409C-BE32-E72D297353CC}">
                  <c16:uniqueId val="{00000003-64D6-4FA4-B437-148DAB64A648}"/>
                </c:ext>
              </c:extLst>
            </c:dLbl>
            <c:dLbl>
              <c:idx val="2"/>
              <c:layout>
                <c:manualLayout>
                  <c:x val="-0.17501187878361255"/>
                  <c:y val="-0.11167632384799257"/>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23151560708754851"/>
                      <c:h val="0.10600051745243491"/>
                    </c:manualLayout>
                  </c15:layout>
                </c:ext>
                <c:ext xmlns:c16="http://schemas.microsoft.com/office/drawing/2014/chart" uri="{C3380CC4-5D6E-409C-BE32-E72D297353CC}">
                  <c16:uniqueId val="{00000005-64D6-4FA4-B437-148DAB64A648}"/>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extLst>
          </c:dLbls>
          <c:cat>
            <c:strRef>
              <c:f>Лист1!$A$2:$A$4</c:f>
              <c:strCache>
                <c:ptCount val="3"/>
                <c:pt idx="0">
                  <c:v>Категория 1 </c:v>
                </c:pt>
                <c:pt idx="1">
                  <c:v>Категория 2 </c:v>
                </c:pt>
                <c:pt idx="2">
                  <c:v>Категория 3 </c:v>
                </c:pt>
              </c:strCache>
            </c:strRef>
          </c:cat>
          <c:val>
            <c:numRef>
              <c:f>Лист1!$B$2:$B$4</c:f>
              <c:numCache>
                <c:formatCode>0.00%</c:formatCode>
                <c:ptCount val="3"/>
                <c:pt idx="0">
                  <c:v>0.40500000000000003</c:v>
                </c:pt>
                <c:pt idx="1">
                  <c:v>0.34200000000000003</c:v>
                </c:pt>
                <c:pt idx="2">
                  <c:v>0.253</c:v>
                </c:pt>
              </c:numCache>
            </c:numRef>
          </c:val>
          <c:extLst>
            <c:ext xmlns:c16="http://schemas.microsoft.com/office/drawing/2014/chart" uri="{C3380CC4-5D6E-409C-BE32-E72D297353CC}">
              <c16:uniqueId val="{00000006-64D6-4FA4-B437-148DAB64A648}"/>
            </c:ext>
          </c:extLst>
        </c:ser>
        <c:dLbls>
          <c:showLegendKey val="0"/>
          <c:showVal val="1"/>
          <c:showCatName val="0"/>
          <c:showSerName val="0"/>
          <c:showPercent val="0"/>
          <c:showBubbleSize val="0"/>
          <c:showLeaderLines val="0"/>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25363691020992085"/>
          <c:w val="0.96562499999999996"/>
          <c:h val="0.58573104539603982"/>
        </c:manualLayout>
      </c:layout>
      <c:barChart>
        <c:barDir val="col"/>
        <c:grouping val="stack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Лист1!$B$2:$B$5</c:f>
              <c:numCache>
                <c:formatCode>General</c:formatCode>
                <c:ptCount val="4"/>
                <c:pt idx="0">
                  <c:v>3.5</c:v>
                </c:pt>
                <c:pt idx="1">
                  <c:v>4.5</c:v>
                </c:pt>
                <c:pt idx="2">
                  <c:v>4.7</c:v>
                </c:pt>
                <c:pt idx="3">
                  <c:v>4.9000000000000004</c:v>
                </c:pt>
              </c:numCache>
            </c:numRef>
          </c:val>
          <c:extLst>
            <c:ext xmlns:c16="http://schemas.microsoft.com/office/drawing/2014/chart" uri="{C3380CC4-5D6E-409C-BE32-E72D297353CC}">
              <c16:uniqueId val="{00000000-6C6D-4B67-9F96-58317B6EAB38}"/>
            </c:ext>
          </c:extLst>
        </c:ser>
        <c:ser>
          <c:idx val="1"/>
          <c:order val="1"/>
          <c:tx>
            <c:strRef>
              <c:f>Лист1!$C$1</c:f>
              <c:strCache>
                <c:ptCount val="1"/>
                <c:pt idx="0">
                  <c:v>Параметр 2</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Лист1!$C$2:$C$5</c:f>
              <c:numCache>
                <c:formatCode>General</c:formatCode>
                <c:ptCount val="4"/>
                <c:pt idx="0">
                  <c:v>1.8</c:v>
                </c:pt>
                <c:pt idx="1">
                  <c:v>2.8</c:v>
                </c:pt>
                <c:pt idx="2">
                  <c:v>3.5</c:v>
                </c:pt>
                <c:pt idx="3">
                  <c:v>4.0999999999999996</c:v>
                </c:pt>
              </c:numCache>
            </c:numRef>
          </c:val>
          <c:extLst>
            <c:ext xmlns:c16="http://schemas.microsoft.com/office/drawing/2014/chart" uri="{C3380CC4-5D6E-409C-BE32-E72D297353CC}">
              <c16:uniqueId val="{00000001-6C6D-4B67-9F96-58317B6EAB38}"/>
            </c:ext>
          </c:extLst>
        </c:ser>
        <c:dLbls>
          <c:showLegendKey val="0"/>
          <c:showVal val="1"/>
          <c:showCatName val="0"/>
          <c:showSerName val="0"/>
          <c:showPercent val="0"/>
          <c:showBubbleSize val="0"/>
        </c:dLbls>
        <c:gapWidth val="100"/>
        <c:overlap val="10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3.8840360807922457E-3"/>
          <c:y val="6.2205542151235034E-2"/>
          <c:w val="0.88082135641205983"/>
          <c:h val="0.1265128070236654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25633256046549957"/>
          <c:w val="0.96562499999999996"/>
          <c:h val="0.57465702718233436"/>
        </c:manualLayout>
      </c:layout>
      <c:barChart>
        <c:barDir val="col"/>
        <c:grouping val="stacked"/>
        <c:varyColors val="0"/>
        <c:ser>
          <c:idx val="0"/>
          <c:order val="0"/>
          <c:tx>
            <c:strRef>
              <c:f>Лист1!$B$1</c:f>
              <c:strCache>
                <c:ptCount val="1"/>
                <c:pt idx="0">
                  <c:v>Параметр 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Лист1!$B$2:$B$5</c:f>
              <c:numCache>
                <c:formatCode>General</c:formatCode>
                <c:ptCount val="4"/>
                <c:pt idx="0">
                  <c:v>3.5</c:v>
                </c:pt>
                <c:pt idx="1">
                  <c:v>4.5</c:v>
                </c:pt>
                <c:pt idx="2">
                  <c:v>4.7</c:v>
                </c:pt>
                <c:pt idx="3">
                  <c:v>4.9000000000000004</c:v>
                </c:pt>
              </c:numCache>
            </c:numRef>
          </c:val>
          <c:extLst>
            <c:ext xmlns:c16="http://schemas.microsoft.com/office/drawing/2014/chart" uri="{C3380CC4-5D6E-409C-BE32-E72D297353CC}">
              <c16:uniqueId val="{00000000-6C6D-4B67-9F96-58317B6EAB38}"/>
            </c:ext>
          </c:extLst>
        </c:ser>
        <c:ser>
          <c:idx val="1"/>
          <c:order val="1"/>
          <c:tx>
            <c:strRef>
              <c:f>Лист1!$C$1</c:f>
              <c:strCache>
                <c:ptCount val="1"/>
                <c:pt idx="0">
                  <c:v>Параметр 2</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Лист1!$C$2:$C$5</c:f>
              <c:numCache>
                <c:formatCode>General</c:formatCode>
                <c:ptCount val="4"/>
                <c:pt idx="0">
                  <c:v>1.8</c:v>
                </c:pt>
                <c:pt idx="1">
                  <c:v>2.8</c:v>
                </c:pt>
                <c:pt idx="2">
                  <c:v>3.5</c:v>
                </c:pt>
                <c:pt idx="3">
                  <c:v>4.0999999999999996</c:v>
                </c:pt>
              </c:numCache>
            </c:numRef>
          </c:val>
          <c:extLst>
            <c:ext xmlns:c16="http://schemas.microsoft.com/office/drawing/2014/chart" uri="{C3380CC4-5D6E-409C-BE32-E72D297353CC}">
              <c16:uniqueId val="{00000001-6C6D-4B67-9F96-58317B6EAB38}"/>
            </c:ext>
          </c:extLst>
        </c:ser>
        <c:dLbls>
          <c:showLegendKey val="0"/>
          <c:showVal val="1"/>
          <c:showCatName val="0"/>
          <c:showSerName val="0"/>
          <c:showPercent val="0"/>
          <c:showBubbleSize val="0"/>
        </c:dLbls>
        <c:gapWidth val="100"/>
        <c:overlap val="10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0"/>
          <c:y val="7.3279729615429223E-2"/>
          <c:w val="0.88082135641205983"/>
          <c:h val="0.1265128070236654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25363691020992085"/>
          <c:w val="0.96562499999999996"/>
          <c:h val="0.58573104539603982"/>
        </c:manualLayout>
      </c:layout>
      <c:barChart>
        <c:barDir val="col"/>
        <c:grouping val="stacked"/>
        <c:varyColors val="0"/>
        <c:ser>
          <c:idx val="0"/>
          <c:order val="0"/>
          <c:tx>
            <c:strRef>
              <c:f>Лист1!$B$1</c:f>
              <c:strCache>
                <c:ptCount val="1"/>
                <c:pt idx="0">
                  <c:v>Параметр 1</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Лист1!$B$2:$B$5</c:f>
              <c:numCache>
                <c:formatCode>General</c:formatCode>
                <c:ptCount val="4"/>
                <c:pt idx="0">
                  <c:v>3.5</c:v>
                </c:pt>
                <c:pt idx="1">
                  <c:v>4.5</c:v>
                </c:pt>
                <c:pt idx="2">
                  <c:v>4.7</c:v>
                </c:pt>
                <c:pt idx="3">
                  <c:v>4.9000000000000004</c:v>
                </c:pt>
              </c:numCache>
            </c:numRef>
          </c:val>
          <c:extLst>
            <c:ext xmlns:c16="http://schemas.microsoft.com/office/drawing/2014/chart" uri="{C3380CC4-5D6E-409C-BE32-E72D297353CC}">
              <c16:uniqueId val="{00000000-6C6D-4B67-9F96-58317B6EAB38}"/>
            </c:ext>
          </c:extLst>
        </c:ser>
        <c:ser>
          <c:idx val="1"/>
          <c:order val="1"/>
          <c:tx>
            <c:strRef>
              <c:f>Лист1!$C$1</c:f>
              <c:strCache>
                <c:ptCount val="1"/>
                <c:pt idx="0">
                  <c:v>Параметр 2</c:v>
                </c:pt>
              </c:strCache>
            </c:strRef>
          </c:tx>
          <c:spPr>
            <a:solidFill>
              <a:schemeClr val="accent3">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Лист1!$C$2:$C$5</c:f>
              <c:numCache>
                <c:formatCode>General</c:formatCode>
                <c:ptCount val="4"/>
                <c:pt idx="0">
                  <c:v>1.8</c:v>
                </c:pt>
                <c:pt idx="1">
                  <c:v>2.8</c:v>
                </c:pt>
                <c:pt idx="2">
                  <c:v>3.5</c:v>
                </c:pt>
                <c:pt idx="3">
                  <c:v>4.0999999999999996</c:v>
                </c:pt>
              </c:numCache>
            </c:numRef>
          </c:val>
          <c:extLst>
            <c:ext xmlns:c16="http://schemas.microsoft.com/office/drawing/2014/chart" uri="{C3380CC4-5D6E-409C-BE32-E72D297353CC}">
              <c16:uniqueId val="{00000001-6C6D-4B67-9F96-58317B6EAB38}"/>
            </c:ext>
          </c:extLst>
        </c:ser>
        <c:dLbls>
          <c:showLegendKey val="0"/>
          <c:showVal val="1"/>
          <c:showCatName val="0"/>
          <c:showSerName val="0"/>
          <c:showPercent val="0"/>
          <c:showBubbleSize val="0"/>
        </c:dLbls>
        <c:gapWidth val="100"/>
        <c:overlap val="10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0"/>
          <c:y val="7.3279729615429223E-2"/>
          <c:w val="0.88082135641205983"/>
          <c:h val="0.1265128070236654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25363691020992085"/>
          <c:w val="0.96562499999999996"/>
          <c:h val="0.58573104539603982"/>
        </c:manualLayout>
      </c:layout>
      <c:barChart>
        <c:barDir val="col"/>
        <c:grouping val="stacked"/>
        <c:varyColors val="0"/>
        <c:ser>
          <c:idx val="0"/>
          <c:order val="0"/>
          <c:tx>
            <c:strRef>
              <c:f>Лист1!$B$1</c:f>
              <c:strCache>
                <c:ptCount val="1"/>
                <c:pt idx="0">
                  <c:v>Параметр 1</c:v>
                </c:pt>
              </c:strCache>
            </c:strRef>
          </c:tx>
          <c:spPr>
            <a:solidFill>
              <a:schemeClr val="accent6">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Лист1!$B$2:$B$5</c:f>
              <c:numCache>
                <c:formatCode>General</c:formatCode>
                <c:ptCount val="4"/>
                <c:pt idx="0">
                  <c:v>3.5</c:v>
                </c:pt>
                <c:pt idx="1">
                  <c:v>4.5</c:v>
                </c:pt>
                <c:pt idx="2">
                  <c:v>4.7</c:v>
                </c:pt>
                <c:pt idx="3">
                  <c:v>4.9000000000000004</c:v>
                </c:pt>
              </c:numCache>
            </c:numRef>
          </c:val>
          <c:extLst>
            <c:ext xmlns:c16="http://schemas.microsoft.com/office/drawing/2014/chart" uri="{C3380CC4-5D6E-409C-BE32-E72D297353CC}">
              <c16:uniqueId val="{00000000-6C6D-4B67-9F96-58317B6EAB38}"/>
            </c:ext>
          </c:extLst>
        </c:ser>
        <c:ser>
          <c:idx val="1"/>
          <c:order val="1"/>
          <c:tx>
            <c:strRef>
              <c:f>Лист1!$C$1</c:f>
              <c:strCache>
                <c:ptCount val="1"/>
                <c:pt idx="0">
                  <c:v>Параметр 2</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2017</c:v>
                </c:pt>
                <c:pt idx="1">
                  <c:v>2018</c:v>
                </c:pt>
                <c:pt idx="2">
                  <c:v>2019</c:v>
                </c:pt>
                <c:pt idx="3">
                  <c:v>2020</c:v>
                </c:pt>
              </c:numCache>
            </c:numRef>
          </c:cat>
          <c:val>
            <c:numRef>
              <c:f>Лист1!$C$2:$C$5</c:f>
              <c:numCache>
                <c:formatCode>General</c:formatCode>
                <c:ptCount val="4"/>
                <c:pt idx="0">
                  <c:v>1.8</c:v>
                </c:pt>
                <c:pt idx="1">
                  <c:v>2.8</c:v>
                </c:pt>
                <c:pt idx="2">
                  <c:v>3.5</c:v>
                </c:pt>
                <c:pt idx="3">
                  <c:v>4.0999999999999996</c:v>
                </c:pt>
              </c:numCache>
            </c:numRef>
          </c:val>
          <c:extLst>
            <c:ext xmlns:c16="http://schemas.microsoft.com/office/drawing/2014/chart" uri="{C3380CC4-5D6E-409C-BE32-E72D297353CC}">
              <c16:uniqueId val="{00000001-6C6D-4B67-9F96-58317B6EAB38}"/>
            </c:ext>
          </c:extLst>
        </c:ser>
        <c:dLbls>
          <c:showLegendKey val="0"/>
          <c:showVal val="1"/>
          <c:showCatName val="0"/>
          <c:showSerName val="0"/>
          <c:showPercent val="0"/>
          <c:showBubbleSize val="0"/>
        </c:dLbls>
        <c:gapWidth val="100"/>
        <c:overlap val="10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0"/>
          <c:y val="8.4353917079623406E-2"/>
          <c:w val="0.88082135641205983"/>
          <c:h val="0.1265128070236654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5.5114321028417228E-2"/>
          <c:w val="0.96562499999999996"/>
          <c:h val="0.84391900822205101"/>
        </c:manualLayout>
      </c:layout>
      <c:barChart>
        <c:barDir val="col"/>
        <c:grouping val="stack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2017</c:v>
                </c:pt>
                <c:pt idx="1">
                  <c:v>2018</c:v>
                </c:pt>
                <c:pt idx="2">
                  <c:v>2019</c:v>
                </c:pt>
                <c:pt idx="3">
                  <c:v>2020</c:v>
                </c:pt>
                <c:pt idx="4">
                  <c:v>2021</c:v>
                </c:pt>
                <c:pt idx="5">
                  <c:v>2022</c:v>
                </c:pt>
                <c:pt idx="6">
                  <c:v>2023П</c:v>
                </c:pt>
              </c:strCache>
            </c:strRef>
          </c:cat>
          <c:val>
            <c:numRef>
              <c:f>Лист1!$B$2:$B$8</c:f>
              <c:numCache>
                <c:formatCode>General</c:formatCode>
                <c:ptCount val="7"/>
                <c:pt idx="0">
                  <c:v>8.8000000000000007</c:v>
                </c:pt>
                <c:pt idx="1">
                  <c:v>12.2</c:v>
                </c:pt>
                <c:pt idx="2">
                  <c:v>15.4</c:v>
                </c:pt>
                <c:pt idx="3">
                  <c:v>13.6</c:v>
                </c:pt>
                <c:pt idx="4">
                  <c:v>14.7</c:v>
                </c:pt>
                <c:pt idx="5">
                  <c:v>15.4</c:v>
                </c:pt>
                <c:pt idx="6">
                  <c:v>16.7</c:v>
                </c:pt>
              </c:numCache>
            </c:numRef>
          </c:val>
          <c:extLst>
            <c:ext xmlns:c16="http://schemas.microsoft.com/office/drawing/2014/chart" uri="{C3380CC4-5D6E-409C-BE32-E72D297353CC}">
              <c16:uniqueId val="{00000000-1180-457D-A028-4103BB61301E}"/>
            </c:ext>
          </c:extLst>
        </c:ser>
        <c:ser>
          <c:idx val="1"/>
          <c:order val="1"/>
          <c:tx>
            <c:strRef>
              <c:f>Лист1!$C$1</c:f>
              <c:strCache>
                <c:ptCount val="1"/>
                <c:pt idx="0">
                  <c:v>Параметр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2017</c:v>
                </c:pt>
                <c:pt idx="1">
                  <c:v>2018</c:v>
                </c:pt>
                <c:pt idx="2">
                  <c:v>2019</c:v>
                </c:pt>
                <c:pt idx="3">
                  <c:v>2020</c:v>
                </c:pt>
                <c:pt idx="4">
                  <c:v>2021</c:v>
                </c:pt>
                <c:pt idx="5">
                  <c:v>2022</c:v>
                </c:pt>
                <c:pt idx="6">
                  <c:v>2023П</c:v>
                </c:pt>
              </c:strCache>
            </c:strRef>
          </c:cat>
          <c:val>
            <c:numRef>
              <c:f>Лист1!$C$2:$C$8</c:f>
              <c:numCache>
                <c:formatCode>General</c:formatCode>
                <c:ptCount val="7"/>
                <c:pt idx="0">
                  <c:v>2.5</c:v>
                </c:pt>
                <c:pt idx="1">
                  <c:v>3.3</c:v>
                </c:pt>
                <c:pt idx="2">
                  <c:v>4.7</c:v>
                </c:pt>
                <c:pt idx="3">
                  <c:v>2.7</c:v>
                </c:pt>
                <c:pt idx="4">
                  <c:v>3.2</c:v>
                </c:pt>
                <c:pt idx="5">
                  <c:v>3.5</c:v>
                </c:pt>
                <c:pt idx="6">
                  <c:v>3.9</c:v>
                </c:pt>
              </c:numCache>
            </c:numRef>
          </c:val>
          <c:extLst>
            <c:ext xmlns:c16="http://schemas.microsoft.com/office/drawing/2014/chart" uri="{C3380CC4-5D6E-409C-BE32-E72D297353CC}">
              <c16:uniqueId val="{00000001-1180-457D-A028-4103BB61301E}"/>
            </c:ext>
          </c:extLst>
        </c:ser>
        <c:ser>
          <c:idx val="2"/>
          <c:order val="2"/>
          <c:tx>
            <c:strRef>
              <c:f>Лист1!$D$1</c:f>
              <c:strCache>
                <c:ptCount val="1"/>
                <c:pt idx="0">
                  <c:v>Параметр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2017</c:v>
                </c:pt>
                <c:pt idx="1">
                  <c:v>2018</c:v>
                </c:pt>
                <c:pt idx="2">
                  <c:v>2019</c:v>
                </c:pt>
                <c:pt idx="3">
                  <c:v>2020</c:v>
                </c:pt>
                <c:pt idx="4">
                  <c:v>2021</c:v>
                </c:pt>
                <c:pt idx="5">
                  <c:v>2022</c:v>
                </c:pt>
                <c:pt idx="6">
                  <c:v>2023П</c:v>
                </c:pt>
              </c:strCache>
            </c:strRef>
          </c:cat>
          <c:val>
            <c:numRef>
              <c:f>Лист1!$D$2:$D$8</c:f>
              <c:numCache>
                <c:formatCode>General</c:formatCode>
                <c:ptCount val="7"/>
                <c:pt idx="0">
                  <c:v>6.1</c:v>
                </c:pt>
                <c:pt idx="1">
                  <c:v>7.8</c:v>
                </c:pt>
                <c:pt idx="2">
                  <c:v>5.2</c:v>
                </c:pt>
                <c:pt idx="3">
                  <c:v>6.9</c:v>
                </c:pt>
                <c:pt idx="4">
                  <c:v>7.2</c:v>
                </c:pt>
                <c:pt idx="5">
                  <c:v>6.4</c:v>
                </c:pt>
                <c:pt idx="6">
                  <c:v>8.3000000000000007</c:v>
                </c:pt>
              </c:numCache>
            </c:numRef>
          </c:val>
          <c:extLst>
            <c:ext xmlns:c16="http://schemas.microsoft.com/office/drawing/2014/chart" uri="{C3380CC4-5D6E-409C-BE32-E72D297353CC}">
              <c16:uniqueId val="{00000002-1180-457D-A028-4103BB61301E}"/>
            </c:ext>
          </c:extLst>
        </c:ser>
        <c:ser>
          <c:idx val="3"/>
          <c:order val="3"/>
          <c:tx>
            <c:strRef>
              <c:f>Лист1!$E$1</c:f>
              <c:strCache>
                <c:ptCount val="1"/>
                <c:pt idx="0">
                  <c:v>Параметр 4</c:v>
                </c:pt>
              </c:strCache>
            </c:strRef>
          </c:tx>
          <c:spPr>
            <a:solidFill>
              <a:schemeClr val="accent6">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2017</c:v>
                </c:pt>
                <c:pt idx="1">
                  <c:v>2018</c:v>
                </c:pt>
                <c:pt idx="2">
                  <c:v>2019</c:v>
                </c:pt>
                <c:pt idx="3">
                  <c:v>2020</c:v>
                </c:pt>
                <c:pt idx="4">
                  <c:v>2021</c:v>
                </c:pt>
                <c:pt idx="5">
                  <c:v>2022</c:v>
                </c:pt>
                <c:pt idx="6">
                  <c:v>2023П</c:v>
                </c:pt>
              </c:strCache>
            </c:strRef>
          </c:cat>
          <c:val>
            <c:numRef>
              <c:f>Лист1!$E$2:$E$8</c:f>
              <c:numCache>
                <c:formatCode>General</c:formatCode>
                <c:ptCount val="7"/>
                <c:pt idx="0">
                  <c:v>4</c:v>
                </c:pt>
                <c:pt idx="1">
                  <c:v>4.3</c:v>
                </c:pt>
                <c:pt idx="2">
                  <c:v>5.2</c:v>
                </c:pt>
                <c:pt idx="3">
                  <c:v>4.9000000000000004</c:v>
                </c:pt>
                <c:pt idx="4">
                  <c:v>5.0999999999999996</c:v>
                </c:pt>
                <c:pt idx="5">
                  <c:v>4.5999999999999996</c:v>
                </c:pt>
                <c:pt idx="6">
                  <c:v>5.3</c:v>
                </c:pt>
              </c:numCache>
            </c:numRef>
          </c:val>
          <c:extLst>
            <c:ext xmlns:c16="http://schemas.microsoft.com/office/drawing/2014/chart" uri="{C3380CC4-5D6E-409C-BE32-E72D297353CC}">
              <c16:uniqueId val="{00000003-1180-457D-A028-4103BB61301E}"/>
            </c:ext>
          </c:extLst>
        </c:ser>
        <c:dLbls>
          <c:showLegendKey val="0"/>
          <c:showVal val="1"/>
          <c:showCatName val="0"/>
          <c:showSerName val="0"/>
          <c:showPercent val="0"/>
          <c:showBubbleSize val="0"/>
        </c:dLbls>
        <c:gapWidth val="100"/>
        <c:overlap val="10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1.3213944822060711E-2"/>
          <c:y val="3.5530057636094806E-2"/>
          <c:w val="0.78845273273496663"/>
          <c:h val="0.1234408389569830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5.5114321028417228E-2"/>
          <c:w val="0.96562499999999996"/>
          <c:h val="0.84391900822205101"/>
        </c:manualLayout>
      </c:layout>
      <c:barChart>
        <c:barDir val="bar"/>
        <c:grouping val="clustered"/>
        <c:varyColors val="0"/>
        <c:ser>
          <c:idx val="0"/>
          <c:order val="0"/>
          <c:tx>
            <c:strRef>
              <c:f>Лист1!$B$1</c:f>
              <c:strCache>
                <c:ptCount val="1"/>
                <c:pt idx="0">
                  <c:v>Столбец1</c:v>
                </c:pt>
              </c:strCache>
            </c:strRef>
          </c:tx>
          <c:spPr>
            <a:solidFill>
              <a:schemeClr val="accent1"/>
            </a:solidFill>
            <a:ln>
              <a:noFill/>
            </a:ln>
            <a:effectLst/>
          </c:spPr>
          <c:invertIfNegative val="0"/>
          <c:dPt>
            <c:idx val="0"/>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04-2016-41D4-AF44-E5B99BCDAA1A}"/>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5-2016-41D4-AF44-E5B99BCDAA1A}"/>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6-2016-41D4-AF44-E5B99BCDAA1A}"/>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7-2016-41D4-AF44-E5B99BCDAA1A}"/>
              </c:ext>
            </c:extLst>
          </c:dPt>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Лист1!$A$2:$A$6</c:f>
              <c:strCache>
                <c:ptCount val="5"/>
                <c:pt idx="0">
                  <c:v>База</c:v>
                </c:pt>
                <c:pt idx="1">
                  <c:v>Параметр 1</c:v>
                </c:pt>
                <c:pt idx="2">
                  <c:v>Параметр 2</c:v>
                </c:pt>
                <c:pt idx="3">
                  <c:v>Параметр 3</c:v>
                </c:pt>
                <c:pt idx="4">
                  <c:v>Параметр 4</c:v>
                </c:pt>
              </c:strCache>
            </c:strRef>
          </c:cat>
          <c:val>
            <c:numRef>
              <c:f>Лист1!$B$2:$B$6</c:f>
              <c:numCache>
                <c:formatCode>General</c:formatCode>
                <c:ptCount val="5"/>
                <c:pt idx="0">
                  <c:v>12.5</c:v>
                </c:pt>
                <c:pt idx="1">
                  <c:v>8.8000000000000007</c:v>
                </c:pt>
                <c:pt idx="2">
                  <c:v>12.2</c:v>
                </c:pt>
                <c:pt idx="3">
                  <c:v>15.3</c:v>
                </c:pt>
                <c:pt idx="4">
                  <c:v>13.6</c:v>
                </c:pt>
              </c:numCache>
            </c:numRef>
          </c:val>
          <c:extLst>
            <c:ext xmlns:c16="http://schemas.microsoft.com/office/drawing/2014/chart" uri="{C3380CC4-5D6E-409C-BE32-E72D297353CC}">
              <c16:uniqueId val="{00000000-2016-41D4-AF44-E5B99BCDAA1A}"/>
            </c:ext>
          </c:extLst>
        </c:ser>
        <c:dLbls>
          <c:showLegendKey val="0"/>
          <c:showVal val="1"/>
          <c:showCatName val="0"/>
          <c:showSerName val="0"/>
          <c:showPercent val="0"/>
          <c:showBubbleSize val="0"/>
        </c:dLbls>
        <c:gapWidth val="100"/>
        <c:axId val="1353886368"/>
        <c:axId val="1686414832"/>
      </c:barChart>
      <c:catAx>
        <c:axId val="1353886368"/>
        <c:scaling>
          <c:orientation val="maxMin"/>
        </c:scaling>
        <c:delete val="0"/>
        <c:axPos val="l"/>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t"/>
        <c:numFmt formatCode="General" sourceLinked="1"/>
        <c:majorTickMark val="none"/>
        <c:minorTickMark val="none"/>
        <c:tickLblPos val="nextTo"/>
        <c:crossAx val="1353886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167401191004342"/>
          <c:y val="0.20493471092330376"/>
          <c:w val="0.67384930492173656"/>
          <c:h val="0.71050333359023365"/>
        </c:manualLayout>
      </c:layout>
      <c:doughnutChart>
        <c:varyColors val="1"/>
        <c:ser>
          <c:idx val="0"/>
          <c:order val="0"/>
          <c:tx>
            <c:strRef>
              <c:f>Лист1!$B$1</c:f>
              <c:strCache>
                <c:ptCount val="1"/>
                <c:pt idx="0">
                  <c:v>Продажи</c:v>
                </c:pt>
              </c:strCache>
            </c:strRef>
          </c:tx>
          <c:spPr>
            <a:ln>
              <a:noFill/>
            </a:ln>
          </c:spPr>
          <c:dPt>
            <c:idx val="0"/>
            <c:bubble3D val="0"/>
            <c:spPr>
              <a:solidFill>
                <a:schemeClr val="accent2"/>
              </a:solidFill>
              <a:ln w="19050">
                <a:noFill/>
              </a:ln>
              <a:effectLst/>
            </c:spPr>
            <c:extLst>
              <c:ext xmlns:c16="http://schemas.microsoft.com/office/drawing/2014/chart" uri="{C3380CC4-5D6E-409C-BE32-E72D297353CC}">
                <c16:uniqueId val="{00000001-F7FF-4FA0-83F1-17F2E4D00BD1}"/>
              </c:ext>
            </c:extLst>
          </c:dPt>
          <c:dPt>
            <c:idx val="1"/>
            <c:bubble3D val="0"/>
            <c:spPr>
              <a:solidFill>
                <a:schemeClr val="accent3"/>
              </a:solidFill>
              <a:ln w="19050">
                <a:noFill/>
              </a:ln>
              <a:effectLst/>
            </c:spPr>
            <c:extLst>
              <c:ext xmlns:c16="http://schemas.microsoft.com/office/drawing/2014/chart" uri="{C3380CC4-5D6E-409C-BE32-E72D297353CC}">
                <c16:uniqueId val="{00000003-F7FF-4FA0-83F1-17F2E4D00BD1}"/>
              </c:ext>
            </c:extLst>
          </c:dPt>
          <c:dPt>
            <c:idx val="2"/>
            <c:bubble3D val="0"/>
            <c:spPr>
              <a:solidFill>
                <a:schemeClr val="accent4"/>
              </a:solidFill>
              <a:ln w="19050">
                <a:noFill/>
              </a:ln>
              <a:effectLst/>
            </c:spPr>
            <c:extLst>
              <c:ext xmlns:c16="http://schemas.microsoft.com/office/drawing/2014/chart" uri="{C3380CC4-5D6E-409C-BE32-E72D297353CC}">
                <c16:uniqueId val="{00000005-F7FF-4FA0-83F1-17F2E4D00BD1}"/>
              </c:ext>
            </c:extLst>
          </c:dPt>
          <c:dPt>
            <c:idx val="3"/>
            <c:bubble3D val="0"/>
            <c:spPr>
              <a:solidFill>
                <a:schemeClr val="accent6"/>
              </a:solidFill>
              <a:ln w="19050">
                <a:noFill/>
              </a:ln>
              <a:effectLst/>
            </c:spPr>
            <c:extLst>
              <c:ext xmlns:c16="http://schemas.microsoft.com/office/drawing/2014/chart" uri="{C3380CC4-5D6E-409C-BE32-E72D297353CC}">
                <c16:uniqueId val="{00000007-F7FF-4FA0-83F1-17F2E4D00BD1}"/>
              </c:ext>
            </c:extLst>
          </c:dPt>
          <c:dPt>
            <c:idx val="4"/>
            <c:bubble3D val="0"/>
            <c:spPr>
              <a:solidFill>
                <a:schemeClr val="accent6">
                  <a:lumMod val="20000"/>
                  <a:lumOff val="80000"/>
                </a:schemeClr>
              </a:solidFill>
              <a:ln w="19050">
                <a:noFill/>
              </a:ln>
              <a:effectLst/>
            </c:spPr>
            <c:extLst>
              <c:ext xmlns:c16="http://schemas.microsoft.com/office/drawing/2014/chart" uri="{C3380CC4-5D6E-409C-BE32-E72D297353CC}">
                <c16:uniqueId val="{00000009-F7FF-4FA0-83F1-17F2E4D00BD1}"/>
              </c:ext>
            </c:extLst>
          </c:dPt>
          <c:dLbls>
            <c:dLbl>
              <c:idx val="0"/>
              <c:layout>
                <c:manualLayout>
                  <c:x val="0.17997400424942891"/>
                  <c:y val="-0.11296893117963934"/>
                </c:manualLayout>
              </c:layout>
              <c:showLegendKey val="0"/>
              <c:showVal val="1"/>
              <c:showCatName val="0"/>
              <c:showSerName val="0"/>
              <c:showPercent val="0"/>
              <c:showBubbleSize val="0"/>
              <c:extLst>
                <c:ext xmlns:c15="http://schemas.microsoft.com/office/drawing/2012/chart" uri="{CE6537A1-D6FC-4f65-9D91-7224C49458BB}">
                  <c15:layout>
                    <c:manualLayout>
                      <c:w val="0.24977025463998453"/>
                      <c:h val="8.2290989686526497E-2"/>
                    </c:manualLayout>
                  </c15:layout>
                </c:ext>
                <c:ext xmlns:c16="http://schemas.microsoft.com/office/drawing/2014/chart" uri="{C3380CC4-5D6E-409C-BE32-E72D297353CC}">
                  <c16:uniqueId val="{00000001-F7FF-4FA0-83F1-17F2E4D00BD1}"/>
                </c:ext>
              </c:extLst>
            </c:dLbl>
            <c:dLbl>
              <c:idx val="1"/>
              <c:layout>
                <c:manualLayout>
                  <c:x val="0.25776947651091697"/>
                  <c:y val="5.3569911759651111E-2"/>
                </c:manualLayout>
              </c:layout>
              <c:showLegendKey val="0"/>
              <c:showVal val="1"/>
              <c:showCatName val="0"/>
              <c:showSerName val="0"/>
              <c:showPercent val="0"/>
              <c:showBubbleSize val="0"/>
              <c:extLst>
                <c:ext xmlns:c15="http://schemas.microsoft.com/office/drawing/2012/chart" uri="{CE6537A1-D6FC-4f65-9D91-7224C49458BB}">
                  <c15:layout>
                    <c:manualLayout>
                      <c:w val="0.24588373852477557"/>
                      <c:h val="9.0173260823616097E-2"/>
                    </c:manualLayout>
                  </c15:layout>
                </c:ext>
                <c:ext xmlns:c16="http://schemas.microsoft.com/office/drawing/2014/chart" uri="{C3380CC4-5D6E-409C-BE32-E72D297353CC}">
                  <c16:uniqueId val="{00000003-F7FF-4FA0-83F1-17F2E4D00BD1}"/>
                </c:ext>
              </c:extLst>
            </c:dLbl>
            <c:dLbl>
              <c:idx val="2"/>
              <c:layout>
                <c:manualLayout>
                  <c:x val="-0.10460051681889411"/>
                  <c:y val="0.23488782788884915"/>
                </c:manualLayout>
              </c:layout>
              <c:showLegendKey val="0"/>
              <c:showVal val="1"/>
              <c:showCatName val="0"/>
              <c:showSerName val="0"/>
              <c:showPercent val="0"/>
              <c:showBubbleSize val="0"/>
              <c:extLst>
                <c:ext xmlns:c15="http://schemas.microsoft.com/office/drawing/2012/chart" uri="{CE6537A1-D6FC-4f65-9D91-7224C49458BB}">
                  <c15:layout>
                    <c:manualLayout>
                      <c:w val="0.25405291311375128"/>
                      <c:h val="7.2797845994189647E-2"/>
                    </c:manualLayout>
                  </c15:layout>
                </c:ext>
                <c:ext xmlns:c16="http://schemas.microsoft.com/office/drawing/2014/chart" uri="{C3380CC4-5D6E-409C-BE32-E72D297353CC}">
                  <c16:uniqueId val="{00000005-F7FF-4FA0-83F1-17F2E4D00BD1}"/>
                </c:ext>
              </c:extLst>
            </c:dLbl>
            <c:dLbl>
              <c:idx val="3"/>
              <c:layout>
                <c:manualLayout>
                  <c:x val="-0.17305986726564812"/>
                  <c:y val="-0.10038870594649481"/>
                </c:manualLayout>
              </c:layout>
              <c:showLegendKey val="0"/>
              <c:showVal val="1"/>
              <c:showCatName val="0"/>
              <c:showSerName val="0"/>
              <c:showPercent val="0"/>
              <c:showBubbleSize val="0"/>
              <c:extLst>
                <c:ext xmlns:c15="http://schemas.microsoft.com/office/drawing/2012/chart" uri="{CE6537A1-D6FC-4f65-9D91-7224C49458BB}">
                  <c15:layout>
                    <c:manualLayout>
                      <c:w val="0.2441402547349947"/>
                      <c:h val="7.2977538810145057E-2"/>
                    </c:manualLayout>
                  </c15:layout>
                </c:ext>
                <c:ext xmlns:c16="http://schemas.microsoft.com/office/drawing/2014/chart" uri="{C3380CC4-5D6E-409C-BE32-E72D297353CC}">
                  <c16:uniqueId val="{00000007-F7FF-4FA0-83F1-17F2E4D00BD1}"/>
                </c:ext>
              </c:extLst>
            </c:dLbl>
            <c:dLbl>
              <c:idx val="4"/>
              <c:layout>
                <c:manualLayout>
                  <c:x val="1.2661114238614931E-2"/>
                  <c:y val="-0.14688032736043427"/>
                </c:manualLayout>
              </c:layout>
              <c:showLegendKey val="0"/>
              <c:showVal val="1"/>
              <c:showCatName val="0"/>
              <c:showSerName val="0"/>
              <c:showPercent val="0"/>
              <c:showBubbleSize val="0"/>
              <c:extLst>
                <c:ext xmlns:c15="http://schemas.microsoft.com/office/drawing/2012/chart" uri="{CE6537A1-D6FC-4f65-9D91-7224C49458BB}">
                  <c15:layout>
                    <c:manualLayout>
                      <c:w val="0.22967582558255434"/>
                      <c:h val="6.9911633172777529E-2"/>
                    </c:manualLayout>
                  </c15:layout>
                </c:ext>
                <c:ext xmlns:c16="http://schemas.microsoft.com/office/drawing/2014/chart" uri="{C3380CC4-5D6E-409C-BE32-E72D297353CC}">
                  <c16:uniqueId val="{00000009-F7FF-4FA0-83F1-17F2E4D00BD1}"/>
                </c:ext>
              </c:extLst>
            </c:dLbl>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extLst>
          </c:dLbls>
          <c:cat>
            <c:strRef>
              <c:f>Лист1!$A$2:$A$6</c:f>
              <c:strCache>
                <c:ptCount val="5"/>
                <c:pt idx="0">
                  <c:v>Категория 1 </c:v>
                </c:pt>
                <c:pt idx="1">
                  <c:v>Категория 2 </c:v>
                </c:pt>
                <c:pt idx="2">
                  <c:v>Категория 3 </c:v>
                </c:pt>
                <c:pt idx="3">
                  <c:v>Категория 4 </c:v>
                </c:pt>
                <c:pt idx="4">
                  <c:v>Категория 5</c:v>
                </c:pt>
              </c:strCache>
            </c:strRef>
          </c:cat>
          <c:val>
            <c:numRef>
              <c:f>Лист1!$B$2:$B$6</c:f>
              <c:numCache>
                <c:formatCode>0.00%</c:formatCode>
                <c:ptCount val="5"/>
                <c:pt idx="0">
                  <c:v>0.28100000000000003</c:v>
                </c:pt>
                <c:pt idx="1">
                  <c:v>0.26600000000000001</c:v>
                </c:pt>
                <c:pt idx="2">
                  <c:v>0.20300000000000001</c:v>
                </c:pt>
                <c:pt idx="3">
                  <c:v>0.125</c:v>
                </c:pt>
                <c:pt idx="4">
                  <c:v>4.2999999999999997E-2</c:v>
                </c:pt>
              </c:numCache>
            </c:numRef>
          </c:val>
          <c:extLst>
            <c:ext xmlns:c16="http://schemas.microsoft.com/office/drawing/2014/chart" uri="{C3380CC4-5D6E-409C-BE32-E72D297353CC}">
              <c16:uniqueId val="{0000000A-F7FF-4FA0-83F1-17F2E4D00BD1}"/>
            </c:ext>
          </c:extLst>
        </c:ser>
        <c:dLbls>
          <c:showLegendKey val="0"/>
          <c:showVal val="1"/>
          <c:showCatName val="0"/>
          <c:showSerName val="0"/>
          <c:showPercent val="0"/>
          <c:showBubbleSize val="0"/>
          <c:showLeaderLines val="0"/>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ru-RU"/>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271083851258921"/>
          <c:y val="9.9110430068819103E-2"/>
          <c:w val="0.47406329593383717"/>
          <c:h val="0.87905871231957977"/>
        </c:manualLayout>
      </c:layout>
      <c:doughnutChart>
        <c:varyColors val="1"/>
        <c:ser>
          <c:idx val="0"/>
          <c:order val="0"/>
          <c:tx>
            <c:strRef>
              <c:f>Лист1!$B$1</c:f>
              <c:strCache>
                <c:ptCount val="1"/>
                <c:pt idx="0">
                  <c:v>Продажи</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F7FF-4FA0-83F1-17F2E4D00BD1}"/>
              </c:ext>
            </c:extLst>
          </c:dPt>
          <c:dPt>
            <c:idx val="1"/>
            <c:bubble3D val="0"/>
            <c:spPr>
              <a:solidFill>
                <a:schemeClr val="accent2"/>
              </a:solidFill>
              <a:ln w="19050">
                <a:noFill/>
              </a:ln>
              <a:effectLst/>
            </c:spPr>
            <c:extLst>
              <c:ext xmlns:c16="http://schemas.microsoft.com/office/drawing/2014/chart" uri="{C3380CC4-5D6E-409C-BE32-E72D297353CC}">
                <c16:uniqueId val="{00000003-F7FF-4FA0-83F1-17F2E4D00BD1}"/>
              </c:ext>
            </c:extLst>
          </c:dPt>
          <c:dPt>
            <c:idx val="2"/>
            <c:bubble3D val="0"/>
            <c:spPr>
              <a:solidFill>
                <a:schemeClr val="accent3"/>
              </a:solidFill>
              <a:ln w="19050">
                <a:noFill/>
              </a:ln>
              <a:effectLst/>
            </c:spPr>
            <c:extLst>
              <c:ext xmlns:c16="http://schemas.microsoft.com/office/drawing/2014/chart" uri="{C3380CC4-5D6E-409C-BE32-E72D297353CC}">
                <c16:uniqueId val="{00000005-F7FF-4FA0-83F1-17F2E4D00BD1}"/>
              </c:ext>
            </c:extLst>
          </c:dPt>
          <c:dPt>
            <c:idx val="3"/>
            <c:bubble3D val="0"/>
            <c:spPr>
              <a:solidFill>
                <a:schemeClr val="accent4"/>
              </a:solidFill>
              <a:ln w="19050">
                <a:noFill/>
              </a:ln>
              <a:effectLst/>
            </c:spPr>
            <c:extLst>
              <c:ext xmlns:c16="http://schemas.microsoft.com/office/drawing/2014/chart" uri="{C3380CC4-5D6E-409C-BE32-E72D297353CC}">
                <c16:uniqueId val="{00000007-F7FF-4FA0-83F1-17F2E4D00BD1}"/>
              </c:ext>
            </c:extLst>
          </c:dPt>
          <c:dPt>
            <c:idx val="4"/>
            <c:bubble3D val="0"/>
            <c:spPr>
              <a:solidFill>
                <a:schemeClr val="accent5"/>
              </a:solidFill>
              <a:ln w="19050">
                <a:noFill/>
              </a:ln>
              <a:effectLst/>
            </c:spPr>
            <c:extLst>
              <c:ext xmlns:c16="http://schemas.microsoft.com/office/drawing/2014/chart" uri="{C3380CC4-5D6E-409C-BE32-E72D297353CC}">
                <c16:uniqueId val="{00000009-F7FF-4FA0-83F1-17F2E4D00BD1}"/>
              </c:ext>
            </c:extLst>
          </c:dPt>
          <c:dLbls>
            <c:dLbl>
              <c:idx val="0"/>
              <c:layout>
                <c:manualLayout>
                  <c:x val="0.10904062175752632"/>
                  <c:y val="-0.11296893117963934"/>
                </c:manualLayout>
              </c:layout>
              <c:showLegendKey val="0"/>
              <c:showVal val="1"/>
              <c:showCatName val="0"/>
              <c:showSerName val="0"/>
              <c:showPercent val="0"/>
              <c:showBubbleSize val="0"/>
              <c:extLst>
                <c:ext xmlns:c15="http://schemas.microsoft.com/office/drawing/2012/chart" uri="{CE6537A1-D6FC-4f65-9D91-7224C49458BB}">
                  <c15:layout>
                    <c:manualLayout>
                      <c:w val="0.16236290833215461"/>
                      <c:h val="8.2290989686526497E-2"/>
                    </c:manualLayout>
                  </c15:layout>
                </c:ext>
                <c:ext xmlns:c16="http://schemas.microsoft.com/office/drawing/2014/chart" uri="{C3380CC4-5D6E-409C-BE32-E72D297353CC}">
                  <c16:uniqueId val="{00000001-F7FF-4FA0-83F1-17F2E4D00BD1}"/>
                </c:ext>
              </c:extLst>
            </c:dLbl>
            <c:dLbl>
              <c:idx val="1"/>
              <c:layout>
                <c:manualLayout>
                  <c:x val="0.15897127494657781"/>
                  <c:y val="5.3570249796024705E-2"/>
                </c:manualLayout>
              </c:layout>
              <c:showLegendKey val="0"/>
              <c:showVal val="1"/>
              <c:showCatName val="0"/>
              <c:showSerName val="0"/>
              <c:showPercent val="0"/>
              <c:showBubbleSize val="0"/>
              <c:extLst>
                <c:ext xmlns:c15="http://schemas.microsoft.com/office/drawing/2012/chart" uri="{CE6537A1-D6FC-4f65-9D91-7224C49458BB}">
                  <c15:layout>
                    <c:manualLayout>
                      <c:w val="0.1554624022570702"/>
                      <c:h val="9.0173260823616083E-2"/>
                    </c:manualLayout>
                  </c15:layout>
                </c:ext>
                <c:ext xmlns:c16="http://schemas.microsoft.com/office/drawing/2014/chart" uri="{C3380CC4-5D6E-409C-BE32-E72D297353CC}">
                  <c16:uniqueId val="{00000003-F7FF-4FA0-83F1-17F2E4D00BD1}"/>
                </c:ext>
              </c:extLst>
            </c:dLbl>
            <c:dLbl>
              <c:idx val="2"/>
              <c:layout>
                <c:manualLayout>
                  <c:x val="-6.9851306692506429E-2"/>
                  <c:y val="0.22234414723713086"/>
                </c:manualLayout>
              </c:layout>
              <c:showLegendKey val="0"/>
              <c:showVal val="1"/>
              <c:showCatName val="0"/>
              <c:showSerName val="0"/>
              <c:showPercent val="0"/>
              <c:showBubbleSize val="0"/>
              <c:extLst>
                <c:ext xmlns:c15="http://schemas.microsoft.com/office/drawing/2012/chart" uri="{CE6537A1-D6FC-4f65-9D91-7224C49458BB}">
                  <c15:layout>
                    <c:manualLayout>
                      <c:w val="0.25405291311375128"/>
                      <c:h val="7.2797845994189647E-2"/>
                    </c:manualLayout>
                  </c15:layout>
                </c:ext>
                <c:ext xmlns:c16="http://schemas.microsoft.com/office/drawing/2014/chart" uri="{C3380CC4-5D6E-409C-BE32-E72D297353CC}">
                  <c16:uniqueId val="{00000005-F7FF-4FA0-83F1-17F2E4D00BD1}"/>
                </c:ext>
              </c:extLst>
            </c:dLbl>
            <c:dLbl>
              <c:idx val="3"/>
              <c:layout>
                <c:manualLayout>
                  <c:x val="-0.11703460980196526"/>
                  <c:y val="-0.10038870594649478"/>
                </c:manualLayout>
              </c:layout>
              <c:showLegendKey val="0"/>
              <c:showVal val="1"/>
              <c:showCatName val="0"/>
              <c:showSerName val="0"/>
              <c:showPercent val="0"/>
              <c:showBubbleSize val="0"/>
              <c:extLst>
                <c:ext xmlns:c15="http://schemas.microsoft.com/office/drawing/2012/chart" uri="{CE6537A1-D6FC-4f65-9D91-7224C49458BB}">
                  <c15:layout>
                    <c:manualLayout>
                      <c:w val="0.18385923309357022"/>
                      <c:h val="7.297755372547314E-2"/>
                    </c:manualLayout>
                  </c15:layout>
                </c:ext>
                <c:ext xmlns:c16="http://schemas.microsoft.com/office/drawing/2014/chart" uri="{C3380CC4-5D6E-409C-BE32-E72D297353CC}">
                  <c16:uniqueId val="{00000007-F7FF-4FA0-83F1-17F2E4D00BD1}"/>
                </c:ext>
              </c:extLst>
            </c:dLbl>
            <c:dLbl>
              <c:idx val="4"/>
              <c:layout>
                <c:manualLayout>
                  <c:x val="-2.3507445666154651E-2"/>
                  <c:y val="-0.14688026412120983"/>
                </c:manualLayout>
              </c:layout>
              <c:showLegendKey val="0"/>
              <c:showVal val="1"/>
              <c:showCatName val="0"/>
              <c:showSerName val="0"/>
              <c:showPercent val="0"/>
              <c:showBubbleSize val="0"/>
              <c:extLst>
                <c:ext xmlns:c15="http://schemas.microsoft.com/office/drawing/2012/chart" uri="{CE6537A1-D6FC-4f65-9D91-7224C49458BB}">
                  <c15:layout>
                    <c:manualLayout>
                      <c:w val="0.15733870577301518"/>
                      <c:h val="6.9911759651226396E-2"/>
                    </c:manualLayout>
                  </c15:layout>
                </c:ext>
                <c:ext xmlns:c16="http://schemas.microsoft.com/office/drawing/2014/chart" uri="{C3380CC4-5D6E-409C-BE32-E72D297353CC}">
                  <c16:uniqueId val="{00000009-F7FF-4FA0-83F1-17F2E4D00BD1}"/>
                </c:ext>
              </c:extLst>
            </c:dLbl>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extLst>
          </c:dLbls>
          <c:cat>
            <c:strRef>
              <c:f>Лист1!$A$2:$A$6</c:f>
              <c:strCache>
                <c:ptCount val="5"/>
                <c:pt idx="0">
                  <c:v>Категория 1 </c:v>
                </c:pt>
                <c:pt idx="1">
                  <c:v>Категория 2 </c:v>
                </c:pt>
                <c:pt idx="2">
                  <c:v>Категория 3 </c:v>
                </c:pt>
                <c:pt idx="3">
                  <c:v>Категория 4 </c:v>
                </c:pt>
                <c:pt idx="4">
                  <c:v>Категория 5</c:v>
                </c:pt>
              </c:strCache>
            </c:strRef>
          </c:cat>
          <c:val>
            <c:numRef>
              <c:f>Лист1!$B$2:$B$6</c:f>
              <c:numCache>
                <c:formatCode>0.00%</c:formatCode>
                <c:ptCount val="5"/>
                <c:pt idx="0">
                  <c:v>0.28100000000000003</c:v>
                </c:pt>
                <c:pt idx="1">
                  <c:v>0.26600000000000001</c:v>
                </c:pt>
                <c:pt idx="2">
                  <c:v>0.20300000000000001</c:v>
                </c:pt>
                <c:pt idx="3">
                  <c:v>0.125</c:v>
                </c:pt>
                <c:pt idx="4">
                  <c:v>4.2999999999999997E-2</c:v>
                </c:pt>
              </c:numCache>
            </c:numRef>
          </c:val>
          <c:extLst>
            <c:ext xmlns:c16="http://schemas.microsoft.com/office/drawing/2014/chart" uri="{C3380CC4-5D6E-409C-BE32-E72D297353CC}">
              <c16:uniqueId val="{0000000A-F7FF-4FA0-83F1-17F2E4D00BD1}"/>
            </c:ext>
          </c:extLst>
        </c:ser>
        <c:dLbls>
          <c:showLegendKey val="0"/>
          <c:showVal val="1"/>
          <c:showCatName val="0"/>
          <c:showSerName val="0"/>
          <c:showPercent val="0"/>
          <c:showBubbleSize val="0"/>
          <c:showLeaderLines val="0"/>
        </c:dLbls>
        <c:firstSliceAng val="0"/>
        <c:holeSize val="60"/>
      </c:doughnutChart>
      <c:spPr>
        <a:noFill/>
        <a:ln>
          <a:noFill/>
        </a:ln>
        <a:effectLst/>
      </c:spPr>
    </c:plotArea>
    <c:legend>
      <c:legendPos val="l"/>
      <c:layout>
        <c:manualLayout>
          <c:xMode val="edge"/>
          <c:yMode val="edge"/>
          <c:x val="6.0280937648625734E-3"/>
          <c:y val="0.20136476415879007"/>
          <c:w val="0.23493925864889062"/>
          <c:h val="0.5916815045675504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ru-RU"/>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Лист1!$A$2:$A$16</c:f>
              <c:strCache>
                <c:ptCount val="15"/>
                <c:pt idx="0">
                  <c:v>Категория 1</c:v>
                </c:pt>
                <c:pt idx="1">
                  <c:v>Категория 2</c:v>
                </c:pt>
                <c:pt idx="2">
                  <c:v>Категория 3</c:v>
                </c:pt>
                <c:pt idx="3">
                  <c:v>Категория 4</c:v>
                </c:pt>
                <c:pt idx="4">
                  <c:v>Категория 5</c:v>
                </c:pt>
                <c:pt idx="5">
                  <c:v>Категория 6</c:v>
                </c:pt>
                <c:pt idx="6">
                  <c:v>Категория 7</c:v>
                </c:pt>
                <c:pt idx="7">
                  <c:v>Категория 8</c:v>
                </c:pt>
                <c:pt idx="8">
                  <c:v>Категория 9</c:v>
                </c:pt>
                <c:pt idx="9">
                  <c:v>Категория 10</c:v>
                </c:pt>
                <c:pt idx="10">
                  <c:v>Категория 11</c:v>
                </c:pt>
                <c:pt idx="11">
                  <c:v>Категория 12</c:v>
                </c:pt>
                <c:pt idx="12">
                  <c:v>Категория 13</c:v>
                </c:pt>
                <c:pt idx="13">
                  <c:v>Категория 14</c:v>
                </c:pt>
                <c:pt idx="14">
                  <c:v>Категория 15</c:v>
                </c:pt>
              </c:strCache>
            </c:strRef>
          </c:cat>
          <c:val>
            <c:numRef>
              <c:f>Лист1!$B$2:$B$16</c:f>
              <c:numCache>
                <c:formatCode>General</c:formatCode>
                <c:ptCount val="15"/>
                <c:pt idx="0">
                  <c:v>4.3</c:v>
                </c:pt>
                <c:pt idx="1">
                  <c:v>2.5</c:v>
                </c:pt>
                <c:pt idx="2">
                  <c:v>3.5</c:v>
                </c:pt>
                <c:pt idx="3">
                  <c:v>4.5</c:v>
                </c:pt>
                <c:pt idx="4">
                  <c:v>4.7</c:v>
                </c:pt>
                <c:pt idx="5">
                  <c:v>4.9000000000000004</c:v>
                </c:pt>
                <c:pt idx="6">
                  <c:v>5</c:v>
                </c:pt>
                <c:pt idx="7">
                  <c:v>5.4</c:v>
                </c:pt>
                <c:pt idx="8">
                  <c:v>5.6</c:v>
                </c:pt>
                <c:pt idx="9">
                  <c:v>6.1</c:v>
                </c:pt>
                <c:pt idx="10">
                  <c:v>5.9</c:v>
                </c:pt>
                <c:pt idx="11">
                  <c:v>6.2</c:v>
                </c:pt>
                <c:pt idx="12">
                  <c:v>5.7</c:v>
                </c:pt>
                <c:pt idx="13">
                  <c:v>5.6</c:v>
                </c:pt>
                <c:pt idx="14">
                  <c:v>5.9</c:v>
                </c:pt>
              </c:numCache>
            </c:numRef>
          </c:val>
          <c:extLst>
            <c:ext xmlns:c16="http://schemas.microsoft.com/office/drawing/2014/chart" uri="{C3380CC4-5D6E-409C-BE32-E72D297353CC}">
              <c16:uniqueId val="{00000000-DC73-462F-9D7B-E4CDC7D555F0}"/>
            </c:ext>
          </c:extLst>
        </c:ser>
        <c:ser>
          <c:idx val="1"/>
          <c:order val="1"/>
          <c:tx>
            <c:strRef>
              <c:f>Лист1!$C$1</c:f>
              <c:strCache>
                <c:ptCount val="1"/>
                <c:pt idx="0">
                  <c:v>Параметр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Лист1!$A$2:$A$16</c:f>
              <c:strCache>
                <c:ptCount val="15"/>
                <c:pt idx="0">
                  <c:v>Категория 1</c:v>
                </c:pt>
                <c:pt idx="1">
                  <c:v>Категория 2</c:v>
                </c:pt>
                <c:pt idx="2">
                  <c:v>Категория 3</c:v>
                </c:pt>
                <c:pt idx="3">
                  <c:v>Категория 4</c:v>
                </c:pt>
                <c:pt idx="4">
                  <c:v>Категория 5</c:v>
                </c:pt>
                <c:pt idx="5">
                  <c:v>Категория 6</c:v>
                </c:pt>
                <c:pt idx="6">
                  <c:v>Категория 7</c:v>
                </c:pt>
                <c:pt idx="7">
                  <c:v>Категория 8</c:v>
                </c:pt>
                <c:pt idx="8">
                  <c:v>Категория 9</c:v>
                </c:pt>
                <c:pt idx="9">
                  <c:v>Категория 10</c:v>
                </c:pt>
                <c:pt idx="10">
                  <c:v>Категория 11</c:v>
                </c:pt>
                <c:pt idx="11">
                  <c:v>Категория 12</c:v>
                </c:pt>
                <c:pt idx="12">
                  <c:v>Категория 13</c:v>
                </c:pt>
                <c:pt idx="13">
                  <c:v>Категория 14</c:v>
                </c:pt>
                <c:pt idx="14">
                  <c:v>Категория 15</c:v>
                </c:pt>
              </c:strCache>
            </c:strRef>
          </c:cat>
          <c:val>
            <c:numRef>
              <c:f>Лист1!$C$2:$C$16</c:f>
              <c:numCache>
                <c:formatCode>General</c:formatCode>
                <c:ptCount val="15"/>
                <c:pt idx="0">
                  <c:v>2.4</c:v>
                </c:pt>
                <c:pt idx="1">
                  <c:v>4.4000000000000004</c:v>
                </c:pt>
                <c:pt idx="2">
                  <c:v>1.8</c:v>
                </c:pt>
                <c:pt idx="3">
                  <c:v>2.8</c:v>
                </c:pt>
                <c:pt idx="4">
                  <c:v>3.5</c:v>
                </c:pt>
                <c:pt idx="5">
                  <c:v>4.0999999999999996</c:v>
                </c:pt>
                <c:pt idx="6">
                  <c:v>2.5</c:v>
                </c:pt>
                <c:pt idx="7">
                  <c:v>3.2</c:v>
                </c:pt>
                <c:pt idx="8">
                  <c:v>3.3</c:v>
                </c:pt>
                <c:pt idx="9">
                  <c:v>3.1</c:v>
                </c:pt>
                <c:pt idx="10">
                  <c:v>3.4</c:v>
                </c:pt>
                <c:pt idx="11">
                  <c:v>2.9</c:v>
                </c:pt>
                <c:pt idx="12">
                  <c:v>2.8</c:v>
                </c:pt>
                <c:pt idx="13">
                  <c:v>3.2</c:v>
                </c:pt>
                <c:pt idx="14">
                  <c:v>3.6</c:v>
                </c:pt>
              </c:numCache>
            </c:numRef>
          </c:val>
          <c:extLst>
            <c:ext xmlns:c16="http://schemas.microsoft.com/office/drawing/2014/chart" uri="{C3380CC4-5D6E-409C-BE32-E72D297353CC}">
              <c16:uniqueId val="{00000001-DC73-462F-9D7B-E4CDC7D555F0}"/>
            </c:ext>
          </c:extLst>
        </c:ser>
        <c:ser>
          <c:idx val="2"/>
          <c:order val="2"/>
          <c:tx>
            <c:strRef>
              <c:f>Лист1!$D$1</c:f>
              <c:strCache>
                <c:ptCount val="1"/>
                <c:pt idx="0">
                  <c:v>Параметр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Лист1!$A$2:$A$16</c:f>
              <c:strCache>
                <c:ptCount val="15"/>
                <c:pt idx="0">
                  <c:v>Категория 1</c:v>
                </c:pt>
                <c:pt idx="1">
                  <c:v>Категория 2</c:v>
                </c:pt>
                <c:pt idx="2">
                  <c:v>Категория 3</c:v>
                </c:pt>
                <c:pt idx="3">
                  <c:v>Категория 4</c:v>
                </c:pt>
                <c:pt idx="4">
                  <c:v>Категория 5</c:v>
                </c:pt>
                <c:pt idx="5">
                  <c:v>Категория 6</c:v>
                </c:pt>
                <c:pt idx="6">
                  <c:v>Категория 7</c:v>
                </c:pt>
                <c:pt idx="7">
                  <c:v>Категория 8</c:v>
                </c:pt>
                <c:pt idx="8">
                  <c:v>Категория 9</c:v>
                </c:pt>
                <c:pt idx="9">
                  <c:v>Категория 10</c:v>
                </c:pt>
                <c:pt idx="10">
                  <c:v>Категория 11</c:v>
                </c:pt>
                <c:pt idx="11">
                  <c:v>Категория 12</c:v>
                </c:pt>
                <c:pt idx="12">
                  <c:v>Категория 13</c:v>
                </c:pt>
                <c:pt idx="13">
                  <c:v>Категория 14</c:v>
                </c:pt>
                <c:pt idx="14">
                  <c:v>Категория 15</c:v>
                </c:pt>
              </c:strCache>
            </c:strRef>
          </c:cat>
          <c:val>
            <c:numRef>
              <c:f>Лист1!$D$2:$D$16</c:f>
              <c:numCache>
                <c:formatCode>General</c:formatCode>
                <c:ptCount val="15"/>
                <c:pt idx="0">
                  <c:v>2</c:v>
                </c:pt>
                <c:pt idx="1">
                  <c:v>2</c:v>
                </c:pt>
                <c:pt idx="2">
                  <c:v>3</c:v>
                </c:pt>
                <c:pt idx="3">
                  <c:v>5</c:v>
                </c:pt>
                <c:pt idx="4">
                  <c:v>6</c:v>
                </c:pt>
                <c:pt idx="5">
                  <c:v>4</c:v>
                </c:pt>
                <c:pt idx="6">
                  <c:v>7</c:v>
                </c:pt>
                <c:pt idx="7">
                  <c:v>9</c:v>
                </c:pt>
                <c:pt idx="8">
                  <c:v>11</c:v>
                </c:pt>
                <c:pt idx="9">
                  <c:v>13</c:v>
                </c:pt>
                <c:pt idx="10">
                  <c:v>12</c:v>
                </c:pt>
                <c:pt idx="11">
                  <c:v>14</c:v>
                </c:pt>
                <c:pt idx="12">
                  <c:v>15</c:v>
                </c:pt>
                <c:pt idx="13">
                  <c:v>11</c:v>
                </c:pt>
                <c:pt idx="14">
                  <c:v>13</c:v>
                </c:pt>
              </c:numCache>
            </c:numRef>
          </c:val>
          <c:extLst>
            <c:ext xmlns:c16="http://schemas.microsoft.com/office/drawing/2014/chart" uri="{C3380CC4-5D6E-409C-BE32-E72D297353CC}">
              <c16:uniqueId val="{00000002-DC73-462F-9D7B-E4CDC7D555F0}"/>
            </c:ext>
          </c:extLst>
        </c:ser>
        <c:ser>
          <c:idx val="3"/>
          <c:order val="3"/>
          <c:tx>
            <c:strRef>
              <c:f>Лист1!$E$1</c:f>
              <c:strCache>
                <c:ptCount val="1"/>
                <c:pt idx="0">
                  <c:v>Параметр 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Лист1!$A$2:$A$16</c:f>
              <c:strCache>
                <c:ptCount val="15"/>
                <c:pt idx="0">
                  <c:v>Категория 1</c:v>
                </c:pt>
                <c:pt idx="1">
                  <c:v>Категория 2</c:v>
                </c:pt>
                <c:pt idx="2">
                  <c:v>Категория 3</c:v>
                </c:pt>
                <c:pt idx="3">
                  <c:v>Категория 4</c:v>
                </c:pt>
                <c:pt idx="4">
                  <c:v>Категория 5</c:v>
                </c:pt>
                <c:pt idx="5">
                  <c:v>Категория 6</c:v>
                </c:pt>
                <c:pt idx="6">
                  <c:v>Категория 7</c:v>
                </c:pt>
                <c:pt idx="7">
                  <c:v>Категория 8</c:v>
                </c:pt>
                <c:pt idx="8">
                  <c:v>Категория 9</c:v>
                </c:pt>
                <c:pt idx="9">
                  <c:v>Категория 10</c:v>
                </c:pt>
                <c:pt idx="10">
                  <c:v>Категория 11</c:v>
                </c:pt>
                <c:pt idx="11">
                  <c:v>Категория 12</c:v>
                </c:pt>
                <c:pt idx="12">
                  <c:v>Категория 13</c:v>
                </c:pt>
                <c:pt idx="13">
                  <c:v>Категория 14</c:v>
                </c:pt>
                <c:pt idx="14">
                  <c:v>Категория 15</c:v>
                </c:pt>
              </c:strCache>
            </c:strRef>
          </c:cat>
          <c:val>
            <c:numRef>
              <c:f>Лист1!$E$2:$E$16</c:f>
              <c:numCache>
                <c:formatCode>General</c:formatCode>
                <c:ptCount val="15"/>
                <c:pt idx="0">
                  <c:v>1.6</c:v>
                </c:pt>
                <c:pt idx="1">
                  <c:v>1.9</c:v>
                </c:pt>
                <c:pt idx="2">
                  <c:v>2.2000000000000002</c:v>
                </c:pt>
                <c:pt idx="3">
                  <c:v>2.5</c:v>
                </c:pt>
                <c:pt idx="4">
                  <c:v>2.7</c:v>
                </c:pt>
                <c:pt idx="5">
                  <c:v>3.1</c:v>
                </c:pt>
                <c:pt idx="6">
                  <c:v>3.2</c:v>
                </c:pt>
                <c:pt idx="7">
                  <c:v>3.5</c:v>
                </c:pt>
                <c:pt idx="8">
                  <c:v>3.8</c:v>
                </c:pt>
                <c:pt idx="9">
                  <c:v>4.0999999999999996</c:v>
                </c:pt>
                <c:pt idx="10">
                  <c:v>4</c:v>
                </c:pt>
                <c:pt idx="11">
                  <c:v>4.3</c:v>
                </c:pt>
                <c:pt idx="12">
                  <c:v>3.9</c:v>
                </c:pt>
                <c:pt idx="13">
                  <c:v>4.2</c:v>
                </c:pt>
                <c:pt idx="14">
                  <c:v>4.5999999999999996</c:v>
                </c:pt>
              </c:numCache>
            </c:numRef>
          </c:val>
          <c:extLst>
            <c:ext xmlns:c16="http://schemas.microsoft.com/office/drawing/2014/chart" uri="{C3380CC4-5D6E-409C-BE32-E72D297353CC}">
              <c16:uniqueId val="{00000003-DC73-462F-9D7B-E4CDC7D555F0}"/>
            </c:ext>
          </c:extLst>
        </c:ser>
        <c:ser>
          <c:idx val="4"/>
          <c:order val="4"/>
          <c:tx>
            <c:strRef>
              <c:f>Лист1!$F$1</c:f>
              <c:strCache>
                <c:ptCount val="1"/>
                <c:pt idx="0">
                  <c:v>Параметр 5</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Лист1!$A$2:$A$16</c:f>
              <c:strCache>
                <c:ptCount val="15"/>
                <c:pt idx="0">
                  <c:v>Категория 1</c:v>
                </c:pt>
                <c:pt idx="1">
                  <c:v>Категория 2</c:v>
                </c:pt>
                <c:pt idx="2">
                  <c:v>Категория 3</c:v>
                </c:pt>
                <c:pt idx="3">
                  <c:v>Категория 4</c:v>
                </c:pt>
                <c:pt idx="4">
                  <c:v>Категория 5</c:v>
                </c:pt>
                <c:pt idx="5">
                  <c:v>Категория 6</c:v>
                </c:pt>
                <c:pt idx="6">
                  <c:v>Категория 7</c:v>
                </c:pt>
                <c:pt idx="7">
                  <c:v>Категория 8</c:v>
                </c:pt>
                <c:pt idx="8">
                  <c:v>Категория 9</c:v>
                </c:pt>
                <c:pt idx="9">
                  <c:v>Категория 10</c:v>
                </c:pt>
                <c:pt idx="10">
                  <c:v>Категория 11</c:v>
                </c:pt>
                <c:pt idx="11">
                  <c:v>Категория 12</c:v>
                </c:pt>
                <c:pt idx="12">
                  <c:v>Категория 13</c:v>
                </c:pt>
                <c:pt idx="13">
                  <c:v>Категория 14</c:v>
                </c:pt>
                <c:pt idx="14">
                  <c:v>Категория 15</c:v>
                </c:pt>
              </c:strCache>
            </c:strRef>
          </c:cat>
          <c:val>
            <c:numRef>
              <c:f>Лист1!$F$2:$F$16</c:f>
              <c:numCache>
                <c:formatCode>General</c:formatCode>
                <c:ptCount val="15"/>
                <c:pt idx="0">
                  <c:v>2</c:v>
                </c:pt>
                <c:pt idx="1">
                  <c:v>2.2000000000000002</c:v>
                </c:pt>
                <c:pt idx="2">
                  <c:v>3.1</c:v>
                </c:pt>
                <c:pt idx="3">
                  <c:v>1.9</c:v>
                </c:pt>
                <c:pt idx="4">
                  <c:v>2.7</c:v>
                </c:pt>
                <c:pt idx="5">
                  <c:v>3.3</c:v>
                </c:pt>
                <c:pt idx="6">
                  <c:v>2.6</c:v>
                </c:pt>
                <c:pt idx="7">
                  <c:v>2.9</c:v>
                </c:pt>
                <c:pt idx="8">
                  <c:v>3.1</c:v>
                </c:pt>
                <c:pt idx="9">
                  <c:v>3.3</c:v>
                </c:pt>
                <c:pt idx="10">
                  <c:v>3.4</c:v>
                </c:pt>
                <c:pt idx="11">
                  <c:v>3.1</c:v>
                </c:pt>
                <c:pt idx="12">
                  <c:v>2.9</c:v>
                </c:pt>
                <c:pt idx="13">
                  <c:v>3.1</c:v>
                </c:pt>
                <c:pt idx="14">
                  <c:v>3.4</c:v>
                </c:pt>
              </c:numCache>
            </c:numRef>
          </c:val>
          <c:extLst>
            <c:ext xmlns:c16="http://schemas.microsoft.com/office/drawing/2014/chart" uri="{C3380CC4-5D6E-409C-BE32-E72D297353CC}">
              <c16:uniqueId val="{00000004-DC73-462F-9D7B-E4CDC7D555F0}"/>
            </c:ext>
          </c:extLst>
        </c:ser>
        <c:ser>
          <c:idx val="5"/>
          <c:order val="5"/>
          <c:tx>
            <c:strRef>
              <c:f>Лист1!$G$1</c:f>
              <c:strCache>
                <c:ptCount val="1"/>
                <c:pt idx="0">
                  <c:v>Параметр 6</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Лист1!$A$2:$A$16</c:f>
              <c:strCache>
                <c:ptCount val="15"/>
                <c:pt idx="0">
                  <c:v>Категория 1</c:v>
                </c:pt>
                <c:pt idx="1">
                  <c:v>Категория 2</c:v>
                </c:pt>
                <c:pt idx="2">
                  <c:v>Категория 3</c:v>
                </c:pt>
                <c:pt idx="3">
                  <c:v>Категория 4</c:v>
                </c:pt>
                <c:pt idx="4">
                  <c:v>Категория 5</c:v>
                </c:pt>
                <c:pt idx="5">
                  <c:v>Категория 6</c:v>
                </c:pt>
                <c:pt idx="6">
                  <c:v>Категория 7</c:v>
                </c:pt>
                <c:pt idx="7">
                  <c:v>Категория 8</c:v>
                </c:pt>
                <c:pt idx="8">
                  <c:v>Категория 9</c:v>
                </c:pt>
                <c:pt idx="9">
                  <c:v>Категория 10</c:v>
                </c:pt>
                <c:pt idx="10">
                  <c:v>Категория 11</c:v>
                </c:pt>
                <c:pt idx="11">
                  <c:v>Категория 12</c:v>
                </c:pt>
                <c:pt idx="12">
                  <c:v>Категория 13</c:v>
                </c:pt>
                <c:pt idx="13">
                  <c:v>Категория 14</c:v>
                </c:pt>
                <c:pt idx="14">
                  <c:v>Категория 15</c:v>
                </c:pt>
              </c:strCache>
            </c:strRef>
          </c:cat>
          <c:val>
            <c:numRef>
              <c:f>Лист1!$G$2:$G$16</c:f>
              <c:numCache>
                <c:formatCode>General</c:formatCode>
                <c:ptCount val="15"/>
                <c:pt idx="0">
                  <c:v>3</c:v>
                </c:pt>
                <c:pt idx="1">
                  <c:v>3.2</c:v>
                </c:pt>
                <c:pt idx="2">
                  <c:v>3.6</c:v>
                </c:pt>
                <c:pt idx="3">
                  <c:v>3.4</c:v>
                </c:pt>
                <c:pt idx="4">
                  <c:v>3.3</c:v>
                </c:pt>
                <c:pt idx="5">
                  <c:v>3.9</c:v>
                </c:pt>
                <c:pt idx="6">
                  <c:v>4.2</c:v>
                </c:pt>
                <c:pt idx="7">
                  <c:v>4.5</c:v>
                </c:pt>
                <c:pt idx="8">
                  <c:v>4.9000000000000004</c:v>
                </c:pt>
                <c:pt idx="9">
                  <c:v>5.3</c:v>
                </c:pt>
                <c:pt idx="10">
                  <c:v>5.2</c:v>
                </c:pt>
                <c:pt idx="11">
                  <c:v>5.7</c:v>
                </c:pt>
                <c:pt idx="12">
                  <c:v>5.0999999999999996</c:v>
                </c:pt>
                <c:pt idx="13">
                  <c:v>4.9000000000000004</c:v>
                </c:pt>
                <c:pt idx="14">
                  <c:v>5.3</c:v>
                </c:pt>
              </c:numCache>
            </c:numRef>
          </c:val>
          <c:extLst>
            <c:ext xmlns:c16="http://schemas.microsoft.com/office/drawing/2014/chart" uri="{C3380CC4-5D6E-409C-BE32-E72D297353CC}">
              <c16:uniqueId val="{00000005-DC73-462F-9D7B-E4CDC7D555F0}"/>
            </c:ext>
          </c:extLst>
        </c:ser>
        <c:dLbls>
          <c:dLblPos val="ctr"/>
          <c:showLegendKey val="0"/>
          <c:showVal val="1"/>
          <c:showCatName val="0"/>
          <c:showSerName val="0"/>
          <c:showPercent val="0"/>
          <c:showBubbleSize val="0"/>
        </c:dLbls>
        <c:gapWidth val="50"/>
        <c:overlap val="100"/>
        <c:axId val="1051043552"/>
        <c:axId val="1088758896"/>
      </c:barChart>
      <c:catAx>
        <c:axId val="1051043552"/>
        <c:scaling>
          <c:orientation val="maxMin"/>
        </c:scaling>
        <c:delete val="0"/>
        <c:axPos val="l"/>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1088758896"/>
        <c:crosses val="autoZero"/>
        <c:auto val="1"/>
        <c:lblAlgn val="ctr"/>
        <c:lblOffset val="100"/>
        <c:noMultiLvlLbl val="0"/>
      </c:catAx>
      <c:valAx>
        <c:axId val="1088758896"/>
        <c:scaling>
          <c:orientation val="minMax"/>
        </c:scaling>
        <c:delete val="1"/>
        <c:axPos val="t"/>
        <c:numFmt formatCode="General" sourceLinked="1"/>
        <c:majorTickMark val="none"/>
        <c:minorTickMark val="none"/>
        <c:tickLblPos val="nextTo"/>
        <c:crossAx val="1051043552"/>
        <c:crosses val="autoZero"/>
        <c:crossBetween val="between"/>
      </c:valAx>
      <c:spPr>
        <a:noFill/>
        <a:ln>
          <a:noFill/>
        </a:ln>
        <a:effectLst/>
      </c:spPr>
    </c:plotArea>
    <c:legend>
      <c:legendPos val="b"/>
      <c:layout>
        <c:manualLayout>
          <c:xMode val="edge"/>
          <c:yMode val="edge"/>
          <c:x val="0.11504527559055117"/>
          <c:y val="0.9243480096749368"/>
          <c:w val="0.8849547305913813"/>
          <c:h val="6.004487475842765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83169291338343E-4"/>
          <c:y val="3.0774733911180876E-2"/>
          <c:w val="0.99929416830708662"/>
          <c:h val="0.77063542433265142"/>
        </c:manualLayout>
      </c:layout>
      <c:lineChart>
        <c:grouping val="standard"/>
        <c:varyColors val="0"/>
        <c:ser>
          <c:idx val="0"/>
          <c:order val="0"/>
          <c:tx>
            <c:strRef>
              <c:f>Лист1!$B$1</c:f>
              <c:strCache>
                <c:ptCount val="1"/>
                <c:pt idx="0">
                  <c:v>Показатель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Лист1!$B$2:$B$13</c:f>
              <c:numCache>
                <c:formatCode>General</c:formatCode>
                <c:ptCount val="12"/>
                <c:pt idx="0">
                  <c:v>1.1000000000000001</c:v>
                </c:pt>
                <c:pt idx="1">
                  <c:v>1</c:v>
                </c:pt>
                <c:pt idx="2">
                  <c:v>1.2</c:v>
                </c:pt>
                <c:pt idx="3">
                  <c:v>0.9</c:v>
                </c:pt>
                <c:pt idx="4">
                  <c:v>1.7</c:v>
                </c:pt>
                <c:pt idx="5">
                  <c:v>1.3</c:v>
                </c:pt>
                <c:pt idx="6">
                  <c:v>1.1000000000000001</c:v>
                </c:pt>
                <c:pt idx="7">
                  <c:v>1.6</c:v>
                </c:pt>
                <c:pt idx="8">
                  <c:v>1.8</c:v>
                </c:pt>
                <c:pt idx="9">
                  <c:v>1.7</c:v>
                </c:pt>
                <c:pt idx="10">
                  <c:v>2.1</c:v>
                </c:pt>
                <c:pt idx="11">
                  <c:v>2.5</c:v>
                </c:pt>
              </c:numCache>
            </c:numRef>
          </c:val>
          <c:smooth val="0"/>
          <c:extLst>
            <c:ext xmlns:c16="http://schemas.microsoft.com/office/drawing/2014/chart" uri="{C3380CC4-5D6E-409C-BE32-E72D297353CC}">
              <c16:uniqueId val="{00000000-EC0B-487D-AF24-CCE5EFBE48DE}"/>
            </c:ext>
          </c:extLst>
        </c:ser>
        <c:ser>
          <c:idx val="1"/>
          <c:order val="1"/>
          <c:tx>
            <c:strRef>
              <c:f>Лист1!$C$1</c:f>
              <c:strCache>
                <c:ptCount val="1"/>
                <c:pt idx="0">
                  <c:v>Показатель 2</c:v>
                </c:pt>
              </c:strCache>
            </c:strRef>
          </c:tx>
          <c:spPr>
            <a:ln w="28575" cap="rnd">
              <a:solidFill>
                <a:schemeClr val="accent2"/>
              </a:solidFill>
              <a:round/>
            </a:ln>
            <a:effectLst/>
          </c:spPr>
          <c:marker>
            <c:symbol val="circle"/>
            <c:size val="5"/>
            <c:spPr>
              <a:solidFill>
                <a:schemeClr val="accent2"/>
              </a:solidFill>
              <a:ln w="28575" cap="rnd">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Лист1!$C$2:$C$13</c:f>
              <c:numCache>
                <c:formatCode>General</c:formatCode>
                <c:ptCount val="12"/>
                <c:pt idx="0">
                  <c:v>2.8</c:v>
                </c:pt>
                <c:pt idx="1">
                  <c:v>3.2</c:v>
                </c:pt>
                <c:pt idx="2">
                  <c:v>4.3</c:v>
                </c:pt>
                <c:pt idx="3">
                  <c:v>2.8</c:v>
                </c:pt>
                <c:pt idx="4">
                  <c:v>3.5</c:v>
                </c:pt>
                <c:pt idx="5">
                  <c:v>4.5</c:v>
                </c:pt>
                <c:pt idx="6">
                  <c:v>4.7</c:v>
                </c:pt>
                <c:pt idx="7">
                  <c:v>4.9000000000000004</c:v>
                </c:pt>
                <c:pt idx="8">
                  <c:v>5</c:v>
                </c:pt>
                <c:pt idx="9">
                  <c:v>5.4</c:v>
                </c:pt>
                <c:pt idx="10">
                  <c:v>5.6</c:v>
                </c:pt>
                <c:pt idx="11">
                  <c:v>6.1</c:v>
                </c:pt>
              </c:numCache>
            </c:numRef>
          </c:val>
          <c:smooth val="0"/>
          <c:extLst>
            <c:ext xmlns:c16="http://schemas.microsoft.com/office/drawing/2014/chart" uri="{C3380CC4-5D6E-409C-BE32-E72D297353CC}">
              <c16:uniqueId val="{00000002-EC0B-487D-AF24-CCE5EFBE48DE}"/>
            </c:ext>
          </c:extLst>
        </c:ser>
        <c:ser>
          <c:idx val="2"/>
          <c:order val="2"/>
          <c:tx>
            <c:strRef>
              <c:f>Лист1!$D$1</c:f>
              <c:strCache>
                <c:ptCount val="1"/>
                <c:pt idx="0">
                  <c:v>Показатель 3</c:v>
                </c:pt>
              </c:strCache>
            </c:strRef>
          </c:tx>
          <c:spPr>
            <a:ln w="28575" cap="rnd">
              <a:solidFill>
                <a:schemeClr val="accent3"/>
              </a:solidFill>
              <a:round/>
            </a:ln>
            <a:effectLst/>
          </c:spPr>
          <c:marker>
            <c:symbol val="circle"/>
            <c:size val="5"/>
            <c:spPr>
              <a:solidFill>
                <a:schemeClr val="accent3"/>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Лист1!$D$2:$D$13</c:f>
              <c:numCache>
                <c:formatCode>General</c:formatCode>
                <c:ptCount val="12"/>
                <c:pt idx="0">
                  <c:v>1.1000000000000001</c:v>
                </c:pt>
                <c:pt idx="1">
                  <c:v>1.5</c:v>
                </c:pt>
                <c:pt idx="2">
                  <c:v>1.3</c:v>
                </c:pt>
                <c:pt idx="3">
                  <c:v>2.2000000000000002</c:v>
                </c:pt>
                <c:pt idx="4">
                  <c:v>1.8</c:v>
                </c:pt>
                <c:pt idx="5">
                  <c:v>1.6</c:v>
                </c:pt>
                <c:pt idx="6">
                  <c:v>2.4</c:v>
                </c:pt>
                <c:pt idx="7">
                  <c:v>2.2000000000000002</c:v>
                </c:pt>
                <c:pt idx="8">
                  <c:v>2.6</c:v>
                </c:pt>
                <c:pt idx="9">
                  <c:v>2.1</c:v>
                </c:pt>
                <c:pt idx="10">
                  <c:v>2.5</c:v>
                </c:pt>
                <c:pt idx="11">
                  <c:v>2.8</c:v>
                </c:pt>
              </c:numCache>
            </c:numRef>
          </c:val>
          <c:smooth val="0"/>
          <c:extLst>
            <c:ext xmlns:c16="http://schemas.microsoft.com/office/drawing/2014/chart" uri="{C3380CC4-5D6E-409C-BE32-E72D297353CC}">
              <c16:uniqueId val="{00000003-EC0B-487D-AF24-CCE5EFBE48DE}"/>
            </c:ext>
          </c:extLst>
        </c:ser>
        <c:ser>
          <c:idx val="3"/>
          <c:order val="3"/>
          <c:tx>
            <c:strRef>
              <c:f>Лист1!$E$1</c:f>
              <c:strCache>
                <c:ptCount val="1"/>
                <c:pt idx="0">
                  <c:v>Показатель 4</c:v>
                </c:pt>
              </c:strCache>
            </c:strRef>
          </c:tx>
          <c:spPr>
            <a:ln w="28575" cap="rnd">
              <a:solidFill>
                <a:schemeClr val="accent4"/>
              </a:solidFill>
              <a:round/>
            </a:ln>
            <a:effectLst/>
          </c:spPr>
          <c:marker>
            <c:symbol val="circle"/>
            <c:size val="5"/>
            <c:spPr>
              <a:solidFill>
                <a:schemeClr val="accent4"/>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Лист1!$E$2:$E$13</c:f>
              <c:numCache>
                <c:formatCode>General</c:formatCode>
                <c:ptCount val="12"/>
                <c:pt idx="0">
                  <c:v>6.1</c:v>
                </c:pt>
                <c:pt idx="1">
                  <c:v>6.3</c:v>
                </c:pt>
                <c:pt idx="2">
                  <c:v>5.9</c:v>
                </c:pt>
                <c:pt idx="3">
                  <c:v>5.8</c:v>
                </c:pt>
                <c:pt idx="4">
                  <c:v>6.2</c:v>
                </c:pt>
                <c:pt idx="5">
                  <c:v>6.5</c:v>
                </c:pt>
                <c:pt idx="6">
                  <c:v>6.2</c:v>
                </c:pt>
                <c:pt idx="7">
                  <c:v>5.9</c:v>
                </c:pt>
                <c:pt idx="8">
                  <c:v>6.3</c:v>
                </c:pt>
                <c:pt idx="9">
                  <c:v>6.4</c:v>
                </c:pt>
                <c:pt idx="10">
                  <c:v>6.7</c:v>
                </c:pt>
                <c:pt idx="11">
                  <c:v>7.1</c:v>
                </c:pt>
              </c:numCache>
            </c:numRef>
          </c:val>
          <c:smooth val="0"/>
          <c:extLst>
            <c:ext xmlns:c16="http://schemas.microsoft.com/office/drawing/2014/chart" uri="{C3380CC4-5D6E-409C-BE32-E72D297353CC}">
              <c16:uniqueId val="{00000004-EC0B-487D-AF24-CCE5EFBE48DE}"/>
            </c:ext>
          </c:extLst>
        </c:ser>
        <c:ser>
          <c:idx val="4"/>
          <c:order val="4"/>
          <c:tx>
            <c:strRef>
              <c:f>Лист1!$F$1</c:f>
              <c:strCache>
                <c:ptCount val="1"/>
                <c:pt idx="0">
                  <c:v>Показатель 5</c:v>
                </c:pt>
              </c:strCache>
            </c:strRef>
          </c:tx>
          <c:spPr>
            <a:ln w="28575" cap="rnd">
              <a:solidFill>
                <a:schemeClr val="accent1">
                  <a:lumMod val="40000"/>
                  <a:lumOff val="60000"/>
                </a:schemeClr>
              </a:solidFill>
              <a:round/>
            </a:ln>
            <a:effectLst/>
          </c:spPr>
          <c:marker>
            <c:symbol val="circle"/>
            <c:size val="5"/>
            <c:spPr>
              <a:solidFill>
                <a:schemeClr val="accent1">
                  <a:lumMod val="40000"/>
                  <a:lumOff val="60000"/>
                </a:schemeClr>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Лист1!$F$2:$F$13</c:f>
              <c:numCache>
                <c:formatCode>General</c:formatCode>
                <c:ptCount val="12"/>
                <c:pt idx="0">
                  <c:v>8.8000000000000007</c:v>
                </c:pt>
                <c:pt idx="1">
                  <c:v>9.5</c:v>
                </c:pt>
                <c:pt idx="2">
                  <c:v>9.9</c:v>
                </c:pt>
                <c:pt idx="3">
                  <c:v>9.6</c:v>
                </c:pt>
                <c:pt idx="4">
                  <c:v>9.1999999999999993</c:v>
                </c:pt>
                <c:pt idx="5">
                  <c:v>9.6999999999999993</c:v>
                </c:pt>
                <c:pt idx="6">
                  <c:v>10.1</c:v>
                </c:pt>
                <c:pt idx="7">
                  <c:v>9.9</c:v>
                </c:pt>
                <c:pt idx="8">
                  <c:v>10.199999999999999</c:v>
                </c:pt>
                <c:pt idx="9">
                  <c:v>10.3</c:v>
                </c:pt>
                <c:pt idx="10">
                  <c:v>10.7</c:v>
                </c:pt>
                <c:pt idx="11">
                  <c:v>11.2</c:v>
                </c:pt>
              </c:numCache>
            </c:numRef>
          </c:val>
          <c:smooth val="0"/>
          <c:extLst>
            <c:ext xmlns:c16="http://schemas.microsoft.com/office/drawing/2014/chart" uri="{C3380CC4-5D6E-409C-BE32-E72D297353CC}">
              <c16:uniqueId val="{00000005-EC0B-487D-AF24-CCE5EFBE48DE}"/>
            </c:ext>
          </c:extLst>
        </c:ser>
        <c:dLbls>
          <c:showLegendKey val="0"/>
          <c:showVal val="1"/>
          <c:showCatName val="0"/>
          <c:showSerName val="0"/>
          <c:showPercent val="0"/>
          <c:showBubbleSize val="0"/>
        </c:dLbls>
        <c:marker val="1"/>
        <c:smooth val="0"/>
        <c:axId val="755913504"/>
        <c:axId val="372711648"/>
      </c:lineChart>
      <c:catAx>
        <c:axId val="755913504"/>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372711648"/>
        <c:crosses val="autoZero"/>
        <c:auto val="1"/>
        <c:lblAlgn val="ctr"/>
        <c:lblOffset val="100"/>
        <c:noMultiLvlLbl val="0"/>
      </c:catAx>
      <c:valAx>
        <c:axId val="372711648"/>
        <c:scaling>
          <c:orientation val="minMax"/>
        </c:scaling>
        <c:delete val="1"/>
        <c:axPos val="l"/>
        <c:numFmt formatCode="General" sourceLinked="1"/>
        <c:majorTickMark val="none"/>
        <c:minorTickMark val="none"/>
        <c:tickLblPos val="nextTo"/>
        <c:crossAx val="755913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19362066370995909"/>
          <c:w val="0.86605693856911026"/>
          <c:h val="0.57513533683866247"/>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2021</c:v>
                </c:pt>
                <c:pt idx="1">
                  <c:v>2022</c:v>
                </c:pt>
              </c:numCache>
            </c:numRef>
          </c:cat>
          <c:val>
            <c:numRef>
              <c:f>Лист1!$B$2:$B$3</c:f>
              <c:numCache>
                <c:formatCode>General</c:formatCode>
                <c:ptCount val="2"/>
                <c:pt idx="0">
                  <c:v>3.5</c:v>
                </c:pt>
                <c:pt idx="1">
                  <c:v>4.5</c:v>
                </c:pt>
              </c:numCache>
            </c:numRef>
          </c:val>
          <c:extLst>
            <c:ext xmlns:c16="http://schemas.microsoft.com/office/drawing/2014/chart" uri="{C3380CC4-5D6E-409C-BE32-E72D297353CC}">
              <c16:uniqueId val="{00000000-FD02-4605-8E28-A69B078CEAB1}"/>
            </c:ext>
          </c:extLst>
        </c:ser>
        <c:dLbls>
          <c:dLblPos val="outEnd"/>
          <c:showLegendKey val="0"/>
          <c:showVal val="1"/>
          <c:showCatName val="0"/>
          <c:showSerName val="0"/>
          <c:showPercent val="0"/>
          <c:showBubbleSize val="0"/>
        </c:dLbls>
        <c:gapWidth val="250"/>
        <c:overlap val="-15"/>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2.8319204531072725E-3"/>
          <c:y val="4.0480277109430538E-4"/>
          <c:w val="0.5107200817152131"/>
          <c:h val="0.12033192716659716"/>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33177308458937088"/>
          <c:w val="0.96562499999999996"/>
          <c:h val="0.54041139259835369"/>
        </c:manualLayout>
      </c:layout>
      <c:barChart>
        <c:barDir val="col"/>
        <c:grouping val="stacked"/>
        <c:varyColors val="0"/>
        <c:ser>
          <c:idx val="0"/>
          <c:order val="0"/>
          <c:tx>
            <c:strRef>
              <c:f>Лист1!$B$1</c:f>
              <c:strCache>
                <c:ptCount val="1"/>
                <c:pt idx="0">
                  <c:v>Параметр 1</c:v>
                </c:pt>
              </c:strCache>
            </c:strRef>
          </c:tx>
          <c:spPr>
            <a:solidFill>
              <a:schemeClr val="accent1"/>
            </a:solidFill>
            <a:ln>
              <a:noFill/>
            </a:ln>
            <a:effectLst/>
          </c:spPr>
          <c:invertIfNegative val="0"/>
          <c:dLbls>
            <c:delete val="1"/>
          </c:dLbls>
          <c:cat>
            <c:numRef>
              <c:f>Лист1!$A$2:$A$3</c:f>
              <c:numCache>
                <c:formatCode>General</c:formatCode>
                <c:ptCount val="2"/>
                <c:pt idx="0">
                  <c:v>2021</c:v>
                </c:pt>
                <c:pt idx="1">
                  <c:v>2022</c:v>
                </c:pt>
              </c:numCache>
            </c:numRef>
          </c:cat>
          <c:val>
            <c:numRef>
              <c:f>Лист1!$B$2:$B$3</c:f>
              <c:numCache>
                <c:formatCode>General</c:formatCode>
                <c:ptCount val="2"/>
                <c:pt idx="0">
                  <c:v>350</c:v>
                </c:pt>
                <c:pt idx="1">
                  <c:v>440</c:v>
                </c:pt>
              </c:numCache>
            </c:numRef>
          </c:val>
          <c:extLst>
            <c:ext xmlns:c16="http://schemas.microsoft.com/office/drawing/2014/chart" uri="{C3380CC4-5D6E-409C-BE32-E72D297353CC}">
              <c16:uniqueId val="{00000000-FD02-4605-8E28-A69B078CEAB1}"/>
            </c:ext>
          </c:extLst>
        </c:ser>
        <c:ser>
          <c:idx val="1"/>
          <c:order val="1"/>
          <c:tx>
            <c:strRef>
              <c:f>Лист1!$C$1</c:f>
              <c:strCache>
                <c:ptCount val="1"/>
                <c:pt idx="0">
                  <c:v>Параметр 2</c:v>
                </c:pt>
              </c:strCache>
            </c:strRef>
          </c:tx>
          <c:spPr>
            <a:solidFill>
              <a:schemeClr val="accent4"/>
            </a:solidFill>
            <a:ln>
              <a:noFill/>
            </a:ln>
            <a:effectLst/>
          </c:spPr>
          <c:invertIfNegative val="0"/>
          <c:dLbls>
            <c:delete val="1"/>
          </c:dLbls>
          <c:cat>
            <c:numRef>
              <c:f>Лист1!$A$2:$A$3</c:f>
              <c:numCache>
                <c:formatCode>General</c:formatCode>
                <c:ptCount val="2"/>
                <c:pt idx="0">
                  <c:v>2021</c:v>
                </c:pt>
                <c:pt idx="1">
                  <c:v>2022</c:v>
                </c:pt>
              </c:numCache>
            </c:numRef>
          </c:cat>
          <c:val>
            <c:numRef>
              <c:f>Лист1!$C$2:$C$3</c:f>
              <c:numCache>
                <c:formatCode>General</c:formatCode>
                <c:ptCount val="2"/>
                <c:pt idx="0">
                  <c:v>0</c:v>
                </c:pt>
                <c:pt idx="1">
                  <c:v>134</c:v>
                </c:pt>
              </c:numCache>
            </c:numRef>
          </c:val>
          <c:extLst>
            <c:ext xmlns:c16="http://schemas.microsoft.com/office/drawing/2014/chart" uri="{C3380CC4-5D6E-409C-BE32-E72D297353CC}">
              <c16:uniqueId val="{00000000-3916-4C3C-8A66-9962A87A6514}"/>
            </c:ext>
          </c:extLst>
        </c:ser>
        <c:dLbls>
          <c:showLegendKey val="0"/>
          <c:showVal val="1"/>
          <c:showCatName val="0"/>
          <c:showSerName val="0"/>
          <c:showPercent val="0"/>
          <c:showBubbleSize val="0"/>
        </c:dLbls>
        <c:gapWidth val="250"/>
        <c:overlap val="100"/>
        <c:axId val="1353886368"/>
        <c:axId val="1686414832"/>
      </c:barChart>
      <c:lineChart>
        <c:grouping val="standard"/>
        <c:varyColors val="0"/>
        <c:ser>
          <c:idx val="2"/>
          <c:order val="2"/>
          <c:tx>
            <c:strRef>
              <c:f>Лист1!$D$1</c:f>
              <c:strCache>
                <c:ptCount val="1"/>
                <c:pt idx="0">
                  <c:v>Итого</c:v>
                </c:pt>
              </c:strCache>
            </c:strRef>
          </c:tx>
          <c:spPr>
            <a:ln w="28575" cap="rnd">
              <a:noFill/>
              <a:round/>
            </a:ln>
            <a:effectLst/>
          </c:spPr>
          <c:marker>
            <c:symbol val="none"/>
          </c:marker>
          <c:dLbls>
            <c:dLbl>
              <c:idx val="0"/>
              <c:layout>
                <c:manualLayout>
                  <c:x val="-0.16030324721643455"/>
                  <c:y val="-6.63232117370883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r"/>
              <c:showLegendKey val="0"/>
              <c:showVal val="1"/>
              <c:showCatName val="0"/>
              <c:showSerName val="0"/>
              <c:showPercent val="0"/>
              <c:showBubbleSize val="0"/>
              <c:extLst>
                <c:ext xmlns:c15="http://schemas.microsoft.com/office/drawing/2012/chart" uri="{CE6537A1-D6FC-4f65-9D91-7224C49458BB}">
                  <c15:layout>
                    <c:manualLayout>
                      <c:w val="0.23311683553745247"/>
                      <c:h val="0.12618265701063397"/>
                    </c:manualLayout>
                  </c15:layout>
                </c:ext>
                <c:ext xmlns:c16="http://schemas.microsoft.com/office/drawing/2014/chart" uri="{C3380CC4-5D6E-409C-BE32-E72D297353CC}">
                  <c16:uniqueId val="{00000004-3916-4C3C-8A66-9962A87A6514}"/>
                </c:ext>
              </c:extLst>
            </c:dLbl>
            <c:dLbl>
              <c:idx val="1"/>
              <c:layout>
                <c:manualLayout>
                  <c:x val="-0.14601138664427171"/>
                  <c:y val="-6.9555603966927337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r"/>
              <c:showLegendKey val="0"/>
              <c:showVal val="1"/>
              <c:showCatName val="0"/>
              <c:showSerName val="0"/>
              <c:showPercent val="0"/>
              <c:showBubbleSize val="0"/>
              <c:extLst>
                <c:ext xmlns:c15="http://schemas.microsoft.com/office/drawing/2012/chart" uri="{CE6537A1-D6FC-4f65-9D91-7224C49458BB}">
                  <c15:layout>
                    <c:manualLayout>
                      <c:w val="0.22516334404862773"/>
                      <c:h val="0.11971838154902366"/>
                    </c:manualLayout>
                  </c15:layout>
                </c:ext>
                <c:ext xmlns:c16="http://schemas.microsoft.com/office/drawing/2014/chart" uri="{C3380CC4-5D6E-409C-BE32-E72D297353CC}">
                  <c16:uniqueId val="{00000005-3916-4C3C-8A66-9962A87A651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Лист1!$A$2:$A$3</c:f>
              <c:numCache>
                <c:formatCode>General</c:formatCode>
                <c:ptCount val="2"/>
                <c:pt idx="0">
                  <c:v>2021</c:v>
                </c:pt>
                <c:pt idx="1">
                  <c:v>2022</c:v>
                </c:pt>
              </c:numCache>
            </c:numRef>
          </c:cat>
          <c:val>
            <c:numRef>
              <c:f>Лист1!$D$2:$D$3</c:f>
              <c:numCache>
                <c:formatCode>General</c:formatCode>
                <c:ptCount val="2"/>
                <c:pt idx="0">
                  <c:v>350</c:v>
                </c:pt>
                <c:pt idx="1">
                  <c:v>574</c:v>
                </c:pt>
              </c:numCache>
            </c:numRef>
          </c:val>
          <c:smooth val="0"/>
          <c:extLst>
            <c:ext xmlns:c16="http://schemas.microsoft.com/office/drawing/2014/chart" uri="{C3380CC4-5D6E-409C-BE32-E72D297353CC}">
              <c16:uniqueId val="{00000002-3916-4C3C-8A66-9962A87A6514}"/>
            </c:ext>
          </c:extLst>
        </c:ser>
        <c:dLbls>
          <c:showLegendKey val="0"/>
          <c:showVal val="0"/>
          <c:showCatName val="0"/>
          <c:showSerName val="0"/>
          <c:showPercent val="0"/>
          <c:showBubbleSize val="0"/>
        </c:dLbls>
        <c:marker val="1"/>
        <c:smooth val="0"/>
        <c:axId val="1353886368"/>
        <c:axId val="1686414832"/>
      </c:lineChart>
      <c:catAx>
        <c:axId val="1353886368"/>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egendEntry>
        <c:idx val="2"/>
        <c:delete val="1"/>
      </c:legendEntry>
      <c:layout>
        <c:manualLayout>
          <c:xMode val="edge"/>
          <c:yMode val="edge"/>
          <c:x val="0"/>
          <c:y val="0.13500856063574543"/>
          <c:w val="0.54767053506957419"/>
          <c:h val="0.15414446586760758"/>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13720360372596291"/>
          <c:w val="0.86605693856911026"/>
          <c:h val="0.63155240908627885"/>
        </c:manualLayout>
      </c:layout>
      <c:barChart>
        <c:barDir val="col"/>
        <c:grouping val="clustered"/>
        <c:varyColors val="0"/>
        <c:ser>
          <c:idx val="0"/>
          <c:order val="0"/>
          <c:tx>
            <c:strRef>
              <c:f>Лист1!$B$1</c:f>
              <c:strCache>
                <c:ptCount val="1"/>
                <c:pt idx="0">
                  <c:v>Параметр 1</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2021</c:v>
                </c:pt>
                <c:pt idx="1">
                  <c:v>2022</c:v>
                </c:pt>
              </c:numCache>
            </c:numRef>
          </c:cat>
          <c:val>
            <c:numRef>
              <c:f>Лист1!$B$2:$B$3</c:f>
              <c:numCache>
                <c:formatCode>General</c:formatCode>
                <c:ptCount val="2"/>
                <c:pt idx="0">
                  <c:v>37</c:v>
                </c:pt>
                <c:pt idx="1">
                  <c:v>44</c:v>
                </c:pt>
              </c:numCache>
            </c:numRef>
          </c:val>
          <c:extLst>
            <c:ext xmlns:c16="http://schemas.microsoft.com/office/drawing/2014/chart" uri="{C3380CC4-5D6E-409C-BE32-E72D297353CC}">
              <c16:uniqueId val="{00000000-FD02-4605-8E28-A69B078CEAB1}"/>
            </c:ext>
          </c:extLst>
        </c:ser>
        <c:dLbls>
          <c:dLblPos val="outEnd"/>
          <c:showLegendKey val="0"/>
          <c:showVal val="1"/>
          <c:showCatName val="0"/>
          <c:showSerName val="0"/>
          <c:showPercent val="0"/>
          <c:showBubbleSize val="0"/>
        </c:dLbls>
        <c:gapWidth val="250"/>
        <c:overlap val="-15"/>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min val="0"/>
        </c:scaling>
        <c:delete val="1"/>
        <c:axPos val="l"/>
        <c:numFmt formatCode="General" sourceLinked="1"/>
        <c:majorTickMark val="out"/>
        <c:minorTickMark val="none"/>
        <c:tickLblPos val="nextTo"/>
        <c:crossAx val="1353886368"/>
        <c:crosses val="autoZero"/>
        <c:crossBetween val="between"/>
      </c:valAx>
      <c:spPr>
        <a:noFill/>
        <a:ln>
          <a:noFill/>
        </a:ln>
        <a:effectLst/>
      </c:spPr>
    </c:plotArea>
    <c:legend>
      <c:legendPos val="t"/>
      <c:layout>
        <c:manualLayout>
          <c:xMode val="edge"/>
          <c:yMode val="edge"/>
          <c:x val="2.4167923866867818E-2"/>
          <c:y val="2.1561237309429222E-2"/>
          <c:w val="0.44671207147393144"/>
          <c:h val="6.513813905583285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33177308458937088"/>
          <c:w val="0.96562499999999996"/>
          <c:h val="0.54041139259835369"/>
        </c:manualLayout>
      </c:layout>
      <c:barChart>
        <c:barDir val="col"/>
        <c:grouping val="clustered"/>
        <c:varyColors val="0"/>
        <c:ser>
          <c:idx val="0"/>
          <c:order val="0"/>
          <c:tx>
            <c:strRef>
              <c:f>Лист1!$B$1</c:f>
              <c:strCache>
                <c:ptCount val="1"/>
                <c:pt idx="0">
                  <c:v>Параметр 1</c:v>
                </c:pt>
              </c:strCache>
            </c:strRef>
          </c:tx>
          <c:spPr>
            <a:solidFill>
              <a:schemeClr val="accent6"/>
            </a:solidFill>
            <a:ln>
              <a:noFill/>
            </a:ln>
            <a:effectLst/>
          </c:spPr>
          <c:invertIfNegative val="0"/>
          <c:dLbls>
            <c:dLbl>
              <c:idx val="0"/>
              <c:layout>
                <c:manualLayout>
                  <c:x val="3.1312958615597496E-7"/>
                  <c:y val="1.2257054562230127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extLst>
                <c:ext xmlns:c15="http://schemas.microsoft.com/office/drawing/2012/chart" uri="{CE6537A1-D6FC-4f65-9D91-7224C49458BB}">
                  <c15:layout>
                    <c:manualLayout>
                      <c:w val="0.22516334404862773"/>
                      <c:h val="0.10124327068402085"/>
                    </c:manualLayout>
                  </c15:layout>
                </c:ext>
                <c:ext xmlns:c16="http://schemas.microsoft.com/office/drawing/2014/chart" uri="{C3380CC4-5D6E-409C-BE32-E72D297353CC}">
                  <c16:uniqueId val="{00000000-AA50-4D69-B2AA-FACA223E65E7}"/>
                </c:ext>
              </c:extLst>
            </c:dLbl>
            <c:dLbl>
              <c:idx val="1"/>
              <c:layout>
                <c:manualLayout>
                  <c:x val="3.1312958617420152E-7"/>
                  <c:y val="1.838558184334519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extLst>
                <c:ext xmlns:c15="http://schemas.microsoft.com/office/drawing/2012/chart" uri="{CE6537A1-D6FC-4f65-9D91-7224C49458BB}">
                  <c15:layout>
                    <c:manualLayout>
                      <c:w val="0.28879127595922544"/>
                      <c:h val="0.11350032524625099"/>
                    </c:manualLayout>
                  </c15:layout>
                </c:ext>
                <c:ext xmlns:c16="http://schemas.microsoft.com/office/drawing/2014/chart" uri="{C3380CC4-5D6E-409C-BE32-E72D297353CC}">
                  <c16:uniqueId val="{00000001-AA50-4D69-B2AA-FACA223E65E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2021</c:v>
                </c:pt>
                <c:pt idx="1">
                  <c:v>2022</c:v>
                </c:pt>
              </c:numCache>
            </c:numRef>
          </c:cat>
          <c:val>
            <c:numRef>
              <c:f>Лист1!$B$2:$B$3</c:f>
              <c:numCache>
                <c:formatCode>General</c:formatCode>
                <c:ptCount val="2"/>
                <c:pt idx="0">
                  <c:v>10</c:v>
                </c:pt>
                <c:pt idx="1">
                  <c:v>12</c:v>
                </c:pt>
              </c:numCache>
            </c:numRef>
          </c:val>
          <c:extLst>
            <c:ext xmlns:c16="http://schemas.microsoft.com/office/drawing/2014/chart" uri="{C3380CC4-5D6E-409C-BE32-E72D297353CC}">
              <c16:uniqueId val="{00000000-FD02-4605-8E28-A69B078CEAB1}"/>
            </c:ext>
          </c:extLst>
        </c:ser>
        <c:dLbls>
          <c:showLegendKey val="0"/>
          <c:showVal val="1"/>
          <c:showCatName val="0"/>
          <c:showSerName val="0"/>
          <c:showPercent val="0"/>
          <c:showBubbleSize val="0"/>
        </c:dLbls>
        <c:gapWidth val="25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min val="0"/>
        </c:scaling>
        <c:delete val="1"/>
        <c:axPos val="l"/>
        <c:numFmt formatCode="General" sourceLinked="1"/>
        <c:majorTickMark val="out"/>
        <c:minorTickMark val="none"/>
        <c:tickLblPos val="nextTo"/>
        <c:crossAx val="1353886368"/>
        <c:crosses val="autoZero"/>
        <c:crossBetween val="between"/>
      </c:valAx>
      <c:spPr>
        <a:noFill/>
        <a:ln>
          <a:noFill/>
        </a:ln>
        <a:effectLst/>
      </c:spPr>
    </c:plotArea>
    <c:legend>
      <c:legendPos val="t"/>
      <c:layout>
        <c:manualLayout>
          <c:xMode val="edge"/>
          <c:yMode val="edge"/>
          <c:x val="0"/>
          <c:y val="0.12275150607351532"/>
          <c:w val="0.55695106974460529"/>
          <c:h val="9.0981606697177406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33177308458937088"/>
          <c:w val="0.96562499999999996"/>
          <c:h val="0.54041139259835369"/>
        </c:manualLayout>
      </c:layout>
      <c:barChart>
        <c:barDir val="col"/>
        <c:grouping val="stacked"/>
        <c:varyColors val="0"/>
        <c:ser>
          <c:idx val="0"/>
          <c:order val="0"/>
          <c:tx>
            <c:strRef>
              <c:f>Лист1!$B$1</c:f>
              <c:strCache>
                <c:ptCount val="1"/>
                <c:pt idx="0">
                  <c:v>Параметр 1</c:v>
                </c:pt>
              </c:strCache>
            </c:strRef>
          </c:tx>
          <c:spPr>
            <a:solidFill>
              <a:schemeClr val="accent1"/>
            </a:solidFill>
            <a:ln>
              <a:noFill/>
            </a:ln>
            <a:effectLst/>
          </c:spPr>
          <c:invertIfNegative val="0"/>
          <c:dLbls>
            <c:delete val="1"/>
          </c:dLbls>
          <c:cat>
            <c:numRef>
              <c:f>Лист1!$A$2:$A$3</c:f>
              <c:numCache>
                <c:formatCode>General</c:formatCode>
                <c:ptCount val="2"/>
                <c:pt idx="0">
                  <c:v>2021</c:v>
                </c:pt>
                <c:pt idx="1">
                  <c:v>2022</c:v>
                </c:pt>
              </c:numCache>
            </c:numRef>
          </c:cat>
          <c:val>
            <c:numRef>
              <c:f>Лист1!$B$2:$B$3</c:f>
              <c:numCache>
                <c:formatCode>General</c:formatCode>
                <c:ptCount val="2"/>
                <c:pt idx="0">
                  <c:v>350</c:v>
                </c:pt>
                <c:pt idx="1">
                  <c:v>440</c:v>
                </c:pt>
              </c:numCache>
            </c:numRef>
          </c:val>
          <c:extLst>
            <c:ext xmlns:c16="http://schemas.microsoft.com/office/drawing/2014/chart" uri="{C3380CC4-5D6E-409C-BE32-E72D297353CC}">
              <c16:uniqueId val="{00000000-FD02-4605-8E28-A69B078CEAB1}"/>
            </c:ext>
          </c:extLst>
        </c:ser>
        <c:ser>
          <c:idx val="1"/>
          <c:order val="1"/>
          <c:tx>
            <c:strRef>
              <c:f>Лист1!$C$1</c:f>
              <c:strCache>
                <c:ptCount val="1"/>
                <c:pt idx="0">
                  <c:v>Параметр 2</c:v>
                </c:pt>
              </c:strCache>
            </c:strRef>
          </c:tx>
          <c:spPr>
            <a:solidFill>
              <a:schemeClr val="accent4"/>
            </a:solidFill>
            <a:ln>
              <a:noFill/>
            </a:ln>
            <a:effectLst/>
          </c:spPr>
          <c:invertIfNegative val="0"/>
          <c:dLbls>
            <c:delete val="1"/>
          </c:dLbls>
          <c:cat>
            <c:numRef>
              <c:f>Лист1!$A$2:$A$3</c:f>
              <c:numCache>
                <c:formatCode>General</c:formatCode>
                <c:ptCount val="2"/>
                <c:pt idx="0">
                  <c:v>2021</c:v>
                </c:pt>
                <c:pt idx="1">
                  <c:v>2022</c:v>
                </c:pt>
              </c:numCache>
            </c:numRef>
          </c:cat>
          <c:val>
            <c:numRef>
              <c:f>Лист1!$C$2:$C$3</c:f>
              <c:numCache>
                <c:formatCode>General</c:formatCode>
                <c:ptCount val="2"/>
                <c:pt idx="0">
                  <c:v>0</c:v>
                </c:pt>
                <c:pt idx="1">
                  <c:v>134</c:v>
                </c:pt>
              </c:numCache>
            </c:numRef>
          </c:val>
          <c:extLst>
            <c:ext xmlns:c16="http://schemas.microsoft.com/office/drawing/2014/chart" uri="{C3380CC4-5D6E-409C-BE32-E72D297353CC}">
              <c16:uniqueId val="{00000000-3916-4C3C-8A66-9962A87A6514}"/>
            </c:ext>
          </c:extLst>
        </c:ser>
        <c:dLbls>
          <c:showLegendKey val="0"/>
          <c:showVal val="1"/>
          <c:showCatName val="0"/>
          <c:showSerName val="0"/>
          <c:showPercent val="0"/>
          <c:showBubbleSize val="0"/>
        </c:dLbls>
        <c:gapWidth val="250"/>
        <c:overlap val="100"/>
        <c:axId val="1353886368"/>
        <c:axId val="1686414832"/>
      </c:barChart>
      <c:lineChart>
        <c:grouping val="standard"/>
        <c:varyColors val="0"/>
        <c:ser>
          <c:idx val="2"/>
          <c:order val="2"/>
          <c:tx>
            <c:strRef>
              <c:f>Лист1!$D$1</c:f>
              <c:strCache>
                <c:ptCount val="1"/>
                <c:pt idx="0">
                  <c:v>Итого</c:v>
                </c:pt>
              </c:strCache>
            </c:strRef>
          </c:tx>
          <c:spPr>
            <a:ln w="28575" cap="rnd">
              <a:noFill/>
              <a:round/>
            </a:ln>
            <a:effectLst/>
          </c:spPr>
          <c:marker>
            <c:symbol val="none"/>
          </c:marker>
          <c:dLbls>
            <c:dLbl>
              <c:idx val="0"/>
              <c:layout>
                <c:manualLayout>
                  <c:x val="-0.16030324721643455"/>
                  <c:y val="-6.63232117370883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r"/>
              <c:showLegendKey val="0"/>
              <c:showVal val="1"/>
              <c:showCatName val="0"/>
              <c:showSerName val="0"/>
              <c:showPercent val="0"/>
              <c:showBubbleSize val="0"/>
              <c:extLst>
                <c:ext xmlns:c15="http://schemas.microsoft.com/office/drawing/2012/chart" uri="{CE6537A1-D6FC-4f65-9D91-7224C49458BB}">
                  <c15:layout>
                    <c:manualLayout>
                      <c:w val="0.23311683553745247"/>
                      <c:h val="0.12618265701063397"/>
                    </c:manualLayout>
                  </c15:layout>
                </c:ext>
                <c:ext xmlns:c16="http://schemas.microsoft.com/office/drawing/2014/chart" uri="{C3380CC4-5D6E-409C-BE32-E72D297353CC}">
                  <c16:uniqueId val="{00000004-3916-4C3C-8A66-9962A87A6514}"/>
                </c:ext>
              </c:extLst>
            </c:dLbl>
            <c:dLbl>
              <c:idx val="1"/>
              <c:layout>
                <c:manualLayout>
                  <c:x val="-0.14601138664427171"/>
                  <c:y val="-6.9555603966927337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r"/>
              <c:showLegendKey val="0"/>
              <c:showVal val="1"/>
              <c:showCatName val="0"/>
              <c:showSerName val="0"/>
              <c:showPercent val="0"/>
              <c:showBubbleSize val="0"/>
              <c:extLst>
                <c:ext xmlns:c15="http://schemas.microsoft.com/office/drawing/2012/chart" uri="{CE6537A1-D6FC-4f65-9D91-7224C49458BB}">
                  <c15:layout>
                    <c:manualLayout>
                      <c:w val="0.22516334404862773"/>
                      <c:h val="0.11971838154902366"/>
                    </c:manualLayout>
                  </c15:layout>
                </c:ext>
                <c:ext xmlns:c16="http://schemas.microsoft.com/office/drawing/2014/chart" uri="{C3380CC4-5D6E-409C-BE32-E72D297353CC}">
                  <c16:uniqueId val="{00000005-3916-4C3C-8A66-9962A87A651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Лист1!$A$2:$A$3</c:f>
              <c:numCache>
                <c:formatCode>General</c:formatCode>
                <c:ptCount val="2"/>
                <c:pt idx="0">
                  <c:v>2021</c:v>
                </c:pt>
                <c:pt idx="1">
                  <c:v>2022</c:v>
                </c:pt>
              </c:numCache>
            </c:numRef>
          </c:cat>
          <c:val>
            <c:numRef>
              <c:f>Лист1!$D$2:$D$3</c:f>
              <c:numCache>
                <c:formatCode>General</c:formatCode>
                <c:ptCount val="2"/>
                <c:pt idx="0">
                  <c:v>350</c:v>
                </c:pt>
                <c:pt idx="1">
                  <c:v>574</c:v>
                </c:pt>
              </c:numCache>
            </c:numRef>
          </c:val>
          <c:smooth val="0"/>
          <c:extLst>
            <c:ext xmlns:c16="http://schemas.microsoft.com/office/drawing/2014/chart" uri="{C3380CC4-5D6E-409C-BE32-E72D297353CC}">
              <c16:uniqueId val="{00000002-3916-4C3C-8A66-9962A87A6514}"/>
            </c:ext>
          </c:extLst>
        </c:ser>
        <c:dLbls>
          <c:showLegendKey val="0"/>
          <c:showVal val="0"/>
          <c:showCatName val="0"/>
          <c:showSerName val="0"/>
          <c:showPercent val="0"/>
          <c:showBubbleSize val="0"/>
        </c:dLbls>
        <c:marker val="1"/>
        <c:smooth val="0"/>
        <c:axId val="1353886368"/>
        <c:axId val="1686414832"/>
      </c:lineChart>
      <c:catAx>
        <c:axId val="1353886368"/>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egendEntry>
        <c:idx val="2"/>
        <c:delete val="1"/>
      </c:legendEntry>
      <c:layout>
        <c:manualLayout>
          <c:xMode val="edge"/>
          <c:yMode val="edge"/>
          <c:x val="0"/>
          <c:y val="0.12888003335463036"/>
          <c:w val="0.54767053506957419"/>
          <c:h val="0.15414452515012478"/>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45995596199663741"/>
          <c:w val="0.96562499999999996"/>
          <c:h val="0.41222864701335743"/>
        </c:manualLayout>
      </c:layout>
      <c:barChart>
        <c:barDir val="col"/>
        <c:grouping val="stacked"/>
        <c:varyColors val="0"/>
        <c:ser>
          <c:idx val="0"/>
          <c:order val="0"/>
          <c:tx>
            <c:strRef>
              <c:f>Лист1!$B$1</c:f>
              <c:strCache>
                <c:ptCount val="1"/>
                <c:pt idx="0">
                  <c:v>Параметр 1</c:v>
                </c:pt>
              </c:strCache>
            </c:strRef>
          </c:tx>
          <c:spPr>
            <a:solidFill>
              <a:schemeClr val="accent1"/>
            </a:solidFill>
            <a:ln>
              <a:noFill/>
            </a:ln>
            <a:effectLst/>
          </c:spPr>
          <c:invertIfNegative val="0"/>
          <c:cat>
            <c:numRef>
              <c:f>Лист1!$A$2:$A$3</c:f>
              <c:numCache>
                <c:formatCode>General</c:formatCode>
                <c:ptCount val="2"/>
                <c:pt idx="0">
                  <c:v>2021</c:v>
                </c:pt>
                <c:pt idx="1">
                  <c:v>2022</c:v>
                </c:pt>
              </c:numCache>
            </c:numRef>
          </c:cat>
          <c:val>
            <c:numRef>
              <c:f>Лист1!$B$2:$B$3</c:f>
              <c:numCache>
                <c:formatCode>General</c:formatCode>
                <c:ptCount val="2"/>
                <c:pt idx="0">
                  <c:v>2644</c:v>
                </c:pt>
                <c:pt idx="1">
                  <c:v>2800</c:v>
                </c:pt>
              </c:numCache>
            </c:numRef>
          </c:val>
          <c:extLst>
            <c:ext xmlns:c16="http://schemas.microsoft.com/office/drawing/2014/chart" uri="{C3380CC4-5D6E-409C-BE32-E72D297353CC}">
              <c16:uniqueId val="{00000000-FD02-4605-8E28-A69B078CEAB1}"/>
            </c:ext>
          </c:extLst>
        </c:ser>
        <c:ser>
          <c:idx val="1"/>
          <c:order val="1"/>
          <c:tx>
            <c:strRef>
              <c:f>Лист1!$C$1</c:f>
              <c:strCache>
                <c:ptCount val="1"/>
                <c:pt idx="0">
                  <c:v>Параметр 2</c:v>
                </c:pt>
              </c:strCache>
            </c:strRef>
          </c:tx>
          <c:spPr>
            <a:solidFill>
              <a:schemeClr val="accent4"/>
            </a:solidFill>
            <a:ln>
              <a:noFill/>
            </a:ln>
            <a:effectLst/>
          </c:spPr>
          <c:invertIfNegative val="0"/>
          <c:cat>
            <c:numRef>
              <c:f>Лист1!$A$2:$A$3</c:f>
              <c:numCache>
                <c:formatCode>General</c:formatCode>
                <c:ptCount val="2"/>
                <c:pt idx="0">
                  <c:v>2021</c:v>
                </c:pt>
                <c:pt idx="1">
                  <c:v>2022</c:v>
                </c:pt>
              </c:numCache>
            </c:numRef>
          </c:cat>
          <c:val>
            <c:numRef>
              <c:f>Лист1!$C$2:$C$3</c:f>
              <c:numCache>
                <c:formatCode>General</c:formatCode>
                <c:ptCount val="2"/>
                <c:pt idx="0">
                  <c:v>1300</c:v>
                </c:pt>
                <c:pt idx="1">
                  <c:v>1420</c:v>
                </c:pt>
              </c:numCache>
            </c:numRef>
          </c:val>
          <c:extLst>
            <c:ext xmlns:c16="http://schemas.microsoft.com/office/drawing/2014/chart" uri="{C3380CC4-5D6E-409C-BE32-E72D297353CC}">
              <c16:uniqueId val="{00000000-3916-4C3C-8A66-9962A87A6514}"/>
            </c:ext>
          </c:extLst>
        </c:ser>
        <c:ser>
          <c:idx val="2"/>
          <c:order val="2"/>
          <c:tx>
            <c:strRef>
              <c:f>Лист1!$D$1</c:f>
              <c:strCache>
                <c:ptCount val="1"/>
                <c:pt idx="0">
                  <c:v>Параметр 3</c:v>
                </c:pt>
              </c:strCache>
            </c:strRef>
          </c:tx>
          <c:spPr>
            <a:solidFill>
              <a:schemeClr val="accent3"/>
            </a:solidFill>
            <a:ln w="25400">
              <a:noFill/>
            </a:ln>
            <a:effectLst/>
          </c:spPr>
          <c:invertIfNegative val="0"/>
          <c:cat>
            <c:numRef>
              <c:f>Лист1!$A$2:$A$3</c:f>
              <c:numCache>
                <c:formatCode>General</c:formatCode>
                <c:ptCount val="2"/>
                <c:pt idx="0">
                  <c:v>2021</c:v>
                </c:pt>
                <c:pt idx="1">
                  <c:v>2022</c:v>
                </c:pt>
              </c:numCache>
            </c:numRef>
          </c:cat>
          <c:val>
            <c:numRef>
              <c:f>Лист1!$D$2:$D$3</c:f>
              <c:numCache>
                <c:formatCode>General</c:formatCode>
                <c:ptCount val="2"/>
                <c:pt idx="0">
                  <c:v>400</c:v>
                </c:pt>
                <c:pt idx="1">
                  <c:v>600</c:v>
                </c:pt>
              </c:numCache>
            </c:numRef>
          </c:val>
          <c:extLst>
            <c:ext xmlns:c16="http://schemas.microsoft.com/office/drawing/2014/chart" uri="{C3380CC4-5D6E-409C-BE32-E72D297353CC}">
              <c16:uniqueId val="{00000002-3916-4C3C-8A66-9962A87A6514}"/>
            </c:ext>
          </c:extLst>
        </c:ser>
        <c:dLbls>
          <c:showLegendKey val="0"/>
          <c:showVal val="0"/>
          <c:showCatName val="0"/>
          <c:showSerName val="0"/>
          <c:showPercent val="0"/>
          <c:showBubbleSize val="0"/>
        </c:dLbls>
        <c:gapWidth val="250"/>
        <c:overlap val="100"/>
        <c:axId val="1353886368"/>
        <c:axId val="1686414832"/>
      </c:barChart>
      <c:lineChart>
        <c:grouping val="standard"/>
        <c:varyColors val="0"/>
        <c:ser>
          <c:idx val="3"/>
          <c:order val="3"/>
          <c:tx>
            <c:strRef>
              <c:f>Лист1!$E$1</c:f>
              <c:strCache>
                <c:ptCount val="1"/>
                <c:pt idx="0">
                  <c:v>Итого</c:v>
                </c:pt>
              </c:strCache>
            </c:strRef>
          </c:tx>
          <c:spPr>
            <a:ln w="28575" cap="rnd">
              <a:noFill/>
              <a:round/>
            </a:ln>
            <a:effectLst/>
          </c:spPr>
          <c:marker>
            <c:symbol val="none"/>
          </c:marker>
          <c:dLbls>
            <c:dLbl>
              <c:idx val="0"/>
              <c:layout>
                <c:manualLayout>
                  <c:x val="-0.20802419614938286"/>
                  <c:y val="-7.3069884433442325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r"/>
              <c:showLegendKey val="0"/>
              <c:showVal val="1"/>
              <c:showCatName val="0"/>
              <c:showSerName val="0"/>
              <c:showPercent val="0"/>
              <c:showBubbleSize val="0"/>
              <c:extLst>
                <c:ext xmlns:c15="http://schemas.microsoft.com/office/drawing/2012/chart" uri="{CE6537A1-D6FC-4f65-9D91-7224C49458BB}">
                  <c15:layout>
                    <c:manualLayout>
                      <c:w val="0.29674476744805017"/>
                      <c:h val="0.12618242570246987"/>
                    </c:manualLayout>
                  </c15:layout>
                </c:ext>
                <c:ext xmlns:c16="http://schemas.microsoft.com/office/drawing/2014/chart" uri="{C3380CC4-5D6E-409C-BE32-E72D297353CC}">
                  <c16:uniqueId val="{00000000-A79F-412A-AA5F-E87C4C451A8E}"/>
                </c:ext>
              </c:extLst>
            </c:dLbl>
            <c:dLbl>
              <c:idx val="1"/>
              <c:layout>
                <c:manualLayout>
                  <c:x val="-0.11817416643338517"/>
                  <c:y val="-6.955551448921668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r"/>
              <c:showLegendKey val="0"/>
              <c:showVal val="1"/>
              <c:showCatName val="0"/>
              <c:showSerName val="0"/>
              <c:showPercent val="0"/>
              <c:showBubbleSize val="0"/>
              <c:extLst>
                <c:ext xmlns:c15="http://schemas.microsoft.com/office/drawing/2012/chart" uri="{CE6537A1-D6FC-4f65-9D91-7224C49458BB}">
                  <c15:layout>
                    <c:manualLayout>
                      <c:w val="0.28083778447040081"/>
                      <c:h val="0.11971856050444497"/>
                    </c:manualLayout>
                  </c15:layout>
                </c:ext>
                <c:ext xmlns:c16="http://schemas.microsoft.com/office/drawing/2014/chart" uri="{C3380CC4-5D6E-409C-BE32-E72D297353CC}">
                  <c16:uniqueId val="{00000001-A79F-412A-AA5F-E87C4C451A8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2021</c:v>
                </c:pt>
                <c:pt idx="1">
                  <c:v>2022</c:v>
                </c:pt>
              </c:numCache>
            </c:numRef>
          </c:cat>
          <c:val>
            <c:numRef>
              <c:f>Лист1!$E$2:$E$3</c:f>
              <c:numCache>
                <c:formatCode>General</c:formatCode>
                <c:ptCount val="2"/>
                <c:pt idx="0">
                  <c:v>4344</c:v>
                </c:pt>
                <c:pt idx="1">
                  <c:v>4820</c:v>
                </c:pt>
              </c:numCache>
            </c:numRef>
          </c:val>
          <c:smooth val="0"/>
          <c:extLst>
            <c:ext xmlns:c16="http://schemas.microsoft.com/office/drawing/2014/chart" uri="{C3380CC4-5D6E-409C-BE32-E72D297353CC}">
              <c16:uniqueId val="{00000000-0BAD-4F4E-98CC-F5E0BC3916C2}"/>
            </c:ext>
          </c:extLst>
        </c:ser>
        <c:dLbls>
          <c:showLegendKey val="0"/>
          <c:showVal val="0"/>
          <c:showCatName val="0"/>
          <c:showSerName val="0"/>
          <c:showPercent val="0"/>
          <c:showBubbleSize val="0"/>
        </c:dLbls>
        <c:marker val="1"/>
        <c:smooth val="0"/>
        <c:axId val="1353886368"/>
        <c:axId val="1686414832"/>
      </c:lineChart>
      <c:catAx>
        <c:axId val="1353886368"/>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r"/>
      <c:legendEntry>
        <c:idx val="3"/>
        <c:delete val="1"/>
      </c:legendEntry>
      <c:layout>
        <c:manualLayout>
          <c:xMode val="edge"/>
          <c:yMode val="edge"/>
          <c:x val="2.0992833716290817E-2"/>
          <c:y val="0.16684294263107152"/>
          <c:w val="0.54951862588717437"/>
          <c:h val="0.2008069207130013"/>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33177308458937088"/>
          <c:w val="0.96562499999999996"/>
          <c:h val="0.54041139259835369"/>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dLbl>
              <c:idx val="0"/>
              <c:layout>
                <c:manualLayout>
                  <c:x val="3.1312958615597496E-7"/>
                  <c:y val="1.2257054562230127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extLst>
                <c:ext xmlns:c15="http://schemas.microsoft.com/office/drawing/2012/chart" uri="{CE6537A1-D6FC-4f65-9D91-7224C49458BB}">
                  <c15:layout>
                    <c:manualLayout>
                      <c:w val="0.22516334404862773"/>
                      <c:h val="0.10124327068402085"/>
                    </c:manualLayout>
                  </c15:layout>
                </c:ext>
                <c:ext xmlns:c16="http://schemas.microsoft.com/office/drawing/2014/chart" uri="{C3380CC4-5D6E-409C-BE32-E72D297353CC}">
                  <c16:uniqueId val="{00000000-AA50-4D69-B2AA-FACA223E65E7}"/>
                </c:ext>
              </c:extLst>
            </c:dLbl>
            <c:dLbl>
              <c:idx val="1"/>
              <c:layout>
                <c:manualLayout>
                  <c:x val="3.1312958617420152E-7"/>
                  <c:y val="1.838558184334519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extLst>
                <c:ext xmlns:c15="http://schemas.microsoft.com/office/drawing/2012/chart" uri="{CE6537A1-D6FC-4f65-9D91-7224C49458BB}">
                  <c15:layout>
                    <c:manualLayout>
                      <c:w val="0.28879127595922544"/>
                      <c:h val="0.11350032524625099"/>
                    </c:manualLayout>
                  </c15:layout>
                </c:ext>
                <c:ext xmlns:c16="http://schemas.microsoft.com/office/drawing/2014/chart" uri="{C3380CC4-5D6E-409C-BE32-E72D297353CC}">
                  <c16:uniqueId val="{00000001-AA50-4D69-B2AA-FACA223E65E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2021</c:v>
                </c:pt>
                <c:pt idx="1">
                  <c:v>2022</c:v>
                </c:pt>
              </c:numCache>
            </c:numRef>
          </c:cat>
          <c:val>
            <c:numRef>
              <c:f>Лист1!$B$2:$B$3</c:f>
              <c:numCache>
                <c:formatCode>General</c:formatCode>
                <c:ptCount val="2"/>
                <c:pt idx="0">
                  <c:v>987</c:v>
                </c:pt>
                <c:pt idx="1">
                  <c:v>1034</c:v>
                </c:pt>
              </c:numCache>
            </c:numRef>
          </c:val>
          <c:extLst>
            <c:ext xmlns:c16="http://schemas.microsoft.com/office/drawing/2014/chart" uri="{C3380CC4-5D6E-409C-BE32-E72D297353CC}">
              <c16:uniqueId val="{00000000-FD02-4605-8E28-A69B078CEAB1}"/>
            </c:ext>
          </c:extLst>
        </c:ser>
        <c:dLbls>
          <c:showLegendKey val="0"/>
          <c:showVal val="1"/>
          <c:showCatName val="0"/>
          <c:showSerName val="0"/>
          <c:showPercent val="0"/>
          <c:showBubbleSize val="0"/>
        </c:dLbls>
        <c:gapWidth val="25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max val="1300"/>
          <c:min val="0"/>
        </c:scaling>
        <c:delete val="1"/>
        <c:axPos val="l"/>
        <c:numFmt formatCode="General" sourceLinked="1"/>
        <c:majorTickMark val="out"/>
        <c:minorTickMark val="none"/>
        <c:tickLblPos val="nextTo"/>
        <c:crossAx val="1353886368"/>
        <c:crosses val="autoZero"/>
        <c:crossBetween val="between"/>
      </c:valAx>
      <c:spPr>
        <a:noFill/>
        <a:ln>
          <a:noFill/>
        </a:ln>
        <a:effectLst/>
      </c:spPr>
    </c:plotArea>
    <c:legend>
      <c:legendPos val="t"/>
      <c:layout>
        <c:manualLayout>
          <c:xMode val="edge"/>
          <c:yMode val="edge"/>
          <c:x val="0"/>
          <c:y val="0.12275150607351532"/>
          <c:w val="0.55695106974460529"/>
          <c:h val="9.0981606697177406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19362066370995909"/>
          <c:w val="0.86605693856911026"/>
          <c:h val="0.59629169565717133"/>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dLbl>
              <c:idx val="0"/>
              <c:layout>
                <c:manualLayout>
                  <c:x val="-7.112001137920182E-3"/>
                  <c:y val="0.3878682441943565"/>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extLst>
                <c:ext xmlns:c15="http://schemas.microsoft.com/office/drawing/2012/chart" uri="{CE6537A1-D6FC-4f65-9D91-7224C49458BB}">
                  <c15:layout>
                    <c:manualLayout>
                      <c:w val="0.2419855587176894"/>
                      <c:h val="0.13123994587081739"/>
                    </c:manualLayout>
                  </c15:layout>
                </c:ext>
                <c:ext xmlns:c16="http://schemas.microsoft.com/office/drawing/2014/chart" uri="{C3380CC4-5D6E-409C-BE32-E72D297353CC}">
                  <c16:uniqueId val="{00000000-160C-429A-A829-9A6FC10BFC4B}"/>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Лист1!$A$2:$A$3</c:f>
              <c:numCache>
                <c:formatCode>General</c:formatCode>
                <c:ptCount val="2"/>
                <c:pt idx="0">
                  <c:v>2021</c:v>
                </c:pt>
                <c:pt idx="1">
                  <c:v>2022</c:v>
                </c:pt>
              </c:numCache>
            </c:numRef>
          </c:cat>
          <c:val>
            <c:numRef>
              <c:f>Лист1!$B$2:$B$3</c:f>
              <c:numCache>
                <c:formatCode>General</c:formatCode>
                <c:ptCount val="2"/>
                <c:pt idx="0">
                  <c:v>-165</c:v>
                </c:pt>
                <c:pt idx="1">
                  <c:v>240</c:v>
                </c:pt>
              </c:numCache>
            </c:numRef>
          </c:val>
          <c:extLst>
            <c:ext xmlns:c16="http://schemas.microsoft.com/office/drawing/2014/chart" uri="{C3380CC4-5D6E-409C-BE32-E72D297353CC}">
              <c16:uniqueId val="{00000000-FD02-4605-8E28-A69B078CEAB1}"/>
            </c:ext>
          </c:extLst>
        </c:ser>
        <c:dLbls>
          <c:dLblPos val="outEnd"/>
          <c:showLegendKey val="0"/>
          <c:showVal val="1"/>
          <c:showCatName val="0"/>
          <c:showSerName val="0"/>
          <c:showPercent val="0"/>
          <c:showBubbleSize val="0"/>
        </c:dLbls>
        <c:gapWidth val="250"/>
        <c:overlap val="-15"/>
        <c:axId val="1353886368"/>
        <c:axId val="1686414832"/>
      </c:barChart>
      <c:catAx>
        <c:axId val="1353886368"/>
        <c:scaling>
          <c:orientation val="minMax"/>
        </c:scaling>
        <c:delete val="1"/>
        <c:axPos val="b"/>
        <c:numFmt formatCode="General" sourceLinked="1"/>
        <c:majorTickMark val="none"/>
        <c:minorTickMark val="none"/>
        <c:tickLblPos val="nextTo"/>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2.8319204531072725E-3"/>
          <c:y val="4.0480277109430538E-4"/>
          <c:w val="0.5107200817152131"/>
          <c:h val="0.12033192716659716"/>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830353906218902E-2"/>
          <c:y val="0.14367816091954022"/>
          <c:w val="0.92633929218756217"/>
          <c:h val="0.71817992578513901"/>
        </c:manualLayout>
      </c:layout>
      <c:lineChart>
        <c:grouping val="standard"/>
        <c:varyColors val="0"/>
        <c:ser>
          <c:idx val="0"/>
          <c:order val="0"/>
          <c:tx>
            <c:strRef>
              <c:f>Лист1!$B$1</c:f>
              <c:strCache>
                <c:ptCount val="1"/>
                <c:pt idx="0">
                  <c:v>Ряд 3</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2017</c:v>
                </c:pt>
                <c:pt idx="1">
                  <c:v>2018</c:v>
                </c:pt>
                <c:pt idx="2">
                  <c:v>2019</c:v>
                </c:pt>
                <c:pt idx="3">
                  <c:v>2020</c:v>
                </c:pt>
                <c:pt idx="4">
                  <c:v>2021</c:v>
                </c:pt>
                <c:pt idx="5">
                  <c:v>2022</c:v>
                </c:pt>
                <c:pt idx="6">
                  <c:v>2023П</c:v>
                </c:pt>
              </c:strCache>
            </c:strRef>
          </c:cat>
          <c:val>
            <c:numRef>
              <c:f>Лист1!$B$2:$B$8</c:f>
              <c:numCache>
                <c:formatCode>General</c:formatCode>
                <c:ptCount val="7"/>
                <c:pt idx="0">
                  <c:v>2</c:v>
                </c:pt>
                <c:pt idx="1">
                  <c:v>2.2999999999999998</c:v>
                </c:pt>
                <c:pt idx="2">
                  <c:v>2.4</c:v>
                </c:pt>
                <c:pt idx="3">
                  <c:v>2.5</c:v>
                </c:pt>
                <c:pt idx="4">
                  <c:v>3.1</c:v>
                </c:pt>
                <c:pt idx="5">
                  <c:v>3.5</c:v>
                </c:pt>
                <c:pt idx="6">
                  <c:v>4.5999999999999996</c:v>
                </c:pt>
              </c:numCache>
            </c:numRef>
          </c:val>
          <c:smooth val="0"/>
          <c:extLst>
            <c:ext xmlns:c16="http://schemas.microsoft.com/office/drawing/2014/chart" uri="{C3380CC4-5D6E-409C-BE32-E72D297353CC}">
              <c16:uniqueId val="{00000000-7F77-4A03-ABAF-56507C2E0CEC}"/>
            </c:ext>
          </c:extLst>
        </c:ser>
        <c:dLbls>
          <c:dLblPos val="t"/>
          <c:showLegendKey val="0"/>
          <c:showVal val="1"/>
          <c:showCatName val="0"/>
          <c:showSerName val="0"/>
          <c:showPercent val="0"/>
          <c:showBubbleSize val="0"/>
        </c:dLbls>
        <c:marker val="1"/>
        <c:smooth val="0"/>
        <c:axId val="591785295"/>
        <c:axId val="281757615"/>
      </c:lineChart>
      <c:catAx>
        <c:axId val="591785295"/>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281757615"/>
        <c:crosses val="autoZero"/>
        <c:auto val="1"/>
        <c:lblAlgn val="ctr"/>
        <c:lblOffset val="100"/>
        <c:noMultiLvlLbl val="0"/>
      </c:catAx>
      <c:valAx>
        <c:axId val="281757615"/>
        <c:scaling>
          <c:orientation val="minMax"/>
        </c:scaling>
        <c:delete val="1"/>
        <c:axPos val="l"/>
        <c:numFmt formatCode="General" sourceLinked="1"/>
        <c:majorTickMark val="none"/>
        <c:minorTickMark val="none"/>
        <c:tickLblPos val="nextTo"/>
        <c:crossAx val="5917852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830353906218902E-2"/>
          <c:y val="0.14367816091954022"/>
          <c:w val="0.92633929218756217"/>
          <c:h val="0.71817992578513901"/>
        </c:manualLayout>
      </c:layout>
      <c:lineChart>
        <c:grouping val="standard"/>
        <c:varyColors val="0"/>
        <c:ser>
          <c:idx val="0"/>
          <c:order val="0"/>
          <c:tx>
            <c:strRef>
              <c:f>Лист1!$B$1</c:f>
              <c:strCache>
                <c:ptCount val="1"/>
                <c:pt idx="0">
                  <c:v>Ряд 3</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2017</c:v>
                </c:pt>
                <c:pt idx="1">
                  <c:v>2018</c:v>
                </c:pt>
                <c:pt idx="2">
                  <c:v>2019</c:v>
                </c:pt>
                <c:pt idx="3">
                  <c:v>2020</c:v>
                </c:pt>
                <c:pt idx="4">
                  <c:v>2021</c:v>
                </c:pt>
                <c:pt idx="5">
                  <c:v>2022</c:v>
                </c:pt>
                <c:pt idx="6">
                  <c:v>2023П</c:v>
                </c:pt>
              </c:strCache>
            </c:strRef>
          </c:cat>
          <c:val>
            <c:numRef>
              <c:f>Лист1!$B$2:$B$8</c:f>
              <c:numCache>
                <c:formatCode>General</c:formatCode>
                <c:ptCount val="7"/>
                <c:pt idx="0">
                  <c:v>2</c:v>
                </c:pt>
                <c:pt idx="1">
                  <c:v>2.2999999999999998</c:v>
                </c:pt>
                <c:pt idx="2">
                  <c:v>3.2</c:v>
                </c:pt>
                <c:pt idx="3">
                  <c:v>2.5</c:v>
                </c:pt>
                <c:pt idx="4">
                  <c:v>3.1</c:v>
                </c:pt>
                <c:pt idx="5">
                  <c:v>2.9</c:v>
                </c:pt>
                <c:pt idx="6">
                  <c:v>2.4</c:v>
                </c:pt>
              </c:numCache>
            </c:numRef>
          </c:val>
          <c:smooth val="0"/>
          <c:extLst>
            <c:ext xmlns:c16="http://schemas.microsoft.com/office/drawing/2014/chart" uri="{C3380CC4-5D6E-409C-BE32-E72D297353CC}">
              <c16:uniqueId val="{00000000-7F77-4A03-ABAF-56507C2E0CEC}"/>
            </c:ext>
          </c:extLst>
        </c:ser>
        <c:dLbls>
          <c:dLblPos val="t"/>
          <c:showLegendKey val="0"/>
          <c:showVal val="1"/>
          <c:showCatName val="0"/>
          <c:showSerName val="0"/>
          <c:showPercent val="0"/>
          <c:showBubbleSize val="0"/>
        </c:dLbls>
        <c:marker val="1"/>
        <c:smooth val="0"/>
        <c:axId val="591785295"/>
        <c:axId val="281757615"/>
      </c:lineChart>
      <c:catAx>
        <c:axId val="591785295"/>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281757615"/>
        <c:crosses val="autoZero"/>
        <c:auto val="1"/>
        <c:lblAlgn val="ctr"/>
        <c:lblOffset val="100"/>
        <c:noMultiLvlLbl val="0"/>
      </c:catAx>
      <c:valAx>
        <c:axId val="281757615"/>
        <c:scaling>
          <c:orientation val="minMax"/>
        </c:scaling>
        <c:delete val="1"/>
        <c:axPos val="l"/>
        <c:numFmt formatCode="General" sourceLinked="1"/>
        <c:majorTickMark val="none"/>
        <c:minorTickMark val="none"/>
        <c:tickLblPos val="nextTo"/>
        <c:crossAx val="5917852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830353906218902E-2"/>
          <c:y val="0.14367816091954022"/>
          <c:w val="0.92633929218756217"/>
          <c:h val="0.71817992578513901"/>
        </c:manualLayout>
      </c:layout>
      <c:lineChart>
        <c:grouping val="standard"/>
        <c:varyColors val="0"/>
        <c:ser>
          <c:idx val="0"/>
          <c:order val="0"/>
          <c:tx>
            <c:strRef>
              <c:f>Лист1!$B$1</c:f>
              <c:strCache>
                <c:ptCount val="1"/>
                <c:pt idx="0">
                  <c:v>Ряд 3</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2017</c:v>
                </c:pt>
                <c:pt idx="1">
                  <c:v>2018</c:v>
                </c:pt>
                <c:pt idx="2">
                  <c:v>2019</c:v>
                </c:pt>
                <c:pt idx="3">
                  <c:v>2020</c:v>
                </c:pt>
                <c:pt idx="4">
                  <c:v>2021</c:v>
                </c:pt>
                <c:pt idx="5">
                  <c:v>2022</c:v>
                </c:pt>
                <c:pt idx="6">
                  <c:v>2023П</c:v>
                </c:pt>
              </c:strCache>
            </c:strRef>
          </c:cat>
          <c:val>
            <c:numRef>
              <c:f>Лист1!$B$2:$B$8</c:f>
              <c:numCache>
                <c:formatCode>General</c:formatCode>
                <c:ptCount val="7"/>
                <c:pt idx="0">
                  <c:v>2</c:v>
                </c:pt>
                <c:pt idx="1">
                  <c:v>2.2999999999999998</c:v>
                </c:pt>
                <c:pt idx="2">
                  <c:v>2.9</c:v>
                </c:pt>
                <c:pt idx="3">
                  <c:v>2.5</c:v>
                </c:pt>
                <c:pt idx="4">
                  <c:v>3.1</c:v>
                </c:pt>
                <c:pt idx="5">
                  <c:v>3.3</c:v>
                </c:pt>
                <c:pt idx="6">
                  <c:v>3.4</c:v>
                </c:pt>
              </c:numCache>
            </c:numRef>
          </c:val>
          <c:smooth val="0"/>
          <c:extLst>
            <c:ext xmlns:c16="http://schemas.microsoft.com/office/drawing/2014/chart" uri="{C3380CC4-5D6E-409C-BE32-E72D297353CC}">
              <c16:uniqueId val="{00000000-7F77-4A03-ABAF-56507C2E0CEC}"/>
            </c:ext>
          </c:extLst>
        </c:ser>
        <c:dLbls>
          <c:dLblPos val="t"/>
          <c:showLegendKey val="0"/>
          <c:showVal val="1"/>
          <c:showCatName val="0"/>
          <c:showSerName val="0"/>
          <c:showPercent val="0"/>
          <c:showBubbleSize val="0"/>
        </c:dLbls>
        <c:marker val="1"/>
        <c:smooth val="0"/>
        <c:axId val="591785295"/>
        <c:axId val="281757615"/>
      </c:lineChart>
      <c:catAx>
        <c:axId val="591785295"/>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281757615"/>
        <c:crosses val="autoZero"/>
        <c:auto val="1"/>
        <c:lblAlgn val="ctr"/>
        <c:lblOffset val="100"/>
        <c:noMultiLvlLbl val="0"/>
      </c:catAx>
      <c:valAx>
        <c:axId val="281757615"/>
        <c:scaling>
          <c:orientation val="minMax"/>
        </c:scaling>
        <c:delete val="1"/>
        <c:axPos val="l"/>
        <c:numFmt formatCode="General" sourceLinked="1"/>
        <c:majorTickMark val="none"/>
        <c:minorTickMark val="none"/>
        <c:tickLblPos val="nextTo"/>
        <c:crossAx val="5917852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2717216511660015E-2"/>
          <c:y val="0.10484682007174914"/>
          <c:w val="0.95456556697667994"/>
          <c:h val="0.65225829693339943"/>
        </c:manualLayout>
      </c:layout>
      <c:lineChart>
        <c:grouping val="standard"/>
        <c:varyColors val="0"/>
        <c:ser>
          <c:idx val="0"/>
          <c:order val="0"/>
          <c:tx>
            <c:strRef>
              <c:f>Лист1!$B$1</c:f>
              <c:strCache>
                <c:ptCount val="1"/>
                <c:pt idx="0">
                  <c:v>Показатель 1</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Лист1!$A$2:$A$12</c:f>
              <c:strCache>
                <c:ptCount val="11"/>
                <c:pt idx="0">
                  <c:v>2013</c:v>
                </c:pt>
                <c:pt idx="1">
                  <c:v>2014</c:v>
                </c:pt>
                <c:pt idx="2">
                  <c:v>2015</c:v>
                </c:pt>
                <c:pt idx="3">
                  <c:v>2016</c:v>
                </c:pt>
                <c:pt idx="4">
                  <c:v>2017</c:v>
                </c:pt>
                <c:pt idx="5">
                  <c:v>2018</c:v>
                </c:pt>
                <c:pt idx="6">
                  <c:v>2019</c:v>
                </c:pt>
                <c:pt idx="7">
                  <c:v>2020</c:v>
                </c:pt>
                <c:pt idx="8">
                  <c:v>2021</c:v>
                </c:pt>
                <c:pt idx="9">
                  <c:v>2022</c:v>
                </c:pt>
                <c:pt idx="10">
                  <c:v>2023П</c:v>
                </c:pt>
              </c:strCache>
            </c:strRef>
          </c:cat>
          <c:val>
            <c:numRef>
              <c:f>Лист1!$B$2:$B$12</c:f>
              <c:numCache>
                <c:formatCode>General</c:formatCode>
                <c:ptCount val="11"/>
                <c:pt idx="0">
                  <c:v>2.8</c:v>
                </c:pt>
                <c:pt idx="1">
                  <c:v>3.2</c:v>
                </c:pt>
                <c:pt idx="2">
                  <c:v>4.3</c:v>
                </c:pt>
                <c:pt idx="3">
                  <c:v>2.8</c:v>
                </c:pt>
                <c:pt idx="4">
                  <c:v>3.5</c:v>
                </c:pt>
                <c:pt idx="5">
                  <c:v>2.5</c:v>
                </c:pt>
                <c:pt idx="6">
                  <c:v>4.3</c:v>
                </c:pt>
                <c:pt idx="7">
                  <c:v>4.0999999999999996</c:v>
                </c:pt>
                <c:pt idx="8">
                  <c:v>5.6</c:v>
                </c:pt>
                <c:pt idx="9">
                  <c:v>3.8</c:v>
                </c:pt>
                <c:pt idx="10">
                  <c:v>5.8</c:v>
                </c:pt>
              </c:numCache>
            </c:numRef>
          </c:val>
          <c:smooth val="1"/>
          <c:extLst>
            <c:ext xmlns:c16="http://schemas.microsoft.com/office/drawing/2014/chart" uri="{C3380CC4-5D6E-409C-BE32-E72D297353CC}">
              <c16:uniqueId val="{00000000-2665-4C6C-A334-E22AC20B4430}"/>
            </c:ext>
          </c:extLst>
        </c:ser>
        <c:dLbls>
          <c:showLegendKey val="0"/>
          <c:showVal val="0"/>
          <c:showCatName val="0"/>
          <c:showSerName val="0"/>
          <c:showPercent val="0"/>
          <c:showBubbleSize val="0"/>
        </c:dLbls>
        <c:smooth val="0"/>
        <c:axId val="1130792928"/>
        <c:axId val="904764800"/>
      </c:lineChart>
      <c:catAx>
        <c:axId val="113079292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904764800"/>
        <c:crosses val="autoZero"/>
        <c:auto val="1"/>
        <c:lblAlgn val="ctr"/>
        <c:lblOffset val="100"/>
        <c:noMultiLvlLbl val="0"/>
      </c:catAx>
      <c:valAx>
        <c:axId val="904764800"/>
        <c:scaling>
          <c:orientation val="minMax"/>
        </c:scaling>
        <c:delete val="1"/>
        <c:axPos val="l"/>
        <c:numFmt formatCode="General" sourceLinked="1"/>
        <c:majorTickMark val="out"/>
        <c:minorTickMark val="none"/>
        <c:tickLblPos val="nextTo"/>
        <c:crossAx val="11307929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2717216511660015E-2"/>
          <c:y val="0.2859458729229522"/>
          <c:w val="0.95456556697667994"/>
          <c:h val="0.47115924408219628"/>
        </c:manualLayout>
      </c:layout>
      <c:lineChart>
        <c:grouping val="standard"/>
        <c:varyColors val="0"/>
        <c:ser>
          <c:idx val="0"/>
          <c:order val="0"/>
          <c:tx>
            <c:strRef>
              <c:f>Лист1!$B$1</c:f>
              <c:strCache>
                <c:ptCount val="1"/>
                <c:pt idx="0">
                  <c:v>Показатель 1</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Лист1!$A$2:$A$12</c:f>
              <c:strCache>
                <c:ptCount val="11"/>
                <c:pt idx="0">
                  <c:v>2013</c:v>
                </c:pt>
                <c:pt idx="1">
                  <c:v>2014</c:v>
                </c:pt>
                <c:pt idx="2">
                  <c:v>2015</c:v>
                </c:pt>
                <c:pt idx="3">
                  <c:v>2016</c:v>
                </c:pt>
                <c:pt idx="4">
                  <c:v>2017</c:v>
                </c:pt>
                <c:pt idx="5">
                  <c:v>2018</c:v>
                </c:pt>
                <c:pt idx="6">
                  <c:v>2019</c:v>
                </c:pt>
                <c:pt idx="7">
                  <c:v>2020</c:v>
                </c:pt>
                <c:pt idx="8">
                  <c:v>2021</c:v>
                </c:pt>
                <c:pt idx="9">
                  <c:v>2022</c:v>
                </c:pt>
                <c:pt idx="10">
                  <c:v>2023П</c:v>
                </c:pt>
              </c:strCache>
            </c:strRef>
          </c:cat>
          <c:val>
            <c:numRef>
              <c:f>Лист1!$B$2:$B$12</c:f>
              <c:numCache>
                <c:formatCode>General</c:formatCode>
                <c:ptCount val="11"/>
                <c:pt idx="0">
                  <c:v>4.5</c:v>
                </c:pt>
                <c:pt idx="1">
                  <c:v>5.7</c:v>
                </c:pt>
                <c:pt idx="2">
                  <c:v>7.1</c:v>
                </c:pt>
                <c:pt idx="3">
                  <c:v>5.3</c:v>
                </c:pt>
                <c:pt idx="4">
                  <c:v>6.3</c:v>
                </c:pt>
                <c:pt idx="5">
                  <c:v>6.8</c:v>
                </c:pt>
                <c:pt idx="6">
                  <c:v>7.9</c:v>
                </c:pt>
                <c:pt idx="7">
                  <c:v>7.1</c:v>
                </c:pt>
                <c:pt idx="8">
                  <c:v>7.3</c:v>
                </c:pt>
                <c:pt idx="9">
                  <c:v>7.5</c:v>
                </c:pt>
                <c:pt idx="10">
                  <c:v>8.1999999999999993</c:v>
                </c:pt>
              </c:numCache>
            </c:numRef>
          </c:val>
          <c:smooth val="1"/>
          <c:extLst>
            <c:ext xmlns:c16="http://schemas.microsoft.com/office/drawing/2014/chart" uri="{C3380CC4-5D6E-409C-BE32-E72D297353CC}">
              <c16:uniqueId val="{00000000-2665-4C6C-A334-E22AC20B4430}"/>
            </c:ext>
          </c:extLst>
        </c:ser>
        <c:ser>
          <c:idx val="1"/>
          <c:order val="1"/>
          <c:tx>
            <c:strRef>
              <c:f>Лист1!$C$1</c:f>
              <c:strCache>
                <c:ptCount val="1"/>
                <c:pt idx="0">
                  <c:v>Показатель 2</c:v>
                </c:pt>
              </c:strCache>
            </c:strRef>
          </c:tx>
          <c:spPr>
            <a:ln w="28575" cap="rnd">
              <a:solidFill>
                <a:schemeClr val="accent2"/>
              </a:solidFill>
              <a:round/>
            </a:ln>
            <a:effectLst/>
          </c:spPr>
          <c:marker>
            <c:symbol val="none"/>
          </c:marker>
          <c:dLbls>
            <c:dLbl>
              <c:idx val="3"/>
              <c:layout>
                <c:manualLayout>
                  <c:x val="-2.5541338910786748E-2"/>
                  <c:y val="-9.555320394470212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56A-40ED-B9DF-B9B7BCF1CE36}"/>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Лист1!$A$2:$A$12</c:f>
              <c:strCache>
                <c:ptCount val="11"/>
                <c:pt idx="0">
                  <c:v>2013</c:v>
                </c:pt>
                <c:pt idx="1">
                  <c:v>2014</c:v>
                </c:pt>
                <c:pt idx="2">
                  <c:v>2015</c:v>
                </c:pt>
                <c:pt idx="3">
                  <c:v>2016</c:v>
                </c:pt>
                <c:pt idx="4">
                  <c:v>2017</c:v>
                </c:pt>
                <c:pt idx="5">
                  <c:v>2018</c:v>
                </c:pt>
                <c:pt idx="6">
                  <c:v>2019</c:v>
                </c:pt>
                <c:pt idx="7">
                  <c:v>2020</c:v>
                </c:pt>
                <c:pt idx="8">
                  <c:v>2021</c:v>
                </c:pt>
                <c:pt idx="9">
                  <c:v>2022</c:v>
                </c:pt>
                <c:pt idx="10">
                  <c:v>2023П</c:v>
                </c:pt>
              </c:strCache>
            </c:strRef>
          </c:cat>
          <c:val>
            <c:numRef>
              <c:f>Лист1!$C$2:$C$12</c:f>
              <c:numCache>
                <c:formatCode>General</c:formatCode>
                <c:ptCount val="11"/>
                <c:pt idx="0">
                  <c:v>1.1000000000000001</c:v>
                </c:pt>
                <c:pt idx="1">
                  <c:v>1.5</c:v>
                </c:pt>
                <c:pt idx="2">
                  <c:v>1.3</c:v>
                </c:pt>
                <c:pt idx="3">
                  <c:v>2.2000000000000002</c:v>
                </c:pt>
                <c:pt idx="4">
                  <c:v>1.8</c:v>
                </c:pt>
                <c:pt idx="5">
                  <c:v>1.6</c:v>
                </c:pt>
                <c:pt idx="6">
                  <c:v>2.4</c:v>
                </c:pt>
                <c:pt idx="7">
                  <c:v>2.2000000000000002</c:v>
                </c:pt>
                <c:pt idx="8">
                  <c:v>2.6</c:v>
                </c:pt>
                <c:pt idx="9">
                  <c:v>2.1</c:v>
                </c:pt>
                <c:pt idx="10">
                  <c:v>2.5</c:v>
                </c:pt>
              </c:numCache>
            </c:numRef>
          </c:val>
          <c:smooth val="0"/>
          <c:extLst>
            <c:ext xmlns:c16="http://schemas.microsoft.com/office/drawing/2014/chart" uri="{C3380CC4-5D6E-409C-BE32-E72D297353CC}">
              <c16:uniqueId val="{00000000-C56A-40ED-B9DF-B9B7BCF1CE36}"/>
            </c:ext>
          </c:extLst>
        </c:ser>
        <c:dLbls>
          <c:showLegendKey val="0"/>
          <c:showVal val="0"/>
          <c:showCatName val="0"/>
          <c:showSerName val="0"/>
          <c:showPercent val="0"/>
          <c:showBubbleSize val="0"/>
        </c:dLbls>
        <c:smooth val="0"/>
        <c:axId val="1130792928"/>
        <c:axId val="904764800"/>
      </c:lineChart>
      <c:catAx>
        <c:axId val="113079292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904764800"/>
        <c:crosses val="autoZero"/>
        <c:auto val="1"/>
        <c:lblAlgn val="ctr"/>
        <c:lblOffset val="100"/>
        <c:noMultiLvlLbl val="0"/>
      </c:catAx>
      <c:valAx>
        <c:axId val="904764800"/>
        <c:scaling>
          <c:orientation val="minMax"/>
        </c:scaling>
        <c:delete val="1"/>
        <c:axPos val="l"/>
        <c:numFmt formatCode="General" sourceLinked="1"/>
        <c:majorTickMark val="out"/>
        <c:minorTickMark val="none"/>
        <c:tickLblPos val="nextTo"/>
        <c:crossAx val="1130792928"/>
        <c:crosses val="autoZero"/>
        <c:crossBetween val="between"/>
      </c:valAx>
      <c:spPr>
        <a:noFill/>
        <a:ln>
          <a:noFill/>
        </a:ln>
        <a:effectLst/>
      </c:spPr>
    </c:plotArea>
    <c:legend>
      <c:legendPos val="t"/>
      <c:layout>
        <c:manualLayout>
          <c:xMode val="edge"/>
          <c:yMode val="edge"/>
          <c:x val="3.8167200339668729E-2"/>
          <c:y val="4.7657645487158701E-2"/>
          <c:w val="0.40323482105354219"/>
          <c:h val="0.1626386574803740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2717216511660015E-2"/>
          <c:y val="0.10484682007174914"/>
          <c:w val="0.95456556697667994"/>
          <c:h val="0.65225829693339943"/>
        </c:manualLayout>
      </c:layout>
      <c:lineChart>
        <c:grouping val="standard"/>
        <c:varyColors val="0"/>
        <c:ser>
          <c:idx val="0"/>
          <c:order val="0"/>
          <c:tx>
            <c:strRef>
              <c:f>Лист1!$B$1</c:f>
              <c:strCache>
                <c:ptCount val="1"/>
                <c:pt idx="0">
                  <c:v>Показатель 1</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Лист1!$A$2:$A$12</c:f>
              <c:strCache>
                <c:ptCount val="11"/>
                <c:pt idx="0">
                  <c:v>2013</c:v>
                </c:pt>
                <c:pt idx="1">
                  <c:v>2014</c:v>
                </c:pt>
                <c:pt idx="2">
                  <c:v>2015</c:v>
                </c:pt>
                <c:pt idx="3">
                  <c:v>2016</c:v>
                </c:pt>
                <c:pt idx="4">
                  <c:v>2017</c:v>
                </c:pt>
                <c:pt idx="5">
                  <c:v>2018</c:v>
                </c:pt>
                <c:pt idx="6">
                  <c:v>2019</c:v>
                </c:pt>
                <c:pt idx="7">
                  <c:v>2020</c:v>
                </c:pt>
                <c:pt idx="8">
                  <c:v>2021</c:v>
                </c:pt>
                <c:pt idx="9">
                  <c:v>2022</c:v>
                </c:pt>
                <c:pt idx="10">
                  <c:v>2023П</c:v>
                </c:pt>
              </c:strCache>
            </c:strRef>
          </c:cat>
          <c:val>
            <c:numRef>
              <c:f>Лист1!$B$2:$B$12</c:f>
              <c:numCache>
                <c:formatCode>General</c:formatCode>
                <c:ptCount val="11"/>
                <c:pt idx="0">
                  <c:v>2.8</c:v>
                </c:pt>
                <c:pt idx="1">
                  <c:v>3.2</c:v>
                </c:pt>
                <c:pt idx="2">
                  <c:v>4.3</c:v>
                </c:pt>
                <c:pt idx="3">
                  <c:v>2.8</c:v>
                </c:pt>
                <c:pt idx="4">
                  <c:v>3.5</c:v>
                </c:pt>
                <c:pt idx="5">
                  <c:v>2.5</c:v>
                </c:pt>
                <c:pt idx="6">
                  <c:v>4.3</c:v>
                </c:pt>
                <c:pt idx="7">
                  <c:v>4.0999999999999996</c:v>
                </c:pt>
                <c:pt idx="8">
                  <c:v>5.6</c:v>
                </c:pt>
                <c:pt idx="9">
                  <c:v>3.8</c:v>
                </c:pt>
                <c:pt idx="10">
                  <c:v>5.8</c:v>
                </c:pt>
              </c:numCache>
            </c:numRef>
          </c:val>
          <c:smooth val="1"/>
          <c:extLst>
            <c:ext xmlns:c16="http://schemas.microsoft.com/office/drawing/2014/chart" uri="{C3380CC4-5D6E-409C-BE32-E72D297353CC}">
              <c16:uniqueId val="{00000000-2665-4C6C-A334-E22AC20B4430}"/>
            </c:ext>
          </c:extLst>
        </c:ser>
        <c:dLbls>
          <c:showLegendKey val="0"/>
          <c:showVal val="0"/>
          <c:showCatName val="0"/>
          <c:showSerName val="0"/>
          <c:showPercent val="0"/>
          <c:showBubbleSize val="0"/>
        </c:dLbls>
        <c:smooth val="0"/>
        <c:axId val="1130792928"/>
        <c:axId val="904764800"/>
      </c:lineChart>
      <c:catAx>
        <c:axId val="113079292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904764800"/>
        <c:crosses val="autoZero"/>
        <c:auto val="1"/>
        <c:lblAlgn val="ctr"/>
        <c:lblOffset val="100"/>
        <c:noMultiLvlLbl val="0"/>
      </c:catAx>
      <c:valAx>
        <c:axId val="904764800"/>
        <c:scaling>
          <c:orientation val="minMax"/>
        </c:scaling>
        <c:delete val="1"/>
        <c:axPos val="l"/>
        <c:numFmt formatCode="General" sourceLinked="1"/>
        <c:majorTickMark val="out"/>
        <c:minorTickMark val="none"/>
        <c:tickLblPos val="nextTo"/>
        <c:crossAx val="11307929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5524233116268E-3"/>
          <c:y val="0.13932076438512547"/>
          <c:w val="0.99857044757668834"/>
          <c:h val="0.59616335315389735"/>
        </c:manualLayout>
      </c:layout>
      <c:barChart>
        <c:barDir val="col"/>
        <c:grouping val="clustered"/>
        <c:varyColors val="0"/>
        <c:ser>
          <c:idx val="0"/>
          <c:order val="0"/>
          <c:tx>
            <c:strRef>
              <c:f>Лист1!$B$1</c:f>
              <c:strCache>
                <c:ptCount val="1"/>
                <c:pt idx="0">
                  <c:v>Ряд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2"/>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Лист1!$A$8:$A$10</c:f>
              <c:strCache>
                <c:ptCount val="3"/>
                <c:pt idx="0">
                  <c:v>2021</c:v>
                </c:pt>
                <c:pt idx="1">
                  <c:v>2022П</c:v>
                </c:pt>
                <c:pt idx="2">
                  <c:v>2023П</c:v>
                </c:pt>
              </c:strCache>
            </c:strRef>
          </c:cat>
          <c:val>
            <c:numRef>
              <c:f>Лист1!$B$8:$B$10</c:f>
              <c:numCache>
                <c:formatCode>0</c:formatCode>
                <c:ptCount val="3"/>
                <c:pt idx="0">
                  <c:v>5</c:v>
                </c:pt>
                <c:pt idx="1">
                  <c:v>5.4</c:v>
                </c:pt>
                <c:pt idx="2">
                  <c:v>5.6</c:v>
                </c:pt>
              </c:numCache>
            </c:numRef>
          </c:val>
          <c:extLst>
            <c:ext xmlns:c16="http://schemas.microsoft.com/office/drawing/2014/chart" uri="{C3380CC4-5D6E-409C-BE32-E72D297353CC}">
              <c16:uniqueId val="{00000000-022C-4844-9B45-9A3FE4385286}"/>
            </c:ext>
          </c:extLst>
        </c:ser>
        <c:dLbls>
          <c:dLblPos val="ctr"/>
          <c:showLegendKey val="0"/>
          <c:showVal val="1"/>
          <c:showCatName val="0"/>
          <c:showSerName val="0"/>
          <c:showPercent val="0"/>
          <c:showBubbleSize val="0"/>
        </c:dLbls>
        <c:gapWidth val="160"/>
        <c:axId val="631009583"/>
        <c:axId val="631012079"/>
      </c:barChart>
      <c:catAx>
        <c:axId val="631009583"/>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legend>
      <c:legendPos val="b"/>
      <c:layout>
        <c:manualLayout>
          <c:xMode val="edge"/>
          <c:yMode val="edge"/>
          <c:x val="0.38717510395165083"/>
          <c:y val="0.87837194645298255"/>
          <c:w val="0.22564938440319582"/>
          <c:h val="7.6685871487299592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3734199328689E-3"/>
          <c:y val="0.13871666282716949"/>
          <c:w val="0.99857044757668834"/>
          <c:h val="0.5966805479257854"/>
        </c:manualLayout>
      </c:layout>
      <c:lineChart>
        <c:grouping val="standard"/>
        <c:varyColors val="0"/>
        <c:ser>
          <c:idx val="0"/>
          <c:order val="0"/>
          <c:tx>
            <c:strRef>
              <c:f>Лист1!$B$1</c:f>
              <c:strCache>
                <c:ptCount val="1"/>
                <c:pt idx="0">
                  <c:v>Ряд 1</c:v>
                </c:pt>
              </c:strCache>
            </c:strRef>
          </c:tx>
          <c:spPr>
            <a:ln w="28575" cap="rnd">
              <a:solidFill>
                <a:schemeClr val="accent1"/>
              </a:solidFill>
              <a:round/>
            </a:ln>
            <a:effectLst/>
          </c:spPr>
          <c:marker>
            <c:symbol val="circle"/>
            <c:size val="7"/>
            <c:spPr>
              <a:solidFill>
                <a:schemeClr val="bg1"/>
              </a:solidFill>
              <a:ln w="222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2"/>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Лист1!$A$8:$A$10</c:f>
              <c:strCache>
                <c:ptCount val="3"/>
                <c:pt idx="0">
                  <c:v>2021</c:v>
                </c:pt>
                <c:pt idx="1">
                  <c:v>2022П</c:v>
                </c:pt>
                <c:pt idx="2">
                  <c:v>2023П</c:v>
                </c:pt>
              </c:strCache>
            </c:strRef>
          </c:cat>
          <c:val>
            <c:numRef>
              <c:f>Лист1!$B$8:$B$10</c:f>
              <c:numCache>
                <c:formatCode>0</c:formatCode>
                <c:ptCount val="3"/>
                <c:pt idx="0">
                  <c:v>2</c:v>
                </c:pt>
                <c:pt idx="1">
                  <c:v>5.4</c:v>
                </c:pt>
                <c:pt idx="2">
                  <c:v>3</c:v>
                </c:pt>
              </c:numCache>
            </c:numRef>
          </c:val>
          <c:smooth val="0"/>
          <c:extLst>
            <c:ext xmlns:c16="http://schemas.microsoft.com/office/drawing/2014/chart" uri="{C3380CC4-5D6E-409C-BE32-E72D297353CC}">
              <c16:uniqueId val="{00000000-67D9-47F0-8420-D2EF6F5870D1}"/>
            </c:ext>
          </c:extLst>
        </c:ser>
        <c:ser>
          <c:idx val="1"/>
          <c:order val="1"/>
          <c:tx>
            <c:strRef>
              <c:f>Лист1!$C$1</c:f>
              <c:strCache>
                <c:ptCount val="1"/>
                <c:pt idx="0">
                  <c:v>Ряд 2</c:v>
                </c:pt>
              </c:strCache>
            </c:strRef>
          </c:tx>
          <c:spPr>
            <a:ln w="28575" cap="rnd">
              <a:solidFill>
                <a:schemeClr val="accent2"/>
              </a:solidFill>
              <a:round/>
            </a:ln>
            <a:effectLst/>
          </c:spPr>
          <c:marker>
            <c:symbol val="circle"/>
            <c:size val="7"/>
            <c:spPr>
              <a:solidFill>
                <a:schemeClr val="bg1"/>
              </a:solidFill>
              <a:ln w="222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Лист1!$A$8:$A$10</c:f>
              <c:strCache>
                <c:ptCount val="3"/>
                <c:pt idx="0">
                  <c:v>2021</c:v>
                </c:pt>
                <c:pt idx="1">
                  <c:v>2022П</c:v>
                </c:pt>
                <c:pt idx="2">
                  <c:v>2023П</c:v>
                </c:pt>
              </c:strCache>
            </c:strRef>
          </c:cat>
          <c:val>
            <c:numRef>
              <c:f>Лист1!$C$8:$C$10</c:f>
              <c:numCache>
                <c:formatCode>0</c:formatCode>
                <c:ptCount val="3"/>
                <c:pt idx="0">
                  <c:v>9</c:v>
                </c:pt>
                <c:pt idx="1">
                  <c:v>11</c:v>
                </c:pt>
                <c:pt idx="2">
                  <c:v>8</c:v>
                </c:pt>
              </c:numCache>
            </c:numRef>
          </c:val>
          <c:smooth val="0"/>
          <c:extLst>
            <c:ext xmlns:c16="http://schemas.microsoft.com/office/drawing/2014/chart" uri="{C3380CC4-5D6E-409C-BE32-E72D297353CC}">
              <c16:uniqueId val="{00000001-67D9-47F0-8420-D2EF6F5870D1}"/>
            </c:ext>
          </c:extLst>
        </c:ser>
        <c:dLbls>
          <c:dLblPos val="ctr"/>
          <c:showLegendKey val="0"/>
          <c:showVal val="1"/>
          <c:showCatName val="0"/>
          <c:showSerName val="0"/>
          <c:showPercent val="0"/>
          <c:showBubbleSize val="0"/>
        </c:dLbls>
        <c:marker val="1"/>
        <c:smooth val="0"/>
        <c:axId val="631009583"/>
        <c:axId val="631012079"/>
      </c:lineChart>
      <c:catAx>
        <c:axId val="631009583"/>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legend>
      <c:legendPos val="b"/>
      <c:layout>
        <c:manualLayout>
          <c:xMode val="edge"/>
          <c:yMode val="edge"/>
          <c:x val="0.18772206555466908"/>
          <c:y val="0.8736853856922614"/>
          <c:w val="0.62455546119715932"/>
          <c:h val="7.680282114440643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5543786075281E-3"/>
          <c:y val="0"/>
          <c:w val="0.99857044562139252"/>
          <c:h val="0.9066151847912941"/>
        </c:manualLayout>
      </c:layout>
      <c:lineChart>
        <c:grouping val="standard"/>
        <c:varyColors val="0"/>
        <c:ser>
          <c:idx val="0"/>
          <c:order val="0"/>
          <c:tx>
            <c:strRef>
              <c:f>Лист1!$B$1</c:f>
              <c:strCache>
                <c:ptCount val="1"/>
                <c:pt idx="0">
                  <c:v>Ряд 1</c:v>
                </c:pt>
              </c:strCache>
            </c:strRef>
          </c:tx>
          <c:spPr>
            <a:ln w="28575" cap="rnd">
              <a:solidFill>
                <a:schemeClr val="accent1"/>
              </a:solidFill>
              <a:round/>
            </a:ln>
            <a:effectLst/>
          </c:spPr>
          <c:marker>
            <c:symbol val="circle"/>
            <c:size val="7"/>
            <c:spPr>
              <a:solidFill>
                <a:schemeClr val="bg1"/>
              </a:solidFill>
              <a:ln w="222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Лист1!$A$12:$A$16</c:f>
              <c:numCache>
                <c:formatCode>mmm\-yy</c:formatCode>
                <c:ptCount val="5"/>
                <c:pt idx="0">
                  <c:v>44927</c:v>
                </c:pt>
                <c:pt idx="1">
                  <c:v>44958</c:v>
                </c:pt>
                <c:pt idx="2">
                  <c:v>44986</c:v>
                </c:pt>
                <c:pt idx="3">
                  <c:v>45017</c:v>
                </c:pt>
                <c:pt idx="4">
                  <c:v>45047</c:v>
                </c:pt>
              </c:numCache>
            </c:numRef>
          </c:cat>
          <c:val>
            <c:numRef>
              <c:f>Лист1!$B$12:$B$16</c:f>
              <c:numCache>
                <c:formatCode>0</c:formatCode>
                <c:ptCount val="5"/>
                <c:pt idx="0">
                  <c:v>8</c:v>
                </c:pt>
                <c:pt idx="1">
                  <c:v>13</c:v>
                </c:pt>
                <c:pt idx="2">
                  <c:v>25</c:v>
                </c:pt>
                <c:pt idx="3">
                  <c:v>31</c:v>
                </c:pt>
                <c:pt idx="4">
                  <c:v>36</c:v>
                </c:pt>
              </c:numCache>
            </c:numRef>
          </c:val>
          <c:smooth val="0"/>
          <c:extLst>
            <c:ext xmlns:c16="http://schemas.microsoft.com/office/drawing/2014/chart" uri="{C3380CC4-5D6E-409C-BE32-E72D297353CC}">
              <c16:uniqueId val="{00000000-AAB6-4DF3-B4C0-130E2229F8FB}"/>
            </c:ext>
          </c:extLst>
        </c:ser>
        <c:dLbls>
          <c:dLblPos val="ctr"/>
          <c:showLegendKey val="0"/>
          <c:showVal val="1"/>
          <c:showCatName val="0"/>
          <c:showSerName val="0"/>
          <c:showPercent val="0"/>
          <c:showBubbleSize val="0"/>
        </c:dLbls>
        <c:marker val="1"/>
        <c:smooth val="0"/>
        <c:axId val="631009583"/>
        <c:axId val="631012079"/>
      </c:lineChart>
      <c:dateAx>
        <c:axId val="631009583"/>
        <c:scaling>
          <c:orientation val="minMax"/>
        </c:scaling>
        <c:delete val="1"/>
        <c:axPos val="b"/>
        <c:numFmt formatCode="mmm\-yy" sourceLinked="1"/>
        <c:majorTickMark val="none"/>
        <c:minorTickMark val="none"/>
        <c:tickLblPos val="nextTo"/>
        <c:crossAx val="631012079"/>
        <c:crosses val="autoZero"/>
        <c:auto val="1"/>
        <c:lblOffset val="100"/>
        <c:baseTimeUnit val="months"/>
      </c:date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userShapes r:id="rId4"/>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5813102943229E-3"/>
          <c:y val="0"/>
          <c:w val="0.99857044562139252"/>
          <c:h val="0.9066151847912941"/>
        </c:manualLayout>
      </c:layout>
      <c:lineChart>
        <c:grouping val="standard"/>
        <c:varyColors val="0"/>
        <c:ser>
          <c:idx val="1"/>
          <c:order val="0"/>
          <c:tx>
            <c:strRef>
              <c:f>Лист1!$C$1</c:f>
              <c:strCache>
                <c:ptCount val="1"/>
                <c:pt idx="0">
                  <c:v>Ряд 2</c:v>
                </c:pt>
              </c:strCache>
            </c:strRef>
          </c:tx>
          <c:spPr>
            <a:ln w="28575" cap="rnd">
              <a:solidFill>
                <a:schemeClr val="accent2"/>
              </a:solidFill>
              <a:round/>
            </a:ln>
            <a:effectLst/>
          </c:spPr>
          <c:marker>
            <c:symbol val="circle"/>
            <c:size val="7"/>
            <c:spPr>
              <a:solidFill>
                <a:schemeClr val="bg1"/>
              </a:solidFill>
              <a:ln w="222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Лист1!$A$12:$A$16</c:f>
              <c:numCache>
                <c:formatCode>mmm\-yy</c:formatCode>
                <c:ptCount val="5"/>
                <c:pt idx="0">
                  <c:v>44927</c:v>
                </c:pt>
                <c:pt idx="1">
                  <c:v>44958</c:v>
                </c:pt>
                <c:pt idx="2">
                  <c:v>44986</c:v>
                </c:pt>
                <c:pt idx="3">
                  <c:v>45017</c:v>
                </c:pt>
                <c:pt idx="4">
                  <c:v>45047</c:v>
                </c:pt>
              </c:numCache>
            </c:numRef>
          </c:cat>
          <c:val>
            <c:numRef>
              <c:f>Лист1!$C$12:$C$16</c:f>
              <c:numCache>
                <c:formatCode>0</c:formatCode>
                <c:ptCount val="5"/>
                <c:pt idx="0">
                  <c:v>13</c:v>
                </c:pt>
                <c:pt idx="1">
                  <c:v>16</c:v>
                </c:pt>
                <c:pt idx="2">
                  <c:v>17</c:v>
                </c:pt>
                <c:pt idx="3">
                  <c:v>23</c:v>
                </c:pt>
                <c:pt idx="4">
                  <c:v>33</c:v>
                </c:pt>
              </c:numCache>
            </c:numRef>
          </c:val>
          <c:smooth val="0"/>
          <c:extLst>
            <c:ext xmlns:c16="http://schemas.microsoft.com/office/drawing/2014/chart" uri="{C3380CC4-5D6E-409C-BE32-E72D297353CC}">
              <c16:uniqueId val="{00000001-344A-4874-BCE4-B82ECB9D8C4E}"/>
            </c:ext>
          </c:extLst>
        </c:ser>
        <c:dLbls>
          <c:dLblPos val="ctr"/>
          <c:showLegendKey val="0"/>
          <c:showVal val="1"/>
          <c:showCatName val="0"/>
          <c:showSerName val="0"/>
          <c:showPercent val="0"/>
          <c:showBubbleSize val="0"/>
        </c:dLbls>
        <c:marker val="1"/>
        <c:smooth val="0"/>
        <c:axId val="631009583"/>
        <c:axId val="631012079"/>
      </c:lineChart>
      <c:dateAx>
        <c:axId val="631009583"/>
        <c:scaling>
          <c:orientation val="minMax"/>
        </c:scaling>
        <c:delete val="1"/>
        <c:axPos val="b"/>
        <c:numFmt formatCode="mmm\-yy" sourceLinked="1"/>
        <c:majorTickMark val="none"/>
        <c:minorTickMark val="none"/>
        <c:tickLblPos val="nextTo"/>
        <c:crossAx val="631012079"/>
        <c:crosses val="autoZero"/>
        <c:auto val="1"/>
        <c:lblOffset val="100"/>
        <c:baseTimeUnit val="months"/>
      </c:date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5543786075281E-3"/>
          <c:y val="0"/>
          <c:w val="0.99857044562139252"/>
          <c:h val="0.9066151847912941"/>
        </c:manualLayout>
      </c:layout>
      <c:lineChart>
        <c:grouping val="standard"/>
        <c:varyColors val="0"/>
        <c:ser>
          <c:idx val="2"/>
          <c:order val="0"/>
          <c:tx>
            <c:strRef>
              <c:f>Лист1!$D$1</c:f>
              <c:strCache>
                <c:ptCount val="1"/>
                <c:pt idx="0">
                  <c:v>Ряд 3</c:v>
                </c:pt>
              </c:strCache>
            </c:strRef>
          </c:tx>
          <c:spPr>
            <a:ln w="28575" cap="rnd">
              <a:solidFill>
                <a:schemeClr val="accent3"/>
              </a:solidFill>
              <a:round/>
            </a:ln>
            <a:effectLst/>
          </c:spPr>
          <c:marker>
            <c:symbol val="circle"/>
            <c:size val="7"/>
            <c:spPr>
              <a:solidFill>
                <a:schemeClr val="bg1"/>
              </a:solidFill>
              <a:ln w="222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Лист1!$A$12:$A$16</c:f>
              <c:numCache>
                <c:formatCode>mmm\-yy</c:formatCode>
                <c:ptCount val="5"/>
                <c:pt idx="0">
                  <c:v>44927</c:v>
                </c:pt>
                <c:pt idx="1">
                  <c:v>44958</c:v>
                </c:pt>
                <c:pt idx="2">
                  <c:v>44986</c:v>
                </c:pt>
                <c:pt idx="3">
                  <c:v>45017</c:v>
                </c:pt>
                <c:pt idx="4">
                  <c:v>45047</c:v>
                </c:pt>
              </c:numCache>
            </c:numRef>
          </c:cat>
          <c:val>
            <c:numRef>
              <c:f>Лист1!$D$12:$D$16</c:f>
              <c:numCache>
                <c:formatCode>0</c:formatCode>
                <c:ptCount val="5"/>
                <c:pt idx="0">
                  <c:v>24</c:v>
                </c:pt>
                <c:pt idx="1">
                  <c:v>34</c:v>
                </c:pt>
                <c:pt idx="2">
                  <c:v>36</c:v>
                </c:pt>
                <c:pt idx="3">
                  <c:v>34</c:v>
                </c:pt>
                <c:pt idx="4">
                  <c:v>23</c:v>
                </c:pt>
              </c:numCache>
            </c:numRef>
          </c:val>
          <c:smooth val="0"/>
          <c:extLst>
            <c:ext xmlns:c16="http://schemas.microsoft.com/office/drawing/2014/chart" uri="{C3380CC4-5D6E-409C-BE32-E72D297353CC}">
              <c16:uniqueId val="{00000002-DDE0-41F2-8D09-95369C31273C}"/>
            </c:ext>
          </c:extLst>
        </c:ser>
        <c:dLbls>
          <c:dLblPos val="ctr"/>
          <c:showLegendKey val="0"/>
          <c:showVal val="1"/>
          <c:showCatName val="0"/>
          <c:showSerName val="0"/>
          <c:showPercent val="0"/>
          <c:showBubbleSize val="0"/>
        </c:dLbls>
        <c:marker val="1"/>
        <c:smooth val="0"/>
        <c:axId val="631009583"/>
        <c:axId val="631012079"/>
      </c:lineChart>
      <c:dateAx>
        <c:axId val="631009583"/>
        <c:scaling>
          <c:orientation val="minMax"/>
        </c:scaling>
        <c:delete val="1"/>
        <c:axPos val="b"/>
        <c:numFmt formatCode="mmm\-yy" sourceLinked="1"/>
        <c:majorTickMark val="none"/>
        <c:minorTickMark val="none"/>
        <c:tickLblPos val="nextTo"/>
        <c:crossAx val="631012079"/>
        <c:crosses val="autoZero"/>
        <c:auto val="1"/>
        <c:lblOffset val="100"/>
        <c:baseTimeUnit val="months"/>
      </c:date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5543786075281E-3"/>
          <c:y val="0"/>
          <c:w val="0.99857044562139252"/>
          <c:h val="0.9066151847912941"/>
        </c:manualLayout>
      </c:layout>
      <c:lineChart>
        <c:grouping val="standard"/>
        <c:varyColors val="0"/>
        <c:ser>
          <c:idx val="3"/>
          <c:order val="0"/>
          <c:tx>
            <c:strRef>
              <c:f>Лист1!$E$1</c:f>
              <c:strCache>
                <c:ptCount val="1"/>
                <c:pt idx="0">
                  <c:v>Ряд 4</c:v>
                </c:pt>
              </c:strCache>
            </c:strRef>
          </c:tx>
          <c:spPr>
            <a:ln w="28575" cap="rnd">
              <a:solidFill>
                <a:schemeClr val="accent4"/>
              </a:solidFill>
              <a:round/>
            </a:ln>
            <a:effectLst/>
          </c:spPr>
          <c:marker>
            <c:symbol val="circle"/>
            <c:size val="7"/>
            <c:spPr>
              <a:solidFill>
                <a:schemeClr val="bg1"/>
              </a:solidFill>
              <a:ln w="222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Лист1!$A$12:$A$16</c:f>
              <c:numCache>
                <c:formatCode>mmm\-yy</c:formatCode>
                <c:ptCount val="5"/>
                <c:pt idx="0">
                  <c:v>44927</c:v>
                </c:pt>
                <c:pt idx="1">
                  <c:v>44958</c:v>
                </c:pt>
                <c:pt idx="2">
                  <c:v>44986</c:v>
                </c:pt>
                <c:pt idx="3">
                  <c:v>45017</c:v>
                </c:pt>
                <c:pt idx="4">
                  <c:v>45047</c:v>
                </c:pt>
              </c:numCache>
            </c:numRef>
          </c:cat>
          <c:val>
            <c:numRef>
              <c:f>Лист1!$E$12:$E$16</c:f>
              <c:numCache>
                <c:formatCode>0</c:formatCode>
                <c:ptCount val="5"/>
                <c:pt idx="0">
                  <c:v>18</c:v>
                </c:pt>
                <c:pt idx="1">
                  <c:v>23</c:v>
                </c:pt>
                <c:pt idx="2">
                  <c:v>35</c:v>
                </c:pt>
                <c:pt idx="3">
                  <c:v>41</c:v>
                </c:pt>
                <c:pt idx="4">
                  <c:v>46</c:v>
                </c:pt>
              </c:numCache>
            </c:numRef>
          </c:val>
          <c:smooth val="0"/>
          <c:extLst>
            <c:ext xmlns:c16="http://schemas.microsoft.com/office/drawing/2014/chart" uri="{C3380CC4-5D6E-409C-BE32-E72D297353CC}">
              <c16:uniqueId val="{00000003-E5E6-4F9C-8FB6-AFB5DE43E315}"/>
            </c:ext>
          </c:extLst>
        </c:ser>
        <c:dLbls>
          <c:dLblPos val="ctr"/>
          <c:showLegendKey val="0"/>
          <c:showVal val="1"/>
          <c:showCatName val="0"/>
          <c:showSerName val="0"/>
          <c:showPercent val="0"/>
          <c:showBubbleSize val="0"/>
        </c:dLbls>
        <c:marker val="1"/>
        <c:smooth val="0"/>
        <c:axId val="631009583"/>
        <c:axId val="631012079"/>
      </c:lineChart>
      <c:dateAx>
        <c:axId val="631009583"/>
        <c:scaling>
          <c:orientation val="minMax"/>
        </c:scaling>
        <c:delete val="1"/>
        <c:axPos val="b"/>
        <c:numFmt formatCode="mmm\-yy" sourceLinked="1"/>
        <c:majorTickMark val="none"/>
        <c:minorTickMark val="none"/>
        <c:tickLblPos val="nextTo"/>
        <c:crossAx val="631012079"/>
        <c:crosses val="autoZero"/>
        <c:auto val="1"/>
        <c:lblOffset val="100"/>
        <c:baseTimeUnit val="months"/>
      </c:date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0.99857044562139252"/>
          <c:h val="0.9066151847912941"/>
        </c:manualLayout>
      </c:layout>
      <c:lineChart>
        <c:grouping val="standard"/>
        <c:varyColors val="0"/>
        <c:ser>
          <c:idx val="4"/>
          <c:order val="0"/>
          <c:tx>
            <c:strRef>
              <c:f>Лист1!$F$1</c:f>
              <c:strCache>
                <c:ptCount val="1"/>
                <c:pt idx="0">
                  <c:v>Ряд 5</c:v>
                </c:pt>
              </c:strCache>
            </c:strRef>
          </c:tx>
          <c:spPr>
            <a:ln w="28575" cap="rnd">
              <a:solidFill>
                <a:schemeClr val="accent5">
                  <a:lumMod val="50000"/>
                </a:schemeClr>
              </a:solidFill>
              <a:round/>
            </a:ln>
            <a:effectLst/>
          </c:spPr>
          <c:marker>
            <c:symbol val="circle"/>
            <c:size val="7"/>
            <c:spPr>
              <a:solidFill>
                <a:schemeClr val="bg1"/>
              </a:solidFill>
              <a:ln w="22225">
                <a:solidFill>
                  <a:schemeClr val="accent5">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Лист1!$A$12:$A$16</c:f>
              <c:numCache>
                <c:formatCode>mmm\-yy</c:formatCode>
                <c:ptCount val="5"/>
                <c:pt idx="0">
                  <c:v>44927</c:v>
                </c:pt>
                <c:pt idx="1">
                  <c:v>44958</c:v>
                </c:pt>
                <c:pt idx="2">
                  <c:v>44986</c:v>
                </c:pt>
                <c:pt idx="3">
                  <c:v>45017</c:v>
                </c:pt>
                <c:pt idx="4">
                  <c:v>45047</c:v>
                </c:pt>
              </c:numCache>
            </c:numRef>
          </c:cat>
          <c:val>
            <c:numRef>
              <c:f>Лист1!$F$12:$F$16</c:f>
              <c:numCache>
                <c:formatCode>0</c:formatCode>
                <c:ptCount val="5"/>
                <c:pt idx="0">
                  <c:v>34</c:v>
                </c:pt>
                <c:pt idx="1">
                  <c:v>44</c:v>
                </c:pt>
                <c:pt idx="2">
                  <c:v>46</c:v>
                </c:pt>
                <c:pt idx="3">
                  <c:v>44</c:v>
                </c:pt>
                <c:pt idx="4">
                  <c:v>33</c:v>
                </c:pt>
              </c:numCache>
            </c:numRef>
          </c:val>
          <c:smooth val="0"/>
          <c:extLst>
            <c:ext xmlns:c16="http://schemas.microsoft.com/office/drawing/2014/chart" uri="{C3380CC4-5D6E-409C-BE32-E72D297353CC}">
              <c16:uniqueId val="{00000004-BE34-49E5-95ED-B06902C24218}"/>
            </c:ext>
          </c:extLst>
        </c:ser>
        <c:dLbls>
          <c:dLblPos val="ctr"/>
          <c:showLegendKey val="0"/>
          <c:showVal val="1"/>
          <c:showCatName val="0"/>
          <c:showSerName val="0"/>
          <c:showPercent val="0"/>
          <c:showBubbleSize val="0"/>
        </c:dLbls>
        <c:marker val="1"/>
        <c:smooth val="0"/>
        <c:axId val="631009583"/>
        <c:axId val="631012079"/>
      </c:lineChart>
      <c:dateAx>
        <c:axId val="631009583"/>
        <c:scaling>
          <c:orientation val="minMax"/>
        </c:scaling>
        <c:delete val="0"/>
        <c:axPos val="b"/>
        <c:numFmt formatCode="mmm\-yy"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631012079"/>
        <c:crosses val="autoZero"/>
        <c:auto val="1"/>
        <c:lblOffset val="100"/>
        <c:baseTimeUnit val="months"/>
      </c:date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83169291338343E-4"/>
          <c:y val="3.0774733911180876E-2"/>
          <c:w val="0.99929416830708662"/>
          <c:h val="0.77063542433265142"/>
        </c:manualLayout>
      </c:layout>
      <c:lineChart>
        <c:grouping val="standard"/>
        <c:varyColors val="0"/>
        <c:ser>
          <c:idx val="0"/>
          <c:order val="0"/>
          <c:tx>
            <c:strRef>
              <c:f>Лист1!$B$1</c:f>
              <c:strCache>
                <c:ptCount val="1"/>
                <c:pt idx="0">
                  <c:v>Показатель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Лист1!$B$2:$B$13</c:f>
              <c:numCache>
                <c:formatCode>General</c:formatCode>
                <c:ptCount val="12"/>
                <c:pt idx="0">
                  <c:v>2.8</c:v>
                </c:pt>
                <c:pt idx="1">
                  <c:v>3.2</c:v>
                </c:pt>
                <c:pt idx="2">
                  <c:v>4.3</c:v>
                </c:pt>
                <c:pt idx="3">
                  <c:v>2.8</c:v>
                </c:pt>
                <c:pt idx="4">
                  <c:v>3.5</c:v>
                </c:pt>
                <c:pt idx="5">
                  <c:v>4.5</c:v>
                </c:pt>
                <c:pt idx="6">
                  <c:v>4.7</c:v>
                </c:pt>
                <c:pt idx="7">
                  <c:v>4.9000000000000004</c:v>
                </c:pt>
                <c:pt idx="8">
                  <c:v>5</c:v>
                </c:pt>
                <c:pt idx="9">
                  <c:v>5.4</c:v>
                </c:pt>
                <c:pt idx="10">
                  <c:v>5.6</c:v>
                </c:pt>
                <c:pt idx="11">
                  <c:v>6.1</c:v>
                </c:pt>
              </c:numCache>
            </c:numRef>
          </c:val>
          <c:smooth val="0"/>
          <c:extLst>
            <c:ext xmlns:c16="http://schemas.microsoft.com/office/drawing/2014/chart" uri="{C3380CC4-5D6E-409C-BE32-E72D297353CC}">
              <c16:uniqueId val="{00000000-DEB0-48EF-9EC3-4DD43CA70FEE}"/>
            </c:ext>
          </c:extLst>
        </c:ser>
        <c:ser>
          <c:idx val="1"/>
          <c:order val="1"/>
          <c:tx>
            <c:strRef>
              <c:f>Лист1!$C$1</c:f>
              <c:strCache>
                <c:ptCount val="1"/>
                <c:pt idx="0">
                  <c:v>Показатель 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Лист1!$C$2:$C$13</c:f>
              <c:numCache>
                <c:formatCode>General</c:formatCode>
                <c:ptCount val="12"/>
                <c:pt idx="0">
                  <c:v>1.1000000000000001</c:v>
                </c:pt>
                <c:pt idx="1">
                  <c:v>1.5</c:v>
                </c:pt>
                <c:pt idx="2">
                  <c:v>1.3</c:v>
                </c:pt>
                <c:pt idx="3">
                  <c:v>2.2000000000000002</c:v>
                </c:pt>
                <c:pt idx="4">
                  <c:v>1.8</c:v>
                </c:pt>
                <c:pt idx="5">
                  <c:v>1.6</c:v>
                </c:pt>
                <c:pt idx="6">
                  <c:v>2.4</c:v>
                </c:pt>
                <c:pt idx="7">
                  <c:v>2.2000000000000002</c:v>
                </c:pt>
                <c:pt idx="8">
                  <c:v>2.6</c:v>
                </c:pt>
                <c:pt idx="9">
                  <c:v>2.1</c:v>
                </c:pt>
                <c:pt idx="10">
                  <c:v>2.5</c:v>
                </c:pt>
                <c:pt idx="11">
                  <c:v>2.8</c:v>
                </c:pt>
              </c:numCache>
            </c:numRef>
          </c:val>
          <c:smooth val="0"/>
          <c:extLst>
            <c:ext xmlns:c16="http://schemas.microsoft.com/office/drawing/2014/chart" uri="{C3380CC4-5D6E-409C-BE32-E72D297353CC}">
              <c16:uniqueId val="{00000001-DEB0-48EF-9EC3-4DD43CA70FEE}"/>
            </c:ext>
          </c:extLst>
        </c:ser>
        <c:ser>
          <c:idx val="2"/>
          <c:order val="2"/>
          <c:tx>
            <c:strRef>
              <c:f>Лист1!$D$1</c:f>
              <c:strCache>
                <c:ptCount val="1"/>
                <c:pt idx="0">
                  <c:v>Показатель 3</c:v>
                </c:pt>
              </c:strCache>
            </c:strRef>
          </c:tx>
          <c:spPr>
            <a:ln w="28575" cap="rnd">
              <a:solidFill>
                <a:schemeClr val="accent3"/>
              </a:solidFill>
              <a:round/>
            </a:ln>
            <a:effectLst/>
          </c:spPr>
          <c:marker>
            <c:symbol val="circle"/>
            <c:size val="5"/>
            <c:spPr>
              <a:solidFill>
                <a:schemeClr val="accent3"/>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Лист1!$D$2:$D$13</c:f>
              <c:numCache>
                <c:formatCode>General</c:formatCode>
                <c:ptCount val="12"/>
                <c:pt idx="0">
                  <c:v>6.1</c:v>
                </c:pt>
                <c:pt idx="1">
                  <c:v>3.2</c:v>
                </c:pt>
                <c:pt idx="2">
                  <c:v>6.9</c:v>
                </c:pt>
                <c:pt idx="3">
                  <c:v>7.9</c:v>
                </c:pt>
                <c:pt idx="4">
                  <c:v>4.5</c:v>
                </c:pt>
                <c:pt idx="5">
                  <c:v>8.4</c:v>
                </c:pt>
                <c:pt idx="6">
                  <c:v>7.6</c:v>
                </c:pt>
                <c:pt idx="7">
                  <c:v>2.2999999999999998</c:v>
                </c:pt>
                <c:pt idx="8">
                  <c:v>5.7</c:v>
                </c:pt>
                <c:pt idx="9">
                  <c:v>7.8</c:v>
                </c:pt>
                <c:pt idx="10">
                  <c:v>9.9</c:v>
                </c:pt>
                <c:pt idx="11">
                  <c:v>10.5</c:v>
                </c:pt>
              </c:numCache>
            </c:numRef>
          </c:val>
          <c:smooth val="0"/>
          <c:extLst>
            <c:ext xmlns:c16="http://schemas.microsoft.com/office/drawing/2014/chart" uri="{C3380CC4-5D6E-409C-BE32-E72D297353CC}">
              <c16:uniqueId val="{00000002-DEB0-48EF-9EC3-4DD43CA70FEE}"/>
            </c:ext>
          </c:extLst>
        </c:ser>
        <c:ser>
          <c:idx val="3"/>
          <c:order val="3"/>
          <c:tx>
            <c:strRef>
              <c:f>Лист1!$E$1</c:f>
              <c:strCache>
                <c:ptCount val="1"/>
                <c:pt idx="0">
                  <c:v>Показатель 4</c:v>
                </c:pt>
              </c:strCache>
            </c:strRef>
          </c:tx>
          <c:spPr>
            <a:ln w="28575" cap="rnd">
              <a:solidFill>
                <a:schemeClr val="accent4"/>
              </a:solidFill>
              <a:round/>
            </a:ln>
            <a:effectLst/>
          </c:spPr>
          <c:marker>
            <c:symbol val="circle"/>
            <c:size val="5"/>
            <c:spPr>
              <a:solidFill>
                <a:schemeClr val="accent4"/>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Лист1!$E$2:$E$13</c:f>
              <c:numCache>
                <c:formatCode>General</c:formatCode>
                <c:ptCount val="12"/>
                <c:pt idx="0">
                  <c:v>8.8000000000000007</c:v>
                </c:pt>
                <c:pt idx="1">
                  <c:v>9.5</c:v>
                </c:pt>
                <c:pt idx="2">
                  <c:v>9.9</c:v>
                </c:pt>
                <c:pt idx="3">
                  <c:v>9.6</c:v>
                </c:pt>
                <c:pt idx="4">
                  <c:v>9.1999999999999993</c:v>
                </c:pt>
                <c:pt idx="5">
                  <c:v>9.6999999999999993</c:v>
                </c:pt>
                <c:pt idx="6">
                  <c:v>10.1</c:v>
                </c:pt>
                <c:pt idx="7">
                  <c:v>9.9</c:v>
                </c:pt>
                <c:pt idx="8">
                  <c:v>10.199999999999999</c:v>
                </c:pt>
                <c:pt idx="9">
                  <c:v>10.3</c:v>
                </c:pt>
                <c:pt idx="10">
                  <c:v>10.7</c:v>
                </c:pt>
                <c:pt idx="11">
                  <c:v>11.2</c:v>
                </c:pt>
              </c:numCache>
            </c:numRef>
          </c:val>
          <c:smooth val="0"/>
          <c:extLst>
            <c:ext xmlns:c16="http://schemas.microsoft.com/office/drawing/2014/chart" uri="{C3380CC4-5D6E-409C-BE32-E72D297353CC}">
              <c16:uniqueId val="{00000003-DEB0-48EF-9EC3-4DD43CA70FEE}"/>
            </c:ext>
          </c:extLst>
        </c:ser>
        <c:ser>
          <c:idx val="4"/>
          <c:order val="4"/>
          <c:tx>
            <c:strRef>
              <c:f>Лист1!$F$1</c:f>
              <c:strCache>
                <c:ptCount val="1"/>
              </c:strCache>
            </c:strRef>
          </c:tx>
          <c:spPr>
            <a:ln w="28575" cap="rnd">
              <a:solidFill>
                <a:schemeClr val="accent1">
                  <a:lumMod val="60000"/>
                  <a:lumOff val="40000"/>
                </a:schemeClr>
              </a:solidFill>
              <a:round/>
            </a:ln>
            <a:effectLst/>
          </c:spPr>
          <c:marker>
            <c:symbol val="circle"/>
            <c:size val="8"/>
            <c:spPr>
              <a:solidFill>
                <a:schemeClr val="accent1">
                  <a:lumMod val="60000"/>
                  <a:lumOff val="40000"/>
                </a:schemeClr>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Лист1!$A$2:$A$13</c:f>
              <c:strCache>
                <c:ptCount val="12"/>
                <c:pt idx="0">
                  <c:v>2013</c:v>
                </c:pt>
                <c:pt idx="1">
                  <c:v>2014</c:v>
                </c:pt>
                <c:pt idx="2">
                  <c:v>2015</c:v>
                </c:pt>
                <c:pt idx="3">
                  <c:v>2016</c:v>
                </c:pt>
                <c:pt idx="4">
                  <c:v>2017</c:v>
                </c:pt>
                <c:pt idx="5">
                  <c:v>2018</c:v>
                </c:pt>
                <c:pt idx="6">
                  <c:v>2019</c:v>
                </c:pt>
                <c:pt idx="7">
                  <c:v>2020</c:v>
                </c:pt>
                <c:pt idx="8">
                  <c:v>2021</c:v>
                </c:pt>
                <c:pt idx="9">
                  <c:v>2022</c:v>
                </c:pt>
                <c:pt idx="10">
                  <c:v>2023П</c:v>
                </c:pt>
                <c:pt idx="11">
                  <c:v>2024П</c:v>
                </c:pt>
              </c:strCache>
            </c:strRef>
          </c:cat>
          <c:val>
            <c:numRef>
              <c:f>Лист1!$F$2:$F$13</c:f>
              <c:numCache>
                <c:formatCode>General</c:formatCode>
                <c:ptCount val="12"/>
              </c:numCache>
            </c:numRef>
          </c:val>
          <c:smooth val="0"/>
          <c:extLst>
            <c:ext xmlns:c16="http://schemas.microsoft.com/office/drawing/2014/chart" uri="{C3380CC4-5D6E-409C-BE32-E72D297353CC}">
              <c16:uniqueId val="{00000004-DEB0-48EF-9EC3-4DD43CA70FEE}"/>
            </c:ext>
          </c:extLst>
        </c:ser>
        <c:dLbls>
          <c:showLegendKey val="0"/>
          <c:showVal val="1"/>
          <c:showCatName val="0"/>
          <c:showSerName val="0"/>
          <c:showPercent val="0"/>
          <c:showBubbleSize val="0"/>
        </c:dLbls>
        <c:marker val="1"/>
        <c:smooth val="0"/>
        <c:axId val="755913504"/>
        <c:axId val="372711648"/>
      </c:lineChart>
      <c:catAx>
        <c:axId val="755913504"/>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372711648"/>
        <c:crosses val="autoZero"/>
        <c:auto val="1"/>
        <c:lblAlgn val="ctr"/>
        <c:lblOffset val="100"/>
        <c:noMultiLvlLbl val="0"/>
      </c:catAx>
      <c:valAx>
        <c:axId val="372711648"/>
        <c:scaling>
          <c:orientation val="minMax"/>
        </c:scaling>
        <c:delete val="1"/>
        <c:axPos val="l"/>
        <c:numFmt formatCode="General" sourceLinked="1"/>
        <c:majorTickMark val="none"/>
        <c:minorTickMark val="none"/>
        <c:tickLblPos val="nextTo"/>
        <c:crossAx val="755913504"/>
        <c:crosses val="autoZero"/>
        <c:crossBetween val="between"/>
      </c:valAx>
      <c:spPr>
        <a:noFill/>
        <a:ln>
          <a:noFill/>
        </a:ln>
        <a:effectLst/>
      </c:spPr>
    </c:plotArea>
    <c:legend>
      <c:legendPos val="b"/>
      <c:legendEntry>
        <c:idx val="4"/>
        <c:delete val="1"/>
      </c:legendEntry>
      <c:layout>
        <c:manualLayout>
          <c:xMode val="edge"/>
          <c:yMode val="edge"/>
          <c:x val="0"/>
          <c:y val="0.92531872530882253"/>
          <c:w val="1"/>
          <c:h val="7.3310797124607821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6437682895632E-3"/>
          <c:y val="1.3664418480027604E-2"/>
          <c:w val="0.99857044757668834"/>
          <c:h val="0.70687750328187882"/>
        </c:manualLayout>
      </c:layout>
      <c:lineChart>
        <c:grouping val="standard"/>
        <c:varyColors val="0"/>
        <c:ser>
          <c:idx val="0"/>
          <c:order val="0"/>
          <c:tx>
            <c:strRef>
              <c:f>Лист1!$B$1</c:f>
              <c:strCache>
                <c:ptCount val="1"/>
                <c:pt idx="0">
                  <c:v>Ряд 1</c:v>
                </c:pt>
              </c:strCache>
            </c:strRef>
          </c:tx>
          <c:spPr>
            <a:ln w="28575" cap="rnd">
              <a:solidFill>
                <a:schemeClr val="accent1"/>
              </a:solidFill>
              <a:round/>
            </a:ln>
            <a:effectLst/>
          </c:spPr>
          <c:marker>
            <c:symbol val="circle"/>
            <c:size val="7"/>
            <c:spPr>
              <a:solidFill>
                <a:schemeClr val="bg1"/>
              </a:solidFill>
              <a:ln w="222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Лист1!$B$2:$B$10</c:f>
              <c:numCache>
                <c:formatCode>0</c:formatCode>
                <c:ptCount val="9"/>
                <c:pt idx="0">
                  <c:v>4.3</c:v>
                </c:pt>
                <c:pt idx="1">
                  <c:v>2.5</c:v>
                </c:pt>
                <c:pt idx="2">
                  <c:v>3.5</c:v>
                </c:pt>
                <c:pt idx="3">
                  <c:v>4.5</c:v>
                </c:pt>
                <c:pt idx="4">
                  <c:v>4.7</c:v>
                </c:pt>
                <c:pt idx="5">
                  <c:v>4.9000000000000004</c:v>
                </c:pt>
                <c:pt idx="6">
                  <c:v>5</c:v>
                </c:pt>
                <c:pt idx="7">
                  <c:v>5.4</c:v>
                </c:pt>
                <c:pt idx="8">
                  <c:v>5.6</c:v>
                </c:pt>
              </c:numCache>
            </c:numRef>
          </c:val>
          <c:smooth val="0"/>
          <c:extLst>
            <c:ext xmlns:c16="http://schemas.microsoft.com/office/drawing/2014/chart" uri="{C3380CC4-5D6E-409C-BE32-E72D297353CC}">
              <c16:uniqueId val="{00000000-19FA-47D7-B70A-4806C14A187D}"/>
            </c:ext>
          </c:extLst>
        </c:ser>
        <c:ser>
          <c:idx val="1"/>
          <c:order val="1"/>
          <c:tx>
            <c:strRef>
              <c:f>Лист1!$C$1</c:f>
              <c:strCache>
                <c:ptCount val="1"/>
                <c:pt idx="0">
                  <c:v>Столбец1</c:v>
                </c:pt>
              </c:strCache>
            </c:strRef>
          </c:tx>
          <c:spPr>
            <a:ln w="28575" cap="rnd">
              <a:solidFill>
                <a:schemeClr val="accent2"/>
              </a:solidFill>
              <a:round/>
            </a:ln>
            <a:effectLst/>
          </c:spPr>
          <c:marker>
            <c:symbol val="circle"/>
            <c:size val="7"/>
            <c:spPr>
              <a:solidFill>
                <a:schemeClr val="bg1"/>
              </a:solidFill>
              <a:ln w="222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Лист1!$C$2:$C$10</c:f>
              <c:numCache>
                <c:formatCode>0</c:formatCode>
                <c:ptCount val="9"/>
                <c:pt idx="0">
                  <c:v>1</c:v>
                </c:pt>
                <c:pt idx="1">
                  <c:v>8</c:v>
                </c:pt>
                <c:pt idx="2">
                  <c:v>6</c:v>
                </c:pt>
                <c:pt idx="3">
                  <c:v>7</c:v>
                </c:pt>
                <c:pt idx="4">
                  <c:v>7</c:v>
                </c:pt>
                <c:pt idx="5">
                  <c:v>8</c:v>
                </c:pt>
                <c:pt idx="6">
                  <c:v>9</c:v>
                </c:pt>
                <c:pt idx="7">
                  <c:v>11</c:v>
                </c:pt>
                <c:pt idx="8">
                  <c:v>8</c:v>
                </c:pt>
              </c:numCache>
            </c:numRef>
          </c:val>
          <c:smooth val="0"/>
          <c:extLst>
            <c:ext xmlns:c16="http://schemas.microsoft.com/office/drawing/2014/chart" uri="{C3380CC4-5D6E-409C-BE32-E72D297353CC}">
              <c16:uniqueId val="{00000001-19FA-47D7-B70A-4806C14A187D}"/>
            </c:ext>
          </c:extLst>
        </c:ser>
        <c:dLbls>
          <c:dLblPos val="ctr"/>
          <c:showLegendKey val="0"/>
          <c:showVal val="1"/>
          <c:showCatName val="0"/>
          <c:showSerName val="0"/>
          <c:showPercent val="0"/>
          <c:showBubbleSize val="0"/>
        </c:dLbls>
        <c:marker val="1"/>
        <c:smooth val="0"/>
        <c:axId val="631009583"/>
        <c:axId val="631012079"/>
      </c:lineChart>
      <c:catAx>
        <c:axId val="631009583"/>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6437682895632E-3"/>
          <c:y val="1.3664418480027604E-2"/>
          <c:w val="0.99857044757668834"/>
          <c:h val="0.70687750328187882"/>
        </c:manualLayout>
      </c:layout>
      <c:lineChart>
        <c:grouping val="standard"/>
        <c:varyColors val="0"/>
        <c:ser>
          <c:idx val="0"/>
          <c:order val="0"/>
          <c:tx>
            <c:strRef>
              <c:f>Лист1!$B$1</c:f>
              <c:strCache>
                <c:ptCount val="1"/>
                <c:pt idx="0">
                  <c:v>Ряд 1</c:v>
                </c:pt>
              </c:strCache>
            </c:strRef>
          </c:tx>
          <c:spPr>
            <a:ln w="28575" cap="rnd">
              <a:solidFill>
                <a:schemeClr val="accent1"/>
              </a:solidFill>
              <a:round/>
            </a:ln>
            <a:effectLst/>
          </c:spPr>
          <c:marker>
            <c:symbol val="circle"/>
            <c:size val="7"/>
            <c:spPr>
              <a:solidFill>
                <a:schemeClr val="bg1"/>
              </a:solidFill>
              <a:ln w="222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Лист1!$B$2:$B$10</c:f>
              <c:numCache>
                <c:formatCode>0</c:formatCode>
                <c:ptCount val="9"/>
                <c:pt idx="0">
                  <c:v>3</c:v>
                </c:pt>
                <c:pt idx="1">
                  <c:v>4</c:v>
                </c:pt>
                <c:pt idx="2">
                  <c:v>3</c:v>
                </c:pt>
                <c:pt idx="3">
                  <c:v>6</c:v>
                </c:pt>
                <c:pt idx="4">
                  <c:v>4</c:v>
                </c:pt>
                <c:pt idx="5">
                  <c:v>6</c:v>
                </c:pt>
                <c:pt idx="6">
                  <c:v>4</c:v>
                </c:pt>
                <c:pt idx="7">
                  <c:v>6</c:v>
                </c:pt>
                <c:pt idx="8">
                  <c:v>5</c:v>
                </c:pt>
              </c:numCache>
            </c:numRef>
          </c:val>
          <c:smooth val="0"/>
          <c:extLst>
            <c:ext xmlns:c16="http://schemas.microsoft.com/office/drawing/2014/chart" uri="{C3380CC4-5D6E-409C-BE32-E72D297353CC}">
              <c16:uniqueId val="{00000000-19FA-47D7-B70A-4806C14A187D}"/>
            </c:ext>
          </c:extLst>
        </c:ser>
        <c:ser>
          <c:idx val="1"/>
          <c:order val="1"/>
          <c:tx>
            <c:strRef>
              <c:f>Лист1!$C$1</c:f>
              <c:strCache>
                <c:ptCount val="1"/>
                <c:pt idx="0">
                  <c:v>Столбец1</c:v>
                </c:pt>
              </c:strCache>
            </c:strRef>
          </c:tx>
          <c:spPr>
            <a:ln w="28575" cap="rnd">
              <a:solidFill>
                <a:schemeClr val="accent2"/>
              </a:solidFill>
              <a:round/>
            </a:ln>
            <a:effectLst/>
          </c:spPr>
          <c:marker>
            <c:symbol val="circle"/>
            <c:size val="7"/>
            <c:spPr>
              <a:solidFill>
                <a:schemeClr val="bg1"/>
              </a:solidFill>
              <a:ln w="222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Лист1!$C$2:$C$10</c:f>
              <c:numCache>
                <c:formatCode>0</c:formatCode>
                <c:ptCount val="9"/>
                <c:pt idx="0">
                  <c:v>3</c:v>
                </c:pt>
                <c:pt idx="1">
                  <c:v>11</c:v>
                </c:pt>
                <c:pt idx="2">
                  <c:v>9</c:v>
                </c:pt>
                <c:pt idx="3">
                  <c:v>10</c:v>
                </c:pt>
                <c:pt idx="4">
                  <c:v>7</c:v>
                </c:pt>
                <c:pt idx="5">
                  <c:v>8</c:v>
                </c:pt>
                <c:pt idx="6">
                  <c:v>9</c:v>
                </c:pt>
                <c:pt idx="7">
                  <c:v>3</c:v>
                </c:pt>
                <c:pt idx="8">
                  <c:v>8</c:v>
                </c:pt>
              </c:numCache>
            </c:numRef>
          </c:val>
          <c:smooth val="0"/>
          <c:extLst>
            <c:ext xmlns:c16="http://schemas.microsoft.com/office/drawing/2014/chart" uri="{C3380CC4-5D6E-409C-BE32-E72D297353CC}">
              <c16:uniqueId val="{00000001-19FA-47D7-B70A-4806C14A187D}"/>
            </c:ext>
          </c:extLst>
        </c:ser>
        <c:dLbls>
          <c:dLblPos val="ctr"/>
          <c:showLegendKey val="0"/>
          <c:showVal val="1"/>
          <c:showCatName val="0"/>
          <c:showSerName val="0"/>
          <c:showPercent val="0"/>
          <c:showBubbleSize val="0"/>
        </c:dLbls>
        <c:marker val="1"/>
        <c:smooth val="0"/>
        <c:axId val="631009583"/>
        <c:axId val="631012079"/>
      </c:lineChart>
      <c:catAx>
        <c:axId val="631009583"/>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6437682895632E-3"/>
          <c:y val="1.3664418480027604E-2"/>
          <c:w val="0.99857044757668834"/>
          <c:h val="0.70687750328187882"/>
        </c:manualLayout>
      </c:layout>
      <c:lineChart>
        <c:grouping val="standard"/>
        <c:varyColors val="0"/>
        <c:ser>
          <c:idx val="0"/>
          <c:order val="0"/>
          <c:tx>
            <c:strRef>
              <c:f>Лист1!$B$1</c:f>
              <c:strCache>
                <c:ptCount val="1"/>
                <c:pt idx="0">
                  <c:v>Ряд 1</c:v>
                </c:pt>
              </c:strCache>
            </c:strRef>
          </c:tx>
          <c:spPr>
            <a:ln w="19050" cap="rnd">
              <a:solidFill>
                <a:schemeClr val="accent1"/>
              </a:solidFill>
              <a:round/>
            </a:ln>
            <a:effectLst/>
          </c:spPr>
          <c:marker>
            <c:symbol val="circle"/>
            <c:size val="4"/>
            <c:spPr>
              <a:solidFill>
                <a:schemeClr val="bg1"/>
              </a:solidFill>
              <a:ln w="12700">
                <a:solidFill>
                  <a:schemeClr val="accent1"/>
                </a:solidFill>
              </a:ln>
              <a:effectLst/>
            </c:spPr>
          </c:marker>
          <c:dLbls>
            <c:dLbl>
              <c:idx val="0"/>
              <c:layout>
                <c:manualLayout>
                  <c:x val="-3.4379704431890354E-2"/>
                  <c:y val="-9.897289135376977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29C-4C9C-9E5E-678E8BC4EAEC}"/>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Лист1!$B$2:$B$10</c:f>
              <c:numCache>
                <c:formatCode>0</c:formatCode>
                <c:ptCount val="9"/>
                <c:pt idx="0">
                  <c:v>4.3</c:v>
                </c:pt>
                <c:pt idx="1">
                  <c:v>2.5</c:v>
                </c:pt>
                <c:pt idx="2">
                  <c:v>3.5</c:v>
                </c:pt>
                <c:pt idx="3">
                  <c:v>4.5</c:v>
                </c:pt>
                <c:pt idx="4">
                  <c:v>4.7</c:v>
                </c:pt>
                <c:pt idx="5">
                  <c:v>4.9000000000000004</c:v>
                </c:pt>
                <c:pt idx="6">
                  <c:v>5</c:v>
                </c:pt>
                <c:pt idx="7">
                  <c:v>5.4</c:v>
                </c:pt>
                <c:pt idx="8">
                  <c:v>5.6</c:v>
                </c:pt>
              </c:numCache>
            </c:numRef>
          </c:val>
          <c:smooth val="0"/>
          <c:extLst>
            <c:ext xmlns:c16="http://schemas.microsoft.com/office/drawing/2014/chart" uri="{C3380CC4-5D6E-409C-BE32-E72D297353CC}">
              <c16:uniqueId val="{00000000-0C96-4D08-BE89-84FC1CB39817}"/>
            </c:ext>
          </c:extLst>
        </c:ser>
        <c:ser>
          <c:idx val="1"/>
          <c:order val="1"/>
          <c:tx>
            <c:strRef>
              <c:f>Лист1!$C$1</c:f>
              <c:strCache>
                <c:ptCount val="1"/>
                <c:pt idx="0">
                  <c:v>Столбец1</c:v>
                </c:pt>
              </c:strCache>
            </c:strRef>
          </c:tx>
          <c:spPr>
            <a:ln w="19050" cap="rnd">
              <a:solidFill>
                <a:schemeClr val="accent2"/>
              </a:solidFill>
              <a:round/>
            </a:ln>
            <a:effectLst/>
          </c:spPr>
          <c:marker>
            <c:symbol val="circle"/>
            <c:size val="4"/>
            <c:spPr>
              <a:solidFill>
                <a:schemeClr val="bg1"/>
              </a:solidFill>
              <a:ln w="12700">
                <a:solidFill>
                  <a:schemeClr val="accent2"/>
                </a:solidFill>
              </a:ln>
              <a:effectLst/>
            </c:spPr>
          </c:marker>
          <c:dLbls>
            <c:dLbl>
              <c:idx val="0"/>
              <c:layout>
                <c:manualLayout>
                  <c:x val="-5.3977255818147066E-2"/>
                  <c:y val="1.7363665149782899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29C-4C9C-9E5E-678E8BC4EAEC}"/>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Лист1!$C$2:$C$10</c:f>
              <c:numCache>
                <c:formatCode>0</c:formatCode>
                <c:ptCount val="9"/>
                <c:pt idx="0">
                  <c:v>1</c:v>
                </c:pt>
                <c:pt idx="1">
                  <c:v>8</c:v>
                </c:pt>
                <c:pt idx="2">
                  <c:v>6</c:v>
                </c:pt>
                <c:pt idx="3">
                  <c:v>7</c:v>
                </c:pt>
                <c:pt idx="4">
                  <c:v>7</c:v>
                </c:pt>
                <c:pt idx="5">
                  <c:v>8</c:v>
                </c:pt>
                <c:pt idx="6">
                  <c:v>9</c:v>
                </c:pt>
                <c:pt idx="7">
                  <c:v>11</c:v>
                </c:pt>
                <c:pt idx="8">
                  <c:v>8</c:v>
                </c:pt>
              </c:numCache>
            </c:numRef>
          </c:val>
          <c:smooth val="0"/>
          <c:extLst>
            <c:ext xmlns:c16="http://schemas.microsoft.com/office/drawing/2014/chart" uri="{C3380CC4-5D6E-409C-BE32-E72D297353CC}">
              <c16:uniqueId val="{00000001-0C96-4D08-BE89-84FC1CB39817}"/>
            </c:ext>
          </c:extLst>
        </c:ser>
        <c:dLbls>
          <c:dLblPos val="ctr"/>
          <c:showLegendKey val="0"/>
          <c:showVal val="1"/>
          <c:showCatName val="0"/>
          <c:showSerName val="0"/>
          <c:showPercent val="0"/>
          <c:showBubbleSize val="0"/>
        </c:dLbls>
        <c:marker val="1"/>
        <c:smooth val="0"/>
        <c:axId val="631009583"/>
        <c:axId val="631012079"/>
      </c:lineChart>
      <c:catAx>
        <c:axId val="631009583"/>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legend>
      <c:legendPos val="b"/>
      <c:layout>
        <c:manualLayout>
          <c:xMode val="edge"/>
          <c:yMode val="edge"/>
          <c:x val="0.29836621673128272"/>
          <c:y val="0.87454246058721452"/>
          <c:w val="0.40326734609253706"/>
          <c:h val="0.1185120733528717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6437682895632E-3"/>
          <c:y val="1.3664418480027604E-2"/>
          <c:w val="0.99857044757668834"/>
          <c:h val="0.70687750328187882"/>
        </c:manualLayout>
      </c:layout>
      <c:lineChart>
        <c:grouping val="standard"/>
        <c:varyColors val="0"/>
        <c:ser>
          <c:idx val="0"/>
          <c:order val="0"/>
          <c:tx>
            <c:strRef>
              <c:f>Лист1!$B$1</c:f>
              <c:strCache>
                <c:ptCount val="1"/>
                <c:pt idx="0">
                  <c:v>Ряд 1</c:v>
                </c:pt>
              </c:strCache>
            </c:strRef>
          </c:tx>
          <c:spPr>
            <a:ln w="19050" cap="rnd">
              <a:solidFill>
                <a:schemeClr val="accent1"/>
              </a:solidFill>
              <a:round/>
            </a:ln>
            <a:effectLst/>
          </c:spPr>
          <c:marker>
            <c:symbol val="circle"/>
            <c:size val="4"/>
            <c:spPr>
              <a:solidFill>
                <a:schemeClr val="bg1"/>
              </a:solidFill>
              <a:ln w="12700">
                <a:solidFill>
                  <a:schemeClr val="accent1"/>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2-53AA-439B-AD2B-786BC011E5BF}"/>
                </c:ext>
              </c:extLst>
            </c:dLbl>
            <c:dLbl>
              <c:idx val="7"/>
              <c:layout>
                <c:manualLayout>
                  <c:x val="-3.4049736684161482E-2"/>
                  <c:y val="-0.1172945490662766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3AA-439B-AD2B-786BC011E5BF}"/>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Лист1!$B$2:$B$10</c:f>
              <c:numCache>
                <c:formatCode>0</c:formatCode>
                <c:ptCount val="9"/>
                <c:pt idx="0">
                  <c:v>3</c:v>
                </c:pt>
                <c:pt idx="1">
                  <c:v>4</c:v>
                </c:pt>
                <c:pt idx="2">
                  <c:v>3</c:v>
                </c:pt>
                <c:pt idx="3">
                  <c:v>6</c:v>
                </c:pt>
                <c:pt idx="4">
                  <c:v>4</c:v>
                </c:pt>
                <c:pt idx="5">
                  <c:v>6</c:v>
                </c:pt>
                <c:pt idx="6">
                  <c:v>4</c:v>
                </c:pt>
                <c:pt idx="7">
                  <c:v>6</c:v>
                </c:pt>
                <c:pt idx="8">
                  <c:v>5</c:v>
                </c:pt>
              </c:numCache>
            </c:numRef>
          </c:val>
          <c:smooth val="0"/>
          <c:extLst>
            <c:ext xmlns:c16="http://schemas.microsoft.com/office/drawing/2014/chart" uri="{C3380CC4-5D6E-409C-BE32-E72D297353CC}">
              <c16:uniqueId val="{00000000-2FBC-4733-9A88-D3ED0ECBE3B9}"/>
            </c:ext>
          </c:extLst>
        </c:ser>
        <c:ser>
          <c:idx val="1"/>
          <c:order val="1"/>
          <c:tx>
            <c:strRef>
              <c:f>Лист1!$C$1</c:f>
              <c:strCache>
                <c:ptCount val="1"/>
                <c:pt idx="0">
                  <c:v>Столбец1</c:v>
                </c:pt>
              </c:strCache>
            </c:strRef>
          </c:tx>
          <c:spPr>
            <a:ln w="19050" cap="rnd">
              <a:solidFill>
                <a:schemeClr val="accent2"/>
              </a:solidFill>
              <a:round/>
            </a:ln>
            <a:effectLst/>
          </c:spPr>
          <c:marker>
            <c:symbol val="circle"/>
            <c:size val="4"/>
            <c:spPr>
              <a:solidFill>
                <a:schemeClr val="bg1"/>
              </a:solidFill>
              <a:ln w="12700">
                <a:solidFill>
                  <a:schemeClr val="accent2"/>
                </a:solidFill>
              </a:ln>
              <a:effectLst/>
            </c:spPr>
          </c:marker>
          <c:dLbls>
            <c:dLbl>
              <c:idx val="7"/>
              <c:layout>
                <c:manualLayout>
                  <c:x val="-3.4049736684161482E-2"/>
                  <c:y val="7.883731986421879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3AA-439B-AD2B-786BC011E5BF}"/>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Лист1!$C$2:$C$10</c:f>
              <c:numCache>
                <c:formatCode>0</c:formatCode>
                <c:ptCount val="9"/>
                <c:pt idx="0">
                  <c:v>3</c:v>
                </c:pt>
                <c:pt idx="1">
                  <c:v>11</c:v>
                </c:pt>
                <c:pt idx="2">
                  <c:v>9</c:v>
                </c:pt>
                <c:pt idx="3">
                  <c:v>10</c:v>
                </c:pt>
                <c:pt idx="4">
                  <c:v>7</c:v>
                </c:pt>
                <c:pt idx="5">
                  <c:v>8</c:v>
                </c:pt>
                <c:pt idx="6">
                  <c:v>9</c:v>
                </c:pt>
                <c:pt idx="7">
                  <c:v>3</c:v>
                </c:pt>
                <c:pt idx="8">
                  <c:v>8</c:v>
                </c:pt>
              </c:numCache>
            </c:numRef>
          </c:val>
          <c:smooth val="0"/>
          <c:extLst>
            <c:ext xmlns:c16="http://schemas.microsoft.com/office/drawing/2014/chart" uri="{C3380CC4-5D6E-409C-BE32-E72D297353CC}">
              <c16:uniqueId val="{00000001-2FBC-4733-9A88-D3ED0ECBE3B9}"/>
            </c:ext>
          </c:extLst>
        </c:ser>
        <c:dLbls>
          <c:dLblPos val="ctr"/>
          <c:showLegendKey val="0"/>
          <c:showVal val="1"/>
          <c:showCatName val="0"/>
          <c:showSerName val="0"/>
          <c:showPercent val="0"/>
          <c:showBubbleSize val="0"/>
        </c:dLbls>
        <c:marker val="1"/>
        <c:smooth val="0"/>
        <c:axId val="631009583"/>
        <c:axId val="631012079"/>
      </c:lineChart>
      <c:catAx>
        <c:axId val="631009583"/>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legend>
      <c:legendPos val="b"/>
      <c:layout>
        <c:manualLayout>
          <c:xMode val="edge"/>
          <c:yMode val="edge"/>
          <c:x val="0.30030144701992756"/>
          <c:y val="0.86875910331065265"/>
          <c:w val="0.39939688763102205"/>
          <c:h val="0.1312408966893473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5524233116268E-3"/>
          <c:y val="3.8831961790700302E-2"/>
          <c:w val="0.99857044757668834"/>
          <c:h val="0.78476705688356152"/>
        </c:manualLayout>
      </c:layout>
      <c:barChart>
        <c:barDir val="bar"/>
        <c:grouping val="stacked"/>
        <c:varyColors val="0"/>
        <c:ser>
          <c:idx val="0"/>
          <c:order val="0"/>
          <c:tx>
            <c:strRef>
              <c:f>Лист1!$B$1</c:f>
              <c:strCache>
                <c:ptCount val="1"/>
                <c:pt idx="0">
                  <c:v>Ряд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Лист1!$A$5:$A$7</c:f>
              <c:numCache>
                <c:formatCode>General</c:formatCode>
                <c:ptCount val="3"/>
                <c:pt idx="0">
                  <c:v>2018</c:v>
                </c:pt>
                <c:pt idx="1">
                  <c:v>2019</c:v>
                </c:pt>
                <c:pt idx="2">
                  <c:v>2020</c:v>
                </c:pt>
              </c:numCache>
            </c:numRef>
          </c:cat>
          <c:val>
            <c:numRef>
              <c:f>Лист1!$B$5:$B$7</c:f>
              <c:numCache>
                <c:formatCode>0%</c:formatCode>
                <c:ptCount val="3"/>
                <c:pt idx="0">
                  <c:v>0.27</c:v>
                </c:pt>
                <c:pt idx="1">
                  <c:v>0.31</c:v>
                </c:pt>
                <c:pt idx="2">
                  <c:v>0.5</c:v>
                </c:pt>
              </c:numCache>
            </c:numRef>
          </c:val>
          <c:extLst>
            <c:ext xmlns:c16="http://schemas.microsoft.com/office/drawing/2014/chart" uri="{C3380CC4-5D6E-409C-BE32-E72D297353CC}">
              <c16:uniqueId val="{00000000-658E-4DBD-9A00-3526E34463CA}"/>
            </c:ext>
          </c:extLst>
        </c:ser>
        <c:ser>
          <c:idx val="1"/>
          <c:order val="1"/>
          <c:tx>
            <c:strRef>
              <c:f>Лист1!$C$1</c:f>
              <c:strCache>
                <c:ptCount val="1"/>
                <c:pt idx="0">
                  <c:v>Ряд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Лист1!$A$5:$A$7</c:f>
              <c:numCache>
                <c:formatCode>General</c:formatCode>
                <c:ptCount val="3"/>
                <c:pt idx="0">
                  <c:v>2018</c:v>
                </c:pt>
                <c:pt idx="1">
                  <c:v>2019</c:v>
                </c:pt>
                <c:pt idx="2">
                  <c:v>2020</c:v>
                </c:pt>
              </c:numCache>
            </c:numRef>
          </c:cat>
          <c:val>
            <c:numRef>
              <c:f>Лист1!$C$5:$C$7</c:f>
              <c:numCache>
                <c:formatCode>0%</c:formatCode>
                <c:ptCount val="3"/>
                <c:pt idx="0">
                  <c:v>0.33</c:v>
                </c:pt>
                <c:pt idx="1">
                  <c:v>0.33</c:v>
                </c:pt>
                <c:pt idx="2">
                  <c:v>0.5</c:v>
                </c:pt>
              </c:numCache>
            </c:numRef>
          </c:val>
          <c:extLst>
            <c:ext xmlns:c16="http://schemas.microsoft.com/office/drawing/2014/chart" uri="{C3380CC4-5D6E-409C-BE32-E72D297353CC}">
              <c16:uniqueId val="{00000001-658E-4DBD-9A00-3526E34463CA}"/>
            </c:ext>
          </c:extLst>
        </c:ser>
        <c:ser>
          <c:idx val="2"/>
          <c:order val="2"/>
          <c:tx>
            <c:strRef>
              <c:f>Лист1!$D$1</c:f>
              <c:strCache>
                <c:ptCount val="1"/>
                <c:pt idx="0">
                  <c:v>Ряд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Лист1!$A$5:$A$7</c:f>
              <c:numCache>
                <c:formatCode>General</c:formatCode>
                <c:ptCount val="3"/>
                <c:pt idx="0">
                  <c:v>2018</c:v>
                </c:pt>
                <c:pt idx="1">
                  <c:v>2019</c:v>
                </c:pt>
                <c:pt idx="2">
                  <c:v>2020</c:v>
                </c:pt>
              </c:numCache>
            </c:numRef>
          </c:cat>
          <c:val>
            <c:numRef>
              <c:f>Лист1!$D$5:$D$7</c:f>
              <c:numCache>
                <c:formatCode>0%</c:formatCode>
                <c:ptCount val="3"/>
                <c:pt idx="0">
                  <c:v>0.9</c:v>
                </c:pt>
                <c:pt idx="1">
                  <c:v>0.46</c:v>
                </c:pt>
                <c:pt idx="2">
                  <c:v>0.5</c:v>
                </c:pt>
              </c:numCache>
            </c:numRef>
          </c:val>
          <c:extLst>
            <c:ext xmlns:c16="http://schemas.microsoft.com/office/drawing/2014/chart" uri="{C3380CC4-5D6E-409C-BE32-E72D297353CC}">
              <c16:uniqueId val="{00000002-658E-4DBD-9A00-3526E34463CA}"/>
            </c:ext>
          </c:extLst>
        </c:ser>
        <c:dLbls>
          <c:dLblPos val="ctr"/>
          <c:showLegendKey val="0"/>
          <c:showVal val="1"/>
          <c:showCatName val="0"/>
          <c:showSerName val="0"/>
          <c:showPercent val="0"/>
          <c:showBubbleSize val="0"/>
        </c:dLbls>
        <c:gapWidth val="120"/>
        <c:overlap val="100"/>
        <c:axId val="631009583"/>
        <c:axId val="631012079"/>
      </c:barChart>
      <c:catAx>
        <c:axId val="631009583"/>
        <c:scaling>
          <c:orientation val="minMax"/>
        </c:scaling>
        <c:delete val="0"/>
        <c:axPos val="l"/>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b"/>
        <c:numFmt formatCode="0%" sourceLinked="1"/>
        <c:majorTickMark val="none"/>
        <c:minorTickMark val="none"/>
        <c:tickLblPos val="nextTo"/>
        <c:crossAx val="6310095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5524233116268E-3"/>
          <c:y val="3.8831961790700302E-2"/>
          <c:w val="0.99857044757668834"/>
          <c:h val="0.78476705688356152"/>
        </c:manualLayout>
      </c:layout>
      <c:barChart>
        <c:barDir val="bar"/>
        <c:grouping val="stacked"/>
        <c:varyColors val="0"/>
        <c:ser>
          <c:idx val="0"/>
          <c:order val="0"/>
          <c:tx>
            <c:strRef>
              <c:f>Лист1!$B$1</c:f>
              <c:strCache>
                <c:ptCount val="1"/>
                <c:pt idx="0">
                  <c:v>Ряд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Лист1!$A$5:$A$7</c:f>
              <c:numCache>
                <c:formatCode>General</c:formatCode>
                <c:ptCount val="3"/>
                <c:pt idx="0">
                  <c:v>2018</c:v>
                </c:pt>
                <c:pt idx="1">
                  <c:v>2019</c:v>
                </c:pt>
                <c:pt idx="2">
                  <c:v>2020</c:v>
                </c:pt>
              </c:numCache>
            </c:numRef>
          </c:cat>
          <c:val>
            <c:numRef>
              <c:f>Лист1!$B$5:$B$7</c:f>
              <c:numCache>
                <c:formatCode>0%</c:formatCode>
                <c:ptCount val="3"/>
                <c:pt idx="0">
                  <c:v>0.27</c:v>
                </c:pt>
                <c:pt idx="1">
                  <c:v>0.31</c:v>
                </c:pt>
                <c:pt idx="2">
                  <c:v>0.5</c:v>
                </c:pt>
              </c:numCache>
            </c:numRef>
          </c:val>
          <c:extLst>
            <c:ext xmlns:c16="http://schemas.microsoft.com/office/drawing/2014/chart" uri="{C3380CC4-5D6E-409C-BE32-E72D297353CC}">
              <c16:uniqueId val="{00000000-511F-473C-8305-CC5A465F7D20}"/>
            </c:ext>
          </c:extLst>
        </c:ser>
        <c:ser>
          <c:idx val="1"/>
          <c:order val="1"/>
          <c:tx>
            <c:strRef>
              <c:f>Лист1!$C$1</c:f>
              <c:strCache>
                <c:ptCount val="1"/>
                <c:pt idx="0">
                  <c:v>Ряд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Лист1!$A$5:$A$7</c:f>
              <c:numCache>
                <c:formatCode>General</c:formatCode>
                <c:ptCount val="3"/>
                <c:pt idx="0">
                  <c:v>2018</c:v>
                </c:pt>
                <c:pt idx="1">
                  <c:v>2019</c:v>
                </c:pt>
                <c:pt idx="2">
                  <c:v>2020</c:v>
                </c:pt>
              </c:numCache>
            </c:numRef>
          </c:cat>
          <c:val>
            <c:numRef>
              <c:f>Лист1!$C$5:$C$7</c:f>
              <c:numCache>
                <c:formatCode>0%</c:formatCode>
                <c:ptCount val="3"/>
                <c:pt idx="0">
                  <c:v>0.33</c:v>
                </c:pt>
                <c:pt idx="1">
                  <c:v>0.33</c:v>
                </c:pt>
                <c:pt idx="2">
                  <c:v>0.5</c:v>
                </c:pt>
              </c:numCache>
            </c:numRef>
          </c:val>
          <c:extLst>
            <c:ext xmlns:c16="http://schemas.microsoft.com/office/drawing/2014/chart" uri="{C3380CC4-5D6E-409C-BE32-E72D297353CC}">
              <c16:uniqueId val="{00000001-511F-473C-8305-CC5A465F7D20}"/>
            </c:ext>
          </c:extLst>
        </c:ser>
        <c:ser>
          <c:idx val="2"/>
          <c:order val="2"/>
          <c:tx>
            <c:strRef>
              <c:f>Лист1!$D$1</c:f>
              <c:strCache>
                <c:ptCount val="1"/>
                <c:pt idx="0">
                  <c:v>Ряд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Лист1!$A$5:$A$7</c:f>
              <c:numCache>
                <c:formatCode>General</c:formatCode>
                <c:ptCount val="3"/>
                <c:pt idx="0">
                  <c:v>2018</c:v>
                </c:pt>
                <c:pt idx="1">
                  <c:v>2019</c:v>
                </c:pt>
                <c:pt idx="2">
                  <c:v>2020</c:v>
                </c:pt>
              </c:numCache>
            </c:numRef>
          </c:cat>
          <c:val>
            <c:numRef>
              <c:f>Лист1!$D$5:$D$7</c:f>
              <c:numCache>
                <c:formatCode>0%</c:formatCode>
                <c:ptCount val="3"/>
                <c:pt idx="0">
                  <c:v>0.9</c:v>
                </c:pt>
                <c:pt idx="1">
                  <c:v>0.46</c:v>
                </c:pt>
                <c:pt idx="2">
                  <c:v>0.5</c:v>
                </c:pt>
              </c:numCache>
            </c:numRef>
          </c:val>
          <c:extLst>
            <c:ext xmlns:c16="http://schemas.microsoft.com/office/drawing/2014/chart" uri="{C3380CC4-5D6E-409C-BE32-E72D297353CC}">
              <c16:uniqueId val="{00000002-511F-473C-8305-CC5A465F7D20}"/>
            </c:ext>
          </c:extLst>
        </c:ser>
        <c:dLbls>
          <c:dLblPos val="ctr"/>
          <c:showLegendKey val="0"/>
          <c:showVal val="1"/>
          <c:showCatName val="0"/>
          <c:showSerName val="0"/>
          <c:showPercent val="0"/>
          <c:showBubbleSize val="0"/>
        </c:dLbls>
        <c:gapWidth val="120"/>
        <c:overlap val="100"/>
        <c:axId val="631009583"/>
        <c:axId val="631012079"/>
      </c:barChart>
      <c:catAx>
        <c:axId val="631009583"/>
        <c:scaling>
          <c:orientation val="minMax"/>
        </c:scaling>
        <c:delete val="0"/>
        <c:axPos val="l"/>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b"/>
        <c:numFmt formatCode="0%" sourceLinked="1"/>
        <c:majorTickMark val="none"/>
        <c:minorTickMark val="none"/>
        <c:tickLblPos val="nextTo"/>
        <c:crossAx val="6310095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295524233116268E-3"/>
          <c:y val="3.8831961790700302E-2"/>
          <c:w val="0.99857044757668834"/>
          <c:h val="0.78476705688356152"/>
        </c:manualLayout>
      </c:layout>
      <c:barChart>
        <c:barDir val="bar"/>
        <c:grouping val="stacked"/>
        <c:varyColors val="0"/>
        <c:ser>
          <c:idx val="0"/>
          <c:order val="0"/>
          <c:tx>
            <c:strRef>
              <c:f>Лист1!$B$1</c:f>
              <c:strCache>
                <c:ptCount val="1"/>
                <c:pt idx="0">
                  <c:v>Ряд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Лист1!$A$5:$A$7</c:f>
              <c:numCache>
                <c:formatCode>General</c:formatCode>
                <c:ptCount val="3"/>
                <c:pt idx="0">
                  <c:v>2018</c:v>
                </c:pt>
                <c:pt idx="1">
                  <c:v>2019</c:v>
                </c:pt>
                <c:pt idx="2">
                  <c:v>2020</c:v>
                </c:pt>
              </c:numCache>
            </c:numRef>
          </c:cat>
          <c:val>
            <c:numRef>
              <c:f>Лист1!$B$5:$B$7</c:f>
              <c:numCache>
                <c:formatCode>0%</c:formatCode>
                <c:ptCount val="3"/>
                <c:pt idx="0">
                  <c:v>0.27</c:v>
                </c:pt>
                <c:pt idx="1">
                  <c:v>0.31</c:v>
                </c:pt>
                <c:pt idx="2">
                  <c:v>0.5</c:v>
                </c:pt>
              </c:numCache>
            </c:numRef>
          </c:val>
          <c:extLst>
            <c:ext xmlns:c16="http://schemas.microsoft.com/office/drawing/2014/chart" uri="{C3380CC4-5D6E-409C-BE32-E72D297353CC}">
              <c16:uniqueId val="{00000000-DA27-4440-A06F-4B2249F19223}"/>
            </c:ext>
          </c:extLst>
        </c:ser>
        <c:ser>
          <c:idx val="1"/>
          <c:order val="1"/>
          <c:tx>
            <c:strRef>
              <c:f>Лист1!$C$1</c:f>
              <c:strCache>
                <c:ptCount val="1"/>
                <c:pt idx="0">
                  <c:v>Ряд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Лист1!$A$5:$A$7</c:f>
              <c:numCache>
                <c:formatCode>General</c:formatCode>
                <c:ptCount val="3"/>
                <c:pt idx="0">
                  <c:v>2018</c:v>
                </c:pt>
                <c:pt idx="1">
                  <c:v>2019</c:v>
                </c:pt>
                <c:pt idx="2">
                  <c:v>2020</c:v>
                </c:pt>
              </c:numCache>
            </c:numRef>
          </c:cat>
          <c:val>
            <c:numRef>
              <c:f>Лист1!$C$5:$C$7</c:f>
              <c:numCache>
                <c:formatCode>0%</c:formatCode>
                <c:ptCount val="3"/>
                <c:pt idx="0">
                  <c:v>0.33</c:v>
                </c:pt>
                <c:pt idx="1">
                  <c:v>0.33</c:v>
                </c:pt>
                <c:pt idx="2">
                  <c:v>0.5</c:v>
                </c:pt>
              </c:numCache>
            </c:numRef>
          </c:val>
          <c:extLst>
            <c:ext xmlns:c16="http://schemas.microsoft.com/office/drawing/2014/chart" uri="{C3380CC4-5D6E-409C-BE32-E72D297353CC}">
              <c16:uniqueId val="{00000001-DA27-4440-A06F-4B2249F19223}"/>
            </c:ext>
          </c:extLst>
        </c:ser>
        <c:ser>
          <c:idx val="2"/>
          <c:order val="2"/>
          <c:tx>
            <c:strRef>
              <c:f>Лист1!$D$1</c:f>
              <c:strCache>
                <c:ptCount val="1"/>
                <c:pt idx="0">
                  <c:v>Ряд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Лист1!$A$5:$A$7</c:f>
              <c:numCache>
                <c:formatCode>General</c:formatCode>
                <c:ptCount val="3"/>
                <c:pt idx="0">
                  <c:v>2018</c:v>
                </c:pt>
                <c:pt idx="1">
                  <c:v>2019</c:v>
                </c:pt>
                <c:pt idx="2">
                  <c:v>2020</c:v>
                </c:pt>
              </c:numCache>
            </c:numRef>
          </c:cat>
          <c:val>
            <c:numRef>
              <c:f>Лист1!$D$5:$D$7</c:f>
              <c:numCache>
                <c:formatCode>0%</c:formatCode>
                <c:ptCount val="3"/>
                <c:pt idx="0">
                  <c:v>0.9</c:v>
                </c:pt>
                <c:pt idx="1">
                  <c:v>0.46</c:v>
                </c:pt>
                <c:pt idx="2">
                  <c:v>0.5</c:v>
                </c:pt>
              </c:numCache>
            </c:numRef>
          </c:val>
          <c:extLst>
            <c:ext xmlns:c16="http://schemas.microsoft.com/office/drawing/2014/chart" uri="{C3380CC4-5D6E-409C-BE32-E72D297353CC}">
              <c16:uniqueId val="{00000002-DA27-4440-A06F-4B2249F19223}"/>
            </c:ext>
          </c:extLst>
        </c:ser>
        <c:dLbls>
          <c:dLblPos val="ctr"/>
          <c:showLegendKey val="0"/>
          <c:showVal val="1"/>
          <c:showCatName val="0"/>
          <c:showSerName val="0"/>
          <c:showPercent val="0"/>
          <c:showBubbleSize val="0"/>
        </c:dLbls>
        <c:gapWidth val="120"/>
        <c:overlap val="100"/>
        <c:axId val="631009583"/>
        <c:axId val="631012079"/>
      </c:barChart>
      <c:catAx>
        <c:axId val="631009583"/>
        <c:scaling>
          <c:orientation val="minMax"/>
        </c:scaling>
        <c:delete val="0"/>
        <c:axPos val="l"/>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b"/>
        <c:numFmt formatCode="0%" sourceLinked="1"/>
        <c:majorTickMark val="none"/>
        <c:minorTickMark val="none"/>
        <c:tickLblPos val="nextTo"/>
        <c:crossAx val="6310095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577913051814214E-3"/>
          <c:y val="3.6860009092026441E-2"/>
          <c:w val="0.99857044757668834"/>
          <c:h val="0.81823217182668229"/>
        </c:manualLayout>
      </c:layout>
      <c:lineChart>
        <c:grouping val="standard"/>
        <c:varyColors val="0"/>
        <c:ser>
          <c:idx val="0"/>
          <c:order val="0"/>
          <c:tx>
            <c:strRef>
              <c:f>Лист1!$B$1</c:f>
              <c:strCache>
                <c:ptCount val="1"/>
                <c:pt idx="0">
                  <c:v>Ряд 1</c:v>
                </c:pt>
              </c:strCache>
            </c:strRef>
          </c:tx>
          <c:spPr>
            <a:ln w="28575" cap="rnd">
              <a:solidFill>
                <a:schemeClr val="accent1"/>
              </a:solidFill>
              <a:round/>
            </a:ln>
            <a:effectLst/>
          </c:spPr>
          <c:marker>
            <c:symbol val="circle"/>
            <c:size val="7"/>
            <c:spPr>
              <a:solidFill>
                <a:schemeClr val="bg1"/>
              </a:solidFill>
              <a:ln w="222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2"/>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Лист1!$A$2:$A$17</c:f>
              <c:numCache>
                <c:formatCode>mmm\-yy</c:formatCode>
                <c:ptCount val="16"/>
                <c:pt idx="0">
                  <c:v>44621</c:v>
                </c:pt>
                <c:pt idx="1">
                  <c:v>44652</c:v>
                </c:pt>
                <c:pt idx="2">
                  <c:v>44682</c:v>
                </c:pt>
                <c:pt idx="3">
                  <c:v>44713</c:v>
                </c:pt>
                <c:pt idx="4">
                  <c:v>44743</c:v>
                </c:pt>
                <c:pt idx="5">
                  <c:v>44774</c:v>
                </c:pt>
                <c:pt idx="6">
                  <c:v>44805</c:v>
                </c:pt>
                <c:pt idx="7">
                  <c:v>44835</c:v>
                </c:pt>
                <c:pt idx="8">
                  <c:v>44866</c:v>
                </c:pt>
                <c:pt idx="9">
                  <c:v>44896</c:v>
                </c:pt>
                <c:pt idx="10">
                  <c:v>44927</c:v>
                </c:pt>
                <c:pt idx="11">
                  <c:v>44958</c:v>
                </c:pt>
                <c:pt idx="12">
                  <c:v>44986</c:v>
                </c:pt>
                <c:pt idx="13">
                  <c:v>45017</c:v>
                </c:pt>
                <c:pt idx="14">
                  <c:v>45047</c:v>
                </c:pt>
                <c:pt idx="15">
                  <c:v>45078</c:v>
                </c:pt>
              </c:numCache>
            </c:numRef>
          </c:cat>
          <c:val>
            <c:numRef>
              <c:f>Лист1!$B$2:$B$17</c:f>
              <c:numCache>
                <c:formatCode>0</c:formatCode>
                <c:ptCount val="16"/>
                <c:pt idx="0">
                  <c:v>6</c:v>
                </c:pt>
                <c:pt idx="1">
                  <c:v>8</c:v>
                </c:pt>
                <c:pt idx="2">
                  <c:v>12</c:v>
                </c:pt>
                <c:pt idx="3">
                  <c:v>13</c:v>
                </c:pt>
                <c:pt idx="4">
                  <c:v>14</c:v>
                </c:pt>
                <c:pt idx="5">
                  <c:v>16</c:v>
                </c:pt>
                <c:pt idx="6">
                  <c:v>18</c:v>
                </c:pt>
                <c:pt idx="7">
                  <c:v>5.4</c:v>
                </c:pt>
                <c:pt idx="8">
                  <c:v>5.6</c:v>
                </c:pt>
                <c:pt idx="9">
                  <c:v>6</c:v>
                </c:pt>
                <c:pt idx="10">
                  <c:v>8</c:v>
                </c:pt>
                <c:pt idx="11">
                  <c:v>13</c:v>
                </c:pt>
                <c:pt idx="12">
                  <c:v>25</c:v>
                </c:pt>
                <c:pt idx="13">
                  <c:v>31</c:v>
                </c:pt>
                <c:pt idx="14">
                  <c:v>36</c:v>
                </c:pt>
                <c:pt idx="15">
                  <c:v>44</c:v>
                </c:pt>
              </c:numCache>
            </c:numRef>
          </c:val>
          <c:smooth val="0"/>
          <c:extLst>
            <c:ext xmlns:c16="http://schemas.microsoft.com/office/drawing/2014/chart" uri="{C3380CC4-5D6E-409C-BE32-E72D297353CC}">
              <c16:uniqueId val="{00000000-9321-4886-A4E8-245DC5E4FE76}"/>
            </c:ext>
          </c:extLst>
        </c:ser>
        <c:ser>
          <c:idx val="1"/>
          <c:order val="1"/>
          <c:tx>
            <c:strRef>
              <c:f>Лист1!$C$1</c:f>
              <c:strCache>
                <c:ptCount val="1"/>
                <c:pt idx="0">
                  <c:v>Ряд 2</c:v>
                </c:pt>
              </c:strCache>
            </c:strRef>
          </c:tx>
          <c:spPr>
            <a:ln w="28575" cap="rnd">
              <a:solidFill>
                <a:schemeClr val="accent2"/>
              </a:solidFill>
              <a:round/>
            </a:ln>
            <a:effectLst/>
          </c:spPr>
          <c:marker>
            <c:symbol val="circle"/>
            <c:size val="7"/>
            <c:spPr>
              <a:solidFill>
                <a:schemeClr val="bg1"/>
              </a:solidFill>
              <a:ln w="222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Лист1!$A$2:$A$17</c:f>
              <c:numCache>
                <c:formatCode>mmm\-yy</c:formatCode>
                <c:ptCount val="16"/>
                <c:pt idx="0">
                  <c:v>44621</c:v>
                </c:pt>
                <c:pt idx="1">
                  <c:v>44652</c:v>
                </c:pt>
                <c:pt idx="2">
                  <c:v>44682</c:v>
                </c:pt>
                <c:pt idx="3">
                  <c:v>44713</c:v>
                </c:pt>
                <c:pt idx="4">
                  <c:v>44743</c:v>
                </c:pt>
                <c:pt idx="5">
                  <c:v>44774</c:v>
                </c:pt>
                <c:pt idx="6">
                  <c:v>44805</c:v>
                </c:pt>
                <c:pt idx="7">
                  <c:v>44835</c:v>
                </c:pt>
                <c:pt idx="8">
                  <c:v>44866</c:v>
                </c:pt>
                <c:pt idx="9">
                  <c:v>44896</c:v>
                </c:pt>
                <c:pt idx="10">
                  <c:v>44927</c:v>
                </c:pt>
                <c:pt idx="11">
                  <c:v>44958</c:v>
                </c:pt>
                <c:pt idx="12">
                  <c:v>44986</c:v>
                </c:pt>
                <c:pt idx="13">
                  <c:v>45017</c:v>
                </c:pt>
                <c:pt idx="14">
                  <c:v>45047</c:v>
                </c:pt>
                <c:pt idx="15">
                  <c:v>45078</c:v>
                </c:pt>
              </c:numCache>
            </c:numRef>
          </c:cat>
          <c:val>
            <c:numRef>
              <c:f>Лист1!$C$2:$C$17</c:f>
              <c:numCache>
                <c:formatCode>0</c:formatCode>
                <c:ptCount val="16"/>
                <c:pt idx="0">
                  <c:v>12</c:v>
                </c:pt>
                <c:pt idx="1">
                  <c:v>8</c:v>
                </c:pt>
                <c:pt idx="2">
                  <c:v>6</c:v>
                </c:pt>
                <c:pt idx="3">
                  <c:v>7</c:v>
                </c:pt>
                <c:pt idx="4">
                  <c:v>7</c:v>
                </c:pt>
                <c:pt idx="5">
                  <c:v>8</c:v>
                </c:pt>
                <c:pt idx="6">
                  <c:v>9</c:v>
                </c:pt>
                <c:pt idx="7">
                  <c:v>11</c:v>
                </c:pt>
                <c:pt idx="8">
                  <c:v>8</c:v>
                </c:pt>
                <c:pt idx="9">
                  <c:v>7</c:v>
                </c:pt>
                <c:pt idx="10">
                  <c:v>13</c:v>
                </c:pt>
                <c:pt idx="11">
                  <c:v>16</c:v>
                </c:pt>
                <c:pt idx="12">
                  <c:v>17</c:v>
                </c:pt>
                <c:pt idx="13">
                  <c:v>23</c:v>
                </c:pt>
                <c:pt idx="14">
                  <c:v>33</c:v>
                </c:pt>
                <c:pt idx="15">
                  <c:v>37</c:v>
                </c:pt>
              </c:numCache>
            </c:numRef>
          </c:val>
          <c:smooth val="0"/>
          <c:extLst>
            <c:ext xmlns:c16="http://schemas.microsoft.com/office/drawing/2014/chart" uri="{C3380CC4-5D6E-409C-BE32-E72D297353CC}">
              <c16:uniqueId val="{00000001-9321-4886-A4E8-245DC5E4FE76}"/>
            </c:ext>
          </c:extLst>
        </c:ser>
        <c:ser>
          <c:idx val="2"/>
          <c:order val="2"/>
          <c:tx>
            <c:strRef>
              <c:f>Лист1!$D$1</c:f>
              <c:strCache>
                <c:ptCount val="1"/>
                <c:pt idx="0">
                  <c:v>Ряд 3</c:v>
                </c:pt>
              </c:strCache>
            </c:strRef>
          </c:tx>
          <c:spPr>
            <a:ln w="28575" cap="rnd">
              <a:solidFill>
                <a:schemeClr val="accent3"/>
              </a:solidFill>
              <a:round/>
            </a:ln>
            <a:effectLst/>
          </c:spPr>
          <c:marker>
            <c:symbol val="circle"/>
            <c:size val="7"/>
            <c:spPr>
              <a:solidFill>
                <a:schemeClr val="bg1"/>
              </a:solidFill>
              <a:ln w="222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Лист1!$A$2:$A$17</c:f>
              <c:numCache>
                <c:formatCode>mmm\-yy</c:formatCode>
                <c:ptCount val="16"/>
                <c:pt idx="0">
                  <c:v>44621</c:v>
                </c:pt>
                <c:pt idx="1">
                  <c:v>44652</c:v>
                </c:pt>
                <c:pt idx="2">
                  <c:v>44682</c:v>
                </c:pt>
                <c:pt idx="3">
                  <c:v>44713</c:v>
                </c:pt>
                <c:pt idx="4">
                  <c:v>44743</c:v>
                </c:pt>
                <c:pt idx="5">
                  <c:v>44774</c:v>
                </c:pt>
                <c:pt idx="6">
                  <c:v>44805</c:v>
                </c:pt>
                <c:pt idx="7">
                  <c:v>44835</c:v>
                </c:pt>
                <c:pt idx="8">
                  <c:v>44866</c:v>
                </c:pt>
                <c:pt idx="9">
                  <c:v>44896</c:v>
                </c:pt>
                <c:pt idx="10">
                  <c:v>44927</c:v>
                </c:pt>
                <c:pt idx="11">
                  <c:v>44958</c:v>
                </c:pt>
                <c:pt idx="12">
                  <c:v>44986</c:v>
                </c:pt>
                <c:pt idx="13">
                  <c:v>45017</c:v>
                </c:pt>
                <c:pt idx="14">
                  <c:v>45047</c:v>
                </c:pt>
                <c:pt idx="15">
                  <c:v>45078</c:v>
                </c:pt>
              </c:numCache>
            </c:numRef>
          </c:cat>
          <c:val>
            <c:numRef>
              <c:f>Лист1!$D$2:$D$17</c:f>
              <c:numCache>
                <c:formatCode>0</c:formatCode>
                <c:ptCount val="16"/>
                <c:pt idx="0">
                  <c:v>3</c:v>
                </c:pt>
                <c:pt idx="1">
                  <c:v>4</c:v>
                </c:pt>
                <c:pt idx="2">
                  <c:v>6</c:v>
                </c:pt>
                <c:pt idx="3">
                  <c:v>7</c:v>
                </c:pt>
                <c:pt idx="4">
                  <c:v>8</c:v>
                </c:pt>
                <c:pt idx="5">
                  <c:v>9</c:v>
                </c:pt>
                <c:pt idx="6">
                  <c:v>11</c:v>
                </c:pt>
                <c:pt idx="7">
                  <c:v>15</c:v>
                </c:pt>
                <c:pt idx="8">
                  <c:v>18</c:v>
                </c:pt>
                <c:pt idx="9">
                  <c:v>21</c:v>
                </c:pt>
                <c:pt idx="10">
                  <c:v>24</c:v>
                </c:pt>
                <c:pt idx="11">
                  <c:v>34</c:v>
                </c:pt>
                <c:pt idx="12">
                  <c:v>36</c:v>
                </c:pt>
                <c:pt idx="13">
                  <c:v>34</c:v>
                </c:pt>
                <c:pt idx="14">
                  <c:v>23</c:v>
                </c:pt>
                <c:pt idx="15">
                  <c:v>32</c:v>
                </c:pt>
              </c:numCache>
            </c:numRef>
          </c:val>
          <c:smooth val="0"/>
          <c:extLst>
            <c:ext xmlns:c16="http://schemas.microsoft.com/office/drawing/2014/chart" uri="{C3380CC4-5D6E-409C-BE32-E72D297353CC}">
              <c16:uniqueId val="{00000002-9321-4886-A4E8-245DC5E4FE76}"/>
            </c:ext>
          </c:extLst>
        </c:ser>
        <c:dLbls>
          <c:dLblPos val="ctr"/>
          <c:showLegendKey val="0"/>
          <c:showVal val="1"/>
          <c:showCatName val="0"/>
          <c:showSerName val="0"/>
          <c:showPercent val="0"/>
          <c:showBubbleSize val="0"/>
        </c:dLbls>
        <c:marker val="1"/>
        <c:smooth val="0"/>
        <c:axId val="631009583"/>
        <c:axId val="631012079"/>
      </c:lineChart>
      <c:dateAx>
        <c:axId val="631009583"/>
        <c:scaling>
          <c:orientation val="minMax"/>
        </c:scaling>
        <c:delete val="0"/>
        <c:axPos val="b"/>
        <c:numFmt formatCode="mmm\-yy"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631012079"/>
        <c:crosses val="autoZero"/>
        <c:auto val="1"/>
        <c:lblOffset val="100"/>
        <c:baseTimeUnit val="months"/>
      </c:date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legend>
      <c:legendPos val="b"/>
      <c:layout>
        <c:manualLayout>
          <c:xMode val="edge"/>
          <c:yMode val="edge"/>
          <c:x val="0"/>
          <c:y val="0.94311391235411168"/>
          <c:w val="0.2208893338080733"/>
          <c:h val="4.5699970665537999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57200978769353"/>
          <c:y val="9.1236522699310943E-2"/>
          <c:w val="0.55673571647661002"/>
          <c:h val="0.70584825117221883"/>
        </c:manualLayout>
      </c:layout>
      <c:doughnutChart>
        <c:varyColors val="1"/>
        <c:ser>
          <c:idx val="0"/>
          <c:order val="0"/>
          <c:tx>
            <c:strRef>
              <c:f>Лист1!$B$1</c:f>
              <c:strCache>
                <c:ptCount val="1"/>
                <c:pt idx="0">
                  <c:v>Продажи</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3C6A-4AAA-B0B2-A1992A9A8F74}"/>
              </c:ext>
            </c:extLst>
          </c:dPt>
          <c:dPt>
            <c:idx val="1"/>
            <c:bubble3D val="0"/>
            <c:spPr>
              <a:solidFill>
                <a:schemeClr val="accent2"/>
              </a:solidFill>
              <a:ln w="19050">
                <a:noFill/>
              </a:ln>
              <a:effectLst/>
            </c:spPr>
            <c:extLst>
              <c:ext xmlns:c16="http://schemas.microsoft.com/office/drawing/2014/chart" uri="{C3380CC4-5D6E-409C-BE32-E72D297353CC}">
                <c16:uniqueId val="{00000003-3C6A-4AAA-B0B2-A1992A9A8F74}"/>
              </c:ext>
            </c:extLst>
          </c:dPt>
          <c:dPt>
            <c:idx val="2"/>
            <c:bubble3D val="0"/>
            <c:spPr>
              <a:solidFill>
                <a:schemeClr val="accent3"/>
              </a:solidFill>
              <a:ln w="19050">
                <a:noFill/>
              </a:ln>
              <a:effectLst/>
            </c:spPr>
            <c:extLst>
              <c:ext xmlns:c16="http://schemas.microsoft.com/office/drawing/2014/chart" uri="{C3380CC4-5D6E-409C-BE32-E72D297353CC}">
                <c16:uniqueId val="{00000005-3C6A-4AAA-B0B2-A1992A9A8F74}"/>
              </c:ext>
            </c:extLst>
          </c:dPt>
          <c:dPt>
            <c:idx val="3"/>
            <c:bubble3D val="0"/>
            <c:spPr>
              <a:solidFill>
                <a:schemeClr val="accent4"/>
              </a:solidFill>
              <a:ln w="19050">
                <a:noFill/>
              </a:ln>
              <a:effectLst/>
            </c:spPr>
            <c:extLst>
              <c:ext xmlns:c16="http://schemas.microsoft.com/office/drawing/2014/chart" uri="{C3380CC4-5D6E-409C-BE32-E72D297353CC}">
                <c16:uniqueId val="{00000007-3C6A-4AAA-B0B2-A1992A9A8F74}"/>
              </c:ext>
            </c:extLst>
          </c:dPt>
          <c:dPt>
            <c:idx val="4"/>
            <c:bubble3D val="0"/>
            <c:spPr>
              <a:solidFill>
                <a:schemeClr val="accent5"/>
              </a:solidFill>
              <a:ln w="19050">
                <a:noFill/>
              </a:ln>
              <a:effectLst/>
            </c:spPr>
            <c:extLst>
              <c:ext xmlns:c16="http://schemas.microsoft.com/office/drawing/2014/chart" uri="{C3380CC4-5D6E-409C-BE32-E72D297353CC}">
                <c16:uniqueId val="{00000009-3C6A-4AAA-B0B2-A1992A9A8F74}"/>
              </c:ext>
            </c:extLst>
          </c:dPt>
          <c:dLbls>
            <c:dLbl>
              <c:idx val="0"/>
              <c:layout>
                <c:manualLayout>
                  <c:x val="0.12780502377620889"/>
                  <c:y val="-3.0901152332142943E-2"/>
                </c:manualLayout>
              </c:layout>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6486839750281607"/>
                      <c:h val="6.3475065280263324E-2"/>
                    </c:manualLayout>
                  </c15:layout>
                </c:ext>
                <c:ext xmlns:c16="http://schemas.microsoft.com/office/drawing/2014/chart" uri="{C3380CC4-5D6E-409C-BE32-E72D297353CC}">
                  <c16:uniqueId val="{00000001-3C6A-4AAA-B0B2-A1992A9A8F74}"/>
                </c:ext>
              </c:extLst>
            </c:dLbl>
            <c:dLbl>
              <c:idx val="1"/>
              <c:layout>
                <c:manualLayout>
                  <c:x val="0.2091354934519781"/>
                  <c:y val="-8.8203747810460253E-3"/>
                </c:manualLayout>
              </c:layout>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8388071508935955"/>
                      <c:h val="6.3475065280263324E-2"/>
                    </c:manualLayout>
                  </c15:layout>
                </c:ext>
                <c:ext xmlns:c16="http://schemas.microsoft.com/office/drawing/2014/chart" uri="{C3380CC4-5D6E-409C-BE32-E72D297353CC}">
                  <c16:uniqueId val="{00000003-3C6A-4AAA-B0B2-A1992A9A8F74}"/>
                </c:ext>
              </c:extLst>
            </c:dLbl>
            <c:dLbl>
              <c:idx val="2"/>
              <c:layout>
                <c:manualLayout>
                  <c:x val="-0.10276024044495204"/>
                  <c:y val="9.2632387867888188E-2"/>
                </c:manualLayout>
              </c:layout>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1598926965177378"/>
                      <c:h val="6.3475065280263324E-2"/>
                    </c:manualLayout>
                  </c15:layout>
                </c:ext>
                <c:ext xmlns:c16="http://schemas.microsoft.com/office/drawing/2014/chart" uri="{C3380CC4-5D6E-409C-BE32-E72D297353CC}">
                  <c16:uniqueId val="{00000005-3C6A-4AAA-B0B2-A1992A9A8F74}"/>
                </c:ext>
              </c:extLst>
            </c:dLbl>
            <c:dLbl>
              <c:idx val="3"/>
              <c:layout>
                <c:manualLayout>
                  <c:x val="-0.10510786543638671"/>
                  <c:y val="-2.7175400718114529E-2"/>
                </c:manualLayout>
              </c:layout>
              <c:showLegendKey val="0"/>
              <c:showVal val="1"/>
              <c:showCatName val="0"/>
              <c:showSerName val="0"/>
              <c:showPercent val="0"/>
              <c:showBubbleSize val="0"/>
              <c:extLst>
                <c:ext xmlns:c15="http://schemas.microsoft.com/office/drawing/2012/chart" uri="{CE6537A1-D6FC-4f65-9D91-7224C49458BB}">
                  <c15:layout>
                    <c:manualLayout>
                      <c:w val="0.11381109805835923"/>
                      <c:h val="4.5008479791271865E-2"/>
                    </c:manualLayout>
                  </c15:layout>
                </c:ext>
                <c:ext xmlns:c16="http://schemas.microsoft.com/office/drawing/2014/chart" uri="{C3380CC4-5D6E-409C-BE32-E72D297353CC}">
                  <c16:uniqueId val="{00000007-3C6A-4AAA-B0B2-A1992A9A8F74}"/>
                </c:ext>
              </c:extLst>
            </c:dLbl>
            <c:dLbl>
              <c:idx val="4"/>
              <c:layout>
                <c:manualLayout>
                  <c:x val="-3.5395968519006886E-2"/>
                  <c:y val="-8.151766120566141E-2"/>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8.6440786613351583E-2"/>
                      <c:h val="3.9651934198000692E-2"/>
                    </c:manualLayout>
                  </c15:layout>
                </c:ext>
                <c:ext xmlns:c16="http://schemas.microsoft.com/office/drawing/2014/chart" uri="{C3380CC4-5D6E-409C-BE32-E72D297353CC}">
                  <c16:uniqueId val="{00000009-3C6A-4AAA-B0B2-A1992A9A8F74}"/>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extLst>
          </c:dLbls>
          <c:cat>
            <c:strRef>
              <c:f>Лист1!$A$2:$A$6</c:f>
              <c:strCache>
                <c:ptCount val="5"/>
                <c:pt idx="0">
                  <c:v>Категория 1 (название)</c:v>
                </c:pt>
                <c:pt idx="1">
                  <c:v>Категория 2 (название)</c:v>
                </c:pt>
                <c:pt idx="2">
                  <c:v>Категория 3 (название)</c:v>
                </c:pt>
                <c:pt idx="3">
                  <c:v>Категория 4 (название)</c:v>
                </c:pt>
                <c:pt idx="4">
                  <c:v>Категория 5 (название)</c:v>
                </c:pt>
              </c:strCache>
            </c:strRef>
          </c:cat>
          <c:val>
            <c:numRef>
              <c:f>Лист1!$B$2:$B$6</c:f>
              <c:numCache>
                <c:formatCode>0.00%</c:formatCode>
                <c:ptCount val="5"/>
                <c:pt idx="0">
                  <c:v>0.28100000000000003</c:v>
                </c:pt>
                <c:pt idx="1">
                  <c:v>0.26600000000000001</c:v>
                </c:pt>
                <c:pt idx="2">
                  <c:v>0.20300000000000001</c:v>
                </c:pt>
                <c:pt idx="3">
                  <c:v>0.125</c:v>
                </c:pt>
                <c:pt idx="4">
                  <c:v>4.2999999999999997E-2</c:v>
                </c:pt>
              </c:numCache>
            </c:numRef>
          </c:val>
          <c:extLst>
            <c:ext xmlns:c16="http://schemas.microsoft.com/office/drawing/2014/chart" uri="{C3380CC4-5D6E-409C-BE32-E72D297353CC}">
              <c16:uniqueId val="{0000000E-3C6A-4AAA-B0B2-A1992A9A8F74}"/>
            </c:ext>
          </c:extLst>
        </c:ser>
        <c:dLbls>
          <c:showLegendKey val="0"/>
          <c:showVal val="1"/>
          <c:showCatName val="0"/>
          <c:showSerName val="0"/>
          <c:showPercent val="0"/>
          <c:showBubbleSize val="0"/>
          <c:showLeaderLines val="0"/>
        </c:dLbls>
        <c:firstSliceAng val="0"/>
        <c:holeSize val="75"/>
      </c:doughnutChart>
      <c:spPr>
        <a:noFill/>
        <a:ln>
          <a:noFill/>
        </a:ln>
        <a:effectLst/>
      </c:spPr>
    </c:plotArea>
    <c:legend>
      <c:legendPos val="b"/>
      <c:layout>
        <c:manualLayout>
          <c:xMode val="edge"/>
          <c:yMode val="edge"/>
          <c:x val="6.1131937136632043E-2"/>
          <c:y val="0.85195435885734339"/>
          <c:w val="0.87257289385770731"/>
          <c:h val="0.1044077200053481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279500557562369E-3"/>
          <c:y val="3.0980219008193903E-3"/>
          <c:w val="0.99767204994424374"/>
          <c:h val="0.82641173442878091"/>
        </c:manualLayout>
      </c:layout>
      <c:barChart>
        <c:barDir val="col"/>
        <c:grouping val="stack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Лист1!$A$2:$A$11</c:f>
              <c:strCache>
                <c:ptCount val="10"/>
                <c:pt idx="0">
                  <c:v>2015</c:v>
                </c:pt>
                <c:pt idx="1">
                  <c:v>2016</c:v>
                </c:pt>
                <c:pt idx="2">
                  <c:v>2017</c:v>
                </c:pt>
                <c:pt idx="3">
                  <c:v>2018</c:v>
                </c:pt>
                <c:pt idx="4">
                  <c:v>2019</c:v>
                </c:pt>
                <c:pt idx="5">
                  <c:v>2020</c:v>
                </c:pt>
                <c:pt idx="6">
                  <c:v>2021</c:v>
                </c:pt>
                <c:pt idx="7">
                  <c:v>2022</c:v>
                </c:pt>
                <c:pt idx="8">
                  <c:v>2023П</c:v>
                </c:pt>
                <c:pt idx="9">
                  <c:v>2024П</c:v>
                </c:pt>
              </c:strCache>
            </c:strRef>
          </c:cat>
          <c:val>
            <c:numRef>
              <c:f>Лист1!$B$2:$B$11</c:f>
              <c:numCache>
                <c:formatCode>General</c:formatCode>
                <c:ptCount val="10"/>
                <c:pt idx="0">
                  <c:v>4.3</c:v>
                </c:pt>
                <c:pt idx="1">
                  <c:v>2.5</c:v>
                </c:pt>
                <c:pt idx="2">
                  <c:v>3.5</c:v>
                </c:pt>
                <c:pt idx="3">
                  <c:v>4.5</c:v>
                </c:pt>
                <c:pt idx="4">
                  <c:v>4.7</c:v>
                </c:pt>
                <c:pt idx="5">
                  <c:v>4.9000000000000004</c:v>
                </c:pt>
                <c:pt idx="6">
                  <c:v>5</c:v>
                </c:pt>
                <c:pt idx="7">
                  <c:v>5.4</c:v>
                </c:pt>
                <c:pt idx="8">
                  <c:v>5.6</c:v>
                </c:pt>
                <c:pt idx="9">
                  <c:v>6.1</c:v>
                </c:pt>
              </c:numCache>
            </c:numRef>
          </c:val>
          <c:extLst>
            <c:ext xmlns:c16="http://schemas.microsoft.com/office/drawing/2014/chart" uri="{C3380CC4-5D6E-409C-BE32-E72D297353CC}">
              <c16:uniqueId val="{00000000-52CF-4E1D-B973-1004651C86AE}"/>
            </c:ext>
          </c:extLst>
        </c:ser>
        <c:ser>
          <c:idx val="1"/>
          <c:order val="1"/>
          <c:tx>
            <c:strRef>
              <c:f>Лист1!$C$1</c:f>
              <c:strCache>
                <c:ptCount val="1"/>
                <c:pt idx="0">
                  <c:v>Параметр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Лист1!$A$2:$A$11</c:f>
              <c:strCache>
                <c:ptCount val="10"/>
                <c:pt idx="0">
                  <c:v>2015</c:v>
                </c:pt>
                <c:pt idx="1">
                  <c:v>2016</c:v>
                </c:pt>
                <c:pt idx="2">
                  <c:v>2017</c:v>
                </c:pt>
                <c:pt idx="3">
                  <c:v>2018</c:v>
                </c:pt>
                <c:pt idx="4">
                  <c:v>2019</c:v>
                </c:pt>
                <c:pt idx="5">
                  <c:v>2020</c:v>
                </c:pt>
                <c:pt idx="6">
                  <c:v>2021</c:v>
                </c:pt>
                <c:pt idx="7">
                  <c:v>2022</c:v>
                </c:pt>
                <c:pt idx="8">
                  <c:v>2023П</c:v>
                </c:pt>
                <c:pt idx="9">
                  <c:v>2024П</c:v>
                </c:pt>
              </c:strCache>
            </c:strRef>
          </c:cat>
          <c:val>
            <c:numRef>
              <c:f>Лист1!$C$2:$C$11</c:f>
              <c:numCache>
                <c:formatCode>General</c:formatCode>
                <c:ptCount val="10"/>
                <c:pt idx="0">
                  <c:v>2.4</c:v>
                </c:pt>
                <c:pt idx="1">
                  <c:v>4.4000000000000004</c:v>
                </c:pt>
                <c:pt idx="2">
                  <c:v>1.8</c:v>
                </c:pt>
                <c:pt idx="3">
                  <c:v>2.8</c:v>
                </c:pt>
                <c:pt idx="4">
                  <c:v>3.5</c:v>
                </c:pt>
                <c:pt idx="5">
                  <c:v>4.0999999999999996</c:v>
                </c:pt>
                <c:pt idx="6">
                  <c:v>2.5</c:v>
                </c:pt>
                <c:pt idx="7">
                  <c:v>3.2</c:v>
                </c:pt>
                <c:pt idx="8">
                  <c:v>3.3</c:v>
                </c:pt>
                <c:pt idx="9">
                  <c:v>3.1</c:v>
                </c:pt>
              </c:numCache>
            </c:numRef>
          </c:val>
          <c:extLst>
            <c:ext xmlns:c16="http://schemas.microsoft.com/office/drawing/2014/chart" uri="{C3380CC4-5D6E-409C-BE32-E72D297353CC}">
              <c16:uniqueId val="{00000001-52CF-4E1D-B973-1004651C86AE}"/>
            </c:ext>
          </c:extLst>
        </c:ser>
        <c:ser>
          <c:idx val="2"/>
          <c:order val="2"/>
          <c:tx>
            <c:strRef>
              <c:f>Лист1!$D$1</c:f>
              <c:strCache>
                <c:ptCount val="1"/>
                <c:pt idx="0">
                  <c:v>Параметр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Лист1!$A$2:$A$11</c:f>
              <c:strCache>
                <c:ptCount val="10"/>
                <c:pt idx="0">
                  <c:v>2015</c:v>
                </c:pt>
                <c:pt idx="1">
                  <c:v>2016</c:v>
                </c:pt>
                <c:pt idx="2">
                  <c:v>2017</c:v>
                </c:pt>
                <c:pt idx="3">
                  <c:v>2018</c:v>
                </c:pt>
                <c:pt idx="4">
                  <c:v>2019</c:v>
                </c:pt>
                <c:pt idx="5">
                  <c:v>2020</c:v>
                </c:pt>
                <c:pt idx="6">
                  <c:v>2021</c:v>
                </c:pt>
                <c:pt idx="7">
                  <c:v>2022</c:v>
                </c:pt>
                <c:pt idx="8">
                  <c:v>2023П</c:v>
                </c:pt>
                <c:pt idx="9">
                  <c:v>2024П</c:v>
                </c:pt>
              </c:strCache>
            </c:strRef>
          </c:cat>
          <c:val>
            <c:numRef>
              <c:f>Лист1!$D$2:$D$11</c:f>
              <c:numCache>
                <c:formatCode>General</c:formatCode>
                <c:ptCount val="10"/>
                <c:pt idx="0">
                  <c:v>2</c:v>
                </c:pt>
                <c:pt idx="1">
                  <c:v>2</c:v>
                </c:pt>
                <c:pt idx="2">
                  <c:v>3</c:v>
                </c:pt>
                <c:pt idx="3">
                  <c:v>5</c:v>
                </c:pt>
                <c:pt idx="4">
                  <c:v>6</c:v>
                </c:pt>
                <c:pt idx="5">
                  <c:v>4</c:v>
                </c:pt>
                <c:pt idx="6">
                  <c:v>7</c:v>
                </c:pt>
                <c:pt idx="7">
                  <c:v>9</c:v>
                </c:pt>
                <c:pt idx="8">
                  <c:v>11</c:v>
                </c:pt>
                <c:pt idx="9">
                  <c:v>13</c:v>
                </c:pt>
              </c:numCache>
            </c:numRef>
          </c:val>
          <c:extLst>
            <c:ext xmlns:c16="http://schemas.microsoft.com/office/drawing/2014/chart" uri="{C3380CC4-5D6E-409C-BE32-E72D297353CC}">
              <c16:uniqueId val="{00000002-52CF-4E1D-B973-1004651C86AE}"/>
            </c:ext>
          </c:extLst>
        </c:ser>
        <c:ser>
          <c:idx val="3"/>
          <c:order val="3"/>
          <c:tx>
            <c:strRef>
              <c:f>Лист1!$E$1</c:f>
              <c:strCache>
                <c:ptCount val="1"/>
                <c:pt idx="0">
                  <c:v>Параметр 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Лист1!$A$2:$A$11</c:f>
              <c:strCache>
                <c:ptCount val="10"/>
                <c:pt idx="0">
                  <c:v>2015</c:v>
                </c:pt>
                <c:pt idx="1">
                  <c:v>2016</c:v>
                </c:pt>
                <c:pt idx="2">
                  <c:v>2017</c:v>
                </c:pt>
                <c:pt idx="3">
                  <c:v>2018</c:v>
                </c:pt>
                <c:pt idx="4">
                  <c:v>2019</c:v>
                </c:pt>
                <c:pt idx="5">
                  <c:v>2020</c:v>
                </c:pt>
                <c:pt idx="6">
                  <c:v>2021</c:v>
                </c:pt>
                <c:pt idx="7">
                  <c:v>2022</c:v>
                </c:pt>
                <c:pt idx="8">
                  <c:v>2023П</c:v>
                </c:pt>
                <c:pt idx="9">
                  <c:v>2024П</c:v>
                </c:pt>
              </c:strCache>
            </c:strRef>
          </c:cat>
          <c:val>
            <c:numRef>
              <c:f>Лист1!$E$2:$E$11</c:f>
              <c:numCache>
                <c:formatCode>General</c:formatCode>
                <c:ptCount val="10"/>
                <c:pt idx="0">
                  <c:v>1.6</c:v>
                </c:pt>
                <c:pt idx="1">
                  <c:v>1.9</c:v>
                </c:pt>
                <c:pt idx="2">
                  <c:v>2.2000000000000002</c:v>
                </c:pt>
                <c:pt idx="3">
                  <c:v>2.5</c:v>
                </c:pt>
                <c:pt idx="4">
                  <c:v>2.7</c:v>
                </c:pt>
                <c:pt idx="5">
                  <c:v>3.1</c:v>
                </c:pt>
                <c:pt idx="6">
                  <c:v>3.2</c:v>
                </c:pt>
                <c:pt idx="7">
                  <c:v>3.5</c:v>
                </c:pt>
                <c:pt idx="8">
                  <c:v>3.8</c:v>
                </c:pt>
                <c:pt idx="9">
                  <c:v>4.0999999999999996</c:v>
                </c:pt>
              </c:numCache>
            </c:numRef>
          </c:val>
          <c:extLst>
            <c:ext xmlns:c16="http://schemas.microsoft.com/office/drawing/2014/chart" uri="{C3380CC4-5D6E-409C-BE32-E72D297353CC}">
              <c16:uniqueId val="{00000003-52CF-4E1D-B973-1004651C86AE}"/>
            </c:ext>
          </c:extLst>
        </c:ser>
        <c:ser>
          <c:idx val="4"/>
          <c:order val="4"/>
          <c:tx>
            <c:strRef>
              <c:f>Лист1!$F$1</c:f>
              <c:strCache>
                <c:ptCount val="1"/>
                <c:pt idx="0">
                  <c:v>Параметр 5</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Лист1!$A$2:$A$11</c:f>
              <c:strCache>
                <c:ptCount val="10"/>
                <c:pt idx="0">
                  <c:v>2015</c:v>
                </c:pt>
                <c:pt idx="1">
                  <c:v>2016</c:v>
                </c:pt>
                <c:pt idx="2">
                  <c:v>2017</c:v>
                </c:pt>
                <c:pt idx="3">
                  <c:v>2018</c:v>
                </c:pt>
                <c:pt idx="4">
                  <c:v>2019</c:v>
                </c:pt>
                <c:pt idx="5">
                  <c:v>2020</c:v>
                </c:pt>
                <c:pt idx="6">
                  <c:v>2021</c:v>
                </c:pt>
                <c:pt idx="7">
                  <c:v>2022</c:v>
                </c:pt>
                <c:pt idx="8">
                  <c:v>2023П</c:v>
                </c:pt>
                <c:pt idx="9">
                  <c:v>2024П</c:v>
                </c:pt>
              </c:strCache>
            </c:strRef>
          </c:cat>
          <c:val>
            <c:numRef>
              <c:f>Лист1!$F$2:$F$11</c:f>
              <c:numCache>
                <c:formatCode>General</c:formatCode>
                <c:ptCount val="10"/>
                <c:pt idx="0">
                  <c:v>2</c:v>
                </c:pt>
                <c:pt idx="1">
                  <c:v>2.2000000000000002</c:v>
                </c:pt>
                <c:pt idx="2">
                  <c:v>3.1</c:v>
                </c:pt>
                <c:pt idx="3">
                  <c:v>1.9</c:v>
                </c:pt>
                <c:pt idx="4">
                  <c:v>2.7</c:v>
                </c:pt>
                <c:pt idx="5">
                  <c:v>3.3</c:v>
                </c:pt>
                <c:pt idx="6">
                  <c:v>2.6</c:v>
                </c:pt>
                <c:pt idx="7">
                  <c:v>2.9</c:v>
                </c:pt>
                <c:pt idx="8">
                  <c:v>3.1</c:v>
                </c:pt>
                <c:pt idx="9">
                  <c:v>3.3</c:v>
                </c:pt>
              </c:numCache>
            </c:numRef>
          </c:val>
          <c:extLst>
            <c:ext xmlns:c16="http://schemas.microsoft.com/office/drawing/2014/chart" uri="{C3380CC4-5D6E-409C-BE32-E72D297353CC}">
              <c16:uniqueId val="{00000004-52CF-4E1D-B973-1004651C86AE}"/>
            </c:ext>
          </c:extLst>
        </c:ser>
        <c:ser>
          <c:idx val="5"/>
          <c:order val="5"/>
          <c:tx>
            <c:strRef>
              <c:f>Лист1!$G$1</c:f>
              <c:strCache>
                <c:ptCount val="1"/>
                <c:pt idx="0">
                  <c:v>Параметр 6</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Лист1!$A$2:$A$11</c:f>
              <c:strCache>
                <c:ptCount val="10"/>
                <c:pt idx="0">
                  <c:v>2015</c:v>
                </c:pt>
                <c:pt idx="1">
                  <c:v>2016</c:v>
                </c:pt>
                <c:pt idx="2">
                  <c:v>2017</c:v>
                </c:pt>
                <c:pt idx="3">
                  <c:v>2018</c:v>
                </c:pt>
                <c:pt idx="4">
                  <c:v>2019</c:v>
                </c:pt>
                <c:pt idx="5">
                  <c:v>2020</c:v>
                </c:pt>
                <c:pt idx="6">
                  <c:v>2021</c:v>
                </c:pt>
                <c:pt idx="7">
                  <c:v>2022</c:v>
                </c:pt>
                <c:pt idx="8">
                  <c:v>2023П</c:v>
                </c:pt>
                <c:pt idx="9">
                  <c:v>2024П</c:v>
                </c:pt>
              </c:strCache>
            </c:strRef>
          </c:cat>
          <c:val>
            <c:numRef>
              <c:f>Лист1!$G$2:$G$11</c:f>
              <c:numCache>
                <c:formatCode>General</c:formatCode>
                <c:ptCount val="10"/>
                <c:pt idx="0">
                  <c:v>3</c:v>
                </c:pt>
                <c:pt idx="1">
                  <c:v>3.2</c:v>
                </c:pt>
                <c:pt idx="2">
                  <c:v>3.6</c:v>
                </c:pt>
                <c:pt idx="3">
                  <c:v>3.4</c:v>
                </c:pt>
                <c:pt idx="4">
                  <c:v>3.3</c:v>
                </c:pt>
                <c:pt idx="5">
                  <c:v>3.9</c:v>
                </c:pt>
                <c:pt idx="6">
                  <c:v>4.2</c:v>
                </c:pt>
                <c:pt idx="7">
                  <c:v>4.5</c:v>
                </c:pt>
                <c:pt idx="8">
                  <c:v>4.9000000000000004</c:v>
                </c:pt>
                <c:pt idx="9">
                  <c:v>5.3</c:v>
                </c:pt>
              </c:numCache>
            </c:numRef>
          </c:val>
          <c:extLst>
            <c:ext xmlns:c16="http://schemas.microsoft.com/office/drawing/2014/chart" uri="{C3380CC4-5D6E-409C-BE32-E72D297353CC}">
              <c16:uniqueId val="{00000005-52CF-4E1D-B973-1004651C86AE}"/>
            </c:ext>
          </c:extLst>
        </c:ser>
        <c:dLbls>
          <c:dLblPos val="ctr"/>
          <c:showLegendKey val="0"/>
          <c:showVal val="1"/>
          <c:showCatName val="0"/>
          <c:showSerName val="0"/>
          <c:showPercent val="0"/>
          <c:showBubbleSize val="0"/>
        </c:dLbls>
        <c:gapWidth val="170"/>
        <c:overlap val="100"/>
        <c:axId val="1263576431"/>
        <c:axId val="1249797759"/>
      </c:barChart>
      <c:catAx>
        <c:axId val="1263576431"/>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crossAx val="1249797759"/>
        <c:crosses val="autoZero"/>
        <c:auto val="1"/>
        <c:lblAlgn val="ctr"/>
        <c:lblOffset val="100"/>
        <c:noMultiLvlLbl val="0"/>
      </c:catAx>
      <c:valAx>
        <c:axId val="1249797759"/>
        <c:scaling>
          <c:orientation val="minMax"/>
        </c:scaling>
        <c:delete val="1"/>
        <c:axPos val="l"/>
        <c:numFmt formatCode="General" sourceLinked="1"/>
        <c:majorTickMark val="none"/>
        <c:minorTickMark val="none"/>
        <c:tickLblPos val="nextTo"/>
        <c:crossAx val="1263576431"/>
        <c:crosses val="autoZero"/>
        <c:crossBetween val="between"/>
      </c:valAx>
      <c:spPr>
        <a:noFill/>
        <a:ln>
          <a:noFill/>
        </a:ln>
        <a:effectLst/>
      </c:spPr>
    </c:plotArea>
    <c:legend>
      <c:legendPos val="b"/>
      <c:layout>
        <c:manualLayout>
          <c:xMode val="edge"/>
          <c:yMode val="edge"/>
          <c:x val="1.2750567392000318E-3"/>
          <c:y val="0.94040527980992283"/>
          <c:w val="0.7252884116796251"/>
          <c:h val="5.9594720190077055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577913051814214E-3"/>
          <c:y val="9.8207022872972782E-2"/>
          <c:w val="0.99857044757668834"/>
          <c:h val="0.70687750328187882"/>
        </c:manualLayout>
      </c:layout>
      <c:lineChart>
        <c:grouping val="standard"/>
        <c:varyColors val="0"/>
        <c:ser>
          <c:idx val="0"/>
          <c:order val="0"/>
          <c:tx>
            <c:strRef>
              <c:f>Лист1!$B$1</c:f>
              <c:strCache>
                <c:ptCount val="1"/>
                <c:pt idx="0">
                  <c:v>Ряд 1</c:v>
                </c:pt>
              </c:strCache>
            </c:strRef>
          </c:tx>
          <c:spPr>
            <a:ln w="28575" cap="rnd">
              <a:solidFill>
                <a:schemeClr val="accent1"/>
              </a:solidFill>
              <a:round/>
            </a:ln>
            <a:effectLst/>
          </c:spPr>
          <c:marker>
            <c:symbol val="circle"/>
            <c:size val="7"/>
            <c:spPr>
              <a:solidFill>
                <a:schemeClr val="bg1"/>
              </a:solidFill>
              <a:ln w="222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2"/>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Лист1!$B$2:$B$10</c:f>
              <c:numCache>
                <c:formatCode>0</c:formatCode>
                <c:ptCount val="9"/>
                <c:pt idx="0">
                  <c:v>4.3</c:v>
                </c:pt>
                <c:pt idx="1">
                  <c:v>2.5</c:v>
                </c:pt>
                <c:pt idx="2">
                  <c:v>3.5</c:v>
                </c:pt>
                <c:pt idx="3">
                  <c:v>4.5</c:v>
                </c:pt>
                <c:pt idx="4">
                  <c:v>4.7</c:v>
                </c:pt>
                <c:pt idx="5">
                  <c:v>4.9000000000000004</c:v>
                </c:pt>
                <c:pt idx="6">
                  <c:v>5</c:v>
                </c:pt>
                <c:pt idx="7">
                  <c:v>5.4</c:v>
                </c:pt>
                <c:pt idx="8">
                  <c:v>5.6</c:v>
                </c:pt>
              </c:numCache>
            </c:numRef>
          </c:val>
          <c:smooth val="0"/>
          <c:extLst>
            <c:ext xmlns:c16="http://schemas.microsoft.com/office/drawing/2014/chart" uri="{C3380CC4-5D6E-409C-BE32-E72D297353CC}">
              <c16:uniqueId val="{00000000-F622-46E5-BC78-A6DB66CC4901}"/>
            </c:ext>
          </c:extLst>
        </c:ser>
        <c:ser>
          <c:idx val="1"/>
          <c:order val="1"/>
          <c:tx>
            <c:strRef>
              <c:f>Лист1!$C$1</c:f>
              <c:strCache>
                <c:ptCount val="1"/>
                <c:pt idx="0">
                  <c:v>Ряд 2</c:v>
                </c:pt>
              </c:strCache>
            </c:strRef>
          </c:tx>
          <c:spPr>
            <a:ln w="28575" cap="rnd">
              <a:solidFill>
                <a:schemeClr val="accent2"/>
              </a:solidFill>
              <a:round/>
            </a:ln>
            <a:effectLst/>
          </c:spPr>
          <c:marker>
            <c:symbol val="circle"/>
            <c:size val="7"/>
            <c:spPr>
              <a:solidFill>
                <a:schemeClr val="bg1"/>
              </a:solidFill>
              <a:ln w="222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2015</c:v>
                </c:pt>
                <c:pt idx="1">
                  <c:v>2016</c:v>
                </c:pt>
                <c:pt idx="2">
                  <c:v>2017</c:v>
                </c:pt>
                <c:pt idx="3">
                  <c:v>2018</c:v>
                </c:pt>
                <c:pt idx="4">
                  <c:v>2019</c:v>
                </c:pt>
                <c:pt idx="5">
                  <c:v>2020</c:v>
                </c:pt>
                <c:pt idx="6">
                  <c:v>2021</c:v>
                </c:pt>
                <c:pt idx="7">
                  <c:v>2022П</c:v>
                </c:pt>
                <c:pt idx="8">
                  <c:v>2023П</c:v>
                </c:pt>
              </c:strCache>
            </c:strRef>
          </c:cat>
          <c:val>
            <c:numRef>
              <c:f>Лист1!$C$2:$C$10</c:f>
              <c:numCache>
                <c:formatCode>0</c:formatCode>
                <c:ptCount val="9"/>
                <c:pt idx="0">
                  <c:v>1</c:v>
                </c:pt>
                <c:pt idx="1">
                  <c:v>8</c:v>
                </c:pt>
                <c:pt idx="2">
                  <c:v>6</c:v>
                </c:pt>
                <c:pt idx="3">
                  <c:v>7</c:v>
                </c:pt>
                <c:pt idx="4">
                  <c:v>7</c:v>
                </c:pt>
                <c:pt idx="5">
                  <c:v>8</c:v>
                </c:pt>
                <c:pt idx="6">
                  <c:v>9</c:v>
                </c:pt>
                <c:pt idx="7">
                  <c:v>11</c:v>
                </c:pt>
                <c:pt idx="8">
                  <c:v>8</c:v>
                </c:pt>
              </c:numCache>
            </c:numRef>
          </c:val>
          <c:smooth val="0"/>
          <c:extLst>
            <c:ext xmlns:c16="http://schemas.microsoft.com/office/drawing/2014/chart" uri="{C3380CC4-5D6E-409C-BE32-E72D297353CC}">
              <c16:uniqueId val="{00000001-F622-46E5-BC78-A6DB66CC4901}"/>
            </c:ext>
          </c:extLst>
        </c:ser>
        <c:dLbls>
          <c:dLblPos val="ctr"/>
          <c:showLegendKey val="0"/>
          <c:showVal val="1"/>
          <c:showCatName val="0"/>
          <c:showSerName val="0"/>
          <c:showPercent val="0"/>
          <c:showBubbleSize val="0"/>
        </c:dLbls>
        <c:marker val="1"/>
        <c:smooth val="0"/>
        <c:axId val="631009583"/>
        <c:axId val="631012079"/>
      </c:lineChart>
      <c:catAx>
        <c:axId val="631009583"/>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631012079"/>
        <c:crosses val="autoZero"/>
        <c:auto val="1"/>
        <c:lblAlgn val="ctr"/>
        <c:lblOffset val="100"/>
        <c:noMultiLvlLbl val="0"/>
      </c:catAx>
      <c:valAx>
        <c:axId val="631012079"/>
        <c:scaling>
          <c:orientation val="minMax"/>
        </c:scaling>
        <c:delete val="1"/>
        <c:axPos val="l"/>
        <c:numFmt formatCode="0" sourceLinked="1"/>
        <c:majorTickMark val="none"/>
        <c:minorTickMark val="none"/>
        <c:tickLblPos val="nextTo"/>
        <c:crossAx val="6310095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17430693568607736"/>
          <c:w val="0.96562499999999996"/>
          <c:h val="0.67866502714563948"/>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2019</c:v>
                </c:pt>
                <c:pt idx="1">
                  <c:v>2020</c:v>
                </c:pt>
                <c:pt idx="2">
                  <c:v>2021</c:v>
                </c:pt>
                <c:pt idx="3">
                  <c:v>2022</c:v>
                </c:pt>
              </c:numCache>
            </c:numRef>
          </c:cat>
          <c:val>
            <c:numRef>
              <c:f>Лист1!$B$2:$B$5</c:f>
              <c:numCache>
                <c:formatCode>General</c:formatCode>
                <c:ptCount val="4"/>
                <c:pt idx="0">
                  <c:v>3.5</c:v>
                </c:pt>
                <c:pt idx="1">
                  <c:v>4.5</c:v>
                </c:pt>
                <c:pt idx="2">
                  <c:v>4.7</c:v>
                </c:pt>
                <c:pt idx="3">
                  <c:v>4.9000000000000004</c:v>
                </c:pt>
              </c:numCache>
            </c:numRef>
          </c:val>
          <c:extLst>
            <c:ext xmlns:c16="http://schemas.microsoft.com/office/drawing/2014/chart" uri="{C3380CC4-5D6E-409C-BE32-E72D297353CC}">
              <c16:uniqueId val="{00000000-7E56-4F6A-BF5A-5DF40091B827}"/>
            </c:ext>
          </c:extLst>
        </c:ser>
        <c:ser>
          <c:idx val="1"/>
          <c:order val="1"/>
          <c:tx>
            <c:strRef>
              <c:f>Лист1!$C$1</c:f>
              <c:strCache>
                <c:ptCount val="1"/>
                <c:pt idx="0">
                  <c:v>Параметр 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2019</c:v>
                </c:pt>
                <c:pt idx="1">
                  <c:v>2020</c:v>
                </c:pt>
                <c:pt idx="2">
                  <c:v>2021</c:v>
                </c:pt>
                <c:pt idx="3">
                  <c:v>2022</c:v>
                </c:pt>
              </c:numCache>
            </c:numRef>
          </c:cat>
          <c:val>
            <c:numRef>
              <c:f>Лист1!$C$2:$C$5</c:f>
              <c:numCache>
                <c:formatCode>General</c:formatCode>
                <c:ptCount val="4"/>
                <c:pt idx="0">
                  <c:v>1.8</c:v>
                </c:pt>
                <c:pt idx="1">
                  <c:v>2.8</c:v>
                </c:pt>
                <c:pt idx="2">
                  <c:v>3.5</c:v>
                </c:pt>
                <c:pt idx="3">
                  <c:v>4.0999999999999996</c:v>
                </c:pt>
              </c:numCache>
            </c:numRef>
          </c:val>
          <c:extLst>
            <c:ext xmlns:c16="http://schemas.microsoft.com/office/drawing/2014/chart" uri="{C3380CC4-5D6E-409C-BE32-E72D297353CC}">
              <c16:uniqueId val="{00000001-7E56-4F6A-BF5A-5DF40091B827}"/>
            </c:ext>
          </c:extLst>
        </c:ser>
        <c:dLbls>
          <c:dLblPos val="outEnd"/>
          <c:showLegendKey val="0"/>
          <c:showVal val="1"/>
          <c:showCatName val="0"/>
          <c:showSerName val="0"/>
          <c:showPercent val="0"/>
          <c:showBubbleSize val="0"/>
        </c:dLbls>
        <c:gapWidth val="100"/>
        <c:overlap val="-15"/>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legend>
      <c:legendPos val="t"/>
      <c:layout>
        <c:manualLayout>
          <c:xMode val="edge"/>
          <c:yMode val="edge"/>
          <c:x val="0"/>
          <c:y val="3.4733760257740907E-2"/>
          <c:w val="0.70479822358079391"/>
          <c:h val="0.1115874467996851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7.4415493458670059E-2"/>
          <c:w val="0.96562499999999996"/>
          <c:h val="0.81835675241723438"/>
        </c:manualLayout>
      </c:layout>
      <c:barChart>
        <c:barDir val="col"/>
        <c:grouping val="clustered"/>
        <c:varyColors val="0"/>
        <c:ser>
          <c:idx val="0"/>
          <c:order val="0"/>
          <c:tx>
            <c:strRef>
              <c:f>Лист1!$B$1</c:f>
              <c:strCache>
                <c:ptCount val="1"/>
                <c:pt idx="0">
                  <c:v>Параметр 1</c:v>
                </c:pt>
              </c:strCache>
            </c:strRef>
          </c:tx>
          <c:spPr>
            <a:solidFill>
              <a:schemeClr val="accent1"/>
            </a:solidFill>
            <a:ln>
              <a:noFill/>
            </a:ln>
            <a:effectLst/>
          </c:spPr>
          <c:invertIfNegative val="0"/>
          <c:dLbls>
            <c:dLbl>
              <c:idx val="0"/>
              <c:spPr>
                <a:noFill/>
                <a:ln>
                  <a:noFill/>
                </a:ln>
                <a:effectLst/>
              </c:spPr>
              <c:txPr>
                <a:bodyPr rot="0" spcFirstLastPara="1" vertOverflow="ellipsis" vert="horz" wrap="square" lIns="38100" tIns="19050" rIns="38100" bIns="19050" anchor="ctr" anchorCtr="1">
                  <a:noAutofit/>
                </a:bodyPr>
                <a:lstStyle/>
                <a:p>
                  <a:pPr>
                    <a:defRPr sz="1800" b="1"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extLst>
                <c:ext xmlns:c15="http://schemas.microsoft.com/office/drawing/2012/chart" uri="{CE6537A1-D6FC-4f65-9D91-7224C49458BB}">
                  <c15:layout>
                    <c:manualLayout>
                      <c:w val="0.31406610806548069"/>
                      <c:h val="0.105971733575544"/>
                    </c:manualLayout>
                  </c15:layout>
                </c:ext>
                <c:ext xmlns:c16="http://schemas.microsoft.com/office/drawing/2014/chart" uri="{C3380CC4-5D6E-409C-BE32-E72D297353CC}">
                  <c16:uniqueId val="{00000000-19F6-43BE-A2F2-17701D2ACF80}"/>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Лист1!$A$2:$A$2</c:f>
              <c:strCache>
                <c:ptCount val="1"/>
                <c:pt idx="0">
                  <c:v>2023П</c:v>
                </c:pt>
              </c:strCache>
            </c:strRef>
          </c:cat>
          <c:val>
            <c:numRef>
              <c:f>Лист1!$B$2:$B$2</c:f>
              <c:numCache>
                <c:formatCode>General</c:formatCode>
                <c:ptCount val="1"/>
                <c:pt idx="0">
                  <c:v>4.9000000000000004</c:v>
                </c:pt>
              </c:numCache>
            </c:numRef>
          </c:val>
          <c:extLst>
            <c:ext xmlns:c16="http://schemas.microsoft.com/office/drawing/2014/chart" uri="{C3380CC4-5D6E-409C-BE32-E72D297353CC}">
              <c16:uniqueId val="{00000000-7E56-4F6A-BF5A-5DF40091B827}"/>
            </c:ext>
          </c:extLst>
        </c:ser>
        <c:ser>
          <c:idx val="1"/>
          <c:order val="1"/>
          <c:tx>
            <c:strRef>
              <c:f>Лист1!$C$1</c:f>
              <c:strCache>
                <c:ptCount val="1"/>
                <c:pt idx="0">
                  <c:v>Параметр 2</c:v>
                </c:pt>
              </c:strCache>
            </c:strRef>
          </c:tx>
          <c:spPr>
            <a:solidFill>
              <a:schemeClr val="accent3"/>
            </a:solidFill>
            <a:ln>
              <a:noFill/>
            </a:ln>
            <a:effectLst/>
          </c:spPr>
          <c:invertIfNegative val="0"/>
          <c:dLbls>
            <c:dLbl>
              <c:idx val="0"/>
              <c:spPr>
                <a:noFill/>
                <a:ln>
                  <a:noFill/>
                </a:ln>
                <a:effectLst/>
              </c:spPr>
              <c:txPr>
                <a:bodyPr rot="0" spcFirstLastPara="1" vertOverflow="ellipsis" vert="horz" wrap="square" lIns="38100" tIns="19050" rIns="38100" bIns="19050" anchor="ctr" anchorCtr="1">
                  <a:noAutofit/>
                </a:bodyPr>
                <a:lstStyle/>
                <a:p>
                  <a:pPr>
                    <a:defRPr sz="1800" b="1"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extLst>
                <c:ext xmlns:c15="http://schemas.microsoft.com/office/drawing/2012/chart" uri="{CE6537A1-D6FC-4f65-9D91-7224C49458BB}">
                  <c15:layout>
                    <c:manualLayout>
                      <c:w val="0.29231476096851905"/>
                      <c:h val="0.11207396545214789"/>
                    </c:manualLayout>
                  </c15:layout>
                </c:ext>
                <c:ext xmlns:c16="http://schemas.microsoft.com/office/drawing/2014/chart" uri="{C3380CC4-5D6E-409C-BE32-E72D297353CC}">
                  <c16:uniqueId val="{00000001-19F6-43BE-A2F2-17701D2ACF80}"/>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Лист1!$A$2:$A$2</c:f>
              <c:strCache>
                <c:ptCount val="1"/>
                <c:pt idx="0">
                  <c:v>2023П</c:v>
                </c:pt>
              </c:strCache>
            </c:strRef>
          </c:cat>
          <c:val>
            <c:numRef>
              <c:f>Лист1!$C$2:$C$2</c:f>
              <c:numCache>
                <c:formatCode>General</c:formatCode>
                <c:ptCount val="1"/>
                <c:pt idx="0">
                  <c:v>4.0999999999999996</c:v>
                </c:pt>
              </c:numCache>
            </c:numRef>
          </c:val>
          <c:extLst>
            <c:ext xmlns:c16="http://schemas.microsoft.com/office/drawing/2014/chart" uri="{C3380CC4-5D6E-409C-BE32-E72D297353CC}">
              <c16:uniqueId val="{00000001-7E56-4F6A-BF5A-5DF40091B827}"/>
            </c:ext>
          </c:extLst>
        </c:ser>
        <c:dLbls>
          <c:dLblPos val="outEnd"/>
          <c:showLegendKey val="0"/>
          <c:showVal val="1"/>
          <c:showCatName val="0"/>
          <c:showSerName val="0"/>
          <c:showPercent val="0"/>
          <c:showBubbleSize val="0"/>
        </c:dLbls>
        <c:gapWidth val="200"/>
        <c:overlap val="-50"/>
        <c:axId val="1353886368"/>
        <c:axId val="1686414832"/>
      </c:barChart>
      <c:catAx>
        <c:axId val="1353886368"/>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crossAx val="1686414832"/>
        <c:crosses val="autoZero"/>
        <c:auto val="1"/>
        <c:lblAlgn val="ctr"/>
        <c:lblOffset val="100"/>
        <c:noMultiLvlLbl val="0"/>
      </c:catAx>
      <c:valAx>
        <c:axId val="1686414832"/>
        <c:scaling>
          <c:orientation val="minMax"/>
        </c:scaling>
        <c:delete val="1"/>
        <c:axPos val="l"/>
        <c:numFmt formatCode="General" sourceLinked="1"/>
        <c:majorTickMark val="none"/>
        <c:minorTickMark val="none"/>
        <c:tickLblPos val="nextTo"/>
        <c:crossAx val="1353886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83169291338343E-4"/>
          <c:y val="0.16784215332777874"/>
          <c:w val="0.99929416830708662"/>
          <c:h val="0.64300963863859584"/>
        </c:manualLayout>
      </c:layout>
      <c:lineChart>
        <c:grouping val="standard"/>
        <c:varyColors val="0"/>
        <c:ser>
          <c:idx val="0"/>
          <c:order val="0"/>
          <c:tx>
            <c:strRef>
              <c:f>Лист1!$B$1</c:f>
              <c:strCache>
                <c:ptCount val="1"/>
                <c:pt idx="0">
                  <c:v>Показатель 1</c:v>
                </c:pt>
              </c:strCache>
            </c:strRef>
          </c:tx>
          <c:spPr>
            <a:ln w="28575" cap="rnd">
              <a:solidFill>
                <a:schemeClr val="accent1"/>
              </a:solidFill>
              <a:round/>
            </a:ln>
            <a:effectLst/>
          </c:spPr>
          <c:marker>
            <c:symbol val="circle"/>
            <c:size val="5"/>
            <c:spPr>
              <a:solidFill>
                <a:schemeClr val="accent1"/>
              </a:solidFill>
              <a:ln w="28575" cap="rnd">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accent6"/>
                    </a:solidFill>
                    <a:latin typeface="+mn-lt"/>
                    <a:ea typeface="+mn-ea"/>
                    <a:cs typeface="+mn-cs"/>
                  </a:defRPr>
                </a:pPr>
                <a:endParaRPr lang="ru-RU"/>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2016</c:v>
                </c:pt>
                <c:pt idx="1">
                  <c:v>2017</c:v>
                </c:pt>
                <c:pt idx="2">
                  <c:v>2018</c:v>
                </c:pt>
                <c:pt idx="3">
                  <c:v>2019</c:v>
                </c:pt>
                <c:pt idx="4">
                  <c:v>2020</c:v>
                </c:pt>
                <c:pt idx="5">
                  <c:v>2021</c:v>
                </c:pt>
                <c:pt idx="6">
                  <c:v>2022</c:v>
                </c:pt>
                <c:pt idx="7">
                  <c:v>2023П</c:v>
                </c:pt>
                <c:pt idx="8">
                  <c:v>2024П</c:v>
                </c:pt>
              </c:strCache>
            </c:strRef>
          </c:cat>
          <c:val>
            <c:numRef>
              <c:f>Лист1!$B$2:$B$10</c:f>
              <c:numCache>
                <c:formatCode>General</c:formatCode>
                <c:ptCount val="9"/>
                <c:pt idx="0">
                  <c:v>4.5</c:v>
                </c:pt>
                <c:pt idx="1">
                  <c:v>3.5</c:v>
                </c:pt>
                <c:pt idx="2">
                  <c:v>5.9</c:v>
                </c:pt>
                <c:pt idx="3">
                  <c:v>4.8</c:v>
                </c:pt>
                <c:pt idx="4">
                  <c:v>6.6</c:v>
                </c:pt>
                <c:pt idx="5">
                  <c:v>7.5</c:v>
                </c:pt>
                <c:pt idx="6">
                  <c:v>4.3</c:v>
                </c:pt>
                <c:pt idx="7">
                  <c:v>5.6</c:v>
                </c:pt>
                <c:pt idx="8">
                  <c:v>6.9</c:v>
                </c:pt>
              </c:numCache>
            </c:numRef>
          </c:val>
          <c:smooth val="1"/>
          <c:extLst>
            <c:ext xmlns:c16="http://schemas.microsoft.com/office/drawing/2014/chart" uri="{C3380CC4-5D6E-409C-BE32-E72D297353CC}">
              <c16:uniqueId val="{00000000-0A6C-4259-9E82-3C000723F879}"/>
            </c:ext>
          </c:extLst>
        </c:ser>
        <c:ser>
          <c:idx val="1"/>
          <c:order val="1"/>
          <c:tx>
            <c:strRef>
              <c:f>Лист1!$C$1</c:f>
              <c:strCache>
                <c:ptCount val="1"/>
                <c:pt idx="0">
                  <c:v>Показатель 2</c:v>
                </c:pt>
              </c:strCache>
            </c:strRef>
          </c:tx>
          <c:spPr>
            <a:ln w="28575" cap="rnd">
              <a:solidFill>
                <a:schemeClr val="accent2"/>
              </a:solidFill>
              <a:round/>
            </a:ln>
            <a:effectLst/>
          </c:spPr>
          <c:marker>
            <c:symbol val="circle"/>
            <c:size val="5"/>
            <c:spPr>
              <a:solidFill>
                <a:schemeClr val="accent2"/>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accent6"/>
                    </a:solidFill>
                    <a:latin typeface="+mn-lt"/>
                    <a:ea typeface="+mn-ea"/>
                    <a:cs typeface="+mn-cs"/>
                  </a:defRPr>
                </a:pPr>
                <a:endParaRPr lang="ru-RU"/>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2016</c:v>
                </c:pt>
                <c:pt idx="1">
                  <c:v>2017</c:v>
                </c:pt>
                <c:pt idx="2">
                  <c:v>2018</c:v>
                </c:pt>
                <c:pt idx="3">
                  <c:v>2019</c:v>
                </c:pt>
                <c:pt idx="4">
                  <c:v>2020</c:v>
                </c:pt>
                <c:pt idx="5">
                  <c:v>2021</c:v>
                </c:pt>
                <c:pt idx="6">
                  <c:v>2022</c:v>
                </c:pt>
                <c:pt idx="7">
                  <c:v>2023П</c:v>
                </c:pt>
                <c:pt idx="8">
                  <c:v>2024П</c:v>
                </c:pt>
              </c:strCache>
            </c:strRef>
          </c:cat>
          <c:val>
            <c:numRef>
              <c:f>Лист1!$C$2:$C$10</c:f>
              <c:numCache>
                <c:formatCode>General</c:formatCode>
                <c:ptCount val="9"/>
                <c:pt idx="0">
                  <c:v>2.2000000000000002</c:v>
                </c:pt>
                <c:pt idx="1">
                  <c:v>1.8</c:v>
                </c:pt>
                <c:pt idx="2">
                  <c:v>1.6</c:v>
                </c:pt>
                <c:pt idx="3">
                  <c:v>2.4</c:v>
                </c:pt>
                <c:pt idx="4">
                  <c:v>2.2000000000000002</c:v>
                </c:pt>
                <c:pt idx="5">
                  <c:v>2.6</c:v>
                </c:pt>
                <c:pt idx="6">
                  <c:v>2.1</c:v>
                </c:pt>
                <c:pt idx="7">
                  <c:v>2.5</c:v>
                </c:pt>
                <c:pt idx="8">
                  <c:v>2.8</c:v>
                </c:pt>
              </c:numCache>
            </c:numRef>
          </c:val>
          <c:smooth val="1"/>
          <c:extLst>
            <c:ext xmlns:c16="http://schemas.microsoft.com/office/drawing/2014/chart" uri="{C3380CC4-5D6E-409C-BE32-E72D297353CC}">
              <c16:uniqueId val="{00000005-0A6C-4259-9E82-3C000723F879}"/>
            </c:ext>
          </c:extLst>
        </c:ser>
        <c:dLbls>
          <c:showLegendKey val="0"/>
          <c:showVal val="1"/>
          <c:showCatName val="0"/>
          <c:showSerName val="0"/>
          <c:showPercent val="0"/>
          <c:showBubbleSize val="0"/>
        </c:dLbls>
        <c:marker val="1"/>
        <c:smooth val="0"/>
        <c:axId val="755913504"/>
        <c:axId val="372711648"/>
      </c:lineChart>
      <c:catAx>
        <c:axId val="755913504"/>
        <c:scaling>
          <c:orientation val="minMax"/>
        </c:scaling>
        <c:delete val="0"/>
        <c:axPos val="b"/>
        <c:numFmt formatCode="General" sourceLinked="1"/>
        <c:majorTickMark val="none"/>
        <c:minorTickMark val="none"/>
        <c:tickLblPos val="nextTo"/>
        <c:spPr>
          <a:noFill/>
          <a:ln w="9525" cap="flat" cmpd="sng" algn="ctr">
            <a:solidFill>
              <a:schemeClr val="accent6">
                <a:lumMod val="7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crossAx val="372711648"/>
        <c:crosses val="autoZero"/>
        <c:auto val="1"/>
        <c:lblAlgn val="ctr"/>
        <c:lblOffset val="100"/>
        <c:noMultiLvlLbl val="0"/>
      </c:catAx>
      <c:valAx>
        <c:axId val="372711648"/>
        <c:scaling>
          <c:orientation val="minMax"/>
        </c:scaling>
        <c:delete val="1"/>
        <c:axPos val="l"/>
        <c:numFmt formatCode="General" sourceLinked="1"/>
        <c:majorTickMark val="none"/>
        <c:minorTickMark val="none"/>
        <c:tickLblPos val="nextTo"/>
        <c:crossAx val="755913504"/>
        <c:crosses val="autoZero"/>
        <c:crossBetween val="between"/>
      </c:valAx>
      <c:spPr>
        <a:noFill/>
        <a:ln>
          <a:noFill/>
        </a:ln>
        <a:effectLst/>
      </c:spPr>
    </c:plotArea>
    <c:legend>
      <c:legendPos val="t"/>
      <c:layout>
        <c:manualLayout>
          <c:xMode val="edge"/>
          <c:yMode val="edge"/>
          <c:x val="2.0058778779820152E-2"/>
          <c:y val="2.2866299665557862E-2"/>
          <c:w val="0.35464631949907993"/>
          <c:h val="7.331079712460783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143830397313953"/>
          <c:y val="2.115934905845062E-2"/>
          <c:w val="0.54132540566638376"/>
          <c:h val="0.97884065094154937"/>
        </c:manualLayout>
      </c:layout>
      <c:doughnutChart>
        <c:varyColors val="1"/>
        <c:ser>
          <c:idx val="0"/>
          <c:order val="0"/>
          <c:tx>
            <c:strRef>
              <c:f>Лист1!$B$1</c:f>
              <c:strCache>
                <c:ptCount val="1"/>
                <c:pt idx="0">
                  <c:v>Продажи</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A714-42D3-A519-B8FA27B78D52}"/>
              </c:ext>
            </c:extLst>
          </c:dPt>
          <c:dPt>
            <c:idx val="1"/>
            <c:bubble3D val="0"/>
            <c:spPr>
              <a:solidFill>
                <a:schemeClr val="accent2"/>
              </a:solidFill>
              <a:ln w="19050">
                <a:noFill/>
              </a:ln>
              <a:effectLst/>
            </c:spPr>
            <c:extLst>
              <c:ext xmlns:c16="http://schemas.microsoft.com/office/drawing/2014/chart" uri="{C3380CC4-5D6E-409C-BE32-E72D297353CC}">
                <c16:uniqueId val="{00000003-A714-42D3-A519-B8FA27B78D52}"/>
              </c:ext>
            </c:extLst>
          </c:dPt>
          <c:dLbls>
            <c:delete val="1"/>
          </c:dLbls>
          <c:cat>
            <c:strRef>
              <c:f>Лист1!$A$2:$A$3</c:f>
              <c:strCache>
                <c:ptCount val="2"/>
                <c:pt idx="0">
                  <c:v>Категория 1 </c:v>
                </c:pt>
                <c:pt idx="1">
                  <c:v>Категория 2 </c:v>
                </c:pt>
              </c:strCache>
            </c:strRef>
          </c:cat>
          <c:val>
            <c:numRef>
              <c:f>Лист1!$B$2:$B$3</c:f>
              <c:numCache>
                <c:formatCode>0.00%</c:formatCode>
                <c:ptCount val="2"/>
                <c:pt idx="0">
                  <c:v>0.73</c:v>
                </c:pt>
                <c:pt idx="1">
                  <c:v>0.27</c:v>
                </c:pt>
              </c:numCache>
            </c:numRef>
          </c:val>
          <c:extLst>
            <c:ext xmlns:c16="http://schemas.microsoft.com/office/drawing/2014/chart" uri="{C3380CC4-5D6E-409C-BE32-E72D297353CC}">
              <c16:uniqueId val="{00000006-A714-42D3-A519-B8FA27B78D52}"/>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FF5094-1C61-944B-9E96-15324552D0EC}" type="doc">
      <dgm:prSet loTypeId="urn:microsoft.com/office/officeart/2005/8/layout/cycle5" loCatId="" qsTypeId="urn:microsoft.com/office/officeart/2005/8/quickstyle/simple1" qsCatId="simple" csTypeId="urn:microsoft.com/office/officeart/2005/8/colors/accent1_2" csCatId="accent1" phldr="1"/>
      <dgm:spPr/>
      <dgm:t>
        <a:bodyPr/>
        <a:lstStyle/>
        <a:p>
          <a:endParaRPr lang="ru-RU"/>
        </a:p>
      </dgm:t>
    </dgm:pt>
    <dgm:pt modelId="{8D944E21-4E49-FE47-A726-4484748565BB}">
      <dgm:prSet phldrT="[Текст]" custT="1"/>
      <dgm:spPr>
        <a:solidFill>
          <a:schemeClr val="accent1">
            <a:lumMod val="20000"/>
            <a:lumOff val="80000"/>
          </a:schemeClr>
        </a:solidFill>
        <a:ln>
          <a:noFill/>
        </a:ln>
      </dgm:spPr>
      <dgm:t>
        <a:bodyPr/>
        <a:lstStyle/>
        <a:p>
          <a:r>
            <a:rPr kumimoji="0" lang="ru-RU" sz="1200" b="0" i="0" u="none" strike="noStrike" cap="none" spc="0" normalizeH="0" baseline="0" noProof="0">
              <a:ln>
                <a:noFill/>
              </a:ln>
              <a:solidFill>
                <a:schemeClr val="tx1"/>
              </a:solidFill>
              <a:effectLst/>
              <a:uLnTx/>
              <a:uFillTx/>
              <a:latin typeface="Arial"/>
              <a:ea typeface="+mn-ea"/>
              <a:cs typeface="+mn-cs"/>
            </a:rPr>
            <a:t>Название </a:t>
          </a:r>
          <a:br>
            <a:rPr kumimoji="0" lang="ru-RU" sz="1200" b="0" i="0" u="none" strike="noStrike" cap="none" spc="0" normalizeH="0" baseline="0" noProof="0">
              <a:ln>
                <a:noFill/>
              </a:ln>
              <a:solidFill>
                <a:schemeClr val="tx1"/>
              </a:solidFill>
              <a:effectLst/>
              <a:uLnTx/>
              <a:uFillTx/>
              <a:latin typeface="Arial"/>
              <a:ea typeface="+mn-ea"/>
              <a:cs typeface="+mn-cs"/>
            </a:rPr>
          </a:br>
          <a:r>
            <a:rPr kumimoji="0" lang="ru-RU" sz="1200" b="0" i="0" u="none" strike="noStrike" cap="none" spc="0" normalizeH="0" baseline="0" noProof="0">
              <a:ln>
                <a:noFill/>
              </a:ln>
              <a:solidFill>
                <a:schemeClr val="tx1"/>
              </a:solidFill>
              <a:effectLst/>
              <a:uLnTx/>
              <a:uFillTx/>
              <a:latin typeface="Arial"/>
              <a:ea typeface="+mn-ea"/>
              <a:cs typeface="+mn-cs"/>
            </a:rPr>
            <a:t>блока 1</a:t>
          </a:r>
          <a:endParaRPr lang="ru-RU" sz="1200">
            <a:solidFill>
              <a:schemeClr val="tx1"/>
            </a:solidFill>
          </a:endParaRPr>
        </a:p>
      </dgm:t>
    </dgm:pt>
    <dgm:pt modelId="{2E0A67D9-782C-D04F-9064-B2E30CC06BEC}" type="parTrans" cxnId="{18AEBBDA-E17A-F54D-B1E9-FE0891668EF7}">
      <dgm:prSet/>
      <dgm:spPr/>
      <dgm:t>
        <a:bodyPr/>
        <a:lstStyle/>
        <a:p>
          <a:endParaRPr lang="ru-RU"/>
        </a:p>
      </dgm:t>
    </dgm:pt>
    <dgm:pt modelId="{EE22655F-C44F-3647-BEC4-21E5CF56590C}" type="sibTrans" cxnId="{18AEBBDA-E17A-F54D-B1E9-FE0891668EF7}">
      <dgm:prSet/>
      <dgm:spPr>
        <a:ln w="12700">
          <a:solidFill>
            <a:schemeClr val="tx1"/>
          </a:solidFill>
        </a:ln>
      </dgm:spPr>
      <dgm:t>
        <a:bodyPr/>
        <a:lstStyle/>
        <a:p>
          <a:endParaRPr lang="ru-RU"/>
        </a:p>
      </dgm:t>
    </dgm:pt>
    <dgm:pt modelId="{B2024E39-4776-2F43-A0D7-9823A933D227}">
      <dgm:prSet phldrT="[Текст]" custT="1"/>
      <dgm:spPr>
        <a:solidFill>
          <a:schemeClr val="accent1">
            <a:lumMod val="20000"/>
            <a:lumOff val="80000"/>
          </a:schemeClr>
        </a:solidFill>
        <a:ln>
          <a:noFill/>
        </a:ln>
      </dgm:spPr>
      <dgm:t>
        <a:bodyPr/>
        <a:lstStyle/>
        <a:p>
          <a:r>
            <a:rPr kumimoji="0" lang="ru-RU" sz="1200" b="0" i="0" u="none" strike="noStrike" cap="none" spc="0" normalizeH="0" baseline="0" noProof="0">
              <a:ln>
                <a:noFill/>
              </a:ln>
              <a:solidFill>
                <a:schemeClr val="tx1"/>
              </a:solidFill>
              <a:effectLst/>
              <a:uLnTx/>
              <a:uFillTx/>
              <a:latin typeface="Arial"/>
              <a:ea typeface="+mn-ea"/>
              <a:cs typeface="+mn-cs"/>
            </a:rPr>
            <a:t>Название </a:t>
          </a:r>
          <a:br>
            <a:rPr kumimoji="0" lang="ru-RU" sz="1200" b="0" i="0" u="none" strike="noStrike" cap="none" spc="0" normalizeH="0" baseline="0" noProof="0">
              <a:ln>
                <a:noFill/>
              </a:ln>
              <a:solidFill>
                <a:schemeClr val="tx1"/>
              </a:solidFill>
              <a:effectLst/>
              <a:uLnTx/>
              <a:uFillTx/>
              <a:latin typeface="Arial"/>
              <a:ea typeface="+mn-ea"/>
              <a:cs typeface="+mn-cs"/>
            </a:rPr>
          </a:br>
          <a:r>
            <a:rPr kumimoji="0" lang="ru-RU" sz="1200" b="0" i="0" u="none" strike="noStrike" cap="none" spc="0" normalizeH="0" baseline="0" noProof="0">
              <a:ln>
                <a:noFill/>
              </a:ln>
              <a:solidFill>
                <a:schemeClr val="tx1"/>
              </a:solidFill>
              <a:effectLst/>
              <a:uLnTx/>
              <a:uFillTx/>
              <a:latin typeface="Arial"/>
              <a:ea typeface="+mn-ea"/>
              <a:cs typeface="+mn-cs"/>
            </a:rPr>
            <a:t>блока 4</a:t>
          </a:r>
          <a:endParaRPr lang="ru-RU" sz="1200">
            <a:solidFill>
              <a:schemeClr val="tx1"/>
            </a:solidFill>
          </a:endParaRPr>
        </a:p>
      </dgm:t>
    </dgm:pt>
    <dgm:pt modelId="{AF1B50E9-AA7E-5C4C-9DF9-A3B889B24916}" type="parTrans" cxnId="{AE82F627-FF4F-204F-A91A-4C91E31F1ABF}">
      <dgm:prSet/>
      <dgm:spPr/>
      <dgm:t>
        <a:bodyPr/>
        <a:lstStyle/>
        <a:p>
          <a:endParaRPr lang="ru-RU"/>
        </a:p>
      </dgm:t>
    </dgm:pt>
    <dgm:pt modelId="{CD9FC4D1-BB78-E243-BDB8-CF78479E5D00}" type="sibTrans" cxnId="{AE82F627-FF4F-204F-A91A-4C91E31F1ABF}">
      <dgm:prSet/>
      <dgm:spPr>
        <a:ln w="12700">
          <a:solidFill>
            <a:schemeClr val="tx1"/>
          </a:solidFill>
        </a:ln>
      </dgm:spPr>
      <dgm:t>
        <a:bodyPr/>
        <a:lstStyle/>
        <a:p>
          <a:endParaRPr lang="ru-RU"/>
        </a:p>
      </dgm:t>
    </dgm:pt>
    <dgm:pt modelId="{D5803661-B738-9D41-9C4D-40524023A5BB}">
      <dgm:prSet phldrT="[Текст]" custT="1"/>
      <dgm:spPr>
        <a:solidFill>
          <a:schemeClr val="accent1">
            <a:lumMod val="20000"/>
            <a:lumOff val="80000"/>
          </a:schemeClr>
        </a:solidFill>
        <a:ln>
          <a:noFill/>
        </a:ln>
      </dgm:spPr>
      <dgm:t>
        <a:bodyPr/>
        <a:lstStyle/>
        <a:p>
          <a:r>
            <a:rPr kumimoji="0" lang="ru-RU" sz="1200" b="0" i="0" u="none" strike="noStrike" cap="none" spc="0" normalizeH="0" baseline="0" noProof="0">
              <a:ln>
                <a:noFill/>
              </a:ln>
              <a:solidFill>
                <a:schemeClr val="tx1"/>
              </a:solidFill>
              <a:effectLst/>
              <a:uLnTx/>
              <a:uFillTx/>
              <a:latin typeface="Arial"/>
              <a:ea typeface="+mn-ea"/>
              <a:cs typeface="+mn-cs"/>
            </a:rPr>
            <a:t>Название </a:t>
          </a:r>
          <a:br>
            <a:rPr kumimoji="0" lang="ru-RU" sz="1200" b="0" i="0" u="none" strike="noStrike" cap="none" spc="0" normalizeH="0" baseline="0" noProof="0">
              <a:ln>
                <a:noFill/>
              </a:ln>
              <a:solidFill>
                <a:schemeClr val="tx1"/>
              </a:solidFill>
              <a:effectLst/>
              <a:uLnTx/>
              <a:uFillTx/>
              <a:latin typeface="Arial"/>
              <a:ea typeface="+mn-ea"/>
              <a:cs typeface="+mn-cs"/>
            </a:rPr>
          </a:br>
          <a:r>
            <a:rPr kumimoji="0" lang="ru-RU" sz="1200" b="0" i="0" u="none" strike="noStrike" cap="none" spc="0" normalizeH="0" baseline="0" noProof="0">
              <a:ln>
                <a:noFill/>
              </a:ln>
              <a:solidFill>
                <a:schemeClr val="tx1"/>
              </a:solidFill>
              <a:effectLst/>
              <a:uLnTx/>
              <a:uFillTx/>
              <a:latin typeface="Arial"/>
              <a:ea typeface="+mn-ea"/>
              <a:cs typeface="+mn-cs"/>
            </a:rPr>
            <a:t>блока 5</a:t>
          </a:r>
          <a:endParaRPr lang="ru-RU" sz="1200">
            <a:solidFill>
              <a:schemeClr val="tx1"/>
            </a:solidFill>
          </a:endParaRPr>
        </a:p>
      </dgm:t>
    </dgm:pt>
    <dgm:pt modelId="{445215C2-468E-D141-B825-1071BFF70C4A}" type="parTrans" cxnId="{0DB1E320-7012-474F-B530-03B0E94D855C}">
      <dgm:prSet/>
      <dgm:spPr/>
      <dgm:t>
        <a:bodyPr/>
        <a:lstStyle/>
        <a:p>
          <a:endParaRPr lang="ru-RU"/>
        </a:p>
      </dgm:t>
    </dgm:pt>
    <dgm:pt modelId="{0532A2E0-3227-6D44-B097-46CA471F629E}" type="sibTrans" cxnId="{0DB1E320-7012-474F-B530-03B0E94D855C}">
      <dgm:prSet/>
      <dgm:spPr>
        <a:ln w="12700">
          <a:solidFill>
            <a:schemeClr val="tx1"/>
          </a:solidFill>
        </a:ln>
      </dgm:spPr>
      <dgm:t>
        <a:bodyPr/>
        <a:lstStyle/>
        <a:p>
          <a:endParaRPr lang="ru-RU"/>
        </a:p>
      </dgm:t>
    </dgm:pt>
    <dgm:pt modelId="{4B2B3E80-F3B7-364A-BC4D-013231A33EB8}">
      <dgm:prSet phldrT="[Текст]" custT="1"/>
      <dgm:spPr>
        <a:solidFill>
          <a:schemeClr val="accent1">
            <a:lumMod val="20000"/>
            <a:lumOff val="80000"/>
          </a:schemeClr>
        </a:solidFill>
        <a:ln>
          <a:noFill/>
        </a:ln>
      </dgm:spPr>
      <dgm:t>
        <a:bodyPr/>
        <a:lstStyle/>
        <a:p>
          <a:r>
            <a:rPr kumimoji="0" lang="ru-RU" sz="1200" b="0" i="0" u="none" strike="noStrike" cap="none" spc="0" normalizeH="0" baseline="0" noProof="0">
              <a:ln>
                <a:noFill/>
              </a:ln>
              <a:solidFill>
                <a:schemeClr val="tx1"/>
              </a:solidFill>
              <a:effectLst/>
              <a:uLnTx/>
              <a:uFillTx/>
              <a:latin typeface="Arial"/>
              <a:ea typeface="+mn-ea"/>
              <a:cs typeface="+mn-cs"/>
            </a:rPr>
            <a:t>Название </a:t>
          </a:r>
          <a:br>
            <a:rPr kumimoji="0" lang="ru-RU" sz="1200" b="0" i="0" u="none" strike="noStrike" cap="none" spc="0" normalizeH="0" baseline="0" noProof="0">
              <a:ln>
                <a:noFill/>
              </a:ln>
              <a:solidFill>
                <a:schemeClr val="tx1"/>
              </a:solidFill>
              <a:effectLst/>
              <a:uLnTx/>
              <a:uFillTx/>
              <a:latin typeface="Arial"/>
              <a:ea typeface="+mn-ea"/>
              <a:cs typeface="+mn-cs"/>
            </a:rPr>
          </a:br>
          <a:r>
            <a:rPr kumimoji="0" lang="ru-RU" sz="1200" b="0" i="0" u="none" strike="noStrike" cap="none" spc="0" normalizeH="0" baseline="0" noProof="0">
              <a:ln>
                <a:noFill/>
              </a:ln>
              <a:solidFill>
                <a:schemeClr val="tx1"/>
              </a:solidFill>
              <a:effectLst/>
              <a:uLnTx/>
              <a:uFillTx/>
              <a:latin typeface="Arial"/>
              <a:ea typeface="+mn-ea"/>
              <a:cs typeface="+mn-cs"/>
            </a:rPr>
            <a:t>блока 3</a:t>
          </a:r>
          <a:endParaRPr lang="ru-RU" sz="1200">
            <a:solidFill>
              <a:schemeClr val="tx1"/>
            </a:solidFill>
          </a:endParaRPr>
        </a:p>
      </dgm:t>
    </dgm:pt>
    <dgm:pt modelId="{8965F7EC-07E3-5845-A357-513B9C5FCE44}" type="sibTrans" cxnId="{CFA35115-6C74-564E-8CC0-5D211F317D53}">
      <dgm:prSet/>
      <dgm:spPr>
        <a:ln w="12700">
          <a:solidFill>
            <a:schemeClr val="tx1"/>
          </a:solidFill>
        </a:ln>
      </dgm:spPr>
      <dgm:t>
        <a:bodyPr/>
        <a:lstStyle/>
        <a:p>
          <a:endParaRPr lang="ru-RU"/>
        </a:p>
      </dgm:t>
    </dgm:pt>
    <dgm:pt modelId="{BDB05BE2-E7A8-E347-90EC-FD50DDCE8E16}" type="parTrans" cxnId="{CFA35115-6C74-564E-8CC0-5D211F317D53}">
      <dgm:prSet/>
      <dgm:spPr/>
      <dgm:t>
        <a:bodyPr/>
        <a:lstStyle/>
        <a:p>
          <a:endParaRPr lang="ru-RU"/>
        </a:p>
      </dgm:t>
    </dgm:pt>
    <dgm:pt modelId="{91EE01FF-9C1D-1F4D-A4EA-A500890C30C5}">
      <dgm:prSet phldrT="[Текст]" custT="1"/>
      <dgm:spPr>
        <a:solidFill>
          <a:schemeClr val="accent1">
            <a:lumMod val="20000"/>
            <a:lumOff val="80000"/>
          </a:schemeClr>
        </a:solidFill>
        <a:ln>
          <a:noFill/>
        </a:ln>
      </dgm:spPr>
      <dgm:t>
        <a:bodyPr/>
        <a:lstStyle/>
        <a:p>
          <a:r>
            <a:rPr kumimoji="0" lang="ru-RU" sz="1200" b="0" i="0" u="none" strike="noStrike" cap="none" spc="0" normalizeH="0" baseline="0" noProof="0">
              <a:ln>
                <a:noFill/>
              </a:ln>
              <a:solidFill>
                <a:schemeClr val="tx1"/>
              </a:solidFill>
              <a:effectLst/>
              <a:uLnTx/>
              <a:uFillTx/>
              <a:latin typeface="Arial"/>
              <a:ea typeface="+mn-ea"/>
              <a:cs typeface="+mn-cs"/>
            </a:rPr>
            <a:t>Название </a:t>
          </a:r>
          <a:br>
            <a:rPr kumimoji="0" lang="ru-RU" sz="1200" b="0" i="0" u="none" strike="noStrike" cap="none" spc="0" normalizeH="0" baseline="0" noProof="0">
              <a:ln>
                <a:noFill/>
              </a:ln>
              <a:solidFill>
                <a:schemeClr val="tx1"/>
              </a:solidFill>
              <a:effectLst/>
              <a:uLnTx/>
              <a:uFillTx/>
              <a:latin typeface="Arial"/>
              <a:ea typeface="+mn-ea"/>
              <a:cs typeface="+mn-cs"/>
            </a:rPr>
          </a:br>
          <a:r>
            <a:rPr kumimoji="0" lang="ru-RU" sz="1200" b="0" i="0" u="none" strike="noStrike" cap="none" spc="0" normalizeH="0" baseline="0" noProof="0">
              <a:ln>
                <a:noFill/>
              </a:ln>
              <a:solidFill>
                <a:schemeClr val="tx1"/>
              </a:solidFill>
              <a:effectLst/>
              <a:uLnTx/>
              <a:uFillTx/>
              <a:latin typeface="Arial"/>
              <a:ea typeface="+mn-ea"/>
              <a:cs typeface="+mn-cs"/>
            </a:rPr>
            <a:t>блока 2</a:t>
          </a:r>
          <a:endParaRPr lang="ru-RU" sz="1200">
            <a:solidFill>
              <a:schemeClr val="tx1"/>
            </a:solidFill>
          </a:endParaRPr>
        </a:p>
      </dgm:t>
    </dgm:pt>
    <dgm:pt modelId="{04483718-F17B-1341-9FC5-15E419AF11A8}" type="sibTrans" cxnId="{A414FA03-938E-524C-8C1E-778139C75137}">
      <dgm:prSet/>
      <dgm:spPr>
        <a:ln w="12700">
          <a:solidFill>
            <a:schemeClr val="tx1"/>
          </a:solidFill>
        </a:ln>
      </dgm:spPr>
      <dgm:t>
        <a:bodyPr/>
        <a:lstStyle/>
        <a:p>
          <a:endParaRPr lang="ru-RU"/>
        </a:p>
      </dgm:t>
    </dgm:pt>
    <dgm:pt modelId="{457E7A0D-B297-6D48-860B-69C8355DA220}" type="parTrans" cxnId="{A414FA03-938E-524C-8C1E-778139C75137}">
      <dgm:prSet/>
      <dgm:spPr/>
      <dgm:t>
        <a:bodyPr/>
        <a:lstStyle/>
        <a:p>
          <a:endParaRPr lang="ru-RU"/>
        </a:p>
      </dgm:t>
    </dgm:pt>
    <dgm:pt modelId="{A16B5832-07A2-5B43-B93E-837F000B4D8C}">
      <dgm:prSet custT="1"/>
      <dgm:spPr>
        <a:solidFill>
          <a:schemeClr val="accent1">
            <a:lumMod val="20000"/>
            <a:lumOff val="80000"/>
          </a:schemeClr>
        </a:solidFill>
        <a:ln>
          <a:noFill/>
        </a:ln>
      </dgm:spPr>
      <dgm:t>
        <a:bodyPr/>
        <a:lstStyle/>
        <a:p>
          <a:r>
            <a:rPr kumimoji="0" lang="ru-RU" sz="1200" b="0" i="0" u="none" strike="noStrike" cap="none" spc="0" normalizeH="0" baseline="0" noProof="0">
              <a:ln>
                <a:noFill/>
              </a:ln>
              <a:solidFill>
                <a:schemeClr val="tx1"/>
              </a:solidFill>
              <a:effectLst/>
              <a:uLnTx/>
              <a:uFillTx/>
              <a:latin typeface="Arial"/>
              <a:ea typeface="+mn-ea"/>
              <a:cs typeface="+mn-cs"/>
            </a:rPr>
            <a:t>Название </a:t>
          </a:r>
          <a:br>
            <a:rPr kumimoji="0" lang="ru-RU" sz="1200" b="0" i="0" u="none" strike="noStrike" cap="none" spc="0" normalizeH="0" baseline="0" noProof="0">
              <a:ln>
                <a:noFill/>
              </a:ln>
              <a:solidFill>
                <a:schemeClr val="tx1"/>
              </a:solidFill>
              <a:effectLst/>
              <a:uLnTx/>
              <a:uFillTx/>
              <a:latin typeface="Arial"/>
              <a:ea typeface="+mn-ea"/>
              <a:cs typeface="+mn-cs"/>
            </a:rPr>
          </a:br>
          <a:r>
            <a:rPr kumimoji="0" lang="ru-RU" sz="1200" b="0" i="0" u="none" strike="noStrike" cap="none" spc="0" normalizeH="0" baseline="0" noProof="0">
              <a:ln>
                <a:noFill/>
              </a:ln>
              <a:solidFill>
                <a:schemeClr val="tx1"/>
              </a:solidFill>
              <a:effectLst/>
              <a:uLnTx/>
              <a:uFillTx/>
              <a:latin typeface="Arial"/>
              <a:ea typeface="+mn-ea"/>
              <a:cs typeface="+mn-cs"/>
            </a:rPr>
            <a:t>блока 6</a:t>
          </a:r>
          <a:endParaRPr lang="ru-RU" sz="1200">
            <a:solidFill>
              <a:schemeClr val="tx1"/>
            </a:solidFill>
          </a:endParaRPr>
        </a:p>
      </dgm:t>
    </dgm:pt>
    <dgm:pt modelId="{EC46E91A-2AC3-AC4B-B26D-3FCB419BA9D9}" type="parTrans" cxnId="{02DB8352-AC4D-2B4F-9C5F-CCCD2C4FD684}">
      <dgm:prSet/>
      <dgm:spPr/>
      <dgm:t>
        <a:bodyPr/>
        <a:lstStyle/>
        <a:p>
          <a:endParaRPr lang="ru-RU"/>
        </a:p>
      </dgm:t>
    </dgm:pt>
    <dgm:pt modelId="{2D60DD45-C95F-F441-AFD4-3BAC8D1D1840}" type="sibTrans" cxnId="{02DB8352-AC4D-2B4F-9C5F-CCCD2C4FD684}">
      <dgm:prSet/>
      <dgm:spPr>
        <a:ln w="12700">
          <a:solidFill>
            <a:schemeClr val="tx1"/>
          </a:solidFill>
        </a:ln>
      </dgm:spPr>
      <dgm:t>
        <a:bodyPr/>
        <a:lstStyle/>
        <a:p>
          <a:endParaRPr lang="ru-RU"/>
        </a:p>
      </dgm:t>
    </dgm:pt>
    <dgm:pt modelId="{37255BE9-E289-7749-945C-5F72915FD31B}">
      <dgm:prSet custT="1"/>
      <dgm:spPr>
        <a:solidFill>
          <a:schemeClr val="accent1">
            <a:lumMod val="20000"/>
            <a:lumOff val="80000"/>
          </a:schemeClr>
        </a:solidFill>
        <a:ln>
          <a:noFill/>
        </a:ln>
      </dgm:spPr>
      <dgm:t>
        <a:bodyPr/>
        <a:lstStyle/>
        <a:p>
          <a:r>
            <a:rPr kumimoji="0" lang="ru-RU" sz="1200" b="0" i="0" u="none" strike="noStrike" cap="none" spc="0" normalizeH="0" baseline="0" noProof="0">
              <a:ln>
                <a:noFill/>
              </a:ln>
              <a:solidFill>
                <a:schemeClr val="tx1"/>
              </a:solidFill>
              <a:effectLst/>
              <a:uLnTx/>
              <a:uFillTx/>
              <a:latin typeface="Arial"/>
              <a:ea typeface="+mn-ea"/>
              <a:cs typeface="+mn-cs"/>
            </a:rPr>
            <a:t>Название </a:t>
          </a:r>
          <a:br>
            <a:rPr kumimoji="0" lang="ru-RU" sz="1200" b="0" i="0" u="none" strike="noStrike" cap="none" spc="0" normalizeH="0" baseline="0" noProof="0">
              <a:ln>
                <a:noFill/>
              </a:ln>
              <a:solidFill>
                <a:schemeClr val="tx1"/>
              </a:solidFill>
              <a:effectLst/>
              <a:uLnTx/>
              <a:uFillTx/>
              <a:latin typeface="Arial"/>
              <a:ea typeface="+mn-ea"/>
              <a:cs typeface="+mn-cs"/>
            </a:rPr>
          </a:br>
          <a:r>
            <a:rPr kumimoji="0" lang="ru-RU" sz="1200" b="0" i="0" u="none" strike="noStrike" cap="none" spc="0" normalizeH="0" baseline="0" noProof="0">
              <a:ln>
                <a:noFill/>
              </a:ln>
              <a:solidFill>
                <a:schemeClr val="tx1"/>
              </a:solidFill>
              <a:effectLst/>
              <a:uLnTx/>
              <a:uFillTx/>
              <a:latin typeface="Arial"/>
              <a:ea typeface="+mn-ea"/>
              <a:cs typeface="+mn-cs"/>
            </a:rPr>
            <a:t>блока 7</a:t>
          </a:r>
          <a:endParaRPr lang="ru-RU" sz="1200"/>
        </a:p>
      </dgm:t>
    </dgm:pt>
    <dgm:pt modelId="{2241C66D-0A4D-EB48-ADA5-B34A86BC7F9E}" type="parTrans" cxnId="{724D1395-AADE-F44D-9680-CF2E93F83234}">
      <dgm:prSet/>
      <dgm:spPr/>
      <dgm:t>
        <a:bodyPr/>
        <a:lstStyle/>
        <a:p>
          <a:endParaRPr lang="ru-RU"/>
        </a:p>
      </dgm:t>
    </dgm:pt>
    <dgm:pt modelId="{F2ACE1CF-14D5-B346-93EF-B9DC343F6A1B}" type="sibTrans" cxnId="{724D1395-AADE-F44D-9680-CF2E93F83234}">
      <dgm:prSet/>
      <dgm:spPr>
        <a:ln w="12700"/>
      </dgm:spPr>
      <dgm:t>
        <a:bodyPr/>
        <a:lstStyle/>
        <a:p>
          <a:endParaRPr lang="ru-RU"/>
        </a:p>
      </dgm:t>
    </dgm:pt>
    <dgm:pt modelId="{78816663-AC0C-D647-9521-E1BC1C7EBDB8}">
      <dgm:prSet custT="1"/>
      <dgm:spPr>
        <a:solidFill>
          <a:schemeClr val="accent1">
            <a:lumMod val="20000"/>
            <a:lumOff val="80000"/>
          </a:schemeClr>
        </a:solidFill>
        <a:ln>
          <a:noFill/>
        </a:ln>
      </dgm:spPr>
      <dgm:t>
        <a:bodyPr/>
        <a:lstStyle/>
        <a:p>
          <a:r>
            <a:rPr kumimoji="0" lang="ru-RU" sz="1200" b="0" i="0" u="none" strike="noStrike" cap="none" spc="0" normalizeH="0" baseline="0" noProof="0">
              <a:ln>
                <a:noFill/>
              </a:ln>
              <a:solidFill>
                <a:schemeClr val="tx1"/>
              </a:solidFill>
              <a:effectLst/>
              <a:uLnTx/>
              <a:uFillTx/>
              <a:latin typeface="Arial"/>
              <a:ea typeface="+mn-ea"/>
              <a:cs typeface="+mn-cs"/>
            </a:rPr>
            <a:t>Название </a:t>
          </a:r>
          <a:br>
            <a:rPr kumimoji="0" lang="ru-RU" sz="1200" b="0" i="0" u="none" strike="noStrike" cap="none" spc="0" normalizeH="0" baseline="0" noProof="0">
              <a:ln>
                <a:noFill/>
              </a:ln>
              <a:solidFill>
                <a:schemeClr val="tx1"/>
              </a:solidFill>
              <a:effectLst/>
              <a:uLnTx/>
              <a:uFillTx/>
              <a:latin typeface="Arial"/>
              <a:ea typeface="+mn-ea"/>
              <a:cs typeface="+mn-cs"/>
            </a:rPr>
          </a:br>
          <a:r>
            <a:rPr kumimoji="0" lang="ru-RU" sz="1200" b="0" i="0" u="none" strike="noStrike" cap="none" spc="0" normalizeH="0" baseline="0" noProof="0">
              <a:ln>
                <a:noFill/>
              </a:ln>
              <a:solidFill>
                <a:schemeClr val="tx1"/>
              </a:solidFill>
              <a:effectLst/>
              <a:uLnTx/>
              <a:uFillTx/>
              <a:latin typeface="Arial"/>
              <a:ea typeface="+mn-ea"/>
              <a:cs typeface="+mn-cs"/>
            </a:rPr>
            <a:t>блока 8</a:t>
          </a:r>
          <a:endParaRPr lang="ru-RU" sz="1200"/>
        </a:p>
      </dgm:t>
    </dgm:pt>
    <dgm:pt modelId="{9639922A-EB70-6940-9A15-386ED6AA0AFD}" type="parTrans" cxnId="{2C351A45-A9BD-C24A-864E-60C4C8A675B0}">
      <dgm:prSet/>
      <dgm:spPr/>
      <dgm:t>
        <a:bodyPr/>
        <a:lstStyle/>
        <a:p>
          <a:endParaRPr lang="ru-RU"/>
        </a:p>
      </dgm:t>
    </dgm:pt>
    <dgm:pt modelId="{FC20CA7F-BF0E-D14F-8739-067F2D8FA68B}" type="sibTrans" cxnId="{2C351A45-A9BD-C24A-864E-60C4C8A675B0}">
      <dgm:prSet/>
      <dgm:spPr>
        <a:ln w="12700"/>
      </dgm:spPr>
      <dgm:t>
        <a:bodyPr/>
        <a:lstStyle/>
        <a:p>
          <a:endParaRPr lang="ru-RU"/>
        </a:p>
      </dgm:t>
    </dgm:pt>
    <dgm:pt modelId="{D5EC44D7-3174-6647-B2E8-3FAD3C10E8EA}" type="pres">
      <dgm:prSet presAssocID="{EAFF5094-1C61-944B-9E96-15324552D0EC}" presName="cycle" presStyleCnt="0">
        <dgm:presLayoutVars>
          <dgm:dir/>
          <dgm:resizeHandles val="exact"/>
        </dgm:presLayoutVars>
      </dgm:prSet>
      <dgm:spPr/>
    </dgm:pt>
    <dgm:pt modelId="{583C2F82-503A-4747-8A81-BD26458D4C41}" type="pres">
      <dgm:prSet presAssocID="{8D944E21-4E49-FE47-A726-4484748565BB}" presName="node" presStyleLbl="node1" presStyleIdx="0" presStyleCnt="8" custScaleX="145105" custScaleY="91921">
        <dgm:presLayoutVars>
          <dgm:bulletEnabled val="1"/>
        </dgm:presLayoutVars>
      </dgm:prSet>
      <dgm:spPr/>
    </dgm:pt>
    <dgm:pt modelId="{BCC06FBB-A5BC-DE47-98B9-F47CB40F92D9}" type="pres">
      <dgm:prSet presAssocID="{8D944E21-4E49-FE47-A726-4484748565BB}" presName="spNode" presStyleCnt="0"/>
      <dgm:spPr/>
    </dgm:pt>
    <dgm:pt modelId="{7FB3EE18-7556-834B-B7FD-1DEB0997E9A3}" type="pres">
      <dgm:prSet presAssocID="{EE22655F-C44F-3647-BEC4-21E5CF56590C}" presName="sibTrans" presStyleLbl="sibTrans1D1" presStyleIdx="0" presStyleCnt="8"/>
      <dgm:spPr/>
    </dgm:pt>
    <dgm:pt modelId="{48FF1F0E-B29D-A04C-9D4B-A90F97B6DF30}" type="pres">
      <dgm:prSet presAssocID="{91EE01FF-9C1D-1F4D-A4EA-A500890C30C5}" presName="node" presStyleLbl="node1" presStyleIdx="1" presStyleCnt="8" custScaleX="145105" custScaleY="91921">
        <dgm:presLayoutVars>
          <dgm:bulletEnabled val="1"/>
        </dgm:presLayoutVars>
      </dgm:prSet>
      <dgm:spPr/>
    </dgm:pt>
    <dgm:pt modelId="{798EC828-1114-BE4B-90EC-3F2E8E744EE7}" type="pres">
      <dgm:prSet presAssocID="{91EE01FF-9C1D-1F4D-A4EA-A500890C30C5}" presName="spNode" presStyleCnt="0"/>
      <dgm:spPr/>
    </dgm:pt>
    <dgm:pt modelId="{B089E1F1-E3E2-1E4D-81AE-E5C675476A08}" type="pres">
      <dgm:prSet presAssocID="{04483718-F17B-1341-9FC5-15E419AF11A8}" presName="sibTrans" presStyleLbl="sibTrans1D1" presStyleIdx="1" presStyleCnt="8"/>
      <dgm:spPr/>
    </dgm:pt>
    <dgm:pt modelId="{8737B009-9A87-BB4C-8DAD-F3F1C42C4214}" type="pres">
      <dgm:prSet presAssocID="{4B2B3E80-F3B7-364A-BC4D-013231A33EB8}" presName="node" presStyleLbl="node1" presStyleIdx="2" presStyleCnt="8" custScaleX="145105" custScaleY="91921">
        <dgm:presLayoutVars>
          <dgm:bulletEnabled val="1"/>
        </dgm:presLayoutVars>
      </dgm:prSet>
      <dgm:spPr/>
    </dgm:pt>
    <dgm:pt modelId="{191ED707-CDD6-B745-B734-9DC396F7B44E}" type="pres">
      <dgm:prSet presAssocID="{4B2B3E80-F3B7-364A-BC4D-013231A33EB8}" presName="spNode" presStyleCnt="0"/>
      <dgm:spPr/>
    </dgm:pt>
    <dgm:pt modelId="{56D20ACF-6D91-9E4D-BFC1-78C8A690AC74}" type="pres">
      <dgm:prSet presAssocID="{8965F7EC-07E3-5845-A357-513B9C5FCE44}" presName="sibTrans" presStyleLbl="sibTrans1D1" presStyleIdx="2" presStyleCnt="8"/>
      <dgm:spPr/>
    </dgm:pt>
    <dgm:pt modelId="{11D998F3-28C7-9946-9BB7-6A2113D35335}" type="pres">
      <dgm:prSet presAssocID="{B2024E39-4776-2F43-A0D7-9823A933D227}" presName="node" presStyleLbl="node1" presStyleIdx="3" presStyleCnt="8" custScaleX="145105" custScaleY="91921">
        <dgm:presLayoutVars>
          <dgm:bulletEnabled val="1"/>
        </dgm:presLayoutVars>
      </dgm:prSet>
      <dgm:spPr/>
    </dgm:pt>
    <dgm:pt modelId="{7A1E9B01-B636-AC44-AE98-6B5E445D3E9F}" type="pres">
      <dgm:prSet presAssocID="{B2024E39-4776-2F43-A0D7-9823A933D227}" presName="spNode" presStyleCnt="0"/>
      <dgm:spPr/>
    </dgm:pt>
    <dgm:pt modelId="{8A3F5002-C626-A84A-ACA0-A5B92F37775D}" type="pres">
      <dgm:prSet presAssocID="{CD9FC4D1-BB78-E243-BDB8-CF78479E5D00}" presName="sibTrans" presStyleLbl="sibTrans1D1" presStyleIdx="3" presStyleCnt="8"/>
      <dgm:spPr/>
    </dgm:pt>
    <dgm:pt modelId="{2E9BF9EB-4AE0-ED4A-9634-2B7FE32DBD2D}" type="pres">
      <dgm:prSet presAssocID="{D5803661-B738-9D41-9C4D-40524023A5BB}" presName="node" presStyleLbl="node1" presStyleIdx="4" presStyleCnt="8" custScaleX="145105" custScaleY="91921">
        <dgm:presLayoutVars>
          <dgm:bulletEnabled val="1"/>
        </dgm:presLayoutVars>
      </dgm:prSet>
      <dgm:spPr/>
    </dgm:pt>
    <dgm:pt modelId="{60B3B1A4-9018-624B-9B6F-023C3F706619}" type="pres">
      <dgm:prSet presAssocID="{D5803661-B738-9D41-9C4D-40524023A5BB}" presName="spNode" presStyleCnt="0"/>
      <dgm:spPr/>
    </dgm:pt>
    <dgm:pt modelId="{8946B6B0-1FEF-704D-A69A-522B10B32AE3}" type="pres">
      <dgm:prSet presAssocID="{0532A2E0-3227-6D44-B097-46CA471F629E}" presName="sibTrans" presStyleLbl="sibTrans1D1" presStyleIdx="4" presStyleCnt="8"/>
      <dgm:spPr/>
    </dgm:pt>
    <dgm:pt modelId="{063CDB8E-CED4-524C-AF92-555972F25762}" type="pres">
      <dgm:prSet presAssocID="{A16B5832-07A2-5B43-B93E-837F000B4D8C}" presName="node" presStyleLbl="node1" presStyleIdx="5" presStyleCnt="8" custScaleX="145105" custScaleY="91921">
        <dgm:presLayoutVars>
          <dgm:bulletEnabled val="1"/>
        </dgm:presLayoutVars>
      </dgm:prSet>
      <dgm:spPr/>
    </dgm:pt>
    <dgm:pt modelId="{EA7D7E2D-8F77-504E-8A6B-070006DE4E34}" type="pres">
      <dgm:prSet presAssocID="{A16B5832-07A2-5B43-B93E-837F000B4D8C}" presName="spNode" presStyleCnt="0"/>
      <dgm:spPr/>
    </dgm:pt>
    <dgm:pt modelId="{6DB18EB9-0F8E-4640-B66F-D5C032D33607}" type="pres">
      <dgm:prSet presAssocID="{2D60DD45-C95F-F441-AFD4-3BAC8D1D1840}" presName="sibTrans" presStyleLbl="sibTrans1D1" presStyleIdx="5" presStyleCnt="8"/>
      <dgm:spPr/>
    </dgm:pt>
    <dgm:pt modelId="{AC6A67C1-62EE-0B49-963B-581366848CD3}" type="pres">
      <dgm:prSet presAssocID="{37255BE9-E289-7749-945C-5F72915FD31B}" presName="node" presStyleLbl="node1" presStyleIdx="6" presStyleCnt="8" custScaleX="145105" custScaleY="91921">
        <dgm:presLayoutVars>
          <dgm:bulletEnabled val="1"/>
        </dgm:presLayoutVars>
      </dgm:prSet>
      <dgm:spPr/>
    </dgm:pt>
    <dgm:pt modelId="{5637B57E-8650-1747-8A25-5C7A4A9ABF43}" type="pres">
      <dgm:prSet presAssocID="{37255BE9-E289-7749-945C-5F72915FD31B}" presName="spNode" presStyleCnt="0"/>
      <dgm:spPr/>
    </dgm:pt>
    <dgm:pt modelId="{5099009E-F613-D74E-9BDC-FA73F008477C}" type="pres">
      <dgm:prSet presAssocID="{F2ACE1CF-14D5-B346-93EF-B9DC343F6A1B}" presName="sibTrans" presStyleLbl="sibTrans1D1" presStyleIdx="6" presStyleCnt="8"/>
      <dgm:spPr/>
    </dgm:pt>
    <dgm:pt modelId="{A6CEF3AB-55D3-E34C-9531-96B959723DE1}" type="pres">
      <dgm:prSet presAssocID="{78816663-AC0C-D647-9521-E1BC1C7EBDB8}" presName="node" presStyleLbl="node1" presStyleIdx="7" presStyleCnt="8" custScaleX="145105" custScaleY="91921">
        <dgm:presLayoutVars>
          <dgm:bulletEnabled val="1"/>
        </dgm:presLayoutVars>
      </dgm:prSet>
      <dgm:spPr/>
    </dgm:pt>
    <dgm:pt modelId="{00330334-5888-E24A-830A-FCB113444424}" type="pres">
      <dgm:prSet presAssocID="{78816663-AC0C-D647-9521-E1BC1C7EBDB8}" presName="spNode" presStyleCnt="0"/>
      <dgm:spPr/>
    </dgm:pt>
    <dgm:pt modelId="{1E4F9169-743D-3D4D-8BEA-6B60C3F6455F}" type="pres">
      <dgm:prSet presAssocID="{FC20CA7F-BF0E-D14F-8739-067F2D8FA68B}" presName="sibTrans" presStyleLbl="sibTrans1D1" presStyleIdx="7" presStyleCnt="8"/>
      <dgm:spPr/>
    </dgm:pt>
  </dgm:ptLst>
  <dgm:cxnLst>
    <dgm:cxn modelId="{504F3103-2BA7-1043-9B3D-AE26F1AA6928}" type="presOf" srcId="{8D944E21-4E49-FE47-A726-4484748565BB}" destId="{583C2F82-503A-4747-8A81-BD26458D4C41}" srcOrd="0" destOrd="0" presId="urn:microsoft.com/office/officeart/2005/8/layout/cycle5"/>
    <dgm:cxn modelId="{A414FA03-938E-524C-8C1E-778139C75137}" srcId="{EAFF5094-1C61-944B-9E96-15324552D0EC}" destId="{91EE01FF-9C1D-1F4D-A4EA-A500890C30C5}" srcOrd="1" destOrd="0" parTransId="{457E7A0D-B297-6D48-860B-69C8355DA220}" sibTransId="{04483718-F17B-1341-9FC5-15E419AF11A8}"/>
    <dgm:cxn modelId="{CFA35115-6C74-564E-8CC0-5D211F317D53}" srcId="{EAFF5094-1C61-944B-9E96-15324552D0EC}" destId="{4B2B3E80-F3B7-364A-BC4D-013231A33EB8}" srcOrd="2" destOrd="0" parTransId="{BDB05BE2-E7A8-E347-90EC-FD50DDCE8E16}" sibTransId="{8965F7EC-07E3-5845-A357-513B9C5FCE44}"/>
    <dgm:cxn modelId="{89C95C18-1A25-9B4F-AA8F-4C1CAF144E20}" type="presOf" srcId="{2D60DD45-C95F-F441-AFD4-3BAC8D1D1840}" destId="{6DB18EB9-0F8E-4640-B66F-D5C032D33607}" srcOrd="0" destOrd="0" presId="urn:microsoft.com/office/officeart/2005/8/layout/cycle5"/>
    <dgm:cxn modelId="{9F38E21B-6877-7F44-9F7C-027441D63FE0}" type="presOf" srcId="{D5803661-B738-9D41-9C4D-40524023A5BB}" destId="{2E9BF9EB-4AE0-ED4A-9634-2B7FE32DBD2D}" srcOrd="0" destOrd="0" presId="urn:microsoft.com/office/officeart/2005/8/layout/cycle5"/>
    <dgm:cxn modelId="{0DB1E320-7012-474F-B530-03B0E94D855C}" srcId="{EAFF5094-1C61-944B-9E96-15324552D0EC}" destId="{D5803661-B738-9D41-9C4D-40524023A5BB}" srcOrd="4" destOrd="0" parTransId="{445215C2-468E-D141-B825-1071BFF70C4A}" sibTransId="{0532A2E0-3227-6D44-B097-46CA471F629E}"/>
    <dgm:cxn modelId="{AE82F627-FF4F-204F-A91A-4C91E31F1ABF}" srcId="{EAFF5094-1C61-944B-9E96-15324552D0EC}" destId="{B2024E39-4776-2F43-A0D7-9823A933D227}" srcOrd="3" destOrd="0" parTransId="{AF1B50E9-AA7E-5C4C-9DF9-A3B889B24916}" sibTransId="{CD9FC4D1-BB78-E243-BDB8-CF78479E5D00}"/>
    <dgm:cxn modelId="{3BAB0E3F-8D55-274B-925D-DD2A19CFBAFB}" type="presOf" srcId="{EAFF5094-1C61-944B-9E96-15324552D0EC}" destId="{D5EC44D7-3174-6647-B2E8-3FAD3C10E8EA}" srcOrd="0" destOrd="0" presId="urn:microsoft.com/office/officeart/2005/8/layout/cycle5"/>
    <dgm:cxn modelId="{124E1D5D-2200-014C-871D-21A79FADBC37}" type="presOf" srcId="{EE22655F-C44F-3647-BEC4-21E5CF56590C}" destId="{7FB3EE18-7556-834B-B7FD-1DEB0997E9A3}" srcOrd="0" destOrd="0" presId="urn:microsoft.com/office/officeart/2005/8/layout/cycle5"/>
    <dgm:cxn modelId="{2C351A45-A9BD-C24A-864E-60C4C8A675B0}" srcId="{EAFF5094-1C61-944B-9E96-15324552D0EC}" destId="{78816663-AC0C-D647-9521-E1BC1C7EBDB8}" srcOrd="7" destOrd="0" parTransId="{9639922A-EB70-6940-9A15-386ED6AA0AFD}" sibTransId="{FC20CA7F-BF0E-D14F-8739-067F2D8FA68B}"/>
    <dgm:cxn modelId="{02DB8352-AC4D-2B4F-9C5F-CCCD2C4FD684}" srcId="{EAFF5094-1C61-944B-9E96-15324552D0EC}" destId="{A16B5832-07A2-5B43-B93E-837F000B4D8C}" srcOrd="5" destOrd="0" parTransId="{EC46E91A-2AC3-AC4B-B26D-3FCB419BA9D9}" sibTransId="{2D60DD45-C95F-F441-AFD4-3BAC8D1D1840}"/>
    <dgm:cxn modelId="{F1090E8A-FD21-734C-A4F7-8988611F707F}" type="presOf" srcId="{CD9FC4D1-BB78-E243-BDB8-CF78479E5D00}" destId="{8A3F5002-C626-A84A-ACA0-A5B92F37775D}" srcOrd="0" destOrd="0" presId="urn:microsoft.com/office/officeart/2005/8/layout/cycle5"/>
    <dgm:cxn modelId="{2EC9F291-8089-194B-BD48-02F4429FC529}" type="presOf" srcId="{78816663-AC0C-D647-9521-E1BC1C7EBDB8}" destId="{A6CEF3AB-55D3-E34C-9531-96B959723DE1}" srcOrd="0" destOrd="0" presId="urn:microsoft.com/office/officeart/2005/8/layout/cycle5"/>
    <dgm:cxn modelId="{00F17F93-6E12-D741-8AD7-CE8FFE59F215}" type="presOf" srcId="{FC20CA7F-BF0E-D14F-8739-067F2D8FA68B}" destId="{1E4F9169-743D-3D4D-8BEA-6B60C3F6455F}" srcOrd="0" destOrd="0" presId="urn:microsoft.com/office/officeart/2005/8/layout/cycle5"/>
    <dgm:cxn modelId="{724D1395-AADE-F44D-9680-CF2E93F83234}" srcId="{EAFF5094-1C61-944B-9E96-15324552D0EC}" destId="{37255BE9-E289-7749-945C-5F72915FD31B}" srcOrd="6" destOrd="0" parTransId="{2241C66D-0A4D-EB48-ADA5-B34A86BC7F9E}" sibTransId="{F2ACE1CF-14D5-B346-93EF-B9DC343F6A1B}"/>
    <dgm:cxn modelId="{741138AC-7721-0E4D-81C4-CD2A90440B0C}" type="presOf" srcId="{37255BE9-E289-7749-945C-5F72915FD31B}" destId="{AC6A67C1-62EE-0B49-963B-581366848CD3}" srcOrd="0" destOrd="0" presId="urn:microsoft.com/office/officeart/2005/8/layout/cycle5"/>
    <dgm:cxn modelId="{ADF38ABC-DC8A-514A-9EA5-58204BB1008B}" type="presOf" srcId="{91EE01FF-9C1D-1F4D-A4EA-A500890C30C5}" destId="{48FF1F0E-B29D-A04C-9D4B-A90F97B6DF30}" srcOrd="0" destOrd="0" presId="urn:microsoft.com/office/officeart/2005/8/layout/cycle5"/>
    <dgm:cxn modelId="{2EB819CB-B113-384D-A277-766DD12C0853}" type="presOf" srcId="{0532A2E0-3227-6D44-B097-46CA471F629E}" destId="{8946B6B0-1FEF-704D-A69A-522B10B32AE3}" srcOrd="0" destOrd="0" presId="urn:microsoft.com/office/officeart/2005/8/layout/cycle5"/>
    <dgm:cxn modelId="{ECAA85CB-A319-AE4F-A078-4178205ED597}" type="presOf" srcId="{8965F7EC-07E3-5845-A357-513B9C5FCE44}" destId="{56D20ACF-6D91-9E4D-BFC1-78C8A690AC74}" srcOrd="0" destOrd="0" presId="urn:microsoft.com/office/officeart/2005/8/layout/cycle5"/>
    <dgm:cxn modelId="{E9D0C8CB-62C9-174F-A844-B618418D1070}" type="presOf" srcId="{F2ACE1CF-14D5-B346-93EF-B9DC343F6A1B}" destId="{5099009E-F613-D74E-9BDC-FA73F008477C}" srcOrd="0" destOrd="0" presId="urn:microsoft.com/office/officeart/2005/8/layout/cycle5"/>
    <dgm:cxn modelId="{25D01AD3-0DA8-8A4C-980B-5632D4E1A46D}" type="presOf" srcId="{A16B5832-07A2-5B43-B93E-837F000B4D8C}" destId="{063CDB8E-CED4-524C-AF92-555972F25762}" srcOrd="0" destOrd="0" presId="urn:microsoft.com/office/officeart/2005/8/layout/cycle5"/>
    <dgm:cxn modelId="{18AEBBDA-E17A-F54D-B1E9-FE0891668EF7}" srcId="{EAFF5094-1C61-944B-9E96-15324552D0EC}" destId="{8D944E21-4E49-FE47-A726-4484748565BB}" srcOrd="0" destOrd="0" parTransId="{2E0A67D9-782C-D04F-9064-B2E30CC06BEC}" sibTransId="{EE22655F-C44F-3647-BEC4-21E5CF56590C}"/>
    <dgm:cxn modelId="{41C357E1-0CFB-0244-A4EB-D3D5AC8271B4}" type="presOf" srcId="{B2024E39-4776-2F43-A0D7-9823A933D227}" destId="{11D998F3-28C7-9946-9BB7-6A2113D35335}" srcOrd="0" destOrd="0" presId="urn:microsoft.com/office/officeart/2005/8/layout/cycle5"/>
    <dgm:cxn modelId="{65FF65E6-CD47-B24A-8BB7-88CCE466324F}" type="presOf" srcId="{4B2B3E80-F3B7-364A-BC4D-013231A33EB8}" destId="{8737B009-9A87-BB4C-8DAD-F3F1C42C4214}" srcOrd="0" destOrd="0" presId="urn:microsoft.com/office/officeart/2005/8/layout/cycle5"/>
    <dgm:cxn modelId="{BA7490ED-6C45-ED46-BF17-A6E5751FBDE9}" type="presOf" srcId="{04483718-F17B-1341-9FC5-15E419AF11A8}" destId="{B089E1F1-E3E2-1E4D-81AE-E5C675476A08}" srcOrd="0" destOrd="0" presId="urn:microsoft.com/office/officeart/2005/8/layout/cycle5"/>
    <dgm:cxn modelId="{14F974BC-74ED-814E-88E7-6842D1FD1E3F}" type="presParOf" srcId="{D5EC44D7-3174-6647-B2E8-3FAD3C10E8EA}" destId="{583C2F82-503A-4747-8A81-BD26458D4C41}" srcOrd="0" destOrd="0" presId="urn:microsoft.com/office/officeart/2005/8/layout/cycle5"/>
    <dgm:cxn modelId="{442AECD3-634A-7649-89BA-18B6837ED4F1}" type="presParOf" srcId="{D5EC44D7-3174-6647-B2E8-3FAD3C10E8EA}" destId="{BCC06FBB-A5BC-DE47-98B9-F47CB40F92D9}" srcOrd="1" destOrd="0" presId="urn:microsoft.com/office/officeart/2005/8/layout/cycle5"/>
    <dgm:cxn modelId="{A24F39D0-3611-514B-95AB-FD93B7DECE68}" type="presParOf" srcId="{D5EC44D7-3174-6647-B2E8-3FAD3C10E8EA}" destId="{7FB3EE18-7556-834B-B7FD-1DEB0997E9A3}" srcOrd="2" destOrd="0" presId="urn:microsoft.com/office/officeart/2005/8/layout/cycle5"/>
    <dgm:cxn modelId="{C6416BC1-CCC5-C149-9132-BF6F55C83D28}" type="presParOf" srcId="{D5EC44D7-3174-6647-B2E8-3FAD3C10E8EA}" destId="{48FF1F0E-B29D-A04C-9D4B-A90F97B6DF30}" srcOrd="3" destOrd="0" presId="urn:microsoft.com/office/officeart/2005/8/layout/cycle5"/>
    <dgm:cxn modelId="{3009F8A6-242F-B947-8B43-6B01E5C8476F}" type="presParOf" srcId="{D5EC44D7-3174-6647-B2E8-3FAD3C10E8EA}" destId="{798EC828-1114-BE4B-90EC-3F2E8E744EE7}" srcOrd="4" destOrd="0" presId="urn:microsoft.com/office/officeart/2005/8/layout/cycle5"/>
    <dgm:cxn modelId="{D19A4E95-BC0F-4D4A-9A52-89DB7337EA79}" type="presParOf" srcId="{D5EC44D7-3174-6647-B2E8-3FAD3C10E8EA}" destId="{B089E1F1-E3E2-1E4D-81AE-E5C675476A08}" srcOrd="5" destOrd="0" presId="urn:microsoft.com/office/officeart/2005/8/layout/cycle5"/>
    <dgm:cxn modelId="{6C725DF9-D6AB-6E44-9980-2D02810BF14D}" type="presParOf" srcId="{D5EC44D7-3174-6647-B2E8-3FAD3C10E8EA}" destId="{8737B009-9A87-BB4C-8DAD-F3F1C42C4214}" srcOrd="6" destOrd="0" presId="urn:microsoft.com/office/officeart/2005/8/layout/cycle5"/>
    <dgm:cxn modelId="{4C550E88-758A-AF45-91F1-D259D674596F}" type="presParOf" srcId="{D5EC44D7-3174-6647-B2E8-3FAD3C10E8EA}" destId="{191ED707-CDD6-B745-B734-9DC396F7B44E}" srcOrd="7" destOrd="0" presId="urn:microsoft.com/office/officeart/2005/8/layout/cycle5"/>
    <dgm:cxn modelId="{35FFF611-D7A0-B549-BB0B-A4F463569DC8}" type="presParOf" srcId="{D5EC44D7-3174-6647-B2E8-3FAD3C10E8EA}" destId="{56D20ACF-6D91-9E4D-BFC1-78C8A690AC74}" srcOrd="8" destOrd="0" presId="urn:microsoft.com/office/officeart/2005/8/layout/cycle5"/>
    <dgm:cxn modelId="{E2F11DDC-7154-E947-9EF9-6759400F3C85}" type="presParOf" srcId="{D5EC44D7-3174-6647-B2E8-3FAD3C10E8EA}" destId="{11D998F3-28C7-9946-9BB7-6A2113D35335}" srcOrd="9" destOrd="0" presId="urn:microsoft.com/office/officeart/2005/8/layout/cycle5"/>
    <dgm:cxn modelId="{CB7839C6-7333-2C4A-9129-FE6147B00249}" type="presParOf" srcId="{D5EC44D7-3174-6647-B2E8-3FAD3C10E8EA}" destId="{7A1E9B01-B636-AC44-AE98-6B5E445D3E9F}" srcOrd="10" destOrd="0" presId="urn:microsoft.com/office/officeart/2005/8/layout/cycle5"/>
    <dgm:cxn modelId="{E6939F15-FF0F-2D41-B4D7-1A8D1F129DD1}" type="presParOf" srcId="{D5EC44D7-3174-6647-B2E8-3FAD3C10E8EA}" destId="{8A3F5002-C626-A84A-ACA0-A5B92F37775D}" srcOrd="11" destOrd="0" presId="urn:microsoft.com/office/officeart/2005/8/layout/cycle5"/>
    <dgm:cxn modelId="{AE352D10-B7CB-A348-931F-6A6F03D485EA}" type="presParOf" srcId="{D5EC44D7-3174-6647-B2E8-3FAD3C10E8EA}" destId="{2E9BF9EB-4AE0-ED4A-9634-2B7FE32DBD2D}" srcOrd="12" destOrd="0" presId="urn:microsoft.com/office/officeart/2005/8/layout/cycle5"/>
    <dgm:cxn modelId="{D35B819D-0E29-E04F-9E04-D91A8769482F}" type="presParOf" srcId="{D5EC44D7-3174-6647-B2E8-3FAD3C10E8EA}" destId="{60B3B1A4-9018-624B-9B6F-023C3F706619}" srcOrd="13" destOrd="0" presId="urn:microsoft.com/office/officeart/2005/8/layout/cycle5"/>
    <dgm:cxn modelId="{CC38B8A2-9C1A-D046-B53B-7385F54E8171}" type="presParOf" srcId="{D5EC44D7-3174-6647-B2E8-3FAD3C10E8EA}" destId="{8946B6B0-1FEF-704D-A69A-522B10B32AE3}" srcOrd="14" destOrd="0" presId="urn:microsoft.com/office/officeart/2005/8/layout/cycle5"/>
    <dgm:cxn modelId="{D2B039E6-3FA0-6841-ABAD-CAFB2BC27674}" type="presParOf" srcId="{D5EC44D7-3174-6647-B2E8-3FAD3C10E8EA}" destId="{063CDB8E-CED4-524C-AF92-555972F25762}" srcOrd="15" destOrd="0" presId="urn:microsoft.com/office/officeart/2005/8/layout/cycle5"/>
    <dgm:cxn modelId="{3C0E5AF5-B5C2-D34B-95C9-76C7FAB79354}" type="presParOf" srcId="{D5EC44D7-3174-6647-B2E8-3FAD3C10E8EA}" destId="{EA7D7E2D-8F77-504E-8A6B-070006DE4E34}" srcOrd="16" destOrd="0" presId="urn:microsoft.com/office/officeart/2005/8/layout/cycle5"/>
    <dgm:cxn modelId="{E6613F14-9A4E-AF4A-A9BF-B810A5D26961}" type="presParOf" srcId="{D5EC44D7-3174-6647-B2E8-3FAD3C10E8EA}" destId="{6DB18EB9-0F8E-4640-B66F-D5C032D33607}" srcOrd="17" destOrd="0" presId="urn:microsoft.com/office/officeart/2005/8/layout/cycle5"/>
    <dgm:cxn modelId="{488A52E7-D9A4-AE46-A1CB-A5676645F806}" type="presParOf" srcId="{D5EC44D7-3174-6647-B2E8-3FAD3C10E8EA}" destId="{AC6A67C1-62EE-0B49-963B-581366848CD3}" srcOrd="18" destOrd="0" presId="urn:microsoft.com/office/officeart/2005/8/layout/cycle5"/>
    <dgm:cxn modelId="{F4FDF22B-7224-1E48-8F30-B97406BFFBDD}" type="presParOf" srcId="{D5EC44D7-3174-6647-B2E8-3FAD3C10E8EA}" destId="{5637B57E-8650-1747-8A25-5C7A4A9ABF43}" srcOrd="19" destOrd="0" presId="urn:microsoft.com/office/officeart/2005/8/layout/cycle5"/>
    <dgm:cxn modelId="{F2F978C4-034C-1647-AFFA-0CE915B0BFD0}" type="presParOf" srcId="{D5EC44D7-3174-6647-B2E8-3FAD3C10E8EA}" destId="{5099009E-F613-D74E-9BDC-FA73F008477C}" srcOrd="20" destOrd="0" presId="urn:microsoft.com/office/officeart/2005/8/layout/cycle5"/>
    <dgm:cxn modelId="{9FB4C76B-8BB2-DC44-8D82-DCD2FD5C9D6B}" type="presParOf" srcId="{D5EC44D7-3174-6647-B2E8-3FAD3C10E8EA}" destId="{A6CEF3AB-55D3-E34C-9531-96B959723DE1}" srcOrd="21" destOrd="0" presId="urn:microsoft.com/office/officeart/2005/8/layout/cycle5"/>
    <dgm:cxn modelId="{420A4FFC-617B-1343-A4AD-CB0F68D9BEB1}" type="presParOf" srcId="{D5EC44D7-3174-6647-B2E8-3FAD3C10E8EA}" destId="{00330334-5888-E24A-830A-FCB113444424}" srcOrd="22" destOrd="0" presId="urn:microsoft.com/office/officeart/2005/8/layout/cycle5"/>
    <dgm:cxn modelId="{A4AEEA85-3C99-A04E-9243-834727F02C62}" type="presParOf" srcId="{D5EC44D7-3174-6647-B2E8-3FAD3C10E8EA}" destId="{1E4F9169-743D-3D4D-8BEA-6B60C3F6455F}" srcOrd="23"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3C2F82-503A-4747-8A81-BD26458D4C41}">
      <dsp:nvSpPr>
        <dsp:cNvPr id="0" name=""/>
        <dsp:cNvSpPr/>
      </dsp:nvSpPr>
      <dsp:spPr>
        <a:xfrm>
          <a:off x="2009100" y="24382"/>
          <a:ext cx="1325025" cy="545594"/>
        </a:xfrm>
        <a:prstGeom prst="round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0" lang="ru-RU" sz="1200" b="0" i="0" u="none" strike="noStrike" kern="1200" cap="none" spc="0" normalizeH="0" baseline="0" noProof="0">
              <a:ln>
                <a:noFill/>
              </a:ln>
              <a:solidFill>
                <a:schemeClr val="tx1"/>
              </a:solidFill>
              <a:effectLst/>
              <a:uLnTx/>
              <a:uFillTx/>
              <a:latin typeface="Arial"/>
              <a:ea typeface="+mn-ea"/>
              <a:cs typeface="+mn-cs"/>
            </a:rPr>
            <a:t>Название </a:t>
          </a:r>
          <a:br>
            <a:rPr kumimoji="0" lang="ru-RU" sz="1200" b="0" i="0" u="none" strike="noStrike" kern="1200" cap="none" spc="0" normalizeH="0" baseline="0" noProof="0">
              <a:ln>
                <a:noFill/>
              </a:ln>
              <a:solidFill>
                <a:schemeClr val="tx1"/>
              </a:solidFill>
              <a:effectLst/>
              <a:uLnTx/>
              <a:uFillTx/>
              <a:latin typeface="Arial"/>
              <a:ea typeface="+mn-ea"/>
              <a:cs typeface="+mn-cs"/>
            </a:rPr>
          </a:br>
          <a:r>
            <a:rPr kumimoji="0" lang="ru-RU" sz="1200" b="0" i="0" u="none" strike="noStrike" kern="1200" cap="none" spc="0" normalizeH="0" baseline="0" noProof="0">
              <a:ln>
                <a:noFill/>
              </a:ln>
              <a:solidFill>
                <a:schemeClr val="tx1"/>
              </a:solidFill>
              <a:effectLst/>
              <a:uLnTx/>
              <a:uFillTx/>
              <a:latin typeface="Arial"/>
              <a:ea typeface="+mn-ea"/>
              <a:cs typeface="+mn-cs"/>
            </a:rPr>
            <a:t>блока 1</a:t>
          </a:r>
          <a:endParaRPr lang="ru-RU" sz="1200" kern="1200">
            <a:solidFill>
              <a:schemeClr val="tx1"/>
            </a:solidFill>
          </a:endParaRPr>
        </a:p>
      </dsp:txBody>
      <dsp:txXfrm>
        <a:off x="2035734" y="51016"/>
        <a:ext cx="1271757" cy="492326"/>
      </dsp:txXfrm>
    </dsp:sp>
    <dsp:sp modelId="{7FB3EE18-7556-834B-B7FD-1DEB0997E9A3}">
      <dsp:nvSpPr>
        <dsp:cNvPr id="0" name=""/>
        <dsp:cNvSpPr/>
      </dsp:nvSpPr>
      <dsp:spPr>
        <a:xfrm>
          <a:off x="612696" y="297179"/>
          <a:ext cx="4117833" cy="4117833"/>
        </a:xfrm>
        <a:custGeom>
          <a:avLst/>
          <a:gdLst/>
          <a:ahLst/>
          <a:cxnLst/>
          <a:rect l="0" t="0" r="0" b="0"/>
          <a:pathLst>
            <a:path>
              <a:moveTo>
                <a:pt x="2816505" y="144446"/>
              </a:moveTo>
              <a:arcTo wR="2058916" hR="2058916" stAng="17495374" swAng="509590"/>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sp>
    <dsp:sp modelId="{48FF1F0E-B29D-A04C-9D4B-A90F97B6DF30}">
      <dsp:nvSpPr>
        <dsp:cNvPr id="0" name=""/>
        <dsp:cNvSpPr/>
      </dsp:nvSpPr>
      <dsp:spPr>
        <a:xfrm>
          <a:off x="3464975" y="627425"/>
          <a:ext cx="1325025" cy="545594"/>
        </a:xfrm>
        <a:prstGeom prst="round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0" lang="ru-RU" sz="1200" b="0" i="0" u="none" strike="noStrike" kern="1200" cap="none" spc="0" normalizeH="0" baseline="0" noProof="0">
              <a:ln>
                <a:noFill/>
              </a:ln>
              <a:solidFill>
                <a:schemeClr val="tx1"/>
              </a:solidFill>
              <a:effectLst/>
              <a:uLnTx/>
              <a:uFillTx/>
              <a:latin typeface="Arial"/>
              <a:ea typeface="+mn-ea"/>
              <a:cs typeface="+mn-cs"/>
            </a:rPr>
            <a:t>Название </a:t>
          </a:r>
          <a:br>
            <a:rPr kumimoji="0" lang="ru-RU" sz="1200" b="0" i="0" u="none" strike="noStrike" kern="1200" cap="none" spc="0" normalizeH="0" baseline="0" noProof="0">
              <a:ln>
                <a:noFill/>
              </a:ln>
              <a:solidFill>
                <a:schemeClr val="tx1"/>
              </a:solidFill>
              <a:effectLst/>
              <a:uLnTx/>
              <a:uFillTx/>
              <a:latin typeface="Arial"/>
              <a:ea typeface="+mn-ea"/>
              <a:cs typeface="+mn-cs"/>
            </a:rPr>
          </a:br>
          <a:r>
            <a:rPr kumimoji="0" lang="ru-RU" sz="1200" b="0" i="0" u="none" strike="noStrike" kern="1200" cap="none" spc="0" normalizeH="0" baseline="0" noProof="0">
              <a:ln>
                <a:noFill/>
              </a:ln>
              <a:solidFill>
                <a:schemeClr val="tx1"/>
              </a:solidFill>
              <a:effectLst/>
              <a:uLnTx/>
              <a:uFillTx/>
              <a:latin typeface="Arial"/>
              <a:ea typeface="+mn-ea"/>
              <a:cs typeface="+mn-cs"/>
            </a:rPr>
            <a:t>блока 2</a:t>
          </a:r>
          <a:endParaRPr lang="ru-RU" sz="1200" kern="1200">
            <a:solidFill>
              <a:schemeClr val="tx1"/>
            </a:solidFill>
          </a:endParaRPr>
        </a:p>
      </dsp:txBody>
      <dsp:txXfrm>
        <a:off x="3491609" y="654059"/>
        <a:ext cx="1271757" cy="492326"/>
      </dsp:txXfrm>
    </dsp:sp>
    <dsp:sp modelId="{B089E1F1-E3E2-1E4D-81AE-E5C675476A08}">
      <dsp:nvSpPr>
        <dsp:cNvPr id="0" name=""/>
        <dsp:cNvSpPr/>
      </dsp:nvSpPr>
      <dsp:spPr>
        <a:xfrm>
          <a:off x="612696" y="297179"/>
          <a:ext cx="4117833" cy="4117833"/>
        </a:xfrm>
        <a:custGeom>
          <a:avLst/>
          <a:gdLst/>
          <a:ahLst/>
          <a:cxnLst/>
          <a:rect l="0" t="0" r="0" b="0"/>
          <a:pathLst>
            <a:path>
              <a:moveTo>
                <a:pt x="3848546" y="1040897"/>
              </a:moveTo>
              <a:arcTo wR="2058916" hR="2058916" stAng="19822014" swAng="994798"/>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sp>
    <dsp:sp modelId="{8737B009-9A87-BB4C-8DAD-F3F1C42C4214}">
      <dsp:nvSpPr>
        <dsp:cNvPr id="0" name=""/>
        <dsp:cNvSpPr/>
      </dsp:nvSpPr>
      <dsp:spPr>
        <a:xfrm>
          <a:off x="4068017" y="2083299"/>
          <a:ext cx="1325025" cy="545594"/>
        </a:xfrm>
        <a:prstGeom prst="round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0" lang="ru-RU" sz="1200" b="0" i="0" u="none" strike="noStrike" kern="1200" cap="none" spc="0" normalizeH="0" baseline="0" noProof="0">
              <a:ln>
                <a:noFill/>
              </a:ln>
              <a:solidFill>
                <a:schemeClr val="tx1"/>
              </a:solidFill>
              <a:effectLst/>
              <a:uLnTx/>
              <a:uFillTx/>
              <a:latin typeface="Arial"/>
              <a:ea typeface="+mn-ea"/>
              <a:cs typeface="+mn-cs"/>
            </a:rPr>
            <a:t>Название </a:t>
          </a:r>
          <a:br>
            <a:rPr kumimoji="0" lang="ru-RU" sz="1200" b="0" i="0" u="none" strike="noStrike" kern="1200" cap="none" spc="0" normalizeH="0" baseline="0" noProof="0">
              <a:ln>
                <a:noFill/>
              </a:ln>
              <a:solidFill>
                <a:schemeClr val="tx1"/>
              </a:solidFill>
              <a:effectLst/>
              <a:uLnTx/>
              <a:uFillTx/>
              <a:latin typeface="Arial"/>
              <a:ea typeface="+mn-ea"/>
              <a:cs typeface="+mn-cs"/>
            </a:rPr>
          </a:br>
          <a:r>
            <a:rPr kumimoji="0" lang="ru-RU" sz="1200" b="0" i="0" u="none" strike="noStrike" kern="1200" cap="none" spc="0" normalizeH="0" baseline="0" noProof="0">
              <a:ln>
                <a:noFill/>
              </a:ln>
              <a:solidFill>
                <a:schemeClr val="tx1"/>
              </a:solidFill>
              <a:effectLst/>
              <a:uLnTx/>
              <a:uFillTx/>
              <a:latin typeface="Arial"/>
              <a:ea typeface="+mn-ea"/>
              <a:cs typeface="+mn-cs"/>
            </a:rPr>
            <a:t>блока 3</a:t>
          </a:r>
          <a:endParaRPr lang="ru-RU" sz="1200" kern="1200">
            <a:solidFill>
              <a:schemeClr val="tx1"/>
            </a:solidFill>
          </a:endParaRPr>
        </a:p>
      </dsp:txBody>
      <dsp:txXfrm>
        <a:off x="4094651" y="2109933"/>
        <a:ext cx="1271757" cy="492326"/>
      </dsp:txXfrm>
    </dsp:sp>
    <dsp:sp modelId="{56D20ACF-6D91-9E4D-BFC1-78C8A690AC74}">
      <dsp:nvSpPr>
        <dsp:cNvPr id="0" name=""/>
        <dsp:cNvSpPr/>
      </dsp:nvSpPr>
      <dsp:spPr>
        <a:xfrm>
          <a:off x="612696" y="297179"/>
          <a:ext cx="4117833" cy="4117833"/>
        </a:xfrm>
        <a:custGeom>
          <a:avLst/>
          <a:gdLst/>
          <a:ahLst/>
          <a:cxnLst/>
          <a:rect l="0" t="0" r="0" b="0"/>
          <a:pathLst>
            <a:path>
              <a:moveTo>
                <a:pt x="4064633" y="2523932"/>
              </a:moveTo>
              <a:arcTo wR="2058916" hR="2058916" stAng="783188" swAng="994798"/>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sp>
    <dsp:sp modelId="{11D998F3-28C7-9946-9BB7-6A2113D35335}">
      <dsp:nvSpPr>
        <dsp:cNvPr id="0" name=""/>
        <dsp:cNvSpPr/>
      </dsp:nvSpPr>
      <dsp:spPr>
        <a:xfrm>
          <a:off x="3464975" y="3539173"/>
          <a:ext cx="1325025" cy="545594"/>
        </a:xfrm>
        <a:prstGeom prst="round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0" lang="ru-RU" sz="1200" b="0" i="0" u="none" strike="noStrike" kern="1200" cap="none" spc="0" normalizeH="0" baseline="0" noProof="0">
              <a:ln>
                <a:noFill/>
              </a:ln>
              <a:solidFill>
                <a:schemeClr val="tx1"/>
              </a:solidFill>
              <a:effectLst/>
              <a:uLnTx/>
              <a:uFillTx/>
              <a:latin typeface="Arial"/>
              <a:ea typeface="+mn-ea"/>
              <a:cs typeface="+mn-cs"/>
            </a:rPr>
            <a:t>Название </a:t>
          </a:r>
          <a:br>
            <a:rPr kumimoji="0" lang="ru-RU" sz="1200" b="0" i="0" u="none" strike="noStrike" kern="1200" cap="none" spc="0" normalizeH="0" baseline="0" noProof="0">
              <a:ln>
                <a:noFill/>
              </a:ln>
              <a:solidFill>
                <a:schemeClr val="tx1"/>
              </a:solidFill>
              <a:effectLst/>
              <a:uLnTx/>
              <a:uFillTx/>
              <a:latin typeface="Arial"/>
              <a:ea typeface="+mn-ea"/>
              <a:cs typeface="+mn-cs"/>
            </a:rPr>
          </a:br>
          <a:r>
            <a:rPr kumimoji="0" lang="ru-RU" sz="1200" b="0" i="0" u="none" strike="noStrike" kern="1200" cap="none" spc="0" normalizeH="0" baseline="0" noProof="0">
              <a:ln>
                <a:noFill/>
              </a:ln>
              <a:solidFill>
                <a:schemeClr val="tx1"/>
              </a:solidFill>
              <a:effectLst/>
              <a:uLnTx/>
              <a:uFillTx/>
              <a:latin typeface="Arial"/>
              <a:ea typeface="+mn-ea"/>
              <a:cs typeface="+mn-cs"/>
            </a:rPr>
            <a:t>блока 4</a:t>
          </a:r>
          <a:endParaRPr lang="ru-RU" sz="1200" kern="1200">
            <a:solidFill>
              <a:schemeClr val="tx1"/>
            </a:solidFill>
          </a:endParaRPr>
        </a:p>
      </dsp:txBody>
      <dsp:txXfrm>
        <a:off x="3491609" y="3565807"/>
        <a:ext cx="1271757" cy="492326"/>
      </dsp:txXfrm>
    </dsp:sp>
    <dsp:sp modelId="{8A3F5002-C626-A84A-ACA0-A5B92F37775D}">
      <dsp:nvSpPr>
        <dsp:cNvPr id="0" name=""/>
        <dsp:cNvSpPr/>
      </dsp:nvSpPr>
      <dsp:spPr>
        <a:xfrm>
          <a:off x="612696" y="297179"/>
          <a:ext cx="4117833" cy="4117833"/>
        </a:xfrm>
        <a:custGeom>
          <a:avLst/>
          <a:gdLst/>
          <a:ahLst/>
          <a:cxnLst/>
          <a:rect l="0" t="0" r="0" b="0"/>
          <a:pathLst>
            <a:path>
              <a:moveTo>
                <a:pt x="3090948" y="3840502"/>
              </a:moveTo>
              <a:arcTo wR="2058916" hR="2058916" stAng="3595036" swAng="509590"/>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sp>
    <dsp:sp modelId="{2E9BF9EB-4AE0-ED4A-9634-2B7FE32DBD2D}">
      <dsp:nvSpPr>
        <dsp:cNvPr id="0" name=""/>
        <dsp:cNvSpPr/>
      </dsp:nvSpPr>
      <dsp:spPr>
        <a:xfrm>
          <a:off x="2009100" y="4142216"/>
          <a:ext cx="1325025" cy="545594"/>
        </a:xfrm>
        <a:prstGeom prst="round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0" lang="ru-RU" sz="1200" b="0" i="0" u="none" strike="noStrike" kern="1200" cap="none" spc="0" normalizeH="0" baseline="0" noProof="0">
              <a:ln>
                <a:noFill/>
              </a:ln>
              <a:solidFill>
                <a:schemeClr val="tx1"/>
              </a:solidFill>
              <a:effectLst/>
              <a:uLnTx/>
              <a:uFillTx/>
              <a:latin typeface="Arial"/>
              <a:ea typeface="+mn-ea"/>
              <a:cs typeface="+mn-cs"/>
            </a:rPr>
            <a:t>Название </a:t>
          </a:r>
          <a:br>
            <a:rPr kumimoji="0" lang="ru-RU" sz="1200" b="0" i="0" u="none" strike="noStrike" kern="1200" cap="none" spc="0" normalizeH="0" baseline="0" noProof="0">
              <a:ln>
                <a:noFill/>
              </a:ln>
              <a:solidFill>
                <a:schemeClr val="tx1"/>
              </a:solidFill>
              <a:effectLst/>
              <a:uLnTx/>
              <a:uFillTx/>
              <a:latin typeface="Arial"/>
              <a:ea typeface="+mn-ea"/>
              <a:cs typeface="+mn-cs"/>
            </a:rPr>
          </a:br>
          <a:r>
            <a:rPr kumimoji="0" lang="ru-RU" sz="1200" b="0" i="0" u="none" strike="noStrike" kern="1200" cap="none" spc="0" normalizeH="0" baseline="0" noProof="0">
              <a:ln>
                <a:noFill/>
              </a:ln>
              <a:solidFill>
                <a:schemeClr val="tx1"/>
              </a:solidFill>
              <a:effectLst/>
              <a:uLnTx/>
              <a:uFillTx/>
              <a:latin typeface="Arial"/>
              <a:ea typeface="+mn-ea"/>
              <a:cs typeface="+mn-cs"/>
            </a:rPr>
            <a:t>блока 5</a:t>
          </a:r>
          <a:endParaRPr lang="ru-RU" sz="1200" kern="1200">
            <a:solidFill>
              <a:schemeClr val="tx1"/>
            </a:solidFill>
          </a:endParaRPr>
        </a:p>
      </dsp:txBody>
      <dsp:txXfrm>
        <a:off x="2035734" y="4168850"/>
        <a:ext cx="1271757" cy="492326"/>
      </dsp:txXfrm>
    </dsp:sp>
    <dsp:sp modelId="{8946B6B0-1FEF-704D-A69A-522B10B32AE3}">
      <dsp:nvSpPr>
        <dsp:cNvPr id="0" name=""/>
        <dsp:cNvSpPr/>
      </dsp:nvSpPr>
      <dsp:spPr>
        <a:xfrm>
          <a:off x="612696" y="297179"/>
          <a:ext cx="4117833" cy="4117833"/>
        </a:xfrm>
        <a:custGeom>
          <a:avLst/>
          <a:gdLst/>
          <a:ahLst/>
          <a:cxnLst/>
          <a:rect l="0" t="0" r="0" b="0"/>
          <a:pathLst>
            <a:path>
              <a:moveTo>
                <a:pt x="1301327" y="3973387"/>
              </a:moveTo>
              <a:arcTo wR="2058916" hR="2058916" stAng="6695374" swAng="509590"/>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sp>
    <dsp:sp modelId="{063CDB8E-CED4-524C-AF92-555972F25762}">
      <dsp:nvSpPr>
        <dsp:cNvPr id="0" name=""/>
        <dsp:cNvSpPr/>
      </dsp:nvSpPr>
      <dsp:spPr>
        <a:xfrm>
          <a:off x="553226" y="3539173"/>
          <a:ext cx="1325025" cy="545594"/>
        </a:xfrm>
        <a:prstGeom prst="round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0" lang="ru-RU" sz="1200" b="0" i="0" u="none" strike="noStrike" kern="1200" cap="none" spc="0" normalizeH="0" baseline="0" noProof="0">
              <a:ln>
                <a:noFill/>
              </a:ln>
              <a:solidFill>
                <a:schemeClr val="tx1"/>
              </a:solidFill>
              <a:effectLst/>
              <a:uLnTx/>
              <a:uFillTx/>
              <a:latin typeface="Arial"/>
              <a:ea typeface="+mn-ea"/>
              <a:cs typeface="+mn-cs"/>
            </a:rPr>
            <a:t>Название </a:t>
          </a:r>
          <a:br>
            <a:rPr kumimoji="0" lang="ru-RU" sz="1200" b="0" i="0" u="none" strike="noStrike" kern="1200" cap="none" spc="0" normalizeH="0" baseline="0" noProof="0">
              <a:ln>
                <a:noFill/>
              </a:ln>
              <a:solidFill>
                <a:schemeClr val="tx1"/>
              </a:solidFill>
              <a:effectLst/>
              <a:uLnTx/>
              <a:uFillTx/>
              <a:latin typeface="Arial"/>
              <a:ea typeface="+mn-ea"/>
              <a:cs typeface="+mn-cs"/>
            </a:rPr>
          </a:br>
          <a:r>
            <a:rPr kumimoji="0" lang="ru-RU" sz="1200" b="0" i="0" u="none" strike="noStrike" kern="1200" cap="none" spc="0" normalizeH="0" baseline="0" noProof="0">
              <a:ln>
                <a:noFill/>
              </a:ln>
              <a:solidFill>
                <a:schemeClr val="tx1"/>
              </a:solidFill>
              <a:effectLst/>
              <a:uLnTx/>
              <a:uFillTx/>
              <a:latin typeface="Arial"/>
              <a:ea typeface="+mn-ea"/>
              <a:cs typeface="+mn-cs"/>
            </a:rPr>
            <a:t>блока 6</a:t>
          </a:r>
          <a:endParaRPr lang="ru-RU" sz="1200" kern="1200">
            <a:solidFill>
              <a:schemeClr val="tx1"/>
            </a:solidFill>
          </a:endParaRPr>
        </a:p>
      </dsp:txBody>
      <dsp:txXfrm>
        <a:off x="579860" y="3565807"/>
        <a:ext cx="1271757" cy="492326"/>
      </dsp:txXfrm>
    </dsp:sp>
    <dsp:sp modelId="{6DB18EB9-0F8E-4640-B66F-D5C032D33607}">
      <dsp:nvSpPr>
        <dsp:cNvPr id="0" name=""/>
        <dsp:cNvSpPr/>
      </dsp:nvSpPr>
      <dsp:spPr>
        <a:xfrm>
          <a:off x="612696" y="297179"/>
          <a:ext cx="4117833" cy="4117833"/>
        </a:xfrm>
        <a:custGeom>
          <a:avLst/>
          <a:gdLst/>
          <a:ahLst/>
          <a:cxnLst/>
          <a:rect l="0" t="0" r="0" b="0"/>
          <a:pathLst>
            <a:path>
              <a:moveTo>
                <a:pt x="269286" y="3076936"/>
              </a:moveTo>
              <a:arcTo wR="2058916" hR="2058916" stAng="9022014" swAng="994798"/>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sp>
    <dsp:sp modelId="{AC6A67C1-62EE-0B49-963B-581366848CD3}">
      <dsp:nvSpPr>
        <dsp:cNvPr id="0" name=""/>
        <dsp:cNvSpPr/>
      </dsp:nvSpPr>
      <dsp:spPr>
        <a:xfrm>
          <a:off x="-49815" y="2083299"/>
          <a:ext cx="1325025" cy="545594"/>
        </a:xfrm>
        <a:prstGeom prst="round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0" lang="ru-RU" sz="1200" b="0" i="0" u="none" strike="noStrike" kern="1200" cap="none" spc="0" normalizeH="0" baseline="0" noProof="0">
              <a:ln>
                <a:noFill/>
              </a:ln>
              <a:solidFill>
                <a:schemeClr val="tx1"/>
              </a:solidFill>
              <a:effectLst/>
              <a:uLnTx/>
              <a:uFillTx/>
              <a:latin typeface="Arial"/>
              <a:ea typeface="+mn-ea"/>
              <a:cs typeface="+mn-cs"/>
            </a:rPr>
            <a:t>Название </a:t>
          </a:r>
          <a:br>
            <a:rPr kumimoji="0" lang="ru-RU" sz="1200" b="0" i="0" u="none" strike="noStrike" kern="1200" cap="none" spc="0" normalizeH="0" baseline="0" noProof="0">
              <a:ln>
                <a:noFill/>
              </a:ln>
              <a:solidFill>
                <a:schemeClr val="tx1"/>
              </a:solidFill>
              <a:effectLst/>
              <a:uLnTx/>
              <a:uFillTx/>
              <a:latin typeface="Arial"/>
              <a:ea typeface="+mn-ea"/>
              <a:cs typeface="+mn-cs"/>
            </a:rPr>
          </a:br>
          <a:r>
            <a:rPr kumimoji="0" lang="ru-RU" sz="1200" b="0" i="0" u="none" strike="noStrike" kern="1200" cap="none" spc="0" normalizeH="0" baseline="0" noProof="0">
              <a:ln>
                <a:noFill/>
              </a:ln>
              <a:solidFill>
                <a:schemeClr val="tx1"/>
              </a:solidFill>
              <a:effectLst/>
              <a:uLnTx/>
              <a:uFillTx/>
              <a:latin typeface="Arial"/>
              <a:ea typeface="+mn-ea"/>
              <a:cs typeface="+mn-cs"/>
            </a:rPr>
            <a:t>блока 7</a:t>
          </a:r>
          <a:endParaRPr lang="ru-RU" sz="1200" kern="1200"/>
        </a:p>
      </dsp:txBody>
      <dsp:txXfrm>
        <a:off x="-23181" y="2109933"/>
        <a:ext cx="1271757" cy="492326"/>
      </dsp:txXfrm>
    </dsp:sp>
    <dsp:sp modelId="{5099009E-F613-D74E-9BDC-FA73F008477C}">
      <dsp:nvSpPr>
        <dsp:cNvPr id="0" name=""/>
        <dsp:cNvSpPr/>
      </dsp:nvSpPr>
      <dsp:spPr>
        <a:xfrm>
          <a:off x="612696" y="297179"/>
          <a:ext cx="4117833" cy="4117833"/>
        </a:xfrm>
        <a:custGeom>
          <a:avLst/>
          <a:gdLst/>
          <a:ahLst/>
          <a:cxnLst/>
          <a:rect l="0" t="0" r="0" b="0"/>
          <a:pathLst>
            <a:path>
              <a:moveTo>
                <a:pt x="53200" y="1593901"/>
              </a:moveTo>
              <a:arcTo wR="2058916" hR="2058916" stAng="11583188" swAng="994798"/>
            </a:path>
          </a:pathLst>
        </a:custGeom>
        <a:noFill/>
        <a:ln w="127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sp>
    <dsp:sp modelId="{A6CEF3AB-55D3-E34C-9531-96B959723DE1}">
      <dsp:nvSpPr>
        <dsp:cNvPr id="0" name=""/>
        <dsp:cNvSpPr/>
      </dsp:nvSpPr>
      <dsp:spPr>
        <a:xfrm>
          <a:off x="553226" y="627425"/>
          <a:ext cx="1325025" cy="545594"/>
        </a:xfrm>
        <a:prstGeom prst="round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0" lang="ru-RU" sz="1200" b="0" i="0" u="none" strike="noStrike" kern="1200" cap="none" spc="0" normalizeH="0" baseline="0" noProof="0">
              <a:ln>
                <a:noFill/>
              </a:ln>
              <a:solidFill>
                <a:schemeClr val="tx1"/>
              </a:solidFill>
              <a:effectLst/>
              <a:uLnTx/>
              <a:uFillTx/>
              <a:latin typeface="Arial"/>
              <a:ea typeface="+mn-ea"/>
              <a:cs typeface="+mn-cs"/>
            </a:rPr>
            <a:t>Название </a:t>
          </a:r>
          <a:br>
            <a:rPr kumimoji="0" lang="ru-RU" sz="1200" b="0" i="0" u="none" strike="noStrike" kern="1200" cap="none" spc="0" normalizeH="0" baseline="0" noProof="0">
              <a:ln>
                <a:noFill/>
              </a:ln>
              <a:solidFill>
                <a:schemeClr val="tx1"/>
              </a:solidFill>
              <a:effectLst/>
              <a:uLnTx/>
              <a:uFillTx/>
              <a:latin typeface="Arial"/>
              <a:ea typeface="+mn-ea"/>
              <a:cs typeface="+mn-cs"/>
            </a:rPr>
          </a:br>
          <a:r>
            <a:rPr kumimoji="0" lang="ru-RU" sz="1200" b="0" i="0" u="none" strike="noStrike" kern="1200" cap="none" spc="0" normalizeH="0" baseline="0" noProof="0">
              <a:ln>
                <a:noFill/>
              </a:ln>
              <a:solidFill>
                <a:schemeClr val="tx1"/>
              </a:solidFill>
              <a:effectLst/>
              <a:uLnTx/>
              <a:uFillTx/>
              <a:latin typeface="Arial"/>
              <a:ea typeface="+mn-ea"/>
              <a:cs typeface="+mn-cs"/>
            </a:rPr>
            <a:t>блока 8</a:t>
          </a:r>
          <a:endParaRPr lang="ru-RU" sz="1200" kern="1200"/>
        </a:p>
      </dsp:txBody>
      <dsp:txXfrm>
        <a:off x="579860" y="654059"/>
        <a:ext cx="1271757" cy="492326"/>
      </dsp:txXfrm>
    </dsp:sp>
    <dsp:sp modelId="{1E4F9169-743D-3D4D-8BEA-6B60C3F6455F}">
      <dsp:nvSpPr>
        <dsp:cNvPr id="0" name=""/>
        <dsp:cNvSpPr/>
      </dsp:nvSpPr>
      <dsp:spPr>
        <a:xfrm>
          <a:off x="612696" y="297179"/>
          <a:ext cx="4117833" cy="4117833"/>
        </a:xfrm>
        <a:custGeom>
          <a:avLst/>
          <a:gdLst/>
          <a:ahLst/>
          <a:cxnLst/>
          <a:rect l="0" t="0" r="0" b="0"/>
          <a:pathLst>
            <a:path>
              <a:moveTo>
                <a:pt x="1026884" y="277330"/>
              </a:moveTo>
              <a:arcTo wR="2058916" hR="2058916" stAng="14395036" swAng="509590"/>
            </a:path>
          </a:pathLst>
        </a:custGeom>
        <a:noFill/>
        <a:ln w="127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drawing1.xml><?xml version="1.0" encoding="utf-8"?>
<c:userShapes xmlns:c="http://schemas.openxmlformats.org/drawingml/2006/chart">
  <cdr:relSizeAnchor xmlns:cdr="http://schemas.openxmlformats.org/drawingml/2006/chartDrawing">
    <cdr:from>
      <cdr:x>0.33025</cdr:x>
      <cdr:y>0</cdr:y>
    </cdr:from>
    <cdr:to>
      <cdr:x>1</cdr:x>
      <cdr:y>0.72884</cdr:y>
    </cdr:to>
    <cdr:sp macro="" textlink="">
      <cdr:nvSpPr>
        <cdr:cNvPr id="2" name="Полилиния: фигура 1">
          <a:extLst xmlns:a="http://schemas.openxmlformats.org/drawingml/2006/main">
            <a:ext uri="{FF2B5EF4-FFF2-40B4-BE49-F238E27FC236}">
              <a16:creationId xmlns:a16="http://schemas.microsoft.com/office/drawing/2014/main" id="{1C4B5D79-F966-F78F-64A1-686A4E6E6B81}"/>
            </a:ext>
          </a:extLst>
        </cdr:cNvPr>
        <cdr:cNvSpPr/>
      </cdr:nvSpPr>
      <cdr:spPr>
        <a:xfrm xmlns:a="http://schemas.openxmlformats.org/drawingml/2006/main">
          <a:off x="2639468" y="-217624"/>
          <a:ext cx="3530600" cy="592666"/>
        </a:xfrm>
        <a:custGeom xmlns:a="http://schemas.openxmlformats.org/drawingml/2006/main">
          <a:avLst/>
          <a:gdLst>
            <a:gd name="connsiteX0" fmla="*/ 0 w 3530600"/>
            <a:gd name="connsiteY0" fmla="*/ 592666 h 592666"/>
            <a:gd name="connsiteX1" fmla="*/ 592666 w 3530600"/>
            <a:gd name="connsiteY1" fmla="*/ 0 h 592666"/>
            <a:gd name="connsiteX2" fmla="*/ 3530600 w 3530600"/>
            <a:gd name="connsiteY2" fmla="*/ 0 h 592666"/>
          </a:gdLst>
          <a:ahLst/>
          <a:cxnLst>
            <a:cxn ang="0">
              <a:pos x="connsiteX0" y="connsiteY0"/>
            </a:cxn>
            <a:cxn ang="0">
              <a:pos x="connsiteX1" y="connsiteY1"/>
            </a:cxn>
            <a:cxn ang="0">
              <a:pos x="connsiteX2" y="connsiteY2"/>
            </a:cxn>
          </a:cxnLst>
          <a:rect l="l" t="t" r="r" b="b"/>
          <a:pathLst>
            <a:path w="3530600" h="592666">
              <a:moveTo>
                <a:pt x="0" y="592666"/>
              </a:moveTo>
              <a:lnTo>
                <a:pt x="592666" y="0"/>
              </a:lnTo>
              <a:lnTo>
                <a:pt x="3530600" y="0"/>
              </a:lnTo>
            </a:path>
          </a:pathLst>
        </a:cu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rtlCol="0" anchor="ctr"/>
        <a:lstStyle xmlns:a="http://schemas.openxmlformats.org/drawingml/2006/main"/>
        <a:p xmlns:a="http://schemas.openxmlformats.org/drawingml/2006/main">
          <a:endParaRPr lang="ru-RU"/>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367C0CF-F4C0-95C7-86F3-9E8EE40410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dirty="0">
              <a:latin typeface="Arial" panose="020B0604020202020204" pitchFamily="34" charset="0"/>
            </a:endParaRPr>
          </a:p>
        </p:txBody>
      </p:sp>
      <p:sp>
        <p:nvSpPr>
          <p:cNvPr id="3" name="Дата 2">
            <a:extLst>
              <a:ext uri="{FF2B5EF4-FFF2-40B4-BE49-F238E27FC236}">
                <a16:creationId xmlns:a16="http://schemas.microsoft.com/office/drawing/2014/main" id="{3DA1C796-539B-2804-7940-1270DC3BEFC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D7F4CF-5328-4739-960D-CA90DC7CEF08}" type="datetimeFigureOut">
              <a:rPr lang="ru-RU" smtClean="0">
                <a:latin typeface="Arial" panose="020B0604020202020204" pitchFamily="34" charset="0"/>
              </a:rPr>
              <a:t>31.01.2024</a:t>
            </a:fld>
            <a:endParaRPr lang="ru-RU" dirty="0">
              <a:latin typeface="Arial" panose="020B0604020202020204" pitchFamily="34" charset="0"/>
            </a:endParaRPr>
          </a:p>
        </p:txBody>
      </p:sp>
      <p:sp>
        <p:nvSpPr>
          <p:cNvPr id="4" name="Нижний колонтитул 3">
            <a:extLst>
              <a:ext uri="{FF2B5EF4-FFF2-40B4-BE49-F238E27FC236}">
                <a16:creationId xmlns:a16="http://schemas.microsoft.com/office/drawing/2014/main" id="{3D4BBA8E-A71A-EF67-F4DE-6F8E4DB054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dirty="0">
              <a:latin typeface="Arial" panose="020B0604020202020204" pitchFamily="34" charset="0"/>
            </a:endParaRPr>
          </a:p>
        </p:txBody>
      </p:sp>
      <p:sp>
        <p:nvSpPr>
          <p:cNvPr id="5" name="Номер слайда 4">
            <a:extLst>
              <a:ext uri="{FF2B5EF4-FFF2-40B4-BE49-F238E27FC236}">
                <a16:creationId xmlns:a16="http://schemas.microsoft.com/office/drawing/2014/main" id="{B276695C-9635-EDED-B81C-5F145B6A0AD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0B1485-3AA0-4E52-A81C-B7871651468E}" type="slidenum">
              <a:rPr lang="ru-RU" smtClean="0">
                <a:latin typeface="Arial" panose="020B0604020202020204" pitchFamily="34" charset="0"/>
              </a:rPr>
              <a:t>‹#›</a:t>
            </a:fld>
            <a:endParaRPr lang="ru-RU" dirty="0">
              <a:latin typeface="Arial" panose="020B0604020202020204" pitchFamily="34" charset="0"/>
            </a:endParaRPr>
          </a:p>
        </p:txBody>
      </p:sp>
    </p:spTree>
    <p:extLst>
      <p:ext uri="{BB962C8B-B14F-4D97-AF65-F5344CB8AC3E}">
        <p14:creationId xmlns:p14="http://schemas.microsoft.com/office/powerpoint/2010/main" val="264007827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ru-RU"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974A28E2-8F42-4A3C-8147-E3FFF422B139}" type="datetimeFigureOut">
              <a:rPr lang="ru-RU" smtClean="0"/>
              <a:pPr/>
              <a:t>31.01.2024</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ru-RU"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650C9ADD-5F9E-49DE-A1DB-0FC1C68088B0}" type="slidenum">
              <a:rPr lang="ru-RU" smtClean="0"/>
              <a:pPr/>
              <a:t>‹#›</a:t>
            </a:fld>
            <a:endParaRPr lang="ru-RU" dirty="0"/>
          </a:p>
        </p:txBody>
      </p:sp>
    </p:spTree>
    <p:extLst>
      <p:ext uri="{BB962C8B-B14F-4D97-AF65-F5344CB8AC3E}">
        <p14:creationId xmlns:p14="http://schemas.microsoft.com/office/powerpoint/2010/main" val="1048851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650C9ADD-5F9E-49DE-A1DB-0FC1C68088B0}" type="slidenum">
              <a:rPr lang="ru-RU" smtClean="0"/>
              <a:t>6</a:t>
            </a:fld>
            <a:endParaRPr lang="ru-RU"/>
          </a:p>
        </p:txBody>
      </p:sp>
    </p:spTree>
    <p:extLst>
      <p:ext uri="{BB962C8B-B14F-4D97-AF65-F5344CB8AC3E}">
        <p14:creationId xmlns:p14="http://schemas.microsoft.com/office/powerpoint/2010/main" val="2553513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650C9ADD-5F9E-49DE-A1DB-0FC1C68088B0}" type="slidenum">
              <a:rPr lang="ru-RU" smtClean="0"/>
              <a:t>7</a:t>
            </a:fld>
            <a:endParaRPr lang="ru-RU"/>
          </a:p>
        </p:txBody>
      </p:sp>
    </p:spTree>
    <p:extLst>
      <p:ext uri="{BB962C8B-B14F-4D97-AF65-F5344CB8AC3E}">
        <p14:creationId xmlns:p14="http://schemas.microsoft.com/office/powerpoint/2010/main" val="2907409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650C9ADD-5F9E-49DE-A1DB-0FC1C68088B0}" type="slidenum">
              <a:rPr lang="ru-RU" smtClean="0"/>
              <a:t>9</a:t>
            </a:fld>
            <a:endParaRPr lang="ru-RU"/>
          </a:p>
        </p:txBody>
      </p:sp>
    </p:spTree>
    <p:extLst>
      <p:ext uri="{BB962C8B-B14F-4D97-AF65-F5344CB8AC3E}">
        <p14:creationId xmlns:p14="http://schemas.microsoft.com/office/powerpoint/2010/main" val="1827465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650C9ADD-5F9E-49DE-A1DB-0FC1C68088B0}" type="slidenum">
              <a:rPr lang="ru-RU" smtClean="0"/>
              <a:t>38</a:t>
            </a:fld>
            <a:endParaRPr lang="ru-RU"/>
          </a:p>
        </p:txBody>
      </p:sp>
    </p:spTree>
    <p:extLst>
      <p:ext uri="{BB962C8B-B14F-4D97-AF65-F5344CB8AC3E}">
        <p14:creationId xmlns:p14="http://schemas.microsoft.com/office/powerpoint/2010/main" val="3785194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650C9ADD-5F9E-49DE-A1DB-0FC1C68088B0}" type="slidenum">
              <a:rPr lang="ru-RU" smtClean="0"/>
              <a:t>47</a:t>
            </a:fld>
            <a:endParaRPr lang="ru-RU"/>
          </a:p>
        </p:txBody>
      </p:sp>
    </p:spTree>
    <p:extLst>
      <p:ext uri="{BB962C8B-B14F-4D97-AF65-F5344CB8AC3E}">
        <p14:creationId xmlns:p14="http://schemas.microsoft.com/office/powerpoint/2010/main" val="2133060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650C9ADD-5F9E-49DE-A1DB-0FC1C68088B0}" type="slidenum">
              <a:rPr lang="ru-RU" smtClean="0"/>
              <a:t>58</a:t>
            </a:fld>
            <a:endParaRPr lang="ru-RU"/>
          </a:p>
        </p:txBody>
      </p:sp>
    </p:spTree>
    <p:extLst>
      <p:ext uri="{BB962C8B-B14F-4D97-AF65-F5344CB8AC3E}">
        <p14:creationId xmlns:p14="http://schemas.microsoft.com/office/powerpoint/2010/main" val="175343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650C9ADD-5F9E-49DE-A1DB-0FC1C68088B0}" type="slidenum">
              <a:rPr lang="ru-RU" smtClean="0"/>
              <a:t>59</a:t>
            </a:fld>
            <a:endParaRPr lang="ru-RU"/>
          </a:p>
        </p:txBody>
      </p:sp>
    </p:spTree>
    <p:extLst>
      <p:ext uri="{BB962C8B-B14F-4D97-AF65-F5344CB8AC3E}">
        <p14:creationId xmlns:p14="http://schemas.microsoft.com/office/powerpoint/2010/main" val="205800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650C9ADD-5F9E-49DE-A1DB-0FC1C68088B0}" type="slidenum">
              <a:rPr lang="ru-RU" smtClean="0"/>
              <a:t>68</a:t>
            </a:fld>
            <a:endParaRPr lang="ru-RU"/>
          </a:p>
        </p:txBody>
      </p:sp>
    </p:spTree>
    <p:extLst>
      <p:ext uri="{BB962C8B-B14F-4D97-AF65-F5344CB8AC3E}">
        <p14:creationId xmlns:p14="http://schemas.microsoft.com/office/powerpoint/2010/main" val="93061243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Master" Target="../slideMasters/slideMaster1.xml"/><Relationship Id="rId18" Type="http://schemas.openxmlformats.org/officeDocument/2006/relationships/oleObject" Target="../embeddings/oleObject5.bin"/><Relationship Id="rId3" Type="http://schemas.openxmlformats.org/officeDocument/2006/relationships/tags" Target="../tags/tag4.xml"/><Relationship Id="rId21" Type="http://schemas.openxmlformats.org/officeDocument/2006/relationships/oleObject" Target="../embeddings/oleObject8.bin"/><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oleObject" Target="../embeddings/oleObject4.bin"/><Relationship Id="rId25" Type="http://schemas.openxmlformats.org/officeDocument/2006/relationships/oleObject" Target="../embeddings/oleObject12.bin"/><Relationship Id="rId2" Type="http://schemas.openxmlformats.org/officeDocument/2006/relationships/tags" Target="../tags/tag3.xml"/><Relationship Id="rId16" Type="http://schemas.openxmlformats.org/officeDocument/2006/relationships/oleObject" Target="../embeddings/oleObject3.bin"/><Relationship Id="rId20" Type="http://schemas.openxmlformats.org/officeDocument/2006/relationships/oleObject" Target="../embeddings/oleObject7.bin"/><Relationship Id="rId1" Type="http://schemas.openxmlformats.org/officeDocument/2006/relationships/vmlDrawing" Target="../drawings/vmlDrawing2.v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oleObject" Target="../embeddings/oleObject11.bin"/><Relationship Id="rId5" Type="http://schemas.openxmlformats.org/officeDocument/2006/relationships/tags" Target="../tags/tag6.xml"/><Relationship Id="rId15" Type="http://schemas.openxmlformats.org/officeDocument/2006/relationships/image" Target="../media/image1.emf"/><Relationship Id="rId23" Type="http://schemas.openxmlformats.org/officeDocument/2006/relationships/oleObject" Target="../embeddings/oleObject10.bin"/><Relationship Id="rId10" Type="http://schemas.openxmlformats.org/officeDocument/2006/relationships/tags" Target="../tags/tag11.xml"/><Relationship Id="rId19" Type="http://schemas.openxmlformats.org/officeDocument/2006/relationships/oleObject" Target="../embeddings/oleObject6.bin"/><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oleObject" Target="../embeddings/oleObject2.bin"/><Relationship Id="rId22" Type="http://schemas.openxmlformats.org/officeDocument/2006/relationships/oleObject" Target="../embeddings/oleObject9.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slideMaster" Target="../slideMasters/slideMaster1.xml"/><Relationship Id="rId18" Type="http://schemas.openxmlformats.org/officeDocument/2006/relationships/oleObject" Target="../embeddings/oleObject21.bin"/><Relationship Id="rId3" Type="http://schemas.openxmlformats.org/officeDocument/2006/relationships/tags" Target="../tags/tag20.xml"/><Relationship Id="rId21" Type="http://schemas.openxmlformats.org/officeDocument/2006/relationships/oleObject" Target="../embeddings/oleObject24.bin"/><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oleObject" Target="../embeddings/oleObject20.bin"/><Relationship Id="rId25" Type="http://schemas.openxmlformats.org/officeDocument/2006/relationships/oleObject" Target="../embeddings/oleObject28.bin"/><Relationship Id="rId2" Type="http://schemas.openxmlformats.org/officeDocument/2006/relationships/tags" Target="../tags/tag19.xml"/><Relationship Id="rId16" Type="http://schemas.openxmlformats.org/officeDocument/2006/relationships/oleObject" Target="../embeddings/oleObject19.bin"/><Relationship Id="rId20" Type="http://schemas.openxmlformats.org/officeDocument/2006/relationships/oleObject" Target="../embeddings/oleObject23.bin"/><Relationship Id="rId1" Type="http://schemas.openxmlformats.org/officeDocument/2006/relationships/vmlDrawing" Target="../drawings/vmlDrawing8.v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oleObject" Target="../embeddings/oleObject27.bin"/><Relationship Id="rId5" Type="http://schemas.openxmlformats.org/officeDocument/2006/relationships/tags" Target="../tags/tag22.xml"/><Relationship Id="rId15" Type="http://schemas.openxmlformats.org/officeDocument/2006/relationships/image" Target="../media/image1.emf"/><Relationship Id="rId23" Type="http://schemas.openxmlformats.org/officeDocument/2006/relationships/oleObject" Target="../embeddings/oleObject26.bin"/><Relationship Id="rId10" Type="http://schemas.openxmlformats.org/officeDocument/2006/relationships/tags" Target="../tags/tag27.xml"/><Relationship Id="rId19" Type="http://schemas.openxmlformats.org/officeDocument/2006/relationships/oleObject" Target="../embeddings/oleObject22.bin"/><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oleObject" Target="../embeddings/oleObject18.bin"/><Relationship Id="rId22" Type="http://schemas.openxmlformats.org/officeDocument/2006/relationships/oleObject" Target="../embeddings/oleObject25.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9.vml"/><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1.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3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3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3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3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7.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3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3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38.bin"/></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_light">
    <p:bg>
      <p:bgPr>
        <a:solidFill>
          <a:schemeClr val="bg2"/>
        </a:solidFill>
        <a:effectLst/>
      </p:bgPr>
    </p:bg>
    <p:spTree>
      <p:nvGrpSpPr>
        <p:cNvPr id="1" name=""/>
        <p:cNvGrpSpPr/>
        <p:nvPr/>
      </p:nvGrpSpPr>
      <p:grpSpPr>
        <a:xfrm>
          <a:off x="0" y="0"/>
          <a:ext cx="0" cy="0"/>
          <a:chOff x="0" y="0"/>
          <a:chExt cx="0" cy="0"/>
        </a:xfrm>
      </p:grpSpPr>
      <p:sp>
        <p:nvSpPr>
          <p:cNvPr id="6" name="Прямоугольник: скругленные углы 5">
            <a:extLst>
              <a:ext uri="{FF2B5EF4-FFF2-40B4-BE49-F238E27FC236}">
                <a16:creationId xmlns:a16="http://schemas.microsoft.com/office/drawing/2014/main" id="{E49329ED-88BB-C258-4171-C073E4805052}"/>
              </a:ext>
            </a:extLst>
          </p:cNvPr>
          <p:cNvSpPr/>
          <p:nvPr/>
        </p:nvSpPr>
        <p:spPr>
          <a:xfrm>
            <a:off x="639763" y="411163"/>
            <a:ext cx="10910887" cy="5851525"/>
          </a:xfrm>
          <a:prstGeom prst="roundRect">
            <a:avLst>
              <a:gd name="adj" fmla="val 107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ru-RU" sz="1400" err="1"/>
          </a:p>
        </p:txBody>
      </p:sp>
      <p:graphicFrame>
        <p:nvGraphicFramePr>
          <p:cNvPr id="7" name="Объект 6" hidden="1">
            <a:extLst>
              <a:ext uri="{FF2B5EF4-FFF2-40B4-BE49-F238E27FC236}">
                <a16:creationId xmlns:a16="http://schemas.microsoft.com/office/drawing/2014/main" id="{2E22186C-4B12-E0C1-79B2-480F2CD08670}"/>
              </a:ext>
            </a:extLst>
          </p:cNvPr>
          <p:cNvGraphicFramePr>
            <a:graphicFrameLocks noChangeAspect="1"/>
          </p:cNvGraphicFramePr>
          <p:nvPr>
            <p:custDataLst>
              <p:tags r:id="rId2"/>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0" name="Слайд think-cell" r:id="rId14" imgW="233" imgH="233" progId="TCLayout.ActiveDocument.1">
                  <p:embed/>
                </p:oleObj>
              </mc:Choice>
              <mc:Fallback>
                <p:oleObj name="Слайд think-cell" r:id="rId14" imgW="233" imgH="233" progId="TCLayout.ActiveDocument.1">
                  <p:embed/>
                  <p:pic>
                    <p:nvPicPr>
                      <p:cNvPr id="7" name="Объект 6" hidden="1">
                        <a:extLst>
                          <a:ext uri="{FF2B5EF4-FFF2-40B4-BE49-F238E27FC236}">
                            <a16:creationId xmlns:a16="http://schemas.microsoft.com/office/drawing/2014/main" id="{2E22186C-4B12-E0C1-79B2-480F2CD08670}"/>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3" name="Подзаголовок 2">
            <a:extLst>
              <a:ext uri="{FF2B5EF4-FFF2-40B4-BE49-F238E27FC236}">
                <a16:creationId xmlns:a16="http://schemas.microsoft.com/office/drawing/2014/main" id="{EF11FA05-DC06-B340-2031-0DB23FEF24A3}"/>
              </a:ext>
            </a:extLst>
          </p:cNvPr>
          <p:cNvSpPr>
            <a:spLocks noGrp="1"/>
          </p:cNvSpPr>
          <p:nvPr>
            <p:ph type="subTitle" idx="1" hasCustomPrompt="1"/>
          </p:nvPr>
        </p:nvSpPr>
        <p:spPr>
          <a:xfrm>
            <a:off x="1549400" y="4705255"/>
            <a:ext cx="8174332" cy="817562"/>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Напиши подзаголовок презентации, имя спикера </a:t>
            </a:r>
            <a:br>
              <a:rPr lang="ru-RU"/>
            </a:br>
            <a:r>
              <a:rPr lang="ru-RU"/>
              <a:t>и другую дополнительную информацию</a:t>
            </a:r>
          </a:p>
        </p:txBody>
      </p:sp>
      <p:graphicFrame>
        <p:nvGraphicFramePr>
          <p:cNvPr id="4" name="Объект 3" hidden="1">
            <a:extLst>
              <a:ext uri="{FF2B5EF4-FFF2-40B4-BE49-F238E27FC236}">
                <a16:creationId xmlns:a16="http://schemas.microsoft.com/office/drawing/2014/main" id="{5AD7914A-6F7A-0AB4-0320-8B0610322ABA}"/>
              </a:ext>
            </a:extLst>
          </p:cNvPr>
          <p:cNvGraphicFramePr>
            <a:graphicFrameLocks noChangeAspect="1"/>
          </p:cNvGraphicFramePr>
          <p:nvPr>
            <p:custDataLst>
              <p:tags r:id="rId3"/>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1" name="Слайд think-cell" r:id="rId16" imgW="233" imgH="233" progId="TCLayout.ActiveDocument.1">
                  <p:embed/>
                </p:oleObj>
              </mc:Choice>
              <mc:Fallback>
                <p:oleObj name="Слайд think-cell" r:id="rId16" imgW="233" imgH="233" progId="TCLayout.ActiveDocument.1">
                  <p:embed/>
                  <p:pic>
                    <p:nvPicPr>
                      <p:cNvPr id="4" name="Объект 3" hidden="1">
                        <a:extLst>
                          <a:ext uri="{FF2B5EF4-FFF2-40B4-BE49-F238E27FC236}">
                            <a16:creationId xmlns:a16="http://schemas.microsoft.com/office/drawing/2014/main" id="{5AD7914A-6F7A-0AB4-0320-8B0610322AB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9" name="Объект 8" hidden="1">
            <a:extLst>
              <a:ext uri="{FF2B5EF4-FFF2-40B4-BE49-F238E27FC236}">
                <a16:creationId xmlns:a16="http://schemas.microsoft.com/office/drawing/2014/main" id="{15B33EE8-2A0C-A289-E633-0C1A78BC22FA}"/>
              </a:ext>
            </a:extLst>
          </p:cNvPr>
          <p:cNvGraphicFramePr>
            <a:graphicFrameLocks noChangeAspect="1"/>
          </p:cNvGraphicFramePr>
          <p:nvPr>
            <p:custDataLst>
              <p:tags r:id="rId4"/>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2" name="Слайд think-cell" r:id="rId17" imgW="233" imgH="233" progId="TCLayout.ActiveDocument.1">
                  <p:embed/>
                </p:oleObj>
              </mc:Choice>
              <mc:Fallback>
                <p:oleObj name="Слайд think-cell" r:id="rId17" imgW="233" imgH="233" progId="TCLayout.ActiveDocument.1">
                  <p:embed/>
                  <p:pic>
                    <p:nvPicPr>
                      <p:cNvPr id="9" name="Объект 8" hidden="1">
                        <a:extLst>
                          <a:ext uri="{FF2B5EF4-FFF2-40B4-BE49-F238E27FC236}">
                            <a16:creationId xmlns:a16="http://schemas.microsoft.com/office/drawing/2014/main" id="{15B33EE8-2A0C-A289-E633-0C1A78BC22F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2" name="Объект 11" hidden="1">
            <a:extLst>
              <a:ext uri="{FF2B5EF4-FFF2-40B4-BE49-F238E27FC236}">
                <a16:creationId xmlns:a16="http://schemas.microsoft.com/office/drawing/2014/main" id="{EDB5745A-EB00-381B-6668-493769E30B62}"/>
              </a:ext>
            </a:extLst>
          </p:cNvPr>
          <p:cNvGraphicFramePr>
            <a:graphicFrameLocks noChangeAspect="1"/>
          </p:cNvGraphicFramePr>
          <p:nvPr>
            <p:custDataLst>
              <p:tags r:id="rId5"/>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3" name="Слайд think-cell" r:id="rId18" imgW="233" imgH="233" progId="TCLayout.ActiveDocument.1">
                  <p:embed/>
                </p:oleObj>
              </mc:Choice>
              <mc:Fallback>
                <p:oleObj name="Слайд think-cell" r:id="rId18" imgW="233" imgH="233" progId="TCLayout.ActiveDocument.1">
                  <p:embed/>
                  <p:pic>
                    <p:nvPicPr>
                      <p:cNvPr id="12" name="Объект 11" hidden="1">
                        <a:extLst>
                          <a:ext uri="{FF2B5EF4-FFF2-40B4-BE49-F238E27FC236}">
                            <a16:creationId xmlns:a16="http://schemas.microsoft.com/office/drawing/2014/main" id="{EDB5745A-EB00-381B-6668-493769E30B62}"/>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5" name="Объект 14" hidden="1">
            <a:extLst>
              <a:ext uri="{FF2B5EF4-FFF2-40B4-BE49-F238E27FC236}">
                <a16:creationId xmlns:a16="http://schemas.microsoft.com/office/drawing/2014/main" id="{1A29F7CF-5EA7-385D-A6B8-3F74846ECFA0}"/>
              </a:ext>
            </a:extLst>
          </p:cNvPr>
          <p:cNvGraphicFramePr>
            <a:graphicFrameLocks noChangeAspect="1"/>
          </p:cNvGraphicFramePr>
          <p:nvPr>
            <p:custDataLst>
              <p:tags r:id="rId6"/>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4" name="Слайд think-cell" r:id="rId19" imgW="233" imgH="233" progId="TCLayout.ActiveDocument.1">
                  <p:embed/>
                </p:oleObj>
              </mc:Choice>
              <mc:Fallback>
                <p:oleObj name="Слайд think-cell" r:id="rId19" imgW="233" imgH="233" progId="TCLayout.ActiveDocument.1">
                  <p:embed/>
                  <p:pic>
                    <p:nvPicPr>
                      <p:cNvPr id="15" name="Объект 14" hidden="1">
                        <a:extLst>
                          <a:ext uri="{FF2B5EF4-FFF2-40B4-BE49-F238E27FC236}">
                            <a16:creationId xmlns:a16="http://schemas.microsoft.com/office/drawing/2014/main" id="{1A29F7CF-5EA7-385D-A6B8-3F74846ECFA0}"/>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8" name="Объект 17" hidden="1">
            <a:extLst>
              <a:ext uri="{FF2B5EF4-FFF2-40B4-BE49-F238E27FC236}">
                <a16:creationId xmlns:a16="http://schemas.microsoft.com/office/drawing/2014/main" id="{69EB17E6-0D76-E72E-817B-D0C2F75924C4}"/>
              </a:ext>
            </a:extLst>
          </p:cNvPr>
          <p:cNvGraphicFramePr>
            <a:graphicFrameLocks noChangeAspect="1"/>
          </p:cNvGraphicFramePr>
          <p:nvPr>
            <p:custDataLst>
              <p:tags r:id="rId7"/>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5" name="Слайд think-cell" r:id="rId20" imgW="233" imgH="233" progId="TCLayout.ActiveDocument.1">
                  <p:embed/>
                </p:oleObj>
              </mc:Choice>
              <mc:Fallback>
                <p:oleObj name="Слайд think-cell" r:id="rId20" imgW="233" imgH="233" progId="TCLayout.ActiveDocument.1">
                  <p:embed/>
                  <p:pic>
                    <p:nvPicPr>
                      <p:cNvPr id="18" name="Объект 17" hidden="1">
                        <a:extLst>
                          <a:ext uri="{FF2B5EF4-FFF2-40B4-BE49-F238E27FC236}">
                            <a16:creationId xmlns:a16="http://schemas.microsoft.com/office/drawing/2014/main" id="{69EB17E6-0D76-E72E-817B-D0C2F75924C4}"/>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5" name="Заголовок 1">
            <a:extLst>
              <a:ext uri="{FF2B5EF4-FFF2-40B4-BE49-F238E27FC236}">
                <a16:creationId xmlns:a16="http://schemas.microsoft.com/office/drawing/2014/main" id="{EE0D4A2C-56C5-17DB-0E5E-7516F66FD053}"/>
              </a:ext>
            </a:extLst>
          </p:cNvPr>
          <p:cNvSpPr>
            <a:spLocks noGrp="1"/>
          </p:cNvSpPr>
          <p:nvPr>
            <p:ph type="ctrTitle" hasCustomPrompt="1"/>
          </p:nvPr>
        </p:nvSpPr>
        <p:spPr>
          <a:xfrm>
            <a:off x="1526718" y="2152745"/>
            <a:ext cx="8206245" cy="2277549"/>
          </a:xfrm>
        </p:spPr>
        <p:txBody>
          <a:bodyPr vert="horz" anchor="b">
            <a:noAutofit/>
          </a:bodyPr>
          <a:lstStyle>
            <a:lvl1pPr algn="l">
              <a:lnSpc>
                <a:spcPct val="90000"/>
              </a:lnSpc>
              <a:defRPr sz="4800" spc="-50" baseline="0">
                <a:solidFill>
                  <a:schemeClr val="bg1"/>
                </a:solidFill>
              </a:defRPr>
            </a:lvl1pPr>
          </a:lstStyle>
          <a:p>
            <a:r>
              <a:rPr lang="ru-RU"/>
              <a:t>Напиши смысловой заголовок презентации </a:t>
            </a:r>
            <a:br>
              <a:rPr lang="ru-RU"/>
            </a:br>
            <a:r>
              <a:rPr lang="ru-RU"/>
              <a:t>в 2–3 строки</a:t>
            </a:r>
          </a:p>
        </p:txBody>
      </p:sp>
      <p:graphicFrame>
        <p:nvGraphicFramePr>
          <p:cNvPr id="8" name="Объект 7" hidden="1">
            <a:extLst>
              <a:ext uri="{FF2B5EF4-FFF2-40B4-BE49-F238E27FC236}">
                <a16:creationId xmlns:a16="http://schemas.microsoft.com/office/drawing/2014/main" id="{1D77E8B5-7B50-6479-7248-130A739ECA38}"/>
              </a:ext>
            </a:extLst>
          </p:cNvPr>
          <p:cNvGraphicFramePr>
            <a:graphicFrameLocks noChangeAspect="1"/>
          </p:cNvGraphicFramePr>
          <p:nvPr>
            <p:custDataLst>
              <p:tags r:id="rId8"/>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6" name="Слайд think-cell" r:id="rId21" imgW="233" imgH="233" progId="TCLayout.ActiveDocument.1">
                  <p:embed/>
                </p:oleObj>
              </mc:Choice>
              <mc:Fallback>
                <p:oleObj name="Слайд think-cell" r:id="rId21" imgW="233" imgH="233" progId="TCLayout.ActiveDocument.1">
                  <p:embed/>
                  <p:pic>
                    <p:nvPicPr>
                      <p:cNvPr id="8" name="Объект 7" hidden="1">
                        <a:extLst>
                          <a:ext uri="{FF2B5EF4-FFF2-40B4-BE49-F238E27FC236}">
                            <a16:creationId xmlns:a16="http://schemas.microsoft.com/office/drawing/2014/main" id="{1D77E8B5-7B50-6479-7248-130A739ECA38}"/>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2" name="Объект 1" hidden="1">
            <a:extLst>
              <a:ext uri="{FF2B5EF4-FFF2-40B4-BE49-F238E27FC236}">
                <a16:creationId xmlns:a16="http://schemas.microsoft.com/office/drawing/2014/main" id="{4E5DA3C2-0A7F-674E-A5B0-30B7E3A95F0E}"/>
              </a:ext>
            </a:extLst>
          </p:cNvPr>
          <p:cNvGraphicFramePr>
            <a:graphicFrameLocks noChangeAspect="1"/>
          </p:cNvGraphicFramePr>
          <p:nvPr>
            <p:custDataLst>
              <p:tags r:id="rId9"/>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7" name="Слайд think-cell" r:id="rId22" imgW="233" imgH="233" progId="TCLayout.ActiveDocument.1">
                  <p:embed/>
                </p:oleObj>
              </mc:Choice>
              <mc:Fallback>
                <p:oleObj name="Слайд think-cell" r:id="rId22" imgW="233" imgH="233" progId="TCLayout.ActiveDocument.1">
                  <p:embed/>
                  <p:pic>
                    <p:nvPicPr>
                      <p:cNvPr id="2" name="Объект 1" hidden="1">
                        <a:extLst>
                          <a:ext uri="{FF2B5EF4-FFF2-40B4-BE49-F238E27FC236}">
                            <a16:creationId xmlns:a16="http://schemas.microsoft.com/office/drawing/2014/main" id="{4E5DA3C2-0A7F-674E-A5B0-30B7E3A95F0E}"/>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1" name="Объект 10" hidden="1">
            <a:extLst>
              <a:ext uri="{FF2B5EF4-FFF2-40B4-BE49-F238E27FC236}">
                <a16:creationId xmlns:a16="http://schemas.microsoft.com/office/drawing/2014/main" id="{6F240980-E205-E34B-560B-418ADE4D2190}"/>
              </a:ext>
            </a:extLst>
          </p:cNvPr>
          <p:cNvGraphicFramePr>
            <a:graphicFrameLocks noChangeAspect="1"/>
          </p:cNvGraphicFramePr>
          <p:nvPr>
            <p:custDataLst>
              <p:tags r:id="rId10"/>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8" name="Слайд think-cell" r:id="rId23" imgW="233" imgH="233" progId="TCLayout.ActiveDocument.1">
                  <p:embed/>
                </p:oleObj>
              </mc:Choice>
              <mc:Fallback>
                <p:oleObj name="Слайд think-cell" r:id="rId23" imgW="233" imgH="233" progId="TCLayout.ActiveDocument.1">
                  <p:embed/>
                  <p:pic>
                    <p:nvPicPr>
                      <p:cNvPr id="11" name="Объект 10" hidden="1">
                        <a:extLst>
                          <a:ext uri="{FF2B5EF4-FFF2-40B4-BE49-F238E27FC236}">
                            <a16:creationId xmlns:a16="http://schemas.microsoft.com/office/drawing/2014/main" id="{6F240980-E205-E34B-560B-418ADE4D2190}"/>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3" name="Объект 12" hidden="1">
            <a:extLst>
              <a:ext uri="{FF2B5EF4-FFF2-40B4-BE49-F238E27FC236}">
                <a16:creationId xmlns:a16="http://schemas.microsoft.com/office/drawing/2014/main" id="{AE319448-558B-6C3F-A87B-6F88A75AA87B}"/>
              </a:ext>
            </a:extLst>
          </p:cNvPr>
          <p:cNvGraphicFramePr>
            <a:graphicFrameLocks noChangeAspect="1"/>
          </p:cNvGraphicFramePr>
          <p:nvPr>
            <p:custDataLst>
              <p:tags r:id="rId11"/>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9" name="Слайд think-cell" r:id="rId24" imgW="233" imgH="233" progId="TCLayout.ActiveDocument.1">
                  <p:embed/>
                </p:oleObj>
              </mc:Choice>
              <mc:Fallback>
                <p:oleObj name="Слайд think-cell" r:id="rId24" imgW="233" imgH="233" progId="TCLayout.ActiveDocument.1">
                  <p:embed/>
                  <p:pic>
                    <p:nvPicPr>
                      <p:cNvPr id="13" name="Объект 12" hidden="1">
                        <a:extLst>
                          <a:ext uri="{FF2B5EF4-FFF2-40B4-BE49-F238E27FC236}">
                            <a16:creationId xmlns:a16="http://schemas.microsoft.com/office/drawing/2014/main" id="{AE319448-558B-6C3F-A87B-6F88A75AA87B}"/>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4" name="Объект 13" hidden="1">
            <a:extLst>
              <a:ext uri="{FF2B5EF4-FFF2-40B4-BE49-F238E27FC236}">
                <a16:creationId xmlns:a16="http://schemas.microsoft.com/office/drawing/2014/main" id="{4AA46163-C0B9-4B45-7146-A7012B609AFB}"/>
              </a:ext>
            </a:extLst>
          </p:cNvPr>
          <p:cNvGraphicFramePr>
            <a:graphicFrameLocks noChangeAspect="1"/>
          </p:cNvGraphicFramePr>
          <p:nvPr userDrawn="1">
            <p:custDataLst>
              <p:tags r:id="rId12"/>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60" name="Слайд think-cell" r:id="rId25" imgW="233" imgH="233" progId="TCLayout.ActiveDocument.1">
                  <p:embed/>
                </p:oleObj>
              </mc:Choice>
              <mc:Fallback>
                <p:oleObj name="Слайд think-cell" r:id="rId25" imgW="233" imgH="233" progId="TCLayout.ActiveDocument.1">
                  <p:embed/>
                  <p:pic>
                    <p:nvPicPr>
                      <p:cNvPr id="14" name="Объект 13" hidden="1">
                        <a:extLst>
                          <a:ext uri="{FF2B5EF4-FFF2-40B4-BE49-F238E27FC236}">
                            <a16:creationId xmlns:a16="http://schemas.microsoft.com/office/drawing/2014/main" id="{4AA46163-C0B9-4B45-7146-A7012B609AFB}"/>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19" name="Рисунок 16">
            <a:extLst>
              <a:ext uri="{FF2B5EF4-FFF2-40B4-BE49-F238E27FC236}">
                <a16:creationId xmlns:a16="http://schemas.microsoft.com/office/drawing/2014/main" id="{BCA65847-337D-4D82-824B-82026C5B6981}"/>
              </a:ext>
            </a:extLst>
          </p:cNvPr>
          <p:cNvSpPr>
            <a:spLocks noChangeAspect="1"/>
          </p:cNvSpPr>
          <p:nvPr/>
        </p:nvSpPr>
        <p:spPr>
          <a:xfrm>
            <a:off x="1536772" y="914283"/>
            <a:ext cx="2284913" cy="347626"/>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1"/>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3665084326"/>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_light">
    <p:bg>
      <p:bgPr>
        <a:solidFill>
          <a:schemeClr val="bg2"/>
        </a:solidFill>
        <a:effectLst/>
      </p:bgPr>
    </p:bg>
    <p:spTree>
      <p:nvGrpSpPr>
        <p:cNvPr id="1" name=""/>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DE8E5C46-0B07-7F57-D5C9-A6D773A2F183}"/>
              </a:ext>
            </a:extLst>
          </p:cNvPr>
          <p:cNvSpPr/>
          <p:nvPr/>
        </p:nvSpPr>
        <p:spPr>
          <a:xfrm>
            <a:off x="2457451" y="411163"/>
            <a:ext cx="8185150" cy="5851526"/>
          </a:xfrm>
          <a:prstGeom prst="roundRect">
            <a:avLst>
              <a:gd name="adj" fmla="val 701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ru-RU" sz="1400" err="1"/>
          </a:p>
        </p:txBody>
      </p:sp>
      <p:sp>
        <p:nvSpPr>
          <p:cNvPr id="5" name="Прямоугольник: скругленные углы 4">
            <a:extLst>
              <a:ext uri="{FF2B5EF4-FFF2-40B4-BE49-F238E27FC236}">
                <a16:creationId xmlns:a16="http://schemas.microsoft.com/office/drawing/2014/main" id="{8825DCE6-4638-2DF0-5DC3-9BDE0FEFEFDD}"/>
              </a:ext>
            </a:extLst>
          </p:cNvPr>
          <p:cNvSpPr/>
          <p:nvPr/>
        </p:nvSpPr>
        <p:spPr>
          <a:xfrm>
            <a:off x="639762" y="411162"/>
            <a:ext cx="1496947" cy="5851525"/>
          </a:xfrm>
          <a:prstGeom prst="roundRect">
            <a:avLst>
              <a:gd name="adj" fmla="val 27375"/>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7" name="Объект 6" hidden="1">
            <a:extLst>
              <a:ext uri="{FF2B5EF4-FFF2-40B4-BE49-F238E27FC236}">
                <a16:creationId xmlns:a16="http://schemas.microsoft.com/office/drawing/2014/main" id="{2E22186C-4B12-E0C1-79B2-480F2CD08670}"/>
              </a:ext>
            </a:extLst>
          </p:cNvPr>
          <p:cNvGraphicFramePr>
            <a:graphicFrameLocks noChangeAspect="1"/>
          </p:cNvGraphicFramePr>
          <p:nvPr>
            <p:custDataLst>
              <p:tags r:id="rId2"/>
            </p:custDataLst>
            <p:extLst>
              <p:ext uri="{D42A27DB-BD31-4B8C-83A1-F6EECF244321}">
                <p14:modId xmlns:p14="http://schemas.microsoft.com/office/powerpoint/2010/main" val="2968047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4" name="Слайд think-cell" r:id="rId4" imgW="233" imgH="233" progId="TCLayout.ActiveDocument.1">
                  <p:embed/>
                </p:oleObj>
              </mc:Choice>
              <mc:Fallback>
                <p:oleObj name="Слайд think-cell" r:id="rId4" imgW="233" imgH="233" progId="TCLayout.ActiveDocument.1">
                  <p:embed/>
                  <p:pic>
                    <p:nvPicPr>
                      <p:cNvPr id="7" name="Объект 6" hidden="1">
                        <a:extLst>
                          <a:ext uri="{FF2B5EF4-FFF2-40B4-BE49-F238E27FC236}">
                            <a16:creationId xmlns:a16="http://schemas.microsoft.com/office/drawing/2014/main" id="{2E22186C-4B12-E0C1-79B2-480F2CD086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Текст 5">
            <a:extLst>
              <a:ext uri="{FF2B5EF4-FFF2-40B4-BE49-F238E27FC236}">
                <a16:creationId xmlns:a16="http://schemas.microsoft.com/office/drawing/2014/main" id="{12F0BAE5-9B94-D517-7A49-4E7BBC7BB9AE}"/>
              </a:ext>
            </a:extLst>
          </p:cNvPr>
          <p:cNvSpPr>
            <a:spLocks noGrp="1"/>
          </p:cNvSpPr>
          <p:nvPr>
            <p:ph type="body" sz="quarter" idx="10" hasCustomPrompt="1"/>
          </p:nvPr>
        </p:nvSpPr>
        <p:spPr>
          <a:xfrm>
            <a:off x="844284" y="1739217"/>
            <a:ext cx="1087903" cy="743655"/>
          </a:xfrm>
        </p:spPr>
        <p:txBody>
          <a:bodyPr anchor="t"/>
          <a:lstStyle>
            <a:lvl1pPr algn="ctr">
              <a:defRPr sz="6000" b="1" spc="-20" baseline="0">
                <a:solidFill>
                  <a:schemeClr val="accent6"/>
                </a:solidFill>
                <a:latin typeface="+mj-lt"/>
              </a:defRPr>
            </a:lvl1pPr>
          </a:lstStyle>
          <a:p>
            <a:pPr lvl="0"/>
            <a:r>
              <a:rPr lang="en-US" dirty="0"/>
              <a:t>00</a:t>
            </a:r>
            <a:endParaRPr lang="ru-RU" dirty="0"/>
          </a:p>
        </p:txBody>
      </p:sp>
      <p:sp>
        <p:nvSpPr>
          <p:cNvPr id="8" name="Текст 8">
            <a:extLst>
              <a:ext uri="{FF2B5EF4-FFF2-40B4-BE49-F238E27FC236}">
                <a16:creationId xmlns:a16="http://schemas.microsoft.com/office/drawing/2014/main" id="{9DD477A7-0F1C-B92E-5302-1F26D4F1EE5E}"/>
              </a:ext>
            </a:extLst>
          </p:cNvPr>
          <p:cNvSpPr>
            <a:spLocks noGrp="1"/>
          </p:cNvSpPr>
          <p:nvPr>
            <p:ph type="body" sz="quarter" idx="11" hasCustomPrompt="1"/>
          </p:nvPr>
        </p:nvSpPr>
        <p:spPr>
          <a:xfrm>
            <a:off x="3379573" y="1767569"/>
            <a:ext cx="6353390" cy="2341562"/>
          </a:xfrm>
        </p:spPr>
        <p:txBody>
          <a:bodyPr/>
          <a:lstStyle>
            <a:lvl1pPr>
              <a:spcAft>
                <a:spcPts val="0"/>
              </a:spcAft>
              <a:defRPr sz="4000" b="1" spc="-50" baseline="0">
                <a:solidFill>
                  <a:schemeClr val="bg1"/>
                </a:solidFill>
                <a:latin typeface="+mj-lt"/>
              </a:defRPr>
            </a:lvl1pPr>
          </a:lstStyle>
          <a:p>
            <a:pPr lvl="0"/>
            <a:r>
              <a:rPr lang="ru-RU"/>
              <a:t>Напиши смысловой заголовок раздела </a:t>
            </a:r>
            <a:br>
              <a:rPr lang="ru-RU"/>
            </a:br>
            <a:r>
              <a:rPr lang="ru-RU"/>
              <a:t>в 2–3 строки</a:t>
            </a:r>
          </a:p>
        </p:txBody>
      </p:sp>
    </p:spTree>
    <p:extLst>
      <p:ext uri="{BB962C8B-B14F-4D97-AF65-F5344CB8AC3E}">
        <p14:creationId xmlns:p14="http://schemas.microsoft.com/office/powerpoint/2010/main" val="1236643710"/>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sic_light">
    <p:bg>
      <p:bgPr>
        <a:solidFill>
          <a:srgbClr val="FFFFFF"/>
        </a:solidFill>
        <a:effectLst/>
      </p:bgPr>
    </p:bg>
    <p:spTree>
      <p:nvGrpSpPr>
        <p:cNvPr id="1" name=""/>
        <p:cNvGrpSpPr/>
        <p:nvPr/>
      </p:nvGrpSpPr>
      <p:grpSpPr>
        <a:xfrm>
          <a:off x="0" y="0"/>
          <a:ext cx="0" cy="0"/>
          <a:chOff x="0" y="0"/>
          <a:chExt cx="0" cy="0"/>
        </a:xfrm>
      </p:grpSpPr>
      <p:grpSp>
        <p:nvGrpSpPr>
          <p:cNvPr id="10" name="Группа 9">
            <a:extLst>
              <a:ext uri="{FF2B5EF4-FFF2-40B4-BE49-F238E27FC236}">
                <a16:creationId xmlns:a16="http://schemas.microsoft.com/office/drawing/2014/main" id="{598D0B46-B0A6-A42A-ED59-1B31201D1AB2}"/>
              </a:ext>
            </a:extLst>
          </p:cNvPr>
          <p:cNvGrpSpPr/>
          <p:nvPr userDrawn="1"/>
        </p:nvGrpSpPr>
        <p:grpSpPr>
          <a:xfrm>
            <a:off x="-2138458" y="0"/>
            <a:ext cx="1928241" cy="2880934"/>
            <a:chOff x="-2138458" y="0"/>
            <a:chExt cx="1928241" cy="2880934"/>
          </a:xfrm>
        </p:grpSpPr>
        <p:sp>
          <p:nvSpPr>
            <p:cNvPr id="27" name="Прямоугольник: скругленные углы 26">
              <a:extLst>
                <a:ext uri="{FF2B5EF4-FFF2-40B4-BE49-F238E27FC236}">
                  <a16:creationId xmlns:a16="http://schemas.microsoft.com/office/drawing/2014/main" id="{A1753B2C-76E2-A5A6-A432-B4822F053CE8}"/>
                </a:ext>
              </a:extLst>
            </p:cNvPr>
            <p:cNvSpPr/>
            <p:nvPr/>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Прямоугольник: скругленные верхние углы 27">
              <a:extLst>
                <a:ext uri="{FF2B5EF4-FFF2-40B4-BE49-F238E27FC236}">
                  <a16:creationId xmlns:a16="http://schemas.microsoft.com/office/drawing/2014/main" id="{9872BA5A-3054-929B-2FEA-74D99D7CC1B7}"/>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sp>
          <p:nvSpPr>
            <p:cNvPr id="42" name="TextBox 41">
              <a:extLst>
                <a:ext uri="{FF2B5EF4-FFF2-40B4-BE49-F238E27FC236}">
                  <a16:creationId xmlns:a16="http://schemas.microsoft.com/office/drawing/2014/main" id="{EE06276D-FE9B-6C65-2089-D67EA95A44C3}"/>
                </a:ext>
              </a:extLst>
            </p:cNvPr>
            <p:cNvSpPr txBox="1"/>
            <p:nvPr/>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57" name="Полилиния: фигура 56">
              <a:extLst>
                <a:ext uri="{FF2B5EF4-FFF2-40B4-BE49-F238E27FC236}">
                  <a16:creationId xmlns:a16="http://schemas.microsoft.com/office/drawing/2014/main" id="{78DE2901-DB4C-83F6-72BC-325CB8411C2E}"/>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grpSp>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956066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098"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Объект 2">
            <a:extLst>
              <a:ext uri="{FF2B5EF4-FFF2-40B4-BE49-F238E27FC236}">
                <a16:creationId xmlns:a16="http://schemas.microsoft.com/office/drawing/2014/main" id="{91C59567-F70E-CC32-748F-63A920CFAA0B}"/>
              </a:ext>
            </a:extLst>
          </p:cNvPr>
          <p:cNvSpPr>
            <a:spLocks noGrp="1"/>
          </p:cNvSpPr>
          <p:nvPr>
            <p:ph idx="1"/>
          </p:nvPr>
        </p:nvSpPr>
        <p:spPr>
          <a:xfrm>
            <a:off x="639763" y="1520824"/>
            <a:ext cx="10910887" cy="47418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Нижний колонтитул 4">
            <a:extLst>
              <a:ext uri="{FF2B5EF4-FFF2-40B4-BE49-F238E27FC236}">
                <a16:creationId xmlns:a16="http://schemas.microsoft.com/office/drawing/2014/main" id="{2985CD6E-087D-7D18-E079-FFF35855D73C}"/>
              </a:ext>
            </a:extLst>
          </p:cNvPr>
          <p:cNvSpPr>
            <a:spLocks noGrp="1"/>
          </p:cNvSpPr>
          <p:nvPr>
            <p:ph type="ftr" sz="quarter" idx="11"/>
          </p:nvPr>
        </p:nvSpPr>
        <p:spPr>
          <a:xfrm>
            <a:off x="2457450" y="6465021"/>
            <a:ext cx="7272000" cy="144500"/>
          </a:xfrm>
        </p:spPr>
        <p:txBody>
          <a:bodyPr anchor="b"/>
          <a:lstStyle>
            <a:lvl1pPr>
              <a:defRPr sz="1000">
                <a:solidFill>
                  <a:srgbClr val="5A6C7D"/>
                </a:solidFill>
              </a:defRPr>
            </a:lvl1pPr>
          </a:lstStyle>
          <a:p>
            <a:endParaRPr lang="ru-RU" dirty="0"/>
          </a:p>
        </p:txBody>
      </p:sp>
      <p:sp>
        <p:nvSpPr>
          <p:cNvPr id="6" name="Номер слайда 5">
            <a:extLst>
              <a:ext uri="{FF2B5EF4-FFF2-40B4-BE49-F238E27FC236}">
                <a16:creationId xmlns:a16="http://schemas.microsoft.com/office/drawing/2014/main" id="{D1B8BF84-4C88-A2BF-3322-2EC1F81B3596}"/>
              </a:ext>
            </a:extLst>
          </p:cNvPr>
          <p:cNvSpPr>
            <a:spLocks noGrp="1"/>
          </p:cNvSpPr>
          <p:nvPr>
            <p:ph type="sldNum" sz="quarter" idx="12"/>
          </p:nvPr>
        </p:nvSpPr>
        <p:spPr>
          <a:xfrm>
            <a:off x="10657744" y="6430370"/>
            <a:ext cx="908050" cy="216000"/>
          </a:xfrm>
        </p:spPr>
        <p:txBody>
          <a:bodyPr/>
          <a:lstStyle>
            <a:lvl1pPr>
              <a:defRPr>
                <a:solidFill>
                  <a:srgbClr val="5A6C7D"/>
                </a:solidFill>
              </a:defRPr>
            </a:lvl1pPr>
          </a:lstStyle>
          <a:p>
            <a:fld id="{EB5249F5-0093-48B0-B996-C4E44A87EAFB}" type="slidenum">
              <a:rPr lang="ru-RU" smtClean="0"/>
              <a:pPr/>
              <a:t>‹#›</a:t>
            </a:fld>
            <a:endParaRPr lang="ru-RU"/>
          </a:p>
        </p:txBody>
      </p:sp>
      <p:sp>
        <p:nvSpPr>
          <p:cNvPr id="4" name="Заголовок 1">
            <a:extLst>
              <a:ext uri="{FF2B5EF4-FFF2-40B4-BE49-F238E27FC236}">
                <a16:creationId xmlns:a16="http://schemas.microsoft.com/office/drawing/2014/main" id="{1CD188B5-4A1B-CBD8-E7B6-3AA0E6DAFA4F}"/>
              </a:ext>
            </a:extLst>
          </p:cNvPr>
          <p:cNvSpPr>
            <a:spLocks noGrp="1"/>
          </p:cNvSpPr>
          <p:nvPr>
            <p:ph type="title" hasCustomPrompt="1"/>
          </p:nvPr>
        </p:nvSpPr>
        <p:spPr>
          <a:xfrm>
            <a:off x="639764" y="411163"/>
            <a:ext cx="10910888" cy="684465"/>
          </a:xfrm>
          <a:prstGeom prst="rect">
            <a:avLst/>
          </a:prstGeom>
        </p:spPr>
        <p:txBody>
          <a:bodyPr vert="horz" lIns="0" tIns="0" rIns="0" bIns="0" rtlCol="0" anchor="t">
            <a:noAutofit/>
          </a:bodyPr>
          <a:lstStyle>
            <a:lvl1pPr>
              <a:lnSpc>
                <a:spcPct val="85000"/>
              </a:lnSpc>
              <a:defRPr spc="-30" baseline="0"/>
            </a:lvl1pPr>
          </a:lstStyle>
          <a:p>
            <a:r>
              <a:rPr lang="ru-RU" dirty="0"/>
              <a:t>Сформулируй заголовок </a:t>
            </a:r>
            <a:br>
              <a:rPr lang="en-US" dirty="0"/>
            </a:br>
            <a:r>
              <a:rPr lang="ru-RU" dirty="0"/>
              <a:t>слайда в 1–2 строки</a:t>
            </a:r>
          </a:p>
        </p:txBody>
      </p:sp>
      <p:graphicFrame>
        <p:nvGraphicFramePr>
          <p:cNvPr id="46" name="Таблица 46">
            <a:extLst>
              <a:ext uri="{FF2B5EF4-FFF2-40B4-BE49-F238E27FC236}">
                <a16:creationId xmlns:a16="http://schemas.microsoft.com/office/drawing/2014/main" id="{16AD7780-25A8-C111-96FC-5E75B5A0C42D}"/>
              </a:ext>
            </a:extLst>
          </p:cNvPr>
          <p:cNvGraphicFramePr>
            <a:graphicFrameLocks noGrp="1"/>
          </p:cNvGraphicFramePr>
          <p:nvPr>
            <p:extLst>
              <p:ext uri="{D42A27DB-BD31-4B8C-83A1-F6EECF244321}">
                <p14:modId xmlns:p14="http://schemas.microsoft.com/office/powerpoint/2010/main" val="149078087"/>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45" name="Рисунок 16">
            <a:extLst>
              <a:ext uri="{FF2B5EF4-FFF2-40B4-BE49-F238E27FC236}">
                <a16:creationId xmlns:a16="http://schemas.microsoft.com/office/drawing/2014/main" id="{442DBB7E-1C42-477F-B3FA-E59942075F99}"/>
              </a:ext>
            </a:extLst>
          </p:cNvPr>
          <p:cNvSpPr>
            <a:spLocks noChangeAspect="1"/>
          </p:cNvSpPr>
          <p:nvPr userDrawn="1"/>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tx1"/>
          </a:solidFill>
          <a:ln w="9525" cap="flat">
            <a:noFill/>
            <a:prstDash val="solid"/>
            <a:miter/>
          </a:ln>
        </p:spPr>
        <p:txBody>
          <a:bodyPr rtlCol="0" anchor="ctr"/>
          <a:lstStyle/>
          <a:p>
            <a:endParaRPr lang="ru-RU"/>
          </a:p>
        </p:txBody>
      </p:sp>
      <p:sp>
        <p:nvSpPr>
          <p:cNvPr id="48" name="Прямоугольник: скругленные углы 47">
            <a:extLst>
              <a:ext uri="{FF2B5EF4-FFF2-40B4-BE49-F238E27FC236}">
                <a16:creationId xmlns:a16="http://schemas.microsoft.com/office/drawing/2014/main" id="{8821EA5F-A2DD-4315-A736-1356B59CF436}"/>
              </a:ext>
            </a:extLst>
          </p:cNvPr>
          <p:cNvSpPr/>
          <p:nvPr/>
        </p:nvSpPr>
        <p:spPr>
          <a:xfrm>
            <a:off x="-2138458" y="3125312"/>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Прямоугольник: скругленные верхние углы 48">
            <a:extLst>
              <a:ext uri="{FF2B5EF4-FFF2-40B4-BE49-F238E27FC236}">
                <a16:creationId xmlns:a16="http://schemas.microsoft.com/office/drawing/2014/main" id="{1BFED188-A64F-4FB3-9779-B7DF7390333F}"/>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50" name="TextBox 49">
            <a:extLst>
              <a:ext uri="{FF2B5EF4-FFF2-40B4-BE49-F238E27FC236}">
                <a16:creationId xmlns:a16="http://schemas.microsoft.com/office/drawing/2014/main" id="{18816BA8-4AE5-4F19-BF5C-01EEB88F59C3}"/>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51" name="Прямоугольник: скругленные углы 50">
            <a:extLst>
              <a:ext uri="{FF2B5EF4-FFF2-40B4-BE49-F238E27FC236}">
                <a16:creationId xmlns:a16="http://schemas.microsoft.com/office/drawing/2014/main" id="{1C7351A1-58DA-4429-BF24-D1BCAB54156D}"/>
              </a:ext>
            </a:extLst>
          </p:cNvPr>
          <p:cNvSpPr/>
          <p:nvPr/>
        </p:nvSpPr>
        <p:spPr>
          <a:xfrm>
            <a:off x="-2004344" y="3611632"/>
            <a:ext cx="216624" cy="216624"/>
          </a:xfrm>
          <a:prstGeom prst="roundRect">
            <a:avLst>
              <a:gd name="adj" fmla="val 33317"/>
            </a:avLst>
          </a:prstGeom>
          <a:solidFill>
            <a:schemeClr val="tx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Прямоугольник: скругленные углы 51">
            <a:extLst>
              <a:ext uri="{FF2B5EF4-FFF2-40B4-BE49-F238E27FC236}">
                <a16:creationId xmlns:a16="http://schemas.microsoft.com/office/drawing/2014/main" id="{E7A1F8E4-DE45-42BB-9F07-A45605FDA69C}"/>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скругленные углы 52">
            <a:extLst>
              <a:ext uri="{FF2B5EF4-FFF2-40B4-BE49-F238E27FC236}">
                <a16:creationId xmlns:a16="http://schemas.microsoft.com/office/drawing/2014/main" id="{7A46FF33-05A2-4331-8B03-A5B01A43E39B}"/>
              </a:ext>
            </a:extLst>
          </p:cNvPr>
          <p:cNvSpPr/>
          <p:nvPr/>
        </p:nvSpPr>
        <p:spPr>
          <a:xfrm>
            <a:off x="-1739900" y="4646897"/>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скругленные углы 53">
            <a:extLst>
              <a:ext uri="{FF2B5EF4-FFF2-40B4-BE49-F238E27FC236}">
                <a16:creationId xmlns:a16="http://schemas.microsoft.com/office/drawing/2014/main" id="{CD6F1AB2-752C-4189-AAB0-0A37E790778E}"/>
              </a:ext>
            </a:extLst>
          </p:cNvPr>
          <p:cNvSpPr/>
          <p:nvPr/>
        </p:nvSpPr>
        <p:spPr>
          <a:xfrm>
            <a:off x="-2004963" y="4646897"/>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TextBox 54">
            <a:extLst>
              <a:ext uri="{FF2B5EF4-FFF2-40B4-BE49-F238E27FC236}">
                <a16:creationId xmlns:a16="http://schemas.microsoft.com/office/drawing/2014/main" id="{EFE68D60-A8D8-475F-8819-89FDF7C67D57}"/>
              </a:ext>
            </a:extLst>
          </p:cNvPr>
          <p:cNvSpPr txBox="1"/>
          <p:nvPr/>
        </p:nvSpPr>
        <p:spPr>
          <a:xfrm>
            <a:off x="-2003446" y="3935644"/>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56" name="Прямоугольник: скругленные углы 55">
            <a:extLst>
              <a:ext uri="{FF2B5EF4-FFF2-40B4-BE49-F238E27FC236}">
                <a16:creationId xmlns:a16="http://schemas.microsoft.com/office/drawing/2014/main" id="{955FF2F1-4254-444B-B53C-9C274360EFA9}"/>
              </a:ext>
            </a:extLst>
          </p:cNvPr>
          <p:cNvSpPr/>
          <p:nvPr/>
        </p:nvSpPr>
        <p:spPr>
          <a:xfrm>
            <a:off x="-1209774" y="4131199"/>
            <a:ext cx="216624" cy="216624"/>
          </a:xfrm>
          <a:prstGeom prst="roundRect">
            <a:avLst>
              <a:gd name="adj" fmla="val 33317"/>
            </a:avLst>
          </a:prstGeom>
          <a:solidFill>
            <a:schemeClr val="accent2">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Прямоугольник: скругленные углы 60">
            <a:extLst>
              <a:ext uri="{FF2B5EF4-FFF2-40B4-BE49-F238E27FC236}">
                <a16:creationId xmlns:a16="http://schemas.microsoft.com/office/drawing/2014/main" id="{1A29D8C3-B97C-4C1B-811B-2EC3B7474A11}"/>
              </a:ext>
            </a:extLst>
          </p:cNvPr>
          <p:cNvSpPr/>
          <p:nvPr/>
        </p:nvSpPr>
        <p:spPr>
          <a:xfrm>
            <a:off x="-2004963" y="4131199"/>
            <a:ext cx="216624" cy="216624"/>
          </a:xfrm>
          <a:prstGeom prst="roundRect">
            <a:avLst>
              <a:gd name="adj" fmla="val 33317"/>
            </a:avLst>
          </a:prstGeom>
          <a:solidFill>
            <a:schemeClr val="accent6">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Прямоугольник: скругленные углы 64">
            <a:extLst>
              <a:ext uri="{FF2B5EF4-FFF2-40B4-BE49-F238E27FC236}">
                <a16:creationId xmlns:a16="http://schemas.microsoft.com/office/drawing/2014/main" id="{9CBB291E-1BA4-4353-9FFF-5054E3359A15}"/>
              </a:ext>
            </a:extLst>
          </p:cNvPr>
          <p:cNvSpPr/>
          <p:nvPr/>
        </p:nvSpPr>
        <p:spPr>
          <a:xfrm>
            <a:off x="-1739900" y="4131199"/>
            <a:ext cx="216624" cy="216624"/>
          </a:xfrm>
          <a:prstGeom prst="roundRect">
            <a:avLst>
              <a:gd name="adj" fmla="val 33317"/>
            </a:avLst>
          </a:prstGeom>
          <a:solidFill>
            <a:schemeClr val="accent1">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Прямоугольник: скругленные углы 65">
            <a:extLst>
              <a:ext uri="{FF2B5EF4-FFF2-40B4-BE49-F238E27FC236}">
                <a16:creationId xmlns:a16="http://schemas.microsoft.com/office/drawing/2014/main" id="{3A83479B-B0C1-4C86-AD37-C100C6908B14}"/>
              </a:ext>
            </a:extLst>
          </p:cNvPr>
          <p:cNvSpPr/>
          <p:nvPr/>
        </p:nvSpPr>
        <p:spPr>
          <a:xfrm>
            <a:off x="-1475201" y="4131199"/>
            <a:ext cx="216624" cy="216624"/>
          </a:xfrm>
          <a:prstGeom prst="roundRect">
            <a:avLst>
              <a:gd name="adj" fmla="val 33317"/>
            </a:avLst>
          </a:prstGeom>
          <a:solidFill>
            <a:schemeClr val="accent3">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67" name="TextBox 66">
            <a:extLst>
              <a:ext uri="{FF2B5EF4-FFF2-40B4-BE49-F238E27FC236}">
                <a16:creationId xmlns:a16="http://schemas.microsoft.com/office/drawing/2014/main" id="{5F694D8C-7A79-4668-B39D-3D9EF7729471}"/>
              </a:ext>
            </a:extLst>
          </p:cNvPr>
          <p:cNvSpPr txBox="1"/>
          <p:nvPr/>
        </p:nvSpPr>
        <p:spPr>
          <a:xfrm>
            <a:off x="-2003446" y="4451492"/>
            <a:ext cx="1638525" cy="171623"/>
          </a:xfrm>
          <a:prstGeom prst="rect">
            <a:avLst/>
          </a:prstGeom>
          <a:noFill/>
        </p:spPr>
        <p:txBody>
          <a:bodyPr wrap="square" lIns="0" tIns="0" rIns="0" bIns="0" rtlCol="0">
            <a:noAutofit/>
          </a:bodyPr>
          <a:lstStyle/>
          <a:p>
            <a:pPr algn="l"/>
            <a:r>
              <a:rPr lang="ru-RU" sz="1000" dirty="0"/>
              <a:t>Цвета маленьких плашек</a:t>
            </a:r>
          </a:p>
        </p:txBody>
      </p:sp>
      <p:sp>
        <p:nvSpPr>
          <p:cNvPr id="68" name="Прямоугольник: скругленные углы 67">
            <a:extLst>
              <a:ext uri="{FF2B5EF4-FFF2-40B4-BE49-F238E27FC236}">
                <a16:creationId xmlns:a16="http://schemas.microsoft.com/office/drawing/2014/main" id="{A63DA7BE-8583-4492-A818-B2E55ADF66DD}"/>
              </a:ext>
            </a:extLst>
          </p:cNvPr>
          <p:cNvSpPr/>
          <p:nvPr/>
        </p:nvSpPr>
        <p:spPr>
          <a:xfrm>
            <a:off x="-1475201" y="4646897"/>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скругленные углы 72">
            <a:extLst>
              <a:ext uri="{FF2B5EF4-FFF2-40B4-BE49-F238E27FC236}">
                <a16:creationId xmlns:a16="http://schemas.microsoft.com/office/drawing/2014/main" id="{16F59C71-DC9E-46E4-9FC4-4EAB9B9F7A2B}"/>
              </a:ext>
            </a:extLst>
          </p:cNvPr>
          <p:cNvSpPr/>
          <p:nvPr/>
        </p:nvSpPr>
        <p:spPr>
          <a:xfrm>
            <a:off x="-1739900" y="5160199"/>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6" name="Прямоугольник: скругленные углы 75">
            <a:extLst>
              <a:ext uri="{FF2B5EF4-FFF2-40B4-BE49-F238E27FC236}">
                <a16:creationId xmlns:a16="http://schemas.microsoft.com/office/drawing/2014/main" id="{17658A1A-E4E6-4FD3-B2A6-44EC7FD598FA}"/>
              </a:ext>
            </a:extLst>
          </p:cNvPr>
          <p:cNvSpPr/>
          <p:nvPr/>
        </p:nvSpPr>
        <p:spPr>
          <a:xfrm>
            <a:off x="-1474837" y="5160199"/>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скругленные углы 76">
            <a:extLst>
              <a:ext uri="{FF2B5EF4-FFF2-40B4-BE49-F238E27FC236}">
                <a16:creationId xmlns:a16="http://schemas.microsoft.com/office/drawing/2014/main" id="{3AF972A1-DC1B-436B-9307-9D29A1709E01}"/>
              </a:ext>
            </a:extLst>
          </p:cNvPr>
          <p:cNvSpPr/>
          <p:nvPr/>
        </p:nvSpPr>
        <p:spPr>
          <a:xfrm>
            <a:off x="-2004963" y="5160199"/>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Box 77">
            <a:extLst>
              <a:ext uri="{FF2B5EF4-FFF2-40B4-BE49-F238E27FC236}">
                <a16:creationId xmlns:a16="http://schemas.microsoft.com/office/drawing/2014/main" id="{CD466BDC-FCB7-48B1-86D9-30BE518E228C}"/>
              </a:ext>
            </a:extLst>
          </p:cNvPr>
          <p:cNvSpPr txBox="1"/>
          <p:nvPr/>
        </p:nvSpPr>
        <p:spPr>
          <a:xfrm>
            <a:off x="-2003446" y="4973480"/>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81" name="Прямоугольник: скругленные углы 80">
            <a:extLst>
              <a:ext uri="{FF2B5EF4-FFF2-40B4-BE49-F238E27FC236}">
                <a16:creationId xmlns:a16="http://schemas.microsoft.com/office/drawing/2014/main" id="{07AD4A57-891D-4622-B8C8-1C8D5C1F31CC}"/>
              </a:ext>
            </a:extLst>
          </p:cNvPr>
          <p:cNvSpPr/>
          <p:nvPr/>
        </p:nvSpPr>
        <p:spPr>
          <a:xfrm>
            <a:off x="-1209774" y="4646897"/>
            <a:ext cx="216624" cy="216624"/>
          </a:xfrm>
          <a:prstGeom prst="roundRect">
            <a:avLst>
              <a:gd name="adj" fmla="val 33317"/>
            </a:avLst>
          </a:prstGeom>
          <a:solidFill>
            <a:schemeClr val="accent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Прямоугольник: скругленные углы 92">
            <a:extLst>
              <a:ext uri="{FF2B5EF4-FFF2-40B4-BE49-F238E27FC236}">
                <a16:creationId xmlns:a16="http://schemas.microsoft.com/office/drawing/2014/main" id="{577C63B8-73C5-4403-8DE8-D984B80295D5}"/>
              </a:ext>
            </a:extLst>
          </p:cNvPr>
          <p:cNvSpPr/>
          <p:nvPr/>
        </p:nvSpPr>
        <p:spPr>
          <a:xfrm>
            <a:off x="-944711" y="5160199"/>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4" name="Прямоугольник: скругленные углы 93">
            <a:extLst>
              <a:ext uri="{FF2B5EF4-FFF2-40B4-BE49-F238E27FC236}">
                <a16:creationId xmlns:a16="http://schemas.microsoft.com/office/drawing/2014/main" id="{8DD40B9A-737C-4599-B7D4-C61B4667B841}"/>
              </a:ext>
            </a:extLst>
          </p:cNvPr>
          <p:cNvSpPr/>
          <p:nvPr/>
        </p:nvSpPr>
        <p:spPr>
          <a:xfrm>
            <a:off x="-679648" y="5160199"/>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7" name="Прямоугольник: скругленные углы 96">
            <a:extLst>
              <a:ext uri="{FF2B5EF4-FFF2-40B4-BE49-F238E27FC236}">
                <a16:creationId xmlns:a16="http://schemas.microsoft.com/office/drawing/2014/main" id="{3C7DCDEE-962B-47B5-97DD-D8885F3BA23C}"/>
              </a:ext>
            </a:extLst>
          </p:cNvPr>
          <p:cNvSpPr/>
          <p:nvPr/>
        </p:nvSpPr>
        <p:spPr>
          <a:xfrm>
            <a:off x="-1209774" y="5160199"/>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8" name="Прямоугольник: скругленные верхние углы 97">
            <a:extLst>
              <a:ext uri="{FF2B5EF4-FFF2-40B4-BE49-F238E27FC236}">
                <a16:creationId xmlns:a16="http://schemas.microsoft.com/office/drawing/2014/main" id="{55F6BC47-5DA1-4225-B05C-656AB79D3FB9}"/>
              </a:ext>
            </a:extLst>
          </p:cNvPr>
          <p:cNvSpPr/>
          <p:nvPr userDrawn="1"/>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r>
              <a:rPr lang="ru-RU" sz="1100" b="1" dirty="0">
                <a:solidFill>
                  <a:schemeClr val="tx1"/>
                </a:solidFill>
              </a:rPr>
              <a:t> Банка</a:t>
            </a:r>
          </a:p>
        </p:txBody>
      </p:sp>
    </p:spTree>
    <p:extLst>
      <p:ext uri="{BB962C8B-B14F-4D97-AF65-F5344CB8AC3E}">
        <p14:creationId xmlns:p14="http://schemas.microsoft.com/office/powerpoint/2010/main" val="1061196075"/>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btitle_light">
    <p:bg>
      <p:bgPr>
        <a:solidFill>
          <a:srgbClr val="FFFFFF"/>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956066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2"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Объект 2">
            <a:extLst>
              <a:ext uri="{FF2B5EF4-FFF2-40B4-BE49-F238E27FC236}">
                <a16:creationId xmlns:a16="http://schemas.microsoft.com/office/drawing/2014/main" id="{91C59567-F70E-CC32-748F-63A920CFAA0B}"/>
              </a:ext>
            </a:extLst>
          </p:cNvPr>
          <p:cNvSpPr>
            <a:spLocks noGrp="1"/>
          </p:cNvSpPr>
          <p:nvPr>
            <p:ph idx="1"/>
          </p:nvPr>
        </p:nvSpPr>
        <p:spPr>
          <a:xfrm>
            <a:off x="639763" y="1520824"/>
            <a:ext cx="10910887" cy="47418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RU" dirty="0"/>
          </a:p>
        </p:txBody>
      </p:sp>
      <p:sp>
        <p:nvSpPr>
          <p:cNvPr id="6" name="Номер слайда 5">
            <a:extLst>
              <a:ext uri="{FF2B5EF4-FFF2-40B4-BE49-F238E27FC236}">
                <a16:creationId xmlns:a16="http://schemas.microsoft.com/office/drawing/2014/main" id="{D1B8BF84-4C88-A2BF-3322-2EC1F81B3596}"/>
              </a:ext>
            </a:extLst>
          </p:cNvPr>
          <p:cNvSpPr>
            <a:spLocks noGrp="1"/>
          </p:cNvSpPr>
          <p:nvPr>
            <p:ph type="sldNum" sz="quarter" idx="12"/>
          </p:nvPr>
        </p:nvSpPr>
        <p:spPr>
          <a:xfrm>
            <a:off x="10657744" y="6430370"/>
            <a:ext cx="908050" cy="216000"/>
          </a:xfrm>
        </p:spPr>
        <p:txBody>
          <a:bodyPr/>
          <a:lstStyle>
            <a:lvl1pPr>
              <a:defRPr>
                <a:solidFill>
                  <a:srgbClr val="5A6C7D"/>
                </a:solidFill>
              </a:defRPr>
            </a:lvl1pPr>
          </a:lstStyle>
          <a:p>
            <a:fld id="{EB5249F5-0093-48B0-B996-C4E44A87EAFB}" type="slidenum">
              <a:rPr lang="ru-RU" smtClean="0"/>
              <a:pPr/>
              <a:t>‹#›</a:t>
            </a:fld>
            <a:endParaRPr lang="ru-RU"/>
          </a:p>
        </p:txBody>
      </p:sp>
      <p:sp>
        <p:nvSpPr>
          <p:cNvPr id="4" name="Заголовок 1">
            <a:extLst>
              <a:ext uri="{FF2B5EF4-FFF2-40B4-BE49-F238E27FC236}">
                <a16:creationId xmlns:a16="http://schemas.microsoft.com/office/drawing/2014/main" id="{1CD188B5-4A1B-CBD8-E7B6-3AA0E6DAFA4F}"/>
              </a:ext>
            </a:extLst>
          </p:cNvPr>
          <p:cNvSpPr>
            <a:spLocks noGrp="1"/>
          </p:cNvSpPr>
          <p:nvPr>
            <p:ph type="title" hasCustomPrompt="1"/>
          </p:nvPr>
        </p:nvSpPr>
        <p:spPr>
          <a:xfrm>
            <a:off x="639764" y="411164"/>
            <a:ext cx="10910888" cy="358858"/>
          </a:xfrm>
          <a:prstGeom prst="rect">
            <a:avLst/>
          </a:prstGeom>
        </p:spPr>
        <p:txBody>
          <a:bodyPr vert="horz" lIns="0" tIns="0" rIns="0" bIns="0" rtlCol="0" anchor="t">
            <a:noAutofit/>
          </a:bodyPr>
          <a:lstStyle>
            <a:lvl1pPr>
              <a:lnSpc>
                <a:spcPct val="85000"/>
              </a:lnSpc>
              <a:defRPr spc="-30" baseline="0"/>
            </a:lvl1pPr>
          </a:lstStyle>
          <a:p>
            <a:r>
              <a:rPr lang="ru-RU" dirty="0"/>
              <a:t>Сформулируй заголовок слайда в 1 строку</a:t>
            </a:r>
          </a:p>
        </p:txBody>
      </p:sp>
      <p:sp>
        <p:nvSpPr>
          <p:cNvPr id="11" name="Текст 10">
            <a:extLst>
              <a:ext uri="{FF2B5EF4-FFF2-40B4-BE49-F238E27FC236}">
                <a16:creationId xmlns:a16="http://schemas.microsoft.com/office/drawing/2014/main" id="{FAE66B39-11DA-D324-553B-5881569B312F}"/>
              </a:ext>
            </a:extLst>
          </p:cNvPr>
          <p:cNvSpPr>
            <a:spLocks noGrp="1"/>
          </p:cNvSpPr>
          <p:nvPr>
            <p:ph type="body" sz="quarter" idx="13" hasCustomPrompt="1"/>
          </p:nvPr>
        </p:nvSpPr>
        <p:spPr>
          <a:xfrm>
            <a:off x="639763" y="833072"/>
            <a:ext cx="10910887" cy="358858"/>
          </a:xfrm>
        </p:spPr>
        <p:txBody>
          <a:bodyPr/>
          <a:lstStyle>
            <a:lvl1pPr>
              <a:lnSpc>
                <a:spcPct val="90000"/>
              </a:lnSpc>
              <a:defRPr sz="1800"/>
            </a:lvl1pPr>
          </a:lstStyle>
          <a:p>
            <a:pPr lvl="0"/>
            <a:r>
              <a:rPr lang="ru-RU" dirty="0"/>
              <a:t>Сформулируй подзаголовок в 1–2 строки</a:t>
            </a:r>
          </a:p>
        </p:txBody>
      </p:sp>
      <p:sp>
        <p:nvSpPr>
          <p:cNvPr id="75" name="Прямоугольник: скругленные углы 74">
            <a:extLst>
              <a:ext uri="{FF2B5EF4-FFF2-40B4-BE49-F238E27FC236}">
                <a16:creationId xmlns:a16="http://schemas.microsoft.com/office/drawing/2014/main" id="{DF5E2D97-5CF6-49E5-FAB9-9659DF2507A6}"/>
              </a:ext>
            </a:extLst>
          </p:cNvPr>
          <p:cNvSpPr/>
          <p:nvPr userDrawn="1"/>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6" name="Прямоугольник: скругленные верхние углы 75">
            <a:extLst>
              <a:ext uri="{FF2B5EF4-FFF2-40B4-BE49-F238E27FC236}">
                <a16:creationId xmlns:a16="http://schemas.microsoft.com/office/drawing/2014/main" id="{28CEFC34-7B9B-7027-F0C6-03A2D7926408}"/>
              </a:ext>
            </a:extLst>
          </p:cNvPr>
          <p:cNvSpPr/>
          <p:nvPr userDrawn="1"/>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graphicFrame>
        <p:nvGraphicFramePr>
          <p:cNvPr id="77" name="Таблица 46">
            <a:extLst>
              <a:ext uri="{FF2B5EF4-FFF2-40B4-BE49-F238E27FC236}">
                <a16:creationId xmlns:a16="http://schemas.microsoft.com/office/drawing/2014/main" id="{0E1EE163-8104-8ED7-61EC-1B745BD881D6}"/>
              </a:ext>
            </a:extLst>
          </p:cNvPr>
          <p:cNvGraphicFramePr>
            <a:graphicFrameLocks noGrp="1"/>
          </p:cNvGraphicFramePr>
          <p:nvPr userDrawn="1">
            <p:extLst>
              <p:ext uri="{D42A27DB-BD31-4B8C-83A1-F6EECF244321}">
                <p14:modId xmlns:p14="http://schemas.microsoft.com/office/powerpoint/2010/main" val="3794885169"/>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78" name="TextBox 77">
            <a:extLst>
              <a:ext uri="{FF2B5EF4-FFF2-40B4-BE49-F238E27FC236}">
                <a16:creationId xmlns:a16="http://schemas.microsoft.com/office/drawing/2014/main" id="{5E880C56-CF09-F9D4-114E-504DB800D737}"/>
              </a:ext>
            </a:extLst>
          </p:cNvPr>
          <p:cNvSpPr txBox="1"/>
          <p:nvPr userDrawn="1"/>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79" name="Полилиния: фигура 78">
            <a:extLst>
              <a:ext uri="{FF2B5EF4-FFF2-40B4-BE49-F238E27FC236}">
                <a16:creationId xmlns:a16="http://schemas.microsoft.com/office/drawing/2014/main" id="{DC17A6B4-AD4C-D614-D3EF-7B29139B7D33}"/>
              </a:ext>
            </a:extLst>
          </p:cNvPr>
          <p:cNvSpPr/>
          <p:nvPr userDrawn="1"/>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44" name="Нижний колонтитул 4">
            <a:extLst>
              <a:ext uri="{FF2B5EF4-FFF2-40B4-BE49-F238E27FC236}">
                <a16:creationId xmlns:a16="http://schemas.microsoft.com/office/drawing/2014/main" id="{4B813BF3-E21D-4421-84FB-5FBC304AB1D8}"/>
              </a:ext>
            </a:extLst>
          </p:cNvPr>
          <p:cNvSpPr>
            <a:spLocks noGrp="1"/>
          </p:cNvSpPr>
          <p:nvPr>
            <p:ph type="ftr" sz="quarter" idx="11"/>
          </p:nvPr>
        </p:nvSpPr>
        <p:spPr>
          <a:xfrm>
            <a:off x="2457450" y="6465021"/>
            <a:ext cx="7272000" cy="144500"/>
          </a:xfrm>
        </p:spPr>
        <p:txBody>
          <a:bodyPr anchor="b"/>
          <a:lstStyle>
            <a:lvl1pPr>
              <a:defRPr sz="1000">
                <a:solidFill>
                  <a:srgbClr val="5A6C7D"/>
                </a:solidFill>
              </a:defRPr>
            </a:lvl1pPr>
          </a:lstStyle>
          <a:p>
            <a:endParaRPr lang="ru-RU" dirty="0"/>
          </a:p>
        </p:txBody>
      </p:sp>
      <p:sp>
        <p:nvSpPr>
          <p:cNvPr id="45" name="Рисунок 16">
            <a:extLst>
              <a:ext uri="{FF2B5EF4-FFF2-40B4-BE49-F238E27FC236}">
                <a16:creationId xmlns:a16="http://schemas.microsoft.com/office/drawing/2014/main" id="{D323DEFA-B507-4C62-98E4-8F1C5D7FAB03}"/>
              </a:ext>
            </a:extLst>
          </p:cNvPr>
          <p:cNvSpPr>
            <a:spLocks noChangeAspect="1"/>
          </p:cNvSpPr>
          <p:nvPr userDrawn="1"/>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tx1"/>
          </a:solidFill>
          <a:ln w="9525" cap="flat">
            <a:noFill/>
            <a:prstDash val="solid"/>
            <a:miter/>
          </a:ln>
        </p:spPr>
        <p:txBody>
          <a:bodyPr rtlCol="0" anchor="ctr"/>
          <a:lstStyle/>
          <a:p>
            <a:endParaRPr lang="ru-RU"/>
          </a:p>
        </p:txBody>
      </p:sp>
      <p:sp>
        <p:nvSpPr>
          <p:cNvPr id="47" name="Прямоугольник: скругленные углы 46">
            <a:extLst>
              <a:ext uri="{FF2B5EF4-FFF2-40B4-BE49-F238E27FC236}">
                <a16:creationId xmlns:a16="http://schemas.microsoft.com/office/drawing/2014/main" id="{A6895607-1BD9-44DA-AE43-72E46B26674D}"/>
              </a:ext>
            </a:extLst>
          </p:cNvPr>
          <p:cNvSpPr/>
          <p:nvPr/>
        </p:nvSpPr>
        <p:spPr>
          <a:xfrm>
            <a:off x="-2138458" y="3172446"/>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Прямоугольник: скругленные верхние углы 47">
            <a:extLst>
              <a:ext uri="{FF2B5EF4-FFF2-40B4-BE49-F238E27FC236}">
                <a16:creationId xmlns:a16="http://schemas.microsoft.com/office/drawing/2014/main" id="{2256C3D7-A03B-4FEC-874E-F3D6E8DB2A62}"/>
              </a:ext>
            </a:extLst>
          </p:cNvPr>
          <p:cNvSpPr/>
          <p:nvPr/>
        </p:nvSpPr>
        <p:spPr>
          <a:xfrm>
            <a:off x="-2136930" y="3117581"/>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49" name="TextBox 48">
            <a:extLst>
              <a:ext uri="{FF2B5EF4-FFF2-40B4-BE49-F238E27FC236}">
                <a16:creationId xmlns:a16="http://schemas.microsoft.com/office/drawing/2014/main" id="{322765F5-6319-4560-A83A-9EAF68CAB415}"/>
              </a:ext>
            </a:extLst>
          </p:cNvPr>
          <p:cNvSpPr txBox="1"/>
          <p:nvPr/>
        </p:nvSpPr>
        <p:spPr>
          <a:xfrm>
            <a:off x="-2003446" y="3459373"/>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50" name="Прямоугольник: скругленные углы 49">
            <a:extLst>
              <a:ext uri="{FF2B5EF4-FFF2-40B4-BE49-F238E27FC236}">
                <a16:creationId xmlns:a16="http://schemas.microsoft.com/office/drawing/2014/main" id="{297CB0D2-C1AA-47BD-ADF4-1829F11102B8}"/>
              </a:ext>
            </a:extLst>
          </p:cNvPr>
          <p:cNvSpPr/>
          <p:nvPr/>
        </p:nvSpPr>
        <p:spPr>
          <a:xfrm>
            <a:off x="-2004344" y="3658766"/>
            <a:ext cx="216624" cy="216624"/>
          </a:xfrm>
          <a:prstGeom prst="roundRect">
            <a:avLst>
              <a:gd name="adj" fmla="val 33317"/>
            </a:avLst>
          </a:prstGeom>
          <a:solidFill>
            <a:schemeClr val="tx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Прямоугольник: скругленные углы 50">
            <a:extLst>
              <a:ext uri="{FF2B5EF4-FFF2-40B4-BE49-F238E27FC236}">
                <a16:creationId xmlns:a16="http://schemas.microsoft.com/office/drawing/2014/main" id="{BAA29EF1-1E56-4EF8-8CBE-0CAD16FEF890}"/>
              </a:ext>
            </a:extLst>
          </p:cNvPr>
          <p:cNvSpPr/>
          <p:nvPr/>
        </p:nvSpPr>
        <p:spPr>
          <a:xfrm>
            <a:off x="-1738339" y="3658766"/>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Прямоугольник: скругленные углы 51">
            <a:extLst>
              <a:ext uri="{FF2B5EF4-FFF2-40B4-BE49-F238E27FC236}">
                <a16:creationId xmlns:a16="http://schemas.microsoft.com/office/drawing/2014/main" id="{EBB6161C-FA98-4D14-8AF3-4A55B3DB62F8}"/>
              </a:ext>
            </a:extLst>
          </p:cNvPr>
          <p:cNvSpPr/>
          <p:nvPr/>
        </p:nvSpPr>
        <p:spPr>
          <a:xfrm>
            <a:off x="-1739900" y="4694031"/>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скругленные углы 52">
            <a:extLst>
              <a:ext uri="{FF2B5EF4-FFF2-40B4-BE49-F238E27FC236}">
                <a16:creationId xmlns:a16="http://schemas.microsoft.com/office/drawing/2014/main" id="{0E1A255B-491F-42BD-9FA6-805D3A113900}"/>
              </a:ext>
            </a:extLst>
          </p:cNvPr>
          <p:cNvSpPr/>
          <p:nvPr/>
        </p:nvSpPr>
        <p:spPr>
          <a:xfrm>
            <a:off x="-2004963" y="4694031"/>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TextBox 53">
            <a:extLst>
              <a:ext uri="{FF2B5EF4-FFF2-40B4-BE49-F238E27FC236}">
                <a16:creationId xmlns:a16="http://schemas.microsoft.com/office/drawing/2014/main" id="{080CCC1C-CF1E-48FC-BF2A-708FB41F4EFD}"/>
              </a:ext>
            </a:extLst>
          </p:cNvPr>
          <p:cNvSpPr txBox="1"/>
          <p:nvPr/>
        </p:nvSpPr>
        <p:spPr>
          <a:xfrm>
            <a:off x="-2003446" y="3982778"/>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55" name="Прямоугольник: скругленные углы 54">
            <a:extLst>
              <a:ext uri="{FF2B5EF4-FFF2-40B4-BE49-F238E27FC236}">
                <a16:creationId xmlns:a16="http://schemas.microsoft.com/office/drawing/2014/main" id="{21C0530A-2C97-451D-9B54-1AA56222FD86}"/>
              </a:ext>
            </a:extLst>
          </p:cNvPr>
          <p:cNvSpPr/>
          <p:nvPr/>
        </p:nvSpPr>
        <p:spPr>
          <a:xfrm>
            <a:off x="-1209774" y="4178333"/>
            <a:ext cx="216624" cy="216624"/>
          </a:xfrm>
          <a:prstGeom prst="roundRect">
            <a:avLst>
              <a:gd name="adj" fmla="val 33317"/>
            </a:avLst>
          </a:prstGeom>
          <a:solidFill>
            <a:schemeClr val="accent2">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Прямоугольник: скругленные углы 55">
            <a:extLst>
              <a:ext uri="{FF2B5EF4-FFF2-40B4-BE49-F238E27FC236}">
                <a16:creationId xmlns:a16="http://schemas.microsoft.com/office/drawing/2014/main" id="{534A0EE5-01B4-4A8A-B62D-6C7B08BFF04A}"/>
              </a:ext>
            </a:extLst>
          </p:cNvPr>
          <p:cNvSpPr/>
          <p:nvPr/>
        </p:nvSpPr>
        <p:spPr>
          <a:xfrm>
            <a:off x="-2004963" y="4178333"/>
            <a:ext cx="216624" cy="216624"/>
          </a:xfrm>
          <a:prstGeom prst="roundRect">
            <a:avLst>
              <a:gd name="adj" fmla="val 33317"/>
            </a:avLst>
          </a:prstGeom>
          <a:solidFill>
            <a:schemeClr val="accent6">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7" name="Прямоугольник: скругленные углы 56">
            <a:extLst>
              <a:ext uri="{FF2B5EF4-FFF2-40B4-BE49-F238E27FC236}">
                <a16:creationId xmlns:a16="http://schemas.microsoft.com/office/drawing/2014/main" id="{88B46E2F-B189-4175-A58D-C4A8385D886B}"/>
              </a:ext>
            </a:extLst>
          </p:cNvPr>
          <p:cNvSpPr/>
          <p:nvPr/>
        </p:nvSpPr>
        <p:spPr>
          <a:xfrm>
            <a:off x="-1739900" y="4178333"/>
            <a:ext cx="216624" cy="216624"/>
          </a:xfrm>
          <a:prstGeom prst="roundRect">
            <a:avLst>
              <a:gd name="adj" fmla="val 33317"/>
            </a:avLst>
          </a:prstGeom>
          <a:solidFill>
            <a:schemeClr val="accent1">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Прямоугольник: скругленные углы 57">
            <a:extLst>
              <a:ext uri="{FF2B5EF4-FFF2-40B4-BE49-F238E27FC236}">
                <a16:creationId xmlns:a16="http://schemas.microsoft.com/office/drawing/2014/main" id="{26652F50-3BDF-4544-BBA1-600329728059}"/>
              </a:ext>
            </a:extLst>
          </p:cNvPr>
          <p:cNvSpPr/>
          <p:nvPr/>
        </p:nvSpPr>
        <p:spPr>
          <a:xfrm>
            <a:off x="-1475201" y="4178333"/>
            <a:ext cx="216624" cy="216624"/>
          </a:xfrm>
          <a:prstGeom prst="roundRect">
            <a:avLst>
              <a:gd name="adj" fmla="val 33317"/>
            </a:avLst>
          </a:prstGeom>
          <a:solidFill>
            <a:schemeClr val="accent3">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59" name="TextBox 58">
            <a:extLst>
              <a:ext uri="{FF2B5EF4-FFF2-40B4-BE49-F238E27FC236}">
                <a16:creationId xmlns:a16="http://schemas.microsoft.com/office/drawing/2014/main" id="{78F85B04-2E14-4578-B38C-8FF5099A280E}"/>
              </a:ext>
            </a:extLst>
          </p:cNvPr>
          <p:cNvSpPr txBox="1"/>
          <p:nvPr/>
        </p:nvSpPr>
        <p:spPr>
          <a:xfrm>
            <a:off x="-2003446" y="4498626"/>
            <a:ext cx="1638525" cy="171623"/>
          </a:xfrm>
          <a:prstGeom prst="rect">
            <a:avLst/>
          </a:prstGeom>
          <a:noFill/>
        </p:spPr>
        <p:txBody>
          <a:bodyPr wrap="square" lIns="0" tIns="0" rIns="0" bIns="0" rtlCol="0">
            <a:noAutofit/>
          </a:bodyPr>
          <a:lstStyle/>
          <a:p>
            <a:pPr algn="l"/>
            <a:r>
              <a:rPr lang="ru-RU" sz="1000" dirty="0"/>
              <a:t>Цвета маленьких плашек</a:t>
            </a:r>
          </a:p>
        </p:txBody>
      </p:sp>
      <p:sp>
        <p:nvSpPr>
          <p:cNvPr id="60" name="Прямоугольник: скругленные углы 59">
            <a:extLst>
              <a:ext uri="{FF2B5EF4-FFF2-40B4-BE49-F238E27FC236}">
                <a16:creationId xmlns:a16="http://schemas.microsoft.com/office/drawing/2014/main" id="{02B754A5-3E71-4D5D-9FF3-ABC551D7D1F3}"/>
              </a:ext>
            </a:extLst>
          </p:cNvPr>
          <p:cNvSpPr/>
          <p:nvPr/>
        </p:nvSpPr>
        <p:spPr>
          <a:xfrm>
            <a:off x="-1475201" y="4694031"/>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Прямоугольник: скругленные углы 60">
            <a:extLst>
              <a:ext uri="{FF2B5EF4-FFF2-40B4-BE49-F238E27FC236}">
                <a16:creationId xmlns:a16="http://schemas.microsoft.com/office/drawing/2014/main" id="{80E79DEC-9391-4A84-9CEE-A2733F05AF6B}"/>
              </a:ext>
            </a:extLst>
          </p:cNvPr>
          <p:cNvSpPr/>
          <p:nvPr/>
        </p:nvSpPr>
        <p:spPr>
          <a:xfrm>
            <a:off x="-1739900" y="5207333"/>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скругленные углы 61">
            <a:extLst>
              <a:ext uri="{FF2B5EF4-FFF2-40B4-BE49-F238E27FC236}">
                <a16:creationId xmlns:a16="http://schemas.microsoft.com/office/drawing/2014/main" id="{D74A3125-F0E2-4455-B3E0-D6BB1E29F7EA}"/>
              </a:ext>
            </a:extLst>
          </p:cNvPr>
          <p:cNvSpPr/>
          <p:nvPr/>
        </p:nvSpPr>
        <p:spPr>
          <a:xfrm>
            <a:off x="-1474837" y="5207333"/>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скругленные углы 62">
            <a:extLst>
              <a:ext uri="{FF2B5EF4-FFF2-40B4-BE49-F238E27FC236}">
                <a16:creationId xmlns:a16="http://schemas.microsoft.com/office/drawing/2014/main" id="{CFF6F77A-1D30-44F0-B588-D00AEFB4C1CB}"/>
              </a:ext>
            </a:extLst>
          </p:cNvPr>
          <p:cNvSpPr/>
          <p:nvPr/>
        </p:nvSpPr>
        <p:spPr>
          <a:xfrm>
            <a:off x="-2004963" y="5207333"/>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TextBox 63">
            <a:extLst>
              <a:ext uri="{FF2B5EF4-FFF2-40B4-BE49-F238E27FC236}">
                <a16:creationId xmlns:a16="http://schemas.microsoft.com/office/drawing/2014/main" id="{C88F2C58-885B-4FA6-9F25-71F73E9E6AFD}"/>
              </a:ext>
            </a:extLst>
          </p:cNvPr>
          <p:cNvSpPr txBox="1"/>
          <p:nvPr/>
        </p:nvSpPr>
        <p:spPr>
          <a:xfrm>
            <a:off x="-2003446" y="5020614"/>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65" name="Прямоугольник: скругленные углы 64">
            <a:extLst>
              <a:ext uri="{FF2B5EF4-FFF2-40B4-BE49-F238E27FC236}">
                <a16:creationId xmlns:a16="http://schemas.microsoft.com/office/drawing/2014/main" id="{6C6B3414-58BC-4C8B-8EDE-32205BA9DDFD}"/>
              </a:ext>
            </a:extLst>
          </p:cNvPr>
          <p:cNvSpPr/>
          <p:nvPr/>
        </p:nvSpPr>
        <p:spPr>
          <a:xfrm>
            <a:off x="-1209774" y="4694031"/>
            <a:ext cx="216624" cy="216624"/>
          </a:xfrm>
          <a:prstGeom prst="roundRect">
            <a:avLst>
              <a:gd name="adj" fmla="val 33317"/>
            </a:avLst>
          </a:prstGeom>
          <a:solidFill>
            <a:schemeClr val="accent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скругленные углы 69">
            <a:extLst>
              <a:ext uri="{FF2B5EF4-FFF2-40B4-BE49-F238E27FC236}">
                <a16:creationId xmlns:a16="http://schemas.microsoft.com/office/drawing/2014/main" id="{C8020230-2D13-4554-A0E8-029876928B7F}"/>
              </a:ext>
            </a:extLst>
          </p:cNvPr>
          <p:cNvSpPr/>
          <p:nvPr/>
        </p:nvSpPr>
        <p:spPr>
          <a:xfrm>
            <a:off x="-944711" y="5207333"/>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Прямоугольник: скругленные углы 70">
            <a:extLst>
              <a:ext uri="{FF2B5EF4-FFF2-40B4-BE49-F238E27FC236}">
                <a16:creationId xmlns:a16="http://schemas.microsoft.com/office/drawing/2014/main" id="{09A2E5BB-A6A5-468E-B951-0F911D19BC95}"/>
              </a:ext>
            </a:extLst>
          </p:cNvPr>
          <p:cNvSpPr/>
          <p:nvPr/>
        </p:nvSpPr>
        <p:spPr>
          <a:xfrm>
            <a:off x="-679648" y="5207333"/>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скругленные углы 71">
            <a:extLst>
              <a:ext uri="{FF2B5EF4-FFF2-40B4-BE49-F238E27FC236}">
                <a16:creationId xmlns:a16="http://schemas.microsoft.com/office/drawing/2014/main" id="{3D66E532-20C5-4758-9B36-0FBF00255409}"/>
              </a:ext>
            </a:extLst>
          </p:cNvPr>
          <p:cNvSpPr/>
          <p:nvPr/>
        </p:nvSpPr>
        <p:spPr>
          <a:xfrm>
            <a:off x="-1209774" y="5207333"/>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скругленные верхние углы 72">
            <a:extLst>
              <a:ext uri="{FF2B5EF4-FFF2-40B4-BE49-F238E27FC236}">
                <a16:creationId xmlns:a16="http://schemas.microsoft.com/office/drawing/2014/main" id="{F6036830-70B4-46DE-9C29-73684EE21B81}"/>
              </a:ext>
            </a:extLst>
          </p:cNvPr>
          <p:cNvSpPr/>
          <p:nvPr userDrawn="1"/>
        </p:nvSpPr>
        <p:spPr>
          <a:xfrm>
            <a:off x="-2136930" y="3117581"/>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r>
              <a:rPr lang="ru-RU" sz="1100" b="1" dirty="0">
                <a:solidFill>
                  <a:schemeClr val="tx1"/>
                </a:solidFill>
              </a:rPr>
              <a:t> Банка</a:t>
            </a:r>
          </a:p>
        </p:txBody>
      </p:sp>
    </p:spTree>
    <p:extLst>
      <p:ext uri="{BB962C8B-B14F-4D97-AF65-F5344CB8AC3E}">
        <p14:creationId xmlns:p14="http://schemas.microsoft.com/office/powerpoint/2010/main" val="1180857015"/>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ig_title_light">
    <p:bg>
      <p:bgPr>
        <a:solidFill>
          <a:srgbClr val="FFFFFF"/>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956066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46"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Объект 2">
            <a:extLst>
              <a:ext uri="{FF2B5EF4-FFF2-40B4-BE49-F238E27FC236}">
                <a16:creationId xmlns:a16="http://schemas.microsoft.com/office/drawing/2014/main" id="{91C59567-F70E-CC32-748F-63A920CFAA0B}"/>
              </a:ext>
            </a:extLst>
          </p:cNvPr>
          <p:cNvSpPr>
            <a:spLocks noGrp="1"/>
          </p:cNvSpPr>
          <p:nvPr>
            <p:ph idx="1"/>
          </p:nvPr>
        </p:nvSpPr>
        <p:spPr>
          <a:xfrm>
            <a:off x="639763" y="1520824"/>
            <a:ext cx="10910887" cy="4741864"/>
          </a:xfrm>
        </p:spPr>
        <p:txBody>
          <a:bodyPr/>
          <a:lstStyle>
            <a:lvl1pPr>
              <a:lnSpc>
                <a:spcPct val="100000"/>
              </a:lnSpc>
              <a:spcAft>
                <a:spcPts val="1200"/>
              </a:spcAft>
              <a:defRPr sz="2400"/>
            </a:lvl1pPr>
            <a:lvl2pPr>
              <a:lnSpc>
                <a:spcPct val="100000"/>
              </a:lnSpc>
              <a:spcAft>
                <a:spcPts val="1200"/>
              </a:spcAft>
              <a:defRPr sz="2400"/>
            </a:lvl2pPr>
            <a:lvl3pPr>
              <a:lnSpc>
                <a:spcPct val="100000"/>
              </a:lnSpc>
              <a:spcAft>
                <a:spcPts val="1200"/>
              </a:spcAft>
              <a:defRPr sz="2400"/>
            </a:lvl3pPr>
            <a:lvl4pPr>
              <a:lnSpc>
                <a:spcPct val="100000"/>
              </a:lnSpc>
              <a:spcAft>
                <a:spcPts val="1200"/>
              </a:spcAft>
              <a:defRPr sz="2400"/>
            </a:lvl4pPr>
            <a:lvl5pPr>
              <a:lnSpc>
                <a:spcPct val="100000"/>
              </a:lnSpc>
              <a:spcAft>
                <a:spcPts val="1200"/>
              </a:spcAft>
              <a:defRPr sz="24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Заголовок 1">
            <a:extLst>
              <a:ext uri="{FF2B5EF4-FFF2-40B4-BE49-F238E27FC236}">
                <a16:creationId xmlns:a16="http://schemas.microsoft.com/office/drawing/2014/main" id="{1CD188B5-4A1B-CBD8-E7B6-3AA0E6DAFA4F}"/>
              </a:ext>
            </a:extLst>
          </p:cNvPr>
          <p:cNvSpPr>
            <a:spLocks noGrp="1"/>
          </p:cNvSpPr>
          <p:nvPr>
            <p:ph type="title" hasCustomPrompt="1"/>
          </p:nvPr>
        </p:nvSpPr>
        <p:spPr>
          <a:xfrm>
            <a:off x="635099" y="420493"/>
            <a:ext cx="10910888" cy="783155"/>
          </a:xfrm>
          <a:prstGeom prst="rect">
            <a:avLst/>
          </a:prstGeom>
        </p:spPr>
        <p:txBody>
          <a:bodyPr vert="horz" lIns="0" tIns="0" rIns="0" bIns="0" rtlCol="0" anchor="t">
            <a:noAutofit/>
          </a:bodyPr>
          <a:lstStyle>
            <a:lvl1pPr>
              <a:lnSpc>
                <a:spcPct val="82000"/>
              </a:lnSpc>
              <a:defRPr sz="4400" spc="-30" baseline="0"/>
            </a:lvl1pPr>
          </a:lstStyle>
          <a:p>
            <a:r>
              <a:rPr lang="ru-RU"/>
              <a:t>Заголовок слайда в 1 строку</a:t>
            </a:r>
          </a:p>
        </p:txBody>
      </p:sp>
      <p:sp>
        <p:nvSpPr>
          <p:cNvPr id="38" name="Прямоугольник: скругленные углы 37">
            <a:extLst>
              <a:ext uri="{FF2B5EF4-FFF2-40B4-BE49-F238E27FC236}">
                <a16:creationId xmlns:a16="http://schemas.microsoft.com/office/drawing/2014/main" id="{7B5F198A-2559-F2F6-5327-6954972E8252}"/>
              </a:ext>
            </a:extLst>
          </p:cNvPr>
          <p:cNvSpPr/>
          <p:nvPr/>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Прямоугольник: скругленные верхние углы 38">
            <a:extLst>
              <a:ext uri="{FF2B5EF4-FFF2-40B4-BE49-F238E27FC236}">
                <a16:creationId xmlns:a16="http://schemas.microsoft.com/office/drawing/2014/main" id="{7F566F0E-F78F-3D2D-3421-869755AFA559}"/>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graphicFrame>
        <p:nvGraphicFramePr>
          <p:cNvPr id="40" name="Таблица 46">
            <a:extLst>
              <a:ext uri="{FF2B5EF4-FFF2-40B4-BE49-F238E27FC236}">
                <a16:creationId xmlns:a16="http://schemas.microsoft.com/office/drawing/2014/main" id="{90C90852-1187-6692-C182-38F701835EF4}"/>
              </a:ext>
            </a:extLst>
          </p:cNvPr>
          <p:cNvGraphicFramePr>
            <a:graphicFrameLocks noGrp="1"/>
          </p:cNvGraphicFramePr>
          <p:nvPr>
            <p:extLst>
              <p:ext uri="{D42A27DB-BD31-4B8C-83A1-F6EECF244321}">
                <p14:modId xmlns:p14="http://schemas.microsoft.com/office/powerpoint/2010/main" val="1642695781"/>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en-US" sz="1200" b="1" dirty="0"/>
                        <a:t>5</a:t>
                      </a:r>
                      <a:r>
                        <a:rPr lang="ru-RU" sz="1200" b="1" dirty="0"/>
                        <a:t>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en-US" sz="1200" b="1" dirty="0"/>
                        <a:t>44</a:t>
                      </a:r>
                      <a:endParaRPr lang="ru-RU" sz="1200" b="1" dirty="0"/>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en-US" sz="1200" b="1" dirty="0"/>
                        <a:t>32</a:t>
                      </a:r>
                      <a:r>
                        <a:rPr lang="ru-RU" sz="900" b="1" dirty="0"/>
                        <a:t> </a:t>
                      </a:r>
                      <a:r>
                        <a:rPr lang="ru-RU" sz="1200" b="1" dirty="0"/>
                        <a:t>/</a:t>
                      </a:r>
                      <a:r>
                        <a:rPr lang="ru-RU" sz="900" b="1" dirty="0"/>
                        <a:t> </a:t>
                      </a:r>
                      <a:r>
                        <a:rPr lang="en-US" sz="1200" b="1" dirty="0"/>
                        <a:t>24</a:t>
                      </a:r>
                      <a:endParaRPr lang="ru-RU" sz="1200" b="1" dirty="0"/>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en-US" sz="1200" b="1" dirty="0"/>
                        <a:t>24</a:t>
                      </a:r>
                      <a:r>
                        <a:rPr lang="ru-RU" sz="900" b="1" dirty="0"/>
                        <a:t> </a:t>
                      </a:r>
                      <a:r>
                        <a:rPr lang="ru-RU" sz="1200" b="1" dirty="0"/>
                        <a:t>/</a:t>
                      </a:r>
                      <a:r>
                        <a:rPr lang="ru-RU" sz="900" b="1" dirty="0"/>
                        <a:t> </a:t>
                      </a:r>
                      <a:r>
                        <a:rPr lang="ru-RU" sz="1200" b="1" dirty="0"/>
                        <a:t>1</a:t>
                      </a:r>
                      <a:r>
                        <a:rPr lang="en-US" sz="1200" b="1" dirty="0"/>
                        <a:t>8</a:t>
                      </a:r>
                      <a:endParaRPr lang="ru-RU" sz="1200" b="1" dirty="0"/>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a:t>
                      </a:r>
                      <a:r>
                        <a:rPr lang="en-US" sz="1200" b="1" dirty="0">
                          <a:solidFill>
                            <a:schemeClr val="tx1"/>
                          </a:solidFill>
                        </a:rPr>
                        <a:t>8</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a:t>
                      </a:r>
                      <a:r>
                        <a:rPr lang="en-US" sz="1200" b="1" dirty="0">
                          <a:solidFill>
                            <a:schemeClr val="tx1"/>
                          </a:solidFill>
                        </a:rPr>
                        <a:t>4</a:t>
                      </a:r>
                      <a:endParaRPr lang="ru-RU" sz="1200" b="1" dirty="0">
                        <a:solidFill>
                          <a:schemeClr val="tx1"/>
                        </a:solidFill>
                      </a:endParaRP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a:t>
                      </a:r>
                      <a:r>
                        <a:rPr lang="en-US" sz="1200" b="1" dirty="0">
                          <a:solidFill>
                            <a:schemeClr val="tx1"/>
                          </a:solidFill>
                        </a:rPr>
                        <a:t>2</a:t>
                      </a:r>
                      <a:endParaRPr lang="ru-RU" sz="1200" b="1" dirty="0">
                        <a:solidFill>
                          <a:schemeClr val="tx1"/>
                        </a:solidFill>
                      </a:endParaRP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41" name="Полилиния: фигура 40">
            <a:extLst>
              <a:ext uri="{FF2B5EF4-FFF2-40B4-BE49-F238E27FC236}">
                <a16:creationId xmlns:a16="http://schemas.microsoft.com/office/drawing/2014/main" id="{16881EB9-3774-1E79-046E-FF7CB7E5BD88}"/>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72" name="TextBox 71">
            <a:extLst>
              <a:ext uri="{FF2B5EF4-FFF2-40B4-BE49-F238E27FC236}">
                <a16:creationId xmlns:a16="http://schemas.microsoft.com/office/drawing/2014/main" id="{3575B971-17FB-73BD-BC0C-C9F8A9DB1D14}"/>
              </a:ext>
            </a:extLst>
          </p:cNvPr>
          <p:cNvSpPr txBox="1"/>
          <p:nvPr/>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5" name="Номер слайда 5">
            <a:extLst>
              <a:ext uri="{FF2B5EF4-FFF2-40B4-BE49-F238E27FC236}">
                <a16:creationId xmlns:a16="http://schemas.microsoft.com/office/drawing/2014/main" id="{37F91FFE-0848-C32B-3DE7-253AE66324C1}"/>
              </a:ext>
            </a:extLst>
          </p:cNvPr>
          <p:cNvSpPr>
            <a:spLocks noGrp="1"/>
          </p:cNvSpPr>
          <p:nvPr>
            <p:ph type="sldNum" sz="quarter" idx="12"/>
          </p:nvPr>
        </p:nvSpPr>
        <p:spPr>
          <a:xfrm>
            <a:off x="10657744" y="6430370"/>
            <a:ext cx="908050" cy="216000"/>
          </a:xfrm>
        </p:spPr>
        <p:txBody>
          <a:bodyPr/>
          <a:lstStyle>
            <a:lvl1pPr>
              <a:defRPr>
                <a:solidFill>
                  <a:srgbClr val="5A6C7D"/>
                </a:solidFill>
              </a:defRPr>
            </a:lvl1pPr>
          </a:lstStyle>
          <a:p>
            <a:fld id="{EB5249F5-0093-48B0-B996-C4E44A87EAFB}" type="slidenum">
              <a:rPr lang="ru-RU" smtClean="0"/>
              <a:pPr/>
              <a:t>‹#›</a:t>
            </a:fld>
            <a:endParaRPr lang="ru-RU"/>
          </a:p>
        </p:txBody>
      </p:sp>
      <p:sp>
        <p:nvSpPr>
          <p:cNvPr id="67" name="Нижний колонтитул 4">
            <a:extLst>
              <a:ext uri="{FF2B5EF4-FFF2-40B4-BE49-F238E27FC236}">
                <a16:creationId xmlns:a16="http://schemas.microsoft.com/office/drawing/2014/main" id="{4C2DBAF7-CB97-469C-9247-FAF1B4E992EF}"/>
              </a:ext>
            </a:extLst>
          </p:cNvPr>
          <p:cNvSpPr>
            <a:spLocks noGrp="1"/>
          </p:cNvSpPr>
          <p:nvPr>
            <p:ph type="ftr" sz="quarter" idx="11"/>
          </p:nvPr>
        </p:nvSpPr>
        <p:spPr>
          <a:xfrm>
            <a:off x="2457450" y="6465021"/>
            <a:ext cx="7272000" cy="144500"/>
          </a:xfrm>
        </p:spPr>
        <p:txBody>
          <a:bodyPr anchor="b"/>
          <a:lstStyle>
            <a:lvl1pPr>
              <a:defRPr sz="1000">
                <a:solidFill>
                  <a:srgbClr val="5A6C7D"/>
                </a:solidFill>
              </a:defRPr>
            </a:lvl1pPr>
          </a:lstStyle>
          <a:p>
            <a:endParaRPr lang="ru-RU" dirty="0"/>
          </a:p>
        </p:txBody>
      </p:sp>
      <p:sp>
        <p:nvSpPr>
          <p:cNvPr id="68" name="Рисунок 16">
            <a:extLst>
              <a:ext uri="{FF2B5EF4-FFF2-40B4-BE49-F238E27FC236}">
                <a16:creationId xmlns:a16="http://schemas.microsoft.com/office/drawing/2014/main" id="{7665DD91-1CD0-409E-9F71-48103ABE1EDE}"/>
              </a:ext>
            </a:extLst>
          </p:cNvPr>
          <p:cNvSpPr>
            <a:spLocks noChangeAspect="1"/>
          </p:cNvSpPr>
          <p:nvPr userDrawn="1"/>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tx1"/>
          </a:solidFill>
          <a:ln w="9525" cap="flat">
            <a:noFill/>
            <a:prstDash val="solid"/>
            <a:miter/>
          </a:ln>
        </p:spPr>
        <p:txBody>
          <a:bodyPr rtlCol="0" anchor="ctr"/>
          <a:lstStyle/>
          <a:p>
            <a:endParaRPr lang="ru-RU"/>
          </a:p>
        </p:txBody>
      </p:sp>
      <p:sp>
        <p:nvSpPr>
          <p:cNvPr id="74" name="Прямоугольник: скругленные углы 73">
            <a:extLst>
              <a:ext uri="{FF2B5EF4-FFF2-40B4-BE49-F238E27FC236}">
                <a16:creationId xmlns:a16="http://schemas.microsoft.com/office/drawing/2014/main" id="{4608C364-F966-4EF6-8CEA-91A0F700F20E}"/>
              </a:ext>
            </a:extLst>
          </p:cNvPr>
          <p:cNvSpPr/>
          <p:nvPr/>
        </p:nvSpPr>
        <p:spPr>
          <a:xfrm>
            <a:off x="-2138458" y="3125312"/>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скругленные верхние углы 74">
            <a:extLst>
              <a:ext uri="{FF2B5EF4-FFF2-40B4-BE49-F238E27FC236}">
                <a16:creationId xmlns:a16="http://schemas.microsoft.com/office/drawing/2014/main" id="{393AE996-6025-4442-87EC-6778BFA929DD}"/>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76" name="TextBox 75">
            <a:extLst>
              <a:ext uri="{FF2B5EF4-FFF2-40B4-BE49-F238E27FC236}">
                <a16:creationId xmlns:a16="http://schemas.microsoft.com/office/drawing/2014/main" id="{AAB97F9D-C541-4045-873F-93A653169067}"/>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77" name="Прямоугольник: скругленные углы 76">
            <a:extLst>
              <a:ext uri="{FF2B5EF4-FFF2-40B4-BE49-F238E27FC236}">
                <a16:creationId xmlns:a16="http://schemas.microsoft.com/office/drawing/2014/main" id="{4D210AA6-DFC6-4C8E-A8C0-F5EA7DD68292}"/>
              </a:ext>
            </a:extLst>
          </p:cNvPr>
          <p:cNvSpPr/>
          <p:nvPr/>
        </p:nvSpPr>
        <p:spPr>
          <a:xfrm>
            <a:off x="-2004344" y="3611632"/>
            <a:ext cx="216624" cy="216624"/>
          </a:xfrm>
          <a:prstGeom prst="roundRect">
            <a:avLst>
              <a:gd name="adj" fmla="val 33317"/>
            </a:avLst>
          </a:prstGeom>
          <a:solidFill>
            <a:schemeClr val="tx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Прямоугольник: скругленные углы 77">
            <a:extLst>
              <a:ext uri="{FF2B5EF4-FFF2-40B4-BE49-F238E27FC236}">
                <a16:creationId xmlns:a16="http://schemas.microsoft.com/office/drawing/2014/main" id="{2E8AF61E-ECEF-4B31-93C5-D9AB14B0232A}"/>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9" name="Прямоугольник: скругленные углы 78">
            <a:extLst>
              <a:ext uri="{FF2B5EF4-FFF2-40B4-BE49-F238E27FC236}">
                <a16:creationId xmlns:a16="http://schemas.microsoft.com/office/drawing/2014/main" id="{F09ADA64-0060-4A7C-BCB9-48F5198732D4}"/>
              </a:ext>
            </a:extLst>
          </p:cNvPr>
          <p:cNvSpPr/>
          <p:nvPr/>
        </p:nvSpPr>
        <p:spPr>
          <a:xfrm>
            <a:off x="-1739900" y="4646897"/>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0" name="Прямоугольник: скругленные углы 79">
            <a:extLst>
              <a:ext uri="{FF2B5EF4-FFF2-40B4-BE49-F238E27FC236}">
                <a16:creationId xmlns:a16="http://schemas.microsoft.com/office/drawing/2014/main" id="{F6E5A2A5-A329-4D2D-841C-C5603CD5A227}"/>
              </a:ext>
            </a:extLst>
          </p:cNvPr>
          <p:cNvSpPr/>
          <p:nvPr/>
        </p:nvSpPr>
        <p:spPr>
          <a:xfrm>
            <a:off x="-2004963" y="4646897"/>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a:extLst>
              <a:ext uri="{FF2B5EF4-FFF2-40B4-BE49-F238E27FC236}">
                <a16:creationId xmlns:a16="http://schemas.microsoft.com/office/drawing/2014/main" id="{72600B11-C37C-49FA-A59E-D38A26627588}"/>
              </a:ext>
            </a:extLst>
          </p:cNvPr>
          <p:cNvSpPr txBox="1"/>
          <p:nvPr/>
        </p:nvSpPr>
        <p:spPr>
          <a:xfrm>
            <a:off x="-2003446" y="3935644"/>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82" name="Прямоугольник: скругленные углы 81">
            <a:extLst>
              <a:ext uri="{FF2B5EF4-FFF2-40B4-BE49-F238E27FC236}">
                <a16:creationId xmlns:a16="http://schemas.microsoft.com/office/drawing/2014/main" id="{7C60F394-BBF4-451E-AF4C-589716CE64C7}"/>
              </a:ext>
            </a:extLst>
          </p:cNvPr>
          <p:cNvSpPr/>
          <p:nvPr/>
        </p:nvSpPr>
        <p:spPr>
          <a:xfrm>
            <a:off x="-1209774" y="4131199"/>
            <a:ext cx="216624" cy="216624"/>
          </a:xfrm>
          <a:prstGeom prst="roundRect">
            <a:avLst>
              <a:gd name="adj" fmla="val 33317"/>
            </a:avLst>
          </a:prstGeom>
          <a:solidFill>
            <a:schemeClr val="accent2">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скругленные углы 82">
            <a:extLst>
              <a:ext uri="{FF2B5EF4-FFF2-40B4-BE49-F238E27FC236}">
                <a16:creationId xmlns:a16="http://schemas.microsoft.com/office/drawing/2014/main" id="{C68EB470-7018-46E2-B1CD-B7EB0A348183}"/>
              </a:ext>
            </a:extLst>
          </p:cNvPr>
          <p:cNvSpPr/>
          <p:nvPr/>
        </p:nvSpPr>
        <p:spPr>
          <a:xfrm>
            <a:off x="-2004963" y="4131199"/>
            <a:ext cx="216624" cy="216624"/>
          </a:xfrm>
          <a:prstGeom prst="roundRect">
            <a:avLst>
              <a:gd name="adj" fmla="val 33317"/>
            </a:avLst>
          </a:prstGeom>
          <a:solidFill>
            <a:schemeClr val="accent6">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Прямоугольник: скругленные углы 83">
            <a:extLst>
              <a:ext uri="{FF2B5EF4-FFF2-40B4-BE49-F238E27FC236}">
                <a16:creationId xmlns:a16="http://schemas.microsoft.com/office/drawing/2014/main" id="{80D69E6F-226B-4172-BC55-3E1EA84E2A28}"/>
              </a:ext>
            </a:extLst>
          </p:cNvPr>
          <p:cNvSpPr/>
          <p:nvPr/>
        </p:nvSpPr>
        <p:spPr>
          <a:xfrm>
            <a:off x="-1739900" y="4131199"/>
            <a:ext cx="216624" cy="216624"/>
          </a:xfrm>
          <a:prstGeom prst="roundRect">
            <a:avLst>
              <a:gd name="adj" fmla="val 33317"/>
            </a:avLst>
          </a:prstGeom>
          <a:solidFill>
            <a:schemeClr val="accent1">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Прямоугольник: скругленные углы 84">
            <a:extLst>
              <a:ext uri="{FF2B5EF4-FFF2-40B4-BE49-F238E27FC236}">
                <a16:creationId xmlns:a16="http://schemas.microsoft.com/office/drawing/2014/main" id="{ABA2B2EB-6682-4904-B121-8B7A128F0A28}"/>
              </a:ext>
            </a:extLst>
          </p:cNvPr>
          <p:cNvSpPr/>
          <p:nvPr/>
        </p:nvSpPr>
        <p:spPr>
          <a:xfrm>
            <a:off x="-1475201" y="4131199"/>
            <a:ext cx="216624" cy="216624"/>
          </a:xfrm>
          <a:prstGeom prst="roundRect">
            <a:avLst>
              <a:gd name="adj" fmla="val 33317"/>
            </a:avLst>
          </a:prstGeom>
          <a:solidFill>
            <a:schemeClr val="accent3">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86" name="TextBox 85">
            <a:extLst>
              <a:ext uri="{FF2B5EF4-FFF2-40B4-BE49-F238E27FC236}">
                <a16:creationId xmlns:a16="http://schemas.microsoft.com/office/drawing/2014/main" id="{F77D635F-FB4F-47DD-A88D-A957765A2CE9}"/>
              </a:ext>
            </a:extLst>
          </p:cNvPr>
          <p:cNvSpPr txBox="1"/>
          <p:nvPr/>
        </p:nvSpPr>
        <p:spPr>
          <a:xfrm>
            <a:off x="-2003446" y="4451492"/>
            <a:ext cx="1638525" cy="171623"/>
          </a:xfrm>
          <a:prstGeom prst="rect">
            <a:avLst/>
          </a:prstGeom>
          <a:noFill/>
        </p:spPr>
        <p:txBody>
          <a:bodyPr wrap="square" lIns="0" tIns="0" rIns="0" bIns="0" rtlCol="0">
            <a:noAutofit/>
          </a:bodyPr>
          <a:lstStyle/>
          <a:p>
            <a:pPr algn="l"/>
            <a:r>
              <a:rPr lang="ru-RU" sz="1000" dirty="0"/>
              <a:t>Цвета маленьких плашек</a:t>
            </a:r>
          </a:p>
        </p:txBody>
      </p:sp>
      <p:sp>
        <p:nvSpPr>
          <p:cNvPr id="87" name="Прямоугольник: скругленные углы 86">
            <a:extLst>
              <a:ext uri="{FF2B5EF4-FFF2-40B4-BE49-F238E27FC236}">
                <a16:creationId xmlns:a16="http://schemas.microsoft.com/office/drawing/2014/main" id="{EEE0CABC-28D0-4507-AFC9-5A4F1F8039EA}"/>
              </a:ext>
            </a:extLst>
          </p:cNvPr>
          <p:cNvSpPr/>
          <p:nvPr/>
        </p:nvSpPr>
        <p:spPr>
          <a:xfrm>
            <a:off x="-1475201" y="4646897"/>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8" name="Прямоугольник: скругленные углы 87">
            <a:extLst>
              <a:ext uri="{FF2B5EF4-FFF2-40B4-BE49-F238E27FC236}">
                <a16:creationId xmlns:a16="http://schemas.microsoft.com/office/drawing/2014/main" id="{AFD9706B-19BA-4616-8A48-F6006FCEC909}"/>
              </a:ext>
            </a:extLst>
          </p:cNvPr>
          <p:cNvSpPr/>
          <p:nvPr/>
        </p:nvSpPr>
        <p:spPr>
          <a:xfrm>
            <a:off x="-1739900" y="5160199"/>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9" name="Прямоугольник: скругленные углы 88">
            <a:extLst>
              <a:ext uri="{FF2B5EF4-FFF2-40B4-BE49-F238E27FC236}">
                <a16:creationId xmlns:a16="http://schemas.microsoft.com/office/drawing/2014/main" id="{514267D0-22EF-4D96-B9EC-424ADA264392}"/>
              </a:ext>
            </a:extLst>
          </p:cNvPr>
          <p:cNvSpPr/>
          <p:nvPr/>
        </p:nvSpPr>
        <p:spPr>
          <a:xfrm>
            <a:off x="-1474837" y="5160199"/>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0" name="Прямоугольник: скругленные углы 89">
            <a:extLst>
              <a:ext uri="{FF2B5EF4-FFF2-40B4-BE49-F238E27FC236}">
                <a16:creationId xmlns:a16="http://schemas.microsoft.com/office/drawing/2014/main" id="{A29E432B-A3AB-4014-820A-C930781AB0D0}"/>
              </a:ext>
            </a:extLst>
          </p:cNvPr>
          <p:cNvSpPr/>
          <p:nvPr/>
        </p:nvSpPr>
        <p:spPr>
          <a:xfrm>
            <a:off x="-2004963" y="5160199"/>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TextBox 90">
            <a:extLst>
              <a:ext uri="{FF2B5EF4-FFF2-40B4-BE49-F238E27FC236}">
                <a16:creationId xmlns:a16="http://schemas.microsoft.com/office/drawing/2014/main" id="{520907A8-5265-4202-BD82-AD4217A38AC9}"/>
              </a:ext>
            </a:extLst>
          </p:cNvPr>
          <p:cNvSpPr txBox="1"/>
          <p:nvPr/>
        </p:nvSpPr>
        <p:spPr>
          <a:xfrm>
            <a:off x="-2003446" y="4973480"/>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92" name="Прямоугольник: скругленные углы 91">
            <a:extLst>
              <a:ext uri="{FF2B5EF4-FFF2-40B4-BE49-F238E27FC236}">
                <a16:creationId xmlns:a16="http://schemas.microsoft.com/office/drawing/2014/main" id="{DF6B54A5-4C51-4E18-B2F7-3057BB78CD5D}"/>
              </a:ext>
            </a:extLst>
          </p:cNvPr>
          <p:cNvSpPr/>
          <p:nvPr/>
        </p:nvSpPr>
        <p:spPr>
          <a:xfrm>
            <a:off x="-1209774" y="4646897"/>
            <a:ext cx="216624" cy="216624"/>
          </a:xfrm>
          <a:prstGeom prst="roundRect">
            <a:avLst>
              <a:gd name="adj" fmla="val 33317"/>
            </a:avLst>
          </a:prstGeom>
          <a:solidFill>
            <a:schemeClr val="accent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7" name="Прямоугольник: скругленные углы 96">
            <a:extLst>
              <a:ext uri="{FF2B5EF4-FFF2-40B4-BE49-F238E27FC236}">
                <a16:creationId xmlns:a16="http://schemas.microsoft.com/office/drawing/2014/main" id="{345F8333-8141-46E9-AE14-6C425AF4F2E2}"/>
              </a:ext>
            </a:extLst>
          </p:cNvPr>
          <p:cNvSpPr/>
          <p:nvPr/>
        </p:nvSpPr>
        <p:spPr>
          <a:xfrm>
            <a:off x="-944711" y="5160199"/>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8" name="Прямоугольник: скругленные углы 97">
            <a:extLst>
              <a:ext uri="{FF2B5EF4-FFF2-40B4-BE49-F238E27FC236}">
                <a16:creationId xmlns:a16="http://schemas.microsoft.com/office/drawing/2014/main" id="{4A232FE3-4ED1-4B05-B934-819B9F73BCCB}"/>
              </a:ext>
            </a:extLst>
          </p:cNvPr>
          <p:cNvSpPr/>
          <p:nvPr/>
        </p:nvSpPr>
        <p:spPr>
          <a:xfrm>
            <a:off x="-679648" y="5160199"/>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9" name="Прямоугольник: скругленные углы 98">
            <a:extLst>
              <a:ext uri="{FF2B5EF4-FFF2-40B4-BE49-F238E27FC236}">
                <a16:creationId xmlns:a16="http://schemas.microsoft.com/office/drawing/2014/main" id="{3D4FBD96-CA6B-46B5-B095-C4862847D318}"/>
              </a:ext>
            </a:extLst>
          </p:cNvPr>
          <p:cNvSpPr/>
          <p:nvPr/>
        </p:nvSpPr>
        <p:spPr>
          <a:xfrm>
            <a:off x="-1209774" y="5160199"/>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0" name="Прямоугольник: скругленные верхние углы 99">
            <a:extLst>
              <a:ext uri="{FF2B5EF4-FFF2-40B4-BE49-F238E27FC236}">
                <a16:creationId xmlns:a16="http://schemas.microsoft.com/office/drawing/2014/main" id="{B8EFB94D-8D19-4343-AF4F-E304A239482A}"/>
              </a:ext>
            </a:extLst>
          </p:cNvPr>
          <p:cNvSpPr/>
          <p:nvPr userDrawn="1"/>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r>
              <a:rPr lang="ru-RU" sz="1100" b="1" dirty="0">
                <a:solidFill>
                  <a:schemeClr val="tx1"/>
                </a:solidFill>
              </a:rPr>
              <a:t> Банка</a:t>
            </a:r>
          </a:p>
        </p:txBody>
      </p:sp>
    </p:spTree>
    <p:extLst>
      <p:ext uri="{BB962C8B-B14F-4D97-AF65-F5344CB8AC3E}">
        <p14:creationId xmlns:p14="http://schemas.microsoft.com/office/powerpoint/2010/main" val="4131341528"/>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mpty_light">
    <p:spTree>
      <p:nvGrpSpPr>
        <p:cNvPr id="1" name=""/>
        <p:cNvGrpSpPr/>
        <p:nvPr/>
      </p:nvGrpSpPr>
      <p:grpSpPr>
        <a:xfrm>
          <a:off x="0" y="0"/>
          <a:ext cx="0" cy="0"/>
          <a:chOff x="0" y="0"/>
          <a:chExt cx="0" cy="0"/>
        </a:xfrm>
      </p:grpSpPr>
      <p:sp>
        <p:nvSpPr>
          <p:cNvPr id="31" name="Прямоугольник: скругленные углы 30">
            <a:extLst>
              <a:ext uri="{FF2B5EF4-FFF2-40B4-BE49-F238E27FC236}">
                <a16:creationId xmlns:a16="http://schemas.microsoft.com/office/drawing/2014/main" id="{B5CEA510-779D-B186-51D9-A7BE6A4D8CBF}"/>
              </a:ext>
            </a:extLst>
          </p:cNvPr>
          <p:cNvSpPr/>
          <p:nvPr/>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Прямоугольник: скругленные верхние углы 31">
            <a:extLst>
              <a:ext uri="{FF2B5EF4-FFF2-40B4-BE49-F238E27FC236}">
                <a16:creationId xmlns:a16="http://schemas.microsoft.com/office/drawing/2014/main" id="{A1C959ED-4845-914A-5E46-E2BC8420265D}"/>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graphicFrame>
        <p:nvGraphicFramePr>
          <p:cNvPr id="33" name="Таблица 46">
            <a:extLst>
              <a:ext uri="{FF2B5EF4-FFF2-40B4-BE49-F238E27FC236}">
                <a16:creationId xmlns:a16="http://schemas.microsoft.com/office/drawing/2014/main" id="{E10B7DDB-30E3-5914-1530-1B343B89ECF5}"/>
              </a:ext>
            </a:extLst>
          </p:cNvPr>
          <p:cNvGraphicFramePr>
            <a:graphicFrameLocks noGrp="1"/>
          </p:cNvGraphicFramePr>
          <p:nvPr>
            <p:extLst>
              <p:ext uri="{D42A27DB-BD31-4B8C-83A1-F6EECF244321}">
                <p14:modId xmlns:p14="http://schemas.microsoft.com/office/powerpoint/2010/main" val="2164283051"/>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34" name="Полилиния: фигура 33">
            <a:extLst>
              <a:ext uri="{FF2B5EF4-FFF2-40B4-BE49-F238E27FC236}">
                <a16:creationId xmlns:a16="http://schemas.microsoft.com/office/drawing/2014/main" id="{E3D1AAE3-78D4-3900-EC14-93255434D8AD}"/>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58" name="Полилиния: фигура 57">
            <a:extLst>
              <a:ext uri="{FF2B5EF4-FFF2-40B4-BE49-F238E27FC236}">
                <a16:creationId xmlns:a16="http://schemas.microsoft.com/office/drawing/2014/main" id="{39436597-275E-B3E6-1DAB-CAF537F82E50}"/>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3" name="TextBox 62">
            <a:extLst>
              <a:ext uri="{FF2B5EF4-FFF2-40B4-BE49-F238E27FC236}">
                <a16:creationId xmlns:a16="http://schemas.microsoft.com/office/drawing/2014/main" id="{1F0AA0D0-E6D7-0849-E730-1598B0ABEC6F}"/>
              </a:ext>
            </a:extLst>
          </p:cNvPr>
          <p:cNvSpPr txBox="1"/>
          <p:nvPr/>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3" name="Прямоугольник: скругленные верхние углы 2">
            <a:extLst>
              <a:ext uri="{FF2B5EF4-FFF2-40B4-BE49-F238E27FC236}">
                <a16:creationId xmlns:a16="http://schemas.microsoft.com/office/drawing/2014/main" id="{D1B15945-87AF-F9F3-2DE0-3A1B323E535F}"/>
              </a:ext>
            </a:extLst>
          </p:cNvPr>
          <p:cNvSpPr/>
          <p:nvPr userDrawn="1"/>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sp>
        <p:nvSpPr>
          <p:cNvPr id="5" name="Полилиния: фигура 4">
            <a:extLst>
              <a:ext uri="{FF2B5EF4-FFF2-40B4-BE49-F238E27FC236}">
                <a16:creationId xmlns:a16="http://schemas.microsoft.com/office/drawing/2014/main" id="{376C75D7-5626-838A-6058-04D945C0E7E6}"/>
              </a:ext>
            </a:extLst>
          </p:cNvPr>
          <p:cNvSpPr/>
          <p:nvPr userDrawn="1"/>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35" name="Прямоугольник: скругленные углы 34">
            <a:extLst>
              <a:ext uri="{FF2B5EF4-FFF2-40B4-BE49-F238E27FC236}">
                <a16:creationId xmlns:a16="http://schemas.microsoft.com/office/drawing/2014/main" id="{451C6EFC-06B4-5E56-299E-794F0C153CA7}"/>
              </a:ext>
            </a:extLst>
          </p:cNvPr>
          <p:cNvSpPr/>
          <p:nvPr/>
        </p:nvSpPr>
        <p:spPr>
          <a:xfrm>
            <a:off x="-2138458" y="3125312"/>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Прямоугольник: скругленные верхние углы 35">
            <a:extLst>
              <a:ext uri="{FF2B5EF4-FFF2-40B4-BE49-F238E27FC236}">
                <a16:creationId xmlns:a16="http://schemas.microsoft.com/office/drawing/2014/main" id="{4C22702F-98A1-B992-0075-D14E2A0588B5}"/>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37" name="TextBox 36">
            <a:extLst>
              <a:ext uri="{FF2B5EF4-FFF2-40B4-BE49-F238E27FC236}">
                <a16:creationId xmlns:a16="http://schemas.microsoft.com/office/drawing/2014/main" id="{F16AB7DE-CF4B-86FB-1B5A-ABE23228BA4F}"/>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38" name="Прямоугольник: скругленные углы 37">
            <a:extLst>
              <a:ext uri="{FF2B5EF4-FFF2-40B4-BE49-F238E27FC236}">
                <a16:creationId xmlns:a16="http://schemas.microsoft.com/office/drawing/2014/main" id="{3FDAD732-0125-1143-E119-FEA704054C60}"/>
              </a:ext>
            </a:extLst>
          </p:cNvPr>
          <p:cNvSpPr/>
          <p:nvPr/>
        </p:nvSpPr>
        <p:spPr>
          <a:xfrm>
            <a:off x="-2004344" y="3611632"/>
            <a:ext cx="216624" cy="216624"/>
          </a:xfrm>
          <a:prstGeom prst="roundRect">
            <a:avLst>
              <a:gd name="adj" fmla="val 33317"/>
            </a:avLst>
          </a:prstGeom>
          <a:solidFill>
            <a:schemeClr val="tx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Прямоугольник: скругленные углы 38">
            <a:extLst>
              <a:ext uri="{FF2B5EF4-FFF2-40B4-BE49-F238E27FC236}">
                <a16:creationId xmlns:a16="http://schemas.microsoft.com/office/drawing/2014/main" id="{24FD7908-8994-1051-016D-5CC13F02FDB8}"/>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Прямоугольник: скругленные углы 39">
            <a:extLst>
              <a:ext uri="{FF2B5EF4-FFF2-40B4-BE49-F238E27FC236}">
                <a16:creationId xmlns:a16="http://schemas.microsoft.com/office/drawing/2014/main" id="{4E6942A2-E48B-F622-2243-9FC2E291D8E8}"/>
              </a:ext>
            </a:extLst>
          </p:cNvPr>
          <p:cNvSpPr/>
          <p:nvPr/>
        </p:nvSpPr>
        <p:spPr>
          <a:xfrm>
            <a:off x="-1739900" y="4646897"/>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Прямоугольник: скругленные углы 40">
            <a:extLst>
              <a:ext uri="{FF2B5EF4-FFF2-40B4-BE49-F238E27FC236}">
                <a16:creationId xmlns:a16="http://schemas.microsoft.com/office/drawing/2014/main" id="{522CD51C-93E9-1670-8BEA-B201505F612B}"/>
              </a:ext>
            </a:extLst>
          </p:cNvPr>
          <p:cNvSpPr/>
          <p:nvPr/>
        </p:nvSpPr>
        <p:spPr>
          <a:xfrm>
            <a:off x="-2004963" y="4646897"/>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TextBox 41">
            <a:extLst>
              <a:ext uri="{FF2B5EF4-FFF2-40B4-BE49-F238E27FC236}">
                <a16:creationId xmlns:a16="http://schemas.microsoft.com/office/drawing/2014/main" id="{32B9577B-9B6B-15BD-739F-1225D3CDB149}"/>
              </a:ext>
            </a:extLst>
          </p:cNvPr>
          <p:cNvSpPr txBox="1"/>
          <p:nvPr/>
        </p:nvSpPr>
        <p:spPr>
          <a:xfrm>
            <a:off x="-2003446" y="3935644"/>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43" name="Прямоугольник: скругленные углы 42">
            <a:extLst>
              <a:ext uri="{FF2B5EF4-FFF2-40B4-BE49-F238E27FC236}">
                <a16:creationId xmlns:a16="http://schemas.microsoft.com/office/drawing/2014/main" id="{AE9034D0-25F2-A8C1-F557-12B57AEC9309}"/>
              </a:ext>
            </a:extLst>
          </p:cNvPr>
          <p:cNvSpPr/>
          <p:nvPr/>
        </p:nvSpPr>
        <p:spPr>
          <a:xfrm>
            <a:off x="-1209774" y="4131199"/>
            <a:ext cx="216624" cy="216624"/>
          </a:xfrm>
          <a:prstGeom prst="roundRect">
            <a:avLst>
              <a:gd name="adj" fmla="val 33317"/>
            </a:avLst>
          </a:prstGeom>
          <a:solidFill>
            <a:schemeClr val="accent2">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Прямоугольник: скругленные углы 43">
            <a:extLst>
              <a:ext uri="{FF2B5EF4-FFF2-40B4-BE49-F238E27FC236}">
                <a16:creationId xmlns:a16="http://schemas.microsoft.com/office/drawing/2014/main" id="{65582AC9-69E4-5258-E336-B355E4884684}"/>
              </a:ext>
            </a:extLst>
          </p:cNvPr>
          <p:cNvSpPr/>
          <p:nvPr/>
        </p:nvSpPr>
        <p:spPr>
          <a:xfrm>
            <a:off x="-2004963" y="4131199"/>
            <a:ext cx="216624" cy="216624"/>
          </a:xfrm>
          <a:prstGeom prst="roundRect">
            <a:avLst>
              <a:gd name="adj" fmla="val 33317"/>
            </a:avLst>
          </a:prstGeom>
          <a:solidFill>
            <a:schemeClr val="accent6">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Прямоугольник: скругленные углы 44">
            <a:extLst>
              <a:ext uri="{FF2B5EF4-FFF2-40B4-BE49-F238E27FC236}">
                <a16:creationId xmlns:a16="http://schemas.microsoft.com/office/drawing/2014/main" id="{28C905A1-02F3-4C95-9648-AACA6DBF796B}"/>
              </a:ext>
            </a:extLst>
          </p:cNvPr>
          <p:cNvSpPr/>
          <p:nvPr/>
        </p:nvSpPr>
        <p:spPr>
          <a:xfrm>
            <a:off x="-1739900" y="4131199"/>
            <a:ext cx="216624" cy="216624"/>
          </a:xfrm>
          <a:prstGeom prst="roundRect">
            <a:avLst>
              <a:gd name="adj" fmla="val 33317"/>
            </a:avLst>
          </a:prstGeom>
          <a:solidFill>
            <a:schemeClr val="accent1">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Прямоугольник: скругленные углы 45">
            <a:extLst>
              <a:ext uri="{FF2B5EF4-FFF2-40B4-BE49-F238E27FC236}">
                <a16:creationId xmlns:a16="http://schemas.microsoft.com/office/drawing/2014/main" id="{61DC806F-D2CD-53D6-C953-37B3574F213B}"/>
              </a:ext>
            </a:extLst>
          </p:cNvPr>
          <p:cNvSpPr/>
          <p:nvPr/>
        </p:nvSpPr>
        <p:spPr>
          <a:xfrm>
            <a:off x="-1475201" y="4131199"/>
            <a:ext cx="216624" cy="216624"/>
          </a:xfrm>
          <a:prstGeom prst="roundRect">
            <a:avLst>
              <a:gd name="adj" fmla="val 33317"/>
            </a:avLst>
          </a:prstGeom>
          <a:solidFill>
            <a:schemeClr val="accent3">
              <a:lumMod val="20000"/>
              <a:lumOff val="8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47" name="TextBox 46">
            <a:extLst>
              <a:ext uri="{FF2B5EF4-FFF2-40B4-BE49-F238E27FC236}">
                <a16:creationId xmlns:a16="http://schemas.microsoft.com/office/drawing/2014/main" id="{480C97B5-3952-7910-A413-CE09F4CCF3AB}"/>
              </a:ext>
            </a:extLst>
          </p:cNvPr>
          <p:cNvSpPr txBox="1"/>
          <p:nvPr/>
        </p:nvSpPr>
        <p:spPr>
          <a:xfrm>
            <a:off x="-2003446" y="4451492"/>
            <a:ext cx="1638525" cy="171623"/>
          </a:xfrm>
          <a:prstGeom prst="rect">
            <a:avLst/>
          </a:prstGeom>
          <a:noFill/>
        </p:spPr>
        <p:txBody>
          <a:bodyPr wrap="square" lIns="0" tIns="0" rIns="0" bIns="0" rtlCol="0">
            <a:noAutofit/>
          </a:bodyPr>
          <a:lstStyle/>
          <a:p>
            <a:pPr algn="l"/>
            <a:r>
              <a:rPr lang="ru-RU" sz="1000" dirty="0"/>
              <a:t>Цвета маленьких плашек</a:t>
            </a:r>
          </a:p>
        </p:txBody>
      </p:sp>
      <p:sp>
        <p:nvSpPr>
          <p:cNvPr id="48" name="Прямоугольник: скругленные углы 47">
            <a:extLst>
              <a:ext uri="{FF2B5EF4-FFF2-40B4-BE49-F238E27FC236}">
                <a16:creationId xmlns:a16="http://schemas.microsoft.com/office/drawing/2014/main" id="{D3B4BB9F-1DB4-50A0-14E7-2E2ADD11AEB1}"/>
              </a:ext>
            </a:extLst>
          </p:cNvPr>
          <p:cNvSpPr/>
          <p:nvPr/>
        </p:nvSpPr>
        <p:spPr>
          <a:xfrm>
            <a:off x="-1475201" y="4646897"/>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Прямоугольник: скругленные углы 48">
            <a:extLst>
              <a:ext uri="{FF2B5EF4-FFF2-40B4-BE49-F238E27FC236}">
                <a16:creationId xmlns:a16="http://schemas.microsoft.com/office/drawing/2014/main" id="{EED9B596-6C25-BBE8-6385-8220EB3E1043}"/>
              </a:ext>
            </a:extLst>
          </p:cNvPr>
          <p:cNvSpPr/>
          <p:nvPr/>
        </p:nvSpPr>
        <p:spPr>
          <a:xfrm>
            <a:off x="-1739900" y="5160199"/>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Прямоугольник: скругленные углы 49">
            <a:extLst>
              <a:ext uri="{FF2B5EF4-FFF2-40B4-BE49-F238E27FC236}">
                <a16:creationId xmlns:a16="http://schemas.microsoft.com/office/drawing/2014/main" id="{91D74ADE-14FE-3ED2-65A2-CFE136CC1A5E}"/>
              </a:ext>
            </a:extLst>
          </p:cNvPr>
          <p:cNvSpPr/>
          <p:nvPr/>
        </p:nvSpPr>
        <p:spPr>
          <a:xfrm>
            <a:off x="-1474837" y="5160199"/>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Прямоугольник: скругленные углы 50">
            <a:extLst>
              <a:ext uri="{FF2B5EF4-FFF2-40B4-BE49-F238E27FC236}">
                <a16:creationId xmlns:a16="http://schemas.microsoft.com/office/drawing/2014/main" id="{C896DCD4-48B4-626F-B661-C4D24A372953}"/>
              </a:ext>
            </a:extLst>
          </p:cNvPr>
          <p:cNvSpPr/>
          <p:nvPr/>
        </p:nvSpPr>
        <p:spPr>
          <a:xfrm>
            <a:off x="-2004963" y="5160199"/>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TextBox 51">
            <a:extLst>
              <a:ext uri="{FF2B5EF4-FFF2-40B4-BE49-F238E27FC236}">
                <a16:creationId xmlns:a16="http://schemas.microsoft.com/office/drawing/2014/main" id="{5D0C49C4-8A7A-7680-8607-00F5BDC44B72}"/>
              </a:ext>
            </a:extLst>
          </p:cNvPr>
          <p:cNvSpPr txBox="1"/>
          <p:nvPr/>
        </p:nvSpPr>
        <p:spPr>
          <a:xfrm>
            <a:off x="-2003446" y="4973480"/>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53" name="Прямоугольник: скругленные углы 52">
            <a:extLst>
              <a:ext uri="{FF2B5EF4-FFF2-40B4-BE49-F238E27FC236}">
                <a16:creationId xmlns:a16="http://schemas.microsoft.com/office/drawing/2014/main" id="{08B87031-6BD7-A056-0BA6-38E2AF1BA40E}"/>
              </a:ext>
            </a:extLst>
          </p:cNvPr>
          <p:cNvSpPr/>
          <p:nvPr/>
        </p:nvSpPr>
        <p:spPr>
          <a:xfrm>
            <a:off x="-1209774" y="4646897"/>
            <a:ext cx="216624" cy="216624"/>
          </a:xfrm>
          <a:prstGeom prst="roundRect">
            <a:avLst>
              <a:gd name="adj" fmla="val 33317"/>
            </a:avLst>
          </a:prstGeom>
          <a:solidFill>
            <a:schemeClr val="accent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0" name="Прямоугольник: скругленные углы 59">
            <a:extLst>
              <a:ext uri="{FF2B5EF4-FFF2-40B4-BE49-F238E27FC236}">
                <a16:creationId xmlns:a16="http://schemas.microsoft.com/office/drawing/2014/main" id="{ADF98773-05FC-30DB-27B7-EA76F799AAD2}"/>
              </a:ext>
            </a:extLst>
          </p:cNvPr>
          <p:cNvSpPr/>
          <p:nvPr/>
        </p:nvSpPr>
        <p:spPr>
          <a:xfrm>
            <a:off x="-944711" y="5160199"/>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Прямоугольник: скругленные углы 60">
            <a:extLst>
              <a:ext uri="{FF2B5EF4-FFF2-40B4-BE49-F238E27FC236}">
                <a16:creationId xmlns:a16="http://schemas.microsoft.com/office/drawing/2014/main" id="{C5414EA8-DFF8-18DA-88E1-A40C0D6BF477}"/>
              </a:ext>
            </a:extLst>
          </p:cNvPr>
          <p:cNvSpPr/>
          <p:nvPr/>
        </p:nvSpPr>
        <p:spPr>
          <a:xfrm>
            <a:off x="-679648" y="5160199"/>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скругленные углы 61">
            <a:extLst>
              <a:ext uri="{FF2B5EF4-FFF2-40B4-BE49-F238E27FC236}">
                <a16:creationId xmlns:a16="http://schemas.microsoft.com/office/drawing/2014/main" id="{B057ECE9-27EC-B011-57D3-BFEDE3195A83}"/>
              </a:ext>
            </a:extLst>
          </p:cNvPr>
          <p:cNvSpPr/>
          <p:nvPr/>
        </p:nvSpPr>
        <p:spPr>
          <a:xfrm>
            <a:off x="-1209774" y="5160199"/>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верхние углы 6">
            <a:extLst>
              <a:ext uri="{FF2B5EF4-FFF2-40B4-BE49-F238E27FC236}">
                <a16:creationId xmlns:a16="http://schemas.microsoft.com/office/drawing/2014/main" id="{F36F80B4-A8AF-0BA6-FC87-DFE4BC6235F5}"/>
              </a:ext>
            </a:extLst>
          </p:cNvPr>
          <p:cNvSpPr/>
          <p:nvPr userDrawn="1"/>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r>
              <a:rPr lang="ru-RU" sz="1100" b="1" dirty="0">
                <a:solidFill>
                  <a:schemeClr val="tx1"/>
                </a:solidFill>
              </a:rPr>
              <a:t> Банка</a:t>
            </a:r>
          </a:p>
        </p:txBody>
      </p:sp>
      <p:sp>
        <p:nvSpPr>
          <p:cNvPr id="65" name="TextBox 64">
            <a:extLst>
              <a:ext uri="{FF2B5EF4-FFF2-40B4-BE49-F238E27FC236}">
                <a16:creationId xmlns:a16="http://schemas.microsoft.com/office/drawing/2014/main" id="{460A991C-BA4C-C31C-B948-D5F252D0A83E}"/>
              </a:ext>
            </a:extLst>
          </p:cNvPr>
          <p:cNvSpPr txBox="1"/>
          <p:nvPr userDrawn="1"/>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Tree>
    <p:extLst>
      <p:ext uri="{BB962C8B-B14F-4D97-AF65-F5344CB8AC3E}">
        <p14:creationId xmlns:p14="http://schemas.microsoft.com/office/powerpoint/2010/main" val="1475531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inal_light">
    <p:bg>
      <p:bgPr>
        <a:solidFill>
          <a:schemeClr val="bg1"/>
        </a:solidFill>
        <a:effectLst/>
      </p:bgPr>
    </p:bg>
    <p:spTree>
      <p:nvGrpSpPr>
        <p:cNvPr id="1" name=""/>
        <p:cNvGrpSpPr/>
        <p:nvPr/>
      </p:nvGrpSpPr>
      <p:grpSpPr>
        <a:xfrm>
          <a:off x="0" y="0"/>
          <a:ext cx="0" cy="0"/>
          <a:chOff x="0" y="0"/>
          <a:chExt cx="0" cy="0"/>
        </a:xfrm>
      </p:grpSpPr>
      <p:sp>
        <p:nvSpPr>
          <p:cNvPr id="8" name="Рисунок 5">
            <a:extLst>
              <a:ext uri="{FF2B5EF4-FFF2-40B4-BE49-F238E27FC236}">
                <a16:creationId xmlns:a16="http://schemas.microsoft.com/office/drawing/2014/main" id="{197A927F-73D8-A013-C06F-BEBBE8391F30}"/>
              </a:ext>
            </a:extLst>
          </p:cNvPr>
          <p:cNvSpPr/>
          <p:nvPr/>
        </p:nvSpPr>
        <p:spPr>
          <a:xfrm>
            <a:off x="639763" y="411162"/>
            <a:ext cx="10910888" cy="5851526"/>
          </a:xfrm>
          <a:custGeom>
            <a:avLst/>
            <a:gdLst>
              <a:gd name="connsiteX0" fmla="*/ 4777550 w 4777549"/>
              <a:gd name="connsiteY0" fmla="*/ 196977 h 2553938"/>
              <a:gd name="connsiteX1" fmla="*/ 4777550 w 4777549"/>
              <a:gd name="connsiteY1" fmla="*/ 1926527 h 2553938"/>
              <a:gd name="connsiteX2" fmla="*/ 4610196 w 4777549"/>
              <a:gd name="connsiteY2" fmla="*/ 2115598 h 2553938"/>
              <a:gd name="connsiteX3" fmla="*/ 2666238 w 4777549"/>
              <a:gd name="connsiteY3" fmla="*/ 2115598 h 2553938"/>
              <a:gd name="connsiteX4" fmla="*/ 2481548 w 4777549"/>
              <a:gd name="connsiteY4" fmla="*/ 2192084 h 2553938"/>
              <a:gd name="connsiteX5" fmla="*/ 2181130 w 4777549"/>
              <a:gd name="connsiteY5" fmla="*/ 2492502 h 2553938"/>
              <a:gd name="connsiteX6" fmla="*/ 2032921 w 4777549"/>
              <a:gd name="connsiteY6" fmla="*/ 2553938 h 2553938"/>
              <a:gd name="connsiteX7" fmla="*/ 196977 w 4777549"/>
              <a:gd name="connsiteY7" fmla="*/ 2553938 h 2553938"/>
              <a:gd name="connsiteX8" fmla="*/ 0 w 4777549"/>
              <a:gd name="connsiteY8" fmla="*/ 2356961 h 2553938"/>
              <a:gd name="connsiteX9" fmla="*/ 0 w 4777549"/>
              <a:gd name="connsiteY9" fmla="*/ 196977 h 2553938"/>
              <a:gd name="connsiteX10" fmla="*/ 196977 w 4777549"/>
              <a:gd name="connsiteY10" fmla="*/ 0 h 2553938"/>
              <a:gd name="connsiteX11" fmla="*/ 4580573 w 4777549"/>
              <a:gd name="connsiteY11" fmla="*/ 0 h 2553938"/>
              <a:gd name="connsiteX12" fmla="*/ 4777550 w 4777549"/>
              <a:gd name="connsiteY12" fmla="*/ 196977 h 2553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77549" h="2553938">
                <a:moveTo>
                  <a:pt x="4777550" y="196977"/>
                </a:moveTo>
                <a:lnTo>
                  <a:pt x="4777550" y="1926527"/>
                </a:lnTo>
                <a:cubicBezTo>
                  <a:pt x="4777550" y="2023967"/>
                  <a:pt x="4704493" y="2104263"/>
                  <a:pt x="4610196" y="2115598"/>
                </a:cubicBezTo>
                <a:lnTo>
                  <a:pt x="2666238" y="2115598"/>
                </a:lnTo>
                <a:cubicBezTo>
                  <a:pt x="2596991" y="2115598"/>
                  <a:pt x="2530602" y="2143125"/>
                  <a:pt x="2481548" y="2192084"/>
                </a:cubicBezTo>
                <a:lnTo>
                  <a:pt x="2181130" y="2492502"/>
                </a:lnTo>
                <a:cubicBezTo>
                  <a:pt x="2141792" y="2531840"/>
                  <a:pt x="2088452" y="2553938"/>
                  <a:pt x="2032921" y="2553938"/>
                </a:cubicBezTo>
                <a:lnTo>
                  <a:pt x="196977" y="2553938"/>
                </a:lnTo>
                <a:cubicBezTo>
                  <a:pt x="88202" y="2553938"/>
                  <a:pt x="0" y="2465737"/>
                  <a:pt x="0" y="2356961"/>
                </a:cubicBezTo>
                <a:lnTo>
                  <a:pt x="0" y="196977"/>
                </a:lnTo>
                <a:cubicBezTo>
                  <a:pt x="0" y="88202"/>
                  <a:pt x="88202" y="0"/>
                  <a:pt x="196977" y="0"/>
                </a:cubicBezTo>
                <a:lnTo>
                  <a:pt x="4580573" y="0"/>
                </a:lnTo>
                <a:cubicBezTo>
                  <a:pt x="4689348" y="0"/>
                  <a:pt x="4777550" y="88202"/>
                  <a:pt x="4777550" y="19697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ru-RU" sz="1400"/>
          </a:p>
        </p:txBody>
      </p:sp>
      <p:graphicFrame>
        <p:nvGraphicFramePr>
          <p:cNvPr id="7" name="Объект 6" hidden="1">
            <a:extLst>
              <a:ext uri="{FF2B5EF4-FFF2-40B4-BE49-F238E27FC236}">
                <a16:creationId xmlns:a16="http://schemas.microsoft.com/office/drawing/2014/main" id="{2E22186C-4B12-E0C1-79B2-480F2CD08670}"/>
              </a:ext>
            </a:extLst>
          </p:cNvPr>
          <p:cNvGraphicFramePr>
            <a:graphicFrameLocks noChangeAspect="1"/>
          </p:cNvGraphicFramePr>
          <p:nvPr>
            <p:custDataLst>
              <p:tags r:id="rId2"/>
            </p:custDataLst>
            <p:extLst>
              <p:ext uri="{D42A27DB-BD31-4B8C-83A1-F6EECF244321}">
                <p14:modId xmlns:p14="http://schemas.microsoft.com/office/powerpoint/2010/main" val="1944115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70" name="Слайд think-cell" r:id="rId4" imgW="233" imgH="233" progId="TCLayout.ActiveDocument.1">
                  <p:embed/>
                </p:oleObj>
              </mc:Choice>
              <mc:Fallback>
                <p:oleObj name="Слайд think-cell" r:id="rId4" imgW="233" imgH="233" progId="TCLayout.ActiveDocument.1">
                  <p:embed/>
                  <p:pic>
                    <p:nvPicPr>
                      <p:cNvPr id="7" name="Объект 6" hidden="1">
                        <a:extLst>
                          <a:ext uri="{FF2B5EF4-FFF2-40B4-BE49-F238E27FC236}">
                            <a16:creationId xmlns:a16="http://schemas.microsoft.com/office/drawing/2014/main" id="{2E22186C-4B12-E0C1-79B2-480F2CD086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Подзаголовок 2">
            <a:extLst>
              <a:ext uri="{FF2B5EF4-FFF2-40B4-BE49-F238E27FC236}">
                <a16:creationId xmlns:a16="http://schemas.microsoft.com/office/drawing/2014/main" id="{EF11FA05-DC06-B340-2031-0DB23FEF24A3}"/>
              </a:ext>
            </a:extLst>
          </p:cNvPr>
          <p:cNvSpPr>
            <a:spLocks noGrp="1"/>
          </p:cNvSpPr>
          <p:nvPr>
            <p:ph type="subTitle" idx="1" hasCustomPrompt="1"/>
          </p:nvPr>
        </p:nvSpPr>
        <p:spPr>
          <a:xfrm>
            <a:off x="1549400" y="5194112"/>
            <a:ext cx="3867020" cy="590868"/>
          </a:xfrm>
        </p:spPr>
        <p:txBody>
          <a:bodyPr anchor="t"/>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Имя и фамилия спикера, контакты </a:t>
            </a:r>
            <a:br>
              <a:rPr lang="ru-RU"/>
            </a:br>
            <a:r>
              <a:rPr lang="ru-RU"/>
              <a:t>или другая информация</a:t>
            </a:r>
          </a:p>
        </p:txBody>
      </p:sp>
      <p:sp>
        <p:nvSpPr>
          <p:cNvPr id="5" name="Заголовок 1">
            <a:extLst>
              <a:ext uri="{FF2B5EF4-FFF2-40B4-BE49-F238E27FC236}">
                <a16:creationId xmlns:a16="http://schemas.microsoft.com/office/drawing/2014/main" id="{6458CA0F-AA7A-3470-321F-E571C81EB442}"/>
              </a:ext>
            </a:extLst>
          </p:cNvPr>
          <p:cNvSpPr>
            <a:spLocks noGrp="1"/>
          </p:cNvSpPr>
          <p:nvPr>
            <p:ph type="ctrTitle" hasCustomPrompt="1"/>
          </p:nvPr>
        </p:nvSpPr>
        <p:spPr>
          <a:xfrm>
            <a:off x="1555808" y="1931435"/>
            <a:ext cx="6340418" cy="2123348"/>
          </a:xfrm>
        </p:spPr>
        <p:txBody>
          <a:bodyPr vert="horz" anchor="b">
            <a:noAutofit/>
          </a:bodyPr>
          <a:lstStyle>
            <a:lvl1pPr algn="l">
              <a:lnSpc>
                <a:spcPct val="87000"/>
              </a:lnSpc>
              <a:defRPr sz="4000">
                <a:solidFill>
                  <a:schemeClr val="bg1"/>
                </a:solidFill>
              </a:defRPr>
            </a:lvl1pPr>
          </a:lstStyle>
          <a:p>
            <a:r>
              <a:rPr lang="ru-RU"/>
              <a:t>Напиши призыв </a:t>
            </a:r>
            <a:br>
              <a:rPr lang="ru-RU"/>
            </a:br>
            <a:r>
              <a:rPr lang="ru-RU"/>
              <a:t>к действию</a:t>
            </a:r>
            <a:r>
              <a:rPr lang="en-US"/>
              <a:t> </a:t>
            </a:r>
            <a:r>
              <a:rPr lang="ru-RU"/>
              <a:t>в 2–3 строки</a:t>
            </a:r>
          </a:p>
        </p:txBody>
      </p:sp>
      <p:sp>
        <p:nvSpPr>
          <p:cNvPr id="9" name="Рисунок 16">
            <a:extLst>
              <a:ext uri="{FF2B5EF4-FFF2-40B4-BE49-F238E27FC236}">
                <a16:creationId xmlns:a16="http://schemas.microsoft.com/office/drawing/2014/main" id="{1B37E6F3-CE52-4B65-A51D-A68456EA13A1}"/>
              </a:ext>
            </a:extLst>
          </p:cNvPr>
          <p:cNvSpPr>
            <a:spLocks noChangeAspect="1"/>
          </p:cNvSpPr>
          <p:nvPr userDrawn="1"/>
        </p:nvSpPr>
        <p:spPr>
          <a:xfrm>
            <a:off x="1536772" y="914283"/>
            <a:ext cx="2284913" cy="347626"/>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1"/>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3017412577"/>
      </p:ext>
    </p:extLst>
  </p:cSld>
  <p:clrMapOvr>
    <a:masterClrMapping/>
  </p:clrMapOvr>
  <p:extLst>
    <p:ext uri="{DCECCB84-F9BA-43D5-87BE-67443E8EF086}">
      <p15:sldGuideLst xmlns:p15="http://schemas.microsoft.com/office/powerpoint/2012/main">
        <p15:guide id="2" pos="3840">
          <p15:clr>
            <a:srgbClr val="FBAE40"/>
          </p15:clr>
        </p15:guide>
        <p15:guide id="3" orient="horz" pos="268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_dark">
    <p:bg>
      <p:bgPr>
        <a:solidFill>
          <a:schemeClr val="tx2"/>
        </a:solidFill>
        <a:effectLst/>
      </p:bgPr>
    </p:bg>
    <p:spTree>
      <p:nvGrpSpPr>
        <p:cNvPr id="1" name=""/>
        <p:cNvGrpSpPr/>
        <p:nvPr/>
      </p:nvGrpSpPr>
      <p:grpSpPr>
        <a:xfrm>
          <a:off x="0" y="0"/>
          <a:ext cx="0" cy="0"/>
          <a:chOff x="0" y="0"/>
          <a:chExt cx="0" cy="0"/>
        </a:xfrm>
      </p:grpSpPr>
      <p:sp>
        <p:nvSpPr>
          <p:cNvPr id="6" name="Прямоугольник: скругленные углы 5">
            <a:extLst>
              <a:ext uri="{FF2B5EF4-FFF2-40B4-BE49-F238E27FC236}">
                <a16:creationId xmlns:a16="http://schemas.microsoft.com/office/drawing/2014/main" id="{E49329ED-88BB-C258-4171-C073E4805052}"/>
              </a:ext>
            </a:extLst>
          </p:cNvPr>
          <p:cNvSpPr/>
          <p:nvPr/>
        </p:nvSpPr>
        <p:spPr>
          <a:xfrm>
            <a:off x="639763" y="411163"/>
            <a:ext cx="10910887" cy="5851525"/>
          </a:xfrm>
          <a:prstGeom prst="roundRect">
            <a:avLst>
              <a:gd name="adj" fmla="val 101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ru-RU" sz="1400" err="1"/>
          </a:p>
        </p:txBody>
      </p:sp>
      <p:graphicFrame>
        <p:nvGraphicFramePr>
          <p:cNvPr id="7" name="Объект 6" hidden="1">
            <a:extLst>
              <a:ext uri="{FF2B5EF4-FFF2-40B4-BE49-F238E27FC236}">
                <a16:creationId xmlns:a16="http://schemas.microsoft.com/office/drawing/2014/main" id="{2E22186C-4B12-E0C1-79B2-480F2CD08670}"/>
              </a:ext>
            </a:extLst>
          </p:cNvPr>
          <p:cNvGraphicFramePr>
            <a:graphicFrameLocks noChangeAspect="1"/>
          </p:cNvGraphicFramePr>
          <p:nvPr>
            <p:custDataLst>
              <p:tags r:id="rId2"/>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4" name="Слайд think-cell" r:id="rId14" imgW="233" imgH="233" progId="TCLayout.ActiveDocument.1">
                  <p:embed/>
                </p:oleObj>
              </mc:Choice>
              <mc:Fallback>
                <p:oleObj name="Слайд think-cell" r:id="rId14" imgW="233" imgH="233" progId="TCLayout.ActiveDocument.1">
                  <p:embed/>
                  <p:pic>
                    <p:nvPicPr>
                      <p:cNvPr id="7" name="Объект 6" hidden="1">
                        <a:extLst>
                          <a:ext uri="{FF2B5EF4-FFF2-40B4-BE49-F238E27FC236}">
                            <a16:creationId xmlns:a16="http://schemas.microsoft.com/office/drawing/2014/main" id="{2E22186C-4B12-E0C1-79B2-480F2CD08670}"/>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Заголовок 1">
            <a:extLst>
              <a:ext uri="{FF2B5EF4-FFF2-40B4-BE49-F238E27FC236}">
                <a16:creationId xmlns:a16="http://schemas.microsoft.com/office/drawing/2014/main" id="{C6E1F914-6E31-3D8A-0729-94C84B179619}"/>
              </a:ext>
            </a:extLst>
          </p:cNvPr>
          <p:cNvSpPr>
            <a:spLocks noGrp="1"/>
          </p:cNvSpPr>
          <p:nvPr>
            <p:ph type="ctrTitle" hasCustomPrompt="1"/>
          </p:nvPr>
        </p:nvSpPr>
        <p:spPr>
          <a:xfrm>
            <a:off x="1526718" y="2152745"/>
            <a:ext cx="8206245" cy="2277549"/>
          </a:xfrm>
        </p:spPr>
        <p:txBody>
          <a:bodyPr vert="horz" anchor="b">
            <a:noAutofit/>
          </a:bodyPr>
          <a:lstStyle>
            <a:lvl1pPr algn="l">
              <a:lnSpc>
                <a:spcPct val="90000"/>
              </a:lnSpc>
              <a:defRPr sz="4800" spc="-50" baseline="0">
                <a:solidFill>
                  <a:schemeClr val="bg1"/>
                </a:solidFill>
              </a:defRPr>
            </a:lvl1pPr>
          </a:lstStyle>
          <a:p>
            <a:r>
              <a:rPr lang="ru-RU"/>
              <a:t>Напиши смысловой заголовок презентации </a:t>
            </a:r>
            <a:br>
              <a:rPr lang="ru-RU"/>
            </a:br>
            <a:r>
              <a:rPr lang="ru-RU"/>
              <a:t>в 2–3 строки</a:t>
            </a:r>
          </a:p>
        </p:txBody>
      </p:sp>
      <p:sp>
        <p:nvSpPr>
          <p:cNvPr id="3" name="Подзаголовок 2">
            <a:extLst>
              <a:ext uri="{FF2B5EF4-FFF2-40B4-BE49-F238E27FC236}">
                <a16:creationId xmlns:a16="http://schemas.microsoft.com/office/drawing/2014/main" id="{EF11FA05-DC06-B340-2031-0DB23FEF24A3}"/>
              </a:ext>
            </a:extLst>
          </p:cNvPr>
          <p:cNvSpPr>
            <a:spLocks noGrp="1"/>
          </p:cNvSpPr>
          <p:nvPr>
            <p:ph type="subTitle" idx="1" hasCustomPrompt="1"/>
          </p:nvPr>
        </p:nvSpPr>
        <p:spPr>
          <a:xfrm>
            <a:off x="1549400" y="4705255"/>
            <a:ext cx="8174332" cy="817562"/>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Напиши подзаголовок презентации, имя спикера </a:t>
            </a:r>
            <a:br>
              <a:rPr lang="ru-RU"/>
            </a:br>
            <a:r>
              <a:rPr lang="ru-RU"/>
              <a:t>и другую дополнительную информацию</a:t>
            </a:r>
          </a:p>
        </p:txBody>
      </p:sp>
      <p:graphicFrame>
        <p:nvGraphicFramePr>
          <p:cNvPr id="4" name="Объект 3" hidden="1">
            <a:extLst>
              <a:ext uri="{FF2B5EF4-FFF2-40B4-BE49-F238E27FC236}">
                <a16:creationId xmlns:a16="http://schemas.microsoft.com/office/drawing/2014/main" id="{5AD7914A-6F7A-0AB4-0320-8B0610322ABA}"/>
              </a:ext>
            </a:extLst>
          </p:cNvPr>
          <p:cNvGraphicFramePr>
            <a:graphicFrameLocks noChangeAspect="1"/>
          </p:cNvGraphicFramePr>
          <p:nvPr>
            <p:custDataLst>
              <p:tags r:id="rId3"/>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5" name="Слайд think-cell" r:id="rId16" imgW="233" imgH="233" progId="TCLayout.ActiveDocument.1">
                  <p:embed/>
                </p:oleObj>
              </mc:Choice>
              <mc:Fallback>
                <p:oleObj name="Слайд think-cell" r:id="rId16" imgW="233" imgH="233" progId="TCLayout.ActiveDocument.1">
                  <p:embed/>
                  <p:pic>
                    <p:nvPicPr>
                      <p:cNvPr id="4" name="Объект 3" hidden="1">
                        <a:extLst>
                          <a:ext uri="{FF2B5EF4-FFF2-40B4-BE49-F238E27FC236}">
                            <a16:creationId xmlns:a16="http://schemas.microsoft.com/office/drawing/2014/main" id="{5AD7914A-6F7A-0AB4-0320-8B0610322AB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9" name="Объект 8" hidden="1">
            <a:extLst>
              <a:ext uri="{FF2B5EF4-FFF2-40B4-BE49-F238E27FC236}">
                <a16:creationId xmlns:a16="http://schemas.microsoft.com/office/drawing/2014/main" id="{15B33EE8-2A0C-A289-E633-0C1A78BC22FA}"/>
              </a:ext>
            </a:extLst>
          </p:cNvPr>
          <p:cNvGraphicFramePr>
            <a:graphicFrameLocks noChangeAspect="1"/>
          </p:cNvGraphicFramePr>
          <p:nvPr>
            <p:custDataLst>
              <p:tags r:id="rId4"/>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6" name="Слайд think-cell" r:id="rId17" imgW="233" imgH="233" progId="TCLayout.ActiveDocument.1">
                  <p:embed/>
                </p:oleObj>
              </mc:Choice>
              <mc:Fallback>
                <p:oleObj name="Слайд think-cell" r:id="rId17" imgW="233" imgH="233" progId="TCLayout.ActiveDocument.1">
                  <p:embed/>
                  <p:pic>
                    <p:nvPicPr>
                      <p:cNvPr id="9" name="Объект 8" hidden="1">
                        <a:extLst>
                          <a:ext uri="{FF2B5EF4-FFF2-40B4-BE49-F238E27FC236}">
                            <a16:creationId xmlns:a16="http://schemas.microsoft.com/office/drawing/2014/main" id="{15B33EE8-2A0C-A289-E633-0C1A78BC22F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2" name="Объект 11" hidden="1">
            <a:extLst>
              <a:ext uri="{FF2B5EF4-FFF2-40B4-BE49-F238E27FC236}">
                <a16:creationId xmlns:a16="http://schemas.microsoft.com/office/drawing/2014/main" id="{EDB5745A-EB00-381B-6668-493769E30B62}"/>
              </a:ext>
            </a:extLst>
          </p:cNvPr>
          <p:cNvGraphicFramePr>
            <a:graphicFrameLocks noChangeAspect="1"/>
          </p:cNvGraphicFramePr>
          <p:nvPr>
            <p:custDataLst>
              <p:tags r:id="rId5"/>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7" name="Слайд think-cell" r:id="rId18" imgW="233" imgH="233" progId="TCLayout.ActiveDocument.1">
                  <p:embed/>
                </p:oleObj>
              </mc:Choice>
              <mc:Fallback>
                <p:oleObj name="Слайд think-cell" r:id="rId18" imgW="233" imgH="233" progId="TCLayout.ActiveDocument.1">
                  <p:embed/>
                  <p:pic>
                    <p:nvPicPr>
                      <p:cNvPr id="12" name="Объект 11" hidden="1">
                        <a:extLst>
                          <a:ext uri="{FF2B5EF4-FFF2-40B4-BE49-F238E27FC236}">
                            <a16:creationId xmlns:a16="http://schemas.microsoft.com/office/drawing/2014/main" id="{EDB5745A-EB00-381B-6668-493769E30B62}"/>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5" name="Объект 14" hidden="1">
            <a:extLst>
              <a:ext uri="{FF2B5EF4-FFF2-40B4-BE49-F238E27FC236}">
                <a16:creationId xmlns:a16="http://schemas.microsoft.com/office/drawing/2014/main" id="{1A29F7CF-5EA7-385D-A6B8-3F74846ECFA0}"/>
              </a:ext>
            </a:extLst>
          </p:cNvPr>
          <p:cNvGraphicFramePr>
            <a:graphicFrameLocks noChangeAspect="1"/>
          </p:cNvGraphicFramePr>
          <p:nvPr>
            <p:custDataLst>
              <p:tags r:id="rId6"/>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8" name="Слайд think-cell" r:id="rId19" imgW="233" imgH="233" progId="TCLayout.ActiveDocument.1">
                  <p:embed/>
                </p:oleObj>
              </mc:Choice>
              <mc:Fallback>
                <p:oleObj name="Слайд think-cell" r:id="rId19" imgW="233" imgH="233" progId="TCLayout.ActiveDocument.1">
                  <p:embed/>
                  <p:pic>
                    <p:nvPicPr>
                      <p:cNvPr id="15" name="Объект 14" hidden="1">
                        <a:extLst>
                          <a:ext uri="{FF2B5EF4-FFF2-40B4-BE49-F238E27FC236}">
                            <a16:creationId xmlns:a16="http://schemas.microsoft.com/office/drawing/2014/main" id="{1A29F7CF-5EA7-385D-A6B8-3F74846ECFA0}"/>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8" name="Объект 17" hidden="1">
            <a:extLst>
              <a:ext uri="{FF2B5EF4-FFF2-40B4-BE49-F238E27FC236}">
                <a16:creationId xmlns:a16="http://schemas.microsoft.com/office/drawing/2014/main" id="{69EB17E6-0D76-E72E-817B-D0C2F75924C4}"/>
              </a:ext>
            </a:extLst>
          </p:cNvPr>
          <p:cNvGraphicFramePr>
            <a:graphicFrameLocks noChangeAspect="1"/>
          </p:cNvGraphicFramePr>
          <p:nvPr>
            <p:custDataLst>
              <p:tags r:id="rId7"/>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9" name="Слайд think-cell" r:id="rId20" imgW="233" imgH="233" progId="TCLayout.ActiveDocument.1">
                  <p:embed/>
                </p:oleObj>
              </mc:Choice>
              <mc:Fallback>
                <p:oleObj name="Слайд think-cell" r:id="rId20" imgW="233" imgH="233" progId="TCLayout.ActiveDocument.1">
                  <p:embed/>
                  <p:pic>
                    <p:nvPicPr>
                      <p:cNvPr id="18" name="Объект 17" hidden="1">
                        <a:extLst>
                          <a:ext uri="{FF2B5EF4-FFF2-40B4-BE49-F238E27FC236}">
                            <a16:creationId xmlns:a16="http://schemas.microsoft.com/office/drawing/2014/main" id="{69EB17E6-0D76-E72E-817B-D0C2F75924C4}"/>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0" name="Объект 9" hidden="1">
            <a:extLst>
              <a:ext uri="{FF2B5EF4-FFF2-40B4-BE49-F238E27FC236}">
                <a16:creationId xmlns:a16="http://schemas.microsoft.com/office/drawing/2014/main" id="{A111C868-F548-CDE4-4C8F-957F32A69173}"/>
              </a:ext>
            </a:extLst>
          </p:cNvPr>
          <p:cNvGraphicFramePr>
            <a:graphicFrameLocks noChangeAspect="1"/>
          </p:cNvGraphicFramePr>
          <p:nvPr>
            <p:custDataLst>
              <p:tags r:id="rId8"/>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00" name="Слайд think-cell" r:id="rId21" imgW="233" imgH="233" progId="TCLayout.ActiveDocument.1">
                  <p:embed/>
                </p:oleObj>
              </mc:Choice>
              <mc:Fallback>
                <p:oleObj name="Слайд think-cell" r:id="rId21" imgW="233" imgH="233" progId="TCLayout.ActiveDocument.1">
                  <p:embed/>
                  <p:pic>
                    <p:nvPicPr>
                      <p:cNvPr id="10" name="Объект 9" hidden="1">
                        <a:extLst>
                          <a:ext uri="{FF2B5EF4-FFF2-40B4-BE49-F238E27FC236}">
                            <a16:creationId xmlns:a16="http://schemas.microsoft.com/office/drawing/2014/main" id="{A111C868-F548-CDE4-4C8F-957F32A69173}"/>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8" name="Объект 7" hidden="1">
            <a:extLst>
              <a:ext uri="{FF2B5EF4-FFF2-40B4-BE49-F238E27FC236}">
                <a16:creationId xmlns:a16="http://schemas.microsoft.com/office/drawing/2014/main" id="{35915CAD-91BC-0EC7-7D14-6FCC6EF3F283}"/>
              </a:ext>
            </a:extLst>
          </p:cNvPr>
          <p:cNvGraphicFramePr>
            <a:graphicFrameLocks noChangeAspect="1"/>
          </p:cNvGraphicFramePr>
          <p:nvPr>
            <p:custDataLst>
              <p:tags r:id="rId9"/>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01" name="Слайд think-cell" r:id="rId22" imgW="233" imgH="233" progId="TCLayout.ActiveDocument.1">
                  <p:embed/>
                </p:oleObj>
              </mc:Choice>
              <mc:Fallback>
                <p:oleObj name="Слайд think-cell" r:id="rId22" imgW="233" imgH="233" progId="TCLayout.ActiveDocument.1">
                  <p:embed/>
                  <p:pic>
                    <p:nvPicPr>
                      <p:cNvPr id="8" name="Объект 7" hidden="1">
                        <a:extLst>
                          <a:ext uri="{FF2B5EF4-FFF2-40B4-BE49-F238E27FC236}">
                            <a16:creationId xmlns:a16="http://schemas.microsoft.com/office/drawing/2014/main" id="{35915CAD-91BC-0EC7-7D14-6FCC6EF3F283}"/>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1" name="Объект 10" hidden="1">
            <a:extLst>
              <a:ext uri="{FF2B5EF4-FFF2-40B4-BE49-F238E27FC236}">
                <a16:creationId xmlns:a16="http://schemas.microsoft.com/office/drawing/2014/main" id="{6B49F19B-8C48-33CB-BF6F-83498DB8EA19}"/>
              </a:ext>
            </a:extLst>
          </p:cNvPr>
          <p:cNvGraphicFramePr>
            <a:graphicFrameLocks noChangeAspect="1"/>
          </p:cNvGraphicFramePr>
          <p:nvPr>
            <p:custDataLst>
              <p:tags r:id="rId10"/>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02" name="Слайд think-cell" r:id="rId23" imgW="233" imgH="233" progId="TCLayout.ActiveDocument.1">
                  <p:embed/>
                </p:oleObj>
              </mc:Choice>
              <mc:Fallback>
                <p:oleObj name="Слайд think-cell" r:id="rId23" imgW="233" imgH="233" progId="TCLayout.ActiveDocument.1">
                  <p:embed/>
                  <p:pic>
                    <p:nvPicPr>
                      <p:cNvPr id="11" name="Объект 10" hidden="1">
                        <a:extLst>
                          <a:ext uri="{FF2B5EF4-FFF2-40B4-BE49-F238E27FC236}">
                            <a16:creationId xmlns:a16="http://schemas.microsoft.com/office/drawing/2014/main" id="{6B49F19B-8C48-33CB-BF6F-83498DB8EA19}"/>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3" name="Объект 12" hidden="1">
            <a:extLst>
              <a:ext uri="{FF2B5EF4-FFF2-40B4-BE49-F238E27FC236}">
                <a16:creationId xmlns:a16="http://schemas.microsoft.com/office/drawing/2014/main" id="{D06FCB91-1283-7736-EEFE-502F0AEF6241}"/>
              </a:ext>
            </a:extLst>
          </p:cNvPr>
          <p:cNvGraphicFramePr>
            <a:graphicFrameLocks noChangeAspect="1"/>
          </p:cNvGraphicFramePr>
          <p:nvPr>
            <p:custDataLst>
              <p:tags r:id="rId11"/>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03" name="Слайд think-cell" r:id="rId24" imgW="233" imgH="233" progId="TCLayout.ActiveDocument.1">
                  <p:embed/>
                </p:oleObj>
              </mc:Choice>
              <mc:Fallback>
                <p:oleObj name="Слайд think-cell" r:id="rId24" imgW="233" imgH="233" progId="TCLayout.ActiveDocument.1">
                  <p:embed/>
                  <p:pic>
                    <p:nvPicPr>
                      <p:cNvPr id="13" name="Объект 12" hidden="1">
                        <a:extLst>
                          <a:ext uri="{FF2B5EF4-FFF2-40B4-BE49-F238E27FC236}">
                            <a16:creationId xmlns:a16="http://schemas.microsoft.com/office/drawing/2014/main" id="{D06FCB91-1283-7736-EEFE-502F0AEF6241}"/>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graphicFrame>
        <p:nvGraphicFramePr>
          <p:cNvPr id="14" name="Объект 13" hidden="1">
            <a:extLst>
              <a:ext uri="{FF2B5EF4-FFF2-40B4-BE49-F238E27FC236}">
                <a16:creationId xmlns:a16="http://schemas.microsoft.com/office/drawing/2014/main" id="{970EB312-66D1-9625-3377-075970721A30}"/>
              </a:ext>
            </a:extLst>
          </p:cNvPr>
          <p:cNvGraphicFramePr>
            <a:graphicFrameLocks noChangeAspect="1"/>
          </p:cNvGraphicFramePr>
          <p:nvPr userDrawn="1">
            <p:custDataLst>
              <p:tags r:id="rId12"/>
            </p:custDataLst>
            <p:extLst>
              <p:ext uri="{D42A27DB-BD31-4B8C-83A1-F6EECF244321}">
                <p14:modId xmlns:p14="http://schemas.microsoft.com/office/powerpoint/2010/main" val="752414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04" name="Слайд think-cell" r:id="rId25" imgW="233" imgH="233" progId="TCLayout.ActiveDocument.1">
                  <p:embed/>
                </p:oleObj>
              </mc:Choice>
              <mc:Fallback>
                <p:oleObj name="Слайд think-cell" r:id="rId25" imgW="233" imgH="233" progId="TCLayout.ActiveDocument.1">
                  <p:embed/>
                  <p:pic>
                    <p:nvPicPr>
                      <p:cNvPr id="14" name="Объект 13" hidden="1">
                        <a:extLst>
                          <a:ext uri="{FF2B5EF4-FFF2-40B4-BE49-F238E27FC236}">
                            <a16:creationId xmlns:a16="http://schemas.microsoft.com/office/drawing/2014/main" id="{970EB312-66D1-9625-3377-075970721A30}"/>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17" name="Рисунок 16">
            <a:extLst>
              <a:ext uri="{FF2B5EF4-FFF2-40B4-BE49-F238E27FC236}">
                <a16:creationId xmlns:a16="http://schemas.microsoft.com/office/drawing/2014/main" id="{C1B3693B-2F11-4D87-B043-B8FA19F15642}"/>
              </a:ext>
            </a:extLst>
          </p:cNvPr>
          <p:cNvSpPr>
            <a:spLocks noChangeAspect="1"/>
          </p:cNvSpPr>
          <p:nvPr userDrawn="1"/>
        </p:nvSpPr>
        <p:spPr>
          <a:xfrm>
            <a:off x="1536772" y="914283"/>
            <a:ext cx="2284913" cy="347626"/>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1"/>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19519472"/>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_dark">
    <p:bg>
      <p:bgPr>
        <a:solidFill>
          <a:schemeClr val="tx2"/>
        </a:solidFill>
        <a:effectLst/>
      </p:bgPr>
    </p:bg>
    <p:spTree>
      <p:nvGrpSpPr>
        <p:cNvPr id="1" name=""/>
        <p:cNvGrpSpPr/>
        <p:nvPr/>
      </p:nvGrpSpPr>
      <p:grpSpPr>
        <a:xfrm>
          <a:off x="0" y="0"/>
          <a:ext cx="0" cy="0"/>
          <a:chOff x="0" y="0"/>
          <a:chExt cx="0" cy="0"/>
        </a:xfrm>
      </p:grpSpPr>
      <p:sp>
        <p:nvSpPr>
          <p:cNvPr id="6" name="Прямоугольник: скругленные углы 5">
            <a:extLst>
              <a:ext uri="{FF2B5EF4-FFF2-40B4-BE49-F238E27FC236}">
                <a16:creationId xmlns:a16="http://schemas.microsoft.com/office/drawing/2014/main" id="{004713AF-D063-DFE4-ED3B-97811EE849CE}"/>
              </a:ext>
            </a:extLst>
          </p:cNvPr>
          <p:cNvSpPr/>
          <p:nvPr/>
        </p:nvSpPr>
        <p:spPr>
          <a:xfrm>
            <a:off x="639762" y="411162"/>
            <a:ext cx="1496947" cy="5851525"/>
          </a:xfrm>
          <a:prstGeom prst="roundRect">
            <a:avLst>
              <a:gd name="adj" fmla="val 27375"/>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ru-RU" sz="1400" err="1"/>
          </a:p>
        </p:txBody>
      </p:sp>
      <p:sp>
        <p:nvSpPr>
          <p:cNvPr id="2" name="Прямоугольник: скругленные углы 1">
            <a:extLst>
              <a:ext uri="{FF2B5EF4-FFF2-40B4-BE49-F238E27FC236}">
                <a16:creationId xmlns:a16="http://schemas.microsoft.com/office/drawing/2014/main" id="{DE8E5C46-0B07-7F57-D5C9-A6D773A2F183}"/>
              </a:ext>
            </a:extLst>
          </p:cNvPr>
          <p:cNvSpPr/>
          <p:nvPr/>
        </p:nvSpPr>
        <p:spPr>
          <a:xfrm>
            <a:off x="2457451" y="411163"/>
            <a:ext cx="8185150" cy="5851526"/>
          </a:xfrm>
          <a:prstGeom prst="roundRect">
            <a:avLst>
              <a:gd name="adj" fmla="val 677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ru-RU" sz="1400" err="1"/>
          </a:p>
        </p:txBody>
      </p:sp>
      <p:graphicFrame>
        <p:nvGraphicFramePr>
          <p:cNvPr id="7" name="Объект 6" hidden="1">
            <a:extLst>
              <a:ext uri="{FF2B5EF4-FFF2-40B4-BE49-F238E27FC236}">
                <a16:creationId xmlns:a16="http://schemas.microsoft.com/office/drawing/2014/main" id="{2E22186C-4B12-E0C1-79B2-480F2CD08670}"/>
              </a:ext>
            </a:extLst>
          </p:cNvPr>
          <p:cNvGraphicFramePr>
            <a:graphicFrameLocks noChangeAspect="1"/>
          </p:cNvGraphicFramePr>
          <p:nvPr>
            <p:custDataLst>
              <p:tags r:id="rId2"/>
            </p:custDataLst>
            <p:extLst>
              <p:ext uri="{D42A27DB-BD31-4B8C-83A1-F6EECF244321}">
                <p14:modId xmlns:p14="http://schemas.microsoft.com/office/powerpoint/2010/main" val="2968047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18" name="Слайд think-cell" r:id="rId4" imgW="233" imgH="233" progId="TCLayout.ActiveDocument.1">
                  <p:embed/>
                </p:oleObj>
              </mc:Choice>
              <mc:Fallback>
                <p:oleObj name="Слайд think-cell" r:id="rId4" imgW="233" imgH="233" progId="TCLayout.ActiveDocument.1">
                  <p:embed/>
                  <p:pic>
                    <p:nvPicPr>
                      <p:cNvPr id="7" name="Объект 6" hidden="1">
                        <a:extLst>
                          <a:ext uri="{FF2B5EF4-FFF2-40B4-BE49-F238E27FC236}">
                            <a16:creationId xmlns:a16="http://schemas.microsoft.com/office/drawing/2014/main" id="{2E22186C-4B12-E0C1-79B2-480F2CD086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Текст 5">
            <a:extLst>
              <a:ext uri="{FF2B5EF4-FFF2-40B4-BE49-F238E27FC236}">
                <a16:creationId xmlns:a16="http://schemas.microsoft.com/office/drawing/2014/main" id="{12F0BAE5-9B94-D517-7A49-4E7BBC7BB9AE}"/>
              </a:ext>
            </a:extLst>
          </p:cNvPr>
          <p:cNvSpPr>
            <a:spLocks noGrp="1"/>
          </p:cNvSpPr>
          <p:nvPr>
            <p:ph type="body" sz="quarter" idx="10" hasCustomPrompt="1"/>
          </p:nvPr>
        </p:nvSpPr>
        <p:spPr>
          <a:xfrm>
            <a:off x="844284" y="1739217"/>
            <a:ext cx="1087903" cy="743655"/>
          </a:xfrm>
        </p:spPr>
        <p:txBody>
          <a:bodyPr anchor="t"/>
          <a:lstStyle>
            <a:lvl1pPr algn="ctr">
              <a:defRPr sz="6000" b="1" spc="-20" baseline="0">
                <a:solidFill>
                  <a:schemeClr val="accent6"/>
                </a:solidFill>
                <a:latin typeface="+mj-lt"/>
              </a:defRPr>
            </a:lvl1pPr>
          </a:lstStyle>
          <a:p>
            <a:pPr lvl="0"/>
            <a:r>
              <a:rPr lang="en-US" dirty="0"/>
              <a:t>00</a:t>
            </a:r>
            <a:endParaRPr lang="ru-RU" dirty="0"/>
          </a:p>
        </p:txBody>
      </p:sp>
      <p:sp>
        <p:nvSpPr>
          <p:cNvPr id="8" name="Текст 8">
            <a:extLst>
              <a:ext uri="{FF2B5EF4-FFF2-40B4-BE49-F238E27FC236}">
                <a16:creationId xmlns:a16="http://schemas.microsoft.com/office/drawing/2014/main" id="{9DD477A7-0F1C-B92E-5302-1F26D4F1EE5E}"/>
              </a:ext>
            </a:extLst>
          </p:cNvPr>
          <p:cNvSpPr>
            <a:spLocks noGrp="1"/>
          </p:cNvSpPr>
          <p:nvPr>
            <p:ph type="body" sz="quarter" idx="11" hasCustomPrompt="1"/>
          </p:nvPr>
        </p:nvSpPr>
        <p:spPr>
          <a:xfrm>
            <a:off x="3379573" y="1767569"/>
            <a:ext cx="6353390" cy="2341562"/>
          </a:xfrm>
        </p:spPr>
        <p:txBody>
          <a:bodyPr/>
          <a:lstStyle>
            <a:lvl1pPr>
              <a:spcAft>
                <a:spcPts val="0"/>
              </a:spcAft>
              <a:defRPr sz="4000" b="1" spc="-50" baseline="0">
                <a:solidFill>
                  <a:schemeClr val="bg1"/>
                </a:solidFill>
                <a:latin typeface="+mj-lt"/>
              </a:defRPr>
            </a:lvl1pPr>
          </a:lstStyle>
          <a:p>
            <a:pPr lvl="0"/>
            <a:r>
              <a:rPr lang="ru-RU"/>
              <a:t>Напиши смысловой заголовок раздела </a:t>
            </a:r>
            <a:br>
              <a:rPr lang="ru-RU"/>
            </a:br>
            <a:r>
              <a:rPr lang="ru-RU"/>
              <a:t>в 2–3 строки</a:t>
            </a:r>
          </a:p>
        </p:txBody>
      </p:sp>
    </p:spTree>
    <p:extLst>
      <p:ext uri="{BB962C8B-B14F-4D97-AF65-F5344CB8AC3E}">
        <p14:creationId xmlns:p14="http://schemas.microsoft.com/office/powerpoint/2010/main" val="4225617744"/>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sic_dark">
    <p:bg>
      <p:bgPr>
        <a:solidFill>
          <a:schemeClr val="tx2"/>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2565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42"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Заголовок 1">
            <a:extLst>
              <a:ext uri="{FF2B5EF4-FFF2-40B4-BE49-F238E27FC236}">
                <a16:creationId xmlns:a16="http://schemas.microsoft.com/office/drawing/2014/main" id="{1E7388FD-D149-4D25-0D53-8FD572183296}"/>
              </a:ext>
            </a:extLst>
          </p:cNvPr>
          <p:cNvSpPr>
            <a:spLocks noGrp="1"/>
          </p:cNvSpPr>
          <p:nvPr>
            <p:ph type="title" hasCustomPrompt="1"/>
          </p:nvPr>
        </p:nvSpPr>
        <p:spPr>
          <a:xfrm>
            <a:off x="639764" y="411163"/>
            <a:ext cx="10910888" cy="684465"/>
          </a:xfrm>
          <a:prstGeom prst="rect">
            <a:avLst/>
          </a:prstGeom>
        </p:spPr>
        <p:txBody>
          <a:bodyPr vert="horz" lIns="0" tIns="0" rIns="0" bIns="0" rtlCol="0" anchor="t">
            <a:noAutofit/>
          </a:bodyPr>
          <a:lstStyle>
            <a:lvl1pPr>
              <a:lnSpc>
                <a:spcPct val="87000"/>
              </a:lnSpc>
              <a:defRPr>
                <a:solidFill>
                  <a:schemeClr val="bg1"/>
                </a:solidFill>
              </a:defRPr>
            </a:lvl1pPr>
          </a:lstStyle>
          <a:p>
            <a:r>
              <a:rPr lang="ru-RU"/>
              <a:t>Сформулируй заголовок </a:t>
            </a:r>
            <a:br>
              <a:rPr lang="ru-RU"/>
            </a:br>
            <a:r>
              <a:rPr lang="ru-RU"/>
              <a:t>слайда в 1–2 строки</a:t>
            </a:r>
          </a:p>
        </p:txBody>
      </p:sp>
      <p:sp>
        <p:nvSpPr>
          <p:cNvPr id="15" name="Объект 2">
            <a:extLst>
              <a:ext uri="{FF2B5EF4-FFF2-40B4-BE49-F238E27FC236}">
                <a16:creationId xmlns:a16="http://schemas.microsoft.com/office/drawing/2014/main" id="{00E81AAF-ABDB-4D08-7BE3-C7B407E68E18}"/>
              </a:ext>
            </a:extLst>
          </p:cNvPr>
          <p:cNvSpPr>
            <a:spLocks noGrp="1"/>
          </p:cNvSpPr>
          <p:nvPr>
            <p:ph idx="1"/>
          </p:nvPr>
        </p:nvSpPr>
        <p:spPr>
          <a:xfrm>
            <a:off x="639763" y="1520824"/>
            <a:ext cx="10910887" cy="47418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Номер слайда 5">
            <a:extLst>
              <a:ext uri="{FF2B5EF4-FFF2-40B4-BE49-F238E27FC236}">
                <a16:creationId xmlns:a16="http://schemas.microsoft.com/office/drawing/2014/main" id="{371F2FD1-0E8C-A36C-3CEF-FF20A77F360B}"/>
              </a:ext>
            </a:extLst>
          </p:cNvPr>
          <p:cNvSpPr>
            <a:spLocks noGrp="1"/>
          </p:cNvSpPr>
          <p:nvPr>
            <p:ph type="sldNum" sz="quarter" idx="12"/>
          </p:nvPr>
        </p:nvSpPr>
        <p:spPr>
          <a:xfrm>
            <a:off x="10657744" y="6430370"/>
            <a:ext cx="908050" cy="216000"/>
          </a:xfrm>
        </p:spPr>
        <p:txBody>
          <a:bodyPr/>
          <a:lstStyle>
            <a:lvl1pPr>
              <a:defRPr>
                <a:solidFill>
                  <a:schemeClr val="accent6">
                    <a:lumMod val="60000"/>
                    <a:lumOff val="40000"/>
                  </a:schemeClr>
                </a:solidFill>
              </a:defRPr>
            </a:lvl1pPr>
          </a:lstStyle>
          <a:p>
            <a:fld id="{EB5249F5-0093-48B0-B996-C4E44A87EAFB}" type="slidenum">
              <a:rPr lang="ru-RU" smtClean="0"/>
              <a:pPr/>
              <a:t>‹#›</a:t>
            </a:fld>
            <a:endParaRPr lang="ru-RU"/>
          </a:p>
        </p:txBody>
      </p:sp>
      <p:sp>
        <p:nvSpPr>
          <p:cNvPr id="35" name="Прямоугольник: скругленные углы 34">
            <a:extLst>
              <a:ext uri="{FF2B5EF4-FFF2-40B4-BE49-F238E27FC236}">
                <a16:creationId xmlns:a16="http://schemas.microsoft.com/office/drawing/2014/main" id="{C9800CF7-ABC5-B2F5-0454-607E6375863B}"/>
              </a:ext>
            </a:extLst>
          </p:cNvPr>
          <p:cNvSpPr/>
          <p:nvPr userDrawn="1"/>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Прямоугольник: скругленные верхние углы 35">
            <a:extLst>
              <a:ext uri="{FF2B5EF4-FFF2-40B4-BE49-F238E27FC236}">
                <a16:creationId xmlns:a16="http://schemas.microsoft.com/office/drawing/2014/main" id="{C2940C45-7EC6-0986-B020-2D94E4C01F25}"/>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graphicFrame>
        <p:nvGraphicFramePr>
          <p:cNvPr id="37" name="Таблица 46">
            <a:extLst>
              <a:ext uri="{FF2B5EF4-FFF2-40B4-BE49-F238E27FC236}">
                <a16:creationId xmlns:a16="http://schemas.microsoft.com/office/drawing/2014/main" id="{22E21D68-4F58-F199-36D3-C10450C366FC}"/>
              </a:ext>
            </a:extLst>
          </p:cNvPr>
          <p:cNvGraphicFramePr>
            <a:graphicFrameLocks noGrp="1"/>
          </p:cNvGraphicFramePr>
          <p:nvPr>
            <p:extLst>
              <p:ext uri="{D42A27DB-BD31-4B8C-83A1-F6EECF244321}">
                <p14:modId xmlns:p14="http://schemas.microsoft.com/office/powerpoint/2010/main" val="697993614"/>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38" name="Полилиния: фигура 37">
            <a:extLst>
              <a:ext uri="{FF2B5EF4-FFF2-40B4-BE49-F238E27FC236}">
                <a16:creationId xmlns:a16="http://schemas.microsoft.com/office/drawing/2014/main" id="{84FF97CD-0431-AB46-37C2-E699CA989913}"/>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7" name="TextBox 66">
            <a:extLst>
              <a:ext uri="{FF2B5EF4-FFF2-40B4-BE49-F238E27FC236}">
                <a16:creationId xmlns:a16="http://schemas.microsoft.com/office/drawing/2014/main" id="{EC11CE47-F2DE-CA1C-5C0F-C21FAC0B5671}"/>
              </a:ext>
            </a:extLst>
          </p:cNvPr>
          <p:cNvSpPr txBox="1"/>
          <p:nvPr/>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39" name="Прямоугольник: скругленные углы 38">
            <a:extLst>
              <a:ext uri="{FF2B5EF4-FFF2-40B4-BE49-F238E27FC236}">
                <a16:creationId xmlns:a16="http://schemas.microsoft.com/office/drawing/2014/main" id="{26561D24-BBBB-253A-7A51-A96C57F40E5B}"/>
              </a:ext>
            </a:extLst>
          </p:cNvPr>
          <p:cNvSpPr/>
          <p:nvPr/>
        </p:nvSpPr>
        <p:spPr>
          <a:xfrm>
            <a:off x="-2138458" y="3172446"/>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Прямоугольник: скругленные верхние углы 39">
            <a:extLst>
              <a:ext uri="{FF2B5EF4-FFF2-40B4-BE49-F238E27FC236}">
                <a16:creationId xmlns:a16="http://schemas.microsoft.com/office/drawing/2014/main" id="{A2B8DFB7-79B0-0439-C360-6941BF32E4D7}"/>
              </a:ext>
            </a:extLst>
          </p:cNvPr>
          <p:cNvSpPr/>
          <p:nvPr/>
        </p:nvSpPr>
        <p:spPr>
          <a:xfrm>
            <a:off x="-2136930" y="3117581"/>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r>
              <a:rPr lang="ru-RU" sz="1100" b="1" dirty="0">
                <a:solidFill>
                  <a:schemeClr val="tx1"/>
                </a:solidFill>
              </a:rPr>
              <a:t> Банка</a:t>
            </a:r>
          </a:p>
        </p:txBody>
      </p:sp>
      <p:sp>
        <p:nvSpPr>
          <p:cNvPr id="41" name="TextBox 40">
            <a:extLst>
              <a:ext uri="{FF2B5EF4-FFF2-40B4-BE49-F238E27FC236}">
                <a16:creationId xmlns:a16="http://schemas.microsoft.com/office/drawing/2014/main" id="{69298A01-26D5-77F0-1B44-28C8BBA32B5A}"/>
              </a:ext>
            </a:extLst>
          </p:cNvPr>
          <p:cNvSpPr txBox="1"/>
          <p:nvPr userDrawn="1"/>
        </p:nvSpPr>
        <p:spPr>
          <a:xfrm>
            <a:off x="-2003446" y="3459373"/>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42" name="Прямоугольник: скругленные углы 41">
            <a:extLst>
              <a:ext uri="{FF2B5EF4-FFF2-40B4-BE49-F238E27FC236}">
                <a16:creationId xmlns:a16="http://schemas.microsoft.com/office/drawing/2014/main" id="{21EA26B0-23BA-7A00-892D-A1F326878E52}"/>
              </a:ext>
            </a:extLst>
          </p:cNvPr>
          <p:cNvSpPr/>
          <p:nvPr userDrawn="1"/>
        </p:nvSpPr>
        <p:spPr>
          <a:xfrm>
            <a:off x="-2004344" y="3658766"/>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Прямоугольник: скругленные углы 42">
            <a:extLst>
              <a:ext uri="{FF2B5EF4-FFF2-40B4-BE49-F238E27FC236}">
                <a16:creationId xmlns:a16="http://schemas.microsoft.com/office/drawing/2014/main" id="{A5D3FC7E-9D3D-EB60-5F4A-AB0976EFEC60}"/>
              </a:ext>
            </a:extLst>
          </p:cNvPr>
          <p:cNvSpPr/>
          <p:nvPr userDrawn="1"/>
        </p:nvSpPr>
        <p:spPr>
          <a:xfrm>
            <a:off x="-1738339" y="3658766"/>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Прямоугольник: скругленные углы 43">
            <a:extLst>
              <a:ext uri="{FF2B5EF4-FFF2-40B4-BE49-F238E27FC236}">
                <a16:creationId xmlns:a16="http://schemas.microsoft.com/office/drawing/2014/main" id="{E6DA982A-4819-86A4-B3E3-3820BE19C0E0}"/>
              </a:ext>
            </a:extLst>
          </p:cNvPr>
          <p:cNvSpPr/>
          <p:nvPr userDrawn="1"/>
        </p:nvSpPr>
        <p:spPr>
          <a:xfrm>
            <a:off x="-1739900" y="4694031"/>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Прямоугольник: скругленные углы 44">
            <a:extLst>
              <a:ext uri="{FF2B5EF4-FFF2-40B4-BE49-F238E27FC236}">
                <a16:creationId xmlns:a16="http://schemas.microsoft.com/office/drawing/2014/main" id="{682E6276-38E4-B43E-1997-1EB72EA2A914}"/>
              </a:ext>
            </a:extLst>
          </p:cNvPr>
          <p:cNvSpPr/>
          <p:nvPr userDrawn="1"/>
        </p:nvSpPr>
        <p:spPr>
          <a:xfrm>
            <a:off x="-2004963" y="4694031"/>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TextBox 45">
            <a:extLst>
              <a:ext uri="{FF2B5EF4-FFF2-40B4-BE49-F238E27FC236}">
                <a16:creationId xmlns:a16="http://schemas.microsoft.com/office/drawing/2014/main" id="{9068336B-339F-1776-3C0F-78C717AA59C8}"/>
              </a:ext>
            </a:extLst>
          </p:cNvPr>
          <p:cNvSpPr txBox="1"/>
          <p:nvPr userDrawn="1"/>
        </p:nvSpPr>
        <p:spPr>
          <a:xfrm>
            <a:off x="-2003446" y="3982778"/>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48" name="Прямоугольник: скругленные углы 47">
            <a:extLst>
              <a:ext uri="{FF2B5EF4-FFF2-40B4-BE49-F238E27FC236}">
                <a16:creationId xmlns:a16="http://schemas.microsoft.com/office/drawing/2014/main" id="{FE2D34FD-CFD5-F181-5F8D-99FE8F6B9336}"/>
              </a:ext>
            </a:extLst>
          </p:cNvPr>
          <p:cNvSpPr/>
          <p:nvPr userDrawn="1"/>
        </p:nvSpPr>
        <p:spPr>
          <a:xfrm>
            <a:off x="-2004963" y="4178333"/>
            <a:ext cx="216624" cy="216624"/>
          </a:xfrm>
          <a:prstGeom prst="roundRect">
            <a:avLst>
              <a:gd name="adj" fmla="val 33317"/>
            </a:avLst>
          </a:prstGeom>
          <a:solidFill>
            <a:schemeClr val="tx2">
              <a:lumMod val="90000"/>
              <a:lumOff val="1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Прямоугольник: скругленные углы 48">
            <a:extLst>
              <a:ext uri="{FF2B5EF4-FFF2-40B4-BE49-F238E27FC236}">
                <a16:creationId xmlns:a16="http://schemas.microsoft.com/office/drawing/2014/main" id="{48ABCE10-7A7F-1324-4D1D-7AD10D1042B1}"/>
              </a:ext>
            </a:extLst>
          </p:cNvPr>
          <p:cNvSpPr/>
          <p:nvPr userDrawn="1"/>
        </p:nvSpPr>
        <p:spPr>
          <a:xfrm>
            <a:off x="-1739900" y="4178333"/>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TextBox 50">
            <a:extLst>
              <a:ext uri="{FF2B5EF4-FFF2-40B4-BE49-F238E27FC236}">
                <a16:creationId xmlns:a16="http://schemas.microsoft.com/office/drawing/2014/main" id="{0FA92F67-A433-8731-5914-B14989A94311}"/>
              </a:ext>
            </a:extLst>
          </p:cNvPr>
          <p:cNvSpPr txBox="1"/>
          <p:nvPr userDrawn="1"/>
        </p:nvSpPr>
        <p:spPr>
          <a:xfrm>
            <a:off x="-2003446" y="4498626"/>
            <a:ext cx="1638525" cy="171623"/>
          </a:xfrm>
          <a:prstGeom prst="rect">
            <a:avLst/>
          </a:prstGeom>
          <a:noFill/>
        </p:spPr>
        <p:txBody>
          <a:bodyPr wrap="square" lIns="0" tIns="0" rIns="0" bIns="0" rtlCol="0">
            <a:noAutofit/>
          </a:bodyPr>
          <a:lstStyle/>
          <a:p>
            <a:pPr algn="l"/>
            <a:r>
              <a:rPr lang="ru-RU" sz="1000" dirty="0"/>
              <a:t>Цвета маленьких плашек</a:t>
            </a:r>
          </a:p>
        </p:txBody>
      </p:sp>
      <p:sp>
        <p:nvSpPr>
          <p:cNvPr id="52" name="Прямоугольник: скругленные углы 51">
            <a:extLst>
              <a:ext uri="{FF2B5EF4-FFF2-40B4-BE49-F238E27FC236}">
                <a16:creationId xmlns:a16="http://schemas.microsoft.com/office/drawing/2014/main" id="{4C7A1397-7A11-591D-AA68-55A9039699E9}"/>
              </a:ext>
            </a:extLst>
          </p:cNvPr>
          <p:cNvSpPr/>
          <p:nvPr userDrawn="1"/>
        </p:nvSpPr>
        <p:spPr>
          <a:xfrm>
            <a:off x="-1475201" y="4694031"/>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3" name="Прямоугольник: скругленные углы 52">
            <a:extLst>
              <a:ext uri="{FF2B5EF4-FFF2-40B4-BE49-F238E27FC236}">
                <a16:creationId xmlns:a16="http://schemas.microsoft.com/office/drawing/2014/main" id="{504D71D0-6847-ADE8-467F-77206D5DE761}"/>
              </a:ext>
            </a:extLst>
          </p:cNvPr>
          <p:cNvSpPr/>
          <p:nvPr userDrawn="1"/>
        </p:nvSpPr>
        <p:spPr>
          <a:xfrm>
            <a:off x="-1739900" y="5207333"/>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скругленные углы 53">
            <a:extLst>
              <a:ext uri="{FF2B5EF4-FFF2-40B4-BE49-F238E27FC236}">
                <a16:creationId xmlns:a16="http://schemas.microsoft.com/office/drawing/2014/main" id="{AB17545C-2653-11B9-6AAD-F2414CA88813}"/>
              </a:ext>
            </a:extLst>
          </p:cNvPr>
          <p:cNvSpPr/>
          <p:nvPr userDrawn="1"/>
        </p:nvSpPr>
        <p:spPr>
          <a:xfrm>
            <a:off x="-1474837" y="5207333"/>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Прямоугольник: скругленные углы 54">
            <a:extLst>
              <a:ext uri="{FF2B5EF4-FFF2-40B4-BE49-F238E27FC236}">
                <a16:creationId xmlns:a16="http://schemas.microsoft.com/office/drawing/2014/main" id="{1D454EF4-1099-5940-A5D4-5F82D3172AE1}"/>
              </a:ext>
            </a:extLst>
          </p:cNvPr>
          <p:cNvSpPr/>
          <p:nvPr userDrawn="1"/>
        </p:nvSpPr>
        <p:spPr>
          <a:xfrm>
            <a:off x="-2004963" y="5207333"/>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TextBox 55">
            <a:extLst>
              <a:ext uri="{FF2B5EF4-FFF2-40B4-BE49-F238E27FC236}">
                <a16:creationId xmlns:a16="http://schemas.microsoft.com/office/drawing/2014/main" id="{FAB6D7EE-DAF5-E7EF-6D1E-0891469BD32B}"/>
              </a:ext>
            </a:extLst>
          </p:cNvPr>
          <p:cNvSpPr txBox="1"/>
          <p:nvPr userDrawn="1"/>
        </p:nvSpPr>
        <p:spPr>
          <a:xfrm>
            <a:off x="-2003446" y="5020614"/>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64" name="Прямоугольник: скругленные углы 63">
            <a:extLst>
              <a:ext uri="{FF2B5EF4-FFF2-40B4-BE49-F238E27FC236}">
                <a16:creationId xmlns:a16="http://schemas.microsoft.com/office/drawing/2014/main" id="{2B9BFCAF-86CA-1244-E85A-F30E4AC766F2}"/>
              </a:ext>
            </a:extLst>
          </p:cNvPr>
          <p:cNvSpPr/>
          <p:nvPr userDrawn="1"/>
        </p:nvSpPr>
        <p:spPr>
          <a:xfrm>
            <a:off x="-944711" y="5207333"/>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Прямоугольник: скругленные углы 64">
            <a:extLst>
              <a:ext uri="{FF2B5EF4-FFF2-40B4-BE49-F238E27FC236}">
                <a16:creationId xmlns:a16="http://schemas.microsoft.com/office/drawing/2014/main" id="{860A63BB-781E-AEA8-4E5D-D35214A49880}"/>
              </a:ext>
            </a:extLst>
          </p:cNvPr>
          <p:cNvSpPr/>
          <p:nvPr userDrawn="1"/>
        </p:nvSpPr>
        <p:spPr>
          <a:xfrm>
            <a:off x="-679648" y="5207333"/>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Прямоугольник: скругленные углы 65">
            <a:extLst>
              <a:ext uri="{FF2B5EF4-FFF2-40B4-BE49-F238E27FC236}">
                <a16:creationId xmlns:a16="http://schemas.microsoft.com/office/drawing/2014/main" id="{09CABE96-EC03-3157-B363-C0896B3891CC}"/>
              </a:ext>
            </a:extLst>
          </p:cNvPr>
          <p:cNvSpPr/>
          <p:nvPr userDrawn="1"/>
        </p:nvSpPr>
        <p:spPr>
          <a:xfrm>
            <a:off x="-1209774" y="5207333"/>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скругленные углы 13">
            <a:extLst>
              <a:ext uri="{FF2B5EF4-FFF2-40B4-BE49-F238E27FC236}">
                <a16:creationId xmlns:a16="http://schemas.microsoft.com/office/drawing/2014/main" id="{10235599-9C22-810F-AFFE-43B3719F8049}"/>
              </a:ext>
            </a:extLst>
          </p:cNvPr>
          <p:cNvSpPr/>
          <p:nvPr userDrawn="1"/>
        </p:nvSpPr>
        <p:spPr>
          <a:xfrm>
            <a:off x="-2004344" y="3658766"/>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скругленные углы 15">
            <a:extLst>
              <a:ext uri="{FF2B5EF4-FFF2-40B4-BE49-F238E27FC236}">
                <a16:creationId xmlns:a16="http://schemas.microsoft.com/office/drawing/2014/main" id="{BCCB48D8-60A8-9E17-D2F8-C11A8EA8C284}"/>
              </a:ext>
            </a:extLst>
          </p:cNvPr>
          <p:cNvSpPr/>
          <p:nvPr userDrawn="1"/>
        </p:nvSpPr>
        <p:spPr>
          <a:xfrm>
            <a:off x="-1738339" y="3658766"/>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скругленные углы 61">
            <a:extLst>
              <a:ext uri="{FF2B5EF4-FFF2-40B4-BE49-F238E27FC236}">
                <a16:creationId xmlns:a16="http://schemas.microsoft.com/office/drawing/2014/main" id="{8A8A25A5-8046-465B-931C-4B7DFBCC101F}"/>
              </a:ext>
            </a:extLst>
          </p:cNvPr>
          <p:cNvSpPr/>
          <p:nvPr userDrawn="1"/>
        </p:nvSpPr>
        <p:spPr>
          <a:xfrm>
            <a:off x="-1475201" y="4178333"/>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Нижний колонтитул 4">
            <a:extLst>
              <a:ext uri="{FF2B5EF4-FFF2-40B4-BE49-F238E27FC236}">
                <a16:creationId xmlns:a16="http://schemas.microsoft.com/office/drawing/2014/main" id="{7473ECAB-E39B-455F-9796-73015C290D93}"/>
              </a:ext>
            </a:extLst>
          </p:cNvPr>
          <p:cNvSpPr>
            <a:spLocks noGrp="1"/>
          </p:cNvSpPr>
          <p:nvPr userDrawn="1">
            <p:ph type="ftr" sz="quarter" idx="11"/>
          </p:nvPr>
        </p:nvSpPr>
        <p:spPr>
          <a:xfrm>
            <a:off x="2457450" y="6465021"/>
            <a:ext cx="7272000" cy="144500"/>
          </a:xfrm>
        </p:spPr>
        <p:txBody>
          <a:bodyPr vert="horz" lIns="0" tIns="0" rIns="0" bIns="0" rtlCol="0" anchor="b"/>
          <a:lstStyle>
            <a:lvl1pPr>
              <a:defRPr lang="ru-RU" dirty="0">
                <a:solidFill>
                  <a:schemeClr val="accent6">
                    <a:lumMod val="60000"/>
                    <a:lumOff val="40000"/>
                  </a:schemeClr>
                </a:solidFill>
              </a:defRPr>
            </a:lvl1pPr>
          </a:lstStyle>
          <a:p>
            <a:endParaRPr lang="ru-RU"/>
          </a:p>
        </p:txBody>
      </p:sp>
      <p:sp>
        <p:nvSpPr>
          <p:cNvPr id="50" name="Рисунок 16">
            <a:extLst>
              <a:ext uri="{FF2B5EF4-FFF2-40B4-BE49-F238E27FC236}">
                <a16:creationId xmlns:a16="http://schemas.microsoft.com/office/drawing/2014/main" id="{D7E61DC1-FBF3-44B9-82A9-710E153F8583}"/>
              </a:ext>
            </a:extLst>
          </p:cNvPr>
          <p:cNvSpPr>
            <a:spLocks noChangeAspect="1"/>
          </p:cNvSpPr>
          <p:nvPr userDrawn="1"/>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2"/>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3291201205"/>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ubtitle_dark">
    <p:bg>
      <p:bgPr>
        <a:solidFill>
          <a:schemeClr val="tx2"/>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2565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266"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5" name="Объект 2">
            <a:extLst>
              <a:ext uri="{FF2B5EF4-FFF2-40B4-BE49-F238E27FC236}">
                <a16:creationId xmlns:a16="http://schemas.microsoft.com/office/drawing/2014/main" id="{00E81AAF-ABDB-4D08-7BE3-C7B407E68E18}"/>
              </a:ext>
            </a:extLst>
          </p:cNvPr>
          <p:cNvSpPr>
            <a:spLocks noGrp="1"/>
          </p:cNvSpPr>
          <p:nvPr>
            <p:ph idx="1"/>
          </p:nvPr>
        </p:nvSpPr>
        <p:spPr>
          <a:xfrm>
            <a:off x="639763" y="1520824"/>
            <a:ext cx="10910887" cy="47418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Номер слайда 5">
            <a:extLst>
              <a:ext uri="{FF2B5EF4-FFF2-40B4-BE49-F238E27FC236}">
                <a16:creationId xmlns:a16="http://schemas.microsoft.com/office/drawing/2014/main" id="{371F2FD1-0E8C-A36C-3CEF-FF20A77F360B}"/>
              </a:ext>
            </a:extLst>
          </p:cNvPr>
          <p:cNvSpPr>
            <a:spLocks noGrp="1"/>
          </p:cNvSpPr>
          <p:nvPr>
            <p:ph type="sldNum" sz="quarter" idx="12"/>
          </p:nvPr>
        </p:nvSpPr>
        <p:spPr>
          <a:xfrm>
            <a:off x="10657744" y="6430370"/>
            <a:ext cx="908050" cy="216000"/>
          </a:xfrm>
        </p:spPr>
        <p:txBody>
          <a:bodyPr/>
          <a:lstStyle>
            <a:lvl1pPr>
              <a:defRPr>
                <a:solidFill>
                  <a:schemeClr val="accent6">
                    <a:lumMod val="60000"/>
                    <a:lumOff val="40000"/>
                  </a:schemeClr>
                </a:solidFill>
              </a:defRPr>
            </a:lvl1pPr>
          </a:lstStyle>
          <a:p>
            <a:fld id="{EB5249F5-0093-48B0-B996-C4E44A87EAFB}" type="slidenum">
              <a:rPr lang="ru-RU" smtClean="0"/>
              <a:pPr/>
              <a:t>‹#›</a:t>
            </a:fld>
            <a:endParaRPr lang="ru-RU"/>
          </a:p>
        </p:txBody>
      </p:sp>
      <p:sp>
        <p:nvSpPr>
          <p:cNvPr id="35" name="Заголовок 1">
            <a:extLst>
              <a:ext uri="{FF2B5EF4-FFF2-40B4-BE49-F238E27FC236}">
                <a16:creationId xmlns:a16="http://schemas.microsoft.com/office/drawing/2014/main" id="{64D5D928-54C7-0515-241F-75818620F1CE}"/>
              </a:ext>
            </a:extLst>
          </p:cNvPr>
          <p:cNvSpPr>
            <a:spLocks noGrp="1"/>
          </p:cNvSpPr>
          <p:nvPr>
            <p:ph type="title" hasCustomPrompt="1"/>
          </p:nvPr>
        </p:nvSpPr>
        <p:spPr>
          <a:xfrm>
            <a:off x="639764" y="411164"/>
            <a:ext cx="10910888" cy="358858"/>
          </a:xfrm>
          <a:prstGeom prst="rect">
            <a:avLst/>
          </a:prstGeom>
        </p:spPr>
        <p:txBody>
          <a:bodyPr vert="horz" lIns="0" tIns="0" rIns="0" bIns="0" rtlCol="0" anchor="t">
            <a:noAutofit/>
          </a:bodyPr>
          <a:lstStyle>
            <a:lvl1pPr>
              <a:lnSpc>
                <a:spcPct val="85000"/>
              </a:lnSpc>
              <a:defRPr spc="-30" baseline="0">
                <a:solidFill>
                  <a:schemeClr val="bg1"/>
                </a:solidFill>
              </a:defRPr>
            </a:lvl1pPr>
          </a:lstStyle>
          <a:p>
            <a:r>
              <a:rPr lang="ru-RU" dirty="0"/>
              <a:t>Сформулируй заголовок слайда в 1 строку</a:t>
            </a:r>
          </a:p>
        </p:txBody>
      </p:sp>
      <p:sp>
        <p:nvSpPr>
          <p:cNvPr id="36" name="Текст 10">
            <a:extLst>
              <a:ext uri="{FF2B5EF4-FFF2-40B4-BE49-F238E27FC236}">
                <a16:creationId xmlns:a16="http://schemas.microsoft.com/office/drawing/2014/main" id="{214F87F9-9F23-A982-C724-BD3B326E88D8}"/>
              </a:ext>
            </a:extLst>
          </p:cNvPr>
          <p:cNvSpPr>
            <a:spLocks noGrp="1"/>
          </p:cNvSpPr>
          <p:nvPr>
            <p:ph type="body" sz="quarter" idx="13" hasCustomPrompt="1"/>
          </p:nvPr>
        </p:nvSpPr>
        <p:spPr>
          <a:xfrm>
            <a:off x="639763" y="833072"/>
            <a:ext cx="10926762" cy="358858"/>
          </a:xfrm>
        </p:spPr>
        <p:txBody>
          <a:bodyPr/>
          <a:lstStyle>
            <a:lvl1pPr>
              <a:lnSpc>
                <a:spcPct val="90000"/>
              </a:lnSpc>
              <a:defRPr sz="1800">
                <a:solidFill>
                  <a:schemeClr val="bg1"/>
                </a:solidFill>
              </a:defRPr>
            </a:lvl1pPr>
          </a:lstStyle>
          <a:p>
            <a:pPr lvl="0"/>
            <a:r>
              <a:rPr lang="ru-RU" dirty="0"/>
              <a:t>Сформулируй подзаголовок в 1–2 строки</a:t>
            </a:r>
          </a:p>
        </p:txBody>
      </p:sp>
      <p:sp>
        <p:nvSpPr>
          <p:cNvPr id="37" name="Прямоугольник: скругленные углы 36">
            <a:extLst>
              <a:ext uri="{FF2B5EF4-FFF2-40B4-BE49-F238E27FC236}">
                <a16:creationId xmlns:a16="http://schemas.microsoft.com/office/drawing/2014/main" id="{FA396019-081A-9B04-222C-8B96235EC847}"/>
              </a:ext>
            </a:extLst>
          </p:cNvPr>
          <p:cNvSpPr/>
          <p:nvPr userDrawn="1"/>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Прямоугольник: скругленные верхние углы 37">
            <a:extLst>
              <a:ext uri="{FF2B5EF4-FFF2-40B4-BE49-F238E27FC236}">
                <a16:creationId xmlns:a16="http://schemas.microsoft.com/office/drawing/2014/main" id="{CC120812-6660-E8D7-71B4-58E1CA35329D}"/>
              </a:ext>
            </a:extLst>
          </p:cNvPr>
          <p:cNvSpPr/>
          <p:nvPr userDrawn="1"/>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Размеры текста</a:t>
            </a:r>
          </a:p>
        </p:txBody>
      </p:sp>
      <p:graphicFrame>
        <p:nvGraphicFramePr>
          <p:cNvPr id="39" name="Таблица 46">
            <a:extLst>
              <a:ext uri="{FF2B5EF4-FFF2-40B4-BE49-F238E27FC236}">
                <a16:creationId xmlns:a16="http://schemas.microsoft.com/office/drawing/2014/main" id="{C214627B-A561-23DE-11FC-3859ACF30955}"/>
              </a:ext>
            </a:extLst>
          </p:cNvPr>
          <p:cNvGraphicFramePr>
            <a:graphicFrameLocks noGrp="1"/>
          </p:cNvGraphicFramePr>
          <p:nvPr userDrawn="1">
            <p:extLst>
              <p:ext uri="{D42A27DB-BD31-4B8C-83A1-F6EECF244321}">
                <p14:modId xmlns:p14="http://schemas.microsoft.com/office/powerpoint/2010/main" val="3503260718"/>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40" name="Полилиния: фигура 39">
            <a:extLst>
              <a:ext uri="{FF2B5EF4-FFF2-40B4-BE49-F238E27FC236}">
                <a16:creationId xmlns:a16="http://schemas.microsoft.com/office/drawing/2014/main" id="{D1137D18-51FF-7720-A2D7-B37EEEBBCC0C}"/>
              </a:ext>
            </a:extLst>
          </p:cNvPr>
          <p:cNvSpPr/>
          <p:nvPr userDrawn="1"/>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7" name="TextBox 66">
            <a:extLst>
              <a:ext uri="{FF2B5EF4-FFF2-40B4-BE49-F238E27FC236}">
                <a16:creationId xmlns:a16="http://schemas.microsoft.com/office/drawing/2014/main" id="{EC930174-278D-1164-093F-8AF71562C0CA}"/>
              </a:ext>
            </a:extLst>
          </p:cNvPr>
          <p:cNvSpPr txBox="1"/>
          <p:nvPr userDrawn="1"/>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62" name="Нижний колонтитул 4">
            <a:extLst>
              <a:ext uri="{FF2B5EF4-FFF2-40B4-BE49-F238E27FC236}">
                <a16:creationId xmlns:a16="http://schemas.microsoft.com/office/drawing/2014/main" id="{EB724359-E992-4D85-B8C1-0A6221BAFD3E}"/>
              </a:ext>
            </a:extLst>
          </p:cNvPr>
          <p:cNvSpPr>
            <a:spLocks noGrp="1"/>
          </p:cNvSpPr>
          <p:nvPr>
            <p:ph type="ftr" sz="quarter" idx="11"/>
          </p:nvPr>
        </p:nvSpPr>
        <p:spPr>
          <a:xfrm>
            <a:off x="2457450" y="6465021"/>
            <a:ext cx="7272000" cy="144500"/>
          </a:xfrm>
        </p:spPr>
        <p:txBody>
          <a:bodyPr vert="horz" lIns="0" tIns="0" rIns="0" bIns="0" rtlCol="0" anchor="b"/>
          <a:lstStyle>
            <a:lvl1pPr>
              <a:defRPr lang="ru-RU" dirty="0">
                <a:solidFill>
                  <a:schemeClr val="accent6">
                    <a:lumMod val="60000"/>
                    <a:lumOff val="40000"/>
                  </a:schemeClr>
                </a:solidFill>
              </a:defRPr>
            </a:lvl1pPr>
          </a:lstStyle>
          <a:p>
            <a:endParaRPr lang="ru-RU"/>
          </a:p>
        </p:txBody>
      </p:sp>
      <p:sp>
        <p:nvSpPr>
          <p:cNvPr id="63" name="Рисунок 16">
            <a:extLst>
              <a:ext uri="{FF2B5EF4-FFF2-40B4-BE49-F238E27FC236}">
                <a16:creationId xmlns:a16="http://schemas.microsoft.com/office/drawing/2014/main" id="{C16DDB2A-3D3F-4124-9793-6C6F02B8EC6F}"/>
              </a:ext>
            </a:extLst>
          </p:cNvPr>
          <p:cNvSpPr>
            <a:spLocks noChangeAspect="1"/>
          </p:cNvSpPr>
          <p:nvPr userDrawn="1"/>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2"/>
          </a:solidFill>
          <a:ln w="9525" cap="flat">
            <a:noFill/>
            <a:prstDash val="solid"/>
            <a:miter/>
          </a:ln>
        </p:spPr>
        <p:txBody>
          <a:bodyPr rtlCol="0" anchor="ctr"/>
          <a:lstStyle/>
          <a:p>
            <a:endParaRPr lang="ru-RU"/>
          </a:p>
        </p:txBody>
      </p:sp>
      <p:sp>
        <p:nvSpPr>
          <p:cNvPr id="69" name="Прямоугольник: скругленные углы 68">
            <a:extLst>
              <a:ext uri="{FF2B5EF4-FFF2-40B4-BE49-F238E27FC236}">
                <a16:creationId xmlns:a16="http://schemas.microsoft.com/office/drawing/2014/main" id="{11195C51-97A8-4DBC-912A-52E408A823D7}"/>
              </a:ext>
            </a:extLst>
          </p:cNvPr>
          <p:cNvSpPr/>
          <p:nvPr/>
        </p:nvSpPr>
        <p:spPr>
          <a:xfrm>
            <a:off x="-2138458" y="3172446"/>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скругленные верхние углы 69">
            <a:extLst>
              <a:ext uri="{FF2B5EF4-FFF2-40B4-BE49-F238E27FC236}">
                <a16:creationId xmlns:a16="http://schemas.microsoft.com/office/drawing/2014/main" id="{8F769008-57A0-431F-91D5-86635985993F}"/>
              </a:ext>
            </a:extLst>
          </p:cNvPr>
          <p:cNvSpPr/>
          <p:nvPr/>
        </p:nvSpPr>
        <p:spPr>
          <a:xfrm>
            <a:off x="-2136930" y="3117581"/>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r>
              <a:rPr lang="ru-RU" sz="1100" b="1" dirty="0">
                <a:solidFill>
                  <a:schemeClr val="tx1"/>
                </a:solidFill>
              </a:rPr>
              <a:t> Банка</a:t>
            </a:r>
          </a:p>
        </p:txBody>
      </p:sp>
      <p:sp>
        <p:nvSpPr>
          <p:cNvPr id="71" name="TextBox 70">
            <a:extLst>
              <a:ext uri="{FF2B5EF4-FFF2-40B4-BE49-F238E27FC236}">
                <a16:creationId xmlns:a16="http://schemas.microsoft.com/office/drawing/2014/main" id="{4A9C0EF1-AD58-40B6-B391-DACAD9DA1676}"/>
              </a:ext>
            </a:extLst>
          </p:cNvPr>
          <p:cNvSpPr txBox="1"/>
          <p:nvPr userDrawn="1"/>
        </p:nvSpPr>
        <p:spPr>
          <a:xfrm>
            <a:off x="-2003446" y="3459373"/>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72" name="Прямоугольник: скругленные углы 71">
            <a:extLst>
              <a:ext uri="{FF2B5EF4-FFF2-40B4-BE49-F238E27FC236}">
                <a16:creationId xmlns:a16="http://schemas.microsoft.com/office/drawing/2014/main" id="{A1A3F08B-AA91-46EE-903B-9714F03370E1}"/>
              </a:ext>
            </a:extLst>
          </p:cNvPr>
          <p:cNvSpPr/>
          <p:nvPr userDrawn="1"/>
        </p:nvSpPr>
        <p:spPr>
          <a:xfrm>
            <a:off x="-2004344" y="3658766"/>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скругленные углы 72">
            <a:extLst>
              <a:ext uri="{FF2B5EF4-FFF2-40B4-BE49-F238E27FC236}">
                <a16:creationId xmlns:a16="http://schemas.microsoft.com/office/drawing/2014/main" id="{6090ED2D-22FA-4DC9-B06A-A33B13972886}"/>
              </a:ext>
            </a:extLst>
          </p:cNvPr>
          <p:cNvSpPr/>
          <p:nvPr userDrawn="1"/>
        </p:nvSpPr>
        <p:spPr>
          <a:xfrm>
            <a:off x="-1738339" y="3658766"/>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скругленные углы 73">
            <a:extLst>
              <a:ext uri="{FF2B5EF4-FFF2-40B4-BE49-F238E27FC236}">
                <a16:creationId xmlns:a16="http://schemas.microsoft.com/office/drawing/2014/main" id="{CCD6B6D6-6FCD-4A6F-8146-721229CE2F79}"/>
              </a:ext>
            </a:extLst>
          </p:cNvPr>
          <p:cNvSpPr/>
          <p:nvPr userDrawn="1"/>
        </p:nvSpPr>
        <p:spPr>
          <a:xfrm>
            <a:off x="-1739900" y="4694031"/>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скругленные углы 74">
            <a:extLst>
              <a:ext uri="{FF2B5EF4-FFF2-40B4-BE49-F238E27FC236}">
                <a16:creationId xmlns:a16="http://schemas.microsoft.com/office/drawing/2014/main" id="{3B575F5C-2001-476C-AFB6-064B7BCBCE0A}"/>
              </a:ext>
            </a:extLst>
          </p:cNvPr>
          <p:cNvSpPr/>
          <p:nvPr userDrawn="1"/>
        </p:nvSpPr>
        <p:spPr>
          <a:xfrm>
            <a:off x="-2004963" y="4694031"/>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6" name="TextBox 75">
            <a:extLst>
              <a:ext uri="{FF2B5EF4-FFF2-40B4-BE49-F238E27FC236}">
                <a16:creationId xmlns:a16="http://schemas.microsoft.com/office/drawing/2014/main" id="{42EB60EC-1E89-4B92-A291-441833DB7EF5}"/>
              </a:ext>
            </a:extLst>
          </p:cNvPr>
          <p:cNvSpPr txBox="1"/>
          <p:nvPr userDrawn="1"/>
        </p:nvSpPr>
        <p:spPr>
          <a:xfrm>
            <a:off x="-2003446" y="3982778"/>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77" name="Прямоугольник: скругленные углы 76">
            <a:extLst>
              <a:ext uri="{FF2B5EF4-FFF2-40B4-BE49-F238E27FC236}">
                <a16:creationId xmlns:a16="http://schemas.microsoft.com/office/drawing/2014/main" id="{8D290F0E-A086-489B-B969-D78D268450CB}"/>
              </a:ext>
            </a:extLst>
          </p:cNvPr>
          <p:cNvSpPr/>
          <p:nvPr userDrawn="1"/>
        </p:nvSpPr>
        <p:spPr>
          <a:xfrm>
            <a:off x="-2004963" y="4178333"/>
            <a:ext cx="216624" cy="216624"/>
          </a:xfrm>
          <a:prstGeom prst="roundRect">
            <a:avLst>
              <a:gd name="adj" fmla="val 33317"/>
            </a:avLst>
          </a:prstGeom>
          <a:solidFill>
            <a:schemeClr val="tx2">
              <a:lumMod val="90000"/>
              <a:lumOff val="1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Прямоугольник: скругленные углы 77">
            <a:extLst>
              <a:ext uri="{FF2B5EF4-FFF2-40B4-BE49-F238E27FC236}">
                <a16:creationId xmlns:a16="http://schemas.microsoft.com/office/drawing/2014/main" id="{D56D4D21-CF2F-403A-B5AF-D578995FF3D8}"/>
              </a:ext>
            </a:extLst>
          </p:cNvPr>
          <p:cNvSpPr/>
          <p:nvPr userDrawn="1"/>
        </p:nvSpPr>
        <p:spPr>
          <a:xfrm>
            <a:off x="-1739900" y="4178333"/>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9" name="TextBox 78">
            <a:extLst>
              <a:ext uri="{FF2B5EF4-FFF2-40B4-BE49-F238E27FC236}">
                <a16:creationId xmlns:a16="http://schemas.microsoft.com/office/drawing/2014/main" id="{8D5E947F-CFE5-49D3-AF75-24DD1EBB73A4}"/>
              </a:ext>
            </a:extLst>
          </p:cNvPr>
          <p:cNvSpPr txBox="1"/>
          <p:nvPr userDrawn="1"/>
        </p:nvSpPr>
        <p:spPr>
          <a:xfrm>
            <a:off x="-2003446" y="4498626"/>
            <a:ext cx="1638525" cy="171623"/>
          </a:xfrm>
          <a:prstGeom prst="rect">
            <a:avLst/>
          </a:prstGeom>
          <a:noFill/>
        </p:spPr>
        <p:txBody>
          <a:bodyPr wrap="square" lIns="0" tIns="0" rIns="0" bIns="0" rtlCol="0">
            <a:noAutofit/>
          </a:bodyPr>
          <a:lstStyle/>
          <a:p>
            <a:pPr algn="l"/>
            <a:r>
              <a:rPr lang="ru-RU" sz="1000" dirty="0"/>
              <a:t>Цвета маленьких плашек</a:t>
            </a:r>
          </a:p>
        </p:txBody>
      </p:sp>
      <p:sp>
        <p:nvSpPr>
          <p:cNvPr id="80" name="Прямоугольник: скругленные углы 79">
            <a:extLst>
              <a:ext uri="{FF2B5EF4-FFF2-40B4-BE49-F238E27FC236}">
                <a16:creationId xmlns:a16="http://schemas.microsoft.com/office/drawing/2014/main" id="{60875463-BFA6-478B-9FAE-9535181E2C41}"/>
              </a:ext>
            </a:extLst>
          </p:cNvPr>
          <p:cNvSpPr/>
          <p:nvPr userDrawn="1"/>
        </p:nvSpPr>
        <p:spPr>
          <a:xfrm>
            <a:off x="-1475201" y="4694031"/>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1" name="Прямоугольник: скругленные углы 80">
            <a:extLst>
              <a:ext uri="{FF2B5EF4-FFF2-40B4-BE49-F238E27FC236}">
                <a16:creationId xmlns:a16="http://schemas.microsoft.com/office/drawing/2014/main" id="{F4534B67-9274-4B67-A1BA-1A160026532E}"/>
              </a:ext>
            </a:extLst>
          </p:cNvPr>
          <p:cNvSpPr/>
          <p:nvPr userDrawn="1"/>
        </p:nvSpPr>
        <p:spPr>
          <a:xfrm>
            <a:off x="-1739900" y="5207333"/>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2" name="Прямоугольник: скругленные углы 81">
            <a:extLst>
              <a:ext uri="{FF2B5EF4-FFF2-40B4-BE49-F238E27FC236}">
                <a16:creationId xmlns:a16="http://schemas.microsoft.com/office/drawing/2014/main" id="{6EA58695-077A-4BE4-9F23-9B276F2A9B38}"/>
              </a:ext>
            </a:extLst>
          </p:cNvPr>
          <p:cNvSpPr/>
          <p:nvPr userDrawn="1"/>
        </p:nvSpPr>
        <p:spPr>
          <a:xfrm>
            <a:off x="-1474837" y="5207333"/>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скругленные углы 82">
            <a:extLst>
              <a:ext uri="{FF2B5EF4-FFF2-40B4-BE49-F238E27FC236}">
                <a16:creationId xmlns:a16="http://schemas.microsoft.com/office/drawing/2014/main" id="{B872D6A4-3755-434B-9685-D3A4173D59DA}"/>
              </a:ext>
            </a:extLst>
          </p:cNvPr>
          <p:cNvSpPr/>
          <p:nvPr userDrawn="1"/>
        </p:nvSpPr>
        <p:spPr>
          <a:xfrm>
            <a:off x="-2004963" y="5207333"/>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a:extLst>
              <a:ext uri="{FF2B5EF4-FFF2-40B4-BE49-F238E27FC236}">
                <a16:creationId xmlns:a16="http://schemas.microsoft.com/office/drawing/2014/main" id="{9FA022C7-DFBA-4532-88E4-F1EED4D11A85}"/>
              </a:ext>
            </a:extLst>
          </p:cNvPr>
          <p:cNvSpPr txBox="1"/>
          <p:nvPr userDrawn="1"/>
        </p:nvSpPr>
        <p:spPr>
          <a:xfrm>
            <a:off x="-2003446" y="5020614"/>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89" name="Прямоугольник: скругленные углы 88">
            <a:extLst>
              <a:ext uri="{FF2B5EF4-FFF2-40B4-BE49-F238E27FC236}">
                <a16:creationId xmlns:a16="http://schemas.microsoft.com/office/drawing/2014/main" id="{876FB34B-C1A8-402C-A3D0-DFB25F301B37}"/>
              </a:ext>
            </a:extLst>
          </p:cNvPr>
          <p:cNvSpPr/>
          <p:nvPr userDrawn="1"/>
        </p:nvSpPr>
        <p:spPr>
          <a:xfrm>
            <a:off x="-944711" y="5207333"/>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0" name="Прямоугольник: скругленные углы 89">
            <a:extLst>
              <a:ext uri="{FF2B5EF4-FFF2-40B4-BE49-F238E27FC236}">
                <a16:creationId xmlns:a16="http://schemas.microsoft.com/office/drawing/2014/main" id="{BDBD8276-53CA-4893-86E9-153A76E68B80}"/>
              </a:ext>
            </a:extLst>
          </p:cNvPr>
          <p:cNvSpPr/>
          <p:nvPr userDrawn="1"/>
        </p:nvSpPr>
        <p:spPr>
          <a:xfrm>
            <a:off x="-679648" y="5207333"/>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Прямоугольник: скругленные углы 90">
            <a:extLst>
              <a:ext uri="{FF2B5EF4-FFF2-40B4-BE49-F238E27FC236}">
                <a16:creationId xmlns:a16="http://schemas.microsoft.com/office/drawing/2014/main" id="{8B3D2310-A06D-42CF-8FFB-2F52DC79B213}"/>
              </a:ext>
            </a:extLst>
          </p:cNvPr>
          <p:cNvSpPr/>
          <p:nvPr userDrawn="1"/>
        </p:nvSpPr>
        <p:spPr>
          <a:xfrm>
            <a:off x="-1209774" y="5207333"/>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Прямоугольник: скругленные углы 91">
            <a:extLst>
              <a:ext uri="{FF2B5EF4-FFF2-40B4-BE49-F238E27FC236}">
                <a16:creationId xmlns:a16="http://schemas.microsoft.com/office/drawing/2014/main" id="{18E2BFEC-0CE1-4E64-8F34-9229B02DD669}"/>
              </a:ext>
            </a:extLst>
          </p:cNvPr>
          <p:cNvSpPr/>
          <p:nvPr userDrawn="1"/>
        </p:nvSpPr>
        <p:spPr>
          <a:xfrm>
            <a:off x="-2004344" y="3658766"/>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Прямоугольник: скругленные углы 92">
            <a:extLst>
              <a:ext uri="{FF2B5EF4-FFF2-40B4-BE49-F238E27FC236}">
                <a16:creationId xmlns:a16="http://schemas.microsoft.com/office/drawing/2014/main" id="{BB085C63-CAA5-4CAE-9ED7-6F5A9A2A4547}"/>
              </a:ext>
            </a:extLst>
          </p:cNvPr>
          <p:cNvSpPr/>
          <p:nvPr userDrawn="1"/>
        </p:nvSpPr>
        <p:spPr>
          <a:xfrm>
            <a:off x="-1738339" y="3658766"/>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4" name="Прямоугольник: скругленные углы 93">
            <a:extLst>
              <a:ext uri="{FF2B5EF4-FFF2-40B4-BE49-F238E27FC236}">
                <a16:creationId xmlns:a16="http://schemas.microsoft.com/office/drawing/2014/main" id="{84A2F142-3BBA-495D-BC44-B88DE8C2F92A}"/>
              </a:ext>
            </a:extLst>
          </p:cNvPr>
          <p:cNvSpPr/>
          <p:nvPr userDrawn="1"/>
        </p:nvSpPr>
        <p:spPr>
          <a:xfrm>
            <a:off x="-1475201" y="4178333"/>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782119806"/>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ig_title_dark">
    <p:bg>
      <p:bgPr>
        <a:solidFill>
          <a:schemeClr val="tx2"/>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956066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290"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Объект 2">
            <a:extLst>
              <a:ext uri="{FF2B5EF4-FFF2-40B4-BE49-F238E27FC236}">
                <a16:creationId xmlns:a16="http://schemas.microsoft.com/office/drawing/2014/main" id="{91C59567-F70E-CC32-748F-63A920CFAA0B}"/>
              </a:ext>
            </a:extLst>
          </p:cNvPr>
          <p:cNvSpPr>
            <a:spLocks noGrp="1"/>
          </p:cNvSpPr>
          <p:nvPr>
            <p:ph idx="1"/>
          </p:nvPr>
        </p:nvSpPr>
        <p:spPr>
          <a:xfrm>
            <a:off x="639763" y="1520824"/>
            <a:ext cx="10910887" cy="4741864"/>
          </a:xfrm>
        </p:spPr>
        <p:txBody>
          <a:bodyPr/>
          <a:lstStyle>
            <a:lvl1pPr>
              <a:lnSpc>
                <a:spcPct val="100000"/>
              </a:lnSpc>
              <a:spcAft>
                <a:spcPts val="1200"/>
              </a:spcAft>
              <a:defRPr sz="2400">
                <a:solidFill>
                  <a:schemeClr val="bg2"/>
                </a:solidFill>
              </a:defRPr>
            </a:lvl1pPr>
            <a:lvl2pPr>
              <a:lnSpc>
                <a:spcPct val="100000"/>
              </a:lnSpc>
              <a:spcAft>
                <a:spcPts val="1200"/>
              </a:spcAft>
              <a:defRPr sz="2400">
                <a:solidFill>
                  <a:schemeClr val="bg2"/>
                </a:solidFill>
              </a:defRPr>
            </a:lvl2pPr>
            <a:lvl3pPr>
              <a:lnSpc>
                <a:spcPct val="100000"/>
              </a:lnSpc>
              <a:spcAft>
                <a:spcPts val="1200"/>
              </a:spcAft>
              <a:defRPr sz="2400">
                <a:solidFill>
                  <a:schemeClr val="bg2"/>
                </a:solidFill>
              </a:defRPr>
            </a:lvl3pPr>
            <a:lvl4pPr>
              <a:lnSpc>
                <a:spcPct val="100000"/>
              </a:lnSpc>
              <a:spcAft>
                <a:spcPts val="1200"/>
              </a:spcAft>
              <a:defRPr sz="2400">
                <a:solidFill>
                  <a:schemeClr val="bg2"/>
                </a:solidFill>
              </a:defRPr>
            </a:lvl4pPr>
            <a:lvl5pPr>
              <a:lnSpc>
                <a:spcPct val="100000"/>
              </a:lnSpc>
              <a:spcAft>
                <a:spcPts val="1200"/>
              </a:spcAft>
              <a:defRPr sz="2400">
                <a:solidFill>
                  <a:schemeClr val="bg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Заголовок 1">
            <a:extLst>
              <a:ext uri="{FF2B5EF4-FFF2-40B4-BE49-F238E27FC236}">
                <a16:creationId xmlns:a16="http://schemas.microsoft.com/office/drawing/2014/main" id="{1CD188B5-4A1B-CBD8-E7B6-3AA0E6DAFA4F}"/>
              </a:ext>
            </a:extLst>
          </p:cNvPr>
          <p:cNvSpPr>
            <a:spLocks noGrp="1"/>
          </p:cNvSpPr>
          <p:nvPr>
            <p:ph type="title" hasCustomPrompt="1"/>
          </p:nvPr>
        </p:nvSpPr>
        <p:spPr>
          <a:xfrm>
            <a:off x="635099" y="420493"/>
            <a:ext cx="10910888" cy="783155"/>
          </a:xfrm>
          <a:prstGeom prst="rect">
            <a:avLst/>
          </a:prstGeom>
        </p:spPr>
        <p:txBody>
          <a:bodyPr vert="horz" lIns="0" tIns="0" rIns="0" bIns="0" rtlCol="0" anchor="t">
            <a:noAutofit/>
          </a:bodyPr>
          <a:lstStyle>
            <a:lvl1pPr>
              <a:lnSpc>
                <a:spcPct val="82000"/>
              </a:lnSpc>
              <a:defRPr sz="4400" spc="-30" baseline="0">
                <a:solidFill>
                  <a:schemeClr val="bg2"/>
                </a:solidFill>
              </a:defRPr>
            </a:lvl1pPr>
          </a:lstStyle>
          <a:p>
            <a:r>
              <a:rPr lang="ru-RU" dirty="0"/>
              <a:t>Заголовок слайда в 1 строку</a:t>
            </a:r>
          </a:p>
        </p:txBody>
      </p:sp>
      <p:sp>
        <p:nvSpPr>
          <p:cNvPr id="2" name="Прямоугольник: скругленные углы 1">
            <a:extLst>
              <a:ext uri="{FF2B5EF4-FFF2-40B4-BE49-F238E27FC236}">
                <a16:creationId xmlns:a16="http://schemas.microsoft.com/office/drawing/2014/main" id="{9FD9122D-7091-6BA2-07EA-163A1869AEA8}"/>
              </a:ext>
            </a:extLst>
          </p:cNvPr>
          <p:cNvSpPr/>
          <p:nvPr userDrawn="1"/>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скругленные верхние углы 8">
            <a:extLst>
              <a:ext uri="{FF2B5EF4-FFF2-40B4-BE49-F238E27FC236}">
                <a16:creationId xmlns:a16="http://schemas.microsoft.com/office/drawing/2014/main" id="{6D6F03CD-D114-F37B-E03D-2CA35E1A3592}"/>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graphicFrame>
        <p:nvGraphicFramePr>
          <p:cNvPr id="10" name="Таблица 46">
            <a:extLst>
              <a:ext uri="{FF2B5EF4-FFF2-40B4-BE49-F238E27FC236}">
                <a16:creationId xmlns:a16="http://schemas.microsoft.com/office/drawing/2014/main" id="{B02E023D-DDB5-0937-D525-4B70C7E1552A}"/>
              </a:ext>
            </a:extLst>
          </p:cNvPr>
          <p:cNvGraphicFramePr>
            <a:graphicFrameLocks noGrp="1"/>
          </p:cNvGraphicFramePr>
          <p:nvPr>
            <p:extLst>
              <p:ext uri="{D42A27DB-BD31-4B8C-83A1-F6EECF244321}">
                <p14:modId xmlns:p14="http://schemas.microsoft.com/office/powerpoint/2010/main" val="1864895827"/>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en-US" sz="1200" b="1" dirty="0"/>
                        <a:t>5</a:t>
                      </a:r>
                      <a:r>
                        <a:rPr lang="ru-RU" sz="1200" b="1" dirty="0"/>
                        <a:t>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en-US" sz="1200" b="1" dirty="0"/>
                        <a:t>44</a:t>
                      </a:r>
                      <a:endParaRPr lang="ru-RU" sz="1200" b="1" dirty="0"/>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en-US" sz="1200" b="1" dirty="0"/>
                        <a:t>24</a:t>
                      </a:r>
                      <a:r>
                        <a:rPr lang="ru-RU" sz="900" b="1" dirty="0"/>
                        <a:t> </a:t>
                      </a:r>
                      <a:r>
                        <a:rPr lang="ru-RU" sz="1200" b="1" dirty="0"/>
                        <a:t>/</a:t>
                      </a:r>
                      <a:r>
                        <a:rPr lang="ru-RU" sz="900" b="1" dirty="0"/>
                        <a:t> </a:t>
                      </a:r>
                      <a:r>
                        <a:rPr lang="ru-RU" sz="1200" b="1" dirty="0"/>
                        <a:t>1</a:t>
                      </a:r>
                      <a:r>
                        <a:rPr lang="en-US" sz="1200" b="1" dirty="0"/>
                        <a:t>8</a:t>
                      </a:r>
                      <a:endParaRPr lang="ru-RU" sz="1200" b="1" dirty="0"/>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a:t>
                      </a:r>
                      <a:r>
                        <a:rPr lang="en-US" sz="1200" b="1" dirty="0">
                          <a:solidFill>
                            <a:schemeClr val="tx1"/>
                          </a:solidFill>
                        </a:rPr>
                        <a:t>8</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a:t>
                      </a:r>
                      <a:r>
                        <a:rPr lang="en-US" sz="1200" b="1" dirty="0">
                          <a:solidFill>
                            <a:schemeClr val="tx1"/>
                          </a:solidFill>
                        </a:rPr>
                        <a:t>4</a:t>
                      </a:r>
                      <a:endParaRPr lang="ru-RU" sz="1200" b="1" dirty="0">
                        <a:solidFill>
                          <a:schemeClr val="tx1"/>
                        </a:solidFill>
                      </a:endParaRP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a:t>
                      </a:r>
                      <a:r>
                        <a:rPr lang="en-US" sz="1200" b="1" dirty="0">
                          <a:solidFill>
                            <a:schemeClr val="tx1"/>
                          </a:solidFill>
                        </a:rPr>
                        <a:t>2</a:t>
                      </a:r>
                      <a:endParaRPr lang="ru-RU" sz="1200" b="1" dirty="0">
                        <a:solidFill>
                          <a:schemeClr val="tx1"/>
                        </a:solidFill>
                      </a:endParaRP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11" name="Полилиния: фигура 10">
            <a:extLst>
              <a:ext uri="{FF2B5EF4-FFF2-40B4-BE49-F238E27FC236}">
                <a16:creationId xmlns:a16="http://schemas.microsoft.com/office/drawing/2014/main" id="{2836D397-07DF-F44E-B241-E646372182BD}"/>
              </a:ext>
            </a:extLst>
          </p:cNvPr>
          <p:cNvSpPr/>
          <p:nvPr userDrawn="1"/>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51" name="TextBox 50">
            <a:extLst>
              <a:ext uri="{FF2B5EF4-FFF2-40B4-BE49-F238E27FC236}">
                <a16:creationId xmlns:a16="http://schemas.microsoft.com/office/drawing/2014/main" id="{3DB4C809-1195-88CA-2A75-08AA1F1CFF03}"/>
              </a:ext>
            </a:extLst>
          </p:cNvPr>
          <p:cNvSpPr txBox="1"/>
          <p:nvPr/>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19" name="Номер слайда 5">
            <a:extLst>
              <a:ext uri="{FF2B5EF4-FFF2-40B4-BE49-F238E27FC236}">
                <a16:creationId xmlns:a16="http://schemas.microsoft.com/office/drawing/2014/main" id="{A29A8329-61B1-1D0C-F101-E5C427CDAC8D}"/>
              </a:ext>
            </a:extLst>
          </p:cNvPr>
          <p:cNvSpPr>
            <a:spLocks noGrp="1"/>
          </p:cNvSpPr>
          <p:nvPr>
            <p:ph type="sldNum" sz="quarter" idx="12"/>
          </p:nvPr>
        </p:nvSpPr>
        <p:spPr>
          <a:xfrm>
            <a:off x="10657744" y="6430370"/>
            <a:ext cx="908050" cy="216000"/>
          </a:xfrm>
        </p:spPr>
        <p:txBody>
          <a:bodyPr/>
          <a:lstStyle>
            <a:lvl1pPr>
              <a:defRPr>
                <a:solidFill>
                  <a:schemeClr val="accent6">
                    <a:lumMod val="60000"/>
                    <a:lumOff val="40000"/>
                  </a:schemeClr>
                </a:solidFill>
              </a:defRPr>
            </a:lvl1pPr>
          </a:lstStyle>
          <a:p>
            <a:fld id="{EB5249F5-0093-48B0-B996-C4E44A87EAFB}" type="slidenum">
              <a:rPr lang="ru-RU" smtClean="0"/>
              <a:pPr/>
              <a:t>‹#›</a:t>
            </a:fld>
            <a:endParaRPr lang="ru-RU"/>
          </a:p>
        </p:txBody>
      </p:sp>
      <p:sp>
        <p:nvSpPr>
          <p:cNvPr id="46" name="Нижний колонтитул 4">
            <a:extLst>
              <a:ext uri="{FF2B5EF4-FFF2-40B4-BE49-F238E27FC236}">
                <a16:creationId xmlns:a16="http://schemas.microsoft.com/office/drawing/2014/main" id="{EAAF479C-D922-443D-A13B-B4EAA219A2A2}"/>
              </a:ext>
            </a:extLst>
          </p:cNvPr>
          <p:cNvSpPr>
            <a:spLocks noGrp="1"/>
          </p:cNvSpPr>
          <p:nvPr>
            <p:ph type="ftr" sz="quarter" idx="11"/>
          </p:nvPr>
        </p:nvSpPr>
        <p:spPr>
          <a:xfrm>
            <a:off x="2457450" y="6465021"/>
            <a:ext cx="7272000" cy="144500"/>
          </a:xfrm>
        </p:spPr>
        <p:txBody>
          <a:bodyPr vert="horz" lIns="0" tIns="0" rIns="0" bIns="0" rtlCol="0" anchor="b"/>
          <a:lstStyle>
            <a:lvl1pPr>
              <a:defRPr lang="ru-RU" dirty="0">
                <a:solidFill>
                  <a:schemeClr val="accent6">
                    <a:lumMod val="60000"/>
                    <a:lumOff val="40000"/>
                  </a:schemeClr>
                </a:solidFill>
              </a:defRPr>
            </a:lvl1pPr>
          </a:lstStyle>
          <a:p>
            <a:endParaRPr lang="ru-RU"/>
          </a:p>
        </p:txBody>
      </p:sp>
      <p:sp>
        <p:nvSpPr>
          <p:cNvPr id="47" name="Рисунок 16">
            <a:extLst>
              <a:ext uri="{FF2B5EF4-FFF2-40B4-BE49-F238E27FC236}">
                <a16:creationId xmlns:a16="http://schemas.microsoft.com/office/drawing/2014/main" id="{80BF6F07-6A2C-4390-8B69-1C211ABFE223}"/>
              </a:ext>
            </a:extLst>
          </p:cNvPr>
          <p:cNvSpPr>
            <a:spLocks noChangeAspect="1"/>
          </p:cNvSpPr>
          <p:nvPr userDrawn="1"/>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2"/>
          </a:solidFill>
          <a:ln w="9525" cap="flat">
            <a:noFill/>
            <a:prstDash val="solid"/>
            <a:miter/>
          </a:ln>
        </p:spPr>
        <p:txBody>
          <a:bodyPr rtlCol="0" anchor="ctr"/>
          <a:lstStyle/>
          <a:p>
            <a:endParaRPr lang="ru-RU"/>
          </a:p>
        </p:txBody>
      </p:sp>
      <p:sp>
        <p:nvSpPr>
          <p:cNvPr id="53" name="Прямоугольник: скругленные углы 52">
            <a:extLst>
              <a:ext uri="{FF2B5EF4-FFF2-40B4-BE49-F238E27FC236}">
                <a16:creationId xmlns:a16="http://schemas.microsoft.com/office/drawing/2014/main" id="{6DEF9C6F-4810-47DE-9C19-14AB9380119C}"/>
              </a:ext>
            </a:extLst>
          </p:cNvPr>
          <p:cNvSpPr/>
          <p:nvPr/>
        </p:nvSpPr>
        <p:spPr>
          <a:xfrm>
            <a:off x="-2138458" y="3125312"/>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скругленные верхние углы 53">
            <a:extLst>
              <a:ext uri="{FF2B5EF4-FFF2-40B4-BE49-F238E27FC236}">
                <a16:creationId xmlns:a16="http://schemas.microsoft.com/office/drawing/2014/main" id="{5B9D87ED-CA81-46DE-8B80-ABEBDD68875B}"/>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r>
              <a:rPr lang="ru-RU" sz="1100" b="1" dirty="0">
                <a:solidFill>
                  <a:schemeClr val="tx1"/>
                </a:solidFill>
              </a:rPr>
              <a:t> Банка</a:t>
            </a:r>
          </a:p>
        </p:txBody>
      </p:sp>
      <p:sp>
        <p:nvSpPr>
          <p:cNvPr id="55" name="TextBox 54">
            <a:extLst>
              <a:ext uri="{FF2B5EF4-FFF2-40B4-BE49-F238E27FC236}">
                <a16:creationId xmlns:a16="http://schemas.microsoft.com/office/drawing/2014/main" id="{F83D771D-8E13-4D5A-9F60-E01AA61EC336}"/>
              </a:ext>
            </a:extLst>
          </p:cNvPr>
          <p:cNvSpPr txBox="1"/>
          <p:nvPr userDrawn="1"/>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56" name="Прямоугольник: скругленные углы 55">
            <a:extLst>
              <a:ext uri="{FF2B5EF4-FFF2-40B4-BE49-F238E27FC236}">
                <a16:creationId xmlns:a16="http://schemas.microsoft.com/office/drawing/2014/main" id="{6CBE1FF5-6D00-491D-8A59-C99951503804}"/>
              </a:ext>
            </a:extLst>
          </p:cNvPr>
          <p:cNvSpPr/>
          <p:nvPr userDrawn="1"/>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7" name="Прямоугольник: скругленные углы 56">
            <a:extLst>
              <a:ext uri="{FF2B5EF4-FFF2-40B4-BE49-F238E27FC236}">
                <a16:creationId xmlns:a16="http://schemas.microsoft.com/office/drawing/2014/main" id="{0B96C6CF-A8C3-4DD2-AA3E-78B1802EF55D}"/>
              </a:ext>
            </a:extLst>
          </p:cNvPr>
          <p:cNvSpPr/>
          <p:nvPr userDrawn="1"/>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Прямоугольник: скругленные углы 57">
            <a:extLst>
              <a:ext uri="{FF2B5EF4-FFF2-40B4-BE49-F238E27FC236}">
                <a16:creationId xmlns:a16="http://schemas.microsoft.com/office/drawing/2014/main" id="{0D788378-EC2F-4CD8-A4EC-5B4EE5B4AB1B}"/>
              </a:ext>
            </a:extLst>
          </p:cNvPr>
          <p:cNvSpPr/>
          <p:nvPr userDrawn="1"/>
        </p:nvSpPr>
        <p:spPr>
          <a:xfrm>
            <a:off x="-1739900" y="4646897"/>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Прямоугольник: скругленные углы 58">
            <a:extLst>
              <a:ext uri="{FF2B5EF4-FFF2-40B4-BE49-F238E27FC236}">
                <a16:creationId xmlns:a16="http://schemas.microsoft.com/office/drawing/2014/main" id="{ECAC60ED-8179-4E60-A90F-F74B741664C9}"/>
              </a:ext>
            </a:extLst>
          </p:cNvPr>
          <p:cNvSpPr/>
          <p:nvPr userDrawn="1"/>
        </p:nvSpPr>
        <p:spPr>
          <a:xfrm>
            <a:off x="-2004963" y="4646897"/>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0" name="TextBox 59">
            <a:extLst>
              <a:ext uri="{FF2B5EF4-FFF2-40B4-BE49-F238E27FC236}">
                <a16:creationId xmlns:a16="http://schemas.microsoft.com/office/drawing/2014/main" id="{A1D0BF1A-C9E5-4629-96C0-F1FE840F94D5}"/>
              </a:ext>
            </a:extLst>
          </p:cNvPr>
          <p:cNvSpPr txBox="1"/>
          <p:nvPr userDrawn="1"/>
        </p:nvSpPr>
        <p:spPr>
          <a:xfrm>
            <a:off x="-2003446" y="3935644"/>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61" name="Прямоугольник: скругленные углы 60">
            <a:extLst>
              <a:ext uri="{FF2B5EF4-FFF2-40B4-BE49-F238E27FC236}">
                <a16:creationId xmlns:a16="http://schemas.microsoft.com/office/drawing/2014/main" id="{5EA86656-408C-4CFE-9F2E-B90069E4D095}"/>
              </a:ext>
            </a:extLst>
          </p:cNvPr>
          <p:cNvSpPr/>
          <p:nvPr userDrawn="1"/>
        </p:nvSpPr>
        <p:spPr>
          <a:xfrm>
            <a:off x="-2004963" y="4131199"/>
            <a:ext cx="216624" cy="216624"/>
          </a:xfrm>
          <a:prstGeom prst="roundRect">
            <a:avLst>
              <a:gd name="adj" fmla="val 33317"/>
            </a:avLst>
          </a:prstGeom>
          <a:solidFill>
            <a:schemeClr val="tx2">
              <a:lumMod val="90000"/>
              <a:lumOff val="1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скругленные углы 61">
            <a:extLst>
              <a:ext uri="{FF2B5EF4-FFF2-40B4-BE49-F238E27FC236}">
                <a16:creationId xmlns:a16="http://schemas.microsoft.com/office/drawing/2014/main" id="{33282356-D576-4FE1-B4B1-752718EC2240}"/>
              </a:ext>
            </a:extLst>
          </p:cNvPr>
          <p:cNvSpPr/>
          <p:nvPr userDrawn="1"/>
        </p:nvSpPr>
        <p:spPr>
          <a:xfrm>
            <a:off x="-1739900" y="4131199"/>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a:extLst>
              <a:ext uri="{FF2B5EF4-FFF2-40B4-BE49-F238E27FC236}">
                <a16:creationId xmlns:a16="http://schemas.microsoft.com/office/drawing/2014/main" id="{E6B40272-81D2-4871-B46C-627B0639148F}"/>
              </a:ext>
            </a:extLst>
          </p:cNvPr>
          <p:cNvSpPr txBox="1"/>
          <p:nvPr userDrawn="1"/>
        </p:nvSpPr>
        <p:spPr>
          <a:xfrm>
            <a:off x="-2003446" y="4451492"/>
            <a:ext cx="1638525" cy="171623"/>
          </a:xfrm>
          <a:prstGeom prst="rect">
            <a:avLst/>
          </a:prstGeom>
          <a:noFill/>
        </p:spPr>
        <p:txBody>
          <a:bodyPr wrap="square" lIns="0" tIns="0" rIns="0" bIns="0" rtlCol="0">
            <a:noAutofit/>
          </a:bodyPr>
          <a:lstStyle/>
          <a:p>
            <a:pPr algn="l"/>
            <a:r>
              <a:rPr lang="ru-RU" sz="1000" dirty="0"/>
              <a:t>Цвета маленьких плашек</a:t>
            </a:r>
          </a:p>
        </p:txBody>
      </p:sp>
      <p:sp>
        <p:nvSpPr>
          <p:cNvPr id="64" name="Прямоугольник: скругленные углы 63">
            <a:extLst>
              <a:ext uri="{FF2B5EF4-FFF2-40B4-BE49-F238E27FC236}">
                <a16:creationId xmlns:a16="http://schemas.microsoft.com/office/drawing/2014/main" id="{79C23461-83CB-4ABF-9F51-C10A1CD9039F}"/>
              </a:ext>
            </a:extLst>
          </p:cNvPr>
          <p:cNvSpPr/>
          <p:nvPr userDrawn="1"/>
        </p:nvSpPr>
        <p:spPr>
          <a:xfrm>
            <a:off x="-1475201" y="4646897"/>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5" name="Прямоугольник: скругленные углы 64">
            <a:extLst>
              <a:ext uri="{FF2B5EF4-FFF2-40B4-BE49-F238E27FC236}">
                <a16:creationId xmlns:a16="http://schemas.microsoft.com/office/drawing/2014/main" id="{7D172800-1B27-496B-AD92-0B43B2D13A6D}"/>
              </a:ext>
            </a:extLst>
          </p:cNvPr>
          <p:cNvSpPr/>
          <p:nvPr userDrawn="1"/>
        </p:nvSpPr>
        <p:spPr>
          <a:xfrm>
            <a:off x="-1739900" y="5160199"/>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Прямоугольник: скругленные углы 65">
            <a:extLst>
              <a:ext uri="{FF2B5EF4-FFF2-40B4-BE49-F238E27FC236}">
                <a16:creationId xmlns:a16="http://schemas.microsoft.com/office/drawing/2014/main" id="{4D35AD05-F42B-4832-A534-3A2E4904903A}"/>
              </a:ext>
            </a:extLst>
          </p:cNvPr>
          <p:cNvSpPr/>
          <p:nvPr userDrawn="1"/>
        </p:nvSpPr>
        <p:spPr>
          <a:xfrm>
            <a:off x="-1474837" y="5160199"/>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скругленные углы 66">
            <a:extLst>
              <a:ext uri="{FF2B5EF4-FFF2-40B4-BE49-F238E27FC236}">
                <a16:creationId xmlns:a16="http://schemas.microsoft.com/office/drawing/2014/main" id="{B1A0F2EF-6620-47C1-A374-07229ED97211}"/>
              </a:ext>
            </a:extLst>
          </p:cNvPr>
          <p:cNvSpPr/>
          <p:nvPr userDrawn="1"/>
        </p:nvSpPr>
        <p:spPr>
          <a:xfrm>
            <a:off x="-2004963" y="5160199"/>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TextBox 67">
            <a:extLst>
              <a:ext uri="{FF2B5EF4-FFF2-40B4-BE49-F238E27FC236}">
                <a16:creationId xmlns:a16="http://schemas.microsoft.com/office/drawing/2014/main" id="{10AF75B5-188C-45A3-BB7C-36239F49B41F}"/>
              </a:ext>
            </a:extLst>
          </p:cNvPr>
          <p:cNvSpPr txBox="1"/>
          <p:nvPr userDrawn="1"/>
        </p:nvSpPr>
        <p:spPr>
          <a:xfrm>
            <a:off x="-2003446" y="4973480"/>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73" name="Прямоугольник: скругленные углы 72">
            <a:extLst>
              <a:ext uri="{FF2B5EF4-FFF2-40B4-BE49-F238E27FC236}">
                <a16:creationId xmlns:a16="http://schemas.microsoft.com/office/drawing/2014/main" id="{381DFAC1-2DDB-495A-81FF-A4903DBFFA33}"/>
              </a:ext>
            </a:extLst>
          </p:cNvPr>
          <p:cNvSpPr/>
          <p:nvPr userDrawn="1"/>
        </p:nvSpPr>
        <p:spPr>
          <a:xfrm>
            <a:off x="-944711" y="5160199"/>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скругленные углы 73">
            <a:extLst>
              <a:ext uri="{FF2B5EF4-FFF2-40B4-BE49-F238E27FC236}">
                <a16:creationId xmlns:a16="http://schemas.microsoft.com/office/drawing/2014/main" id="{62C46998-7AA5-4C51-8167-3CBB274E2DCA}"/>
              </a:ext>
            </a:extLst>
          </p:cNvPr>
          <p:cNvSpPr/>
          <p:nvPr userDrawn="1"/>
        </p:nvSpPr>
        <p:spPr>
          <a:xfrm>
            <a:off x="-679648" y="5160199"/>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скругленные углы 74">
            <a:extLst>
              <a:ext uri="{FF2B5EF4-FFF2-40B4-BE49-F238E27FC236}">
                <a16:creationId xmlns:a16="http://schemas.microsoft.com/office/drawing/2014/main" id="{E820691B-8DC8-44ED-8AB4-69F8080E97BD}"/>
              </a:ext>
            </a:extLst>
          </p:cNvPr>
          <p:cNvSpPr/>
          <p:nvPr userDrawn="1"/>
        </p:nvSpPr>
        <p:spPr>
          <a:xfrm>
            <a:off x="-1209774" y="5160199"/>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6" name="Прямоугольник: скругленные углы 75">
            <a:extLst>
              <a:ext uri="{FF2B5EF4-FFF2-40B4-BE49-F238E27FC236}">
                <a16:creationId xmlns:a16="http://schemas.microsoft.com/office/drawing/2014/main" id="{267B8512-4E9D-40F3-B13C-6CCB32E32029}"/>
              </a:ext>
            </a:extLst>
          </p:cNvPr>
          <p:cNvSpPr/>
          <p:nvPr userDrawn="1"/>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скругленные углы 76">
            <a:extLst>
              <a:ext uri="{FF2B5EF4-FFF2-40B4-BE49-F238E27FC236}">
                <a16:creationId xmlns:a16="http://schemas.microsoft.com/office/drawing/2014/main" id="{281715F6-A526-4DC3-9B7F-D625178C2225}"/>
              </a:ext>
            </a:extLst>
          </p:cNvPr>
          <p:cNvSpPr/>
          <p:nvPr userDrawn="1"/>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Прямоугольник: скругленные углы 77">
            <a:extLst>
              <a:ext uri="{FF2B5EF4-FFF2-40B4-BE49-F238E27FC236}">
                <a16:creationId xmlns:a16="http://schemas.microsoft.com/office/drawing/2014/main" id="{959A21CA-C9AD-4076-A8AB-D0B223579874}"/>
              </a:ext>
            </a:extLst>
          </p:cNvPr>
          <p:cNvSpPr/>
          <p:nvPr userDrawn="1"/>
        </p:nvSpPr>
        <p:spPr>
          <a:xfrm>
            <a:off x="-1475201" y="4131199"/>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529605220"/>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mpty_dark">
    <p:bg>
      <p:bgPr>
        <a:solidFill>
          <a:schemeClr val="tx2"/>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23218385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314"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0" name="Прямоугольник: скругленные углы 59">
            <a:extLst>
              <a:ext uri="{FF2B5EF4-FFF2-40B4-BE49-F238E27FC236}">
                <a16:creationId xmlns:a16="http://schemas.microsoft.com/office/drawing/2014/main" id="{6AF4706E-194B-0A30-2718-34E7D7319965}"/>
              </a:ext>
            </a:extLst>
          </p:cNvPr>
          <p:cNvSpPr/>
          <p:nvPr userDrawn="1"/>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Прямоугольник: скругленные верхние углы 60">
            <a:extLst>
              <a:ext uri="{FF2B5EF4-FFF2-40B4-BE49-F238E27FC236}">
                <a16:creationId xmlns:a16="http://schemas.microsoft.com/office/drawing/2014/main" id="{66C04289-EBA6-A8EA-BE9E-D91E549D654E}"/>
              </a:ext>
            </a:extLst>
          </p:cNvPr>
          <p:cNvSpPr/>
          <p:nvPr userDrawn="1"/>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Размеры текста</a:t>
            </a:r>
          </a:p>
        </p:txBody>
      </p:sp>
      <p:graphicFrame>
        <p:nvGraphicFramePr>
          <p:cNvPr id="67" name="Таблица 46">
            <a:extLst>
              <a:ext uri="{FF2B5EF4-FFF2-40B4-BE49-F238E27FC236}">
                <a16:creationId xmlns:a16="http://schemas.microsoft.com/office/drawing/2014/main" id="{EED75387-9477-C69D-3BA3-66D18A09F0E1}"/>
              </a:ext>
            </a:extLst>
          </p:cNvPr>
          <p:cNvGraphicFramePr>
            <a:graphicFrameLocks noGrp="1"/>
          </p:cNvGraphicFramePr>
          <p:nvPr userDrawn="1">
            <p:extLst>
              <p:ext uri="{D42A27DB-BD31-4B8C-83A1-F6EECF244321}">
                <p14:modId xmlns:p14="http://schemas.microsoft.com/office/powerpoint/2010/main" val="367774323"/>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68" name="Полилиния: фигура 67">
            <a:extLst>
              <a:ext uri="{FF2B5EF4-FFF2-40B4-BE49-F238E27FC236}">
                <a16:creationId xmlns:a16="http://schemas.microsoft.com/office/drawing/2014/main" id="{E22991C0-E32F-2F6E-12D2-4EC3D4112A7E}"/>
              </a:ext>
            </a:extLst>
          </p:cNvPr>
          <p:cNvSpPr/>
          <p:nvPr userDrawn="1"/>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93" name="TextBox 92">
            <a:extLst>
              <a:ext uri="{FF2B5EF4-FFF2-40B4-BE49-F238E27FC236}">
                <a16:creationId xmlns:a16="http://schemas.microsoft.com/office/drawing/2014/main" id="{080FC503-198C-9BAB-F771-B9545D4FF161}"/>
              </a:ext>
            </a:extLst>
          </p:cNvPr>
          <p:cNvSpPr txBox="1"/>
          <p:nvPr userDrawn="1"/>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34" name="Прямоугольник: скругленные углы 33">
            <a:extLst>
              <a:ext uri="{FF2B5EF4-FFF2-40B4-BE49-F238E27FC236}">
                <a16:creationId xmlns:a16="http://schemas.microsoft.com/office/drawing/2014/main" id="{779D0C76-5CE6-4203-8DED-59B4C5ADDC61}"/>
              </a:ext>
            </a:extLst>
          </p:cNvPr>
          <p:cNvSpPr/>
          <p:nvPr/>
        </p:nvSpPr>
        <p:spPr>
          <a:xfrm>
            <a:off x="-2138458" y="3125312"/>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Прямоугольник: скругленные верхние углы 34">
            <a:extLst>
              <a:ext uri="{FF2B5EF4-FFF2-40B4-BE49-F238E27FC236}">
                <a16:creationId xmlns:a16="http://schemas.microsoft.com/office/drawing/2014/main" id="{209BB352-AC9A-4EE6-A465-BB387D5C2EBC}"/>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r>
              <a:rPr lang="ru-RU" sz="1100" b="1" dirty="0">
                <a:solidFill>
                  <a:schemeClr val="tx1"/>
                </a:solidFill>
              </a:rPr>
              <a:t> Банка</a:t>
            </a:r>
          </a:p>
        </p:txBody>
      </p:sp>
      <p:sp>
        <p:nvSpPr>
          <p:cNvPr id="36" name="TextBox 35">
            <a:extLst>
              <a:ext uri="{FF2B5EF4-FFF2-40B4-BE49-F238E27FC236}">
                <a16:creationId xmlns:a16="http://schemas.microsoft.com/office/drawing/2014/main" id="{F3D868EF-10EC-4E32-9550-5EF4D91CB2A5}"/>
              </a:ext>
            </a:extLst>
          </p:cNvPr>
          <p:cNvSpPr txBox="1"/>
          <p:nvPr userDrawn="1"/>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37" name="Прямоугольник: скругленные углы 36">
            <a:extLst>
              <a:ext uri="{FF2B5EF4-FFF2-40B4-BE49-F238E27FC236}">
                <a16:creationId xmlns:a16="http://schemas.microsoft.com/office/drawing/2014/main" id="{84E78B29-D4B3-4438-9603-40EC30FA200D}"/>
              </a:ext>
            </a:extLst>
          </p:cNvPr>
          <p:cNvSpPr/>
          <p:nvPr userDrawn="1"/>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Прямоугольник: скругленные углы 37">
            <a:extLst>
              <a:ext uri="{FF2B5EF4-FFF2-40B4-BE49-F238E27FC236}">
                <a16:creationId xmlns:a16="http://schemas.microsoft.com/office/drawing/2014/main" id="{B2654224-7988-4399-A17E-DE2DE50E3090}"/>
              </a:ext>
            </a:extLst>
          </p:cNvPr>
          <p:cNvSpPr/>
          <p:nvPr userDrawn="1"/>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Прямоугольник: скругленные углы 38">
            <a:extLst>
              <a:ext uri="{FF2B5EF4-FFF2-40B4-BE49-F238E27FC236}">
                <a16:creationId xmlns:a16="http://schemas.microsoft.com/office/drawing/2014/main" id="{E38A571E-1F14-4CB3-9606-AD258FF9DE0D}"/>
              </a:ext>
            </a:extLst>
          </p:cNvPr>
          <p:cNvSpPr/>
          <p:nvPr userDrawn="1"/>
        </p:nvSpPr>
        <p:spPr>
          <a:xfrm>
            <a:off x="-1739900" y="4646897"/>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Прямоугольник: скругленные углы 39">
            <a:extLst>
              <a:ext uri="{FF2B5EF4-FFF2-40B4-BE49-F238E27FC236}">
                <a16:creationId xmlns:a16="http://schemas.microsoft.com/office/drawing/2014/main" id="{40497077-4BB3-411E-A037-D796245E9443}"/>
              </a:ext>
            </a:extLst>
          </p:cNvPr>
          <p:cNvSpPr/>
          <p:nvPr userDrawn="1"/>
        </p:nvSpPr>
        <p:spPr>
          <a:xfrm>
            <a:off x="-2004963" y="4646897"/>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TextBox 40">
            <a:extLst>
              <a:ext uri="{FF2B5EF4-FFF2-40B4-BE49-F238E27FC236}">
                <a16:creationId xmlns:a16="http://schemas.microsoft.com/office/drawing/2014/main" id="{865A763E-6009-494C-9FB2-BCA71970B35C}"/>
              </a:ext>
            </a:extLst>
          </p:cNvPr>
          <p:cNvSpPr txBox="1"/>
          <p:nvPr userDrawn="1"/>
        </p:nvSpPr>
        <p:spPr>
          <a:xfrm>
            <a:off x="-2003446" y="3935644"/>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42" name="Прямоугольник: скругленные углы 41">
            <a:extLst>
              <a:ext uri="{FF2B5EF4-FFF2-40B4-BE49-F238E27FC236}">
                <a16:creationId xmlns:a16="http://schemas.microsoft.com/office/drawing/2014/main" id="{0424C0E1-729B-4CB8-B21F-989E5D456A97}"/>
              </a:ext>
            </a:extLst>
          </p:cNvPr>
          <p:cNvSpPr/>
          <p:nvPr userDrawn="1"/>
        </p:nvSpPr>
        <p:spPr>
          <a:xfrm>
            <a:off x="-2004963" y="4131199"/>
            <a:ext cx="216624" cy="216624"/>
          </a:xfrm>
          <a:prstGeom prst="roundRect">
            <a:avLst>
              <a:gd name="adj" fmla="val 33317"/>
            </a:avLst>
          </a:prstGeom>
          <a:solidFill>
            <a:schemeClr val="tx2">
              <a:lumMod val="90000"/>
              <a:lumOff val="1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Прямоугольник: скругленные углы 42">
            <a:extLst>
              <a:ext uri="{FF2B5EF4-FFF2-40B4-BE49-F238E27FC236}">
                <a16:creationId xmlns:a16="http://schemas.microsoft.com/office/drawing/2014/main" id="{5CE24821-1D5B-47DF-AEA1-4D8BA4CC38BF}"/>
              </a:ext>
            </a:extLst>
          </p:cNvPr>
          <p:cNvSpPr/>
          <p:nvPr userDrawn="1"/>
        </p:nvSpPr>
        <p:spPr>
          <a:xfrm>
            <a:off x="-1739900" y="4131199"/>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TextBox 43">
            <a:extLst>
              <a:ext uri="{FF2B5EF4-FFF2-40B4-BE49-F238E27FC236}">
                <a16:creationId xmlns:a16="http://schemas.microsoft.com/office/drawing/2014/main" id="{75E48218-C258-4D2C-9AAA-CE0184D966F7}"/>
              </a:ext>
            </a:extLst>
          </p:cNvPr>
          <p:cNvSpPr txBox="1"/>
          <p:nvPr userDrawn="1"/>
        </p:nvSpPr>
        <p:spPr>
          <a:xfrm>
            <a:off x="-2003446" y="4451492"/>
            <a:ext cx="1638525" cy="171623"/>
          </a:xfrm>
          <a:prstGeom prst="rect">
            <a:avLst/>
          </a:prstGeom>
          <a:noFill/>
        </p:spPr>
        <p:txBody>
          <a:bodyPr wrap="square" lIns="0" tIns="0" rIns="0" bIns="0" rtlCol="0">
            <a:noAutofit/>
          </a:bodyPr>
          <a:lstStyle/>
          <a:p>
            <a:pPr algn="l"/>
            <a:r>
              <a:rPr lang="ru-RU" sz="1000" dirty="0"/>
              <a:t>Цвета маленьких плашек</a:t>
            </a:r>
          </a:p>
        </p:txBody>
      </p:sp>
      <p:sp>
        <p:nvSpPr>
          <p:cNvPr id="45" name="Прямоугольник: скругленные углы 44">
            <a:extLst>
              <a:ext uri="{FF2B5EF4-FFF2-40B4-BE49-F238E27FC236}">
                <a16:creationId xmlns:a16="http://schemas.microsoft.com/office/drawing/2014/main" id="{084C005A-DC97-432C-8E68-E96E9CA0B3DE}"/>
              </a:ext>
            </a:extLst>
          </p:cNvPr>
          <p:cNvSpPr/>
          <p:nvPr userDrawn="1"/>
        </p:nvSpPr>
        <p:spPr>
          <a:xfrm>
            <a:off x="-1475201" y="4646897"/>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6" name="Прямоугольник: скругленные углы 45">
            <a:extLst>
              <a:ext uri="{FF2B5EF4-FFF2-40B4-BE49-F238E27FC236}">
                <a16:creationId xmlns:a16="http://schemas.microsoft.com/office/drawing/2014/main" id="{42536D08-A0E1-4DE6-8D4E-A1FEE6690A83}"/>
              </a:ext>
            </a:extLst>
          </p:cNvPr>
          <p:cNvSpPr/>
          <p:nvPr userDrawn="1"/>
        </p:nvSpPr>
        <p:spPr>
          <a:xfrm>
            <a:off x="-1739900" y="5160199"/>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Прямоугольник: скругленные углы 46">
            <a:extLst>
              <a:ext uri="{FF2B5EF4-FFF2-40B4-BE49-F238E27FC236}">
                <a16:creationId xmlns:a16="http://schemas.microsoft.com/office/drawing/2014/main" id="{0861EE00-5B9C-4F5A-B498-C834815AF287}"/>
              </a:ext>
            </a:extLst>
          </p:cNvPr>
          <p:cNvSpPr/>
          <p:nvPr userDrawn="1"/>
        </p:nvSpPr>
        <p:spPr>
          <a:xfrm>
            <a:off x="-1474837" y="5160199"/>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Прямоугольник: скругленные углы 47">
            <a:extLst>
              <a:ext uri="{FF2B5EF4-FFF2-40B4-BE49-F238E27FC236}">
                <a16:creationId xmlns:a16="http://schemas.microsoft.com/office/drawing/2014/main" id="{360955E6-B14F-4DCD-8729-BE8ABB38178A}"/>
              </a:ext>
            </a:extLst>
          </p:cNvPr>
          <p:cNvSpPr/>
          <p:nvPr userDrawn="1"/>
        </p:nvSpPr>
        <p:spPr>
          <a:xfrm>
            <a:off x="-2004963" y="5160199"/>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TextBox 48">
            <a:extLst>
              <a:ext uri="{FF2B5EF4-FFF2-40B4-BE49-F238E27FC236}">
                <a16:creationId xmlns:a16="http://schemas.microsoft.com/office/drawing/2014/main" id="{2449A8D2-DE1D-4067-9E0A-05E9D5CE194B}"/>
              </a:ext>
            </a:extLst>
          </p:cNvPr>
          <p:cNvSpPr txBox="1"/>
          <p:nvPr userDrawn="1"/>
        </p:nvSpPr>
        <p:spPr>
          <a:xfrm>
            <a:off x="-2003446" y="4973480"/>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54" name="Прямоугольник: скругленные углы 53">
            <a:extLst>
              <a:ext uri="{FF2B5EF4-FFF2-40B4-BE49-F238E27FC236}">
                <a16:creationId xmlns:a16="http://schemas.microsoft.com/office/drawing/2014/main" id="{ADA67282-7930-4489-B45D-741B50EE40FE}"/>
              </a:ext>
            </a:extLst>
          </p:cNvPr>
          <p:cNvSpPr/>
          <p:nvPr userDrawn="1"/>
        </p:nvSpPr>
        <p:spPr>
          <a:xfrm>
            <a:off x="-944711" y="5160199"/>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Прямоугольник: скругленные углы 54">
            <a:extLst>
              <a:ext uri="{FF2B5EF4-FFF2-40B4-BE49-F238E27FC236}">
                <a16:creationId xmlns:a16="http://schemas.microsoft.com/office/drawing/2014/main" id="{2F57DF14-2A64-49C9-AC32-2F243349D0B2}"/>
              </a:ext>
            </a:extLst>
          </p:cNvPr>
          <p:cNvSpPr/>
          <p:nvPr userDrawn="1"/>
        </p:nvSpPr>
        <p:spPr>
          <a:xfrm>
            <a:off x="-679648" y="5160199"/>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Прямоугольник: скругленные углы 55">
            <a:extLst>
              <a:ext uri="{FF2B5EF4-FFF2-40B4-BE49-F238E27FC236}">
                <a16:creationId xmlns:a16="http://schemas.microsoft.com/office/drawing/2014/main" id="{231C0C5A-A3D4-4F90-B275-206F66D973A8}"/>
              </a:ext>
            </a:extLst>
          </p:cNvPr>
          <p:cNvSpPr/>
          <p:nvPr userDrawn="1"/>
        </p:nvSpPr>
        <p:spPr>
          <a:xfrm>
            <a:off x="-1209774" y="5160199"/>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7" name="Прямоугольник: скругленные углы 56">
            <a:extLst>
              <a:ext uri="{FF2B5EF4-FFF2-40B4-BE49-F238E27FC236}">
                <a16:creationId xmlns:a16="http://schemas.microsoft.com/office/drawing/2014/main" id="{78A4D0E2-A30C-4FF5-BB85-33AAEDA5CF92}"/>
              </a:ext>
            </a:extLst>
          </p:cNvPr>
          <p:cNvSpPr/>
          <p:nvPr userDrawn="1"/>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Прямоугольник: скругленные углы 57">
            <a:extLst>
              <a:ext uri="{FF2B5EF4-FFF2-40B4-BE49-F238E27FC236}">
                <a16:creationId xmlns:a16="http://schemas.microsoft.com/office/drawing/2014/main" id="{D0CCF959-A564-4975-BDFC-50560EBB5823}"/>
              </a:ext>
            </a:extLst>
          </p:cNvPr>
          <p:cNvSpPr/>
          <p:nvPr userDrawn="1"/>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Прямоугольник: скругленные углы 58">
            <a:extLst>
              <a:ext uri="{FF2B5EF4-FFF2-40B4-BE49-F238E27FC236}">
                <a16:creationId xmlns:a16="http://schemas.microsoft.com/office/drawing/2014/main" id="{2F773275-91B3-44A6-8FD6-E8FAC0155F2E}"/>
              </a:ext>
            </a:extLst>
          </p:cNvPr>
          <p:cNvSpPr/>
          <p:nvPr userDrawn="1"/>
        </p:nvSpPr>
        <p:spPr>
          <a:xfrm>
            <a:off x="-1475201" y="4131199"/>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661968282"/>
      </p:ext>
    </p:extLst>
  </p:cSld>
  <p:clrMapOvr>
    <a:masterClrMapping/>
  </p:clrMapOvr>
  <p:extLst>
    <p:ext uri="{DCECCB84-F9BA-43D5-87BE-67443E8EF086}">
      <p15:sldGuideLst xmlns:p15="http://schemas.microsoft.com/office/powerpoint/2012/main">
        <p15:guide id="1" orient="horz" pos="958">
          <p15:clr>
            <a:srgbClr val="F26B43"/>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final_dark">
    <p:bg>
      <p:bgPr>
        <a:solidFill>
          <a:schemeClr val="tx2"/>
        </a:solidFill>
        <a:effectLst/>
      </p:bgPr>
    </p:bg>
    <p:spTree>
      <p:nvGrpSpPr>
        <p:cNvPr id="1" name=""/>
        <p:cNvGrpSpPr/>
        <p:nvPr/>
      </p:nvGrpSpPr>
      <p:grpSpPr>
        <a:xfrm>
          <a:off x="0" y="0"/>
          <a:ext cx="0" cy="0"/>
          <a:chOff x="0" y="0"/>
          <a:chExt cx="0" cy="0"/>
        </a:xfrm>
      </p:grpSpPr>
      <p:sp>
        <p:nvSpPr>
          <p:cNvPr id="8" name="Рисунок 5">
            <a:extLst>
              <a:ext uri="{FF2B5EF4-FFF2-40B4-BE49-F238E27FC236}">
                <a16:creationId xmlns:a16="http://schemas.microsoft.com/office/drawing/2014/main" id="{197A927F-73D8-A013-C06F-BEBBE8391F30}"/>
              </a:ext>
            </a:extLst>
          </p:cNvPr>
          <p:cNvSpPr/>
          <p:nvPr/>
        </p:nvSpPr>
        <p:spPr>
          <a:xfrm>
            <a:off x="639763" y="411162"/>
            <a:ext cx="10910888" cy="5851526"/>
          </a:xfrm>
          <a:custGeom>
            <a:avLst/>
            <a:gdLst>
              <a:gd name="connsiteX0" fmla="*/ 4777550 w 4777549"/>
              <a:gd name="connsiteY0" fmla="*/ 196977 h 2553938"/>
              <a:gd name="connsiteX1" fmla="*/ 4777550 w 4777549"/>
              <a:gd name="connsiteY1" fmla="*/ 1926527 h 2553938"/>
              <a:gd name="connsiteX2" fmla="*/ 4610196 w 4777549"/>
              <a:gd name="connsiteY2" fmla="*/ 2115598 h 2553938"/>
              <a:gd name="connsiteX3" fmla="*/ 2666238 w 4777549"/>
              <a:gd name="connsiteY3" fmla="*/ 2115598 h 2553938"/>
              <a:gd name="connsiteX4" fmla="*/ 2481548 w 4777549"/>
              <a:gd name="connsiteY4" fmla="*/ 2192084 h 2553938"/>
              <a:gd name="connsiteX5" fmla="*/ 2181130 w 4777549"/>
              <a:gd name="connsiteY5" fmla="*/ 2492502 h 2553938"/>
              <a:gd name="connsiteX6" fmla="*/ 2032921 w 4777549"/>
              <a:gd name="connsiteY6" fmla="*/ 2553938 h 2553938"/>
              <a:gd name="connsiteX7" fmla="*/ 196977 w 4777549"/>
              <a:gd name="connsiteY7" fmla="*/ 2553938 h 2553938"/>
              <a:gd name="connsiteX8" fmla="*/ 0 w 4777549"/>
              <a:gd name="connsiteY8" fmla="*/ 2356961 h 2553938"/>
              <a:gd name="connsiteX9" fmla="*/ 0 w 4777549"/>
              <a:gd name="connsiteY9" fmla="*/ 196977 h 2553938"/>
              <a:gd name="connsiteX10" fmla="*/ 196977 w 4777549"/>
              <a:gd name="connsiteY10" fmla="*/ 0 h 2553938"/>
              <a:gd name="connsiteX11" fmla="*/ 4580573 w 4777549"/>
              <a:gd name="connsiteY11" fmla="*/ 0 h 2553938"/>
              <a:gd name="connsiteX12" fmla="*/ 4777550 w 4777549"/>
              <a:gd name="connsiteY12" fmla="*/ 196977 h 2553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77549" h="2553938">
                <a:moveTo>
                  <a:pt x="4777550" y="196977"/>
                </a:moveTo>
                <a:lnTo>
                  <a:pt x="4777550" y="1926527"/>
                </a:lnTo>
                <a:cubicBezTo>
                  <a:pt x="4777550" y="2023967"/>
                  <a:pt x="4704493" y="2104263"/>
                  <a:pt x="4610196" y="2115598"/>
                </a:cubicBezTo>
                <a:lnTo>
                  <a:pt x="2666238" y="2115598"/>
                </a:lnTo>
                <a:cubicBezTo>
                  <a:pt x="2596991" y="2115598"/>
                  <a:pt x="2530602" y="2143125"/>
                  <a:pt x="2481548" y="2192084"/>
                </a:cubicBezTo>
                <a:lnTo>
                  <a:pt x="2181130" y="2492502"/>
                </a:lnTo>
                <a:cubicBezTo>
                  <a:pt x="2141792" y="2531840"/>
                  <a:pt x="2088452" y="2553938"/>
                  <a:pt x="2032921" y="2553938"/>
                </a:cubicBezTo>
                <a:lnTo>
                  <a:pt x="196977" y="2553938"/>
                </a:lnTo>
                <a:cubicBezTo>
                  <a:pt x="88202" y="2553938"/>
                  <a:pt x="0" y="2465737"/>
                  <a:pt x="0" y="2356961"/>
                </a:cubicBezTo>
                <a:lnTo>
                  <a:pt x="0" y="196977"/>
                </a:lnTo>
                <a:cubicBezTo>
                  <a:pt x="0" y="88202"/>
                  <a:pt x="88202" y="0"/>
                  <a:pt x="196977" y="0"/>
                </a:cubicBezTo>
                <a:lnTo>
                  <a:pt x="4580573" y="0"/>
                </a:lnTo>
                <a:cubicBezTo>
                  <a:pt x="4689348" y="0"/>
                  <a:pt x="4777550" y="88202"/>
                  <a:pt x="4777550" y="19697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ru-RU" sz="1400"/>
          </a:p>
        </p:txBody>
      </p:sp>
      <p:graphicFrame>
        <p:nvGraphicFramePr>
          <p:cNvPr id="7" name="Объект 6" hidden="1">
            <a:extLst>
              <a:ext uri="{FF2B5EF4-FFF2-40B4-BE49-F238E27FC236}">
                <a16:creationId xmlns:a16="http://schemas.microsoft.com/office/drawing/2014/main" id="{2E22186C-4B12-E0C1-79B2-480F2CD08670}"/>
              </a:ext>
            </a:extLst>
          </p:cNvPr>
          <p:cNvGraphicFramePr>
            <a:graphicFrameLocks noChangeAspect="1"/>
          </p:cNvGraphicFramePr>
          <p:nvPr>
            <p:custDataLst>
              <p:tags r:id="rId2"/>
            </p:custDataLst>
            <p:extLst>
              <p:ext uri="{D42A27DB-BD31-4B8C-83A1-F6EECF244321}">
                <p14:modId xmlns:p14="http://schemas.microsoft.com/office/powerpoint/2010/main" val="1944115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338" name="Слайд think-cell" r:id="rId4" imgW="233" imgH="233" progId="TCLayout.ActiveDocument.1">
                  <p:embed/>
                </p:oleObj>
              </mc:Choice>
              <mc:Fallback>
                <p:oleObj name="Слайд think-cell" r:id="rId4" imgW="233" imgH="233" progId="TCLayout.ActiveDocument.1">
                  <p:embed/>
                  <p:pic>
                    <p:nvPicPr>
                      <p:cNvPr id="7" name="Объект 6" hidden="1">
                        <a:extLst>
                          <a:ext uri="{FF2B5EF4-FFF2-40B4-BE49-F238E27FC236}">
                            <a16:creationId xmlns:a16="http://schemas.microsoft.com/office/drawing/2014/main" id="{2E22186C-4B12-E0C1-79B2-480F2CD086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Заголовок 1">
            <a:extLst>
              <a:ext uri="{FF2B5EF4-FFF2-40B4-BE49-F238E27FC236}">
                <a16:creationId xmlns:a16="http://schemas.microsoft.com/office/drawing/2014/main" id="{C6E1F914-6E31-3D8A-0729-94C84B179619}"/>
              </a:ext>
            </a:extLst>
          </p:cNvPr>
          <p:cNvSpPr>
            <a:spLocks noGrp="1"/>
          </p:cNvSpPr>
          <p:nvPr>
            <p:ph type="ctrTitle" hasCustomPrompt="1"/>
          </p:nvPr>
        </p:nvSpPr>
        <p:spPr>
          <a:xfrm>
            <a:off x="1555808" y="1931435"/>
            <a:ext cx="6340418" cy="2123348"/>
          </a:xfrm>
        </p:spPr>
        <p:txBody>
          <a:bodyPr vert="horz" anchor="b">
            <a:noAutofit/>
          </a:bodyPr>
          <a:lstStyle>
            <a:lvl1pPr algn="l">
              <a:lnSpc>
                <a:spcPct val="87000"/>
              </a:lnSpc>
              <a:defRPr sz="4000">
                <a:solidFill>
                  <a:schemeClr val="bg1"/>
                </a:solidFill>
              </a:defRPr>
            </a:lvl1pPr>
          </a:lstStyle>
          <a:p>
            <a:r>
              <a:rPr lang="ru-RU"/>
              <a:t>Напиши призыв </a:t>
            </a:r>
            <a:br>
              <a:rPr lang="ru-RU"/>
            </a:br>
            <a:r>
              <a:rPr lang="ru-RU"/>
              <a:t>к действию</a:t>
            </a:r>
            <a:r>
              <a:rPr lang="en-US"/>
              <a:t> </a:t>
            </a:r>
            <a:r>
              <a:rPr lang="ru-RU"/>
              <a:t>в 2–3 строки</a:t>
            </a:r>
          </a:p>
        </p:txBody>
      </p:sp>
      <p:sp>
        <p:nvSpPr>
          <p:cNvPr id="3" name="Подзаголовок 2">
            <a:extLst>
              <a:ext uri="{FF2B5EF4-FFF2-40B4-BE49-F238E27FC236}">
                <a16:creationId xmlns:a16="http://schemas.microsoft.com/office/drawing/2014/main" id="{EF11FA05-DC06-B340-2031-0DB23FEF24A3}"/>
              </a:ext>
            </a:extLst>
          </p:cNvPr>
          <p:cNvSpPr>
            <a:spLocks noGrp="1"/>
          </p:cNvSpPr>
          <p:nvPr>
            <p:ph type="subTitle" idx="1" hasCustomPrompt="1"/>
          </p:nvPr>
        </p:nvSpPr>
        <p:spPr>
          <a:xfrm>
            <a:off x="1549400" y="5194112"/>
            <a:ext cx="3867020" cy="590868"/>
          </a:xfrm>
        </p:spPr>
        <p:txBody>
          <a:bodyPr anchor="t"/>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Имя и фамилия спикера, контакты </a:t>
            </a:r>
            <a:br>
              <a:rPr lang="ru-RU"/>
            </a:br>
            <a:r>
              <a:rPr lang="ru-RU"/>
              <a:t>или другая информация</a:t>
            </a:r>
          </a:p>
        </p:txBody>
      </p:sp>
      <p:sp>
        <p:nvSpPr>
          <p:cNvPr id="12" name="Рисунок 7">
            <a:extLst>
              <a:ext uri="{FF2B5EF4-FFF2-40B4-BE49-F238E27FC236}">
                <a16:creationId xmlns:a16="http://schemas.microsoft.com/office/drawing/2014/main" id="{8082470F-B02E-5F25-DB85-57374A194EE6}"/>
              </a:ext>
            </a:extLst>
          </p:cNvPr>
          <p:cNvSpPr/>
          <p:nvPr/>
        </p:nvSpPr>
        <p:spPr>
          <a:xfrm>
            <a:off x="1541812" y="1009909"/>
            <a:ext cx="1165502" cy="252000"/>
          </a:xfrm>
          <a:custGeom>
            <a:avLst/>
            <a:gdLst>
              <a:gd name="connsiteX0" fmla="*/ 126737 w 1165502"/>
              <a:gd name="connsiteY0" fmla="*/ 0 h 252000"/>
              <a:gd name="connsiteX1" fmla="*/ 0 w 1165502"/>
              <a:gd name="connsiteY1" fmla="*/ 126000 h 252000"/>
              <a:gd name="connsiteX2" fmla="*/ 126737 w 1165502"/>
              <a:gd name="connsiteY2" fmla="*/ 252000 h 252000"/>
              <a:gd name="connsiteX3" fmla="*/ 253475 w 1165502"/>
              <a:gd name="connsiteY3" fmla="*/ 126000 h 252000"/>
              <a:gd name="connsiteX4" fmla="*/ 126737 w 1165502"/>
              <a:gd name="connsiteY4" fmla="*/ 0 h 252000"/>
              <a:gd name="connsiteX5" fmla="*/ 126737 w 1165502"/>
              <a:gd name="connsiteY5" fmla="*/ 193785 h 252000"/>
              <a:gd name="connsiteX6" fmla="*/ 58556 w 1165502"/>
              <a:gd name="connsiteY6" fmla="*/ 126000 h 252000"/>
              <a:gd name="connsiteX7" fmla="*/ 126737 w 1165502"/>
              <a:gd name="connsiteY7" fmla="*/ 58215 h 252000"/>
              <a:gd name="connsiteX8" fmla="*/ 194918 w 1165502"/>
              <a:gd name="connsiteY8" fmla="*/ 126000 h 252000"/>
              <a:gd name="connsiteX9" fmla="*/ 126737 w 1165502"/>
              <a:gd name="connsiteY9" fmla="*/ 193785 h 252000"/>
              <a:gd name="connsiteX10" fmla="*/ 711493 w 1165502"/>
              <a:gd name="connsiteY10" fmla="*/ 0 h 252000"/>
              <a:gd name="connsiteX11" fmla="*/ 533420 w 1165502"/>
              <a:gd name="connsiteY11" fmla="*/ 126000 h 252000"/>
              <a:gd name="connsiteX12" fmla="*/ 711493 w 1165502"/>
              <a:gd name="connsiteY12" fmla="*/ 252000 h 252000"/>
              <a:gd name="connsiteX13" fmla="*/ 889569 w 1165502"/>
              <a:gd name="connsiteY13" fmla="*/ 126000 h 252000"/>
              <a:gd name="connsiteX14" fmla="*/ 711493 w 1165502"/>
              <a:gd name="connsiteY14" fmla="*/ 0 h 252000"/>
              <a:gd name="connsiteX15" fmla="*/ 711493 w 1165502"/>
              <a:gd name="connsiteY15" fmla="*/ 193785 h 252000"/>
              <a:gd name="connsiteX16" fmla="*/ 592778 w 1165502"/>
              <a:gd name="connsiteY16" fmla="*/ 126798 h 252000"/>
              <a:gd name="connsiteX17" fmla="*/ 711493 w 1165502"/>
              <a:gd name="connsiteY17" fmla="*/ 59810 h 252000"/>
              <a:gd name="connsiteX18" fmla="*/ 830208 w 1165502"/>
              <a:gd name="connsiteY18" fmla="*/ 126798 h 252000"/>
              <a:gd name="connsiteX19" fmla="*/ 711493 w 1165502"/>
              <a:gd name="connsiteY19" fmla="*/ 193785 h 252000"/>
              <a:gd name="connsiteX20" fmla="*/ 1135821 w 1165502"/>
              <a:gd name="connsiteY20" fmla="*/ 5582 h 252000"/>
              <a:gd name="connsiteX21" fmla="*/ 1106140 w 1165502"/>
              <a:gd name="connsiteY21" fmla="*/ 35089 h 252000"/>
              <a:gd name="connsiteX22" fmla="*/ 1106140 w 1165502"/>
              <a:gd name="connsiteY22" fmla="*/ 133975 h 252000"/>
              <a:gd name="connsiteX23" fmla="*/ 945718 w 1165502"/>
              <a:gd name="connsiteY23" fmla="*/ 7177 h 252000"/>
              <a:gd name="connsiteX24" fmla="*/ 932079 w 1165502"/>
              <a:gd name="connsiteY24" fmla="*/ 13557 h 252000"/>
              <a:gd name="connsiteX25" fmla="*/ 932079 w 1165502"/>
              <a:gd name="connsiteY25" fmla="*/ 216911 h 252000"/>
              <a:gd name="connsiteX26" fmla="*/ 961760 w 1165502"/>
              <a:gd name="connsiteY26" fmla="*/ 246417 h 252000"/>
              <a:gd name="connsiteX27" fmla="*/ 991441 w 1165502"/>
              <a:gd name="connsiteY27" fmla="*/ 216911 h 252000"/>
              <a:gd name="connsiteX28" fmla="*/ 991441 w 1165502"/>
              <a:gd name="connsiteY28" fmla="*/ 118823 h 252000"/>
              <a:gd name="connsiteX29" fmla="*/ 1151863 w 1165502"/>
              <a:gd name="connsiteY29" fmla="*/ 245620 h 252000"/>
              <a:gd name="connsiteX30" fmla="*/ 1165502 w 1165502"/>
              <a:gd name="connsiteY30" fmla="*/ 239240 h 252000"/>
              <a:gd name="connsiteX31" fmla="*/ 1165502 w 1165502"/>
              <a:gd name="connsiteY31" fmla="*/ 35089 h 252000"/>
              <a:gd name="connsiteX32" fmla="*/ 1135821 w 1165502"/>
              <a:gd name="connsiteY32" fmla="*/ 5582 h 252000"/>
              <a:gd name="connsiteX33" fmla="*/ 486896 w 1165502"/>
              <a:gd name="connsiteY33" fmla="*/ 188202 h 252000"/>
              <a:gd name="connsiteX34" fmla="*/ 385827 w 1165502"/>
              <a:gd name="connsiteY34" fmla="*/ 188202 h 252000"/>
              <a:gd name="connsiteX35" fmla="*/ 514168 w 1165502"/>
              <a:gd name="connsiteY35" fmla="*/ 19139 h 252000"/>
              <a:gd name="connsiteX36" fmla="*/ 507752 w 1165502"/>
              <a:gd name="connsiteY36" fmla="*/ 5582 h 252000"/>
              <a:gd name="connsiteX37" fmla="*/ 321656 w 1165502"/>
              <a:gd name="connsiteY37" fmla="*/ 5582 h 252000"/>
              <a:gd name="connsiteX38" fmla="*/ 291977 w 1165502"/>
              <a:gd name="connsiteY38" fmla="*/ 35089 h 252000"/>
              <a:gd name="connsiteX39" fmla="*/ 321656 w 1165502"/>
              <a:gd name="connsiteY39" fmla="*/ 64595 h 252000"/>
              <a:gd name="connsiteX40" fmla="*/ 405881 w 1165502"/>
              <a:gd name="connsiteY40" fmla="*/ 64595 h 252000"/>
              <a:gd name="connsiteX41" fmla="*/ 276737 w 1165502"/>
              <a:gd name="connsiteY41" fmla="*/ 233658 h 252000"/>
              <a:gd name="connsiteX42" fmla="*/ 283956 w 1165502"/>
              <a:gd name="connsiteY42" fmla="*/ 247215 h 252000"/>
              <a:gd name="connsiteX43" fmla="*/ 486896 w 1165502"/>
              <a:gd name="connsiteY43" fmla="*/ 247215 h 252000"/>
              <a:gd name="connsiteX44" fmla="*/ 516575 w 1165502"/>
              <a:gd name="connsiteY44" fmla="*/ 217709 h 252000"/>
              <a:gd name="connsiteX45" fmla="*/ 486896 w 1165502"/>
              <a:gd name="connsiteY45" fmla="*/ 188202 h 25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65502" h="252000">
                <a:moveTo>
                  <a:pt x="126737" y="0"/>
                </a:moveTo>
                <a:cubicBezTo>
                  <a:pt x="56952" y="0"/>
                  <a:pt x="0" y="56620"/>
                  <a:pt x="0" y="126000"/>
                </a:cubicBezTo>
                <a:cubicBezTo>
                  <a:pt x="0" y="195380"/>
                  <a:pt x="56952" y="252000"/>
                  <a:pt x="126737" y="252000"/>
                </a:cubicBezTo>
                <a:cubicBezTo>
                  <a:pt x="197325" y="252000"/>
                  <a:pt x="253475" y="195380"/>
                  <a:pt x="253475" y="126000"/>
                </a:cubicBezTo>
                <a:cubicBezTo>
                  <a:pt x="253475" y="56620"/>
                  <a:pt x="197325" y="0"/>
                  <a:pt x="126737" y="0"/>
                </a:cubicBezTo>
                <a:close/>
                <a:moveTo>
                  <a:pt x="126737" y="193785"/>
                </a:moveTo>
                <a:cubicBezTo>
                  <a:pt x="89037" y="193785"/>
                  <a:pt x="58556" y="163481"/>
                  <a:pt x="58556" y="126000"/>
                </a:cubicBezTo>
                <a:cubicBezTo>
                  <a:pt x="58556" y="88519"/>
                  <a:pt x="89037" y="58215"/>
                  <a:pt x="126737" y="58215"/>
                </a:cubicBezTo>
                <a:cubicBezTo>
                  <a:pt x="164437" y="58215"/>
                  <a:pt x="194918" y="88519"/>
                  <a:pt x="194918" y="126000"/>
                </a:cubicBezTo>
                <a:cubicBezTo>
                  <a:pt x="194918" y="163481"/>
                  <a:pt x="164437" y="193785"/>
                  <a:pt x="126737" y="193785"/>
                </a:cubicBezTo>
                <a:close/>
                <a:moveTo>
                  <a:pt x="711493" y="0"/>
                </a:moveTo>
                <a:cubicBezTo>
                  <a:pt x="612831" y="0"/>
                  <a:pt x="533420" y="56620"/>
                  <a:pt x="533420" y="126000"/>
                </a:cubicBezTo>
                <a:cubicBezTo>
                  <a:pt x="533420" y="195380"/>
                  <a:pt x="612831" y="252000"/>
                  <a:pt x="711493" y="252000"/>
                </a:cubicBezTo>
                <a:cubicBezTo>
                  <a:pt x="810158" y="252000"/>
                  <a:pt x="889569" y="195380"/>
                  <a:pt x="889569" y="126000"/>
                </a:cubicBezTo>
                <a:cubicBezTo>
                  <a:pt x="889569" y="56620"/>
                  <a:pt x="809355" y="0"/>
                  <a:pt x="711493" y="0"/>
                </a:cubicBezTo>
                <a:close/>
                <a:moveTo>
                  <a:pt x="711493" y="193785"/>
                </a:moveTo>
                <a:cubicBezTo>
                  <a:pt x="643312" y="193785"/>
                  <a:pt x="592778" y="157898"/>
                  <a:pt x="592778" y="126798"/>
                </a:cubicBezTo>
                <a:cubicBezTo>
                  <a:pt x="592778" y="95696"/>
                  <a:pt x="643312" y="59810"/>
                  <a:pt x="711493" y="59810"/>
                </a:cubicBezTo>
                <a:cubicBezTo>
                  <a:pt x="779675" y="59810"/>
                  <a:pt x="830208" y="95696"/>
                  <a:pt x="830208" y="126798"/>
                </a:cubicBezTo>
                <a:cubicBezTo>
                  <a:pt x="830208" y="157898"/>
                  <a:pt x="778873" y="193785"/>
                  <a:pt x="711493" y="193785"/>
                </a:cubicBezTo>
                <a:close/>
                <a:moveTo>
                  <a:pt x="1135821" y="5582"/>
                </a:moveTo>
                <a:cubicBezTo>
                  <a:pt x="1119780" y="5582"/>
                  <a:pt x="1106140" y="19139"/>
                  <a:pt x="1106140" y="35089"/>
                </a:cubicBezTo>
                <a:lnTo>
                  <a:pt x="1106140" y="133975"/>
                </a:lnTo>
                <a:lnTo>
                  <a:pt x="945718" y="7177"/>
                </a:lnTo>
                <a:cubicBezTo>
                  <a:pt x="940103" y="2392"/>
                  <a:pt x="932079" y="6380"/>
                  <a:pt x="932079" y="13557"/>
                </a:cubicBezTo>
                <a:lnTo>
                  <a:pt x="932079" y="216911"/>
                </a:lnTo>
                <a:cubicBezTo>
                  <a:pt x="932079" y="232861"/>
                  <a:pt x="945718" y="246417"/>
                  <a:pt x="961760" y="246417"/>
                </a:cubicBezTo>
                <a:cubicBezTo>
                  <a:pt x="977801" y="246417"/>
                  <a:pt x="991441" y="232861"/>
                  <a:pt x="991441" y="216911"/>
                </a:cubicBezTo>
                <a:lnTo>
                  <a:pt x="991441" y="118823"/>
                </a:lnTo>
                <a:lnTo>
                  <a:pt x="1151863" y="245620"/>
                </a:lnTo>
                <a:cubicBezTo>
                  <a:pt x="1157477" y="250405"/>
                  <a:pt x="1165502" y="246417"/>
                  <a:pt x="1165502" y="239240"/>
                </a:cubicBezTo>
                <a:lnTo>
                  <a:pt x="1165502" y="35089"/>
                </a:lnTo>
                <a:cubicBezTo>
                  <a:pt x="1165502" y="19139"/>
                  <a:pt x="1151863" y="5582"/>
                  <a:pt x="1135821" y="5582"/>
                </a:cubicBezTo>
                <a:close/>
                <a:moveTo>
                  <a:pt x="486896" y="188202"/>
                </a:moveTo>
                <a:lnTo>
                  <a:pt x="385827" y="188202"/>
                </a:lnTo>
                <a:lnTo>
                  <a:pt x="514168" y="19139"/>
                </a:lnTo>
                <a:cubicBezTo>
                  <a:pt x="518179" y="13557"/>
                  <a:pt x="514168" y="5582"/>
                  <a:pt x="507752" y="5582"/>
                </a:cubicBezTo>
                <a:lnTo>
                  <a:pt x="321656" y="5582"/>
                </a:lnTo>
                <a:cubicBezTo>
                  <a:pt x="305614" y="5582"/>
                  <a:pt x="291977" y="19139"/>
                  <a:pt x="291977" y="35089"/>
                </a:cubicBezTo>
                <a:cubicBezTo>
                  <a:pt x="291977" y="51038"/>
                  <a:pt x="305614" y="64595"/>
                  <a:pt x="321656" y="64595"/>
                </a:cubicBezTo>
                <a:lnTo>
                  <a:pt x="405881" y="64595"/>
                </a:lnTo>
                <a:lnTo>
                  <a:pt x="276737" y="233658"/>
                </a:lnTo>
                <a:cubicBezTo>
                  <a:pt x="272726" y="239240"/>
                  <a:pt x="276737" y="247215"/>
                  <a:pt x="283956" y="247215"/>
                </a:cubicBezTo>
                <a:lnTo>
                  <a:pt x="486896" y="247215"/>
                </a:lnTo>
                <a:cubicBezTo>
                  <a:pt x="502939" y="247215"/>
                  <a:pt x="516575" y="233658"/>
                  <a:pt x="516575" y="217709"/>
                </a:cubicBezTo>
                <a:cubicBezTo>
                  <a:pt x="516575" y="201760"/>
                  <a:pt x="502939" y="188202"/>
                  <a:pt x="486896" y="188202"/>
                </a:cubicBezTo>
                <a:close/>
              </a:path>
            </a:pathLst>
          </a:custGeom>
          <a:solidFill>
            <a:schemeClr val="bg1"/>
          </a:solidFill>
          <a:ln w="7852" cap="flat">
            <a:noFill/>
            <a:prstDash val="solid"/>
            <a:miter/>
          </a:ln>
        </p:spPr>
        <p:txBody>
          <a:bodyPr rtlCol="0" anchor="ctr"/>
          <a:lstStyle/>
          <a:p>
            <a:endParaRPr lang="ru-RU"/>
          </a:p>
        </p:txBody>
      </p:sp>
    </p:spTree>
    <p:extLst>
      <p:ext uri="{BB962C8B-B14F-4D97-AF65-F5344CB8AC3E}">
        <p14:creationId xmlns:p14="http://schemas.microsoft.com/office/powerpoint/2010/main" val="2879660444"/>
      </p:ext>
    </p:extLst>
  </p:cSld>
  <p:clrMapOvr>
    <a:masterClrMapping/>
  </p:clrMapOvr>
  <p:extLst>
    <p:ext uri="{DCECCB84-F9BA-43D5-87BE-67443E8EF086}">
      <p15:sldGuideLst xmlns:p15="http://schemas.microsoft.com/office/powerpoint/2012/main">
        <p15:guide id="2" pos="3840">
          <p15:clr>
            <a:srgbClr val="FBAE40"/>
          </p15:clr>
        </p15:guide>
        <p15:guide id="3" orient="horz" pos="268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asic_colored">
    <p:bg>
      <p:bgPr>
        <a:solidFill>
          <a:schemeClr val="accent4"/>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2565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362"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Заголовок 1">
            <a:extLst>
              <a:ext uri="{FF2B5EF4-FFF2-40B4-BE49-F238E27FC236}">
                <a16:creationId xmlns:a16="http://schemas.microsoft.com/office/drawing/2014/main" id="{1E7388FD-D149-4D25-0D53-8FD572183296}"/>
              </a:ext>
            </a:extLst>
          </p:cNvPr>
          <p:cNvSpPr>
            <a:spLocks noGrp="1"/>
          </p:cNvSpPr>
          <p:nvPr>
            <p:ph type="title" hasCustomPrompt="1"/>
          </p:nvPr>
        </p:nvSpPr>
        <p:spPr>
          <a:xfrm>
            <a:off x="639764" y="411163"/>
            <a:ext cx="10910888" cy="684465"/>
          </a:xfrm>
          <a:prstGeom prst="rect">
            <a:avLst/>
          </a:prstGeom>
        </p:spPr>
        <p:txBody>
          <a:bodyPr vert="horz" lIns="0" tIns="0" rIns="0" bIns="0" rtlCol="0" anchor="t">
            <a:noAutofit/>
          </a:bodyPr>
          <a:lstStyle>
            <a:lvl1pPr>
              <a:lnSpc>
                <a:spcPct val="87000"/>
              </a:lnSpc>
              <a:defRPr>
                <a:solidFill>
                  <a:schemeClr val="bg1"/>
                </a:solidFill>
              </a:defRPr>
            </a:lvl1pPr>
          </a:lstStyle>
          <a:p>
            <a:r>
              <a:rPr lang="ru-RU"/>
              <a:t>Сформулируй заголовок </a:t>
            </a:r>
            <a:br>
              <a:rPr lang="ru-RU"/>
            </a:br>
            <a:r>
              <a:rPr lang="ru-RU"/>
              <a:t>слайда в 1–2 строки</a:t>
            </a:r>
          </a:p>
        </p:txBody>
      </p:sp>
      <p:sp>
        <p:nvSpPr>
          <p:cNvPr id="15" name="Объект 2">
            <a:extLst>
              <a:ext uri="{FF2B5EF4-FFF2-40B4-BE49-F238E27FC236}">
                <a16:creationId xmlns:a16="http://schemas.microsoft.com/office/drawing/2014/main" id="{00E81AAF-ABDB-4D08-7BE3-C7B407E68E18}"/>
              </a:ext>
            </a:extLst>
          </p:cNvPr>
          <p:cNvSpPr>
            <a:spLocks noGrp="1"/>
          </p:cNvSpPr>
          <p:nvPr>
            <p:ph idx="1"/>
          </p:nvPr>
        </p:nvSpPr>
        <p:spPr>
          <a:xfrm>
            <a:off x="639763" y="1520824"/>
            <a:ext cx="10910887" cy="47418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Номер слайда 5">
            <a:extLst>
              <a:ext uri="{FF2B5EF4-FFF2-40B4-BE49-F238E27FC236}">
                <a16:creationId xmlns:a16="http://schemas.microsoft.com/office/drawing/2014/main" id="{371F2FD1-0E8C-A36C-3CEF-FF20A77F360B}"/>
              </a:ext>
            </a:extLst>
          </p:cNvPr>
          <p:cNvSpPr>
            <a:spLocks noGrp="1"/>
          </p:cNvSpPr>
          <p:nvPr>
            <p:ph type="sldNum" sz="quarter" idx="12"/>
          </p:nvPr>
        </p:nvSpPr>
        <p:spPr>
          <a:xfrm>
            <a:off x="10657744" y="6430370"/>
            <a:ext cx="908050" cy="216000"/>
          </a:xfrm>
        </p:spPr>
        <p:txBody>
          <a:bodyPr/>
          <a:lstStyle>
            <a:lvl1pPr>
              <a:defRPr>
                <a:solidFill>
                  <a:schemeClr val="accent6">
                    <a:lumMod val="40000"/>
                    <a:lumOff val="60000"/>
                  </a:schemeClr>
                </a:solidFill>
              </a:defRPr>
            </a:lvl1pPr>
          </a:lstStyle>
          <a:p>
            <a:fld id="{EB5249F5-0093-48B0-B996-C4E44A87EAFB}" type="slidenum">
              <a:rPr lang="ru-RU" smtClean="0"/>
              <a:pPr/>
              <a:t>‹#›</a:t>
            </a:fld>
            <a:endParaRPr lang="ru-RU"/>
          </a:p>
        </p:txBody>
      </p:sp>
      <p:sp>
        <p:nvSpPr>
          <p:cNvPr id="35" name="Прямоугольник: скругленные углы 34">
            <a:extLst>
              <a:ext uri="{FF2B5EF4-FFF2-40B4-BE49-F238E27FC236}">
                <a16:creationId xmlns:a16="http://schemas.microsoft.com/office/drawing/2014/main" id="{C9800CF7-ABC5-B2F5-0454-607E6375863B}"/>
              </a:ext>
            </a:extLst>
          </p:cNvPr>
          <p:cNvSpPr/>
          <p:nvPr/>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Прямоугольник: скругленные верхние углы 35">
            <a:extLst>
              <a:ext uri="{FF2B5EF4-FFF2-40B4-BE49-F238E27FC236}">
                <a16:creationId xmlns:a16="http://schemas.microsoft.com/office/drawing/2014/main" id="{C2940C45-7EC6-0986-B020-2D94E4C01F25}"/>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graphicFrame>
        <p:nvGraphicFramePr>
          <p:cNvPr id="37" name="Таблица 46">
            <a:extLst>
              <a:ext uri="{FF2B5EF4-FFF2-40B4-BE49-F238E27FC236}">
                <a16:creationId xmlns:a16="http://schemas.microsoft.com/office/drawing/2014/main" id="{22E21D68-4F58-F199-36D3-C10450C366FC}"/>
              </a:ext>
            </a:extLst>
          </p:cNvPr>
          <p:cNvGraphicFramePr>
            <a:graphicFrameLocks noGrp="1"/>
          </p:cNvGraphicFramePr>
          <p:nvPr>
            <p:extLst>
              <p:ext uri="{D42A27DB-BD31-4B8C-83A1-F6EECF244321}">
                <p14:modId xmlns:p14="http://schemas.microsoft.com/office/powerpoint/2010/main" val="3020574792"/>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38" name="Полилиния: фигура 37">
            <a:extLst>
              <a:ext uri="{FF2B5EF4-FFF2-40B4-BE49-F238E27FC236}">
                <a16:creationId xmlns:a16="http://schemas.microsoft.com/office/drawing/2014/main" id="{84FF97CD-0431-AB46-37C2-E699CA989913}"/>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2" name="Полилиния: фигура 61">
            <a:extLst>
              <a:ext uri="{FF2B5EF4-FFF2-40B4-BE49-F238E27FC236}">
                <a16:creationId xmlns:a16="http://schemas.microsoft.com/office/drawing/2014/main" id="{A7B63E7B-62B1-B63D-8185-8BE47CB66443}"/>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7" name="TextBox 66">
            <a:extLst>
              <a:ext uri="{FF2B5EF4-FFF2-40B4-BE49-F238E27FC236}">
                <a16:creationId xmlns:a16="http://schemas.microsoft.com/office/drawing/2014/main" id="{EC11CE47-F2DE-CA1C-5C0F-C21FAC0B5671}"/>
              </a:ext>
            </a:extLst>
          </p:cNvPr>
          <p:cNvSpPr txBox="1"/>
          <p:nvPr/>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6" name="Прямоугольник: скругленные верхние углы 5">
            <a:extLst>
              <a:ext uri="{FF2B5EF4-FFF2-40B4-BE49-F238E27FC236}">
                <a16:creationId xmlns:a16="http://schemas.microsoft.com/office/drawing/2014/main" id="{2A7065C9-92E3-6B9B-9ACA-AEB5C23862DE}"/>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sp>
        <p:nvSpPr>
          <p:cNvPr id="9" name="Полилиния: фигура 8">
            <a:extLst>
              <a:ext uri="{FF2B5EF4-FFF2-40B4-BE49-F238E27FC236}">
                <a16:creationId xmlns:a16="http://schemas.microsoft.com/office/drawing/2014/main" id="{0832DE9F-07AB-D3EB-D833-C1DC910E0CE8}"/>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39" name="Прямоугольник: скругленные углы 38">
            <a:extLst>
              <a:ext uri="{FF2B5EF4-FFF2-40B4-BE49-F238E27FC236}">
                <a16:creationId xmlns:a16="http://schemas.microsoft.com/office/drawing/2014/main" id="{26561D24-BBBB-253A-7A51-A96C57F40E5B}"/>
              </a:ext>
            </a:extLst>
          </p:cNvPr>
          <p:cNvSpPr/>
          <p:nvPr userDrawn="1"/>
        </p:nvSpPr>
        <p:spPr>
          <a:xfrm>
            <a:off x="-2138458" y="3125312"/>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Прямоугольник: скругленные верхние углы 39">
            <a:extLst>
              <a:ext uri="{FF2B5EF4-FFF2-40B4-BE49-F238E27FC236}">
                <a16:creationId xmlns:a16="http://schemas.microsoft.com/office/drawing/2014/main" id="{A2B8DFB7-79B0-0439-C360-6941BF32E4D7}"/>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41" name="TextBox 40">
            <a:extLst>
              <a:ext uri="{FF2B5EF4-FFF2-40B4-BE49-F238E27FC236}">
                <a16:creationId xmlns:a16="http://schemas.microsoft.com/office/drawing/2014/main" id="{69298A01-26D5-77F0-1B44-28C8BBA32B5A}"/>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42" name="Прямоугольник: скругленные углы 41">
            <a:extLst>
              <a:ext uri="{FF2B5EF4-FFF2-40B4-BE49-F238E27FC236}">
                <a16:creationId xmlns:a16="http://schemas.microsoft.com/office/drawing/2014/main" id="{21EA26B0-23BA-7A00-892D-A1F326878E52}"/>
              </a:ext>
            </a:extLst>
          </p:cNvPr>
          <p:cNvSpPr/>
          <p:nvPr/>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43" name="Прямоугольник: скругленные углы 42">
            <a:extLst>
              <a:ext uri="{FF2B5EF4-FFF2-40B4-BE49-F238E27FC236}">
                <a16:creationId xmlns:a16="http://schemas.microsoft.com/office/drawing/2014/main" id="{A5D3FC7E-9D3D-EB60-5F4A-AB0976EFEC60}"/>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TextBox 45">
            <a:extLst>
              <a:ext uri="{FF2B5EF4-FFF2-40B4-BE49-F238E27FC236}">
                <a16:creationId xmlns:a16="http://schemas.microsoft.com/office/drawing/2014/main" id="{9068336B-339F-1776-3C0F-78C717AA59C8}"/>
              </a:ext>
            </a:extLst>
          </p:cNvPr>
          <p:cNvSpPr txBox="1"/>
          <p:nvPr/>
        </p:nvSpPr>
        <p:spPr>
          <a:xfrm>
            <a:off x="-2003446" y="3935644"/>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49" name="Прямоугольник: скругленные углы 48">
            <a:extLst>
              <a:ext uri="{FF2B5EF4-FFF2-40B4-BE49-F238E27FC236}">
                <a16:creationId xmlns:a16="http://schemas.microsoft.com/office/drawing/2014/main" id="{48ABCE10-7A7F-1324-4D1D-7AD10D1042B1}"/>
              </a:ext>
            </a:extLst>
          </p:cNvPr>
          <p:cNvSpPr/>
          <p:nvPr userDrawn="1"/>
        </p:nvSpPr>
        <p:spPr>
          <a:xfrm>
            <a:off x="-2004963" y="4131199"/>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TextBox 50">
            <a:extLst>
              <a:ext uri="{FF2B5EF4-FFF2-40B4-BE49-F238E27FC236}">
                <a16:creationId xmlns:a16="http://schemas.microsoft.com/office/drawing/2014/main" id="{0FA92F67-A433-8731-5914-B14989A94311}"/>
              </a:ext>
            </a:extLst>
          </p:cNvPr>
          <p:cNvSpPr txBox="1"/>
          <p:nvPr/>
        </p:nvSpPr>
        <p:spPr>
          <a:xfrm>
            <a:off x="-2003446" y="4451492"/>
            <a:ext cx="1638525" cy="171623"/>
          </a:xfrm>
          <a:prstGeom prst="rect">
            <a:avLst/>
          </a:prstGeom>
          <a:noFill/>
        </p:spPr>
        <p:txBody>
          <a:bodyPr wrap="square" lIns="0" tIns="0" rIns="0" bIns="0" rtlCol="0">
            <a:noAutofit/>
          </a:bodyPr>
          <a:lstStyle/>
          <a:p>
            <a:pPr algn="l"/>
            <a:r>
              <a:rPr lang="ru-RU" sz="1000"/>
              <a:t>Цвета маленьких плашек</a:t>
            </a:r>
          </a:p>
        </p:txBody>
      </p:sp>
      <p:sp>
        <p:nvSpPr>
          <p:cNvPr id="53" name="Прямоугольник: скругленные углы 52">
            <a:extLst>
              <a:ext uri="{FF2B5EF4-FFF2-40B4-BE49-F238E27FC236}">
                <a16:creationId xmlns:a16="http://schemas.microsoft.com/office/drawing/2014/main" id="{504D71D0-6847-ADE8-467F-77206D5DE761}"/>
              </a:ext>
            </a:extLst>
          </p:cNvPr>
          <p:cNvSpPr/>
          <p:nvPr/>
        </p:nvSpPr>
        <p:spPr>
          <a:xfrm>
            <a:off x="-1739900" y="5160199"/>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скругленные углы 53">
            <a:extLst>
              <a:ext uri="{FF2B5EF4-FFF2-40B4-BE49-F238E27FC236}">
                <a16:creationId xmlns:a16="http://schemas.microsoft.com/office/drawing/2014/main" id="{AB17545C-2653-11B9-6AAD-F2414CA88813}"/>
              </a:ext>
            </a:extLst>
          </p:cNvPr>
          <p:cNvSpPr/>
          <p:nvPr/>
        </p:nvSpPr>
        <p:spPr>
          <a:xfrm>
            <a:off x="-1474837" y="5160199"/>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Прямоугольник: скругленные углы 54">
            <a:extLst>
              <a:ext uri="{FF2B5EF4-FFF2-40B4-BE49-F238E27FC236}">
                <a16:creationId xmlns:a16="http://schemas.microsoft.com/office/drawing/2014/main" id="{1D454EF4-1099-5940-A5D4-5F82D3172AE1}"/>
              </a:ext>
            </a:extLst>
          </p:cNvPr>
          <p:cNvSpPr/>
          <p:nvPr/>
        </p:nvSpPr>
        <p:spPr>
          <a:xfrm>
            <a:off x="-2004963" y="5160199"/>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TextBox 55">
            <a:extLst>
              <a:ext uri="{FF2B5EF4-FFF2-40B4-BE49-F238E27FC236}">
                <a16:creationId xmlns:a16="http://schemas.microsoft.com/office/drawing/2014/main" id="{FAB6D7EE-DAF5-E7EF-6D1E-0891469BD32B}"/>
              </a:ext>
            </a:extLst>
          </p:cNvPr>
          <p:cNvSpPr txBox="1"/>
          <p:nvPr/>
        </p:nvSpPr>
        <p:spPr>
          <a:xfrm>
            <a:off x="-2003446" y="4973480"/>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44" name="Прямоугольник: скругленные углы 43">
            <a:extLst>
              <a:ext uri="{FF2B5EF4-FFF2-40B4-BE49-F238E27FC236}">
                <a16:creationId xmlns:a16="http://schemas.microsoft.com/office/drawing/2014/main" id="{E6DA982A-4819-86A4-B3E3-3820BE19C0E0}"/>
              </a:ext>
            </a:extLst>
          </p:cNvPr>
          <p:cNvSpPr/>
          <p:nvPr/>
        </p:nvSpPr>
        <p:spPr>
          <a:xfrm>
            <a:off x="-2004963" y="4646897"/>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Прямоугольник: скругленные углы 51">
            <a:extLst>
              <a:ext uri="{FF2B5EF4-FFF2-40B4-BE49-F238E27FC236}">
                <a16:creationId xmlns:a16="http://schemas.microsoft.com/office/drawing/2014/main" id="{4C7A1397-7A11-591D-AA68-55A9039699E9}"/>
              </a:ext>
            </a:extLst>
          </p:cNvPr>
          <p:cNvSpPr/>
          <p:nvPr/>
        </p:nvSpPr>
        <p:spPr>
          <a:xfrm>
            <a:off x="-1740264" y="4646897"/>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скругленные углы 63">
            <a:extLst>
              <a:ext uri="{FF2B5EF4-FFF2-40B4-BE49-F238E27FC236}">
                <a16:creationId xmlns:a16="http://schemas.microsoft.com/office/drawing/2014/main" id="{2B9BFCAF-86CA-1244-E85A-F30E4AC766F2}"/>
              </a:ext>
            </a:extLst>
          </p:cNvPr>
          <p:cNvSpPr/>
          <p:nvPr/>
        </p:nvSpPr>
        <p:spPr>
          <a:xfrm>
            <a:off x="-944711" y="5160199"/>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Прямоугольник: скругленные углы 64">
            <a:extLst>
              <a:ext uri="{FF2B5EF4-FFF2-40B4-BE49-F238E27FC236}">
                <a16:creationId xmlns:a16="http://schemas.microsoft.com/office/drawing/2014/main" id="{860A63BB-781E-AEA8-4E5D-D35214A49880}"/>
              </a:ext>
            </a:extLst>
          </p:cNvPr>
          <p:cNvSpPr/>
          <p:nvPr/>
        </p:nvSpPr>
        <p:spPr>
          <a:xfrm>
            <a:off x="-679648" y="5160199"/>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Прямоугольник: скругленные углы 65">
            <a:extLst>
              <a:ext uri="{FF2B5EF4-FFF2-40B4-BE49-F238E27FC236}">
                <a16:creationId xmlns:a16="http://schemas.microsoft.com/office/drawing/2014/main" id="{09CABE96-EC03-3157-B363-C0896B3891CC}"/>
              </a:ext>
            </a:extLst>
          </p:cNvPr>
          <p:cNvSpPr/>
          <p:nvPr/>
        </p:nvSpPr>
        <p:spPr>
          <a:xfrm>
            <a:off x="-1209774" y="5160199"/>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скругленные верхние углы 12">
            <a:extLst>
              <a:ext uri="{FF2B5EF4-FFF2-40B4-BE49-F238E27FC236}">
                <a16:creationId xmlns:a16="http://schemas.microsoft.com/office/drawing/2014/main" id="{EF4B2147-300C-3BFA-81C6-8712BD20BD73}"/>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endParaRPr lang="ru-RU" sz="1100" b="1" dirty="0">
              <a:solidFill>
                <a:schemeClr val="tx1"/>
              </a:solidFill>
            </a:endParaRPr>
          </a:p>
        </p:txBody>
      </p:sp>
      <p:sp>
        <p:nvSpPr>
          <p:cNvPr id="14" name="TextBox 13">
            <a:extLst>
              <a:ext uri="{FF2B5EF4-FFF2-40B4-BE49-F238E27FC236}">
                <a16:creationId xmlns:a16="http://schemas.microsoft.com/office/drawing/2014/main" id="{34EE10FC-9DA3-93DA-C40F-EE6AAC1DA6AC}"/>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16" name="Прямоугольник: скругленные углы 15">
            <a:extLst>
              <a:ext uri="{FF2B5EF4-FFF2-40B4-BE49-F238E27FC236}">
                <a16:creationId xmlns:a16="http://schemas.microsoft.com/office/drawing/2014/main" id="{580B6A99-E717-2740-36C4-A72DCF75745A}"/>
              </a:ext>
            </a:extLst>
          </p:cNvPr>
          <p:cNvSpPr/>
          <p:nvPr/>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7" name="Прямоугольник: скругленные углы 16">
            <a:extLst>
              <a:ext uri="{FF2B5EF4-FFF2-40B4-BE49-F238E27FC236}">
                <a16:creationId xmlns:a16="http://schemas.microsoft.com/office/drawing/2014/main" id="{8CC18F95-EA8B-20E0-9AED-F6279027B331}"/>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Прямоугольник: скругленные углы 49">
            <a:extLst>
              <a:ext uri="{FF2B5EF4-FFF2-40B4-BE49-F238E27FC236}">
                <a16:creationId xmlns:a16="http://schemas.microsoft.com/office/drawing/2014/main" id="{EC057363-E443-4044-866E-226657D9A25B}"/>
              </a:ext>
            </a:extLst>
          </p:cNvPr>
          <p:cNvSpPr/>
          <p:nvPr userDrawn="1"/>
        </p:nvSpPr>
        <p:spPr>
          <a:xfrm>
            <a:off x="-1741874" y="4131199"/>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Нижний колонтитул 4">
            <a:extLst>
              <a:ext uri="{FF2B5EF4-FFF2-40B4-BE49-F238E27FC236}">
                <a16:creationId xmlns:a16="http://schemas.microsoft.com/office/drawing/2014/main" id="{06806E3E-29B6-41BC-AAA1-B46A8A4C61CC}"/>
              </a:ext>
            </a:extLst>
          </p:cNvPr>
          <p:cNvSpPr>
            <a:spLocks noGrp="1"/>
          </p:cNvSpPr>
          <p:nvPr userDrawn="1">
            <p:ph type="ftr" sz="quarter" idx="11"/>
          </p:nvPr>
        </p:nvSpPr>
        <p:spPr>
          <a:xfrm>
            <a:off x="2457450" y="6465021"/>
            <a:ext cx="7272000" cy="144500"/>
          </a:xfrm>
        </p:spPr>
        <p:txBody>
          <a:bodyPr vert="horz" lIns="0" tIns="0" rIns="0" bIns="0" rtlCol="0" anchor="b"/>
          <a:lstStyle>
            <a:lvl1pPr>
              <a:defRPr lang="ru-RU" dirty="0">
                <a:solidFill>
                  <a:schemeClr val="accent6">
                    <a:lumMod val="60000"/>
                    <a:lumOff val="40000"/>
                  </a:schemeClr>
                </a:solidFill>
              </a:defRPr>
            </a:lvl1pPr>
          </a:lstStyle>
          <a:p>
            <a:endParaRPr lang="ru-RU"/>
          </a:p>
        </p:txBody>
      </p:sp>
      <p:sp>
        <p:nvSpPr>
          <p:cNvPr id="47" name="Рисунок 16">
            <a:extLst>
              <a:ext uri="{FF2B5EF4-FFF2-40B4-BE49-F238E27FC236}">
                <a16:creationId xmlns:a16="http://schemas.microsoft.com/office/drawing/2014/main" id="{565CC008-6D13-48BD-8FF5-ABA6D11569E9}"/>
              </a:ext>
            </a:extLst>
          </p:cNvPr>
          <p:cNvSpPr>
            <a:spLocks noChangeAspect="1"/>
          </p:cNvSpPr>
          <p:nvPr userDrawn="1"/>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2"/>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3933149188"/>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ubtitle_colored">
    <p:bg>
      <p:bgPr>
        <a:solidFill>
          <a:schemeClr val="accent4"/>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2565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386"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5" name="Объект 2">
            <a:extLst>
              <a:ext uri="{FF2B5EF4-FFF2-40B4-BE49-F238E27FC236}">
                <a16:creationId xmlns:a16="http://schemas.microsoft.com/office/drawing/2014/main" id="{00E81AAF-ABDB-4D08-7BE3-C7B407E68E18}"/>
              </a:ext>
            </a:extLst>
          </p:cNvPr>
          <p:cNvSpPr>
            <a:spLocks noGrp="1"/>
          </p:cNvSpPr>
          <p:nvPr>
            <p:ph idx="1"/>
          </p:nvPr>
        </p:nvSpPr>
        <p:spPr>
          <a:xfrm>
            <a:off x="639763" y="1520824"/>
            <a:ext cx="10910887" cy="47418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Номер слайда 5">
            <a:extLst>
              <a:ext uri="{FF2B5EF4-FFF2-40B4-BE49-F238E27FC236}">
                <a16:creationId xmlns:a16="http://schemas.microsoft.com/office/drawing/2014/main" id="{371F2FD1-0E8C-A36C-3CEF-FF20A77F360B}"/>
              </a:ext>
            </a:extLst>
          </p:cNvPr>
          <p:cNvSpPr>
            <a:spLocks noGrp="1"/>
          </p:cNvSpPr>
          <p:nvPr>
            <p:ph type="sldNum" sz="quarter" idx="12"/>
          </p:nvPr>
        </p:nvSpPr>
        <p:spPr>
          <a:xfrm>
            <a:off x="10657744" y="6430370"/>
            <a:ext cx="908050" cy="216000"/>
          </a:xfrm>
        </p:spPr>
        <p:txBody>
          <a:bodyPr/>
          <a:lstStyle>
            <a:lvl1pPr>
              <a:defRPr>
                <a:solidFill>
                  <a:schemeClr val="accent6">
                    <a:lumMod val="40000"/>
                    <a:lumOff val="60000"/>
                  </a:schemeClr>
                </a:solidFill>
              </a:defRPr>
            </a:lvl1pPr>
          </a:lstStyle>
          <a:p>
            <a:fld id="{EB5249F5-0093-48B0-B996-C4E44A87EAFB}" type="slidenum">
              <a:rPr lang="ru-RU" smtClean="0"/>
              <a:pPr/>
              <a:t>‹#›</a:t>
            </a:fld>
            <a:endParaRPr lang="ru-RU"/>
          </a:p>
        </p:txBody>
      </p:sp>
      <p:sp>
        <p:nvSpPr>
          <p:cNvPr id="35" name="Прямоугольник: скругленные углы 34">
            <a:extLst>
              <a:ext uri="{FF2B5EF4-FFF2-40B4-BE49-F238E27FC236}">
                <a16:creationId xmlns:a16="http://schemas.microsoft.com/office/drawing/2014/main" id="{C9800CF7-ABC5-B2F5-0454-607E6375863B}"/>
              </a:ext>
            </a:extLst>
          </p:cNvPr>
          <p:cNvSpPr/>
          <p:nvPr/>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Прямоугольник: скругленные верхние углы 35">
            <a:extLst>
              <a:ext uri="{FF2B5EF4-FFF2-40B4-BE49-F238E27FC236}">
                <a16:creationId xmlns:a16="http://schemas.microsoft.com/office/drawing/2014/main" id="{C2940C45-7EC6-0986-B020-2D94E4C01F25}"/>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graphicFrame>
        <p:nvGraphicFramePr>
          <p:cNvPr id="37" name="Таблица 46">
            <a:extLst>
              <a:ext uri="{FF2B5EF4-FFF2-40B4-BE49-F238E27FC236}">
                <a16:creationId xmlns:a16="http://schemas.microsoft.com/office/drawing/2014/main" id="{22E21D68-4F58-F199-36D3-C10450C366FC}"/>
              </a:ext>
            </a:extLst>
          </p:cNvPr>
          <p:cNvGraphicFramePr>
            <a:graphicFrameLocks noGrp="1"/>
          </p:cNvGraphicFramePr>
          <p:nvPr>
            <p:extLst>
              <p:ext uri="{D42A27DB-BD31-4B8C-83A1-F6EECF244321}">
                <p14:modId xmlns:p14="http://schemas.microsoft.com/office/powerpoint/2010/main" val="3020574792"/>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38" name="Полилиния: фигура 37">
            <a:extLst>
              <a:ext uri="{FF2B5EF4-FFF2-40B4-BE49-F238E27FC236}">
                <a16:creationId xmlns:a16="http://schemas.microsoft.com/office/drawing/2014/main" id="{84FF97CD-0431-AB46-37C2-E699CA989913}"/>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2" name="Полилиния: фигура 61">
            <a:extLst>
              <a:ext uri="{FF2B5EF4-FFF2-40B4-BE49-F238E27FC236}">
                <a16:creationId xmlns:a16="http://schemas.microsoft.com/office/drawing/2014/main" id="{A7B63E7B-62B1-B63D-8185-8BE47CB66443}"/>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7" name="TextBox 66">
            <a:extLst>
              <a:ext uri="{FF2B5EF4-FFF2-40B4-BE49-F238E27FC236}">
                <a16:creationId xmlns:a16="http://schemas.microsoft.com/office/drawing/2014/main" id="{EC11CE47-F2DE-CA1C-5C0F-C21FAC0B5671}"/>
              </a:ext>
            </a:extLst>
          </p:cNvPr>
          <p:cNvSpPr txBox="1"/>
          <p:nvPr/>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6" name="Прямоугольник: скругленные верхние углы 5">
            <a:extLst>
              <a:ext uri="{FF2B5EF4-FFF2-40B4-BE49-F238E27FC236}">
                <a16:creationId xmlns:a16="http://schemas.microsoft.com/office/drawing/2014/main" id="{2A7065C9-92E3-6B9B-9ACA-AEB5C23862DE}"/>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sp>
        <p:nvSpPr>
          <p:cNvPr id="9" name="Полилиния: фигура 8">
            <a:extLst>
              <a:ext uri="{FF2B5EF4-FFF2-40B4-BE49-F238E27FC236}">
                <a16:creationId xmlns:a16="http://schemas.microsoft.com/office/drawing/2014/main" id="{0832DE9F-07AB-D3EB-D833-C1DC910E0CE8}"/>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5" name="Заголовок 1">
            <a:extLst>
              <a:ext uri="{FF2B5EF4-FFF2-40B4-BE49-F238E27FC236}">
                <a16:creationId xmlns:a16="http://schemas.microsoft.com/office/drawing/2014/main" id="{EE69F2E9-9C91-47CB-104F-08223C29A880}"/>
              </a:ext>
            </a:extLst>
          </p:cNvPr>
          <p:cNvSpPr>
            <a:spLocks noGrp="1"/>
          </p:cNvSpPr>
          <p:nvPr>
            <p:ph type="title" hasCustomPrompt="1"/>
          </p:nvPr>
        </p:nvSpPr>
        <p:spPr>
          <a:xfrm>
            <a:off x="639764" y="411164"/>
            <a:ext cx="10910888" cy="358858"/>
          </a:xfrm>
          <a:prstGeom prst="rect">
            <a:avLst/>
          </a:prstGeom>
        </p:spPr>
        <p:txBody>
          <a:bodyPr vert="horz" lIns="0" tIns="0" rIns="0" bIns="0" rtlCol="0" anchor="t">
            <a:noAutofit/>
          </a:bodyPr>
          <a:lstStyle>
            <a:lvl1pPr>
              <a:lnSpc>
                <a:spcPct val="85000"/>
              </a:lnSpc>
              <a:defRPr spc="-30" baseline="0">
                <a:solidFill>
                  <a:schemeClr val="bg1"/>
                </a:solidFill>
              </a:defRPr>
            </a:lvl1pPr>
          </a:lstStyle>
          <a:p>
            <a:r>
              <a:rPr lang="ru-RU" dirty="0"/>
              <a:t>Сформулируй заголовок слайда в 1 строку</a:t>
            </a:r>
          </a:p>
        </p:txBody>
      </p:sp>
      <p:sp>
        <p:nvSpPr>
          <p:cNvPr id="7" name="Текст 10">
            <a:extLst>
              <a:ext uri="{FF2B5EF4-FFF2-40B4-BE49-F238E27FC236}">
                <a16:creationId xmlns:a16="http://schemas.microsoft.com/office/drawing/2014/main" id="{E9EE4166-D061-8EE2-C4D5-FEB88C0F4E17}"/>
              </a:ext>
            </a:extLst>
          </p:cNvPr>
          <p:cNvSpPr>
            <a:spLocks noGrp="1"/>
          </p:cNvSpPr>
          <p:nvPr>
            <p:ph type="body" sz="quarter" idx="13" hasCustomPrompt="1"/>
          </p:nvPr>
        </p:nvSpPr>
        <p:spPr>
          <a:xfrm>
            <a:off x="639763" y="833072"/>
            <a:ext cx="10926762" cy="358858"/>
          </a:xfrm>
        </p:spPr>
        <p:txBody>
          <a:bodyPr/>
          <a:lstStyle>
            <a:lvl1pPr>
              <a:lnSpc>
                <a:spcPct val="90000"/>
              </a:lnSpc>
              <a:defRPr sz="1800">
                <a:solidFill>
                  <a:schemeClr val="bg1"/>
                </a:solidFill>
              </a:defRPr>
            </a:lvl1pPr>
          </a:lstStyle>
          <a:p>
            <a:pPr lvl="0"/>
            <a:r>
              <a:rPr lang="ru-RU" dirty="0"/>
              <a:t>Сформулируй подзаголовок в 1–2 строки</a:t>
            </a:r>
          </a:p>
        </p:txBody>
      </p:sp>
      <p:sp>
        <p:nvSpPr>
          <p:cNvPr id="45" name="Нижний колонтитул 4">
            <a:extLst>
              <a:ext uri="{FF2B5EF4-FFF2-40B4-BE49-F238E27FC236}">
                <a16:creationId xmlns:a16="http://schemas.microsoft.com/office/drawing/2014/main" id="{8B2A48BA-AF71-49FE-9978-2AF9C4D5429F}"/>
              </a:ext>
            </a:extLst>
          </p:cNvPr>
          <p:cNvSpPr>
            <a:spLocks noGrp="1"/>
          </p:cNvSpPr>
          <p:nvPr>
            <p:ph type="ftr" sz="quarter" idx="11"/>
          </p:nvPr>
        </p:nvSpPr>
        <p:spPr>
          <a:xfrm>
            <a:off x="2457450" y="6465021"/>
            <a:ext cx="7272000" cy="144500"/>
          </a:xfrm>
        </p:spPr>
        <p:txBody>
          <a:bodyPr vert="horz" lIns="0" tIns="0" rIns="0" bIns="0" rtlCol="0" anchor="b"/>
          <a:lstStyle>
            <a:lvl1pPr>
              <a:defRPr lang="ru-RU" dirty="0">
                <a:solidFill>
                  <a:schemeClr val="accent6">
                    <a:lumMod val="60000"/>
                    <a:lumOff val="40000"/>
                  </a:schemeClr>
                </a:solidFill>
              </a:defRPr>
            </a:lvl1pPr>
          </a:lstStyle>
          <a:p>
            <a:endParaRPr lang="ru-RU"/>
          </a:p>
        </p:txBody>
      </p:sp>
      <p:sp>
        <p:nvSpPr>
          <p:cNvPr id="47" name="Рисунок 16">
            <a:extLst>
              <a:ext uri="{FF2B5EF4-FFF2-40B4-BE49-F238E27FC236}">
                <a16:creationId xmlns:a16="http://schemas.microsoft.com/office/drawing/2014/main" id="{242A2F01-8878-42E9-B8A6-41EDA07A31C9}"/>
              </a:ext>
            </a:extLst>
          </p:cNvPr>
          <p:cNvSpPr>
            <a:spLocks noChangeAspect="1"/>
          </p:cNvSpPr>
          <p:nvPr userDrawn="1"/>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2"/>
          </a:solidFill>
          <a:ln w="9525" cap="flat">
            <a:noFill/>
            <a:prstDash val="solid"/>
            <a:miter/>
          </a:ln>
        </p:spPr>
        <p:txBody>
          <a:bodyPr rtlCol="0" anchor="ctr"/>
          <a:lstStyle/>
          <a:p>
            <a:endParaRPr lang="ru-RU"/>
          </a:p>
        </p:txBody>
      </p:sp>
      <p:sp>
        <p:nvSpPr>
          <p:cNvPr id="50" name="Прямоугольник: скругленные углы 49">
            <a:extLst>
              <a:ext uri="{FF2B5EF4-FFF2-40B4-BE49-F238E27FC236}">
                <a16:creationId xmlns:a16="http://schemas.microsoft.com/office/drawing/2014/main" id="{F9462CE3-E6AD-4594-82A4-27ACBBE85783}"/>
              </a:ext>
            </a:extLst>
          </p:cNvPr>
          <p:cNvSpPr/>
          <p:nvPr userDrawn="1"/>
        </p:nvSpPr>
        <p:spPr>
          <a:xfrm>
            <a:off x="-2138458" y="3125312"/>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скругленные верхние углы 62">
            <a:extLst>
              <a:ext uri="{FF2B5EF4-FFF2-40B4-BE49-F238E27FC236}">
                <a16:creationId xmlns:a16="http://schemas.microsoft.com/office/drawing/2014/main" id="{3EECA9CF-3B8C-4778-B62D-15AD5EC810BC}"/>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68" name="TextBox 67">
            <a:extLst>
              <a:ext uri="{FF2B5EF4-FFF2-40B4-BE49-F238E27FC236}">
                <a16:creationId xmlns:a16="http://schemas.microsoft.com/office/drawing/2014/main" id="{26A5D4DF-C5BE-455E-9BBE-01DEF71DCEB6}"/>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69" name="Прямоугольник: скругленные углы 68">
            <a:extLst>
              <a:ext uri="{FF2B5EF4-FFF2-40B4-BE49-F238E27FC236}">
                <a16:creationId xmlns:a16="http://schemas.microsoft.com/office/drawing/2014/main" id="{2B7F3BB0-1D5D-4968-B269-62B771F47768}"/>
              </a:ext>
            </a:extLst>
          </p:cNvPr>
          <p:cNvSpPr/>
          <p:nvPr/>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70" name="Прямоугольник: скругленные углы 69">
            <a:extLst>
              <a:ext uri="{FF2B5EF4-FFF2-40B4-BE49-F238E27FC236}">
                <a16:creationId xmlns:a16="http://schemas.microsoft.com/office/drawing/2014/main" id="{EE989789-4677-44AB-B512-FFC1B56EC95E}"/>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TextBox 70">
            <a:extLst>
              <a:ext uri="{FF2B5EF4-FFF2-40B4-BE49-F238E27FC236}">
                <a16:creationId xmlns:a16="http://schemas.microsoft.com/office/drawing/2014/main" id="{C8DFA132-8B72-49BD-B8FA-C367CB12D0CF}"/>
              </a:ext>
            </a:extLst>
          </p:cNvPr>
          <p:cNvSpPr txBox="1"/>
          <p:nvPr/>
        </p:nvSpPr>
        <p:spPr>
          <a:xfrm>
            <a:off x="-2003446" y="3935644"/>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72" name="Прямоугольник: скругленные углы 71">
            <a:extLst>
              <a:ext uri="{FF2B5EF4-FFF2-40B4-BE49-F238E27FC236}">
                <a16:creationId xmlns:a16="http://schemas.microsoft.com/office/drawing/2014/main" id="{18EBF85F-23D9-4CDE-88A5-27966C64C2C1}"/>
              </a:ext>
            </a:extLst>
          </p:cNvPr>
          <p:cNvSpPr/>
          <p:nvPr userDrawn="1"/>
        </p:nvSpPr>
        <p:spPr>
          <a:xfrm>
            <a:off x="-2004963" y="4131199"/>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TextBox 72">
            <a:extLst>
              <a:ext uri="{FF2B5EF4-FFF2-40B4-BE49-F238E27FC236}">
                <a16:creationId xmlns:a16="http://schemas.microsoft.com/office/drawing/2014/main" id="{8C3BB32C-6CC7-4024-A48A-E5CC4A1FF484}"/>
              </a:ext>
            </a:extLst>
          </p:cNvPr>
          <p:cNvSpPr txBox="1"/>
          <p:nvPr/>
        </p:nvSpPr>
        <p:spPr>
          <a:xfrm>
            <a:off x="-2003446" y="4451492"/>
            <a:ext cx="1638525" cy="171623"/>
          </a:xfrm>
          <a:prstGeom prst="rect">
            <a:avLst/>
          </a:prstGeom>
          <a:noFill/>
        </p:spPr>
        <p:txBody>
          <a:bodyPr wrap="square" lIns="0" tIns="0" rIns="0" bIns="0" rtlCol="0">
            <a:noAutofit/>
          </a:bodyPr>
          <a:lstStyle/>
          <a:p>
            <a:pPr algn="l"/>
            <a:r>
              <a:rPr lang="ru-RU" sz="1000"/>
              <a:t>Цвета маленьких плашек</a:t>
            </a:r>
          </a:p>
        </p:txBody>
      </p:sp>
      <p:sp>
        <p:nvSpPr>
          <p:cNvPr id="74" name="Прямоугольник: скругленные углы 73">
            <a:extLst>
              <a:ext uri="{FF2B5EF4-FFF2-40B4-BE49-F238E27FC236}">
                <a16:creationId xmlns:a16="http://schemas.microsoft.com/office/drawing/2014/main" id="{FCE509F0-CCB9-4EFD-971C-D6A76A30D046}"/>
              </a:ext>
            </a:extLst>
          </p:cNvPr>
          <p:cNvSpPr/>
          <p:nvPr/>
        </p:nvSpPr>
        <p:spPr>
          <a:xfrm>
            <a:off x="-1739900" y="5160199"/>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скругленные углы 74">
            <a:extLst>
              <a:ext uri="{FF2B5EF4-FFF2-40B4-BE49-F238E27FC236}">
                <a16:creationId xmlns:a16="http://schemas.microsoft.com/office/drawing/2014/main" id="{2A6E85B8-8C1B-4575-881C-1F8096E489AC}"/>
              </a:ext>
            </a:extLst>
          </p:cNvPr>
          <p:cNvSpPr/>
          <p:nvPr/>
        </p:nvSpPr>
        <p:spPr>
          <a:xfrm>
            <a:off x="-1474837" y="5160199"/>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6" name="Прямоугольник: скругленные углы 75">
            <a:extLst>
              <a:ext uri="{FF2B5EF4-FFF2-40B4-BE49-F238E27FC236}">
                <a16:creationId xmlns:a16="http://schemas.microsoft.com/office/drawing/2014/main" id="{987A7CB8-826A-420A-BE1C-3B21EA35D5CF}"/>
              </a:ext>
            </a:extLst>
          </p:cNvPr>
          <p:cNvSpPr/>
          <p:nvPr/>
        </p:nvSpPr>
        <p:spPr>
          <a:xfrm>
            <a:off x="-2004963" y="5160199"/>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TextBox 76">
            <a:extLst>
              <a:ext uri="{FF2B5EF4-FFF2-40B4-BE49-F238E27FC236}">
                <a16:creationId xmlns:a16="http://schemas.microsoft.com/office/drawing/2014/main" id="{1BF034A3-B58B-4602-981E-350003EBDCDA}"/>
              </a:ext>
            </a:extLst>
          </p:cNvPr>
          <p:cNvSpPr txBox="1"/>
          <p:nvPr/>
        </p:nvSpPr>
        <p:spPr>
          <a:xfrm>
            <a:off x="-2003446" y="4973480"/>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78" name="Прямоугольник: скругленные углы 77">
            <a:extLst>
              <a:ext uri="{FF2B5EF4-FFF2-40B4-BE49-F238E27FC236}">
                <a16:creationId xmlns:a16="http://schemas.microsoft.com/office/drawing/2014/main" id="{739D6506-DB0F-4FA8-ACBE-557136A5AF27}"/>
              </a:ext>
            </a:extLst>
          </p:cNvPr>
          <p:cNvSpPr/>
          <p:nvPr/>
        </p:nvSpPr>
        <p:spPr>
          <a:xfrm>
            <a:off x="-2004963" y="4646897"/>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9" name="Прямоугольник: скругленные углы 78">
            <a:extLst>
              <a:ext uri="{FF2B5EF4-FFF2-40B4-BE49-F238E27FC236}">
                <a16:creationId xmlns:a16="http://schemas.microsoft.com/office/drawing/2014/main" id="{9CFC87BC-4BCB-4F67-9663-7F89CD61F413}"/>
              </a:ext>
            </a:extLst>
          </p:cNvPr>
          <p:cNvSpPr/>
          <p:nvPr/>
        </p:nvSpPr>
        <p:spPr>
          <a:xfrm>
            <a:off x="-1740264" y="4646897"/>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Прямоугольник: скругленные углы 83">
            <a:extLst>
              <a:ext uri="{FF2B5EF4-FFF2-40B4-BE49-F238E27FC236}">
                <a16:creationId xmlns:a16="http://schemas.microsoft.com/office/drawing/2014/main" id="{8C0156A1-E5AE-4095-A5DF-8C2E0B246A4C}"/>
              </a:ext>
            </a:extLst>
          </p:cNvPr>
          <p:cNvSpPr/>
          <p:nvPr/>
        </p:nvSpPr>
        <p:spPr>
          <a:xfrm>
            <a:off x="-944711" y="5160199"/>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Прямоугольник: скругленные углы 84">
            <a:extLst>
              <a:ext uri="{FF2B5EF4-FFF2-40B4-BE49-F238E27FC236}">
                <a16:creationId xmlns:a16="http://schemas.microsoft.com/office/drawing/2014/main" id="{CD4AB757-DDCD-44E8-8D1D-B45AA8661B97}"/>
              </a:ext>
            </a:extLst>
          </p:cNvPr>
          <p:cNvSpPr/>
          <p:nvPr/>
        </p:nvSpPr>
        <p:spPr>
          <a:xfrm>
            <a:off x="-679648" y="5160199"/>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6" name="Прямоугольник: скругленные углы 85">
            <a:extLst>
              <a:ext uri="{FF2B5EF4-FFF2-40B4-BE49-F238E27FC236}">
                <a16:creationId xmlns:a16="http://schemas.microsoft.com/office/drawing/2014/main" id="{5EB5769A-2A55-4F91-B8E0-85D504723BC5}"/>
              </a:ext>
            </a:extLst>
          </p:cNvPr>
          <p:cNvSpPr/>
          <p:nvPr/>
        </p:nvSpPr>
        <p:spPr>
          <a:xfrm>
            <a:off x="-1209774" y="5160199"/>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Прямоугольник: скругленные верхние углы 86">
            <a:extLst>
              <a:ext uri="{FF2B5EF4-FFF2-40B4-BE49-F238E27FC236}">
                <a16:creationId xmlns:a16="http://schemas.microsoft.com/office/drawing/2014/main" id="{2FA3D1C2-23EF-4429-9512-3F8F19783C2D}"/>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endParaRPr lang="ru-RU" sz="1100" b="1" dirty="0">
              <a:solidFill>
                <a:schemeClr val="tx1"/>
              </a:solidFill>
            </a:endParaRPr>
          </a:p>
        </p:txBody>
      </p:sp>
      <p:sp>
        <p:nvSpPr>
          <p:cNvPr id="88" name="TextBox 87">
            <a:extLst>
              <a:ext uri="{FF2B5EF4-FFF2-40B4-BE49-F238E27FC236}">
                <a16:creationId xmlns:a16="http://schemas.microsoft.com/office/drawing/2014/main" id="{115CA1FD-806B-4015-8C78-D03FACF63C49}"/>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89" name="Прямоугольник: скругленные углы 88">
            <a:extLst>
              <a:ext uri="{FF2B5EF4-FFF2-40B4-BE49-F238E27FC236}">
                <a16:creationId xmlns:a16="http://schemas.microsoft.com/office/drawing/2014/main" id="{BE6FEC52-6BC3-4003-8FA7-8E8F0853573D}"/>
              </a:ext>
            </a:extLst>
          </p:cNvPr>
          <p:cNvSpPr/>
          <p:nvPr/>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90" name="Прямоугольник: скругленные углы 89">
            <a:extLst>
              <a:ext uri="{FF2B5EF4-FFF2-40B4-BE49-F238E27FC236}">
                <a16:creationId xmlns:a16="http://schemas.microsoft.com/office/drawing/2014/main" id="{3200C62B-C28C-4FE2-8C85-241A25C35A75}"/>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Прямоугольник: скругленные углы 91">
            <a:extLst>
              <a:ext uri="{FF2B5EF4-FFF2-40B4-BE49-F238E27FC236}">
                <a16:creationId xmlns:a16="http://schemas.microsoft.com/office/drawing/2014/main" id="{E7507B91-A84C-4EF1-B01E-910743ACB1BC}"/>
              </a:ext>
            </a:extLst>
          </p:cNvPr>
          <p:cNvSpPr/>
          <p:nvPr userDrawn="1"/>
        </p:nvSpPr>
        <p:spPr>
          <a:xfrm>
            <a:off x="-1741874" y="4131199"/>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675971964"/>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_title_colored">
    <p:bg>
      <p:bgPr>
        <a:solidFill>
          <a:schemeClr val="accent4"/>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2565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410"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Номер слайда 5">
            <a:extLst>
              <a:ext uri="{FF2B5EF4-FFF2-40B4-BE49-F238E27FC236}">
                <a16:creationId xmlns:a16="http://schemas.microsoft.com/office/drawing/2014/main" id="{371F2FD1-0E8C-A36C-3CEF-FF20A77F360B}"/>
              </a:ext>
            </a:extLst>
          </p:cNvPr>
          <p:cNvSpPr>
            <a:spLocks noGrp="1"/>
          </p:cNvSpPr>
          <p:nvPr>
            <p:ph type="sldNum" sz="quarter" idx="12"/>
          </p:nvPr>
        </p:nvSpPr>
        <p:spPr>
          <a:xfrm>
            <a:off x="10657744" y="6430370"/>
            <a:ext cx="908050" cy="216000"/>
          </a:xfrm>
        </p:spPr>
        <p:txBody>
          <a:bodyPr/>
          <a:lstStyle>
            <a:lvl1pPr>
              <a:defRPr>
                <a:solidFill>
                  <a:schemeClr val="accent6">
                    <a:lumMod val="40000"/>
                    <a:lumOff val="60000"/>
                  </a:schemeClr>
                </a:solidFill>
              </a:defRPr>
            </a:lvl1pPr>
          </a:lstStyle>
          <a:p>
            <a:fld id="{EB5249F5-0093-48B0-B996-C4E44A87EAFB}" type="slidenum">
              <a:rPr lang="ru-RU" smtClean="0"/>
              <a:pPr/>
              <a:t>‹#›</a:t>
            </a:fld>
            <a:endParaRPr lang="ru-RU"/>
          </a:p>
        </p:txBody>
      </p:sp>
      <p:sp>
        <p:nvSpPr>
          <p:cNvPr id="35" name="Прямоугольник: скругленные углы 34">
            <a:extLst>
              <a:ext uri="{FF2B5EF4-FFF2-40B4-BE49-F238E27FC236}">
                <a16:creationId xmlns:a16="http://schemas.microsoft.com/office/drawing/2014/main" id="{C9800CF7-ABC5-B2F5-0454-607E6375863B}"/>
              </a:ext>
            </a:extLst>
          </p:cNvPr>
          <p:cNvSpPr/>
          <p:nvPr/>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Прямоугольник: скругленные верхние углы 35">
            <a:extLst>
              <a:ext uri="{FF2B5EF4-FFF2-40B4-BE49-F238E27FC236}">
                <a16:creationId xmlns:a16="http://schemas.microsoft.com/office/drawing/2014/main" id="{C2940C45-7EC6-0986-B020-2D94E4C01F25}"/>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graphicFrame>
        <p:nvGraphicFramePr>
          <p:cNvPr id="37" name="Таблица 46">
            <a:extLst>
              <a:ext uri="{FF2B5EF4-FFF2-40B4-BE49-F238E27FC236}">
                <a16:creationId xmlns:a16="http://schemas.microsoft.com/office/drawing/2014/main" id="{22E21D68-4F58-F199-36D3-C10450C366FC}"/>
              </a:ext>
            </a:extLst>
          </p:cNvPr>
          <p:cNvGraphicFramePr>
            <a:graphicFrameLocks noGrp="1"/>
          </p:cNvGraphicFramePr>
          <p:nvPr>
            <p:extLst>
              <p:ext uri="{D42A27DB-BD31-4B8C-83A1-F6EECF244321}">
                <p14:modId xmlns:p14="http://schemas.microsoft.com/office/powerpoint/2010/main" val="3020574792"/>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38" name="Полилиния: фигура 37">
            <a:extLst>
              <a:ext uri="{FF2B5EF4-FFF2-40B4-BE49-F238E27FC236}">
                <a16:creationId xmlns:a16="http://schemas.microsoft.com/office/drawing/2014/main" id="{84FF97CD-0431-AB46-37C2-E699CA989913}"/>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2" name="Полилиния: фигура 61">
            <a:extLst>
              <a:ext uri="{FF2B5EF4-FFF2-40B4-BE49-F238E27FC236}">
                <a16:creationId xmlns:a16="http://schemas.microsoft.com/office/drawing/2014/main" id="{A7B63E7B-62B1-B63D-8185-8BE47CB66443}"/>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7" name="TextBox 66">
            <a:extLst>
              <a:ext uri="{FF2B5EF4-FFF2-40B4-BE49-F238E27FC236}">
                <a16:creationId xmlns:a16="http://schemas.microsoft.com/office/drawing/2014/main" id="{EC11CE47-F2DE-CA1C-5C0F-C21FAC0B5671}"/>
              </a:ext>
            </a:extLst>
          </p:cNvPr>
          <p:cNvSpPr txBox="1"/>
          <p:nvPr/>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6" name="Прямоугольник: скругленные верхние углы 5">
            <a:extLst>
              <a:ext uri="{FF2B5EF4-FFF2-40B4-BE49-F238E27FC236}">
                <a16:creationId xmlns:a16="http://schemas.microsoft.com/office/drawing/2014/main" id="{2A7065C9-92E3-6B9B-9ACA-AEB5C23862DE}"/>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sp>
        <p:nvSpPr>
          <p:cNvPr id="9" name="Полилиния: фигура 8">
            <a:extLst>
              <a:ext uri="{FF2B5EF4-FFF2-40B4-BE49-F238E27FC236}">
                <a16:creationId xmlns:a16="http://schemas.microsoft.com/office/drawing/2014/main" id="{0832DE9F-07AB-D3EB-D833-C1DC910E0CE8}"/>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5" name="Объект 2">
            <a:extLst>
              <a:ext uri="{FF2B5EF4-FFF2-40B4-BE49-F238E27FC236}">
                <a16:creationId xmlns:a16="http://schemas.microsoft.com/office/drawing/2014/main" id="{9273FEED-185C-3EDE-5702-91BFF3386CA4}"/>
              </a:ext>
            </a:extLst>
          </p:cNvPr>
          <p:cNvSpPr>
            <a:spLocks noGrp="1"/>
          </p:cNvSpPr>
          <p:nvPr>
            <p:ph idx="1"/>
          </p:nvPr>
        </p:nvSpPr>
        <p:spPr>
          <a:xfrm>
            <a:off x="639763" y="1520824"/>
            <a:ext cx="10910887" cy="4741864"/>
          </a:xfrm>
        </p:spPr>
        <p:txBody>
          <a:bodyPr/>
          <a:lstStyle>
            <a:lvl1pPr>
              <a:lnSpc>
                <a:spcPct val="100000"/>
              </a:lnSpc>
              <a:spcAft>
                <a:spcPts val="1200"/>
              </a:spcAft>
              <a:defRPr sz="2400">
                <a:solidFill>
                  <a:schemeClr val="bg2"/>
                </a:solidFill>
              </a:defRPr>
            </a:lvl1pPr>
            <a:lvl2pPr>
              <a:lnSpc>
                <a:spcPct val="100000"/>
              </a:lnSpc>
              <a:spcAft>
                <a:spcPts val="1200"/>
              </a:spcAft>
              <a:defRPr sz="2400">
                <a:solidFill>
                  <a:schemeClr val="bg2"/>
                </a:solidFill>
              </a:defRPr>
            </a:lvl2pPr>
            <a:lvl3pPr>
              <a:lnSpc>
                <a:spcPct val="100000"/>
              </a:lnSpc>
              <a:spcAft>
                <a:spcPts val="1200"/>
              </a:spcAft>
              <a:defRPr sz="2400">
                <a:solidFill>
                  <a:schemeClr val="bg2"/>
                </a:solidFill>
              </a:defRPr>
            </a:lvl3pPr>
            <a:lvl4pPr>
              <a:lnSpc>
                <a:spcPct val="100000"/>
              </a:lnSpc>
              <a:spcAft>
                <a:spcPts val="1200"/>
              </a:spcAft>
              <a:defRPr sz="2400">
                <a:solidFill>
                  <a:schemeClr val="bg2"/>
                </a:solidFill>
              </a:defRPr>
            </a:lvl4pPr>
            <a:lvl5pPr>
              <a:lnSpc>
                <a:spcPct val="100000"/>
              </a:lnSpc>
              <a:spcAft>
                <a:spcPts val="1200"/>
              </a:spcAft>
              <a:defRPr sz="2400">
                <a:solidFill>
                  <a:schemeClr val="bg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Заголовок 1">
            <a:extLst>
              <a:ext uri="{FF2B5EF4-FFF2-40B4-BE49-F238E27FC236}">
                <a16:creationId xmlns:a16="http://schemas.microsoft.com/office/drawing/2014/main" id="{A9C77C2E-E1B8-8A5D-636C-B20627EF0441}"/>
              </a:ext>
            </a:extLst>
          </p:cNvPr>
          <p:cNvSpPr>
            <a:spLocks noGrp="1"/>
          </p:cNvSpPr>
          <p:nvPr>
            <p:ph type="title" hasCustomPrompt="1"/>
          </p:nvPr>
        </p:nvSpPr>
        <p:spPr>
          <a:xfrm>
            <a:off x="635099" y="420493"/>
            <a:ext cx="10910888" cy="783155"/>
          </a:xfrm>
          <a:prstGeom prst="rect">
            <a:avLst/>
          </a:prstGeom>
        </p:spPr>
        <p:txBody>
          <a:bodyPr vert="horz" lIns="0" tIns="0" rIns="0" bIns="0" rtlCol="0" anchor="t">
            <a:noAutofit/>
          </a:bodyPr>
          <a:lstStyle>
            <a:lvl1pPr>
              <a:lnSpc>
                <a:spcPct val="82000"/>
              </a:lnSpc>
              <a:defRPr sz="4400" spc="-30" baseline="0">
                <a:solidFill>
                  <a:schemeClr val="bg2"/>
                </a:solidFill>
              </a:defRPr>
            </a:lvl1pPr>
          </a:lstStyle>
          <a:p>
            <a:r>
              <a:rPr lang="ru-RU" dirty="0"/>
              <a:t>Заголовок слайда в 1 строку</a:t>
            </a:r>
          </a:p>
        </p:txBody>
      </p:sp>
      <p:sp>
        <p:nvSpPr>
          <p:cNvPr id="45" name="Нижний колонтитул 4">
            <a:extLst>
              <a:ext uri="{FF2B5EF4-FFF2-40B4-BE49-F238E27FC236}">
                <a16:creationId xmlns:a16="http://schemas.microsoft.com/office/drawing/2014/main" id="{BB60365F-9985-4863-BE23-51F9F1ABEFD7}"/>
              </a:ext>
            </a:extLst>
          </p:cNvPr>
          <p:cNvSpPr>
            <a:spLocks noGrp="1"/>
          </p:cNvSpPr>
          <p:nvPr>
            <p:ph type="ftr" sz="quarter" idx="11"/>
          </p:nvPr>
        </p:nvSpPr>
        <p:spPr>
          <a:xfrm>
            <a:off x="2457450" y="6465021"/>
            <a:ext cx="7272000" cy="144500"/>
          </a:xfrm>
        </p:spPr>
        <p:txBody>
          <a:bodyPr vert="horz" lIns="0" tIns="0" rIns="0" bIns="0" rtlCol="0" anchor="b"/>
          <a:lstStyle>
            <a:lvl1pPr>
              <a:defRPr lang="ru-RU" dirty="0">
                <a:solidFill>
                  <a:schemeClr val="accent6">
                    <a:lumMod val="60000"/>
                    <a:lumOff val="40000"/>
                  </a:schemeClr>
                </a:solidFill>
              </a:defRPr>
            </a:lvl1pPr>
          </a:lstStyle>
          <a:p>
            <a:endParaRPr lang="ru-RU"/>
          </a:p>
        </p:txBody>
      </p:sp>
      <p:sp>
        <p:nvSpPr>
          <p:cNvPr id="47" name="Рисунок 16">
            <a:extLst>
              <a:ext uri="{FF2B5EF4-FFF2-40B4-BE49-F238E27FC236}">
                <a16:creationId xmlns:a16="http://schemas.microsoft.com/office/drawing/2014/main" id="{85E940D0-3ACE-4D2F-9914-1F6D73CA33EB}"/>
              </a:ext>
            </a:extLst>
          </p:cNvPr>
          <p:cNvSpPr>
            <a:spLocks noChangeAspect="1"/>
          </p:cNvSpPr>
          <p:nvPr userDrawn="1"/>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2"/>
          </a:solidFill>
          <a:ln w="9525" cap="flat">
            <a:noFill/>
            <a:prstDash val="solid"/>
            <a:miter/>
          </a:ln>
        </p:spPr>
        <p:txBody>
          <a:bodyPr rtlCol="0" anchor="ctr"/>
          <a:lstStyle/>
          <a:p>
            <a:endParaRPr lang="ru-RU"/>
          </a:p>
        </p:txBody>
      </p:sp>
      <p:sp>
        <p:nvSpPr>
          <p:cNvPr id="50" name="Прямоугольник: скругленные углы 49">
            <a:extLst>
              <a:ext uri="{FF2B5EF4-FFF2-40B4-BE49-F238E27FC236}">
                <a16:creationId xmlns:a16="http://schemas.microsoft.com/office/drawing/2014/main" id="{F9D50524-5C58-45D7-A33F-F6C080F02379}"/>
              </a:ext>
            </a:extLst>
          </p:cNvPr>
          <p:cNvSpPr/>
          <p:nvPr userDrawn="1"/>
        </p:nvSpPr>
        <p:spPr>
          <a:xfrm>
            <a:off x="-2138458" y="3125312"/>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скругленные верхние углы 62">
            <a:extLst>
              <a:ext uri="{FF2B5EF4-FFF2-40B4-BE49-F238E27FC236}">
                <a16:creationId xmlns:a16="http://schemas.microsoft.com/office/drawing/2014/main" id="{C3159E84-AD5B-42AE-A1D8-F40ABDFF1E09}"/>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68" name="TextBox 67">
            <a:extLst>
              <a:ext uri="{FF2B5EF4-FFF2-40B4-BE49-F238E27FC236}">
                <a16:creationId xmlns:a16="http://schemas.microsoft.com/office/drawing/2014/main" id="{E8B60175-611D-42D2-BAE6-5C43B2A058F3}"/>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69" name="Прямоугольник: скругленные углы 68">
            <a:extLst>
              <a:ext uri="{FF2B5EF4-FFF2-40B4-BE49-F238E27FC236}">
                <a16:creationId xmlns:a16="http://schemas.microsoft.com/office/drawing/2014/main" id="{E1931258-B99A-4C11-B127-47651758142B}"/>
              </a:ext>
            </a:extLst>
          </p:cNvPr>
          <p:cNvSpPr/>
          <p:nvPr/>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70" name="Прямоугольник: скругленные углы 69">
            <a:extLst>
              <a:ext uri="{FF2B5EF4-FFF2-40B4-BE49-F238E27FC236}">
                <a16:creationId xmlns:a16="http://schemas.microsoft.com/office/drawing/2014/main" id="{660F7947-C06B-4A8E-B8BD-6990F324EE34}"/>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TextBox 70">
            <a:extLst>
              <a:ext uri="{FF2B5EF4-FFF2-40B4-BE49-F238E27FC236}">
                <a16:creationId xmlns:a16="http://schemas.microsoft.com/office/drawing/2014/main" id="{CEC660F8-3181-47BC-BA60-8EC93EF20B68}"/>
              </a:ext>
            </a:extLst>
          </p:cNvPr>
          <p:cNvSpPr txBox="1"/>
          <p:nvPr/>
        </p:nvSpPr>
        <p:spPr>
          <a:xfrm>
            <a:off x="-2003446" y="3935644"/>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72" name="Прямоугольник: скругленные углы 71">
            <a:extLst>
              <a:ext uri="{FF2B5EF4-FFF2-40B4-BE49-F238E27FC236}">
                <a16:creationId xmlns:a16="http://schemas.microsoft.com/office/drawing/2014/main" id="{979CDB8A-211A-4614-9889-4AF60BF6DDEA}"/>
              </a:ext>
            </a:extLst>
          </p:cNvPr>
          <p:cNvSpPr/>
          <p:nvPr userDrawn="1"/>
        </p:nvSpPr>
        <p:spPr>
          <a:xfrm>
            <a:off x="-2004963" y="4131199"/>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TextBox 72">
            <a:extLst>
              <a:ext uri="{FF2B5EF4-FFF2-40B4-BE49-F238E27FC236}">
                <a16:creationId xmlns:a16="http://schemas.microsoft.com/office/drawing/2014/main" id="{3716B6BC-C709-42C3-A5F1-FF1F39DC1FB9}"/>
              </a:ext>
            </a:extLst>
          </p:cNvPr>
          <p:cNvSpPr txBox="1"/>
          <p:nvPr/>
        </p:nvSpPr>
        <p:spPr>
          <a:xfrm>
            <a:off x="-2003446" y="4451492"/>
            <a:ext cx="1638525" cy="171623"/>
          </a:xfrm>
          <a:prstGeom prst="rect">
            <a:avLst/>
          </a:prstGeom>
          <a:noFill/>
        </p:spPr>
        <p:txBody>
          <a:bodyPr wrap="square" lIns="0" tIns="0" rIns="0" bIns="0" rtlCol="0">
            <a:noAutofit/>
          </a:bodyPr>
          <a:lstStyle/>
          <a:p>
            <a:pPr algn="l"/>
            <a:r>
              <a:rPr lang="ru-RU" sz="1000"/>
              <a:t>Цвета маленьких плашек</a:t>
            </a:r>
          </a:p>
        </p:txBody>
      </p:sp>
      <p:sp>
        <p:nvSpPr>
          <p:cNvPr id="74" name="Прямоугольник: скругленные углы 73">
            <a:extLst>
              <a:ext uri="{FF2B5EF4-FFF2-40B4-BE49-F238E27FC236}">
                <a16:creationId xmlns:a16="http://schemas.microsoft.com/office/drawing/2014/main" id="{A2E48119-B219-46C0-BD01-F0A5D2E771D1}"/>
              </a:ext>
            </a:extLst>
          </p:cNvPr>
          <p:cNvSpPr/>
          <p:nvPr/>
        </p:nvSpPr>
        <p:spPr>
          <a:xfrm>
            <a:off x="-1739900" y="5160199"/>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скругленные углы 74">
            <a:extLst>
              <a:ext uri="{FF2B5EF4-FFF2-40B4-BE49-F238E27FC236}">
                <a16:creationId xmlns:a16="http://schemas.microsoft.com/office/drawing/2014/main" id="{78EE6AFC-059A-49C8-8B0D-2C77902C05A6}"/>
              </a:ext>
            </a:extLst>
          </p:cNvPr>
          <p:cNvSpPr/>
          <p:nvPr/>
        </p:nvSpPr>
        <p:spPr>
          <a:xfrm>
            <a:off x="-1474837" y="5160199"/>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6" name="Прямоугольник: скругленные углы 75">
            <a:extLst>
              <a:ext uri="{FF2B5EF4-FFF2-40B4-BE49-F238E27FC236}">
                <a16:creationId xmlns:a16="http://schemas.microsoft.com/office/drawing/2014/main" id="{127FFEB7-04CE-40C4-B6B7-ABC454B8AD6F}"/>
              </a:ext>
            </a:extLst>
          </p:cNvPr>
          <p:cNvSpPr/>
          <p:nvPr/>
        </p:nvSpPr>
        <p:spPr>
          <a:xfrm>
            <a:off x="-2004963" y="5160199"/>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TextBox 76">
            <a:extLst>
              <a:ext uri="{FF2B5EF4-FFF2-40B4-BE49-F238E27FC236}">
                <a16:creationId xmlns:a16="http://schemas.microsoft.com/office/drawing/2014/main" id="{005A01AA-FBD2-44DF-8139-CA80BB9CE0BA}"/>
              </a:ext>
            </a:extLst>
          </p:cNvPr>
          <p:cNvSpPr txBox="1"/>
          <p:nvPr/>
        </p:nvSpPr>
        <p:spPr>
          <a:xfrm>
            <a:off x="-2003446" y="4973480"/>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78" name="Прямоугольник: скругленные углы 77">
            <a:extLst>
              <a:ext uri="{FF2B5EF4-FFF2-40B4-BE49-F238E27FC236}">
                <a16:creationId xmlns:a16="http://schemas.microsoft.com/office/drawing/2014/main" id="{C53F0A5F-1D8A-49FD-B043-05E3D9C4AF62}"/>
              </a:ext>
            </a:extLst>
          </p:cNvPr>
          <p:cNvSpPr/>
          <p:nvPr/>
        </p:nvSpPr>
        <p:spPr>
          <a:xfrm>
            <a:off x="-2004963" y="4646897"/>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9" name="Прямоугольник: скругленные углы 78">
            <a:extLst>
              <a:ext uri="{FF2B5EF4-FFF2-40B4-BE49-F238E27FC236}">
                <a16:creationId xmlns:a16="http://schemas.microsoft.com/office/drawing/2014/main" id="{BD1A0AF7-6A2D-4EA0-B3A1-B3A3339E40A9}"/>
              </a:ext>
            </a:extLst>
          </p:cNvPr>
          <p:cNvSpPr/>
          <p:nvPr/>
        </p:nvSpPr>
        <p:spPr>
          <a:xfrm>
            <a:off x="-1740264" y="4646897"/>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Прямоугольник: скругленные углы 83">
            <a:extLst>
              <a:ext uri="{FF2B5EF4-FFF2-40B4-BE49-F238E27FC236}">
                <a16:creationId xmlns:a16="http://schemas.microsoft.com/office/drawing/2014/main" id="{EC1270E4-5AEF-4DD4-ACEA-D943F8092C90}"/>
              </a:ext>
            </a:extLst>
          </p:cNvPr>
          <p:cNvSpPr/>
          <p:nvPr/>
        </p:nvSpPr>
        <p:spPr>
          <a:xfrm>
            <a:off x="-944711" y="5160199"/>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Прямоугольник: скругленные углы 84">
            <a:extLst>
              <a:ext uri="{FF2B5EF4-FFF2-40B4-BE49-F238E27FC236}">
                <a16:creationId xmlns:a16="http://schemas.microsoft.com/office/drawing/2014/main" id="{F233F55B-3FB3-4D36-9901-A04BCD7F875D}"/>
              </a:ext>
            </a:extLst>
          </p:cNvPr>
          <p:cNvSpPr/>
          <p:nvPr/>
        </p:nvSpPr>
        <p:spPr>
          <a:xfrm>
            <a:off x="-679648" y="5160199"/>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6" name="Прямоугольник: скругленные углы 85">
            <a:extLst>
              <a:ext uri="{FF2B5EF4-FFF2-40B4-BE49-F238E27FC236}">
                <a16:creationId xmlns:a16="http://schemas.microsoft.com/office/drawing/2014/main" id="{B9E85A34-6AF0-48A7-9A96-22B3FE9FF116}"/>
              </a:ext>
            </a:extLst>
          </p:cNvPr>
          <p:cNvSpPr/>
          <p:nvPr/>
        </p:nvSpPr>
        <p:spPr>
          <a:xfrm>
            <a:off x="-1209774" y="5160199"/>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Прямоугольник: скругленные верхние углы 86">
            <a:extLst>
              <a:ext uri="{FF2B5EF4-FFF2-40B4-BE49-F238E27FC236}">
                <a16:creationId xmlns:a16="http://schemas.microsoft.com/office/drawing/2014/main" id="{6F6A037C-7409-4D00-B827-669656E73B13}"/>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endParaRPr lang="ru-RU" sz="1100" b="1" dirty="0">
              <a:solidFill>
                <a:schemeClr val="tx1"/>
              </a:solidFill>
            </a:endParaRPr>
          </a:p>
        </p:txBody>
      </p:sp>
      <p:sp>
        <p:nvSpPr>
          <p:cNvPr id="88" name="TextBox 87">
            <a:extLst>
              <a:ext uri="{FF2B5EF4-FFF2-40B4-BE49-F238E27FC236}">
                <a16:creationId xmlns:a16="http://schemas.microsoft.com/office/drawing/2014/main" id="{1431C57E-3B61-401B-A01F-5B57D627081C}"/>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89" name="Прямоугольник: скругленные углы 88">
            <a:extLst>
              <a:ext uri="{FF2B5EF4-FFF2-40B4-BE49-F238E27FC236}">
                <a16:creationId xmlns:a16="http://schemas.microsoft.com/office/drawing/2014/main" id="{416DFEB7-52A2-4128-8CCD-1D519DEE856C}"/>
              </a:ext>
            </a:extLst>
          </p:cNvPr>
          <p:cNvSpPr/>
          <p:nvPr/>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90" name="Прямоугольник: скругленные углы 89">
            <a:extLst>
              <a:ext uri="{FF2B5EF4-FFF2-40B4-BE49-F238E27FC236}">
                <a16:creationId xmlns:a16="http://schemas.microsoft.com/office/drawing/2014/main" id="{9C2B3C85-5C22-4EBE-B60F-318719E12885}"/>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Прямоугольник: скругленные углы 91">
            <a:extLst>
              <a:ext uri="{FF2B5EF4-FFF2-40B4-BE49-F238E27FC236}">
                <a16:creationId xmlns:a16="http://schemas.microsoft.com/office/drawing/2014/main" id="{240AD146-AB1F-43ED-8987-CA4913DF3A69}"/>
              </a:ext>
            </a:extLst>
          </p:cNvPr>
          <p:cNvSpPr/>
          <p:nvPr userDrawn="1"/>
        </p:nvSpPr>
        <p:spPr>
          <a:xfrm>
            <a:off x="-1741874" y="4131199"/>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Прямоугольник: скругленные углы 45">
            <a:extLst>
              <a:ext uri="{FF2B5EF4-FFF2-40B4-BE49-F238E27FC236}">
                <a16:creationId xmlns:a16="http://schemas.microsoft.com/office/drawing/2014/main" id="{C9E2E955-149C-409E-89BD-0ED8B95528D0}"/>
              </a:ext>
            </a:extLst>
          </p:cNvPr>
          <p:cNvSpPr/>
          <p:nvPr userDrawn="1"/>
        </p:nvSpPr>
        <p:spPr>
          <a:xfrm>
            <a:off x="-2138458" y="3172446"/>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Прямоугольник: скругленные верхние углы 48">
            <a:extLst>
              <a:ext uri="{FF2B5EF4-FFF2-40B4-BE49-F238E27FC236}">
                <a16:creationId xmlns:a16="http://schemas.microsoft.com/office/drawing/2014/main" id="{8D42BB39-5B3F-4367-B0D7-3A3477A1AC07}"/>
              </a:ext>
            </a:extLst>
          </p:cNvPr>
          <p:cNvSpPr/>
          <p:nvPr userDrawn="1"/>
        </p:nvSpPr>
        <p:spPr>
          <a:xfrm>
            <a:off x="-2136930" y="3117581"/>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51" name="TextBox 50">
            <a:extLst>
              <a:ext uri="{FF2B5EF4-FFF2-40B4-BE49-F238E27FC236}">
                <a16:creationId xmlns:a16="http://schemas.microsoft.com/office/drawing/2014/main" id="{954AF3EB-9D82-4150-B5E8-F6EDC8BCE804}"/>
              </a:ext>
            </a:extLst>
          </p:cNvPr>
          <p:cNvSpPr txBox="1"/>
          <p:nvPr userDrawn="1"/>
        </p:nvSpPr>
        <p:spPr>
          <a:xfrm>
            <a:off x="-2003446" y="3459373"/>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52" name="Прямоугольник: скругленные углы 51">
            <a:extLst>
              <a:ext uri="{FF2B5EF4-FFF2-40B4-BE49-F238E27FC236}">
                <a16:creationId xmlns:a16="http://schemas.microsoft.com/office/drawing/2014/main" id="{538D3F79-E55C-440F-B4C9-6C5E156473EF}"/>
              </a:ext>
            </a:extLst>
          </p:cNvPr>
          <p:cNvSpPr/>
          <p:nvPr userDrawn="1"/>
        </p:nvSpPr>
        <p:spPr>
          <a:xfrm>
            <a:off x="-2004344" y="3658766"/>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53" name="Прямоугольник: скругленные углы 52">
            <a:extLst>
              <a:ext uri="{FF2B5EF4-FFF2-40B4-BE49-F238E27FC236}">
                <a16:creationId xmlns:a16="http://schemas.microsoft.com/office/drawing/2014/main" id="{F883D18D-C26F-42A2-BD82-626408ABDD7F}"/>
              </a:ext>
            </a:extLst>
          </p:cNvPr>
          <p:cNvSpPr/>
          <p:nvPr userDrawn="1"/>
        </p:nvSpPr>
        <p:spPr>
          <a:xfrm>
            <a:off x="-1738339" y="3658766"/>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TextBox 53">
            <a:extLst>
              <a:ext uri="{FF2B5EF4-FFF2-40B4-BE49-F238E27FC236}">
                <a16:creationId xmlns:a16="http://schemas.microsoft.com/office/drawing/2014/main" id="{28EB10E6-CC11-4C23-A1F9-139503EB2D6E}"/>
              </a:ext>
            </a:extLst>
          </p:cNvPr>
          <p:cNvSpPr txBox="1"/>
          <p:nvPr userDrawn="1"/>
        </p:nvSpPr>
        <p:spPr>
          <a:xfrm>
            <a:off x="-2003446" y="3982778"/>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55" name="Прямоугольник: скругленные углы 54">
            <a:extLst>
              <a:ext uri="{FF2B5EF4-FFF2-40B4-BE49-F238E27FC236}">
                <a16:creationId xmlns:a16="http://schemas.microsoft.com/office/drawing/2014/main" id="{44E1D0D9-0B23-4442-8756-2337DEE71715}"/>
              </a:ext>
            </a:extLst>
          </p:cNvPr>
          <p:cNvSpPr/>
          <p:nvPr userDrawn="1"/>
        </p:nvSpPr>
        <p:spPr>
          <a:xfrm>
            <a:off x="-2004963" y="4178333"/>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TextBox 55">
            <a:extLst>
              <a:ext uri="{FF2B5EF4-FFF2-40B4-BE49-F238E27FC236}">
                <a16:creationId xmlns:a16="http://schemas.microsoft.com/office/drawing/2014/main" id="{DEB2A314-2784-4877-A151-C1A031627DE0}"/>
              </a:ext>
            </a:extLst>
          </p:cNvPr>
          <p:cNvSpPr txBox="1"/>
          <p:nvPr userDrawn="1"/>
        </p:nvSpPr>
        <p:spPr>
          <a:xfrm>
            <a:off x="-2003446" y="4498626"/>
            <a:ext cx="1638525" cy="171623"/>
          </a:xfrm>
          <a:prstGeom prst="rect">
            <a:avLst/>
          </a:prstGeom>
          <a:noFill/>
        </p:spPr>
        <p:txBody>
          <a:bodyPr wrap="square" lIns="0" tIns="0" rIns="0" bIns="0" rtlCol="0">
            <a:noAutofit/>
          </a:bodyPr>
          <a:lstStyle/>
          <a:p>
            <a:pPr algn="l"/>
            <a:r>
              <a:rPr lang="ru-RU" sz="1000"/>
              <a:t>Цвета маленьких плашек</a:t>
            </a:r>
          </a:p>
        </p:txBody>
      </p:sp>
      <p:sp>
        <p:nvSpPr>
          <p:cNvPr id="57" name="Прямоугольник: скругленные углы 56">
            <a:extLst>
              <a:ext uri="{FF2B5EF4-FFF2-40B4-BE49-F238E27FC236}">
                <a16:creationId xmlns:a16="http://schemas.microsoft.com/office/drawing/2014/main" id="{238A71B3-BDAF-4997-B0DD-EBF4D4C9DC0F}"/>
              </a:ext>
            </a:extLst>
          </p:cNvPr>
          <p:cNvSpPr/>
          <p:nvPr userDrawn="1"/>
        </p:nvSpPr>
        <p:spPr>
          <a:xfrm>
            <a:off x="-1739900" y="5207333"/>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Прямоугольник: скругленные углы 57">
            <a:extLst>
              <a:ext uri="{FF2B5EF4-FFF2-40B4-BE49-F238E27FC236}">
                <a16:creationId xmlns:a16="http://schemas.microsoft.com/office/drawing/2014/main" id="{49A0250B-6DF9-4009-B606-52117CA31472}"/>
              </a:ext>
            </a:extLst>
          </p:cNvPr>
          <p:cNvSpPr/>
          <p:nvPr userDrawn="1"/>
        </p:nvSpPr>
        <p:spPr>
          <a:xfrm>
            <a:off x="-1474837" y="5207333"/>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Прямоугольник: скругленные углы 58">
            <a:extLst>
              <a:ext uri="{FF2B5EF4-FFF2-40B4-BE49-F238E27FC236}">
                <a16:creationId xmlns:a16="http://schemas.microsoft.com/office/drawing/2014/main" id="{C79865AE-A2DA-4151-B632-3C356CE8DFE9}"/>
              </a:ext>
            </a:extLst>
          </p:cNvPr>
          <p:cNvSpPr/>
          <p:nvPr userDrawn="1"/>
        </p:nvSpPr>
        <p:spPr>
          <a:xfrm>
            <a:off x="-2004963" y="5207333"/>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0" name="TextBox 59">
            <a:extLst>
              <a:ext uri="{FF2B5EF4-FFF2-40B4-BE49-F238E27FC236}">
                <a16:creationId xmlns:a16="http://schemas.microsoft.com/office/drawing/2014/main" id="{A21AA852-0AB0-4A1F-A8C7-C38CE09EB2E9}"/>
              </a:ext>
            </a:extLst>
          </p:cNvPr>
          <p:cNvSpPr txBox="1"/>
          <p:nvPr userDrawn="1"/>
        </p:nvSpPr>
        <p:spPr>
          <a:xfrm>
            <a:off x="-2003446" y="5020614"/>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61" name="Прямоугольник: скругленные углы 60">
            <a:extLst>
              <a:ext uri="{FF2B5EF4-FFF2-40B4-BE49-F238E27FC236}">
                <a16:creationId xmlns:a16="http://schemas.microsoft.com/office/drawing/2014/main" id="{1B4A11EB-39DB-422F-B4DB-569330DDBE48}"/>
              </a:ext>
            </a:extLst>
          </p:cNvPr>
          <p:cNvSpPr/>
          <p:nvPr userDrawn="1"/>
        </p:nvSpPr>
        <p:spPr>
          <a:xfrm>
            <a:off x="-2004963" y="4694031"/>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скругленные углы 63">
            <a:extLst>
              <a:ext uri="{FF2B5EF4-FFF2-40B4-BE49-F238E27FC236}">
                <a16:creationId xmlns:a16="http://schemas.microsoft.com/office/drawing/2014/main" id="{7F83D8BB-D192-427F-964E-884A020AB24F}"/>
              </a:ext>
            </a:extLst>
          </p:cNvPr>
          <p:cNvSpPr/>
          <p:nvPr userDrawn="1"/>
        </p:nvSpPr>
        <p:spPr>
          <a:xfrm>
            <a:off x="-1740264" y="4694031"/>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5" name="Прямоугольник: скругленные углы 94">
            <a:extLst>
              <a:ext uri="{FF2B5EF4-FFF2-40B4-BE49-F238E27FC236}">
                <a16:creationId xmlns:a16="http://schemas.microsoft.com/office/drawing/2014/main" id="{CD323754-E622-44EB-BF88-4A161D0FDD11}"/>
              </a:ext>
            </a:extLst>
          </p:cNvPr>
          <p:cNvSpPr/>
          <p:nvPr userDrawn="1"/>
        </p:nvSpPr>
        <p:spPr>
          <a:xfrm>
            <a:off x="-944711" y="5207333"/>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6" name="Прямоугольник: скругленные углы 95">
            <a:extLst>
              <a:ext uri="{FF2B5EF4-FFF2-40B4-BE49-F238E27FC236}">
                <a16:creationId xmlns:a16="http://schemas.microsoft.com/office/drawing/2014/main" id="{0E4A2DBF-A11F-494B-82C1-814202DBF044}"/>
              </a:ext>
            </a:extLst>
          </p:cNvPr>
          <p:cNvSpPr/>
          <p:nvPr userDrawn="1"/>
        </p:nvSpPr>
        <p:spPr>
          <a:xfrm>
            <a:off x="-679648" y="5207333"/>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7" name="Прямоугольник: скругленные углы 96">
            <a:extLst>
              <a:ext uri="{FF2B5EF4-FFF2-40B4-BE49-F238E27FC236}">
                <a16:creationId xmlns:a16="http://schemas.microsoft.com/office/drawing/2014/main" id="{B5D03B8B-B807-423B-98F5-339FC07EB048}"/>
              </a:ext>
            </a:extLst>
          </p:cNvPr>
          <p:cNvSpPr/>
          <p:nvPr userDrawn="1"/>
        </p:nvSpPr>
        <p:spPr>
          <a:xfrm>
            <a:off x="-1209774" y="5207333"/>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8" name="Прямоугольник: скругленные верхние углы 97">
            <a:extLst>
              <a:ext uri="{FF2B5EF4-FFF2-40B4-BE49-F238E27FC236}">
                <a16:creationId xmlns:a16="http://schemas.microsoft.com/office/drawing/2014/main" id="{0CC3A4BD-826F-45D1-89EA-41C1B8F17DA1}"/>
              </a:ext>
            </a:extLst>
          </p:cNvPr>
          <p:cNvSpPr/>
          <p:nvPr userDrawn="1"/>
        </p:nvSpPr>
        <p:spPr>
          <a:xfrm>
            <a:off x="-2136930" y="3117581"/>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endParaRPr lang="ru-RU" sz="1100" b="1" dirty="0">
              <a:solidFill>
                <a:schemeClr val="tx1"/>
              </a:solidFill>
            </a:endParaRPr>
          </a:p>
        </p:txBody>
      </p:sp>
      <p:sp>
        <p:nvSpPr>
          <p:cNvPr id="99" name="TextBox 98">
            <a:extLst>
              <a:ext uri="{FF2B5EF4-FFF2-40B4-BE49-F238E27FC236}">
                <a16:creationId xmlns:a16="http://schemas.microsoft.com/office/drawing/2014/main" id="{33DB773E-1ACD-4FEB-9566-8E04F8818950}"/>
              </a:ext>
            </a:extLst>
          </p:cNvPr>
          <p:cNvSpPr txBox="1"/>
          <p:nvPr userDrawn="1"/>
        </p:nvSpPr>
        <p:spPr>
          <a:xfrm>
            <a:off x="-2003446" y="3459373"/>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100" name="Прямоугольник: скругленные углы 99">
            <a:extLst>
              <a:ext uri="{FF2B5EF4-FFF2-40B4-BE49-F238E27FC236}">
                <a16:creationId xmlns:a16="http://schemas.microsoft.com/office/drawing/2014/main" id="{ED6BC81E-4215-499E-A653-BD2F103BD0CA}"/>
              </a:ext>
            </a:extLst>
          </p:cNvPr>
          <p:cNvSpPr/>
          <p:nvPr userDrawn="1"/>
        </p:nvSpPr>
        <p:spPr>
          <a:xfrm>
            <a:off x="-2004344" y="3658766"/>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01" name="Прямоугольник: скругленные углы 100">
            <a:extLst>
              <a:ext uri="{FF2B5EF4-FFF2-40B4-BE49-F238E27FC236}">
                <a16:creationId xmlns:a16="http://schemas.microsoft.com/office/drawing/2014/main" id="{5A6F0BEE-CFAA-4355-86B1-815649EB06A3}"/>
              </a:ext>
            </a:extLst>
          </p:cNvPr>
          <p:cNvSpPr/>
          <p:nvPr userDrawn="1"/>
        </p:nvSpPr>
        <p:spPr>
          <a:xfrm>
            <a:off x="-1738339" y="3658766"/>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Прямоугольник: скругленные углы 102">
            <a:extLst>
              <a:ext uri="{FF2B5EF4-FFF2-40B4-BE49-F238E27FC236}">
                <a16:creationId xmlns:a16="http://schemas.microsoft.com/office/drawing/2014/main" id="{AA0E3482-7A93-407C-8439-D5F2927AA19D}"/>
              </a:ext>
            </a:extLst>
          </p:cNvPr>
          <p:cNvSpPr/>
          <p:nvPr userDrawn="1"/>
        </p:nvSpPr>
        <p:spPr>
          <a:xfrm>
            <a:off x="-1741874" y="4178333"/>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929001773"/>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mpty_colored">
    <p:bg>
      <p:bgPr>
        <a:solidFill>
          <a:schemeClr val="accent4"/>
        </a:solidFill>
        <a:effectLst/>
      </p:bgPr>
    </p:bg>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9C6A208F-2A8F-8640-1889-7EF39898754B}"/>
              </a:ext>
            </a:extLst>
          </p:cNvPr>
          <p:cNvGraphicFramePr>
            <a:graphicFrameLocks noChangeAspect="1"/>
          </p:cNvGraphicFramePr>
          <p:nvPr>
            <p:custDataLst>
              <p:tags r:id="rId2"/>
            </p:custDataLst>
            <p:extLst>
              <p:ext uri="{D42A27DB-BD31-4B8C-83A1-F6EECF244321}">
                <p14:modId xmlns:p14="http://schemas.microsoft.com/office/powerpoint/2010/main" val="32565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434" name="Слайд think-cell" r:id="rId4" imgW="233" imgH="233" progId="TCLayout.ActiveDocument.1">
                  <p:embed/>
                </p:oleObj>
              </mc:Choice>
              <mc:Fallback>
                <p:oleObj name="Слайд think-cell" r:id="rId4" imgW="233" imgH="233" progId="TCLayout.ActiveDocument.1">
                  <p:embed/>
                  <p:pic>
                    <p:nvPicPr>
                      <p:cNvPr id="8" name="Объект 7" hidden="1">
                        <a:extLst>
                          <a:ext uri="{FF2B5EF4-FFF2-40B4-BE49-F238E27FC236}">
                            <a16:creationId xmlns:a16="http://schemas.microsoft.com/office/drawing/2014/main" id="{9C6A208F-2A8F-8640-1889-7EF39898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Прямоугольник: скругленные углы 34">
            <a:extLst>
              <a:ext uri="{FF2B5EF4-FFF2-40B4-BE49-F238E27FC236}">
                <a16:creationId xmlns:a16="http://schemas.microsoft.com/office/drawing/2014/main" id="{C9800CF7-ABC5-B2F5-0454-607E6375863B}"/>
              </a:ext>
            </a:extLst>
          </p:cNvPr>
          <p:cNvSpPr/>
          <p:nvPr/>
        </p:nvSpPr>
        <p:spPr>
          <a:xfrm>
            <a:off x="-2138458" y="54865"/>
            <a:ext cx="1928241" cy="2826069"/>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Прямоугольник: скругленные верхние углы 35">
            <a:extLst>
              <a:ext uri="{FF2B5EF4-FFF2-40B4-BE49-F238E27FC236}">
                <a16:creationId xmlns:a16="http://schemas.microsoft.com/office/drawing/2014/main" id="{C2940C45-7EC6-0986-B020-2D94E4C01F25}"/>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graphicFrame>
        <p:nvGraphicFramePr>
          <p:cNvPr id="37" name="Таблица 46">
            <a:extLst>
              <a:ext uri="{FF2B5EF4-FFF2-40B4-BE49-F238E27FC236}">
                <a16:creationId xmlns:a16="http://schemas.microsoft.com/office/drawing/2014/main" id="{22E21D68-4F58-F199-36D3-C10450C366FC}"/>
              </a:ext>
            </a:extLst>
          </p:cNvPr>
          <p:cNvGraphicFramePr>
            <a:graphicFrameLocks noGrp="1"/>
          </p:cNvGraphicFramePr>
          <p:nvPr>
            <p:extLst>
              <p:ext uri="{D42A27DB-BD31-4B8C-83A1-F6EECF244321}">
                <p14:modId xmlns:p14="http://schemas.microsoft.com/office/powerpoint/2010/main" val="3020574792"/>
              </p:ext>
            </p:extLst>
          </p:nvPr>
        </p:nvGraphicFramePr>
        <p:xfrm>
          <a:off x="-2046114" y="312643"/>
          <a:ext cx="1958731" cy="2142000"/>
        </p:xfrm>
        <a:graphic>
          <a:graphicData uri="http://schemas.openxmlformats.org/drawingml/2006/table">
            <a:tbl>
              <a:tblPr>
                <a:tableStyleId>{914A2982-056F-4F8E-A7C0-7B2B0B0CB698}</a:tableStyleId>
              </a:tblPr>
              <a:tblGrid>
                <a:gridCol w="532517">
                  <a:extLst>
                    <a:ext uri="{9D8B030D-6E8A-4147-A177-3AD203B41FA5}">
                      <a16:colId xmlns:a16="http://schemas.microsoft.com/office/drawing/2014/main" val="2594385797"/>
                    </a:ext>
                  </a:extLst>
                </a:gridCol>
                <a:gridCol w="1426214">
                  <a:extLst>
                    <a:ext uri="{9D8B030D-6E8A-4147-A177-3AD203B41FA5}">
                      <a16:colId xmlns:a16="http://schemas.microsoft.com/office/drawing/2014/main" val="1017723076"/>
                    </a:ext>
                  </a:extLst>
                </a:gridCol>
              </a:tblGrid>
              <a:tr h="270000">
                <a:tc>
                  <a:txBody>
                    <a:bodyPr/>
                    <a:lstStyle/>
                    <a:p>
                      <a:pPr algn="r"/>
                      <a:r>
                        <a:rPr lang="ru-RU" sz="1200" b="1" dirty="0"/>
                        <a:t>44+</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tc>
                  <a:txBody>
                    <a:bodyPr/>
                    <a:lstStyle/>
                    <a:p>
                      <a:r>
                        <a:rPr lang="ru-RU" sz="1000" b="0" spc="-40" baseline="0" dirty="0"/>
                        <a:t>акцентные цифры</a:t>
                      </a:r>
                    </a:p>
                  </a:txBody>
                  <a:tcPr marL="0" marR="72000" marT="36000" marB="36000">
                    <a:lnL w="0" cmpd="sng">
                      <a:noFill/>
                    </a:lnL>
                    <a:lnR w="0" cmpd="sng">
                      <a:noFill/>
                    </a:lnR>
                    <a:lnT w="1270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2183296657"/>
                  </a:ext>
                </a:extLst>
              </a:tr>
              <a:tr h="396000">
                <a:tc>
                  <a:txBody>
                    <a:bodyPr/>
                    <a:lstStyle/>
                    <a:p>
                      <a:pPr algn="r"/>
                      <a:r>
                        <a:rPr lang="ru-RU" sz="1200" b="1"/>
                        <a:t>32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заголовки и самые </a:t>
                      </a:r>
                      <a:br>
                        <a:rPr lang="ru-RU" sz="1000" spc="-40" baseline="0" dirty="0"/>
                      </a:br>
                      <a:r>
                        <a:rPr lang="ru-RU" sz="1000" spc="-40" baseline="0" dirty="0"/>
                        <a:t>важные данные</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017697917"/>
                  </a:ext>
                </a:extLst>
              </a:tr>
              <a:tr h="270000">
                <a:tc>
                  <a:txBody>
                    <a:bodyPr/>
                    <a:lstStyle/>
                    <a:p>
                      <a:pPr algn="r"/>
                      <a:r>
                        <a:rPr lang="ru-RU" sz="1200" b="1" dirty="0"/>
                        <a:t>24</a:t>
                      </a:r>
                      <a:r>
                        <a:rPr lang="ru-RU" sz="900" b="1" dirty="0"/>
                        <a:t> </a:t>
                      </a:r>
                      <a:r>
                        <a:rPr lang="ru-RU" sz="1200" b="1" dirty="0"/>
                        <a:t>/</a:t>
                      </a:r>
                      <a:r>
                        <a:rPr lang="ru-RU" sz="900" b="1" dirty="0"/>
                        <a:t> </a:t>
                      </a:r>
                      <a:r>
                        <a:rPr lang="ru-RU" sz="1200" b="1" dirty="0"/>
                        <a:t>18</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подзаголовки</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1572780009"/>
                  </a:ext>
                </a:extLst>
              </a:tr>
              <a:tr h="270000">
                <a:tc>
                  <a:txBody>
                    <a:bodyPr/>
                    <a:lstStyle/>
                    <a:p>
                      <a:pPr algn="r"/>
                      <a:r>
                        <a:rPr lang="ru-RU" sz="1200" b="1" dirty="0"/>
                        <a:t>18</a:t>
                      </a:r>
                      <a:r>
                        <a:rPr lang="ru-RU" sz="900" b="1" dirty="0"/>
                        <a:t> </a:t>
                      </a:r>
                      <a:r>
                        <a:rPr lang="ru-RU" sz="1200" b="1" dirty="0"/>
                        <a:t>/</a:t>
                      </a:r>
                      <a:r>
                        <a:rPr lang="ru-RU" sz="900" b="1" dirty="0"/>
                        <a:t> </a:t>
                      </a:r>
                      <a:r>
                        <a:rPr lang="ru-RU" sz="1200" b="1" dirty="0"/>
                        <a:t>14</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t>основной текст</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4240685745"/>
                  </a:ext>
                </a:extLst>
              </a:tr>
              <a:tr h="540000">
                <a:tc>
                  <a:txBody>
                    <a:bodyPr/>
                    <a:lstStyle/>
                    <a:p>
                      <a:pPr algn="r"/>
                      <a:r>
                        <a:rPr lang="ru-RU" sz="1200" b="1" dirty="0">
                          <a:solidFill>
                            <a:schemeClr val="tx1"/>
                          </a:solidFill>
                        </a:rPr>
                        <a:t>14</a:t>
                      </a:r>
                      <a:r>
                        <a:rPr lang="ru-RU" sz="900" b="1" dirty="0">
                          <a:solidFill>
                            <a:schemeClr val="tx1"/>
                          </a:solidFill>
                        </a:rPr>
                        <a:t> </a:t>
                      </a:r>
                      <a:r>
                        <a:rPr lang="ru-RU" sz="1200" b="1" dirty="0">
                          <a:solidFill>
                            <a:schemeClr val="tx1"/>
                          </a:solidFill>
                        </a:rPr>
                        <a:t>/</a:t>
                      </a:r>
                      <a:r>
                        <a:rPr lang="ru-RU" sz="900" b="1" dirty="0">
                          <a:solidFill>
                            <a:schemeClr val="tx1"/>
                          </a:solidFill>
                        </a:rPr>
                        <a:t> </a:t>
                      </a:r>
                      <a:r>
                        <a:rPr lang="ru-RU" sz="1200" b="1" dirty="0">
                          <a:solidFill>
                            <a:schemeClr val="tx1"/>
                          </a:solidFill>
                        </a:rPr>
                        <a:t>12</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второй уровень </a:t>
                      </a:r>
                      <a:br>
                        <a:rPr lang="ru-RU" sz="1000" spc="-40" baseline="0" dirty="0">
                          <a:solidFill>
                            <a:schemeClr val="tx1"/>
                          </a:solidFill>
                        </a:rPr>
                      </a:br>
                      <a:r>
                        <a:rPr lang="ru-RU" sz="1000" spc="-40" baseline="0" dirty="0">
                          <a:solidFill>
                            <a:schemeClr val="tx1"/>
                          </a:solidFill>
                        </a:rPr>
                        <a:t>текста (менее </a:t>
                      </a:r>
                      <a:br>
                        <a:rPr lang="ru-RU" sz="1000" spc="-40" baseline="0" dirty="0">
                          <a:solidFill>
                            <a:schemeClr val="tx1"/>
                          </a:solidFill>
                        </a:rPr>
                      </a:br>
                      <a:r>
                        <a:rPr lang="ru-RU" sz="1000" spc="-40" baseline="0" dirty="0">
                          <a:solidFill>
                            <a:schemeClr val="tx1"/>
                          </a:solidFill>
                        </a:rPr>
                        <a:t>важная информация)</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919974337"/>
                  </a:ext>
                </a:extLst>
              </a:tr>
              <a:tr h="396000">
                <a:tc>
                  <a:txBody>
                    <a:bodyPr/>
                    <a:lstStyle/>
                    <a:p>
                      <a:pPr algn="r"/>
                      <a:r>
                        <a:rPr lang="ru-RU" sz="1200" b="1" dirty="0">
                          <a:solidFill>
                            <a:schemeClr val="tx1"/>
                          </a:solidFill>
                        </a:rPr>
                        <a:t>10</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tc>
                  <a:txBody>
                    <a:bodyPr/>
                    <a:lstStyle/>
                    <a:p>
                      <a:r>
                        <a:rPr lang="ru-RU" sz="1000" spc="-40" baseline="0" dirty="0">
                          <a:solidFill>
                            <a:schemeClr val="tx1"/>
                          </a:solidFill>
                        </a:rPr>
                        <a:t>сноски, пояснения, </a:t>
                      </a:r>
                      <a:br>
                        <a:rPr lang="en-US" sz="1000" spc="-40" baseline="0" dirty="0">
                          <a:solidFill>
                            <a:schemeClr val="tx1"/>
                          </a:solidFill>
                        </a:rPr>
                      </a:br>
                      <a:r>
                        <a:rPr lang="ru-RU" sz="1000" spc="-40" baseline="0" dirty="0">
                          <a:solidFill>
                            <a:schemeClr val="tx1"/>
                          </a:solidFill>
                        </a:rPr>
                        <a:t>большие таблицы</a:t>
                      </a:r>
                    </a:p>
                  </a:txBody>
                  <a:tcPr marL="0" marR="72000" marT="36000" marB="36000">
                    <a:lnL w="0" cmpd="sng">
                      <a:noFill/>
                    </a:lnL>
                    <a:lnR w="0" cmpd="sng">
                      <a:noFill/>
                    </a:lnR>
                    <a:lnT w="6350" cmpd="sng">
                      <a:noFill/>
                    </a:lnT>
                    <a:lnB w="6350" cmpd="sng">
                      <a:noFill/>
                    </a:lnB>
                    <a:lnTlToBr w="12700" cmpd="sng">
                      <a:noFill/>
                      <a:prstDash val="solid"/>
                    </a:lnTlToBr>
                    <a:lnBlToTr w="12700" cmpd="sng">
                      <a:noFill/>
                      <a:prstDash val="solid"/>
                    </a:lnBlToTr>
                  </a:tcPr>
                </a:tc>
                <a:extLst>
                  <a:ext uri="{0D108BD9-81ED-4DB2-BD59-A6C34878D82A}">
                    <a16:rowId xmlns:a16="http://schemas.microsoft.com/office/drawing/2014/main" val="3776660845"/>
                  </a:ext>
                </a:extLst>
              </a:tr>
            </a:tbl>
          </a:graphicData>
        </a:graphic>
      </p:graphicFrame>
      <p:sp>
        <p:nvSpPr>
          <p:cNvPr id="38" name="Полилиния: фигура 37">
            <a:extLst>
              <a:ext uri="{FF2B5EF4-FFF2-40B4-BE49-F238E27FC236}">
                <a16:creationId xmlns:a16="http://schemas.microsoft.com/office/drawing/2014/main" id="{84FF97CD-0431-AB46-37C2-E699CA989913}"/>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2" name="Полилиния: фигура 61">
            <a:extLst>
              <a:ext uri="{FF2B5EF4-FFF2-40B4-BE49-F238E27FC236}">
                <a16:creationId xmlns:a16="http://schemas.microsoft.com/office/drawing/2014/main" id="{A7B63E7B-62B1-B63D-8185-8BE47CB66443}"/>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sp>
        <p:nvSpPr>
          <p:cNvPr id="67" name="TextBox 66">
            <a:extLst>
              <a:ext uri="{FF2B5EF4-FFF2-40B4-BE49-F238E27FC236}">
                <a16:creationId xmlns:a16="http://schemas.microsoft.com/office/drawing/2014/main" id="{EC11CE47-F2DE-CA1C-5C0F-C21FAC0B5671}"/>
              </a:ext>
            </a:extLst>
          </p:cNvPr>
          <p:cNvSpPr txBox="1"/>
          <p:nvPr/>
        </p:nvSpPr>
        <p:spPr>
          <a:xfrm>
            <a:off x="-1691344" y="2506490"/>
            <a:ext cx="1373969" cy="242847"/>
          </a:xfrm>
          <a:prstGeom prst="rect">
            <a:avLst/>
          </a:prstGeom>
          <a:noFill/>
        </p:spPr>
        <p:txBody>
          <a:bodyPr wrap="square" lIns="0" tIns="0" rIns="0" bIns="0" rtlCol="0">
            <a:noAutofit/>
          </a:bodyPr>
          <a:lstStyle/>
          <a:p>
            <a:pPr algn="l">
              <a:lnSpc>
                <a:spcPct val="90000"/>
              </a:lnSpc>
            </a:pPr>
            <a:r>
              <a:rPr lang="ru-RU" sz="900" b="0" dirty="0">
                <a:solidFill>
                  <a:schemeClr val="accent1"/>
                </a:solidFill>
              </a:rPr>
              <a:t>Используй эти размеры </a:t>
            </a:r>
            <a:br>
              <a:rPr lang="ru-RU" sz="900" b="0" dirty="0">
                <a:solidFill>
                  <a:schemeClr val="accent1"/>
                </a:solidFill>
              </a:rPr>
            </a:br>
            <a:r>
              <a:rPr lang="ru-RU" sz="900" b="0" dirty="0">
                <a:solidFill>
                  <a:schemeClr val="accent1"/>
                </a:solidFill>
              </a:rPr>
              <a:t>по всей презентации</a:t>
            </a:r>
          </a:p>
        </p:txBody>
      </p:sp>
      <p:sp>
        <p:nvSpPr>
          <p:cNvPr id="6" name="Прямоугольник: скругленные верхние углы 5">
            <a:extLst>
              <a:ext uri="{FF2B5EF4-FFF2-40B4-BE49-F238E27FC236}">
                <a16:creationId xmlns:a16="http://schemas.microsoft.com/office/drawing/2014/main" id="{2A7065C9-92E3-6B9B-9ACA-AEB5C23862DE}"/>
              </a:ext>
            </a:extLst>
          </p:cNvPr>
          <p:cNvSpPr/>
          <p:nvPr/>
        </p:nvSpPr>
        <p:spPr>
          <a:xfrm>
            <a:off x="-2136930" y="0"/>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Размеры текста</a:t>
            </a:r>
          </a:p>
        </p:txBody>
      </p:sp>
      <p:sp>
        <p:nvSpPr>
          <p:cNvPr id="9" name="Полилиния: фигура 8">
            <a:extLst>
              <a:ext uri="{FF2B5EF4-FFF2-40B4-BE49-F238E27FC236}">
                <a16:creationId xmlns:a16="http://schemas.microsoft.com/office/drawing/2014/main" id="{0832DE9F-07AB-D3EB-D833-C1DC910E0CE8}"/>
              </a:ext>
            </a:extLst>
          </p:cNvPr>
          <p:cNvSpPr/>
          <p:nvPr/>
        </p:nvSpPr>
        <p:spPr>
          <a:xfrm>
            <a:off x="-2004344" y="2488864"/>
            <a:ext cx="216624" cy="228657"/>
          </a:xfrm>
          <a:custGeom>
            <a:avLst/>
            <a:gdLst>
              <a:gd name="connsiteX0" fmla="*/ 72536 w 171450"/>
              <a:gd name="connsiteY0" fmla="*/ 162210 h 180974"/>
              <a:gd name="connsiteX1" fmla="*/ 98923 w 171450"/>
              <a:gd name="connsiteY1" fmla="*/ 162210 h 180974"/>
              <a:gd name="connsiteX2" fmla="*/ 103600 w 171450"/>
              <a:gd name="connsiteY2" fmla="*/ 172160 h 180974"/>
              <a:gd name="connsiteX3" fmla="*/ 85726 w 171450"/>
              <a:gd name="connsiteY3" fmla="*/ 180974 h 180974"/>
              <a:gd name="connsiteX4" fmla="*/ 67852 w 171450"/>
              <a:gd name="connsiteY4" fmla="*/ 172160 h 180974"/>
              <a:gd name="connsiteX5" fmla="*/ 72536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1 w 171450"/>
              <a:gd name="connsiteY29" fmla="*/ 21840 h 180974"/>
              <a:gd name="connsiteX30" fmla="*/ 149611 w 171450"/>
              <a:gd name="connsiteY30" fmla="*/ 21840 h 180974"/>
              <a:gd name="connsiteX31" fmla="*/ 149611 w 171450"/>
              <a:gd name="connsiteY31" fmla="*/ 35310 h 180974"/>
              <a:gd name="connsiteX32" fmla="*/ 140086 w 171450"/>
              <a:gd name="connsiteY32" fmla="*/ 44835 h 180974"/>
              <a:gd name="connsiteX33" fmla="*/ 126616 w 171450"/>
              <a:gd name="connsiteY33" fmla="*/ 44835 h 180974"/>
              <a:gd name="connsiteX34" fmla="*/ 126616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6" y="162210"/>
                </a:moveTo>
                <a:cubicBezTo>
                  <a:pt x="80449" y="164140"/>
                  <a:pt x="90933" y="164211"/>
                  <a:pt x="98923" y="162210"/>
                </a:cubicBezTo>
                <a:cubicBezTo>
                  <a:pt x="105617" y="160534"/>
                  <a:pt x="105617" y="166533"/>
                  <a:pt x="103600" y="172160"/>
                </a:cubicBezTo>
                <a:cubicBezTo>
                  <a:pt x="100950" y="179549"/>
                  <a:pt x="95451" y="180974"/>
                  <a:pt x="85726" y="180974"/>
                </a:cubicBezTo>
                <a:cubicBezTo>
                  <a:pt x="76000" y="180974"/>
                  <a:pt x="70501" y="179549"/>
                  <a:pt x="67852" y="172160"/>
                </a:cubicBezTo>
                <a:cubicBezTo>
                  <a:pt x="65835" y="166534"/>
                  <a:pt x="65835" y="160576"/>
                  <a:pt x="72536"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1" y="21840"/>
                </a:moveTo>
                <a:cubicBezTo>
                  <a:pt x="139860" y="18120"/>
                  <a:pt x="145891" y="18120"/>
                  <a:pt x="149611" y="21840"/>
                </a:cubicBezTo>
                <a:cubicBezTo>
                  <a:pt x="153330" y="25560"/>
                  <a:pt x="153330" y="31590"/>
                  <a:pt x="149611" y="35310"/>
                </a:cubicBezTo>
                <a:lnTo>
                  <a:pt x="140086" y="44835"/>
                </a:lnTo>
                <a:cubicBezTo>
                  <a:pt x="136366" y="48555"/>
                  <a:pt x="130335" y="48555"/>
                  <a:pt x="126616" y="44835"/>
                </a:cubicBezTo>
                <a:cubicBezTo>
                  <a:pt x="122896" y="41115"/>
                  <a:pt x="122896" y="35085"/>
                  <a:pt x="126616"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chemeClr val="accent1"/>
          </a:solidFill>
          <a:ln w="9525" cap="flat">
            <a:noFill/>
            <a:prstDash val="solid"/>
            <a:miter/>
          </a:ln>
        </p:spPr>
        <p:txBody>
          <a:bodyPr rtlCol="0" anchor="ctr"/>
          <a:lstStyle/>
          <a:p>
            <a:endParaRPr lang="ru-RU"/>
          </a:p>
        </p:txBody>
      </p:sp>
      <p:grpSp>
        <p:nvGrpSpPr>
          <p:cNvPr id="45" name="Группа 44">
            <a:extLst>
              <a:ext uri="{FF2B5EF4-FFF2-40B4-BE49-F238E27FC236}">
                <a16:creationId xmlns:a16="http://schemas.microsoft.com/office/drawing/2014/main" id="{E4A6680D-D46A-4CEF-BF20-5D2D28F65270}"/>
              </a:ext>
            </a:extLst>
          </p:cNvPr>
          <p:cNvGrpSpPr/>
          <p:nvPr userDrawn="1"/>
        </p:nvGrpSpPr>
        <p:grpSpPr>
          <a:xfrm>
            <a:off x="-2138458" y="3070447"/>
            <a:ext cx="1935384" cy="3787553"/>
            <a:chOff x="-2138458" y="3070447"/>
            <a:chExt cx="1935384" cy="3787553"/>
          </a:xfrm>
        </p:grpSpPr>
        <p:sp>
          <p:nvSpPr>
            <p:cNvPr id="47" name="Прямоугольник: скругленные углы 46">
              <a:extLst>
                <a:ext uri="{FF2B5EF4-FFF2-40B4-BE49-F238E27FC236}">
                  <a16:creationId xmlns:a16="http://schemas.microsoft.com/office/drawing/2014/main" id="{F4033392-0477-4CEA-8ADB-ADAC32754B66}"/>
                </a:ext>
              </a:extLst>
            </p:cNvPr>
            <p:cNvSpPr/>
            <p:nvPr userDrawn="1"/>
          </p:nvSpPr>
          <p:spPr>
            <a:xfrm>
              <a:off x="-2138458" y="3125312"/>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Прямоугольник: скругленные верхние углы 47">
              <a:extLst>
                <a:ext uri="{FF2B5EF4-FFF2-40B4-BE49-F238E27FC236}">
                  <a16:creationId xmlns:a16="http://schemas.microsoft.com/office/drawing/2014/main" id="{F9BB4ECB-D02E-4AC8-AD43-CB56D5F3BAC8}"/>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50" name="TextBox 49">
              <a:extLst>
                <a:ext uri="{FF2B5EF4-FFF2-40B4-BE49-F238E27FC236}">
                  <a16:creationId xmlns:a16="http://schemas.microsoft.com/office/drawing/2014/main" id="{37DD5E2E-AC9C-4EB0-AF78-A89C357876C4}"/>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63" name="Прямоугольник: скругленные углы 62">
              <a:extLst>
                <a:ext uri="{FF2B5EF4-FFF2-40B4-BE49-F238E27FC236}">
                  <a16:creationId xmlns:a16="http://schemas.microsoft.com/office/drawing/2014/main" id="{8F187D5A-AEEC-4981-9E46-F5F98BE9136F}"/>
                </a:ext>
              </a:extLst>
            </p:cNvPr>
            <p:cNvSpPr/>
            <p:nvPr/>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68" name="Прямоугольник: скругленные углы 67">
              <a:extLst>
                <a:ext uri="{FF2B5EF4-FFF2-40B4-BE49-F238E27FC236}">
                  <a16:creationId xmlns:a16="http://schemas.microsoft.com/office/drawing/2014/main" id="{1B55EF2B-F7D5-4C20-A9D0-E33259D6F518}"/>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5E1ED433-04D5-48AE-AF84-A22207DFD484}"/>
                </a:ext>
              </a:extLst>
            </p:cNvPr>
            <p:cNvSpPr txBox="1"/>
            <p:nvPr/>
          </p:nvSpPr>
          <p:spPr>
            <a:xfrm>
              <a:off x="-2003446" y="3935644"/>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70" name="Прямоугольник: скругленные углы 69">
              <a:extLst>
                <a:ext uri="{FF2B5EF4-FFF2-40B4-BE49-F238E27FC236}">
                  <a16:creationId xmlns:a16="http://schemas.microsoft.com/office/drawing/2014/main" id="{CF6BC8E6-F893-4828-9283-58978559AEDB}"/>
                </a:ext>
              </a:extLst>
            </p:cNvPr>
            <p:cNvSpPr/>
            <p:nvPr userDrawn="1"/>
          </p:nvSpPr>
          <p:spPr>
            <a:xfrm>
              <a:off x="-2004963" y="4131199"/>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TextBox 70">
              <a:extLst>
                <a:ext uri="{FF2B5EF4-FFF2-40B4-BE49-F238E27FC236}">
                  <a16:creationId xmlns:a16="http://schemas.microsoft.com/office/drawing/2014/main" id="{24365DCF-71AE-4B93-9D81-D02518065F65}"/>
                </a:ext>
              </a:extLst>
            </p:cNvPr>
            <p:cNvSpPr txBox="1"/>
            <p:nvPr/>
          </p:nvSpPr>
          <p:spPr>
            <a:xfrm>
              <a:off x="-2003446" y="4451492"/>
              <a:ext cx="1638525" cy="171623"/>
            </a:xfrm>
            <a:prstGeom prst="rect">
              <a:avLst/>
            </a:prstGeom>
            <a:noFill/>
          </p:spPr>
          <p:txBody>
            <a:bodyPr wrap="square" lIns="0" tIns="0" rIns="0" bIns="0" rtlCol="0">
              <a:noAutofit/>
            </a:bodyPr>
            <a:lstStyle/>
            <a:p>
              <a:pPr algn="l"/>
              <a:r>
                <a:rPr lang="ru-RU" sz="1000"/>
                <a:t>Цвета маленьких плашек</a:t>
              </a:r>
            </a:p>
          </p:txBody>
        </p:sp>
        <p:sp>
          <p:nvSpPr>
            <p:cNvPr id="72" name="Прямоугольник: скругленные углы 71">
              <a:extLst>
                <a:ext uri="{FF2B5EF4-FFF2-40B4-BE49-F238E27FC236}">
                  <a16:creationId xmlns:a16="http://schemas.microsoft.com/office/drawing/2014/main" id="{A31F1EA0-079A-4D20-BDD1-5A7B7A505211}"/>
                </a:ext>
              </a:extLst>
            </p:cNvPr>
            <p:cNvSpPr/>
            <p:nvPr/>
          </p:nvSpPr>
          <p:spPr>
            <a:xfrm>
              <a:off x="-1739900" y="5160199"/>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скругленные углы 72">
              <a:extLst>
                <a:ext uri="{FF2B5EF4-FFF2-40B4-BE49-F238E27FC236}">
                  <a16:creationId xmlns:a16="http://schemas.microsoft.com/office/drawing/2014/main" id="{47F3BFBC-6255-4ACE-8933-6525B120A226}"/>
                </a:ext>
              </a:extLst>
            </p:cNvPr>
            <p:cNvSpPr/>
            <p:nvPr/>
          </p:nvSpPr>
          <p:spPr>
            <a:xfrm>
              <a:off x="-1474837" y="5160199"/>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скругленные углы 73">
              <a:extLst>
                <a:ext uri="{FF2B5EF4-FFF2-40B4-BE49-F238E27FC236}">
                  <a16:creationId xmlns:a16="http://schemas.microsoft.com/office/drawing/2014/main" id="{0E45C33A-15C4-498F-B79F-64BF88541C6B}"/>
                </a:ext>
              </a:extLst>
            </p:cNvPr>
            <p:cNvSpPr/>
            <p:nvPr/>
          </p:nvSpPr>
          <p:spPr>
            <a:xfrm>
              <a:off x="-2004963" y="5160199"/>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a:extLst>
                <a:ext uri="{FF2B5EF4-FFF2-40B4-BE49-F238E27FC236}">
                  <a16:creationId xmlns:a16="http://schemas.microsoft.com/office/drawing/2014/main" id="{CC69F67B-9733-4FB4-BD24-E270945F96A7}"/>
                </a:ext>
              </a:extLst>
            </p:cNvPr>
            <p:cNvSpPr txBox="1"/>
            <p:nvPr/>
          </p:nvSpPr>
          <p:spPr>
            <a:xfrm>
              <a:off x="-2003446" y="4973480"/>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76" name="Прямоугольник: скругленные углы 75">
              <a:extLst>
                <a:ext uri="{FF2B5EF4-FFF2-40B4-BE49-F238E27FC236}">
                  <a16:creationId xmlns:a16="http://schemas.microsoft.com/office/drawing/2014/main" id="{4E4FD54F-B047-402B-AA79-8134409E0100}"/>
                </a:ext>
              </a:extLst>
            </p:cNvPr>
            <p:cNvSpPr/>
            <p:nvPr/>
          </p:nvSpPr>
          <p:spPr>
            <a:xfrm>
              <a:off x="-2004963" y="4646897"/>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скругленные углы 76">
              <a:extLst>
                <a:ext uri="{FF2B5EF4-FFF2-40B4-BE49-F238E27FC236}">
                  <a16:creationId xmlns:a16="http://schemas.microsoft.com/office/drawing/2014/main" id="{2C563DE8-2821-4FE0-A6FF-ECE4BE47304B}"/>
                </a:ext>
              </a:extLst>
            </p:cNvPr>
            <p:cNvSpPr/>
            <p:nvPr/>
          </p:nvSpPr>
          <p:spPr>
            <a:xfrm>
              <a:off x="-1740264" y="4646897"/>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Прямоугольник: скругленные углы 77">
              <a:extLst>
                <a:ext uri="{FF2B5EF4-FFF2-40B4-BE49-F238E27FC236}">
                  <a16:creationId xmlns:a16="http://schemas.microsoft.com/office/drawing/2014/main" id="{C5610A05-D92F-411F-8CA5-403445C8B286}"/>
                </a:ext>
              </a:extLst>
            </p:cNvPr>
            <p:cNvSpPr/>
            <p:nvPr/>
          </p:nvSpPr>
          <p:spPr>
            <a:xfrm>
              <a:off x="-2131314" y="5782119"/>
              <a:ext cx="1928240" cy="1075881"/>
            </a:xfrm>
            <a:prstGeom prst="roundRect">
              <a:avLst>
                <a:gd name="adj" fmla="val 12985"/>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9" name="TextBox 78">
              <a:extLst>
                <a:ext uri="{FF2B5EF4-FFF2-40B4-BE49-F238E27FC236}">
                  <a16:creationId xmlns:a16="http://schemas.microsoft.com/office/drawing/2014/main" id="{8DDB8079-3F25-4287-B8AF-452779652209}"/>
                </a:ext>
              </a:extLst>
            </p:cNvPr>
            <p:cNvSpPr txBox="1"/>
            <p:nvPr/>
          </p:nvSpPr>
          <p:spPr>
            <a:xfrm>
              <a:off x="-1788338" y="5868204"/>
              <a:ext cx="1155882" cy="151095"/>
            </a:xfrm>
            <a:prstGeom prst="rect">
              <a:avLst/>
            </a:prstGeom>
            <a:noFill/>
          </p:spPr>
          <p:txBody>
            <a:bodyPr wrap="square" lIns="0" tIns="0" rIns="0" bIns="0" rtlCol="0" anchor="ctr">
              <a:noAutofit/>
            </a:bodyPr>
            <a:lstStyle/>
            <a:p>
              <a:pPr algn="l">
                <a:lnSpc>
                  <a:spcPct val="90000"/>
                </a:lnSpc>
              </a:pPr>
              <a:r>
                <a:rPr lang="ru-RU" sz="1000" b="1" dirty="0">
                  <a:solidFill>
                    <a:schemeClr val="accent1"/>
                  </a:solidFill>
                </a:rPr>
                <a:t>Шаблон </a:t>
              </a:r>
              <a:r>
                <a:rPr lang="en-US" sz="1000" b="1" dirty="0">
                  <a:solidFill>
                    <a:schemeClr val="accent1"/>
                  </a:solidFill>
                </a:rPr>
                <a:t>Ozon</a:t>
              </a:r>
              <a:endParaRPr lang="ru-RU" sz="1000" b="1" dirty="0">
                <a:solidFill>
                  <a:schemeClr val="accent1"/>
                </a:solidFill>
              </a:endParaRPr>
            </a:p>
          </p:txBody>
        </p:sp>
        <p:sp>
          <p:nvSpPr>
            <p:cNvPr id="80" name="Рисунок 93">
              <a:extLst>
                <a:ext uri="{FF2B5EF4-FFF2-40B4-BE49-F238E27FC236}">
                  <a16:creationId xmlns:a16="http://schemas.microsoft.com/office/drawing/2014/main" id="{483C9578-1C11-46F7-A55B-DEF836628A53}"/>
                </a:ext>
              </a:extLst>
            </p:cNvPr>
            <p:cNvSpPr/>
            <p:nvPr/>
          </p:nvSpPr>
          <p:spPr>
            <a:xfrm>
              <a:off x="-2004963" y="5853908"/>
              <a:ext cx="161099" cy="161099"/>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1"/>
            </a:solidFill>
            <a:ln w="9525" cap="flat">
              <a:noFill/>
              <a:prstDash val="solid"/>
              <a:miter/>
            </a:ln>
          </p:spPr>
          <p:txBody>
            <a:bodyPr rtlCol="0" anchor="ctr"/>
            <a:lstStyle/>
            <a:p>
              <a:endParaRPr lang="ru-RU"/>
            </a:p>
          </p:txBody>
        </p:sp>
        <p:sp>
          <p:nvSpPr>
            <p:cNvPr id="81" name="TextBox 80">
              <a:extLst>
                <a:ext uri="{FF2B5EF4-FFF2-40B4-BE49-F238E27FC236}">
                  <a16:creationId xmlns:a16="http://schemas.microsoft.com/office/drawing/2014/main" id="{C29FB436-C9CB-40D6-84E9-A1A8AC171631}"/>
                </a:ext>
              </a:extLst>
            </p:cNvPr>
            <p:cNvSpPr txBox="1"/>
            <p:nvPr userDrawn="1"/>
          </p:nvSpPr>
          <p:spPr>
            <a:xfrm>
              <a:off x="-2004962" y="6072106"/>
              <a:ext cx="1687587" cy="600248"/>
            </a:xfrm>
            <a:prstGeom prst="rect">
              <a:avLst/>
            </a:prstGeom>
            <a:noFill/>
          </p:spPr>
          <p:txBody>
            <a:bodyPr wrap="square" lIns="0" tIns="0" rIns="0" bIns="0" rtlCol="0">
              <a:noAutofit/>
            </a:bodyPr>
            <a:lstStyle/>
            <a:p>
              <a:pPr algn="l">
                <a:lnSpc>
                  <a:spcPct val="110000"/>
                </a:lnSpc>
              </a:pPr>
              <a:r>
                <a:rPr lang="ru-RU" sz="900" spc="-30" baseline="0" dirty="0">
                  <a:solidFill>
                    <a:schemeClr val="tx2"/>
                  </a:solidFill>
                </a:rPr>
                <a:t>Если нужно больше материалов: </a:t>
              </a:r>
              <a:r>
                <a:rPr lang="ru-RU" sz="900" b="1" spc="-30" baseline="0" dirty="0">
                  <a:solidFill>
                    <a:schemeClr val="tx2"/>
                  </a:solidFill>
                </a:rPr>
                <a:t>правое меню </a:t>
              </a:r>
              <a:r>
                <a:rPr lang="en-US" sz="900" b="1" spc="-30" baseline="0" dirty="0">
                  <a:solidFill>
                    <a:schemeClr val="tx2"/>
                  </a:solidFill>
                </a:rPr>
                <a:t>Staff — Brand </a:t>
              </a:r>
              <a:r>
                <a:rPr lang="ru-RU" sz="900" b="1" spc="-30" baseline="0" dirty="0">
                  <a:solidFill>
                    <a:schemeClr val="tx2"/>
                  </a:solidFill>
                </a:rPr>
                <a:t>— Всё для презентаций. </a:t>
              </a:r>
              <a:r>
                <a:rPr lang="ru-RU" sz="900" b="0" spc="-30" baseline="0" dirty="0">
                  <a:solidFill>
                    <a:schemeClr val="tx2"/>
                  </a:solidFill>
                </a:rPr>
                <a:t>Или пиши нам на </a:t>
              </a:r>
              <a:r>
                <a:rPr lang="en-US" sz="900" b="0" spc="-30" baseline="0" dirty="0">
                  <a:solidFill>
                    <a:schemeClr val="tx2"/>
                  </a:solidFill>
                </a:rPr>
                <a:t>presentations@ozon.ru.</a:t>
              </a:r>
              <a:r>
                <a:rPr lang="ru-RU" sz="900" b="0" spc="-30" baseline="0" dirty="0">
                  <a:solidFill>
                    <a:schemeClr val="tx2"/>
                  </a:solidFill>
                </a:rPr>
                <a:t> </a:t>
              </a:r>
            </a:p>
          </p:txBody>
        </p:sp>
        <p:sp>
          <p:nvSpPr>
            <p:cNvPr id="82" name="Прямоугольник: скругленные углы 81">
              <a:extLst>
                <a:ext uri="{FF2B5EF4-FFF2-40B4-BE49-F238E27FC236}">
                  <a16:creationId xmlns:a16="http://schemas.microsoft.com/office/drawing/2014/main" id="{B32951B2-3922-4A0B-A6E6-940381A69591}"/>
                </a:ext>
              </a:extLst>
            </p:cNvPr>
            <p:cNvSpPr/>
            <p:nvPr/>
          </p:nvSpPr>
          <p:spPr>
            <a:xfrm>
              <a:off x="-944711" y="5160199"/>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скругленные углы 82">
              <a:extLst>
                <a:ext uri="{FF2B5EF4-FFF2-40B4-BE49-F238E27FC236}">
                  <a16:creationId xmlns:a16="http://schemas.microsoft.com/office/drawing/2014/main" id="{540C8C0E-9939-496E-9BF3-2309476549C3}"/>
                </a:ext>
              </a:extLst>
            </p:cNvPr>
            <p:cNvSpPr/>
            <p:nvPr/>
          </p:nvSpPr>
          <p:spPr>
            <a:xfrm>
              <a:off x="-679648" y="5160199"/>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Прямоугольник: скругленные углы 83">
              <a:extLst>
                <a:ext uri="{FF2B5EF4-FFF2-40B4-BE49-F238E27FC236}">
                  <a16:creationId xmlns:a16="http://schemas.microsoft.com/office/drawing/2014/main" id="{D0541D89-C8BA-4B88-B1D9-75EB360566A8}"/>
                </a:ext>
              </a:extLst>
            </p:cNvPr>
            <p:cNvSpPr/>
            <p:nvPr/>
          </p:nvSpPr>
          <p:spPr>
            <a:xfrm>
              <a:off x="-1209774" y="5160199"/>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Прямоугольник: скругленные верхние углы 84">
              <a:extLst>
                <a:ext uri="{FF2B5EF4-FFF2-40B4-BE49-F238E27FC236}">
                  <a16:creationId xmlns:a16="http://schemas.microsoft.com/office/drawing/2014/main" id="{2F72B79E-D47A-4365-B862-B51C9799FEA4}"/>
                </a:ext>
              </a:extLst>
            </p:cNvPr>
            <p:cNvSpPr/>
            <p:nvPr/>
          </p:nvSpPr>
          <p:spPr>
            <a:xfrm>
              <a:off x="-2136930" y="3070447"/>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endParaRPr lang="ru-RU" sz="1100" b="1" dirty="0">
                <a:solidFill>
                  <a:schemeClr val="tx1"/>
                </a:solidFill>
              </a:endParaRPr>
            </a:p>
          </p:txBody>
        </p:sp>
        <p:sp>
          <p:nvSpPr>
            <p:cNvPr id="86" name="TextBox 85">
              <a:extLst>
                <a:ext uri="{FF2B5EF4-FFF2-40B4-BE49-F238E27FC236}">
                  <a16:creationId xmlns:a16="http://schemas.microsoft.com/office/drawing/2014/main" id="{BAE6D537-ABEE-4324-BB58-E49CAE083223}"/>
                </a:ext>
              </a:extLst>
            </p:cNvPr>
            <p:cNvSpPr txBox="1"/>
            <p:nvPr/>
          </p:nvSpPr>
          <p:spPr>
            <a:xfrm>
              <a:off x="-2003446" y="3412239"/>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87" name="Прямоугольник: скругленные углы 86">
              <a:extLst>
                <a:ext uri="{FF2B5EF4-FFF2-40B4-BE49-F238E27FC236}">
                  <a16:creationId xmlns:a16="http://schemas.microsoft.com/office/drawing/2014/main" id="{DFEF548A-06DE-48D3-BB07-BDD870C0F668}"/>
                </a:ext>
              </a:extLst>
            </p:cNvPr>
            <p:cNvSpPr/>
            <p:nvPr/>
          </p:nvSpPr>
          <p:spPr>
            <a:xfrm>
              <a:off x="-2004344" y="3611632"/>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88" name="Прямоугольник: скругленные углы 87">
              <a:extLst>
                <a:ext uri="{FF2B5EF4-FFF2-40B4-BE49-F238E27FC236}">
                  <a16:creationId xmlns:a16="http://schemas.microsoft.com/office/drawing/2014/main" id="{413F83A1-15BB-4640-8948-8289ED405973}"/>
                </a:ext>
              </a:extLst>
            </p:cNvPr>
            <p:cNvSpPr/>
            <p:nvPr/>
          </p:nvSpPr>
          <p:spPr>
            <a:xfrm>
              <a:off x="-1738339" y="3611632"/>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9" name="TextBox 88">
              <a:extLst>
                <a:ext uri="{FF2B5EF4-FFF2-40B4-BE49-F238E27FC236}">
                  <a16:creationId xmlns:a16="http://schemas.microsoft.com/office/drawing/2014/main" id="{950913F5-F476-4CFD-BC02-4AE02748A7E6}"/>
                </a:ext>
              </a:extLst>
            </p:cNvPr>
            <p:cNvSpPr txBox="1"/>
            <p:nvPr/>
          </p:nvSpPr>
          <p:spPr>
            <a:xfrm>
              <a:off x="-1788338" y="5868204"/>
              <a:ext cx="1155882" cy="151095"/>
            </a:xfrm>
            <a:prstGeom prst="rect">
              <a:avLst/>
            </a:prstGeom>
            <a:noFill/>
          </p:spPr>
          <p:txBody>
            <a:bodyPr wrap="square" lIns="0" tIns="0" rIns="0" bIns="0" rtlCol="0" anchor="ctr">
              <a:noAutofit/>
            </a:bodyPr>
            <a:lstStyle/>
            <a:p>
              <a:pPr algn="l">
                <a:lnSpc>
                  <a:spcPct val="90000"/>
                </a:lnSpc>
              </a:pPr>
              <a:r>
                <a:rPr lang="ru-RU" sz="1000" b="1" dirty="0">
                  <a:solidFill>
                    <a:schemeClr val="accent1"/>
                  </a:solidFill>
                </a:rPr>
                <a:t>Шаблон </a:t>
              </a:r>
              <a:r>
                <a:rPr lang="en-US" sz="1000" b="1" dirty="0">
                  <a:solidFill>
                    <a:schemeClr val="accent1"/>
                  </a:solidFill>
                </a:rPr>
                <a:t>Ozon</a:t>
              </a:r>
              <a:endParaRPr lang="ru-RU" sz="1000" b="1" dirty="0">
                <a:solidFill>
                  <a:schemeClr val="accent1"/>
                </a:solidFill>
              </a:endParaRPr>
            </a:p>
          </p:txBody>
        </p:sp>
        <p:sp>
          <p:nvSpPr>
            <p:cNvPr id="90" name="Прямоугольник: скругленные углы 89">
              <a:extLst>
                <a:ext uri="{FF2B5EF4-FFF2-40B4-BE49-F238E27FC236}">
                  <a16:creationId xmlns:a16="http://schemas.microsoft.com/office/drawing/2014/main" id="{434EA285-6184-41E4-A73B-5DD220E5081A}"/>
                </a:ext>
              </a:extLst>
            </p:cNvPr>
            <p:cNvSpPr/>
            <p:nvPr userDrawn="1"/>
          </p:nvSpPr>
          <p:spPr>
            <a:xfrm>
              <a:off x="-1741874" y="4131199"/>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0" name="Прямоугольник: скругленные углы 39">
            <a:extLst>
              <a:ext uri="{FF2B5EF4-FFF2-40B4-BE49-F238E27FC236}">
                <a16:creationId xmlns:a16="http://schemas.microsoft.com/office/drawing/2014/main" id="{99A98B92-7685-4330-A6F7-B1B84F2B3136}"/>
              </a:ext>
            </a:extLst>
          </p:cNvPr>
          <p:cNvSpPr/>
          <p:nvPr userDrawn="1"/>
        </p:nvSpPr>
        <p:spPr>
          <a:xfrm>
            <a:off x="-2138458" y="3172446"/>
            <a:ext cx="1928241" cy="2468818"/>
          </a:xfrm>
          <a:prstGeom prst="roundRect">
            <a:avLst>
              <a:gd name="adj" fmla="val 5926"/>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Прямоугольник: скругленные верхние углы 40">
            <a:extLst>
              <a:ext uri="{FF2B5EF4-FFF2-40B4-BE49-F238E27FC236}">
                <a16:creationId xmlns:a16="http://schemas.microsoft.com/office/drawing/2014/main" id="{C637A6B0-8ACC-4CFA-BF22-0A9AA74F79B9}"/>
              </a:ext>
            </a:extLst>
          </p:cNvPr>
          <p:cNvSpPr/>
          <p:nvPr/>
        </p:nvSpPr>
        <p:spPr>
          <a:xfrm>
            <a:off x="-2136930" y="3117581"/>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a:solidFill>
                  <a:schemeClr val="tx1"/>
                </a:solidFill>
              </a:rPr>
              <a:t>Цвета </a:t>
            </a:r>
            <a:r>
              <a:rPr lang="en-US" sz="1100" b="1">
                <a:solidFill>
                  <a:schemeClr val="tx1"/>
                </a:solidFill>
              </a:rPr>
              <a:t>Ozon</a:t>
            </a:r>
            <a:endParaRPr lang="ru-RU" sz="1100" b="1">
              <a:solidFill>
                <a:schemeClr val="tx1"/>
              </a:solidFill>
            </a:endParaRPr>
          </a:p>
        </p:txBody>
      </p:sp>
      <p:sp>
        <p:nvSpPr>
          <p:cNvPr id="42" name="TextBox 41">
            <a:extLst>
              <a:ext uri="{FF2B5EF4-FFF2-40B4-BE49-F238E27FC236}">
                <a16:creationId xmlns:a16="http://schemas.microsoft.com/office/drawing/2014/main" id="{AD73CDBB-7772-40C1-8834-13EF4843FE8F}"/>
              </a:ext>
            </a:extLst>
          </p:cNvPr>
          <p:cNvSpPr txBox="1"/>
          <p:nvPr/>
        </p:nvSpPr>
        <p:spPr>
          <a:xfrm>
            <a:off x="-2003446" y="3459373"/>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43" name="Прямоугольник: скругленные углы 42">
            <a:extLst>
              <a:ext uri="{FF2B5EF4-FFF2-40B4-BE49-F238E27FC236}">
                <a16:creationId xmlns:a16="http://schemas.microsoft.com/office/drawing/2014/main" id="{ED460315-2798-46DA-8665-D297BADFF148}"/>
              </a:ext>
            </a:extLst>
          </p:cNvPr>
          <p:cNvSpPr/>
          <p:nvPr/>
        </p:nvSpPr>
        <p:spPr>
          <a:xfrm>
            <a:off x="-2004344" y="3658766"/>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44" name="Прямоугольник: скругленные углы 43">
            <a:extLst>
              <a:ext uri="{FF2B5EF4-FFF2-40B4-BE49-F238E27FC236}">
                <a16:creationId xmlns:a16="http://schemas.microsoft.com/office/drawing/2014/main" id="{17349EB1-0122-4A5F-830D-9A71E2163B37}"/>
              </a:ext>
            </a:extLst>
          </p:cNvPr>
          <p:cNvSpPr/>
          <p:nvPr/>
        </p:nvSpPr>
        <p:spPr>
          <a:xfrm>
            <a:off x="-1738339" y="3658766"/>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TextBox 45">
            <a:extLst>
              <a:ext uri="{FF2B5EF4-FFF2-40B4-BE49-F238E27FC236}">
                <a16:creationId xmlns:a16="http://schemas.microsoft.com/office/drawing/2014/main" id="{3F572C58-6709-42B6-8C18-6F96B626B958}"/>
              </a:ext>
            </a:extLst>
          </p:cNvPr>
          <p:cNvSpPr txBox="1"/>
          <p:nvPr/>
        </p:nvSpPr>
        <p:spPr>
          <a:xfrm>
            <a:off x="-2003446" y="3982778"/>
            <a:ext cx="1638525" cy="171623"/>
          </a:xfrm>
          <a:prstGeom prst="rect">
            <a:avLst/>
          </a:prstGeom>
          <a:noFill/>
        </p:spPr>
        <p:txBody>
          <a:bodyPr wrap="square" lIns="0" tIns="0" rIns="0" bIns="0" rtlCol="0">
            <a:noAutofit/>
          </a:bodyPr>
          <a:lstStyle/>
          <a:p>
            <a:pPr algn="l"/>
            <a:r>
              <a:rPr lang="ru-RU" sz="1000"/>
              <a:t>Цвет больших плашек</a:t>
            </a:r>
          </a:p>
        </p:txBody>
      </p:sp>
      <p:sp>
        <p:nvSpPr>
          <p:cNvPr id="49" name="Прямоугольник: скругленные углы 48">
            <a:extLst>
              <a:ext uri="{FF2B5EF4-FFF2-40B4-BE49-F238E27FC236}">
                <a16:creationId xmlns:a16="http://schemas.microsoft.com/office/drawing/2014/main" id="{B8684E1D-BD04-43DD-993A-273D93DC0615}"/>
              </a:ext>
            </a:extLst>
          </p:cNvPr>
          <p:cNvSpPr/>
          <p:nvPr userDrawn="1"/>
        </p:nvSpPr>
        <p:spPr>
          <a:xfrm>
            <a:off x="-2004963" y="4178333"/>
            <a:ext cx="216624" cy="216624"/>
          </a:xfrm>
          <a:prstGeom prst="roundRect">
            <a:avLst>
              <a:gd name="adj" fmla="val 33317"/>
            </a:avLst>
          </a:prstGeom>
          <a:solidFill>
            <a:schemeClr val="accent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TextBox 50">
            <a:extLst>
              <a:ext uri="{FF2B5EF4-FFF2-40B4-BE49-F238E27FC236}">
                <a16:creationId xmlns:a16="http://schemas.microsoft.com/office/drawing/2014/main" id="{E92E4D76-DAA2-4943-B491-73BD73776ABF}"/>
              </a:ext>
            </a:extLst>
          </p:cNvPr>
          <p:cNvSpPr txBox="1"/>
          <p:nvPr/>
        </p:nvSpPr>
        <p:spPr>
          <a:xfrm>
            <a:off x="-2003446" y="4498626"/>
            <a:ext cx="1638525" cy="171623"/>
          </a:xfrm>
          <a:prstGeom prst="rect">
            <a:avLst/>
          </a:prstGeom>
          <a:noFill/>
        </p:spPr>
        <p:txBody>
          <a:bodyPr wrap="square" lIns="0" tIns="0" rIns="0" bIns="0" rtlCol="0">
            <a:noAutofit/>
          </a:bodyPr>
          <a:lstStyle/>
          <a:p>
            <a:pPr algn="l"/>
            <a:r>
              <a:rPr lang="ru-RU" sz="1000"/>
              <a:t>Цвета маленьких плашек</a:t>
            </a:r>
          </a:p>
        </p:txBody>
      </p:sp>
      <p:sp>
        <p:nvSpPr>
          <p:cNvPr id="52" name="Прямоугольник: скругленные углы 51">
            <a:extLst>
              <a:ext uri="{FF2B5EF4-FFF2-40B4-BE49-F238E27FC236}">
                <a16:creationId xmlns:a16="http://schemas.microsoft.com/office/drawing/2014/main" id="{ED1D9B51-1A32-41ED-A0CD-52F9F7BD019A}"/>
              </a:ext>
            </a:extLst>
          </p:cNvPr>
          <p:cNvSpPr/>
          <p:nvPr/>
        </p:nvSpPr>
        <p:spPr>
          <a:xfrm>
            <a:off x="-1739900" y="5207333"/>
            <a:ext cx="216624" cy="216624"/>
          </a:xfrm>
          <a:prstGeom prst="roundRect">
            <a:avLst>
              <a:gd name="adj" fmla="val 33317"/>
            </a:avLst>
          </a:prstGeom>
          <a:solidFill>
            <a:srgbClr val="B7EDC9"/>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скругленные углы 52">
            <a:extLst>
              <a:ext uri="{FF2B5EF4-FFF2-40B4-BE49-F238E27FC236}">
                <a16:creationId xmlns:a16="http://schemas.microsoft.com/office/drawing/2014/main" id="{EC6CA312-E613-40E3-B3BD-0A38C6EC2F48}"/>
              </a:ext>
            </a:extLst>
          </p:cNvPr>
          <p:cNvSpPr/>
          <p:nvPr/>
        </p:nvSpPr>
        <p:spPr>
          <a:xfrm>
            <a:off x="-1474837" y="5207333"/>
            <a:ext cx="216624" cy="216624"/>
          </a:xfrm>
          <a:prstGeom prst="roundRect">
            <a:avLst>
              <a:gd name="adj" fmla="val 33317"/>
            </a:avLst>
          </a:prstGeom>
          <a:solidFill>
            <a:srgbClr val="FFA800"/>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скругленные углы 53">
            <a:extLst>
              <a:ext uri="{FF2B5EF4-FFF2-40B4-BE49-F238E27FC236}">
                <a16:creationId xmlns:a16="http://schemas.microsoft.com/office/drawing/2014/main" id="{F4181680-6191-4ABD-8083-4ADBD14B65F7}"/>
              </a:ext>
            </a:extLst>
          </p:cNvPr>
          <p:cNvSpPr/>
          <p:nvPr/>
        </p:nvSpPr>
        <p:spPr>
          <a:xfrm>
            <a:off x="-2004963" y="5207333"/>
            <a:ext cx="216624" cy="216624"/>
          </a:xfrm>
          <a:prstGeom prst="roundRect">
            <a:avLst>
              <a:gd name="adj" fmla="val 33317"/>
            </a:avLst>
          </a:prstGeom>
          <a:solidFill>
            <a:srgbClr val="10C44C"/>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TextBox 54">
            <a:extLst>
              <a:ext uri="{FF2B5EF4-FFF2-40B4-BE49-F238E27FC236}">
                <a16:creationId xmlns:a16="http://schemas.microsoft.com/office/drawing/2014/main" id="{5E28771C-A936-4531-8C5F-5F116E2F721A}"/>
              </a:ext>
            </a:extLst>
          </p:cNvPr>
          <p:cNvSpPr txBox="1"/>
          <p:nvPr/>
        </p:nvSpPr>
        <p:spPr>
          <a:xfrm>
            <a:off x="-2003446" y="5020614"/>
            <a:ext cx="1638525" cy="171623"/>
          </a:xfrm>
          <a:prstGeom prst="rect">
            <a:avLst/>
          </a:prstGeom>
          <a:noFill/>
        </p:spPr>
        <p:txBody>
          <a:bodyPr wrap="square" lIns="0" tIns="0" rIns="0" bIns="0" rtlCol="0">
            <a:noAutofit/>
          </a:bodyPr>
          <a:lstStyle/>
          <a:p>
            <a:pPr algn="l"/>
            <a:r>
              <a:rPr lang="ru-RU" sz="900" dirty="0"/>
              <a:t>Рост / падение показателей</a:t>
            </a:r>
          </a:p>
        </p:txBody>
      </p:sp>
      <p:sp>
        <p:nvSpPr>
          <p:cNvPr id="56" name="Прямоугольник: скругленные углы 55">
            <a:extLst>
              <a:ext uri="{FF2B5EF4-FFF2-40B4-BE49-F238E27FC236}">
                <a16:creationId xmlns:a16="http://schemas.microsoft.com/office/drawing/2014/main" id="{2FA30A53-3CFC-48A4-950B-260B1ADDD5BF}"/>
              </a:ext>
            </a:extLst>
          </p:cNvPr>
          <p:cNvSpPr/>
          <p:nvPr/>
        </p:nvSpPr>
        <p:spPr>
          <a:xfrm>
            <a:off x="-2004963" y="4694031"/>
            <a:ext cx="216624" cy="216624"/>
          </a:xfrm>
          <a:prstGeom prst="roundRect">
            <a:avLst>
              <a:gd name="adj" fmla="val 33317"/>
            </a:avLst>
          </a:prstGeom>
          <a:solidFill>
            <a:schemeClr val="accent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7" name="Прямоугольник: скругленные углы 56">
            <a:extLst>
              <a:ext uri="{FF2B5EF4-FFF2-40B4-BE49-F238E27FC236}">
                <a16:creationId xmlns:a16="http://schemas.microsoft.com/office/drawing/2014/main" id="{E7022028-4055-4641-897C-562125E1DC47}"/>
              </a:ext>
            </a:extLst>
          </p:cNvPr>
          <p:cNvSpPr/>
          <p:nvPr/>
        </p:nvSpPr>
        <p:spPr>
          <a:xfrm>
            <a:off x="-1740264" y="4694031"/>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скругленные углы 63">
            <a:extLst>
              <a:ext uri="{FF2B5EF4-FFF2-40B4-BE49-F238E27FC236}">
                <a16:creationId xmlns:a16="http://schemas.microsoft.com/office/drawing/2014/main" id="{A0088CD3-2A13-4371-90EC-E40AAA601B63}"/>
              </a:ext>
            </a:extLst>
          </p:cNvPr>
          <p:cNvSpPr/>
          <p:nvPr/>
        </p:nvSpPr>
        <p:spPr>
          <a:xfrm>
            <a:off x="-944711" y="5207333"/>
            <a:ext cx="216624" cy="216624"/>
          </a:xfrm>
          <a:prstGeom prst="roundRect">
            <a:avLst>
              <a:gd name="adj" fmla="val 33317"/>
            </a:avLst>
          </a:prstGeom>
          <a:solidFill>
            <a:srgbClr val="F53C14"/>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Прямоугольник: скругленные углы 64">
            <a:extLst>
              <a:ext uri="{FF2B5EF4-FFF2-40B4-BE49-F238E27FC236}">
                <a16:creationId xmlns:a16="http://schemas.microsoft.com/office/drawing/2014/main" id="{64CE274F-4EAA-4107-83ED-D091B2D24524}"/>
              </a:ext>
            </a:extLst>
          </p:cNvPr>
          <p:cNvSpPr/>
          <p:nvPr/>
        </p:nvSpPr>
        <p:spPr>
          <a:xfrm>
            <a:off x="-679648" y="5207333"/>
            <a:ext cx="216624" cy="216624"/>
          </a:xfrm>
          <a:prstGeom prst="roundRect">
            <a:avLst>
              <a:gd name="adj" fmla="val 33317"/>
            </a:avLst>
          </a:prstGeom>
          <a:solidFill>
            <a:srgbClr val="FCC4B8"/>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Прямоугольник: скругленные углы 65">
            <a:extLst>
              <a:ext uri="{FF2B5EF4-FFF2-40B4-BE49-F238E27FC236}">
                <a16:creationId xmlns:a16="http://schemas.microsoft.com/office/drawing/2014/main" id="{9CA47191-6508-4E1E-B969-5AF2D59C1BD3}"/>
              </a:ext>
            </a:extLst>
          </p:cNvPr>
          <p:cNvSpPr/>
          <p:nvPr/>
        </p:nvSpPr>
        <p:spPr>
          <a:xfrm>
            <a:off x="-1209774" y="5207333"/>
            <a:ext cx="216624" cy="216624"/>
          </a:xfrm>
          <a:prstGeom prst="roundRect">
            <a:avLst>
              <a:gd name="adj" fmla="val 33317"/>
            </a:avLst>
          </a:prstGeom>
          <a:solidFill>
            <a:srgbClr val="FFE5B2"/>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Прямоугольник: скругленные верхние углы 90">
            <a:extLst>
              <a:ext uri="{FF2B5EF4-FFF2-40B4-BE49-F238E27FC236}">
                <a16:creationId xmlns:a16="http://schemas.microsoft.com/office/drawing/2014/main" id="{6D366405-3E17-4C57-9A37-C8B587C3D9BF}"/>
              </a:ext>
            </a:extLst>
          </p:cNvPr>
          <p:cNvSpPr/>
          <p:nvPr/>
        </p:nvSpPr>
        <p:spPr>
          <a:xfrm>
            <a:off x="-2136930" y="3117581"/>
            <a:ext cx="1926713" cy="288000"/>
          </a:xfrm>
          <a:prstGeom prst="round2SameRect">
            <a:avLst>
              <a:gd name="adj1" fmla="val 50000"/>
              <a:gd name="adj2" fmla="val 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ru-RU" sz="1100" b="1" dirty="0">
                <a:solidFill>
                  <a:schemeClr val="tx1"/>
                </a:solidFill>
              </a:rPr>
              <a:t>Цвета </a:t>
            </a:r>
            <a:r>
              <a:rPr lang="en-US" sz="1100" b="1" dirty="0">
                <a:solidFill>
                  <a:schemeClr val="tx1"/>
                </a:solidFill>
              </a:rPr>
              <a:t>Ozon</a:t>
            </a:r>
            <a:endParaRPr lang="ru-RU" sz="1100" b="1" dirty="0">
              <a:solidFill>
                <a:schemeClr val="tx1"/>
              </a:solidFill>
            </a:endParaRPr>
          </a:p>
        </p:txBody>
      </p:sp>
      <p:sp>
        <p:nvSpPr>
          <p:cNvPr id="92" name="TextBox 91">
            <a:extLst>
              <a:ext uri="{FF2B5EF4-FFF2-40B4-BE49-F238E27FC236}">
                <a16:creationId xmlns:a16="http://schemas.microsoft.com/office/drawing/2014/main" id="{5557EBF7-B3F3-4594-A3D1-08C675419A80}"/>
              </a:ext>
            </a:extLst>
          </p:cNvPr>
          <p:cNvSpPr txBox="1"/>
          <p:nvPr/>
        </p:nvSpPr>
        <p:spPr>
          <a:xfrm>
            <a:off x="-2003446" y="3459373"/>
            <a:ext cx="1638525" cy="171623"/>
          </a:xfrm>
          <a:prstGeom prst="rect">
            <a:avLst/>
          </a:prstGeom>
          <a:noFill/>
        </p:spPr>
        <p:txBody>
          <a:bodyPr wrap="square" lIns="0" tIns="0" rIns="0" bIns="0" rtlCol="0">
            <a:noAutofit/>
          </a:bodyPr>
          <a:lstStyle/>
          <a:p>
            <a:pPr algn="l"/>
            <a:r>
              <a:rPr lang="ru-RU" sz="1000" dirty="0"/>
              <a:t>Цвет текста </a:t>
            </a:r>
          </a:p>
        </p:txBody>
      </p:sp>
      <p:sp>
        <p:nvSpPr>
          <p:cNvPr id="93" name="Прямоугольник: скругленные углы 92">
            <a:extLst>
              <a:ext uri="{FF2B5EF4-FFF2-40B4-BE49-F238E27FC236}">
                <a16:creationId xmlns:a16="http://schemas.microsoft.com/office/drawing/2014/main" id="{7E8CD1A5-1767-4CCA-B3FF-56E6231D454F}"/>
              </a:ext>
            </a:extLst>
          </p:cNvPr>
          <p:cNvSpPr/>
          <p:nvPr/>
        </p:nvSpPr>
        <p:spPr>
          <a:xfrm>
            <a:off x="-2004344" y="3658766"/>
            <a:ext cx="216624" cy="216624"/>
          </a:xfrm>
          <a:prstGeom prst="roundRect">
            <a:avLst>
              <a:gd name="adj" fmla="val 33317"/>
            </a:avLst>
          </a:prstGeom>
          <a:solidFill>
            <a:schemeClr val="bg1"/>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94" name="Прямоугольник: скругленные углы 93">
            <a:extLst>
              <a:ext uri="{FF2B5EF4-FFF2-40B4-BE49-F238E27FC236}">
                <a16:creationId xmlns:a16="http://schemas.microsoft.com/office/drawing/2014/main" id="{C5AC241D-6017-4142-970E-E1D88854AFE5}"/>
              </a:ext>
            </a:extLst>
          </p:cNvPr>
          <p:cNvSpPr/>
          <p:nvPr/>
        </p:nvSpPr>
        <p:spPr>
          <a:xfrm>
            <a:off x="-1738339" y="3658766"/>
            <a:ext cx="216624" cy="216624"/>
          </a:xfrm>
          <a:prstGeom prst="roundRect">
            <a:avLst>
              <a:gd name="adj" fmla="val 33317"/>
            </a:avLst>
          </a:prstGeom>
          <a:solidFill>
            <a:schemeClr val="accent6"/>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6" name="Прямоугольник: скругленные углы 95">
            <a:extLst>
              <a:ext uri="{FF2B5EF4-FFF2-40B4-BE49-F238E27FC236}">
                <a16:creationId xmlns:a16="http://schemas.microsoft.com/office/drawing/2014/main" id="{1B2F1DEE-DF12-4CEE-B369-2CC62E7ABCD9}"/>
              </a:ext>
            </a:extLst>
          </p:cNvPr>
          <p:cNvSpPr/>
          <p:nvPr userDrawn="1"/>
        </p:nvSpPr>
        <p:spPr>
          <a:xfrm>
            <a:off x="-1741874" y="4178333"/>
            <a:ext cx="216624" cy="216624"/>
          </a:xfrm>
          <a:prstGeom prst="roundRect">
            <a:avLst>
              <a:gd name="adj" fmla="val 33317"/>
            </a:avLst>
          </a:prstGeom>
          <a:solidFill>
            <a:schemeClr val="accent3"/>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7899026"/>
      </p:ext>
    </p:extLst>
  </p:cSld>
  <p:clrMapOvr>
    <a:masterClrMapping/>
  </p:clrMapOvr>
  <p:extLst>
    <p:ext uri="{DCECCB84-F9BA-43D5-87BE-67443E8EF086}">
      <p15:sldGuideLst xmlns:p15="http://schemas.microsoft.com/office/powerpoint/2012/main">
        <p15:guide id="1" orient="horz" pos="958" userDrawn="1">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Read me">
    <p:spTree>
      <p:nvGrpSpPr>
        <p:cNvPr id="1" name=""/>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842F427E-A7B0-ED26-5BAD-60F49256F445}"/>
              </a:ext>
            </a:extLst>
          </p:cNvPr>
          <p:cNvSpPr/>
          <p:nvPr/>
        </p:nvSpPr>
        <p:spPr>
          <a:xfrm>
            <a:off x="8769966" y="411163"/>
            <a:ext cx="2780684" cy="3570453"/>
          </a:xfrm>
          <a:prstGeom prst="roundRect">
            <a:avLst>
              <a:gd name="adj" fmla="val 568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4" name="Прямоугольник: скругленные углы 3">
            <a:extLst>
              <a:ext uri="{FF2B5EF4-FFF2-40B4-BE49-F238E27FC236}">
                <a16:creationId xmlns:a16="http://schemas.microsoft.com/office/drawing/2014/main" id="{0C473BD7-ACD7-EB2B-FB86-6B31E90DB1BC}"/>
              </a:ext>
            </a:extLst>
          </p:cNvPr>
          <p:cNvSpPr/>
          <p:nvPr/>
        </p:nvSpPr>
        <p:spPr>
          <a:xfrm>
            <a:off x="638969" y="1721762"/>
            <a:ext cx="3636962" cy="2552284"/>
          </a:xfrm>
          <a:prstGeom prst="roundRect">
            <a:avLst>
              <a:gd name="adj" fmla="val 536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5" name="Рисунок 7">
            <a:extLst>
              <a:ext uri="{FF2B5EF4-FFF2-40B4-BE49-F238E27FC236}">
                <a16:creationId xmlns:a16="http://schemas.microsoft.com/office/drawing/2014/main" id="{D3FB9A76-953C-033C-61F9-0AC886567100}"/>
              </a:ext>
            </a:extLst>
          </p:cNvPr>
          <p:cNvSpPr/>
          <p:nvPr/>
        </p:nvSpPr>
        <p:spPr>
          <a:xfrm>
            <a:off x="3983413" y="1943086"/>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6" name="TextBox 5">
            <a:extLst>
              <a:ext uri="{FF2B5EF4-FFF2-40B4-BE49-F238E27FC236}">
                <a16:creationId xmlns:a16="http://schemas.microsoft.com/office/drawing/2014/main" id="{649C6957-2D3E-DC29-1E26-B13045C7740D}"/>
              </a:ext>
            </a:extLst>
          </p:cNvPr>
          <p:cNvSpPr txBox="1"/>
          <p:nvPr/>
        </p:nvSpPr>
        <p:spPr>
          <a:xfrm>
            <a:off x="851401" y="1908000"/>
            <a:ext cx="2741705" cy="253292"/>
          </a:xfrm>
          <a:prstGeom prst="rect">
            <a:avLst/>
          </a:prstGeom>
          <a:noFill/>
        </p:spPr>
        <p:txBody>
          <a:bodyPr wrap="square" lIns="0" tIns="0" rIns="0" bIns="0" rtlCol="0">
            <a:noAutofit/>
          </a:bodyPr>
          <a:lstStyle/>
          <a:p>
            <a:pPr algn="l">
              <a:lnSpc>
                <a:spcPct val="90000"/>
              </a:lnSpc>
            </a:pPr>
            <a:r>
              <a:rPr lang="ru-RU" b="1" dirty="0">
                <a:solidFill>
                  <a:schemeClr val="accent1"/>
                </a:solidFill>
              </a:rPr>
              <a:t>И шрифтом единым</a:t>
            </a:r>
          </a:p>
        </p:txBody>
      </p:sp>
      <p:sp>
        <p:nvSpPr>
          <p:cNvPr id="7" name="TextBox 6">
            <a:extLst>
              <a:ext uri="{FF2B5EF4-FFF2-40B4-BE49-F238E27FC236}">
                <a16:creationId xmlns:a16="http://schemas.microsoft.com/office/drawing/2014/main" id="{F9217C2A-0738-0EEE-9E4D-8690A4CD65E8}"/>
              </a:ext>
            </a:extLst>
          </p:cNvPr>
          <p:cNvSpPr txBox="1"/>
          <p:nvPr/>
        </p:nvSpPr>
        <p:spPr>
          <a:xfrm>
            <a:off x="835809" y="2582400"/>
            <a:ext cx="3092566" cy="202332"/>
          </a:xfrm>
          <a:prstGeom prst="rect">
            <a:avLst/>
          </a:prstGeom>
          <a:noFill/>
        </p:spPr>
        <p:txBody>
          <a:bodyPr wrap="square" lIns="0" tIns="0" rIns="0" bIns="0" rtlCol="0">
            <a:noAutofit/>
          </a:bodyPr>
          <a:lstStyle/>
          <a:p>
            <a:pPr algn="l">
              <a:lnSpc>
                <a:spcPct val="90000"/>
              </a:lnSpc>
            </a:pPr>
            <a:r>
              <a:rPr lang="en-US" sz="1200" dirty="0">
                <a:latin typeface="+mj-lt"/>
              </a:rPr>
              <a:t>Arial Black </a:t>
            </a:r>
            <a:r>
              <a:rPr lang="ru-RU" sz="1200" spc="-30" dirty="0"/>
              <a:t>— заголовки и крупные цифры</a:t>
            </a:r>
            <a:r>
              <a:rPr lang="en-US" sz="1200" spc="-30" dirty="0"/>
              <a:t>.</a:t>
            </a:r>
            <a:endParaRPr lang="ru-RU" sz="1200" spc="-30" dirty="0"/>
          </a:p>
        </p:txBody>
      </p:sp>
      <p:sp>
        <p:nvSpPr>
          <p:cNvPr id="8" name="TextBox 7">
            <a:extLst>
              <a:ext uri="{FF2B5EF4-FFF2-40B4-BE49-F238E27FC236}">
                <a16:creationId xmlns:a16="http://schemas.microsoft.com/office/drawing/2014/main" id="{000CEFE1-B494-61DA-7233-8F84B2D4A63F}"/>
              </a:ext>
            </a:extLst>
          </p:cNvPr>
          <p:cNvSpPr txBox="1"/>
          <p:nvPr/>
        </p:nvSpPr>
        <p:spPr>
          <a:xfrm>
            <a:off x="835809" y="2805095"/>
            <a:ext cx="1985972" cy="202332"/>
          </a:xfrm>
          <a:prstGeom prst="rect">
            <a:avLst/>
          </a:prstGeom>
          <a:noFill/>
        </p:spPr>
        <p:txBody>
          <a:bodyPr wrap="square" lIns="0" tIns="0" rIns="0" bIns="0" rtlCol="0">
            <a:noAutofit/>
          </a:bodyPr>
          <a:lstStyle/>
          <a:p>
            <a:pPr algn="l">
              <a:lnSpc>
                <a:spcPct val="90000"/>
              </a:lnSpc>
            </a:pPr>
            <a:r>
              <a:rPr lang="en-US" sz="1200"/>
              <a:t>Arial</a:t>
            </a:r>
            <a:r>
              <a:rPr lang="ru-RU" sz="1200"/>
              <a:t> </a:t>
            </a:r>
            <a:r>
              <a:rPr lang="ru-RU" sz="1200" spc="-30"/>
              <a:t>— любой другой текст.</a:t>
            </a:r>
          </a:p>
        </p:txBody>
      </p:sp>
      <p:sp>
        <p:nvSpPr>
          <p:cNvPr id="9" name="TextBox 8">
            <a:extLst>
              <a:ext uri="{FF2B5EF4-FFF2-40B4-BE49-F238E27FC236}">
                <a16:creationId xmlns:a16="http://schemas.microsoft.com/office/drawing/2014/main" id="{09796C81-ACEB-6FF7-3F09-50647F7191D9}"/>
              </a:ext>
            </a:extLst>
          </p:cNvPr>
          <p:cNvSpPr txBox="1"/>
          <p:nvPr/>
        </p:nvSpPr>
        <p:spPr>
          <a:xfrm>
            <a:off x="851401" y="2291808"/>
            <a:ext cx="3339825" cy="202331"/>
          </a:xfrm>
          <a:prstGeom prst="rect">
            <a:avLst/>
          </a:prstGeom>
          <a:noFill/>
        </p:spPr>
        <p:txBody>
          <a:bodyPr wrap="square" lIns="0" tIns="0" rIns="0" bIns="0" rtlCol="0">
            <a:noAutofit/>
          </a:bodyPr>
          <a:lstStyle/>
          <a:p>
            <a:pPr algn="l"/>
            <a:r>
              <a:rPr lang="ru-RU" sz="1200"/>
              <a:t>Настроили универсальные шрифты*</a:t>
            </a:r>
          </a:p>
        </p:txBody>
      </p:sp>
      <p:sp>
        <p:nvSpPr>
          <p:cNvPr id="10" name="Прямоугольник: скругленные углы 9">
            <a:extLst>
              <a:ext uri="{FF2B5EF4-FFF2-40B4-BE49-F238E27FC236}">
                <a16:creationId xmlns:a16="http://schemas.microsoft.com/office/drawing/2014/main" id="{6104178C-EF19-C749-314C-B1E58E8E5C6D}"/>
              </a:ext>
            </a:extLst>
          </p:cNvPr>
          <p:cNvSpPr/>
          <p:nvPr/>
        </p:nvSpPr>
        <p:spPr>
          <a:xfrm>
            <a:off x="1023002" y="3108184"/>
            <a:ext cx="728387" cy="570495"/>
          </a:xfrm>
          <a:prstGeom prst="roundRect">
            <a:avLst>
              <a:gd name="adj" fmla="val 825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900">
              <a:solidFill>
                <a:schemeClr val="tx2"/>
              </a:solidFill>
            </a:endParaRPr>
          </a:p>
        </p:txBody>
      </p:sp>
      <p:sp>
        <p:nvSpPr>
          <p:cNvPr id="11" name="Прямоугольник: скругленные углы 10">
            <a:extLst>
              <a:ext uri="{FF2B5EF4-FFF2-40B4-BE49-F238E27FC236}">
                <a16:creationId xmlns:a16="http://schemas.microsoft.com/office/drawing/2014/main" id="{3F3BD349-C9D0-48CC-C2A2-95B33D646EDF}"/>
              </a:ext>
            </a:extLst>
          </p:cNvPr>
          <p:cNvSpPr/>
          <p:nvPr/>
        </p:nvSpPr>
        <p:spPr>
          <a:xfrm>
            <a:off x="835809" y="3108185"/>
            <a:ext cx="147470" cy="242152"/>
          </a:xfrm>
          <a:prstGeom prst="roundRect">
            <a:avLst>
              <a:gd name="adj" fmla="val 20249"/>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 name="TextBox 11">
            <a:extLst>
              <a:ext uri="{FF2B5EF4-FFF2-40B4-BE49-F238E27FC236}">
                <a16:creationId xmlns:a16="http://schemas.microsoft.com/office/drawing/2014/main" id="{7D30B6D2-C461-1492-330C-20FD7AE1013F}"/>
              </a:ext>
            </a:extLst>
          </p:cNvPr>
          <p:cNvSpPr txBox="1"/>
          <p:nvPr/>
        </p:nvSpPr>
        <p:spPr>
          <a:xfrm>
            <a:off x="1844353" y="3115599"/>
            <a:ext cx="2235410" cy="547178"/>
          </a:xfrm>
          <a:prstGeom prst="rect">
            <a:avLst/>
          </a:prstGeom>
          <a:noFill/>
        </p:spPr>
        <p:txBody>
          <a:bodyPr wrap="square" lIns="0" tIns="0" rIns="0" bIns="0" rtlCol="0">
            <a:noAutofit/>
          </a:bodyPr>
          <a:lstStyle/>
          <a:p>
            <a:pPr algn="l"/>
            <a:r>
              <a:rPr lang="ru-RU" sz="1200" spc="-30"/>
              <a:t>Слева от слайда добавили подсказки по подбору размера текста в разных ситуациях.</a:t>
            </a:r>
          </a:p>
        </p:txBody>
      </p:sp>
      <p:sp>
        <p:nvSpPr>
          <p:cNvPr id="13" name="TextBox 12">
            <a:extLst>
              <a:ext uri="{FF2B5EF4-FFF2-40B4-BE49-F238E27FC236}">
                <a16:creationId xmlns:a16="http://schemas.microsoft.com/office/drawing/2014/main" id="{511821C8-FA09-F9AC-8D01-112C77DF8540}"/>
              </a:ext>
            </a:extLst>
          </p:cNvPr>
          <p:cNvSpPr txBox="1"/>
          <p:nvPr/>
        </p:nvSpPr>
        <p:spPr>
          <a:xfrm>
            <a:off x="851401" y="3789831"/>
            <a:ext cx="2916590" cy="334499"/>
          </a:xfrm>
          <a:prstGeom prst="rect">
            <a:avLst/>
          </a:prstGeom>
          <a:noFill/>
        </p:spPr>
        <p:txBody>
          <a:bodyPr wrap="square" lIns="0" tIns="0" rIns="0" bIns="0" rtlCol="0">
            <a:noAutofit/>
          </a:bodyPr>
          <a:lstStyle/>
          <a:p>
            <a:pPr algn="l"/>
            <a:r>
              <a:rPr lang="ru-RU" sz="1000">
                <a:solidFill>
                  <a:schemeClr val="accent6">
                    <a:lumMod val="75000"/>
                  </a:schemeClr>
                </a:solidFill>
              </a:rPr>
              <a:t>* По правилам бренда фирменный шрифт </a:t>
            </a:r>
            <a:r>
              <a:rPr lang="en-US" sz="1000">
                <a:solidFill>
                  <a:schemeClr val="accent6">
                    <a:lumMod val="75000"/>
                  </a:schemeClr>
                </a:solidFill>
              </a:rPr>
              <a:t>Ozon GT </a:t>
            </a:r>
            <a:r>
              <a:rPr lang="en-US" sz="1000" err="1">
                <a:solidFill>
                  <a:schemeClr val="accent6">
                    <a:lumMod val="75000"/>
                  </a:schemeClr>
                </a:solidFill>
              </a:rPr>
              <a:t>Eesti</a:t>
            </a:r>
            <a:r>
              <a:rPr lang="en-US" sz="1000">
                <a:solidFill>
                  <a:schemeClr val="accent6">
                    <a:lumMod val="75000"/>
                  </a:schemeClr>
                </a:solidFill>
              </a:rPr>
              <a:t> </a:t>
            </a:r>
            <a:r>
              <a:rPr lang="ru-RU" sz="1000">
                <a:solidFill>
                  <a:schemeClr val="accent6">
                    <a:lumMod val="75000"/>
                  </a:schemeClr>
                </a:solidFill>
              </a:rPr>
              <a:t>в презентациях не используется.</a:t>
            </a:r>
          </a:p>
        </p:txBody>
      </p:sp>
      <p:sp>
        <p:nvSpPr>
          <p:cNvPr id="14" name="Прямоугольник: скругленные углы 13">
            <a:extLst>
              <a:ext uri="{FF2B5EF4-FFF2-40B4-BE49-F238E27FC236}">
                <a16:creationId xmlns:a16="http://schemas.microsoft.com/office/drawing/2014/main" id="{C4AD015F-EE11-7D88-0C79-B09991610136}"/>
              </a:ext>
            </a:extLst>
          </p:cNvPr>
          <p:cNvSpPr/>
          <p:nvPr/>
        </p:nvSpPr>
        <p:spPr>
          <a:xfrm>
            <a:off x="639763" y="4535412"/>
            <a:ext cx="3636962" cy="1734939"/>
          </a:xfrm>
          <a:prstGeom prst="roundRect">
            <a:avLst>
              <a:gd name="adj" fmla="val 1039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Рисунок 7">
            <a:extLst>
              <a:ext uri="{FF2B5EF4-FFF2-40B4-BE49-F238E27FC236}">
                <a16:creationId xmlns:a16="http://schemas.microsoft.com/office/drawing/2014/main" id="{FA43BDE8-D7A0-0C27-C6CD-029C50B868D5}"/>
              </a:ext>
            </a:extLst>
          </p:cNvPr>
          <p:cNvSpPr/>
          <p:nvPr/>
        </p:nvSpPr>
        <p:spPr>
          <a:xfrm>
            <a:off x="3984207" y="4656592"/>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16" name="TextBox 15">
            <a:extLst>
              <a:ext uri="{FF2B5EF4-FFF2-40B4-BE49-F238E27FC236}">
                <a16:creationId xmlns:a16="http://schemas.microsoft.com/office/drawing/2014/main" id="{D30F08A5-A097-D2DF-E5ED-50245BA1511D}"/>
              </a:ext>
            </a:extLst>
          </p:cNvPr>
          <p:cNvSpPr txBox="1"/>
          <p:nvPr/>
        </p:nvSpPr>
        <p:spPr>
          <a:xfrm>
            <a:off x="852195" y="4682793"/>
            <a:ext cx="2741705" cy="253292"/>
          </a:xfrm>
          <a:prstGeom prst="rect">
            <a:avLst/>
          </a:prstGeom>
          <a:noFill/>
        </p:spPr>
        <p:txBody>
          <a:bodyPr wrap="square" lIns="0" tIns="0" rIns="0" bIns="0" rtlCol="0">
            <a:noAutofit/>
          </a:bodyPr>
          <a:lstStyle/>
          <a:p>
            <a:pPr algn="l">
              <a:lnSpc>
                <a:spcPct val="90000"/>
              </a:lnSpc>
            </a:pPr>
            <a:r>
              <a:rPr lang="ru-RU" b="1">
                <a:solidFill>
                  <a:schemeClr val="accent1"/>
                </a:solidFill>
              </a:rPr>
              <a:t>Классные таблицы</a:t>
            </a:r>
          </a:p>
        </p:txBody>
      </p:sp>
      <p:pic>
        <p:nvPicPr>
          <p:cNvPr id="17" name="Рисунок 16">
            <a:extLst>
              <a:ext uri="{FF2B5EF4-FFF2-40B4-BE49-F238E27FC236}">
                <a16:creationId xmlns:a16="http://schemas.microsoft.com/office/drawing/2014/main" id="{3B8DA76D-193B-C485-5922-0905FBE36CC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57406" y="5041239"/>
            <a:ext cx="1336787" cy="596097"/>
          </a:xfrm>
          <a:prstGeom prst="roundRect">
            <a:avLst>
              <a:gd name="adj" fmla="val 8135"/>
            </a:avLst>
          </a:prstGeom>
        </p:spPr>
      </p:pic>
      <p:sp>
        <p:nvSpPr>
          <p:cNvPr id="18" name="TextBox 17">
            <a:extLst>
              <a:ext uri="{FF2B5EF4-FFF2-40B4-BE49-F238E27FC236}">
                <a16:creationId xmlns:a16="http://schemas.microsoft.com/office/drawing/2014/main" id="{E6016BEF-43F4-C513-6E8D-2D3F43E850C9}"/>
              </a:ext>
            </a:extLst>
          </p:cNvPr>
          <p:cNvSpPr txBox="1"/>
          <p:nvPr/>
        </p:nvSpPr>
        <p:spPr>
          <a:xfrm>
            <a:off x="2310490" y="5041239"/>
            <a:ext cx="1737427" cy="820601"/>
          </a:xfrm>
          <a:prstGeom prst="rect">
            <a:avLst/>
          </a:prstGeom>
          <a:noFill/>
        </p:spPr>
        <p:txBody>
          <a:bodyPr wrap="square" lIns="0" tIns="0" rIns="0" bIns="0" rtlCol="0">
            <a:noAutofit/>
          </a:bodyPr>
          <a:lstStyle/>
          <a:p>
            <a:pPr algn="l"/>
            <a:r>
              <a:rPr lang="ru-RU" sz="1200" spc="-30"/>
              <a:t>Настроили специальный стиль для работы </a:t>
            </a:r>
            <a:br>
              <a:rPr lang="ru-RU" sz="1200" spc="-30"/>
            </a:br>
            <a:r>
              <a:rPr lang="ru-RU" sz="1200" spc="-30"/>
              <a:t>с таблицами</a:t>
            </a:r>
          </a:p>
        </p:txBody>
      </p:sp>
      <p:sp>
        <p:nvSpPr>
          <p:cNvPr id="19" name="TextBox 18">
            <a:extLst>
              <a:ext uri="{FF2B5EF4-FFF2-40B4-BE49-F238E27FC236}">
                <a16:creationId xmlns:a16="http://schemas.microsoft.com/office/drawing/2014/main" id="{AA59D513-03D7-E112-73C4-AEF053F1B8A3}"/>
              </a:ext>
            </a:extLst>
          </p:cNvPr>
          <p:cNvSpPr txBox="1"/>
          <p:nvPr/>
        </p:nvSpPr>
        <p:spPr>
          <a:xfrm>
            <a:off x="852195" y="5727560"/>
            <a:ext cx="3277239" cy="404180"/>
          </a:xfrm>
          <a:prstGeom prst="rect">
            <a:avLst/>
          </a:prstGeom>
          <a:noFill/>
        </p:spPr>
        <p:txBody>
          <a:bodyPr wrap="square" lIns="0" tIns="0" rIns="0" bIns="0" rtlCol="0">
            <a:noAutofit/>
          </a:bodyPr>
          <a:lstStyle/>
          <a:p>
            <a:pPr algn="l"/>
            <a:r>
              <a:rPr lang="ru-RU" sz="1200"/>
              <a:t>Настраивай вид таблицы в несколько кликов в разделе «Конструктор таблиц»</a:t>
            </a:r>
          </a:p>
        </p:txBody>
      </p:sp>
      <p:sp>
        <p:nvSpPr>
          <p:cNvPr id="20" name="Прямоугольник: скругленные углы 19">
            <a:extLst>
              <a:ext uri="{FF2B5EF4-FFF2-40B4-BE49-F238E27FC236}">
                <a16:creationId xmlns:a16="http://schemas.microsoft.com/office/drawing/2014/main" id="{D17B9CA6-6150-A43F-D409-1A3029BF4C87}"/>
              </a:ext>
            </a:extLst>
          </p:cNvPr>
          <p:cNvSpPr/>
          <p:nvPr/>
        </p:nvSpPr>
        <p:spPr>
          <a:xfrm>
            <a:off x="835809" y="3382445"/>
            <a:ext cx="147470" cy="173301"/>
          </a:xfrm>
          <a:prstGeom prst="roundRect">
            <a:avLst>
              <a:gd name="adj" fmla="val 1886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1" name="Прямоугольник: скругленные углы 20">
            <a:extLst>
              <a:ext uri="{FF2B5EF4-FFF2-40B4-BE49-F238E27FC236}">
                <a16:creationId xmlns:a16="http://schemas.microsoft.com/office/drawing/2014/main" id="{E0C63BED-38C1-7FE4-2365-63A32A9AAC60}"/>
              </a:ext>
            </a:extLst>
          </p:cNvPr>
          <p:cNvSpPr/>
          <p:nvPr/>
        </p:nvSpPr>
        <p:spPr>
          <a:xfrm>
            <a:off x="835809" y="3587854"/>
            <a:ext cx="147470" cy="99462"/>
          </a:xfrm>
          <a:prstGeom prst="roundRect">
            <a:avLst>
              <a:gd name="adj" fmla="val 2991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4" name="Прямоугольник: скругленные углы 23">
            <a:extLst>
              <a:ext uri="{FF2B5EF4-FFF2-40B4-BE49-F238E27FC236}">
                <a16:creationId xmlns:a16="http://schemas.microsoft.com/office/drawing/2014/main" id="{DB56BD41-1107-8D34-A153-D854D92E8037}"/>
              </a:ext>
            </a:extLst>
          </p:cNvPr>
          <p:cNvSpPr/>
          <p:nvPr/>
        </p:nvSpPr>
        <p:spPr>
          <a:xfrm>
            <a:off x="4542838" y="411163"/>
            <a:ext cx="3961015" cy="5851525"/>
          </a:xfrm>
          <a:prstGeom prst="roundRect">
            <a:avLst>
              <a:gd name="adj" fmla="val 511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25" name="Рисунок 7">
            <a:extLst>
              <a:ext uri="{FF2B5EF4-FFF2-40B4-BE49-F238E27FC236}">
                <a16:creationId xmlns:a16="http://schemas.microsoft.com/office/drawing/2014/main" id="{BE35B28F-D3E3-8C7F-F57E-6C61167D7222}"/>
              </a:ext>
            </a:extLst>
          </p:cNvPr>
          <p:cNvSpPr/>
          <p:nvPr/>
        </p:nvSpPr>
        <p:spPr>
          <a:xfrm>
            <a:off x="8208625" y="534179"/>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26" name="TextBox 25">
            <a:extLst>
              <a:ext uri="{FF2B5EF4-FFF2-40B4-BE49-F238E27FC236}">
                <a16:creationId xmlns:a16="http://schemas.microsoft.com/office/drawing/2014/main" id="{C5283F07-2266-9262-3F8F-5F5E101E6F15}"/>
              </a:ext>
            </a:extLst>
          </p:cNvPr>
          <p:cNvSpPr txBox="1"/>
          <p:nvPr/>
        </p:nvSpPr>
        <p:spPr>
          <a:xfrm>
            <a:off x="4754328" y="587649"/>
            <a:ext cx="2741705" cy="253292"/>
          </a:xfrm>
          <a:prstGeom prst="rect">
            <a:avLst/>
          </a:prstGeom>
          <a:noFill/>
        </p:spPr>
        <p:txBody>
          <a:bodyPr wrap="square" lIns="0" tIns="0" rIns="0" bIns="0" rtlCol="0">
            <a:noAutofit/>
          </a:bodyPr>
          <a:lstStyle/>
          <a:p>
            <a:pPr algn="l">
              <a:lnSpc>
                <a:spcPct val="90000"/>
              </a:lnSpc>
            </a:pPr>
            <a:r>
              <a:rPr lang="ru-RU" b="1" dirty="0">
                <a:solidFill>
                  <a:schemeClr val="accent1"/>
                </a:solidFill>
              </a:rPr>
              <a:t>Настройся на цвет</a:t>
            </a:r>
          </a:p>
        </p:txBody>
      </p:sp>
      <p:sp>
        <p:nvSpPr>
          <p:cNvPr id="27" name="TextBox 26">
            <a:extLst>
              <a:ext uri="{FF2B5EF4-FFF2-40B4-BE49-F238E27FC236}">
                <a16:creationId xmlns:a16="http://schemas.microsoft.com/office/drawing/2014/main" id="{17FB979E-BD31-1A6E-B7BA-8159F9C45488}"/>
              </a:ext>
            </a:extLst>
          </p:cNvPr>
          <p:cNvSpPr txBox="1"/>
          <p:nvPr/>
        </p:nvSpPr>
        <p:spPr>
          <a:xfrm>
            <a:off x="4754328" y="875467"/>
            <a:ext cx="3339825" cy="395772"/>
          </a:xfrm>
          <a:prstGeom prst="rect">
            <a:avLst/>
          </a:prstGeom>
          <a:noFill/>
        </p:spPr>
        <p:txBody>
          <a:bodyPr wrap="square" lIns="0" tIns="0" rIns="0" bIns="0" rtlCol="0">
            <a:noAutofit/>
          </a:bodyPr>
          <a:lstStyle/>
          <a:p>
            <a:pPr algn="l"/>
            <a:r>
              <a:rPr lang="ru-RU" sz="1200" dirty="0"/>
              <a:t>Подобрали цвета для разных задач </a:t>
            </a:r>
            <a:br>
              <a:rPr lang="ru-RU" sz="1200" dirty="0"/>
            </a:br>
            <a:r>
              <a:rPr lang="ru-RU" sz="1200" dirty="0"/>
              <a:t>и элементов и вшили их в шаблон</a:t>
            </a:r>
          </a:p>
        </p:txBody>
      </p:sp>
      <p:pic>
        <p:nvPicPr>
          <p:cNvPr id="28" name="Рисунок 27">
            <a:extLst>
              <a:ext uri="{FF2B5EF4-FFF2-40B4-BE49-F238E27FC236}">
                <a16:creationId xmlns:a16="http://schemas.microsoft.com/office/drawing/2014/main" id="{0C008694-8165-E8E2-7A8D-4E9F897E41E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746894" y="1316353"/>
            <a:ext cx="1562290" cy="2330494"/>
          </a:xfrm>
          <a:prstGeom prst="rect">
            <a:avLst/>
          </a:prstGeom>
        </p:spPr>
      </p:pic>
      <p:sp>
        <p:nvSpPr>
          <p:cNvPr id="29" name="Прямоугольник: скругленные углы 28">
            <a:extLst>
              <a:ext uri="{FF2B5EF4-FFF2-40B4-BE49-F238E27FC236}">
                <a16:creationId xmlns:a16="http://schemas.microsoft.com/office/drawing/2014/main" id="{A6DCECD0-D935-CF3E-6D0B-AAF9A3FAA344}"/>
              </a:ext>
            </a:extLst>
          </p:cNvPr>
          <p:cNvSpPr/>
          <p:nvPr/>
        </p:nvSpPr>
        <p:spPr>
          <a:xfrm>
            <a:off x="4767556" y="183019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b="1">
                <a:solidFill>
                  <a:schemeClr val="tx1"/>
                </a:solidFill>
              </a:rPr>
              <a:t>1</a:t>
            </a:r>
          </a:p>
        </p:txBody>
      </p:sp>
      <p:sp>
        <p:nvSpPr>
          <p:cNvPr id="30" name="Прямоугольник: скругленные углы 29">
            <a:extLst>
              <a:ext uri="{FF2B5EF4-FFF2-40B4-BE49-F238E27FC236}">
                <a16:creationId xmlns:a16="http://schemas.microsoft.com/office/drawing/2014/main" id="{C8706222-31CC-9F5F-E013-0BBE35934D54}"/>
              </a:ext>
            </a:extLst>
          </p:cNvPr>
          <p:cNvSpPr/>
          <p:nvPr/>
        </p:nvSpPr>
        <p:spPr>
          <a:xfrm>
            <a:off x="4906548" y="183019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b="1">
                <a:solidFill>
                  <a:schemeClr val="bg1"/>
                </a:solidFill>
              </a:rPr>
              <a:t>2</a:t>
            </a:r>
          </a:p>
        </p:txBody>
      </p:sp>
      <p:sp>
        <p:nvSpPr>
          <p:cNvPr id="31" name="Прямоугольник: скругленные углы 30">
            <a:extLst>
              <a:ext uri="{FF2B5EF4-FFF2-40B4-BE49-F238E27FC236}">
                <a16:creationId xmlns:a16="http://schemas.microsoft.com/office/drawing/2014/main" id="{509C4CD0-5658-4B4D-9876-9BDC41BD413B}"/>
              </a:ext>
            </a:extLst>
          </p:cNvPr>
          <p:cNvSpPr/>
          <p:nvPr/>
        </p:nvSpPr>
        <p:spPr>
          <a:xfrm>
            <a:off x="5298405" y="1836074"/>
            <a:ext cx="549640" cy="129930"/>
          </a:xfrm>
          <a:prstGeom prst="roundRect">
            <a:avLst/>
          </a:prstGeom>
          <a:solidFill>
            <a:schemeClr val="tx1">
              <a:alpha val="4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bg1"/>
                </a:solidFill>
              </a:rPr>
              <a:t>3</a:t>
            </a:r>
          </a:p>
        </p:txBody>
      </p:sp>
      <p:sp>
        <p:nvSpPr>
          <p:cNvPr id="32" name="Прямоугольник: скругленные углы 31">
            <a:extLst>
              <a:ext uri="{FF2B5EF4-FFF2-40B4-BE49-F238E27FC236}">
                <a16:creationId xmlns:a16="http://schemas.microsoft.com/office/drawing/2014/main" id="{07E7894A-349A-5D5C-6330-CB7710037BDF}"/>
              </a:ext>
            </a:extLst>
          </p:cNvPr>
          <p:cNvSpPr/>
          <p:nvPr/>
        </p:nvSpPr>
        <p:spPr>
          <a:xfrm>
            <a:off x="5985557" y="205275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tx1"/>
                </a:solidFill>
              </a:rPr>
              <a:t>6</a:t>
            </a:r>
          </a:p>
        </p:txBody>
      </p:sp>
      <p:grpSp>
        <p:nvGrpSpPr>
          <p:cNvPr id="34" name="Группа 33">
            <a:extLst>
              <a:ext uri="{FF2B5EF4-FFF2-40B4-BE49-F238E27FC236}">
                <a16:creationId xmlns:a16="http://schemas.microsoft.com/office/drawing/2014/main" id="{22A55104-6836-E9B1-3BCE-E75784F82444}"/>
              </a:ext>
            </a:extLst>
          </p:cNvPr>
          <p:cNvGrpSpPr/>
          <p:nvPr/>
        </p:nvGrpSpPr>
        <p:grpSpPr>
          <a:xfrm>
            <a:off x="4776934" y="3180865"/>
            <a:ext cx="1506353" cy="447322"/>
            <a:chOff x="4776934" y="3171767"/>
            <a:chExt cx="1506353" cy="447322"/>
          </a:xfrm>
        </p:grpSpPr>
        <p:cxnSp>
          <p:nvCxnSpPr>
            <p:cNvPr id="35" name="Прямая соединительная линия 34">
              <a:extLst>
                <a:ext uri="{FF2B5EF4-FFF2-40B4-BE49-F238E27FC236}">
                  <a16:creationId xmlns:a16="http://schemas.microsoft.com/office/drawing/2014/main" id="{64A34720-A647-A21D-C797-B1B07FAE24EA}"/>
                </a:ext>
              </a:extLst>
            </p:cNvPr>
            <p:cNvCxnSpPr>
              <a:cxnSpLocks/>
            </p:cNvCxnSpPr>
            <p:nvPr/>
          </p:nvCxnSpPr>
          <p:spPr>
            <a:xfrm>
              <a:off x="4776934" y="3171767"/>
              <a:ext cx="1506353" cy="447322"/>
            </a:xfrm>
            <a:prstGeom prst="line">
              <a:avLst/>
            </a:prstGeom>
            <a:ln w="28575" cap="rnd">
              <a:solidFill>
                <a:srgbClr val="F53C14"/>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a:extLst>
                <a:ext uri="{FF2B5EF4-FFF2-40B4-BE49-F238E27FC236}">
                  <a16:creationId xmlns:a16="http://schemas.microsoft.com/office/drawing/2014/main" id="{ABA02359-E131-EC74-AFE5-A384B9139F37}"/>
                </a:ext>
              </a:extLst>
            </p:cNvPr>
            <p:cNvCxnSpPr>
              <a:cxnSpLocks/>
            </p:cNvCxnSpPr>
            <p:nvPr/>
          </p:nvCxnSpPr>
          <p:spPr>
            <a:xfrm flipH="1">
              <a:off x="4776934" y="3171767"/>
              <a:ext cx="1506353" cy="447322"/>
            </a:xfrm>
            <a:prstGeom prst="line">
              <a:avLst/>
            </a:prstGeom>
            <a:ln w="28575" cap="rnd">
              <a:solidFill>
                <a:srgbClr val="F53C14"/>
              </a:solidFill>
            </a:ln>
          </p:spPr>
          <p:style>
            <a:lnRef idx="1">
              <a:schemeClr val="accent1"/>
            </a:lnRef>
            <a:fillRef idx="0">
              <a:schemeClr val="accent1"/>
            </a:fillRef>
            <a:effectRef idx="0">
              <a:schemeClr val="accent1"/>
            </a:effectRef>
            <a:fontRef idx="minor">
              <a:schemeClr val="tx1"/>
            </a:fontRef>
          </p:style>
        </p:cxnSp>
      </p:grpSp>
      <p:sp>
        <p:nvSpPr>
          <p:cNvPr id="37" name="Прямоугольник: скругленные углы 36">
            <a:extLst>
              <a:ext uri="{FF2B5EF4-FFF2-40B4-BE49-F238E27FC236}">
                <a16:creationId xmlns:a16="http://schemas.microsoft.com/office/drawing/2014/main" id="{1FFAC3C6-D187-C758-85E3-B3011039AF25}"/>
              </a:ext>
            </a:extLst>
          </p:cNvPr>
          <p:cNvSpPr/>
          <p:nvPr userDrawn="1"/>
        </p:nvSpPr>
        <p:spPr>
          <a:xfrm>
            <a:off x="4906548" y="248986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bg1"/>
                </a:solidFill>
              </a:rPr>
              <a:t>7</a:t>
            </a:r>
          </a:p>
        </p:txBody>
      </p:sp>
      <p:sp>
        <p:nvSpPr>
          <p:cNvPr id="38" name="TextBox 37">
            <a:extLst>
              <a:ext uri="{FF2B5EF4-FFF2-40B4-BE49-F238E27FC236}">
                <a16:creationId xmlns:a16="http://schemas.microsoft.com/office/drawing/2014/main" id="{B0599937-AD07-1D9A-9C7A-C9332990F130}"/>
              </a:ext>
            </a:extLst>
          </p:cNvPr>
          <p:cNvSpPr txBox="1"/>
          <p:nvPr/>
        </p:nvSpPr>
        <p:spPr>
          <a:xfrm>
            <a:off x="6446251" y="1591086"/>
            <a:ext cx="1846641" cy="2028003"/>
          </a:xfrm>
          <a:prstGeom prst="rect">
            <a:avLst/>
          </a:prstGeom>
          <a:noFill/>
        </p:spPr>
        <p:txBody>
          <a:bodyPr wrap="square" lIns="0" tIns="0" rIns="0" bIns="0" rtlCol="0">
            <a:noAutofit/>
          </a:bodyPr>
          <a:lstStyle/>
          <a:p>
            <a:pPr marL="182563" indent="-182563" algn="l">
              <a:spcAft>
                <a:spcPts val="600"/>
              </a:spcAft>
              <a:buAutoNum type="arabicPeriod"/>
            </a:pPr>
            <a:r>
              <a:rPr lang="ru-RU" sz="1200" dirty="0"/>
              <a:t>Цвет фона светлой темы.</a:t>
            </a:r>
          </a:p>
          <a:p>
            <a:pPr marL="182563" indent="-182563" algn="l">
              <a:spcAft>
                <a:spcPts val="600"/>
              </a:spcAft>
              <a:buAutoNum type="arabicPeriod"/>
            </a:pPr>
            <a:r>
              <a:rPr lang="ru-RU" sz="1200" dirty="0"/>
              <a:t>Цвет текста для светлой темы.</a:t>
            </a:r>
          </a:p>
          <a:p>
            <a:pPr algn="l">
              <a:spcAft>
                <a:spcPts val="600"/>
              </a:spcAft>
            </a:pPr>
            <a:r>
              <a:rPr lang="ru-RU" sz="1000" dirty="0">
                <a:solidFill>
                  <a:schemeClr val="accent6">
                    <a:lumMod val="75000"/>
                  </a:schemeClr>
                </a:solidFill>
              </a:rPr>
              <a:t>Для тёмной — наоборот.</a:t>
            </a:r>
          </a:p>
          <a:p>
            <a:pPr marL="182563" indent="-182563" algn="l">
              <a:spcAft>
                <a:spcPts val="600"/>
              </a:spcAft>
              <a:buFont typeface="+mj-lt"/>
              <a:buAutoNum type="arabicPeriod" startAt="3"/>
            </a:pPr>
            <a:r>
              <a:rPr lang="ru-RU" sz="1200" dirty="0"/>
              <a:t>Основные акцентные цвета.</a:t>
            </a:r>
          </a:p>
          <a:p>
            <a:pPr marL="182563" indent="-182563" algn="l">
              <a:spcAft>
                <a:spcPts val="600"/>
              </a:spcAft>
              <a:buFont typeface="+mj-lt"/>
              <a:buAutoNum type="arabicPeriod" startAt="3"/>
            </a:pPr>
            <a:r>
              <a:rPr lang="ru-RU" sz="1200" dirty="0"/>
              <a:t>Цвет для светлых больших плашек.</a:t>
            </a:r>
          </a:p>
          <a:p>
            <a:pPr marL="228600" indent="-228600" algn="l">
              <a:spcAft>
                <a:spcPts val="600"/>
              </a:spcAft>
              <a:buFont typeface="+mj-lt"/>
              <a:buAutoNum type="arabicPeriod" startAt="3"/>
            </a:pPr>
            <a:endParaRPr lang="ru-RU" sz="1200" dirty="0"/>
          </a:p>
        </p:txBody>
      </p:sp>
      <p:sp>
        <p:nvSpPr>
          <p:cNvPr id="39" name="Прямоугольник: скругленные углы 38">
            <a:extLst>
              <a:ext uri="{FF2B5EF4-FFF2-40B4-BE49-F238E27FC236}">
                <a16:creationId xmlns:a16="http://schemas.microsoft.com/office/drawing/2014/main" id="{32A14937-912C-D974-643D-B129AF40AE78}"/>
              </a:ext>
            </a:extLst>
          </p:cNvPr>
          <p:cNvSpPr/>
          <p:nvPr/>
        </p:nvSpPr>
        <p:spPr>
          <a:xfrm>
            <a:off x="5845780" y="183607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tx1"/>
                </a:solidFill>
              </a:rPr>
              <a:t>4</a:t>
            </a:r>
          </a:p>
        </p:txBody>
      </p:sp>
      <p:sp>
        <p:nvSpPr>
          <p:cNvPr id="40" name="Прямоугольник: скругленные углы 39">
            <a:extLst>
              <a:ext uri="{FF2B5EF4-FFF2-40B4-BE49-F238E27FC236}">
                <a16:creationId xmlns:a16="http://schemas.microsoft.com/office/drawing/2014/main" id="{288F5587-AEBD-C716-689A-DE916153F99E}"/>
              </a:ext>
            </a:extLst>
          </p:cNvPr>
          <p:cNvSpPr/>
          <p:nvPr/>
        </p:nvSpPr>
        <p:spPr>
          <a:xfrm>
            <a:off x="5985557" y="183607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a:solidFill>
                  <a:schemeClr val="tx1"/>
                </a:solidFill>
              </a:rPr>
              <a:t>5</a:t>
            </a:r>
          </a:p>
        </p:txBody>
      </p:sp>
      <p:sp>
        <p:nvSpPr>
          <p:cNvPr id="41" name="TextBox 40">
            <a:extLst>
              <a:ext uri="{FF2B5EF4-FFF2-40B4-BE49-F238E27FC236}">
                <a16:creationId xmlns:a16="http://schemas.microsoft.com/office/drawing/2014/main" id="{A99AACD3-914E-E2A9-6450-C01B7DF1B6D4}"/>
              </a:ext>
            </a:extLst>
          </p:cNvPr>
          <p:cNvSpPr txBox="1"/>
          <p:nvPr/>
        </p:nvSpPr>
        <p:spPr>
          <a:xfrm>
            <a:off x="4754328" y="3908670"/>
            <a:ext cx="3538564" cy="1258956"/>
          </a:xfrm>
          <a:prstGeom prst="rect">
            <a:avLst/>
          </a:prstGeom>
          <a:noFill/>
        </p:spPr>
        <p:txBody>
          <a:bodyPr wrap="square" lIns="0" tIns="0" rIns="0" bIns="0" rtlCol="0">
            <a:noAutofit/>
          </a:bodyPr>
          <a:lstStyle>
            <a:defPPr>
              <a:defRPr lang="ru-RU"/>
            </a:defPPr>
            <a:lvl1pPr marL="228600" indent="-228600">
              <a:spcAft>
                <a:spcPts val="600"/>
              </a:spcAft>
              <a:buAutoNum type="arabicPeriod"/>
              <a:defRPr sz="1200"/>
            </a:lvl1pPr>
          </a:lstStyle>
          <a:p>
            <a:pPr marL="182563" indent="-182563">
              <a:buFont typeface="+mj-lt"/>
              <a:buAutoNum type="arabicPeriod" startAt="5"/>
            </a:pPr>
            <a:r>
              <a:rPr lang="ru-RU" dirty="0"/>
              <a:t>Цвет вспомогательного текста.</a:t>
            </a:r>
          </a:p>
          <a:p>
            <a:pPr marL="182563" indent="-182563">
              <a:buFont typeface="+mj-lt"/>
              <a:buAutoNum type="arabicPeriod" startAt="5"/>
            </a:pPr>
            <a:r>
              <a:rPr lang="ru-RU" dirty="0"/>
              <a:t>Цвет больших плашек в светлой теме.</a:t>
            </a:r>
          </a:p>
          <a:p>
            <a:pPr marL="182563" indent="-182563">
              <a:buFont typeface="+mj-lt"/>
              <a:buAutoNum type="arabicPeriod" startAt="5"/>
            </a:pPr>
            <a:r>
              <a:rPr lang="ru-RU" dirty="0"/>
              <a:t>Цвет больших плашек в тёмной теме.</a:t>
            </a:r>
          </a:p>
          <a:p>
            <a:pPr marL="182563" indent="-182563">
              <a:buFont typeface="+mj-lt"/>
              <a:buAutoNum type="arabicPeriod" startAt="5"/>
            </a:pPr>
            <a:r>
              <a:rPr lang="ru-RU" dirty="0"/>
              <a:t>Цвета для маркировки роста / падения показателей в таблицах.</a:t>
            </a:r>
          </a:p>
        </p:txBody>
      </p:sp>
      <p:sp>
        <p:nvSpPr>
          <p:cNvPr id="42" name="Прямоугольник: скругленные углы 41">
            <a:extLst>
              <a:ext uri="{FF2B5EF4-FFF2-40B4-BE49-F238E27FC236}">
                <a16:creationId xmlns:a16="http://schemas.microsoft.com/office/drawing/2014/main" id="{870D83A5-234D-5C17-1D5F-9F32DEE66ED6}"/>
              </a:ext>
            </a:extLst>
          </p:cNvPr>
          <p:cNvSpPr/>
          <p:nvPr/>
        </p:nvSpPr>
        <p:spPr>
          <a:xfrm>
            <a:off x="4967311" y="5221257"/>
            <a:ext cx="728387" cy="570495"/>
          </a:xfrm>
          <a:prstGeom prst="roundRect">
            <a:avLst>
              <a:gd name="adj" fmla="val 825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900">
              <a:solidFill>
                <a:schemeClr val="tx2"/>
              </a:solidFill>
            </a:endParaRPr>
          </a:p>
        </p:txBody>
      </p:sp>
      <p:sp>
        <p:nvSpPr>
          <p:cNvPr id="43" name="Прямоугольник: скругленные углы 42">
            <a:extLst>
              <a:ext uri="{FF2B5EF4-FFF2-40B4-BE49-F238E27FC236}">
                <a16:creationId xmlns:a16="http://schemas.microsoft.com/office/drawing/2014/main" id="{0BEA42B2-BF4C-459F-40F1-9AB531247C06}"/>
              </a:ext>
            </a:extLst>
          </p:cNvPr>
          <p:cNvSpPr/>
          <p:nvPr/>
        </p:nvSpPr>
        <p:spPr>
          <a:xfrm>
            <a:off x="4780118" y="5221258"/>
            <a:ext cx="147470" cy="242152"/>
          </a:xfrm>
          <a:prstGeom prst="roundRect">
            <a:avLst>
              <a:gd name="adj" fmla="val 2024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4" name="TextBox 43">
            <a:extLst>
              <a:ext uri="{FF2B5EF4-FFF2-40B4-BE49-F238E27FC236}">
                <a16:creationId xmlns:a16="http://schemas.microsoft.com/office/drawing/2014/main" id="{CA16A151-70A3-D46E-3FEE-CD809FECE6E4}"/>
              </a:ext>
            </a:extLst>
          </p:cNvPr>
          <p:cNvSpPr txBox="1"/>
          <p:nvPr/>
        </p:nvSpPr>
        <p:spPr>
          <a:xfrm>
            <a:off x="5788662" y="5228671"/>
            <a:ext cx="2235410" cy="753861"/>
          </a:xfrm>
          <a:prstGeom prst="rect">
            <a:avLst/>
          </a:prstGeom>
          <a:noFill/>
        </p:spPr>
        <p:txBody>
          <a:bodyPr wrap="square" lIns="0" tIns="0" rIns="0" bIns="0" rtlCol="0">
            <a:noAutofit/>
          </a:bodyPr>
          <a:lstStyle/>
          <a:p>
            <a:pPr algn="l"/>
            <a:r>
              <a:rPr lang="ru-RU" sz="1200" spc="-30"/>
              <a:t>Слева от слайда добавили подсказку по выбору цветов</a:t>
            </a:r>
            <a:r>
              <a:rPr lang="en-US" sz="1200" spc="-30"/>
              <a:t>,</a:t>
            </a:r>
            <a:r>
              <a:rPr lang="ru-RU" sz="1200" spc="-30"/>
              <a:t> которая дублирует информацию выше</a:t>
            </a:r>
            <a:r>
              <a:rPr lang="en-US" sz="1200" spc="-30"/>
              <a:t>.</a:t>
            </a:r>
            <a:r>
              <a:rPr lang="ru-RU" sz="1200" spc="-30"/>
              <a:t> </a:t>
            </a:r>
          </a:p>
        </p:txBody>
      </p:sp>
      <p:sp>
        <p:nvSpPr>
          <p:cNvPr id="45" name="Прямоугольник: скругленные углы 44">
            <a:extLst>
              <a:ext uri="{FF2B5EF4-FFF2-40B4-BE49-F238E27FC236}">
                <a16:creationId xmlns:a16="http://schemas.microsoft.com/office/drawing/2014/main" id="{BB70B4E0-5947-9F3E-3B6A-45D30980A5AA}"/>
              </a:ext>
            </a:extLst>
          </p:cNvPr>
          <p:cNvSpPr/>
          <p:nvPr/>
        </p:nvSpPr>
        <p:spPr>
          <a:xfrm>
            <a:off x="4780118" y="5495518"/>
            <a:ext cx="147470" cy="173301"/>
          </a:xfrm>
          <a:prstGeom prst="roundRect">
            <a:avLst>
              <a:gd name="adj" fmla="val 188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6" name="Прямоугольник: скругленные углы 45">
            <a:extLst>
              <a:ext uri="{FF2B5EF4-FFF2-40B4-BE49-F238E27FC236}">
                <a16:creationId xmlns:a16="http://schemas.microsoft.com/office/drawing/2014/main" id="{728FA9EC-654E-E19D-5F53-9D6DB5E31D71}"/>
              </a:ext>
            </a:extLst>
          </p:cNvPr>
          <p:cNvSpPr/>
          <p:nvPr/>
        </p:nvSpPr>
        <p:spPr>
          <a:xfrm>
            <a:off x="4780118" y="5700927"/>
            <a:ext cx="147470" cy="99462"/>
          </a:xfrm>
          <a:prstGeom prst="roundRect">
            <a:avLst>
              <a:gd name="adj" fmla="val 2991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7" name="Рисунок 7">
            <a:extLst>
              <a:ext uri="{FF2B5EF4-FFF2-40B4-BE49-F238E27FC236}">
                <a16:creationId xmlns:a16="http://schemas.microsoft.com/office/drawing/2014/main" id="{3FB86F63-95B4-8D2E-1A9A-F785D45CAB4B}"/>
              </a:ext>
            </a:extLst>
          </p:cNvPr>
          <p:cNvSpPr/>
          <p:nvPr/>
        </p:nvSpPr>
        <p:spPr>
          <a:xfrm>
            <a:off x="11248712" y="534179"/>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48" name="TextBox 47">
            <a:extLst>
              <a:ext uri="{FF2B5EF4-FFF2-40B4-BE49-F238E27FC236}">
                <a16:creationId xmlns:a16="http://schemas.microsoft.com/office/drawing/2014/main" id="{FAFB31A0-09C1-9043-1A77-84FD4D90313B}"/>
              </a:ext>
            </a:extLst>
          </p:cNvPr>
          <p:cNvSpPr txBox="1"/>
          <p:nvPr/>
        </p:nvSpPr>
        <p:spPr>
          <a:xfrm>
            <a:off x="8972687" y="587649"/>
            <a:ext cx="2421252" cy="324461"/>
          </a:xfrm>
          <a:prstGeom prst="rect">
            <a:avLst/>
          </a:prstGeom>
          <a:noFill/>
        </p:spPr>
        <p:txBody>
          <a:bodyPr wrap="square" lIns="0" tIns="0" rIns="0" bIns="0" rtlCol="0">
            <a:noAutofit/>
          </a:bodyPr>
          <a:lstStyle/>
          <a:p>
            <a:pPr algn="l">
              <a:lnSpc>
                <a:spcPct val="90000"/>
              </a:lnSpc>
            </a:pPr>
            <a:r>
              <a:rPr lang="ru-RU" b="1" dirty="0">
                <a:solidFill>
                  <a:schemeClr val="accent1"/>
                </a:solidFill>
              </a:rPr>
              <a:t>Всё будет ровно</a:t>
            </a:r>
          </a:p>
        </p:txBody>
      </p:sp>
      <p:sp>
        <p:nvSpPr>
          <p:cNvPr id="49" name="TextBox 48">
            <a:extLst>
              <a:ext uri="{FF2B5EF4-FFF2-40B4-BE49-F238E27FC236}">
                <a16:creationId xmlns:a16="http://schemas.microsoft.com/office/drawing/2014/main" id="{F5E12F67-07D8-7040-A6DE-E851CCEA0DC7}"/>
              </a:ext>
            </a:extLst>
          </p:cNvPr>
          <p:cNvSpPr txBox="1"/>
          <p:nvPr/>
        </p:nvSpPr>
        <p:spPr>
          <a:xfrm>
            <a:off x="8972688" y="927055"/>
            <a:ext cx="2383504" cy="1091170"/>
          </a:xfrm>
          <a:prstGeom prst="rect">
            <a:avLst/>
          </a:prstGeom>
          <a:noFill/>
        </p:spPr>
        <p:txBody>
          <a:bodyPr wrap="square" lIns="0" tIns="0" rIns="0" bIns="0" rtlCol="0">
            <a:noAutofit/>
          </a:bodyPr>
          <a:lstStyle/>
          <a:p>
            <a:pPr algn="l"/>
            <a:r>
              <a:rPr lang="ru-RU" sz="1200" dirty="0"/>
              <a:t>Чтобы тебе было проще выравнивать контент</a:t>
            </a:r>
            <a:r>
              <a:rPr lang="en-US" sz="1200" dirty="0"/>
              <a:t>,</a:t>
            </a:r>
            <a:r>
              <a:rPr lang="ru-RU" sz="1200" dirty="0"/>
              <a:t> в шаблоне настроены направляющие. Включи их, нажав Alt+F9 </a:t>
            </a:r>
            <a:br>
              <a:rPr lang="ru-RU" sz="1200" dirty="0"/>
            </a:br>
            <a:r>
              <a:rPr lang="ru-RU" sz="1200" dirty="0"/>
              <a:t>или через вкладку «Вид» — «Направляющие»</a:t>
            </a:r>
            <a:r>
              <a:rPr lang="en-US" sz="1200" dirty="0"/>
              <a:t>.</a:t>
            </a:r>
            <a:r>
              <a:rPr lang="ru-RU" sz="1200" dirty="0"/>
              <a:t> </a:t>
            </a:r>
          </a:p>
        </p:txBody>
      </p:sp>
      <p:sp>
        <p:nvSpPr>
          <p:cNvPr id="52" name="TextBox 51">
            <a:extLst>
              <a:ext uri="{FF2B5EF4-FFF2-40B4-BE49-F238E27FC236}">
                <a16:creationId xmlns:a16="http://schemas.microsoft.com/office/drawing/2014/main" id="{0116D428-F5AA-A1D9-F109-4424B5FEEFC6}"/>
              </a:ext>
            </a:extLst>
          </p:cNvPr>
          <p:cNvSpPr txBox="1"/>
          <p:nvPr/>
        </p:nvSpPr>
        <p:spPr>
          <a:xfrm>
            <a:off x="9199437" y="2109168"/>
            <a:ext cx="1708894" cy="1619698"/>
          </a:xfrm>
          <a:prstGeom prst="rect">
            <a:avLst/>
          </a:prstGeom>
          <a:noFill/>
        </p:spPr>
        <p:txBody>
          <a:bodyPr wrap="square" lIns="0" tIns="0" rIns="0" bIns="0" rtlCol="0">
            <a:noAutofit/>
          </a:bodyPr>
          <a:lstStyle/>
          <a:p>
            <a:pPr>
              <a:spcAft>
                <a:spcPts val="400"/>
              </a:spcAft>
            </a:pPr>
            <a:r>
              <a:rPr lang="ru-RU" sz="1200"/>
              <a:t>Красными линиями обозначены границы слайда. Не размещай контент за их пределами. </a:t>
            </a:r>
          </a:p>
          <a:p>
            <a:pPr>
              <a:spcAft>
                <a:spcPts val="400"/>
              </a:spcAft>
            </a:pPr>
            <a:r>
              <a:rPr lang="ru-RU" sz="1200"/>
              <a:t>По серым линиям можно выравнивать контент внутри слайда.</a:t>
            </a:r>
          </a:p>
          <a:p>
            <a:pPr algn="l">
              <a:spcAft>
                <a:spcPts val="400"/>
              </a:spcAft>
            </a:pPr>
            <a:endParaRPr lang="ru-RU" sz="1400"/>
          </a:p>
        </p:txBody>
      </p:sp>
      <p:sp>
        <p:nvSpPr>
          <p:cNvPr id="59" name="Прямоугольник: скругленные углы 58">
            <a:extLst>
              <a:ext uri="{FF2B5EF4-FFF2-40B4-BE49-F238E27FC236}">
                <a16:creationId xmlns:a16="http://schemas.microsoft.com/office/drawing/2014/main" id="{F0D66FEF-47C6-AB0A-D089-59CF7BFB6471}"/>
              </a:ext>
            </a:extLst>
          </p:cNvPr>
          <p:cNvSpPr/>
          <p:nvPr/>
        </p:nvSpPr>
        <p:spPr>
          <a:xfrm>
            <a:off x="639763" y="411163"/>
            <a:ext cx="3636962" cy="104923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0" name="TextBox 59">
            <a:extLst>
              <a:ext uri="{FF2B5EF4-FFF2-40B4-BE49-F238E27FC236}">
                <a16:creationId xmlns:a16="http://schemas.microsoft.com/office/drawing/2014/main" id="{1FC5D6F7-0828-909F-707A-FC316B32BAFB}"/>
              </a:ext>
            </a:extLst>
          </p:cNvPr>
          <p:cNvSpPr txBox="1"/>
          <p:nvPr/>
        </p:nvSpPr>
        <p:spPr>
          <a:xfrm>
            <a:off x="869643" y="572101"/>
            <a:ext cx="2041159" cy="706149"/>
          </a:xfrm>
          <a:prstGeom prst="rect">
            <a:avLst/>
          </a:prstGeom>
          <a:noFill/>
        </p:spPr>
        <p:txBody>
          <a:bodyPr wrap="square" lIns="0" tIns="0" rIns="0" bIns="0" rtlCol="0">
            <a:noAutofit/>
          </a:bodyPr>
          <a:lstStyle/>
          <a:p>
            <a:pPr algn="l">
              <a:lnSpc>
                <a:spcPct val="110000"/>
              </a:lnSpc>
              <a:spcAft>
                <a:spcPts val="600"/>
              </a:spcAft>
            </a:pPr>
            <a:r>
              <a:rPr lang="ru-RU" sz="1200" b="1" dirty="0">
                <a:solidFill>
                  <a:schemeClr val="bg1"/>
                </a:solidFill>
              </a:rPr>
              <a:t>Ты </a:t>
            </a:r>
            <a:r>
              <a:rPr lang="ru-RU" sz="1200" b="1" dirty="0" err="1">
                <a:solidFill>
                  <a:schemeClr val="bg1"/>
                </a:solidFill>
              </a:rPr>
              <a:t>вовремяу</a:t>
            </a:r>
            <a:r>
              <a:rPr lang="ru-RU" sz="1200" b="1" dirty="0">
                <a:solidFill>
                  <a:schemeClr val="bg1"/>
                </a:solidFill>
              </a:rPr>
              <a:t>! Сейчас расскажу про шаблон презентаций Ozon Банка</a:t>
            </a:r>
          </a:p>
        </p:txBody>
      </p:sp>
      <p:pic>
        <p:nvPicPr>
          <p:cNvPr id="61" name="Рисунок 60">
            <a:extLst>
              <a:ext uri="{FF2B5EF4-FFF2-40B4-BE49-F238E27FC236}">
                <a16:creationId xmlns:a16="http://schemas.microsoft.com/office/drawing/2014/main" id="{4E8D7E9E-99CE-819C-5D98-BB63B08E33B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2784764" y="253809"/>
            <a:ext cx="1455952" cy="1206587"/>
          </a:xfrm>
          <a:prstGeom prst="rect">
            <a:avLst/>
          </a:prstGeom>
        </p:spPr>
      </p:pic>
      <p:sp>
        <p:nvSpPr>
          <p:cNvPr id="23" name="Рисунок 7">
            <a:extLst>
              <a:ext uri="{FF2B5EF4-FFF2-40B4-BE49-F238E27FC236}">
                <a16:creationId xmlns:a16="http://schemas.microsoft.com/office/drawing/2014/main" id="{1EE27734-862A-F6AE-44D8-CEBEED0269DA}"/>
              </a:ext>
            </a:extLst>
          </p:cNvPr>
          <p:cNvSpPr/>
          <p:nvPr userDrawn="1"/>
        </p:nvSpPr>
        <p:spPr>
          <a:xfrm>
            <a:off x="3983413" y="1943086"/>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65" name="Прямоугольник: скругленные углы 64">
            <a:extLst>
              <a:ext uri="{FF2B5EF4-FFF2-40B4-BE49-F238E27FC236}">
                <a16:creationId xmlns:a16="http://schemas.microsoft.com/office/drawing/2014/main" id="{DDA1F3F9-A479-B8F3-23B0-F2EACC0A4F89}"/>
              </a:ext>
            </a:extLst>
          </p:cNvPr>
          <p:cNvSpPr/>
          <p:nvPr userDrawn="1"/>
        </p:nvSpPr>
        <p:spPr>
          <a:xfrm>
            <a:off x="1023002" y="3108184"/>
            <a:ext cx="728387" cy="570495"/>
          </a:xfrm>
          <a:prstGeom prst="roundRect">
            <a:avLst>
              <a:gd name="adj" fmla="val 825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900">
              <a:solidFill>
                <a:schemeClr val="tx2"/>
              </a:solidFill>
            </a:endParaRPr>
          </a:p>
        </p:txBody>
      </p:sp>
      <p:sp>
        <p:nvSpPr>
          <p:cNvPr id="66" name="Прямоугольник: скругленные углы 65">
            <a:extLst>
              <a:ext uri="{FF2B5EF4-FFF2-40B4-BE49-F238E27FC236}">
                <a16:creationId xmlns:a16="http://schemas.microsoft.com/office/drawing/2014/main" id="{CB21CD65-F986-7C6D-2086-B846D95DC8EB}"/>
              </a:ext>
            </a:extLst>
          </p:cNvPr>
          <p:cNvSpPr/>
          <p:nvPr userDrawn="1"/>
        </p:nvSpPr>
        <p:spPr>
          <a:xfrm>
            <a:off x="835809" y="3108185"/>
            <a:ext cx="147470" cy="242152"/>
          </a:xfrm>
          <a:prstGeom prst="roundRect">
            <a:avLst>
              <a:gd name="adj" fmla="val 20249"/>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9" name="Прямоугольник: скругленные углы 68">
            <a:extLst>
              <a:ext uri="{FF2B5EF4-FFF2-40B4-BE49-F238E27FC236}">
                <a16:creationId xmlns:a16="http://schemas.microsoft.com/office/drawing/2014/main" id="{21C57030-9375-A53F-9B9B-1BD595DB4BC0}"/>
              </a:ext>
            </a:extLst>
          </p:cNvPr>
          <p:cNvSpPr/>
          <p:nvPr userDrawn="1"/>
        </p:nvSpPr>
        <p:spPr>
          <a:xfrm>
            <a:off x="639763" y="4535412"/>
            <a:ext cx="3636962" cy="1734939"/>
          </a:xfrm>
          <a:prstGeom prst="roundRect">
            <a:avLst>
              <a:gd name="adj" fmla="val 1039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70" name="Рисунок 7">
            <a:extLst>
              <a:ext uri="{FF2B5EF4-FFF2-40B4-BE49-F238E27FC236}">
                <a16:creationId xmlns:a16="http://schemas.microsoft.com/office/drawing/2014/main" id="{F2B7419B-60EF-5C59-E6F9-B644857AC378}"/>
              </a:ext>
            </a:extLst>
          </p:cNvPr>
          <p:cNvSpPr/>
          <p:nvPr userDrawn="1"/>
        </p:nvSpPr>
        <p:spPr>
          <a:xfrm>
            <a:off x="3984207" y="4656592"/>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71" name="TextBox 70">
            <a:extLst>
              <a:ext uri="{FF2B5EF4-FFF2-40B4-BE49-F238E27FC236}">
                <a16:creationId xmlns:a16="http://schemas.microsoft.com/office/drawing/2014/main" id="{E8E9C7D4-7F19-AC51-33F9-D8BBCA267888}"/>
              </a:ext>
            </a:extLst>
          </p:cNvPr>
          <p:cNvSpPr txBox="1"/>
          <p:nvPr userDrawn="1"/>
        </p:nvSpPr>
        <p:spPr>
          <a:xfrm>
            <a:off x="852195" y="4682793"/>
            <a:ext cx="2741705" cy="253292"/>
          </a:xfrm>
          <a:prstGeom prst="rect">
            <a:avLst/>
          </a:prstGeom>
          <a:noFill/>
        </p:spPr>
        <p:txBody>
          <a:bodyPr wrap="square" lIns="0" tIns="0" rIns="0" bIns="0" rtlCol="0">
            <a:noAutofit/>
          </a:bodyPr>
          <a:lstStyle/>
          <a:p>
            <a:pPr algn="l">
              <a:lnSpc>
                <a:spcPct val="90000"/>
              </a:lnSpc>
            </a:pPr>
            <a:r>
              <a:rPr lang="ru-RU" b="1" dirty="0">
                <a:solidFill>
                  <a:schemeClr val="accent1"/>
                </a:solidFill>
              </a:rPr>
              <a:t>Таблицы на стиле</a:t>
            </a:r>
          </a:p>
        </p:txBody>
      </p:sp>
      <p:pic>
        <p:nvPicPr>
          <p:cNvPr id="72" name="Рисунок 71">
            <a:extLst>
              <a:ext uri="{FF2B5EF4-FFF2-40B4-BE49-F238E27FC236}">
                <a16:creationId xmlns:a16="http://schemas.microsoft.com/office/drawing/2014/main" id="{839CAEAD-5A29-77AC-24B1-9B23EA722D5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857406" y="5041239"/>
            <a:ext cx="1336787" cy="596097"/>
          </a:xfrm>
          <a:prstGeom prst="roundRect">
            <a:avLst>
              <a:gd name="adj" fmla="val 8135"/>
            </a:avLst>
          </a:prstGeom>
        </p:spPr>
      </p:pic>
      <p:sp>
        <p:nvSpPr>
          <p:cNvPr id="73" name="TextBox 72">
            <a:extLst>
              <a:ext uri="{FF2B5EF4-FFF2-40B4-BE49-F238E27FC236}">
                <a16:creationId xmlns:a16="http://schemas.microsoft.com/office/drawing/2014/main" id="{668AA1F6-2C48-284A-413B-4F3F92A6F793}"/>
              </a:ext>
            </a:extLst>
          </p:cNvPr>
          <p:cNvSpPr txBox="1"/>
          <p:nvPr userDrawn="1"/>
        </p:nvSpPr>
        <p:spPr>
          <a:xfrm>
            <a:off x="2310490" y="5041239"/>
            <a:ext cx="1737427" cy="820601"/>
          </a:xfrm>
          <a:prstGeom prst="rect">
            <a:avLst/>
          </a:prstGeom>
          <a:noFill/>
        </p:spPr>
        <p:txBody>
          <a:bodyPr wrap="square" lIns="0" tIns="0" rIns="0" bIns="0" rtlCol="0">
            <a:noAutofit/>
          </a:bodyPr>
          <a:lstStyle/>
          <a:p>
            <a:pPr algn="l"/>
            <a:r>
              <a:rPr lang="ru-RU" sz="1200" spc="-30"/>
              <a:t>Настроили специальный стиль для работы </a:t>
            </a:r>
            <a:br>
              <a:rPr lang="ru-RU" sz="1200" spc="-30"/>
            </a:br>
            <a:r>
              <a:rPr lang="ru-RU" sz="1200" spc="-30"/>
              <a:t>с таблицами</a:t>
            </a:r>
          </a:p>
        </p:txBody>
      </p:sp>
      <p:sp>
        <p:nvSpPr>
          <p:cNvPr id="74" name="TextBox 73">
            <a:extLst>
              <a:ext uri="{FF2B5EF4-FFF2-40B4-BE49-F238E27FC236}">
                <a16:creationId xmlns:a16="http://schemas.microsoft.com/office/drawing/2014/main" id="{1E8D18C9-F6FE-2916-B3E7-94839200DFEB}"/>
              </a:ext>
            </a:extLst>
          </p:cNvPr>
          <p:cNvSpPr txBox="1"/>
          <p:nvPr userDrawn="1"/>
        </p:nvSpPr>
        <p:spPr>
          <a:xfrm>
            <a:off x="852195" y="5727560"/>
            <a:ext cx="3277239" cy="404180"/>
          </a:xfrm>
          <a:prstGeom prst="rect">
            <a:avLst/>
          </a:prstGeom>
          <a:noFill/>
        </p:spPr>
        <p:txBody>
          <a:bodyPr wrap="square" lIns="0" tIns="0" rIns="0" bIns="0" rtlCol="0">
            <a:noAutofit/>
          </a:bodyPr>
          <a:lstStyle/>
          <a:p>
            <a:pPr algn="l"/>
            <a:r>
              <a:rPr lang="ru-RU" sz="1200"/>
              <a:t>Настраивай вид таблицы в несколько кликов в разделе «Конструктор таблиц»</a:t>
            </a:r>
          </a:p>
        </p:txBody>
      </p:sp>
      <p:sp>
        <p:nvSpPr>
          <p:cNvPr id="75" name="Прямоугольник: скругленные углы 74">
            <a:extLst>
              <a:ext uri="{FF2B5EF4-FFF2-40B4-BE49-F238E27FC236}">
                <a16:creationId xmlns:a16="http://schemas.microsoft.com/office/drawing/2014/main" id="{4229081F-D723-2FAA-3892-E9FC912BF1F8}"/>
              </a:ext>
            </a:extLst>
          </p:cNvPr>
          <p:cNvSpPr/>
          <p:nvPr userDrawn="1"/>
        </p:nvSpPr>
        <p:spPr>
          <a:xfrm>
            <a:off x="835809" y="3382445"/>
            <a:ext cx="147470" cy="173301"/>
          </a:xfrm>
          <a:prstGeom prst="roundRect">
            <a:avLst>
              <a:gd name="adj" fmla="val 1886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6" name="Прямоугольник: скругленные углы 75">
            <a:extLst>
              <a:ext uri="{FF2B5EF4-FFF2-40B4-BE49-F238E27FC236}">
                <a16:creationId xmlns:a16="http://schemas.microsoft.com/office/drawing/2014/main" id="{96C9CBD6-99B5-BB03-C015-6A5DEA4AD943}"/>
              </a:ext>
            </a:extLst>
          </p:cNvPr>
          <p:cNvSpPr/>
          <p:nvPr userDrawn="1"/>
        </p:nvSpPr>
        <p:spPr>
          <a:xfrm>
            <a:off x="835809" y="3587854"/>
            <a:ext cx="147470" cy="99462"/>
          </a:xfrm>
          <a:prstGeom prst="roundRect">
            <a:avLst>
              <a:gd name="adj" fmla="val 2991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8" name="Рисунок 7">
            <a:extLst>
              <a:ext uri="{FF2B5EF4-FFF2-40B4-BE49-F238E27FC236}">
                <a16:creationId xmlns:a16="http://schemas.microsoft.com/office/drawing/2014/main" id="{F05551BF-F822-F259-F28D-A7BF32D70259}"/>
              </a:ext>
            </a:extLst>
          </p:cNvPr>
          <p:cNvSpPr/>
          <p:nvPr userDrawn="1"/>
        </p:nvSpPr>
        <p:spPr>
          <a:xfrm>
            <a:off x="8208625" y="534179"/>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82" name="Прямоугольник: скругленные углы 81">
            <a:extLst>
              <a:ext uri="{FF2B5EF4-FFF2-40B4-BE49-F238E27FC236}">
                <a16:creationId xmlns:a16="http://schemas.microsoft.com/office/drawing/2014/main" id="{4B7E3D5C-E024-056E-A692-14A70C00C88D}"/>
              </a:ext>
            </a:extLst>
          </p:cNvPr>
          <p:cNvSpPr/>
          <p:nvPr userDrawn="1"/>
        </p:nvSpPr>
        <p:spPr>
          <a:xfrm>
            <a:off x="4767556" y="183019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b="1" dirty="0">
                <a:solidFill>
                  <a:schemeClr val="tx1"/>
                </a:solidFill>
              </a:rPr>
              <a:t>1</a:t>
            </a:r>
          </a:p>
        </p:txBody>
      </p:sp>
      <p:sp>
        <p:nvSpPr>
          <p:cNvPr id="83" name="Прямоугольник: скругленные углы 82">
            <a:extLst>
              <a:ext uri="{FF2B5EF4-FFF2-40B4-BE49-F238E27FC236}">
                <a16:creationId xmlns:a16="http://schemas.microsoft.com/office/drawing/2014/main" id="{109D1960-0BB2-68DA-0C9E-0C6DF3951ABC}"/>
              </a:ext>
            </a:extLst>
          </p:cNvPr>
          <p:cNvSpPr/>
          <p:nvPr userDrawn="1"/>
        </p:nvSpPr>
        <p:spPr>
          <a:xfrm>
            <a:off x="4906548" y="183019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b="1">
                <a:solidFill>
                  <a:schemeClr val="bg1"/>
                </a:solidFill>
              </a:rPr>
              <a:t>2</a:t>
            </a:r>
          </a:p>
        </p:txBody>
      </p:sp>
      <p:sp>
        <p:nvSpPr>
          <p:cNvPr id="86" name="Прямоугольник: скругленные углы 85">
            <a:extLst>
              <a:ext uri="{FF2B5EF4-FFF2-40B4-BE49-F238E27FC236}">
                <a16:creationId xmlns:a16="http://schemas.microsoft.com/office/drawing/2014/main" id="{64A0185F-A819-0E02-D777-D0DBE8D5763B}"/>
              </a:ext>
            </a:extLst>
          </p:cNvPr>
          <p:cNvSpPr/>
          <p:nvPr userDrawn="1"/>
        </p:nvSpPr>
        <p:spPr>
          <a:xfrm>
            <a:off x="4767557" y="2962012"/>
            <a:ext cx="809704" cy="129930"/>
          </a:xfrm>
          <a:prstGeom prst="roundRect">
            <a:avLst/>
          </a:prstGeom>
          <a:solidFill>
            <a:schemeClr val="tx1">
              <a:alpha val="4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bg1"/>
                </a:solidFill>
              </a:rPr>
              <a:t>8</a:t>
            </a:r>
          </a:p>
        </p:txBody>
      </p:sp>
      <p:sp>
        <p:nvSpPr>
          <p:cNvPr id="100" name="Рисунок 7">
            <a:extLst>
              <a:ext uri="{FF2B5EF4-FFF2-40B4-BE49-F238E27FC236}">
                <a16:creationId xmlns:a16="http://schemas.microsoft.com/office/drawing/2014/main" id="{BF8EACDE-C000-C872-7DD4-D2D6912EA863}"/>
              </a:ext>
            </a:extLst>
          </p:cNvPr>
          <p:cNvSpPr/>
          <p:nvPr userDrawn="1"/>
        </p:nvSpPr>
        <p:spPr>
          <a:xfrm>
            <a:off x="11248712" y="534179"/>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pic>
        <p:nvPicPr>
          <p:cNvPr id="103" name="Рисунок 102">
            <a:extLst>
              <a:ext uri="{FF2B5EF4-FFF2-40B4-BE49-F238E27FC236}">
                <a16:creationId xmlns:a16="http://schemas.microsoft.com/office/drawing/2014/main" id="{0F92B201-50C1-310E-C726-28247CA7DC4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972687" y="2117100"/>
            <a:ext cx="166759" cy="166759"/>
          </a:xfrm>
          <a:prstGeom prst="rect">
            <a:avLst/>
          </a:prstGeom>
        </p:spPr>
      </p:pic>
      <p:pic>
        <p:nvPicPr>
          <p:cNvPr id="104" name="Рисунок 103">
            <a:extLst>
              <a:ext uri="{FF2B5EF4-FFF2-40B4-BE49-F238E27FC236}">
                <a16:creationId xmlns:a16="http://schemas.microsoft.com/office/drawing/2014/main" id="{19E94223-E790-58A9-6376-F634F65BD8B9}"/>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972687" y="3092518"/>
            <a:ext cx="166759" cy="166759"/>
          </a:xfrm>
          <a:prstGeom prst="rect">
            <a:avLst/>
          </a:prstGeom>
        </p:spPr>
      </p:pic>
    </p:spTree>
    <p:extLst>
      <p:ext uri="{BB962C8B-B14F-4D97-AF65-F5344CB8AC3E}">
        <p14:creationId xmlns:p14="http://schemas.microsoft.com/office/powerpoint/2010/main" val="333749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vmlDrawing" Target="../drawings/vmlDrawing1.v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6" name="Объект 15" hidden="1">
            <a:extLst>
              <a:ext uri="{FF2B5EF4-FFF2-40B4-BE49-F238E27FC236}">
                <a16:creationId xmlns:a16="http://schemas.microsoft.com/office/drawing/2014/main" id="{0313FEF4-EFA5-F998-F890-8EDC7FD4935F}"/>
              </a:ext>
            </a:extLst>
          </p:cNvPr>
          <p:cNvGraphicFramePr>
            <a:graphicFrameLocks noChangeAspect="1"/>
          </p:cNvGraphicFramePr>
          <p:nvPr>
            <p:custDataLst>
              <p:tags r:id="rId22"/>
            </p:custDataLst>
            <p:extLst>
              <p:ext uri="{D42A27DB-BD31-4B8C-83A1-F6EECF244321}">
                <p14:modId xmlns:p14="http://schemas.microsoft.com/office/powerpoint/2010/main" val="28403327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Слайд think-cell" r:id="rId23" imgW="233" imgH="233" progId="TCLayout.ActiveDocument.1">
                  <p:embed/>
                </p:oleObj>
              </mc:Choice>
              <mc:Fallback>
                <p:oleObj name="Слайд think-cell" r:id="rId23" imgW="233" imgH="233" progId="TCLayout.ActiveDocument.1">
                  <p:embed/>
                  <p:pic>
                    <p:nvPicPr>
                      <p:cNvPr id="16" name="Объект 15" hidden="1">
                        <a:extLst>
                          <a:ext uri="{FF2B5EF4-FFF2-40B4-BE49-F238E27FC236}">
                            <a16:creationId xmlns:a16="http://schemas.microsoft.com/office/drawing/2014/main" id="{0313FEF4-EFA5-F998-F890-8EDC7FD4935F}"/>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Заголовок 1">
            <a:extLst>
              <a:ext uri="{FF2B5EF4-FFF2-40B4-BE49-F238E27FC236}">
                <a16:creationId xmlns:a16="http://schemas.microsoft.com/office/drawing/2014/main" id="{0E946391-FC95-6108-BE64-E793A095D280}"/>
              </a:ext>
            </a:extLst>
          </p:cNvPr>
          <p:cNvSpPr>
            <a:spLocks noGrp="1"/>
          </p:cNvSpPr>
          <p:nvPr>
            <p:ph type="title"/>
          </p:nvPr>
        </p:nvSpPr>
        <p:spPr>
          <a:xfrm>
            <a:off x="639764" y="411163"/>
            <a:ext cx="10910888" cy="684465"/>
          </a:xfrm>
          <a:prstGeom prst="rect">
            <a:avLst/>
          </a:prstGeom>
        </p:spPr>
        <p:txBody>
          <a:bodyPr vert="horz" lIns="0" tIns="0" rIns="0" bIns="0" rtlCol="0" anchor="t">
            <a:normAutofit/>
          </a:bodyPr>
          <a:lstStyle/>
          <a:p>
            <a:r>
              <a:rPr lang="ru-RU" dirty="0"/>
              <a:t>Образец </a:t>
            </a:r>
            <a:br>
              <a:rPr lang="ru-RU" dirty="0"/>
            </a:br>
            <a:r>
              <a:rPr lang="ru-RU" dirty="0"/>
              <a:t>заголовка</a:t>
            </a:r>
          </a:p>
        </p:txBody>
      </p:sp>
      <p:sp>
        <p:nvSpPr>
          <p:cNvPr id="3" name="Текст 2">
            <a:extLst>
              <a:ext uri="{FF2B5EF4-FFF2-40B4-BE49-F238E27FC236}">
                <a16:creationId xmlns:a16="http://schemas.microsoft.com/office/drawing/2014/main" id="{73015302-E613-3B7A-0750-0AE24E6F5463}"/>
              </a:ext>
            </a:extLst>
          </p:cNvPr>
          <p:cNvSpPr>
            <a:spLocks noGrp="1"/>
          </p:cNvSpPr>
          <p:nvPr>
            <p:ph type="body" idx="1"/>
          </p:nvPr>
        </p:nvSpPr>
        <p:spPr>
          <a:xfrm>
            <a:off x="639764" y="1447801"/>
            <a:ext cx="10002836" cy="4232564"/>
          </a:xfrm>
          <a:prstGeom prst="rect">
            <a:avLst/>
          </a:prstGeom>
        </p:spPr>
        <p:txBody>
          <a:bodyPr vert="horz" lIns="0" tIns="0" rIns="0" bIns="0" rtlCol="0">
            <a:no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Четвёртый уровень</a:t>
            </a:r>
          </a:p>
          <a:p>
            <a:pPr lvl="4"/>
            <a:r>
              <a:rPr lang="ru-RU" dirty="0"/>
              <a:t>Пятый уровень</a:t>
            </a:r>
          </a:p>
          <a:p>
            <a:pPr lvl="5"/>
            <a:r>
              <a:rPr lang="ru-RU" dirty="0"/>
              <a:t>Шестой уровень</a:t>
            </a:r>
          </a:p>
          <a:p>
            <a:pPr lvl="6"/>
            <a:r>
              <a:rPr lang="ru-RU" dirty="0"/>
              <a:t>Седьмой уровень</a:t>
            </a:r>
          </a:p>
          <a:p>
            <a:pPr lvl="7"/>
            <a:r>
              <a:rPr lang="ru-RU" dirty="0"/>
              <a:t>Восьмой уровень</a:t>
            </a:r>
          </a:p>
          <a:p>
            <a:pPr lvl="8"/>
            <a:r>
              <a:rPr lang="ru-RU" dirty="0"/>
              <a:t>Девятый уровень</a:t>
            </a:r>
          </a:p>
        </p:txBody>
      </p:sp>
      <p:sp>
        <p:nvSpPr>
          <p:cNvPr id="5" name="Нижний колонтитул 4">
            <a:extLst>
              <a:ext uri="{FF2B5EF4-FFF2-40B4-BE49-F238E27FC236}">
                <a16:creationId xmlns:a16="http://schemas.microsoft.com/office/drawing/2014/main" id="{F53D03FA-A34D-BF86-A761-ACA475F2CDB9}"/>
              </a:ext>
            </a:extLst>
          </p:cNvPr>
          <p:cNvSpPr>
            <a:spLocks noGrp="1"/>
          </p:cNvSpPr>
          <p:nvPr>
            <p:ph type="ftr" sz="quarter" idx="3"/>
          </p:nvPr>
        </p:nvSpPr>
        <p:spPr>
          <a:xfrm>
            <a:off x="639763" y="6422078"/>
            <a:ext cx="7559675" cy="252000"/>
          </a:xfrm>
          <a:prstGeom prst="rect">
            <a:avLst/>
          </a:prstGeom>
        </p:spPr>
        <p:txBody>
          <a:bodyPr vert="horz" lIns="0" tIns="0" rIns="0" bIns="0" rtlCol="0" anchor="ctr"/>
          <a:lstStyle>
            <a:lvl1pPr algn="l">
              <a:defRPr sz="1000">
                <a:solidFill>
                  <a:schemeClr val="accent6">
                    <a:lumMod val="75000"/>
                  </a:schemeClr>
                </a:solidFill>
              </a:defRPr>
            </a:lvl1pPr>
          </a:lstStyle>
          <a:p>
            <a:endParaRPr lang="ru-RU"/>
          </a:p>
        </p:txBody>
      </p:sp>
      <p:sp>
        <p:nvSpPr>
          <p:cNvPr id="6" name="Номер слайда 5">
            <a:extLst>
              <a:ext uri="{FF2B5EF4-FFF2-40B4-BE49-F238E27FC236}">
                <a16:creationId xmlns:a16="http://schemas.microsoft.com/office/drawing/2014/main" id="{62392AA5-C52C-BAA9-4852-A790EECFD076}"/>
              </a:ext>
            </a:extLst>
          </p:cNvPr>
          <p:cNvSpPr>
            <a:spLocks noGrp="1"/>
          </p:cNvSpPr>
          <p:nvPr>
            <p:ph type="sldNum" sz="quarter" idx="4"/>
          </p:nvPr>
        </p:nvSpPr>
        <p:spPr>
          <a:xfrm>
            <a:off x="8807450" y="6458078"/>
            <a:ext cx="2743200" cy="216000"/>
          </a:xfrm>
          <a:prstGeom prst="rect">
            <a:avLst/>
          </a:prstGeom>
        </p:spPr>
        <p:txBody>
          <a:bodyPr vert="horz" lIns="0" tIns="0" rIns="0" bIns="0" rtlCol="0" anchor="ctr"/>
          <a:lstStyle>
            <a:lvl1pPr algn="r">
              <a:defRPr sz="1200">
                <a:solidFill>
                  <a:schemeClr val="accent6">
                    <a:lumMod val="75000"/>
                  </a:schemeClr>
                </a:solidFill>
              </a:defRPr>
            </a:lvl1pPr>
          </a:lstStyle>
          <a:p>
            <a:fld id="{EB5249F5-0093-48B0-B996-C4E44A87EAFB}" type="slidenum">
              <a:rPr lang="ru-RU" smtClean="0"/>
              <a:pPr/>
              <a:t>‹#›</a:t>
            </a:fld>
            <a:endParaRPr lang="ru-RU"/>
          </a:p>
        </p:txBody>
      </p:sp>
    </p:spTree>
    <p:extLst>
      <p:ext uri="{BB962C8B-B14F-4D97-AF65-F5344CB8AC3E}">
        <p14:creationId xmlns:p14="http://schemas.microsoft.com/office/powerpoint/2010/main" val="2869880478"/>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5" r:id="rId4"/>
    <p:sldLayoutId id="2147483846" r:id="rId5"/>
    <p:sldLayoutId id="2147483847" r:id="rId6"/>
    <p:sldLayoutId id="2147483840" r:id="rId7"/>
    <p:sldLayoutId id="2147483841" r:id="rId8"/>
    <p:sldLayoutId id="2147483842" r:id="rId9"/>
    <p:sldLayoutId id="2147483843" r:id="rId10"/>
    <p:sldLayoutId id="2147483849" r:id="rId11"/>
    <p:sldLayoutId id="2147483850" r:id="rId12"/>
    <p:sldLayoutId id="2147483851" r:id="rId13"/>
    <p:sldLayoutId id="2147483844" r:id="rId14"/>
    <p:sldLayoutId id="2147483853" r:id="rId15"/>
    <p:sldLayoutId id="2147483848" r:id="rId16"/>
    <p:sldLayoutId id="2147483854" r:id="rId17"/>
    <p:sldLayoutId id="2147483855" r:id="rId18"/>
    <p:sldLayoutId id="2147483852" r:id="rId19"/>
  </p:sldLayoutIdLst>
  <p:hf hdr="0" dt="0"/>
  <p:txStyles>
    <p:titleStyle>
      <a:lvl1pPr algn="l" defTabSz="914400" rtl="0" eaLnBrk="1" latinLnBrk="0" hangingPunct="1">
        <a:lnSpc>
          <a:spcPct val="85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p:bodyStyle>
    <p:otherStyle>
      <a:defPPr>
        <a:defRPr lang="ru-RU"/>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1" userDrawn="1">
          <p15:clr>
            <a:srgbClr val="9BADC0"/>
          </p15:clr>
        </p15:guide>
        <p15:guide id="72" pos="7680" userDrawn="1">
          <p15:clr>
            <a:srgbClr val="9BADC0"/>
          </p15:clr>
        </p15:guide>
        <p15:guide id="73" pos="403" userDrawn="1">
          <p15:clr>
            <a:srgbClr val="F26B43"/>
          </p15:clr>
        </p15:guide>
        <p15:guide id="74" pos="976" userDrawn="1">
          <p15:clr>
            <a:srgbClr val="9BADC0"/>
          </p15:clr>
        </p15:guide>
        <p15:guide id="75" pos="1548" userDrawn="1">
          <p15:clr>
            <a:srgbClr val="9BADC0"/>
          </p15:clr>
        </p15:guide>
        <p15:guide id="76" pos="2121" userDrawn="1">
          <p15:clr>
            <a:srgbClr val="9BADC0"/>
          </p15:clr>
        </p15:guide>
        <p15:guide id="77" pos="2694" userDrawn="1">
          <p15:clr>
            <a:srgbClr val="9BADC0"/>
          </p15:clr>
        </p15:guide>
        <p15:guide id="78" pos="3267" userDrawn="1">
          <p15:clr>
            <a:srgbClr val="9BADC0"/>
          </p15:clr>
        </p15:guide>
        <p15:guide id="79" pos="3840" userDrawn="1">
          <p15:clr>
            <a:srgbClr val="9BADC0"/>
          </p15:clr>
        </p15:guide>
        <p15:guide id="80" pos="4412" userDrawn="1">
          <p15:clr>
            <a:srgbClr val="9BADC0"/>
          </p15:clr>
        </p15:guide>
        <p15:guide id="81" pos="4985" userDrawn="1">
          <p15:clr>
            <a:srgbClr val="9BADC0"/>
          </p15:clr>
        </p15:guide>
        <p15:guide id="82" pos="5558" userDrawn="1">
          <p15:clr>
            <a:srgbClr val="9BADC0"/>
          </p15:clr>
        </p15:guide>
        <p15:guide id="83" pos="6131" userDrawn="1">
          <p15:clr>
            <a:srgbClr val="9BADC0"/>
          </p15:clr>
        </p15:guide>
        <p15:guide id="84" pos="6704" userDrawn="1">
          <p15:clr>
            <a:srgbClr val="9BADC0"/>
          </p15:clr>
        </p15:guide>
        <p15:guide id="85" pos="7276" userDrawn="1">
          <p15:clr>
            <a:srgbClr val="F26B43"/>
          </p15:clr>
        </p15:guide>
        <p15:guide id="86" orient="horz" pos="259" userDrawn="1">
          <p15:clr>
            <a:srgbClr val="F26B43"/>
          </p15:clr>
        </p15:guide>
        <p15:guide id="87" orient="horz" pos="394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6.png"/><Relationship Id="rId11"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hyperlink" Target="https://disk.ozon.ru/Eiw31qWA5klJcHpeYSY4tZpdnvDbMK6ICbs_tiasbD4" TargetMode="Externa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xml"/><Relationship Id="rId5" Type="http://schemas.openxmlformats.org/officeDocument/2006/relationships/chart" Target="../charts/chart7.xml"/><Relationship Id="rId4" Type="http://schemas.openxmlformats.org/officeDocument/2006/relationships/chart" Target="../charts/chart6.xml"/></Relationships>
</file>

<file path=ppt/slides/_rels/slide34.xml.rels><?xml version="1.0" encoding="UTF-8" standalone="yes"?>
<Relationships xmlns="http://schemas.openxmlformats.org/package/2006/relationships"><Relationship Id="rId8" Type="http://schemas.openxmlformats.org/officeDocument/2006/relationships/chart" Target="../charts/chart14.xml"/><Relationship Id="rId3" Type="http://schemas.openxmlformats.org/officeDocument/2006/relationships/chart" Target="../charts/chart9.xml"/><Relationship Id="rId7" Type="http://schemas.openxmlformats.org/officeDocument/2006/relationships/chart" Target="../charts/chart13.xml"/><Relationship Id="rId2" Type="http://schemas.openxmlformats.org/officeDocument/2006/relationships/chart" Target="../charts/chart8.xml"/><Relationship Id="rId1" Type="http://schemas.openxmlformats.org/officeDocument/2006/relationships/slideLayout" Target="../slideLayouts/slideLayout3.xml"/><Relationship Id="rId6" Type="http://schemas.openxmlformats.org/officeDocument/2006/relationships/chart" Target="../charts/chart12.xml"/><Relationship Id="rId11" Type="http://schemas.openxmlformats.org/officeDocument/2006/relationships/chart" Target="../charts/chart17.xml"/><Relationship Id="rId5" Type="http://schemas.openxmlformats.org/officeDocument/2006/relationships/chart" Target="../charts/chart11.xml"/><Relationship Id="rId10" Type="http://schemas.openxmlformats.org/officeDocument/2006/relationships/chart" Target="../charts/chart16.xml"/><Relationship Id="rId4" Type="http://schemas.openxmlformats.org/officeDocument/2006/relationships/chart" Target="../charts/chart10.xml"/><Relationship Id="rId9" Type="http://schemas.openxmlformats.org/officeDocument/2006/relationships/chart" Target="../charts/chart15.xml"/></Relationships>
</file>

<file path=ppt/slides/_rels/slide35.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3.xml"/><Relationship Id="rId5" Type="http://schemas.openxmlformats.org/officeDocument/2006/relationships/chart" Target="../charts/chart19.xml"/><Relationship Id="rId4" Type="http://schemas.openxmlformats.org/officeDocument/2006/relationships/chart" Target="../charts/chart18.xml"/></Relationships>
</file>

<file path=ppt/slides/_rels/slide36.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3.xml"/><Relationship Id="rId4" Type="http://schemas.openxmlformats.org/officeDocument/2006/relationships/chart" Target="../charts/chart22.xml"/></Relationships>
</file>

<file path=ppt/slides/_rels/slide37.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8" Type="http://schemas.openxmlformats.org/officeDocument/2006/relationships/chart" Target="../charts/chart30.xml"/><Relationship Id="rId3" Type="http://schemas.openxmlformats.org/officeDocument/2006/relationships/chart" Target="../charts/chart27.xml"/><Relationship Id="rId7" Type="http://schemas.openxmlformats.org/officeDocument/2006/relationships/image" Target="../media/image50.svg"/><Relationship Id="rId2" Type="http://schemas.openxmlformats.org/officeDocument/2006/relationships/chart" Target="../charts/chart26.xml"/><Relationship Id="rId1" Type="http://schemas.openxmlformats.org/officeDocument/2006/relationships/slideLayout" Target="../slideLayouts/slideLayout6.xml"/><Relationship Id="rId6" Type="http://schemas.openxmlformats.org/officeDocument/2006/relationships/image" Target="../media/image49.png"/><Relationship Id="rId5" Type="http://schemas.openxmlformats.org/officeDocument/2006/relationships/chart" Target="../charts/chart29.xml"/><Relationship Id="rId4" Type="http://schemas.openxmlformats.org/officeDocument/2006/relationships/chart" Target="../charts/chart28.xml"/><Relationship Id="rId9" Type="http://schemas.openxmlformats.org/officeDocument/2006/relationships/chart" Target="../charts/chart31.xml"/></Relationships>
</file>

<file path=ppt/slides/_rels/slide40.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chart" Target="../charts/chart32.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chart" Target="../charts/chart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chart" Target="../charts/chart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chart" Target="../charts/chart42.xml"/><Relationship Id="rId3" Type="http://schemas.openxmlformats.org/officeDocument/2006/relationships/chart" Target="../charts/chart37.xml"/><Relationship Id="rId7" Type="http://schemas.openxmlformats.org/officeDocument/2006/relationships/chart" Target="../charts/chart41.xml"/><Relationship Id="rId2" Type="http://schemas.openxmlformats.org/officeDocument/2006/relationships/chart" Target="../charts/chart36.xml"/><Relationship Id="rId1" Type="http://schemas.openxmlformats.org/officeDocument/2006/relationships/slideLayout" Target="../slideLayouts/slideLayout3.xml"/><Relationship Id="rId6" Type="http://schemas.openxmlformats.org/officeDocument/2006/relationships/chart" Target="../charts/chart40.xml"/><Relationship Id="rId5" Type="http://schemas.openxmlformats.org/officeDocument/2006/relationships/chart" Target="../charts/chart39.xml"/><Relationship Id="rId4" Type="http://schemas.openxmlformats.org/officeDocument/2006/relationships/chart" Target="../charts/chart38.xml"/><Relationship Id="rId9" Type="http://schemas.openxmlformats.org/officeDocument/2006/relationships/chart" Target="../charts/chart43.xml"/></Relationships>
</file>

<file path=ppt/slides/_rels/slide44.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chart" Target="../charts/chart44.xml"/><Relationship Id="rId1" Type="http://schemas.openxmlformats.org/officeDocument/2006/relationships/slideLayout" Target="../slideLayouts/slideLayout3.xml"/><Relationship Id="rId4" Type="http://schemas.openxmlformats.org/officeDocument/2006/relationships/chart" Target="../charts/chart46.xml"/></Relationships>
</file>

<file path=ppt/slides/_rels/slide45.xml.rels><?xml version="1.0" encoding="UTF-8" standalone="yes"?>
<Relationships xmlns="http://schemas.openxmlformats.org/package/2006/relationships"><Relationship Id="rId3" Type="http://schemas.openxmlformats.org/officeDocument/2006/relationships/chart" Target="../charts/chart48.xml"/><Relationship Id="rId2" Type="http://schemas.openxmlformats.org/officeDocument/2006/relationships/chart" Target="../charts/chart47.xml"/><Relationship Id="rId1" Type="http://schemas.openxmlformats.org/officeDocument/2006/relationships/slideLayout" Target="../slideLayouts/slideLayout3.xml"/><Relationship Id="rId4" Type="http://schemas.openxmlformats.org/officeDocument/2006/relationships/chart" Target="../charts/chart49.xml"/></Relationships>
</file>

<file path=ppt/slides/_rels/slide46.xml.rels><?xml version="1.0" encoding="UTF-8" standalone="yes"?>
<Relationships xmlns="http://schemas.openxmlformats.org/package/2006/relationships"><Relationship Id="rId3" Type="http://schemas.openxmlformats.org/officeDocument/2006/relationships/chart" Target="../charts/chart51.xml"/><Relationship Id="rId2" Type="http://schemas.openxmlformats.org/officeDocument/2006/relationships/chart" Target="../charts/chart5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chart" Target="../charts/chart52.xml"/><Relationship Id="rId7" Type="http://schemas.openxmlformats.org/officeDocument/2006/relationships/chart" Target="../charts/chart56.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chart" Target="../charts/chart55.xml"/><Relationship Id="rId5" Type="http://schemas.openxmlformats.org/officeDocument/2006/relationships/chart" Target="../charts/chart54.xml"/><Relationship Id="rId4" Type="http://schemas.openxmlformats.org/officeDocument/2006/relationships/chart" Target="../charts/chart53.xml"/></Relationships>
</file>

<file path=ppt/slides/_rels/slide4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chart" Target="../charts/chart57.xml"/><Relationship Id="rId1" Type="http://schemas.openxmlformats.org/officeDocument/2006/relationships/slideLayout" Target="../slideLayouts/slideLayout3.xml"/><Relationship Id="rId4" Type="http://schemas.openxmlformats.org/officeDocument/2006/relationships/image" Target="../media/image50.svg"/></Relationships>
</file>

<file path=ppt/slides/_rels/slide53.xml.rels><?xml version="1.0" encoding="UTF-8" standalone="yes"?>
<Relationships xmlns="http://schemas.openxmlformats.org/package/2006/relationships"><Relationship Id="rId3" Type="http://schemas.openxmlformats.org/officeDocument/2006/relationships/chart" Target="../charts/chart59.xml"/><Relationship Id="rId2" Type="http://schemas.openxmlformats.org/officeDocument/2006/relationships/chart" Target="../charts/chart5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chart" Target="../charts/chart61.xml"/><Relationship Id="rId2" Type="http://schemas.openxmlformats.org/officeDocument/2006/relationships/chart" Target="../charts/chart60.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chart" Target="../charts/chart63.xml"/><Relationship Id="rId2" Type="http://schemas.openxmlformats.org/officeDocument/2006/relationships/chart" Target="../charts/chart62.xml"/><Relationship Id="rId1" Type="http://schemas.openxmlformats.org/officeDocument/2006/relationships/slideLayout" Target="../slideLayouts/slideLayout3.xml"/><Relationship Id="rId4" Type="http://schemas.openxmlformats.org/officeDocument/2006/relationships/chart" Target="../charts/chart64.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3.xml"/><Relationship Id="rId5" Type="http://schemas.openxmlformats.org/officeDocument/2006/relationships/image" Target="../media/image58.png"/><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chart" Target="../charts/chart6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chart" Target="../charts/chart66.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69.xml.rels><?xml version="1.0" encoding="UTF-8" standalone="yes"?>
<Relationships xmlns="http://schemas.openxmlformats.org/package/2006/relationships"><Relationship Id="rId2" Type="http://schemas.openxmlformats.org/officeDocument/2006/relationships/chart" Target="../charts/chart67.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chart" Target="../charts/chart6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chart" Target="../charts/chart70.xml"/><Relationship Id="rId2" Type="http://schemas.openxmlformats.org/officeDocument/2006/relationships/chart" Target="../charts/chart69.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53.png"/></Relationships>
</file>

<file path=ppt/slides/_rels/slide7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chart" Target="../charts/chart72.xml"/><Relationship Id="rId7" Type="http://schemas.openxmlformats.org/officeDocument/2006/relationships/image" Target="../media/image69.png"/><Relationship Id="rId2" Type="http://schemas.openxmlformats.org/officeDocument/2006/relationships/chart" Target="../charts/chart71.xml"/><Relationship Id="rId1" Type="http://schemas.openxmlformats.org/officeDocument/2006/relationships/slideLayout" Target="../slideLayouts/slideLayout3.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7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0.png"/><Relationship Id="rId1" Type="http://schemas.openxmlformats.org/officeDocument/2006/relationships/slideLayout" Target="../slideLayouts/slideLayout15.xml"/><Relationship Id="rId5" Type="http://schemas.openxmlformats.org/officeDocument/2006/relationships/image" Target="../media/image19.png"/><Relationship Id="rId4" Type="http://schemas.openxmlformats.org/officeDocument/2006/relationships/image" Target="../media/image65.png"/></Relationships>
</file>

<file path=ppt/slides/_rels/slide7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3.xml"/><Relationship Id="rId4" Type="http://schemas.openxmlformats.org/officeDocument/2006/relationships/image" Target="../media/image7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0.png"/><Relationship Id="rId2"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79.png"/><Relationship Id="rId4" Type="http://schemas.openxmlformats.org/officeDocument/2006/relationships/image" Target="../media/image78.png"/></Relationships>
</file>

<file path=ppt/slides/_rels/slide8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1.png"/><Relationship Id="rId1" Type="http://schemas.openxmlformats.org/officeDocument/2006/relationships/slideLayout" Target="../slideLayouts/slideLayout10.xml"/><Relationship Id="rId5" Type="http://schemas.openxmlformats.org/officeDocument/2006/relationships/image" Target="../media/image83.png"/><Relationship Id="rId4" Type="http://schemas.openxmlformats.org/officeDocument/2006/relationships/image" Target="../media/image8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8.png"/><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62.jp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9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90.pn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g"/><Relationship Id="rId1" Type="http://schemas.openxmlformats.org/officeDocument/2006/relationships/slideLayout" Target="../slideLayouts/slideLayout5.xml"/><Relationship Id="rId4" Type="http://schemas.openxmlformats.org/officeDocument/2006/relationships/image" Target="../media/image9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8" Type="http://schemas.openxmlformats.org/officeDocument/2006/relationships/hyperlink" Target="https://youtu.be/Mf7rJR-MSik" TargetMode="External"/><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63.png"/><Relationship Id="rId1" Type="http://schemas.openxmlformats.org/officeDocument/2006/relationships/slideLayout" Target="../slideLayouts/slideLayout5.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10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02.png"/><Relationship Id="rId1" Type="http://schemas.openxmlformats.org/officeDocument/2006/relationships/slideLayout" Target="../slideLayouts/slideLayout5.xml"/><Relationship Id="rId4" Type="http://schemas.openxmlformats.org/officeDocument/2006/relationships/image" Target="../media/image103.png"/></Relationships>
</file>

<file path=ppt/slides/_rels/slide10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Прямоугольник: скругленные углы 10">
            <a:extLst>
              <a:ext uri="{FF2B5EF4-FFF2-40B4-BE49-F238E27FC236}">
                <a16:creationId xmlns:a16="http://schemas.microsoft.com/office/drawing/2014/main" id="{D70267F3-6BA2-4195-830C-75C41BF463E4}"/>
              </a:ext>
            </a:extLst>
          </p:cNvPr>
          <p:cNvSpPr/>
          <p:nvPr/>
        </p:nvSpPr>
        <p:spPr>
          <a:xfrm>
            <a:off x="6956354" y="415729"/>
            <a:ext cx="4626864" cy="5851255"/>
          </a:xfrm>
          <a:prstGeom prst="roundRect">
            <a:avLst>
              <a:gd name="adj" fmla="val 14016"/>
            </a:avLst>
          </a:prstGeom>
          <a:gradFill flip="none" rotWithShape="1">
            <a:gsLst>
              <a:gs pos="11000">
                <a:schemeClr val="accent3">
                  <a:alpha val="0"/>
                </a:schemeClr>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dirty="0" err="1"/>
          </a:p>
        </p:txBody>
      </p:sp>
      <p:sp>
        <p:nvSpPr>
          <p:cNvPr id="2" name="Подзаголовок 1">
            <a:extLst>
              <a:ext uri="{FF2B5EF4-FFF2-40B4-BE49-F238E27FC236}">
                <a16:creationId xmlns:a16="http://schemas.microsoft.com/office/drawing/2014/main" id="{7E77168A-BBC6-0674-67D8-3B01E8CDF417}"/>
              </a:ext>
            </a:extLst>
          </p:cNvPr>
          <p:cNvSpPr>
            <a:spLocks noGrp="1"/>
          </p:cNvSpPr>
          <p:nvPr>
            <p:ph type="subTitle" idx="1"/>
          </p:nvPr>
        </p:nvSpPr>
        <p:spPr>
          <a:xfrm>
            <a:off x="1549400" y="4705255"/>
            <a:ext cx="8174332" cy="817562"/>
          </a:xfrm>
        </p:spPr>
        <p:txBody>
          <a:bodyPr/>
          <a:lstStyle/>
          <a:p>
            <a:r>
              <a:rPr lang="ru-RU" dirty="0"/>
              <a:t>Замени заголовок на свой. </a:t>
            </a:r>
            <a:br>
              <a:rPr lang="ru-RU" dirty="0"/>
            </a:br>
            <a:r>
              <a:rPr lang="ru-RU" dirty="0"/>
              <a:t>Иллюстрацию можно заменить</a:t>
            </a:r>
          </a:p>
        </p:txBody>
      </p:sp>
      <p:sp>
        <p:nvSpPr>
          <p:cNvPr id="3" name="Заголовок 2">
            <a:extLst>
              <a:ext uri="{FF2B5EF4-FFF2-40B4-BE49-F238E27FC236}">
                <a16:creationId xmlns:a16="http://schemas.microsoft.com/office/drawing/2014/main" id="{BF51AA3F-5DAD-B7C5-CE69-9519F0A09CB5}"/>
              </a:ext>
            </a:extLst>
          </p:cNvPr>
          <p:cNvSpPr>
            <a:spLocks noGrp="1"/>
          </p:cNvSpPr>
          <p:nvPr>
            <p:ph type="ctrTitle"/>
          </p:nvPr>
        </p:nvSpPr>
        <p:spPr>
          <a:xfrm>
            <a:off x="1526718" y="2152745"/>
            <a:ext cx="8206245" cy="2277549"/>
          </a:xfrm>
        </p:spPr>
        <p:txBody>
          <a:bodyPr/>
          <a:lstStyle/>
          <a:p>
            <a:r>
              <a:rPr lang="ru-RU" dirty="0"/>
              <a:t>Шаблон </a:t>
            </a:r>
            <a:br>
              <a:rPr lang="ru-RU" dirty="0"/>
            </a:br>
            <a:r>
              <a:rPr lang="en-US" dirty="0"/>
              <a:t>Ozon</a:t>
            </a:r>
            <a:r>
              <a:rPr lang="ru-RU" dirty="0"/>
              <a:t> Банка</a:t>
            </a:r>
          </a:p>
        </p:txBody>
      </p:sp>
      <p:sp>
        <p:nvSpPr>
          <p:cNvPr id="6" name="Прямоугольник: скругленные углы 5">
            <a:extLst>
              <a:ext uri="{FF2B5EF4-FFF2-40B4-BE49-F238E27FC236}">
                <a16:creationId xmlns:a16="http://schemas.microsoft.com/office/drawing/2014/main" id="{EB601701-1B06-4EBC-B8BE-CA1EA933F6B9}"/>
              </a:ext>
            </a:extLst>
          </p:cNvPr>
          <p:cNvSpPr/>
          <p:nvPr/>
        </p:nvSpPr>
        <p:spPr>
          <a:xfrm>
            <a:off x="5101757" y="1017684"/>
            <a:ext cx="2355986" cy="252000"/>
          </a:xfrm>
          <a:prstGeom prst="roundRect">
            <a:avLst>
              <a:gd name="adj" fmla="val 3039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36000" bIns="36000" rtlCol="0" anchor="ctr">
            <a:noAutofit/>
          </a:bodyPr>
          <a:lstStyle/>
          <a:p>
            <a:r>
              <a:rPr lang="ru-RU" sz="1400" b="1" dirty="0"/>
              <a:t>ОБНОВЛЕНО 2</a:t>
            </a:r>
            <a:r>
              <a:rPr lang="en-US" sz="1400" b="1" dirty="0"/>
              <a:t>7</a:t>
            </a:r>
            <a:r>
              <a:rPr lang="ru-RU" sz="1400" b="1" dirty="0"/>
              <a:t>.</a:t>
            </a:r>
            <a:r>
              <a:rPr lang="en-US" sz="1400" b="1" dirty="0"/>
              <a:t>10</a:t>
            </a:r>
            <a:r>
              <a:rPr lang="ru-RU" sz="1400" b="1" dirty="0"/>
              <a:t>.2023</a:t>
            </a:r>
          </a:p>
        </p:txBody>
      </p:sp>
      <p:sp>
        <p:nvSpPr>
          <p:cNvPr id="7" name="Прямоугольник: скругленные углы 6">
            <a:extLst>
              <a:ext uri="{FF2B5EF4-FFF2-40B4-BE49-F238E27FC236}">
                <a16:creationId xmlns:a16="http://schemas.microsoft.com/office/drawing/2014/main" id="{88FA4117-3DE1-44CA-9B41-F90F5EF5FB31}"/>
              </a:ext>
            </a:extLst>
          </p:cNvPr>
          <p:cNvSpPr/>
          <p:nvPr/>
        </p:nvSpPr>
        <p:spPr>
          <a:xfrm>
            <a:off x="4276725" y="1017684"/>
            <a:ext cx="653614" cy="252000"/>
          </a:xfrm>
          <a:prstGeom prst="roundRect">
            <a:avLst>
              <a:gd name="adj" fmla="val 3039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36000" bIns="36000" rtlCol="0" anchor="ctr">
            <a:noAutofit/>
          </a:bodyPr>
          <a:lstStyle/>
          <a:p>
            <a:r>
              <a:rPr lang="en-US" sz="1400" b="1" dirty="0"/>
              <a:t>V. 5.1</a:t>
            </a:r>
            <a:endParaRPr lang="ru-RU" sz="1400" b="1" i="1" dirty="0"/>
          </a:p>
        </p:txBody>
      </p:sp>
      <p:pic>
        <p:nvPicPr>
          <p:cNvPr id="9" name="Рисунок 8">
            <a:extLst>
              <a:ext uri="{FF2B5EF4-FFF2-40B4-BE49-F238E27FC236}">
                <a16:creationId xmlns:a16="http://schemas.microsoft.com/office/drawing/2014/main" id="{CFEA84FA-0F1D-4A57-AEC9-3D7B9511BB7B}"/>
              </a:ext>
            </a:extLst>
          </p:cNvPr>
          <p:cNvPicPr>
            <a:picLocks noChangeAspect="1"/>
          </p:cNvPicPr>
          <p:nvPr/>
        </p:nvPicPr>
        <p:blipFill>
          <a:blip r:embed="rId2">
            <a:extLst>
              <a:ext uri="{28A0092B-C50C-407E-A947-70E740481C1C}">
                <a14:useLocalDpi xmlns:a14="http://schemas.microsoft.com/office/drawing/2010/main" val="0"/>
              </a:ext>
            </a:extLst>
          </a:blip>
          <a:srcRect l="8" r="8"/>
          <a:stretch/>
        </p:blipFill>
        <p:spPr>
          <a:xfrm rot="265052">
            <a:off x="6846185" y="1015834"/>
            <a:ext cx="5154912" cy="5155779"/>
          </a:xfrm>
          <a:prstGeom prst="rect">
            <a:avLst/>
          </a:prstGeom>
        </p:spPr>
      </p:pic>
    </p:spTree>
    <p:extLst>
      <p:ext uri="{BB962C8B-B14F-4D97-AF65-F5344CB8AC3E}">
        <p14:creationId xmlns:p14="http://schemas.microsoft.com/office/powerpoint/2010/main" val="308039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Прямоугольник: скругленные углы 34">
            <a:extLst>
              <a:ext uri="{FF2B5EF4-FFF2-40B4-BE49-F238E27FC236}">
                <a16:creationId xmlns:a16="http://schemas.microsoft.com/office/drawing/2014/main" id="{3DC82222-754E-135D-02CD-81AA3A2FA62A}"/>
              </a:ext>
            </a:extLst>
          </p:cNvPr>
          <p:cNvSpPr/>
          <p:nvPr/>
        </p:nvSpPr>
        <p:spPr>
          <a:xfrm>
            <a:off x="8769966" y="411163"/>
            <a:ext cx="2780684" cy="3570453"/>
          </a:xfrm>
          <a:prstGeom prst="roundRect">
            <a:avLst>
              <a:gd name="adj" fmla="val 568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3" name="Номер слайда 2">
            <a:extLst>
              <a:ext uri="{FF2B5EF4-FFF2-40B4-BE49-F238E27FC236}">
                <a16:creationId xmlns:a16="http://schemas.microsoft.com/office/drawing/2014/main" id="{90A47AF5-C5CC-1D0D-7886-9001D8601E74}"/>
              </a:ext>
            </a:extLst>
          </p:cNvPr>
          <p:cNvSpPr>
            <a:spLocks noGrp="1"/>
          </p:cNvSpPr>
          <p:nvPr>
            <p:ph type="sldNum" sz="quarter" idx="12"/>
          </p:nvPr>
        </p:nvSpPr>
        <p:spPr/>
        <p:txBody>
          <a:bodyPr/>
          <a:lstStyle/>
          <a:p>
            <a:fld id="{EB5249F5-0093-48B0-B996-C4E44A87EAFB}" type="slidenum">
              <a:rPr lang="ru-RU" smtClean="0"/>
              <a:pPr/>
              <a:t>2</a:t>
            </a:fld>
            <a:endParaRPr lang="ru-RU"/>
          </a:p>
        </p:txBody>
      </p:sp>
      <p:sp>
        <p:nvSpPr>
          <p:cNvPr id="9" name="Прямоугольник: скругленные углы 8">
            <a:extLst>
              <a:ext uri="{FF2B5EF4-FFF2-40B4-BE49-F238E27FC236}">
                <a16:creationId xmlns:a16="http://schemas.microsoft.com/office/drawing/2014/main" id="{9DB1E3E4-63BF-F058-F34B-728DDBD299C5}"/>
              </a:ext>
            </a:extLst>
          </p:cNvPr>
          <p:cNvSpPr/>
          <p:nvPr/>
        </p:nvSpPr>
        <p:spPr>
          <a:xfrm>
            <a:off x="638969" y="411164"/>
            <a:ext cx="3636962" cy="3814472"/>
          </a:xfrm>
          <a:prstGeom prst="roundRect">
            <a:avLst>
              <a:gd name="adj" fmla="val 536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0" name="Рисунок 7">
            <a:extLst>
              <a:ext uri="{FF2B5EF4-FFF2-40B4-BE49-F238E27FC236}">
                <a16:creationId xmlns:a16="http://schemas.microsoft.com/office/drawing/2014/main" id="{2E3C9E8B-B122-E755-B276-97188A1975C3}"/>
              </a:ext>
            </a:extLst>
          </p:cNvPr>
          <p:cNvSpPr/>
          <p:nvPr/>
        </p:nvSpPr>
        <p:spPr>
          <a:xfrm>
            <a:off x="3983413" y="526745"/>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11" name="TextBox 10">
            <a:extLst>
              <a:ext uri="{FF2B5EF4-FFF2-40B4-BE49-F238E27FC236}">
                <a16:creationId xmlns:a16="http://schemas.microsoft.com/office/drawing/2014/main" id="{038ADA75-6B66-91D7-2DB3-1FD13259B6D6}"/>
              </a:ext>
            </a:extLst>
          </p:cNvPr>
          <p:cNvSpPr txBox="1"/>
          <p:nvPr/>
        </p:nvSpPr>
        <p:spPr>
          <a:xfrm>
            <a:off x="851401" y="587649"/>
            <a:ext cx="2741705" cy="253292"/>
          </a:xfrm>
          <a:prstGeom prst="rect">
            <a:avLst/>
          </a:prstGeom>
          <a:noFill/>
        </p:spPr>
        <p:txBody>
          <a:bodyPr wrap="square" lIns="0" tIns="0" rIns="0" bIns="0" rtlCol="0">
            <a:noAutofit/>
          </a:bodyPr>
          <a:lstStyle/>
          <a:p>
            <a:pPr algn="l">
              <a:lnSpc>
                <a:spcPct val="90000"/>
              </a:lnSpc>
            </a:pPr>
            <a:r>
              <a:rPr lang="ru-RU" b="1">
                <a:solidFill>
                  <a:schemeClr val="accent1"/>
                </a:solidFill>
              </a:rPr>
              <a:t>И шрифтом единым</a:t>
            </a:r>
          </a:p>
        </p:txBody>
      </p:sp>
      <p:sp>
        <p:nvSpPr>
          <p:cNvPr id="12" name="TextBox 11">
            <a:extLst>
              <a:ext uri="{FF2B5EF4-FFF2-40B4-BE49-F238E27FC236}">
                <a16:creationId xmlns:a16="http://schemas.microsoft.com/office/drawing/2014/main" id="{29C6CBF2-C850-B1FD-0EED-F1C1043B2252}"/>
              </a:ext>
            </a:extLst>
          </p:cNvPr>
          <p:cNvSpPr txBox="1"/>
          <p:nvPr/>
        </p:nvSpPr>
        <p:spPr>
          <a:xfrm>
            <a:off x="835809" y="1166059"/>
            <a:ext cx="3092566" cy="202332"/>
          </a:xfrm>
          <a:prstGeom prst="rect">
            <a:avLst/>
          </a:prstGeom>
          <a:noFill/>
        </p:spPr>
        <p:txBody>
          <a:bodyPr wrap="square" lIns="0" tIns="0" rIns="0" bIns="0" rtlCol="0">
            <a:noAutofit/>
          </a:bodyPr>
          <a:lstStyle/>
          <a:p>
            <a:pPr algn="l">
              <a:lnSpc>
                <a:spcPct val="90000"/>
              </a:lnSpc>
            </a:pPr>
            <a:r>
              <a:rPr lang="en-US" sz="1200">
                <a:latin typeface="+mj-lt"/>
              </a:rPr>
              <a:t>Arial Black </a:t>
            </a:r>
            <a:r>
              <a:rPr lang="ru-RU" sz="1200" spc="-30"/>
              <a:t>— заголовки и крупные цифры.</a:t>
            </a:r>
          </a:p>
        </p:txBody>
      </p:sp>
      <p:sp>
        <p:nvSpPr>
          <p:cNvPr id="13" name="TextBox 12">
            <a:extLst>
              <a:ext uri="{FF2B5EF4-FFF2-40B4-BE49-F238E27FC236}">
                <a16:creationId xmlns:a16="http://schemas.microsoft.com/office/drawing/2014/main" id="{AC208364-D749-B63E-58C6-52A027F01F4E}"/>
              </a:ext>
            </a:extLst>
          </p:cNvPr>
          <p:cNvSpPr txBox="1"/>
          <p:nvPr/>
        </p:nvSpPr>
        <p:spPr>
          <a:xfrm>
            <a:off x="835809" y="1388754"/>
            <a:ext cx="1985972" cy="202332"/>
          </a:xfrm>
          <a:prstGeom prst="rect">
            <a:avLst/>
          </a:prstGeom>
          <a:noFill/>
        </p:spPr>
        <p:txBody>
          <a:bodyPr wrap="square" lIns="0" tIns="0" rIns="0" bIns="0" rtlCol="0">
            <a:noAutofit/>
          </a:bodyPr>
          <a:lstStyle/>
          <a:p>
            <a:pPr algn="l">
              <a:lnSpc>
                <a:spcPct val="90000"/>
              </a:lnSpc>
            </a:pPr>
            <a:r>
              <a:rPr lang="en-US" sz="1200"/>
              <a:t>Arial</a:t>
            </a:r>
            <a:r>
              <a:rPr lang="ru-RU" sz="1200"/>
              <a:t> </a:t>
            </a:r>
            <a:r>
              <a:rPr lang="ru-RU" sz="1200" spc="-30"/>
              <a:t>— любой другой текст.</a:t>
            </a:r>
          </a:p>
        </p:txBody>
      </p:sp>
      <p:sp>
        <p:nvSpPr>
          <p:cNvPr id="14" name="TextBox 13">
            <a:extLst>
              <a:ext uri="{FF2B5EF4-FFF2-40B4-BE49-F238E27FC236}">
                <a16:creationId xmlns:a16="http://schemas.microsoft.com/office/drawing/2014/main" id="{FF0EADA6-205F-D318-E5BE-E1449969A3B1}"/>
              </a:ext>
            </a:extLst>
          </p:cNvPr>
          <p:cNvSpPr txBox="1"/>
          <p:nvPr/>
        </p:nvSpPr>
        <p:spPr>
          <a:xfrm>
            <a:off x="851401" y="875467"/>
            <a:ext cx="3339825" cy="202331"/>
          </a:xfrm>
          <a:prstGeom prst="rect">
            <a:avLst/>
          </a:prstGeom>
          <a:noFill/>
        </p:spPr>
        <p:txBody>
          <a:bodyPr wrap="square" lIns="0" tIns="0" rIns="0" bIns="0" rtlCol="0">
            <a:noAutofit/>
          </a:bodyPr>
          <a:lstStyle/>
          <a:p>
            <a:pPr algn="l"/>
            <a:r>
              <a:rPr lang="ru-RU" sz="1200"/>
              <a:t>Настроили универсальные шрифты*</a:t>
            </a:r>
          </a:p>
        </p:txBody>
      </p:sp>
      <p:sp>
        <p:nvSpPr>
          <p:cNvPr id="15" name="Прямоугольник: скругленные углы 14">
            <a:extLst>
              <a:ext uri="{FF2B5EF4-FFF2-40B4-BE49-F238E27FC236}">
                <a16:creationId xmlns:a16="http://schemas.microsoft.com/office/drawing/2014/main" id="{2C137A3D-C6E2-F0D1-E7E9-865D27064CFB}"/>
              </a:ext>
            </a:extLst>
          </p:cNvPr>
          <p:cNvSpPr/>
          <p:nvPr/>
        </p:nvSpPr>
        <p:spPr>
          <a:xfrm>
            <a:off x="1023002" y="1691843"/>
            <a:ext cx="728387" cy="570495"/>
          </a:xfrm>
          <a:prstGeom prst="roundRect">
            <a:avLst>
              <a:gd name="adj" fmla="val 825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900">
              <a:solidFill>
                <a:schemeClr val="tx2"/>
              </a:solidFill>
            </a:endParaRPr>
          </a:p>
        </p:txBody>
      </p:sp>
      <p:sp>
        <p:nvSpPr>
          <p:cNvPr id="16" name="Прямоугольник: скругленные углы 15">
            <a:extLst>
              <a:ext uri="{FF2B5EF4-FFF2-40B4-BE49-F238E27FC236}">
                <a16:creationId xmlns:a16="http://schemas.microsoft.com/office/drawing/2014/main" id="{AFADFCD0-219B-C6C8-0F9C-044509CA326B}"/>
              </a:ext>
            </a:extLst>
          </p:cNvPr>
          <p:cNvSpPr/>
          <p:nvPr/>
        </p:nvSpPr>
        <p:spPr>
          <a:xfrm>
            <a:off x="835809" y="1691844"/>
            <a:ext cx="147470" cy="242152"/>
          </a:xfrm>
          <a:prstGeom prst="roundRect">
            <a:avLst>
              <a:gd name="adj" fmla="val 20249"/>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7" name="TextBox 16">
            <a:extLst>
              <a:ext uri="{FF2B5EF4-FFF2-40B4-BE49-F238E27FC236}">
                <a16:creationId xmlns:a16="http://schemas.microsoft.com/office/drawing/2014/main" id="{F4E56EF4-ECAE-2120-139F-D814EE0098E5}"/>
              </a:ext>
            </a:extLst>
          </p:cNvPr>
          <p:cNvSpPr txBox="1"/>
          <p:nvPr/>
        </p:nvSpPr>
        <p:spPr>
          <a:xfrm>
            <a:off x="1844353" y="1699258"/>
            <a:ext cx="2235410" cy="547178"/>
          </a:xfrm>
          <a:prstGeom prst="rect">
            <a:avLst/>
          </a:prstGeom>
          <a:noFill/>
        </p:spPr>
        <p:txBody>
          <a:bodyPr wrap="square" lIns="0" tIns="0" rIns="0" bIns="0" rtlCol="0">
            <a:noAutofit/>
          </a:bodyPr>
          <a:lstStyle/>
          <a:p>
            <a:pPr algn="l"/>
            <a:r>
              <a:rPr lang="ru-RU" sz="1200" spc="-30"/>
              <a:t>Слева от слайда добавили подсказки по подбору размера текста в разных ситуациях.</a:t>
            </a:r>
          </a:p>
        </p:txBody>
      </p:sp>
      <p:sp>
        <p:nvSpPr>
          <p:cNvPr id="18" name="TextBox 17">
            <a:extLst>
              <a:ext uri="{FF2B5EF4-FFF2-40B4-BE49-F238E27FC236}">
                <a16:creationId xmlns:a16="http://schemas.microsoft.com/office/drawing/2014/main" id="{3C9DB96A-02FA-69F4-9FEA-51C49B92B843}"/>
              </a:ext>
            </a:extLst>
          </p:cNvPr>
          <p:cNvSpPr txBox="1"/>
          <p:nvPr/>
        </p:nvSpPr>
        <p:spPr>
          <a:xfrm>
            <a:off x="851401" y="3741421"/>
            <a:ext cx="2916590" cy="334499"/>
          </a:xfrm>
          <a:prstGeom prst="rect">
            <a:avLst/>
          </a:prstGeom>
          <a:noFill/>
        </p:spPr>
        <p:txBody>
          <a:bodyPr wrap="square" lIns="0" tIns="0" rIns="0" bIns="0" rtlCol="0">
            <a:noAutofit/>
          </a:bodyPr>
          <a:lstStyle/>
          <a:p>
            <a:pPr algn="l"/>
            <a:r>
              <a:rPr lang="ru-RU" sz="1000">
                <a:solidFill>
                  <a:schemeClr val="accent6">
                    <a:lumMod val="75000"/>
                  </a:schemeClr>
                </a:solidFill>
              </a:rPr>
              <a:t>* По правилам бренда фирменный шрифт </a:t>
            </a:r>
            <a:r>
              <a:rPr lang="en-US" sz="1000">
                <a:solidFill>
                  <a:schemeClr val="accent6">
                    <a:lumMod val="75000"/>
                  </a:schemeClr>
                </a:solidFill>
              </a:rPr>
              <a:t>Ozon GT </a:t>
            </a:r>
            <a:r>
              <a:rPr lang="en-US" sz="1000" err="1">
                <a:solidFill>
                  <a:schemeClr val="accent6">
                    <a:lumMod val="75000"/>
                  </a:schemeClr>
                </a:solidFill>
              </a:rPr>
              <a:t>Eesti</a:t>
            </a:r>
            <a:r>
              <a:rPr lang="en-US" sz="1000">
                <a:solidFill>
                  <a:schemeClr val="accent6">
                    <a:lumMod val="75000"/>
                  </a:schemeClr>
                </a:solidFill>
              </a:rPr>
              <a:t> </a:t>
            </a:r>
            <a:r>
              <a:rPr lang="ru-RU" sz="1000">
                <a:solidFill>
                  <a:schemeClr val="accent6">
                    <a:lumMod val="75000"/>
                  </a:schemeClr>
                </a:solidFill>
              </a:rPr>
              <a:t>в презентациях не используется.</a:t>
            </a:r>
          </a:p>
        </p:txBody>
      </p:sp>
      <p:sp>
        <p:nvSpPr>
          <p:cNvPr id="19" name="Прямоугольник: скругленные углы 18">
            <a:extLst>
              <a:ext uri="{FF2B5EF4-FFF2-40B4-BE49-F238E27FC236}">
                <a16:creationId xmlns:a16="http://schemas.microsoft.com/office/drawing/2014/main" id="{7B1D44B6-D63B-356C-EC7E-03BCF2F0F5CF}"/>
              </a:ext>
            </a:extLst>
          </p:cNvPr>
          <p:cNvSpPr/>
          <p:nvPr/>
        </p:nvSpPr>
        <p:spPr>
          <a:xfrm>
            <a:off x="639763" y="4535412"/>
            <a:ext cx="3636962" cy="1734939"/>
          </a:xfrm>
          <a:prstGeom prst="roundRect">
            <a:avLst>
              <a:gd name="adj" fmla="val 1039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20" name="Рисунок 7">
            <a:extLst>
              <a:ext uri="{FF2B5EF4-FFF2-40B4-BE49-F238E27FC236}">
                <a16:creationId xmlns:a16="http://schemas.microsoft.com/office/drawing/2014/main" id="{79BA7E54-EFBB-347D-ACA9-41994D23D553}"/>
              </a:ext>
            </a:extLst>
          </p:cNvPr>
          <p:cNvSpPr/>
          <p:nvPr/>
        </p:nvSpPr>
        <p:spPr>
          <a:xfrm>
            <a:off x="3984207" y="4656592"/>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21" name="TextBox 20">
            <a:extLst>
              <a:ext uri="{FF2B5EF4-FFF2-40B4-BE49-F238E27FC236}">
                <a16:creationId xmlns:a16="http://schemas.microsoft.com/office/drawing/2014/main" id="{BD0BBE84-1AE6-FF12-0AC0-74DD8695CD82}"/>
              </a:ext>
            </a:extLst>
          </p:cNvPr>
          <p:cNvSpPr txBox="1"/>
          <p:nvPr/>
        </p:nvSpPr>
        <p:spPr>
          <a:xfrm>
            <a:off x="852195" y="4682793"/>
            <a:ext cx="2741705" cy="253292"/>
          </a:xfrm>
          <a:prstGeom prst="rect">
            <a:avLst/>
          </a:prstGeom>
          <a:noFill/>
        </p:spPr>
        <p:txBody>
          <a:bodyPr wrap="square" lIns="0" tIns="0" rIns="0" bIns="0" rtlCol="0">
            <a:noAutofit/>
          </a:bodyPr>
          <a:lstStyle/>
          <a:p>
            <a:pPr algn="l">
              <a:lnSpc>
                <a:spcPct val="90000"/>
              </a:lnSpc>
            </a:pPr>
            <a:r>
              <a:rPr lang="ru-RU" b="1">
                <a:solidFill>
                  <a:schemeClr val="accent1"/>
                </a:solidFill>
              </a:rPr>
              <a:t>Таблицы на стиле</a:t>
            </a:r>
          </a:p>
        </p:txBody>
      </p:sp>
      <p:pic>
        <p:nvPicPr>
          <p:cNvPr id="22" name="Рисунок 21">
            <a:extLst>
              <a:ext uri="{FF2B5EF4-FFF2-40B4-BE49-F238E27FC236}">
                <a16:creationId xmlns:a16="http://schemas.microsoft.com/office/drawing/2014/main" id="{DDBDBB36-C9F1-D95C-2249-5369BB401C0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57406" y="5041239"/>
            <a:ext cx="1336787" cy="596097"/>
          </a:xfrm>
          <a:prstGeom prst="roundRect">
            <a:avLst>
              <a:gd name="adj" fmla="val 8135"/>
            </a:avLst>
          </a:prstGeom>
        </p:spPr>
      </p:pic>
      <p:sp>
        <p:nvSpPr>
          <p:cNvPr id="23" name="TextBox 22">
            <a:extLst>
              <a:ext uri="{FF2B5EF4-FFF2-40B4-BE49-F238E27FC236}">
                <a16:creationId xmlns:a16="http://schemas.microsoft.com/office/drawing/2014/main" id="{46B70E2B-BDCA-70B2-CA81-F8E4A60E1EFF}"/>
              </a:ext>
            </a:extLst>
          </p:cNvPr>
          <p:cNvSpPr txBox="1"/>
          <p:nvPr/>
        </p:nvSpPr>
        <p:spPr>
          <a:xfrm>
            <a:off x="2310490" y="5041239"/>
            <a:ext cx="1737427" cy="820601"/>
          </a:xfrm>
          <a:prstGeom prst="rect">
            <a:avLst/>
          </a:prstGeom>
          <a:noFill/>
        </p:spPr>
        <p:txBody>
          <a:bodyPr wrap="square" lIns="0" tIns="0" rIns="0" bIns="0" rtlCol="0">
            <a:noAutofit/>
          </a:bodyPr>
          <a:lstStyle/>
          <a:p>
            <a:pPr algn="l"/>
            <a:r>
              <a:rPr lang="ru-RU" sz="1200" spc="-30"/>
              <a:t>Настроили специальный стиль для работы </a:t>
            </a:r>
            <a:br>
              <a:rPr lang="ru-RU" sz="1200" spc="-30"/>
            </a:br>
            <a:r>
              <a:rPr lang="ru-RU" sz="1200" spc="-30"/>
              <a:t>с таблицами</a:t>
            </a:r>
          </a:p>
        </p:txBody>
      </p:sp>
      <p:sp>
        <p:nvSpPr>
          <p:cNvPr id="24" name="TextBox 23">
            <a:extLst>
              <a:ext uri="{FF2B5EF4-FFF2-40B4-BE49-F238E27FC236}">
                <a16:creationId xmlns:a16="http://schemas.microsoft.com/office/drawing/2014/main" id="{070C01A4-88C1-B65C-0BF6-C4D64C26F2E5}"/>
              </a:ext>
            </a:extLst>
          </p:cNvPr>
          <p:cNvSpPr txBox="1"/>
          <p:nvPr/>
        </p:nvSpPr>
        <p:spPr>
          <a:xfrm>
            <a:off x="852195" y="5727560"/>
            <a:ext cx="3277239" cy="404180"/>
          </a:xfrm>
          <a:prstGeom prst="rect">
            <a:avLst/>
          </a:prstGeom>
          <a:noFill/>
        </p:spPr>
        <p:txBody>
          <a:bodyPr wrap="square" lIns="0" tIns="0" rIns="0" bIns="0" rtlCol="0">
            <a:noAutofit/>
          </a:bodyPr>
          <a:lstStyle/>
          <a:p>
            <a:pPr algn="l"/>
            <a:r>
              <a:rPr lang="ru-RU" sz="1200"/>
              <a:t>Настраивай вид таблицы в несколько кликов в разделе «Конструктор таблиц»</a:t>
            </a:r>
          </a:p>
        </p:txBody>
      </p:sp>
      <p:sp>
        <p:nvSpPr>
          <p:cNvPr id="25" name="Прямоугольник: скругленные углы 24">
            <a:extLst>
              <a:ext uri="{FF2B5EF4-FFF2-40B4-BE49-F238E27FC236}">
                <a16:creationId xmlns:a16="http://schemas.microsoft.com/office/drawing/2014/main" id="{E470DF7B-836D-DF69-D2C8-E3077B3F9BDA}"/>
              </a:ext>
            </a:extLst>
          </p:cNvPr>
          <p:cNvSpPr/>
          <p:nvPr/>
        </p:nvSpPr>
        <p:spPr>
          <a:xfrm>
            <a:off x="835809" y="1966104"/>
            <a:ext cx="147470" cy="173301"/>
          </a:xfrm>
          <a:prstGeom prst="roundRect">
            <a:avLst>
              <a:gd name="adj" fmla="val 1886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6" name="Прямоугольник: скругленные углы 25">
            <a:extLst>
              <a:ext uri="{FF2B5EF4-FFF2-40B4-BE49-F238E27FC236}">
                <a16:creationId xmlns:a16="http://schemas.microsoft.com/office/drawing/2014/main" id="{88BE293F-3AEF-97DA-293F-F67173914FB6}"/>
              </a:ext>
            </a:extLst>
          </p:cNvPr>
          <p:cNvSpPr/>
          <p:nvPr/>
        </p:nvSpPr>
        <p:spPr>
          <a:xfrm>
            <a:off x="835809" y="2171513"/>
            <a:ext cx="147470" cy="99462"/>
          </a:xfrm>
          <a:prstGeom prst="roundRect">
            <a:avLst>
              <a:gd name="adj" fmla="val 2991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0" name="TextBox 29">
            <a:extLst>
              <a:ext uri="{FF2B5EF4-FFF2-40B4-BE49-F238E27FC236}">
                <a16:creationId xmlns:a16="http://schemas.microsoft.com/office/drawing/2014/main" id="{B3E7280E-2753-31DF-B99A-A3B5B16BD582}"/>
              </a:ext>
            </a:extLst>
          </p:cNvPr>
          <p:cNvSpPr txBox="1"/>
          <p:nvPr/>
        </p:nvSpPr>
        <p:spPr>
          <a:xfrm>
            <a:off x="835810" y="2456222"/>
            <a:ext cx="3147604" cy="1242663"/>
          </a:xfrm>
          <a:prstGeom prst="rect">
            <a:avLst/>
          </a:prstGeom>
          <a:noFill/>
        </p:spPr>
        <p:txBody>
          <a:bodyPr wrap="square" lIns="0" tIns="0" rIns="0" bIns="0" rtlCol="0">
            <a:noAutofit/>
          </a:bodyPr>
          <a:lstStyle/>
          <a:p>
            <a:pPr algn="l">
              <a:spcAft>
                <a:spcPts val="600"/>
              </a:spcAft>
            </a:pPr>
            <a:r>
              <a:rPr lang="ru-RU" sz="1200"/>
              <a:t>Чтобы легко переключаться между разными стилями текста в текстовом блоке, который появляется на слайде</a:t>
            </a:r>
            <a:r>
              <a:rPr lang="en-US" sz="1200"/>
              <a:t>, </a:t>
            </a:r>
            <a:r>
              <a:rPr lang="ru-RU" sz="1200"/>
              <a:t>выдели текст и используй клавишу   </a:t>
            </a:r>
            <a:r>
              <a:rPr lang="en-US" sz="1200"/>
              <a:t>          </a:t>
            </a:r>
            <a:endParaRPr lang="ru-RU" sz="1200"/>
          </a:p>
          <a:p>
            <a:pPr algn="l">
              <a:spcAft>
                <a:spcPts val="600"/>
              </a:spcAft>
            </a:pPr>
            <a:r>
              <a:rPr lang="ru-RU" sz="1200"/>
              <a:t>Чтобы перейти к следующим стилям,</a:t>
            </a:r>
            <a:br>
              <a:rPr lang="ru-RU" sz="1200"/>
            </a:br>
            <a:r>
              <a:rPr lang="ru-RU" sz="1200"/>
              <a:t>нажми </a:t>
            </a:r>
            <a:r>
              <a:rPr lang="en-US" sz="1200"/>
              <a:t>Tab </a:t>
            </a:r>
            <a:r>
              <a:rPr lang="ru-RU" sz="1200"/>
              <a:t>2, 3, 4 раза.  </a:t>
            </a:r>
          </a:p>
        </p:txBody>
      </p:sp>
      <p:sp>
        <p:nvSpPr>
          <p:cNvPr id="31" name="Прямоугольник: скругленные углы 30">
            <a:extLst>
              <a:ext uri="{FF2B5EF4-FFF2-40B4-BE49-F238E27FC236}">
                <a16:creationId xmlns:a16="http://schemas.microsoft.com/office/drawing/2014/main" id="{536A7BB5-10A6-AED2-78BE-4C68E14BE850}"/>
              </a:ext>
            </a:extLst>
          </p:cNvPr>
          <p:cNvSpPr/>
          <p:nvPr/>
        </p:nvSpPr>
        <p:spPr>
          <a:xfrm>
            <a:off x="2791301" y="3020421"/>
            <a:ext cx="425480" cy="182301"/>
          </a:xfrm>
          <a:prstGeom prst="roundRect">
            <a:avLst>
              <a:gd name="adj" fmla="val 27079"/>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Tab</a:t>
            </a:r>
            <a:endParaRPr lang="ru-RU" sz="1200" b="1" err="1"/>
          </a:p>
        </p:txBody>
      </p:sp>
      <p:sp>
        <p:nvSpPr>
          <p:cNvPr id="72" name="Рисунок 7">
            <a:extLst>
              <a:ext uri="{FF2B5EF4-FFF2-40B4-BE49-F238E27FC236}">
                <a16:creationId xmlns:a16="http://schemas.microsoft.com/office/drawing/2014/main" id="{4AD843C2-A88D-9A32-00ED-0731A158691D}"/>
              </a:ext>
            </a:extLst>
          </p:cNvPr>
          <p:cNvSpPr/>
          <p:nvPr/>
        </p:nvSpPr>
        <p:spPr>
          <a:xfrm>
            <a:off x="11248712" y="534179"/>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73" name="TextBox 72">
            <a:extLst>
              <a:ext uri="{FF2B5EF4-FFF2-40B4-BE49-F238E27FC236}">
                <a16:creationId xmlns:a16="http://schemas.microsoft.com/office/drawing/2014/main" id="{32D8BF15-307A-AD8B-4660-795F61526634}"/>
              </a:ext>
            </a:extLst>
          </p:cNvPr>
          <p:cNvSpPr txBox="1"/>
          <p:nvPr/>
        </p:nvSpPr>
        <p:spPr>
          <a:xfrm>
            <a:off x="8972687" y="587649"/>
            <a:ext cx="1771513" cy="570342"/>
          </a:xfrm>
          <a:prstGeom prst="rect">
            <a:avLst/>
          </a:prstGeom>
          <a:noFill/>
        </p:spPr>
        <p:txBody>
          <a:bodyPr wrap="square" lIns="0" tIns="0" rIns="0" bIns="0" rtlCol="0">
            <a:noAutofit/>
          </a:bodyPr>
          <a:lstStyle/>
          <a:p>
            <a:pPr algn="l">
              <a:lnSpc>
                <a:spcPct val="90000"/>
              </a:lnSpc>
            </a:pPr>
            <a:r>
              <a:rPr lang="ru-RU" b="1">
                <a:solidFill>
                  <a:schemeClr val="accent1"/>
                </a:solidFill>
              </a:rPr>
              <a:t>Всё будет ровно</a:t>
            </a:r>
          </a:p>
        </p:txBody>
      </p:sp>
      <p:sp>
        <p:nvSpPr>
          <p:cNvPr id="74" name="TextBox 73">
            <a:extLst>
              <a:ext uri="{FF2B5EF4-FFF2-40B4-BE49-F238E27FC236}">
                <a16:creationId xmlns:a16="http://schemas.microsoft.com/office/drawing/2014/main" id="{CF0C4A6B-2AFE-AA37-9EC5-3C3DC15D49F0}"/>
              </a:ext>
            </a:extLst>
          </p:cNvPr>
          <p:cNvSpPr txBox="1"/>
          <p:nvPr/>
        </p:nvSpPr>
        <p:spPr>
          <a:xfrm>
            <a:off x="8972688" y="1179805"/>
            <a:ext cx="2383504" cy="1091170"/>
          </a:xfrm>
          <a:prstGeom prst="rect">
            <a:avLst/>
          </a:prstGeom>
          <a:noFill/>
        </p:spPr>
        <p:txBody>
          <a:bodyPr wrap="square" lIns="0" tIns="0" rIns="0" bIns="0" rtlCol="0">
            <a:noAutofit/>
          </a:bodyPr>
          <a:lstStyle/>
          <a:p>
            <a:pPr algn="l"/>
            <a:r>
              <a:rPr lang="ru-RU" sz="1200"/>
              <a:t>Чтобы тебе было проще выравнивать контент, в шаблоне настроены направляющие. Включи их, нажав Alt+F9 </a:t>
            </a:r>
            <a:br>
              <a:rPr lang="ru-RU" sz="1200"/>
            </a:br>
            <a:r>
              <a:rPr lang="ru-RU" sz="1200"/>
              <a:t>или через вкладку «Вид» — «Направляющие». </a:t>
            </a:r>
          </a:p>
        </p:txBody>
      </p:sp>
      <p:pic>
        <p:nvPicPr>
          <p:cNvPr id="76" name="Рисунок 75">
            <a:extLst>
              <a:ext uri="{FF2B5EF4-FFF2-40B4-BE49-F238E27FC236}">
                <a16:creationId xmlns:a16="http://schemas.microsoft.com/office/drawing/2014/main" id="{873355DA-BB8C-679E-70B3-39D1267757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72687" y="2383704"/>
            <a:ext cx="166759" cy="166759"/>
          </a:xfrm>
          <a:prstGeom prst="rect">
            <a:avLst/>
          </a:prstGeom>
        </p:spPr>
      </p:pic>
      <p:pic>
        <p:nvPicPr>
          <p:cNvPr id="77" name="Рисунок 76">
            <a:extLst>
              <a:ext uri="{FF2B5EF4-FFF2-40B4-BE49-F238E27FC236}">
                <a16:creationId xmlns:a16="http://schemas.microsoft.com/office/drawing/2014/main" id="{2951C72F-9CAE-D6BA-2FE2-A321944A1A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72687" y="3310633"/>
            <a:ext cx="166759" cy="166759"/>
          </a:xfrm>
          <a:prstGeom prst="rect">
            <a:avLst/>
          </a:prstGeom>
        </p:spPr>
      </p:pic>
      <p:sp>
        <p:nvSpPr>
          <p:cNvPr id="78" name="TextBox 77">
            <a:extLst>
              <a:ext uri="{FF2B5EF4-FFF2-40B4-BE49-F238E27FC236}">
                <a16:creationId xmlns:a16="http://schemas.microsoft.com/office/drawing/2014/main" id="{24DABB8A-1330-C4B7-E9AE-3FD36DCE4A79}"/>
              </a:ext>
            </a:extLst>
          </p:cNvPr>
          <p:cNvSpPr txBox="1"/>
          <p:nvPr/>
        </p:nvSpPr>
        <p:spPr>
          <a:xfrm>
            <a:off x="9199437" y="2361918"/>
            <a:ext cx="1708894" cy="1619698"/>
          </a:xfrm>
          <a:prstGeom prst="rect">
            <a:avLst/>
          </a:prstGeom>
          <a:noFill/>
        </p:spPr>
        <p:txBody>
          <a:bodyPr wrap="square" lIns="0" tIns="0" rIns="0" bIns="0" rtlCol="0">
            <a:noAutofit/>
          </a:bodyPr>
          <a:lstStyle/>
          <a:p>
            <a:pPr>
              <a:spcAft>
                <a:spcPts val="400"/>
              </a:spcAft>
            </a:pPr>
            <a:r>
              <a:rPr lang="ru-RU" sz="1200"/>
              <a:t>Красными линиями обозначены границы слайда. Не размещай контент за их пределами. </a:t>
            </a:r>
          </a:p>
          <a:p>
            <a:pPr>
              <a:spcAft>
                <a:spcPts val="400"/>
              </a:spcAft>
            </a:pPr>
            <a:r>
              <a:rPr lang="ru-RU" sz="1200"/>
              <a:t>По серым линиям можно выравнивать контент внутри слайда.</a:t>
            </a:r>
          </a:p>
          <a:p>
            <a:pPr algn="l">
              <a:spcAft>
                <a:spcPts val="400"/>
              </a:spcAft>
            </a:pPr>
            <a:endParaRPr lang="ru-RU" sz="1400"/>
          </a:p>
        </p:txBody>
      </p:sp>
      <p:sp>
        <p:nvSpPr>
          <p:cNvPr id="2" name="Нижний колонтитул 1">
            <a:extLst>
              <a:ext uri="{FF2B5EF4-FFF2-40B4-BE49-F238E27FC236}">
                <a16:creationId xmlns:a16="http://schemas.microsoft.com/office/drawing/2014/main" id="{D531EB47-FBE9-17A6-E950-94F076808C68}"/>
              </a:ext>
            </a:extLst>
          </p:cNvPr>
          <p:cNvSpPr>
            <a:spLocks noGrp="1"/>
          </p:cNvSpPr>
          <p:nvPr>
            <p:ph type="ftr" sz="quarter" idx="11"/>
          </p:nvPr>
        </p:nvSpPr>
        <p:spPr/>
        <p:txBody>
          <a:bodyPr/>
          <a:lstStyle/>
          <a:p>
            <a:endParaRPr lang="ru-RU" dirty="0"/>
          </a:p>
        </p:txBody>
      </p:sp>
      <p:sp>
        <p:nvSpPr>
          <p:cNvPr id="63" name="Прямоугольник: скругленные углы 62">
            <a:extLst>
              <a:ext uri="{FF2B5EF4-FFF2-40B4-BE49-F238E27FC236}">
                <a16:creationId xmlns:a16="http://schemas.microsoft.com/office/drawing/2014/main" id="{A5D417CE-69CA-4502-8C9F-576A9A484B58}"/>
              </a:ext>
            </a:extLst>
          </p:cNvPr>
          <p:cNvSpPr/>
          <p:nvPr/>
        </p:nvSpPr>
        <p:spPr>
          <a:xfrm>
            <a:off x="4542838" y="411163"/>
            <a:ext cx="3961015" cy="5851525"/>
          </a:xfrm>
          <a:prstGeom prst="roundRect">
            <a:avLst>
              <a:gd name="adj" fmla="val 511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75" name="Рисунок 7">
            <a:extLst>
              <a:ext uri="{FF2B5EF4-FFF2-40B4-BE49-F238E27FC236}">
                <a16:creationId xmlns:a16="http://schemas.microsoft.com/office/drawing/2014/main" id="{E3C48BAF-074B-4646-919B-A5958AF9B133}"/>
              </a:ext>
            </a:extLst>
          </p:cNvPr>
          <p:cNvSpPr/>
          <p:nvPr/>
        </p:nvSpPr>
        <p:spPr>
          <a:xfrm>
            <a:off x="8208625" y="534179"/>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83" name="TextBox 82">
            <a:extLst>
              <a:ext uri="{FF2B5EF4-FFF2-40B4-BE49-F238E27FC236}">
                <a16:creationId xmlns:a16="http://schemas.microsoft.com/office/drawing/2014/main" id="{78759672-53AF-46CD-B3D6-7D415A480B10}"/>
              </a:ext>
            </a:extLst>
          </p:cNvPr>
          <p:cNvSpPr txBox="1"/>
          <p:nvPr/>
        </p:nvSpPr>
        <p:spPr>
          <a:xfrm>
            <a:off x="4754328" y="587649"/>
            <a:ext cx="2741705" cy="253292"/>
          </a:xfrm>
          <a:prstGeom prst="rect">
            <a:avLst/>
          </a:prstGeom>
          <a:noFill/>
        </p:spPr>
        <p:txBody>
          <a:bodyPr wrap="square" lIns="0" tIns="0" rIns="0" bIns="0" rtlCol="0">
            <a:noAutofit/>
          </a:bodyPr>
          <a:lstStyle/>
          <a:p>
            <a:pPr algn="l">
              <a:lnSpc>
                <a:spcPct val="90000"/>
              </a:lnSpc>
            </a:pPr>
            <a:r>
              <a:rPr lang="ru-RU" b="1" dirty="0">
                <a:solidFill>
                  <a:schemeClr val="accent1"/>
                </a:solidFill>
              </a:rPr>
              <a:t>Настройся на цвет</a:t>
            </a:r>
          </a:p>
        </p:txBody>
      </p:sp>
      <p:sp>
        <p:nvSpPr>
          <p:cNvPr id="85" name="TextBox 84">
            <a:extLst>
              <a:ext uri="{FF2B5EF4-FFF2-40B4-BE49-F238E27FC236}">
                <a16:creationId xmlns:a16="http://schemas.microsoft.com/office/drawing/2014/main" id="{19CB6F8E-4A78-4727-B228-402E8C9FEF1A}"/>
              </a:ext>
            </a:extLst>
          </p:cNvPr>
          <p:cNvSpPr txBox="1"/>
          <p:nvPr/>
        </p:nvSpPr>
        <p:spPr>
          <a:xfrm>
            <a:off x="4754328" y="875467"/>
            <a:ext cx="3339825" cy="395772"/>
          </a:xfrm>
          <a:prstGeom prst="rect">
            <a:avLst/>
          </a:prstGeom>
          <a:noFill/>
        </p:spPr>
        <p:txBody>
          <a:bodyPr wrap="square" lIns="0" tIns="0" rIns="0" bIns="0" rtlCol="0">
            <a:noAutofit/>
          </a:bodyPr>
          <a:lstStyle/>
          <a:p>
            <a:pPr algn="l"/>
            <a:r>
              <a:rPr lang="ru-RU" sz="1200" dirty="0"/>
              <a:t>Подобрали цвета для разных задач </a:t>
            </a:r>
            <a:br>
              <a:rPr lang="ru-RU" sz="1200" dirty="0"/>
            </a:br>
            <a:r>
              <a:rPr lang="ru-RU" sz="1200" dirty="0"/>
              <a:t>и элементов и вшили их в шаблон</a:t>
            </a:r>
          </a:p>
        </p:txBody>
      </p:sp>
      <p:pic>
        <p:nvPicPr>
          <p:cNvPr id="86" name="Рисунок 85">
            <a:extLst>
              <a:ext uri="{FF2B5EF4-FFF2-40B4-BE49-F238E27FC236}">
                <a16:creationId xmlns:a16="http://schemas.microsoft.com/office/drawing/2014/main" id="{0C0F2318-7CFA-448C-B4A1-519744753F0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746894" y="1316353"/>
            <a:ext cx="1562290" cy="2330494"/>
          </a:xfrm>
          <a:prstGeom prst="rect">
            <a:avLst/>
          </a:prstGeom>
        </p:spPr>
      </p:pic>
      <p:sp>
        <p:nvSpPr>
          <p:cNvPr id="87" name="Прямоугольник: скругленные углы 86">
            <a:extLst>
              <a:ext uri="{FF2B5EF4-FFF2-40B4-BE49-F238E27FC236}">
                <a16:creationId xmlns:a16="http://schemas.microsoft.com/office/drawing/2014/main" id="{80DCDBFC-1E8E-4090-97E7-7BE974DD8680}"/>
              </a:ext>
            </a:extLst>
          </p:cNvPr>
          <p:cNvSpPr/>
          <p:nvPr/>
        </p:nvSpPr>
        <p:spPr>
          <a:xfrm>
            <a:off x="4767556" y="183019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b="1">
                <a:solidFill>
                  <a:schemeClr val="tx1"/>
                </a:solidFill>
              </a:rPr>
              <a:t>1</a:t>
            </a:r>
          </a:p>
        </p:txBody>
      </p:sp>
      <p:sp>
        <p:nvSpPr>
          <p:cNvPr id="88" name="Прямоугольник: скругленные углы 87">
            <a:extLst>
              <a:ext uri="{FF2B5EF4-FFF2-40B4-BE49-F238E27FC236}">
                <a16:creationId xmlns:a16="http://schemas.microsoft.com/office/drawing/2014/main" id="{3637E980-83CC-4369-A7FA-D8CBBF886A94}"/>
              </a:ext>
            </a:extLst>
          </p:cNvPr>
          <p:cNvSpPr/>
          <p:nvPr/>
        </p:nvSpPr>
        <p:spPr>
          <a:xfrm>
            <a:off x="4906548" y="183019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b="1">
                <a:solidFill>
                  <a:schemeClr val="bg1"/>
                </a:solidFill>
              </a:rPr>
              <a:t>2</a:t>
            </a:r>
          </a:p>
        </p:txBody>
      </p:sp>
      <p:sp>
        <p:nvSpPr>
          <p:cNvPr id="89" name="Прямоугольник: скругленные углы 88">
            <a:extLst>
              <a:ext uri="{FF2B5EF4-FFF2-40B4-BE49-F238E27FC236}">
                <a16:creationId xmlns:a16="http://schemas.microsoft.com/office/drawing/2014/main" id="{E4918C38-7229-4F67-9A5C-B2D5075E8B1E}"/>
              </a:ext>
            </a:extLst>
          </p:cNvPr>
          <p:cNvSpPr/>
          <p:nvPr/>
        </p:nvSpPr>
        <p:spPr>
          <a:xfrm>
            <a:off x="5298405" y="1836074"/>
            <a:ext cx="549640" cy="129930"/>
          </a:xfrm>
          <a:prstGeom prst="roundRect">
            <a:avLst/>
          </a:prstGeom>
          <a:solidFill>
            <a:schemeClr val="tx1">
              <a:alpha val="4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bg1"/>
                </a:solidFill>
              </a:rPr>
              <a:t>3</a:t>
            </a:r>
          </a:p>
        </p:txBody>
      </p:sp>
      <p:sp>
        <p:nvSpPr>
          <p:cNvPr id="90" name="Прямоугольник: скругленные углы 89">
            <a:extLst>
              <a:ext uri="{FF2B5EF4-FFF2-40B4-BE49-F238E27FC236}">
                <a16:creationId xmlns:a16="http://schemas.microsoft.com/office/drawing/2014/main" id="{BD7512A1-8918-40A1-900D-55781CDF5DD6}"/>
              </a:ext>
            </a:extLst>
          </p:cNvPr>
          <p:cNvSpPr/>
          <p:nvPr/>
        </p:nvSpPr>
        <p:spPr>
          <a:xfrm>
            <a:off x="5985557" y="205275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tx1"/>
                </a:solidFill>
              </a:rPr>
              <a:t>6</a:t>
            </a:r>
          </a:p>
        </p:txBody>
      </p:sp>
      <p:grpSp>
        <p:nvGrpSpPr>
          <p:cNvPr id="91" name="Группа 90">
            <a:extLst>
              <a:ext uri="{FF2B5EF4-FFF2-40B4-BE49-F238E27FC236}">
                <a16:creationId xmlns:a16="http://schemas.microsoft.com/office/drawing/2014/main" id="{58FD26EB-C79C-435A-91DB-1823626D525D}"/>
              </a:ext>
            </a:extLst>
          </p:cNvPr>
          <p:cNvGrpSpPr/>
          <p:nvPr/>
        </p:nvGrpSpPr>
        <p:grpSpPr>
          <a:xfrm>
            <a:off x="4776934" y="3180865"/>
            <a:ext cx="1506353" cy="447322"/>
            <a:chOff x="4776934" y="3171767"/>
            <a:chExt cx="1506353" cy="447322"/>
          </a:xfrm>
        </p:grpSpPr>
        <p:cxnSp>
          <p:nvCxnSpPr>
            <p:cNvPr id="92" name="Прямая соединительная линия 91">
              <a:extLst>
                <a:ext uri="{FF2B5EF4-FFF2-40B4-BE49-F238E27FC236}">
                  <a16:creationId xmlns:a16="http://schemas.microsoft.com/office/drawing/2014/main" id="{A8627DB6-CFB5-4E37-BBA5-B524160DC156}"/>
                </a:ext>
              </a:extLst>
            </p:cNvPr>
            <p:cNvCxnSpPr>
              <a:cxnSpLocks/>
            </p:cNvCxnSpPr>
            <p:nvPr/>
          </p:nvCxnSpPr>
          <p:spPr>
            <a:xfrm>
              <a:off x="4776934" y="3171767"/>
              <a:ext cx="1506353" cy="447322"/>
            </a:xfrm>
            <a:prstGeom prst="line">
              <a:avLst/>
            </a:prstGeom>
            <a:ln w="28575" cap="rnd">
              <a:solidFill>
                <a:srgbClr val="F53C14"/>
              </a:solidFill>
            </a:ln>
          </p:spPr>
          <p:style>
            <a:lnRef idx="1">
              <a:schemeClr val="accent1"/>
            </a:lnRef>
            <a:fillRef idx="0">
              <a:schemeClr val="accent1"/>
            </a:fillRef>
            <a:effectRef idx="0">
              <a:schemeClr val="accent1"/>
            </a:effectRef>
            <a:fontRef idx="minor">
              <a:schemeClr val="tx1"/>
            </a:fontRef>
          </p:style>
        </p:cxnSp>
        <p:cxnSp>
          <p:nvCxnSpPr>
            <p:cNvPr id="93" name="Прямая соединительная линия 92">
              <a:extLst>
                <a:ext uri="{FF2B5EF4-FFF2-40B4-BE49-F238E27FC236}">
                  <a16:creationId xmlns:a16="http://schemas.microsoft.com/office/drawing/2014/main" id="{55272316-D082-4E24-94B1-253CA8401A64}"/>
                </a:ext>
              </a:extLst>
            </p:cNvPr>
            <p:cNvCxnSpPr>
              <a:cxnSpLocks/>
            </p:cNvCxnSpPr>
            <p:nvPr/>
          </p:nvCxnSpPr>
          <p:spPr>
            <a:xfrm flipH="1">
              <a:off x="4776934" y="3171767"/>
              <a:ext cx="1506353" cy="447322"/>
            </a:xfrm>
            <a:prstGeom prst="line">
              <a:avLst/>
            </a:prstGeom>
            <a:ln w="28575" cap="rnd">
              <a:solidFill>
                <a:srgbClr val="F53C14"/>
              </a:solidFill>
            </a:ln>
          </p:spPr>
          <p:style>
            <a:lnRef idx="1">
              <a:schemeClr val="accent1"/>
            </a:lnRef>
            <a:fillRef idx="0">
              <a:schemeClr val="accent1"/>
            </a:fillRef>
            <a:effectRef idx="0">
              <a:schemeClr val="accent1"/>
            </a:effectRef>
            <a:fontRef idx="minor">
              <a:schemeClr val="tx1"/>
            </a:fontRef>
          </p:style>
        </p:cxnSp>
      </p:grpSp>
      <p:sp>
        <p:nvSpPr>
          <p:cNvPr id="94" name="Прямоугольник: скругленные углы 93">
            <a:extLst>
              <a:ext uri="{FF2B5EF4-FFF2-40B4-BE49-F238E27FC236}">
                <a16:creationId xmlns:a16="http://schemas.microsoft.com/office/drawing/2014/main" id="{B477277F-A75A-4D7F-9D7E-ACCE6A30F3BE}"/>
              </a:ext>
            </a:extLst>
          </p:cNvPr>
          <p:cNvSpPr/>
          <p:nvPr/>
        </p:nvSpPr>
        <p:spPr>
          <a:xfrm>
            <a:off x="4906548" y="248986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bg1"/>
                </a:solidFill>
              </a:rPr>
              <a:t>7</a:t>
            </a:r>
          </a:p>
        </p:txBody>
      </p:sp>
      <p:sp>
        <p:nvSpPr>
          <p:cNvPr id="95" name="TextBox 94">
            <a:extLst>
              <a:ext uri="{FF2B5EF4-FFF2-40B4-BE49-F238E27FC236}">
                <a16:creationId xmlns:a16="http://schemas.microsoft.com/office/drawing/2014/main" id="{7E398972-1DBC-43A2-8992-7F4E08B989F6}"/>
              </a:ext>
            </a:extLst>
          </p:cNvPr>
          <p:cNvSpPr txBox="1"/>
          <p:nvPr/>
        </p:nvSpPr>
        <p:spPr>
          <a:xfrm>
            <a:off x="6446251" y="1591086"/>
            <a:ext cx="1846641" cy="2028003"/>
          </a:xfrm>
          <a:prstGeom prst="rect">
            <a:avLst/>
          </a:prstGeom>
          <a:noFill/>
        </p:spPr>
        <p:txBody>
          <a:bodyPr wrap="square" lIns="0" tIns="0" rIns="0" bIns="0" rtlCol="0">
            <a:noAutofit/>
          </a:bodyPr>
          <a:lstStyle/>
          <a:p>
            <a:pPr marL="182563" indent="-182563" algn="l">
              <a:spcAft>
                <a:spcPts val="600"/>
              </a:spcAft>
              <a:buAutoNum type="arabicPeriod"/>
            </a:pPr>
            <a:r>
              <a:rPr lang="ru-RU" sz="1200" dirty="0"/>
              <a:t>Цвет фона светлой темы.</a:t>
            </a:r>
          </a:p>
          <a:p>
            <a:pPr marL="182563" indent="-182563" algn="l">
              <a:spcAft>
                <a:spcPts val="600"/>
              </a:spcAft>
              <a:buAutoNum type="arabicPeriod"/>
            </a:pPr>
            <a:r>
              <a:rPr lang="ru-RU" sz="1200" dirty="0"/>
              <a:t>Цвет текста для светлой темы.</a:t>
            </a:r>
          </a:p>
          <a:p>
            <a:pPr algn="l">
              <a:spcAft>
                <a:spcPts val="600"/>
              </a:spcAft>
            </a:pPr>
            <a:r>
              <a:rPr lang="ru-RU" sz="1000" dirty="0">
                <a:solidFill>
                  <a:schemeClr val="accent6">
                    <a:lumMod val="75000"/>
                  </a:schemeClr>
                </a:solidFill>
              </a:rPr>
              <a:t>Для тёмной — наоборот.</a:t>
            </a:r>
          </a:p>
          <a:p>
            <a:pPr marL="182563" indent="-182563" algn="l">
              <a:spcAft>
                <a:spcPts val="600"/>
              </a:spcAft>
              <a:buFont typeface="+mj-lt"/>
              <a:buAutoNum type="arabicPeriod" startAt="3"/>
            </a:pPr>
            <a:r>
              <a:rPr lang="ru-RU" sz="1200" dirty="0"/>
              <a:t>Основные акцентные цвета.</a:t>
            </a:r>
          </a:p>
          <a:p>
            <a:pPr marL="182563" indent="-182563" algn="l">
              <a:spcAft>
                <a:spcPts val="600"/>
              </a:spcAft>
              <a:buFont typeface="+mj-lt"/>
              <a:buAutoNum type="arabicPeriod" startAt="3"/>
            </a:pPr>
            <a:r>
              <a:rPr lang="ru-RU" sz="1200" dirty="0"/>
              <a:t>Цвет для светлых больших плашек.</a:t>
            </a:r>
          </a:p>
          <a:p>
            <a:pPr marL="228600" indent="-228600" algn="l">
              <a:spcAft>
                <a:spcPts val="600"/>
              </a:spcAft>
              <a:buFont typeface="+mj-lt"/>
              <a:buAutoNum type="arabicPeriod" startAt="3"/>
            </a:pPr>
            <a:endParaRPr lang="ru-RU" sz="1200" dirty="0"/>
          </a:p>
        </p:txBody>
      </p:sp>
      <p:sp>
        <p:nvSpPr>
          <p:cNvPr id="96" name="Прямоугольник: скругленные углы 95">
            <a:extLst>
              <a:ext uri="{FF2B5EF4-FFF2-40B4-BE49-F238E27FC236}">
                <a16:creationId xmlns:a16="http://schemas.microsoft.com/office/drawing/2014/main" id="{07D2D9A6-DD72-4329-845B-CC67D3AA34A3}"/>
              </a:ext>
            </a:extLst>
          </p:cNvPr>
          <p:cNvSpPr/>
          <p:nvPr/>
        </p:nvSpPr>
        <p:spPr>
          <a:xfrm>
            <a:off x="5845780" y="183607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tx1"/>
                </a:solidFill>
              </a:rPr>
              <a:t>4</a:t>
            </a:r>
          </a:p>
        </p:txBody>
      </p:sp>
      <p:sp>
        <p:nvSpPr>
          <p:cNvPr id="97" name="Прямоугольник: скругленные углы 96">
            <a:extLst>
              <a:ext uri="{FF2B5EF4-FFF2-40B4-BE49-F238E27FC236}">
                <a16:creationId xmlns:a16="http://schemas.microsoft.com/office/drawing/2014/main" id="{3ED581A9-4670-462F-BEE3-50B663FF20C5}"/>
              </a:ext>
            </a:extLst>
          </p:cNvPr>
          <p:cNvSpPr/>
          <p:nvPr/>
        </p:nvSpPr>
        <p:spPr>
          <a:xfrm>
            <a:off x="5985557" y="183607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a:solidFill>
                  <a:schemeClr val="tx1"/>
                </a:solidFill>
              </a:rPr>
              <a:t>5</a:t>
            </a:r>
          </a:p>
        </p:txBody>
      </p:sp>
      <p:sp>
        <p:nvSpPr>
          <p:cNvPr id="98" name="TextBox 97">
            <a:extLst>
              <a:ext uri="{FF2B5EF4-FFF2-40B4-BE49-F238E27FC236}">
                <a16:creationId xmlns:a16="http://schemas.microsoft.com/office/drawing/2014/main" id="{67BAF29B-6F89-4BB4-8156-F273F3CFE9F7}"/>
              </a:ext>
            </a:extLst>
          </p:cNvPr>
          <p:cNvSpPr txBox="1"/>
          <p:nvPr/>
        </p:nvSpPr>
        <p:spPr>
          <a:xfrm>
            <a:off x="4754328" y="3908670"/>
            <a:ext cx="3538564" cy="1258956"/>
          </a:xfrm>
          <a:prstGeom prst="rect">
            <a:avLst/>
          </a:prstGeom>
          <a:noFill/>
        </p:spPr>
        <p:txBody>
          <a:bodyPr wrap="square" lIns="0" tIns="0" rIns="0" bIns="0" rtlCol="0">
            <a:noAutofit/>
          </a:bodyPr>
          <a:lstStyle>
            <a:defPPr>
              <a:defRPr lang="ru-RU"/>
            </a:defPPr>
            <a:lvl1pPr marL="228600" indent="-228600">
              <a:spcAft>
                <a:spcPts val="600"/>
              </a:spcAft>
              <a:buAutoNum type="arabicPeriod"/>
              <a:defRPr sz="1200"/>
            </a:lvl1pPr>
          </a:lstStyle>
          <a:p>
            <a:pPr marL="182563" indent="-182563">
              <a:buFont typeface="+mj-lt"/>
              <a:buAutoNum type="arabicPeriod" startAt="5"/>
            </a:pPr>
            <a:r>
              <a:rPr lang="ru-RU" dirty="0"/>
              <a:t>Цвет вспомогательного текста.</a:t>
            </a:r>
          </a:p>
          <a:p>
            <a:pPr marL="182563" indent="-182563">
              <a:buFont typeface="+mj-lt"/>
              <a:buAutoNum type="arabicPeriod" startAt="5"/>
            </a:pPr>
            <a:r>
              <a:rPr lang="ru-RU" dirty="0"/>
              <a:t>Цвет больших плашек в светлой теме.</a:t>
            </a:r>
          </a:p>
          <a:p>
            <a:pPr marL="182563" indent="-182563">
              <a:buFont typeface="+mj-lt"/>
              <a:buAutoNum type="arabicPeriod" startAt="5"/>
            </a:pPr>
            <a:r>
              <a:rPr lang="ru-RU" dirty="0"/>
              <a:t>Цвет больших плашек в тёмной теме.</a:t>
            </a:r>
          </a:p>
          <a:p>
            <a:pPr marL="182563" indent="-182563">
              <a:buFont typeface="+mj-lt"/>
              <a:buAutoNum type="arabicPeriod" startAt="5"/>
            </a:pPr>
            <a:r>
              <a:rPr lang="ru-RU" dirty="0"/>
              <a:t>Цвета для маркировки роста / падения показателей в таблицах.</a:t>
            </a:r>
          </a:p>
          <a:p>
            <a:pPr marL="182563" indent="-182563">
              <a:buFont typeface="+mj-lt"/>
              <a:buAutoNum type="arabicPeriod" startAt="5"/>
            </a:pPr>
            <a:r>
              <a:rPr lang="ru-RU" dirty="0"/>
              <a:t>Цвета Рассрочки и Озон Денег</a:t>
            </a:r>
          </a:p>
        </p:txBody>
      </p:sp>
      <p:sp>
        <p:nvSpPr>
          <p:cNvPr id="99" name="Прямоугольник: скругленные углы 98">
            <a:extLst>
              <a:ext uri="{FF2B5EF4-FFF2-40B4-BE49-F238E27FC236}">
                <a16:creationId xmlns:a16="http://schemas.microsoft.com/office/drawing/2014/main" id="{409A0E5B-CF59-48A4-945D-6B2B9FA1EC2F}"/>
              </a:ext>
            </a:extLst>
          </p:cNvPr>
          <p:cNvSpPr/>
          <p:nvPr/>
        </p:nvSpPr>
        <p:spPr>
          <a:xfrm>
            <a:off x="4967311" y="5422035"/>
            <a:ext cx="728387" cy="570495"/>
          </a:xfrm>
          <a:prstGeom prst="roundRect">
            <a:avLst>
              <a:gd name="adj" fmla="val 825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900">
              <a:solidFill>
                <a:schemeClr val="tx2"/>
              </a:solidFill>
            </a:endParaRPr>
          </a:p>
        </p:txBody>
      </p:sp>
      <p:sp>
        <p:nvSpPr>
          <p:cNvPr id="100" name="Прямоугольник: скругленные углы 99">
            <a:extLst>
              <a:ext uri="{FF2B5EF4-FFF2-40B4-BE49-F238E27FC236}">
                <a16:creationId xmlns:a16="http://schemas.microsoft.com/office/drawing/2014/main" id="{6B59900C-DD55-46A7-A3A0-66305BA417E1}"/>
              </a:ext>
            </a:extLst>
          </p:cNvPr>
          <p:cNvSpPr/>
          <p:nvPr/>
        </p:nvSpPr>
        <p:spPr>
          <a:xfrm>
            <a:off x="4780118" y="5422036"/>
            <a:ext cx="147470" cy="242152"/>
          </a:xfrm>
          <a:prstGeom prst="roundRect">
            <a:avLst>
              <a:gd name="adj" fmla="val 2024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1" name="TextBox 100">
            <a:extLst>
              <a:ext uri="{FF2B5EF4-FFF2-40B4-BE49-F238E27FC236}">
                <a16:creationId xmlns:a16="http://schemas.microsoft.com/office/drawing/2014/main" id="{226BC690-5917-4D00-9DE6-BEA341B7FCFA}"/>
              </a:ext>
            </a:extLst>
          </p:cNvPr>
          <p:cNvSpPr txBox="1"/>
          <p:nvPr/>
        </p:nvSpPr>
        <p:spPr>
          <a:xfrm>
            <a:off x="5788662" y="5429449"/>
            <a:ext cx="2235410" cy="753861"/>
          </a:xfrm>
          <a:prstGeom prst="rect">
            <a:avLst/>
          </a:prstGeom>
          <a:noFill/>
        </p:spPr>
        <p:txBody>
          <a:bodyPr wrap="square" lIns="0" tIns="0" rIns="0" bIns="0" rtlCol="0">
            <a:noAutofit/>
          </a:bodyPr>
          <a:lstStyle/>
          <a:p>
            <a:pPr algn="l"/>
            <a:r>
              <a:rPr lang="ru-RU" sz="1200" spc="-30"/>
              <a:t>Слева от слайда добавили подсказку по выбору цветов</a:t>
            </a:r>
            <a:r>
              <a:rPr lang="en-US" sz="1200" spc="-30"/>
              <a:t>,</a:t>
            </a:r>
            <a:r>
              <a:rPr lang="ru-RU" sz="1200" spc="-30"/>
              <a:t> которая дублирует информацию выше</a:t>
            </a:r>
            <a:r>
              <a:rPr lang="en-US" sz="1200" spc="-30"/>
              <a:t>.</a:t>
            </a:r>
            <a:r>
              <a:rPr lang="ru-RU" sz="1200" spc="-30"/>
              <a:t> </a:t>
            </a:r>
          </a:p>
        </p:txBody>
      </p:sp>
      <p:sp>
        <p:nvSpPr>
          <p:cNvPr id="102" name="Прямоугольник: скругленные углы 101">
            <a:extLst>
              <a:ext uri="{FF2B5EF4-FFF2-40B4-BE49-F238E27FC236}">
                <a16:creationId xmlns:a16="http://schemas.microsoft.com/office/drawing/2014/main" id="{7B929F63-9366-4821-AC11-33437BCFE200}"/>
              </a:ext>
            </a:extLst>
          </p:cNvPr>
          <p:cNvSpPr/>
          <p:nvPr/>
        </p:nvSpPr>
        <p:spPr>
          <a:xfrm>
            <a:off x="4780118" y="5696296"/>
            <a:ext cx="147470" cy="173301"/>
          </a:xfrm>
          <a:prstGeom prst="roundRect">
            <a:avLst>
              <a:gd name="adj" fmla="val 188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3" name="Прямоугольник: скругленные углы 102">
            <a:extLst>
              <a:ext uri="{FF2B5EF4-FFF2-40B4-BE49-F238E27FC236}">
                <a16:creationId xmlns:a16="http://schemas.microsoft.com/office/drawing/2014/main" id="{8B43797D-5FFF-4356-9345-1BE3D1A62AB9}"/>
              </a:ext>
            </a:extLst>
          </p:cNvPr>
          <p:cNvSpPr/>
          <p:nvPr/>
        </p:nvSpPr>
        <p:spPr>
          <a:xfrm>
            <a:off x="4780118" y="5901705"/>
            <a:ext cx="147470" cy="99462"/>
          </a:xfrm>
          <a:prstGeom prst="roundRect">
            <a:avLst>
              <a:gd name="adj" fmla="val 2991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4" name="Рисунок 7">
            <a:extLst>
              <a:ext uri="{FF2B5EF4-FFF2-40B4-BE49-F238E27FC236}">
                <a16:creationId xmlns:a16="http://schemas.microsoft.com/office/drawing/2014/main" id="{8A11E7A9-4CA0-4ECD-80AD-5803733C47F8}"/>
              </a:ext>
            </a:extLst>
          </p:cNvPr>
          <p:cNvSpPr/>
          <p:nvPr/>
        </p:nvSpPr>
        <p:spPr>
          <a:xfrm>
            <a:off x="8208625" y="534179"/>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105" name="Прямоугольник: скругленные углы 104">
            <a:extLst>
              <a:ext uri="{FF2B5EF4-FFF2-40B4-BE49-F238E27FC236}">
                <a16:creationId xmlns:a16="http://schemas.microsoft.com/office/drawing/2014/main" id="{54E5C855-9625-45F7-B327-F15368C1518E}"/>
              </a:ext>
            </a:extLst>
          </p:cNvPr>
          <p:cNvSpPr/>
          <p:nvPr/>
        </p:nvSpPr>
        <p:spPr>
          <a:xfrm>
            <a:off x="4767556" y="183019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b="1" dirty="0">
                <a:solidFill>
                  <a:schemeClr val="tx1"/>
                </a:solidFill>
              </a:rPr>
              <a:t>1</a:t>
            </a:r>
          </a:p>
        </p:txBody>
      </p:sp>
      <p:sp>
        <p:nvSpPr>
          <p:cNvPr id="106" name="Прямоугольник: скругленные углы 105">
            <a:extLst>
              <a:ext uri="{FF2B5EF4-FFF2-40B4-BE49-F238E27FC236}">
                <a16:creationId xmlns:a16="http://schemas.microsoft.com/office/drawing/2014/main" id="{4364252F-BFC2-4EAE-8466-B3D7FE2F276D}"/>
              </a:ext>
            </a:extLst>
          </p:cNvPr>
          <p:cNvSpPr/>
          <p:nvPr/>
        </p:nvSpPr>
        <p:spPr>
          <a:xfrm>
            <a:off x="4906548" y="1830194"/>
            <a:ext cx="128588" cy="129930"/>
          </a:xfrm>
          <a:prstGeom prst="roundRect">
            <a:avLst/>
          </a:prstGeom>
          <a:solidFill>
            <a:schemeClr val="accent6">
              <a:alpha val="1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b="1">
                <a:solidFill>
                  <a:schemeClr val="bg1"/>
                </a:solidFill>
              </a:rPr>
              <a:t>2</a:t>
            </a:r>
          </a:p>
        </p:txBody>
      </p:sp>
      <p:sp>
        <p:nvSpPr>
          <p:cNvPr id="107" name="Прямоугольник: скругленные углы 106">
            <a:extLst>
              <a:ext uri="{FF2B5EF4-FFF2-40B4-BE49-F238E27FC236}">
                <a16:creationId xmlns:a16="http://schemas.microsoft.com/office/drawing/2014/main" id="{36092B79-A255-4935-ACCE-DA8C1764346E}"/>
              </a:ext>
            </a:extLst>
          </p:cNvPr>
          <p:cNvSpPr/>
          <p:nvPr/>
        </p:nvSpPr>
        <p:spPr>
          <a:xfrm>
            <a:off x="4767557" y="2962012"/>
            <a:ext cx="809704" cy="129930"/>
          </a:xfrm>
          <a:prstGeom prst="roundRect">
            <a:avLst/>
          </a:prstGeom>
          <a:solidFill>
            <a:schemeClr val="tx1">
              <a:alpha val="4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bg1"/>
                </a:solidFill>
              </a:rPr>
              <a:t>8</a:t>
            </a:r>
          </a:p>
        </p:txBody>
      </p:sp>
      <p:sp>
        <p:nvSpPr>
          <p:cNvPr id="62" name="Прямоугольник: скругленные углы 61">
            <a:extLst>
              <a:ext uri="{FF2B5EF4-FFF2-40B4-BE49-F238E27FC236}">
                <a16:creationId xmlns:a16="http://schemas.microsoft.com/office/drawing/2014/main" id="{C38CF054-2072-4C38-BF46-D4D7343371EF}"/>
              </a:ext>
            </a:extLst>
          </p:cNvPr>
          <p:cNvSpPr/>
          <p:nvPr/>
        </p:nvSpPr>
        <p:spPr>
          <a:xfrm>
            <a:off x="5597924" y="2962012"/>
            <a:ext cx="227942" cy="129930"/>
          </a:xfrm>
          <a:prstGeom prst="roundRect">
            <a:avLst/>
          </a:prstGeom>
          <a:solidFill>
            <a:schemeClr val="tx1">
              <a:alpha val="40000"/>
            </a:schemeClr>
          </a:solidFill>
          <a:ln w="6350">
            <a:solidFill>
              <a:srgbClr val="10C44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ru-RU" sz="800" b="1" dirty="0">
                <a:solidFill>
                  <a:schemeClr val="bg1"/>
                </a:solidFill>
              </a:rPr>
              <a:t>9</a:t>
            </a:r>
          </a:p>
        </p:txBody>
      </p:sp>
      <p:sp>
        <p:nvSpPr>
          <p:cNvPr id="4" name="TextBox 3">
            <a:extLst>
              <a:ext uri="{FF2B5EF4-FFF2-40B4-BE49-F238E27FC236}">
                <a16:creationId xmlns:a16="http://schemas.microsoft.com/office/drawing/2014/main" id="{0376A860-BB3F-168E-318E-FFFBEA174B46}"/>
              </a:ext>
            </a:extLst>
          </p:cNvPr>
          <p:cNvSpPr txBox="1"/>
          <p:nvPr/>
        </p:nvSpPr>
        <p:spPr>
          <a:xfrm>
            <a:off x="-605642" y="5878286"/>
            <a:ext cx="0" cy="0"/>
          </a:xfrm>
          <a:prstGeom prst="rect">
            <a:avLst/>
          </a:prstGeom>
          <a:noFill/>
        </p:spPr>
        <p:txBody>
          <a:bodyPr wrap="none" lIns="0" tIns="0" rIns="0" bIns="0" rtlCol="0">
            <a:noAutofit/>
          </a:bodyPr>
          <a:lstStyle/>
          <a:p>
            <a:pPr algn="l">
              <a:spcAft>
                <a:spcPts val="600"/>
              </a:spcAft>
            </a:pPr>
            <a:endParaRPr lang="ru-RU" sz="1400" dirty="0" err="1"/>
          </a:p>
        </p:txBody>
      </p:sp>
      <p:sp>
        <p:nvSpPr>
          <p:cNvPr id="5" name="TextBox 4">
            <a:extLst>
              <a:ext uri="{FF2B5EF4-FFF2-40B4-BE49-F238E27FC236}">
                <a16:creationId xmlns:a16="http://schemas.microsoft.com/office/drawing/2014/main" id="{0A7A81C2-B0AD-B9CE-044A-0B1ACD1D7607}"/>
              </a:ext>
            </a:extLst>
          </p:cNvPr>
          <p:cNvSpPr txBox="1"/>
          <p:nvPr/>
        </p:nvSpPr>
        <p:spPr>
          <a:xfrm>
            <a:off x="-1163782" y="5890161"/>
            <a:ext cx="0" cy="0"/>
          </a:xfrm>
          <a:prstGeom prst="rect">
            <a:avLst/>
          </a:prstGeom>
          <a:noFill/>
        </p:spPr>
        <p:txBody>
          <a:bodyPr wrap="none" lIns="0" tIns="0" rIns="0" bIns="0" rtlCol="0">
            <a:noAutofit/>
          </a:bodyPr>
          <a:lstStyle/>
          <a:p>
            <a:pPr algn="l">
              <a:spcAft>
                <a:spcPts val="600"/>
              </a:spcAft>
            </a:pPr>
            <a:endParaRPr lang="ru-RU" sz="1400" dirty="0" err="1"/>
          </a:p>
        </p:txBody>
      </p:sp>
    </p:spTree>
    <p:extLst>
      <p:ext uri="{BB962C8B-B14F-4D97-AF65-F5344CB8AC3E}">
        <p14:creationId xmlns:p14="http://schemas.microsoft.com/office/powerpoint/2010/main" val="111974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1AED0586-13D9-C637-31CD-7E86E34AAD02}"/>
              </a:ext>
            </a:extLst>
          </p:cNvPr>
          <p:cNvSpPr>
            <a:spLocks noGrp="1"/>
          </p:cNvSpPr>
          <p:nvPr>
            <p:ph type="sldNum" sz="quarter" idx="12"/>
          </p:nvPr>
        </p:nvSpPr>
        <p:spPr/>
        <p:txBody>
          <a:bodyPr/>
          <a:lstStyle/>
          <a:p>
            <a:fld id="{EB5249F5-0093-48B0-B996-C4E44A87EAFB}" type="slidenum">
              <a:rPr lang="ru-RU" smtClean="0"/>
              <a:pPr/>
              <a:t>3</a:t>
            </a:fld>
            <a:endParaRPr lang="ru-RU"/>
          </a:p>
        </p:txBody>
      </p:sp>
      <p:grpSp>
        <p:nvGrpSpPr>
          <p:cNvPr id="9" name="Группа 8">
            <a:extLst>
              <a:ext uri="{FF2B5EF4-FFF2-40B4-BE49-F238E27FC236}">
                <a16:creationId xmlns:a16="http://schemas.microsoft.com/office/drawing/2014/main" id="{70E622F9-1064-ADEB-6F13-E549831A2833}"/>
              </a:ext>
            </a:extLst>
          </p:cNvPr>
          <p:cNvGrpSpPr/>
          <p:nvPr/>
        </p:nvGrpSpPr>
        <p:grpSpPr>
          <a:xfrm>
            <a:off x="1417213" y="400061"/>
            <a:ext cx="3794187" cy="656547"/>
            <a:chOff x="1744314" y="406536"/>
            <a:chExt cx="7609342" cy="656547"/>
          </a:xfrm>
        </p:grpSpPr>
        <p:sp>
          <p:nvSpPr>
            <p:cNvPr id="2" name="Прямоугольник: скругленные углы 1">
              <a:extLst>
                <a:ext uri="{FF2B5EF4-FFF2-40B4-BE49-F238E27FC236}">
                  <a16:creationId xmlns:a16="http://schemas.microsoft.com/office/drawing/2014/main" id="{9F678A8A-4969-5A10-861B-FA7780B6B7B2}"/>
                </a:ext>
              </a:extLst>
            </p:cNvPr>
            <p:cNvSpPr/>
            <p:nvPr/>
          </p:nvSpPr>
          <p:spPr>
            <a:xfrm>
              <a:off x="1744314" y="406536"/>
              <a:ext cx="7609342" cy="656547"/>
            </a:xfrm>
            <a:prstGeom prst="roundRect">
              <a:avLst>
                <a:gd name="adj" fmla="val 2912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Box 4">
              <a:extLst>
                <a:ext uri="{FF2B5EF4-FFF2-40B4-BE49-F238E27FC236}">
                  <a16:creationId xmlns:a16="http://schemas.microsoft.com/office/drawing/2014/main" id="{49DEF092-D91A-8C3B-7029-F8620E6F2BFA}"/>
                </a:ext>
              </a:extLst>
            </p:cNvPr>
            <p:cNvSpPr txBox="1"/>
            <p:nvPr/>
          </p:nvSpPr>
          <p:spPr>
            <a:xfrm>
              <a:off x="1990055" y="547014"/>
              <a:ext cx="7313148" cy="375591"/>
            </a:xfrm>
            <a:prstGeom prst="rect">
              <a:avLst/>
            </a:prstGeom>
            <a:noFill/>
          </p:spPr>
          <p:txBody>
            <a:bodyPr wrap="square" lIns="0" tIns="0" rIns="0" bIns="0" rtlCol="0">
              <a:noAutofit/>
            </a:bodyPr>
            <a:lstStyle/>
            <a:p>
              <a:pPr algn="l">
                <a:lnSpc>
                  <a:spcPct val="110000"/>
                </a:lnSpc>
                <a:spcAft>
                  <a:spcPts val="600"/>
                </a:spcAft>
              </a:pPr>
              <a:r>
                <a:rPr lang="ru-RU" sz="1200" dirty="0">
                  <a:solidFill>
                    <a:schemeClr val="bg1"/>
                  </a:solidFill>
                </a:rPr>
                <a:t>Для хорошей и понятной презентации соблюдай </a:t>
              </a:r>
              <a:br>
                <a:rPr lang="ru-RU" sz="1200" dirty="0">
                  <a:solidFill>
                    <a:schemeClr val="bg1"/>
                  </a:solidFill>
                </a:rPr>
              </a:br>
              <a:r>
                <a:rPr lang="ru-RU" sz="1200" dirty="0">
                  <a:solidFill>
                    <a:schemeClr val="bg1"/>
                  </a:solidFill>
                </a:rPr>
                <a:t>четыре принципа дизайна. </a:t>
              </a:r>
              <a:r>
                <a:rPr lang="ru-RU" sz="1200" dirty="0">
                  <a:solidFill>
                    <a:schemeClr val="bg1">
                      <a:alpha val="70000"/>
                    </a:schemeClr>
                  </a:solidFill>
                </a:rPr>
                <a:t>(Это правда важно!)</a:t>
              </a:r>
            </a:p>
          </p:txBody>
        </p:sp>
      </p:grpSp>
      <p:sp>
        <p:nvSpPr>
          <p:cNvPr id="10" name="Прямоугольник: скругленные углы 9">
            <a:extLst>
              <a:ext uri="{FF2B5EF4-FFF2-40B4-BE49-F238E27FC236}">
                <a16:creationId xmlns:a16="http://schemas.microsoft.com/office/drawing/2014/main" id="{0E02A26F-C40B-BA79-55BE-F757E21C3D67}"/>
              </a:ext>
            </a:extLst>
          </p:cNvPr>
          <p:cNvSpPr/>
          <p:nvPr/>
        </p:nvSpPr>
        <p:spPr>
          <a:xfrm>
            <a:off x="638969" y="1315845"/>
            <a:ext cx="5333884" cy="2378926"/>
          </a:xfrm>
          <a:prstGeom prst="roundRect">
            <a:avLst>
              <a:gd name="adj" fmla="val 974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4" name="Прямоугольник: скругленные углы 13">
            <a:extLst>
              <a:ext uri="{FF2B5EF4-FFF2-40B4-BE49-F238E27FC236}">
                <a16:creationId xmlns:a16="http://schemas.microsoft.com/office/drawing/2014/main" id="{084F00CA-603D-FFED-9A08-6416FACA8889}"/>
              </a:ext>
            </a:extLst>
          </p:cNvPr>
          <p:cNvSpPr/>
          <p:nvPr/>
        </p:nvSpPr>
        <p:spPr>
          <a:xfrm>
            <a:off x="638969" y="3881419"/>
            <a:ext cx="5333884" cy="2378926"/>
          </a:xfrm>
          <a:prstGeom prst="roundRect">
            <a:avLst>
              <a:gd name="adj" fmla="val 974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Прямоугольник: скругленные углы 14">
            <a:extLst>
              <a:ext uri="{FF2B5EF4-FFF2-40B4-BE49-F238E27FC236}">
                <a16:creationId xmlns:a16="http://schemas.microsoft.com/office/drawing/2014/main" id="{60C86AC8-7F39-C521-09CF-8465C050CEC4}"/>
              </a:ext>
            </a:extLst>
          </p:cNvPr>
          <p:cNvSpPr/>
          <p:nvPr/>
        </p:nvSpPr>
        <p:spPr>
          <a:xfrm>
            <a:off x="6231910" y="1315845"/>
            <a:ext cx="5333884" cy="2378926"/>
          </a:xfrm>
          <a:prstGeom prst="roundRect">
            <a:avLst>
              <a:gd name="adj" fmla="val 974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Прямоугольник: скругленные углы 15">
            <a:extLst>
              <a:ext uri="{FF2B5EF4-FFF2-40B4-BE49-F238E27FC236}">
                <a16:creationId xmlns:a16="http://schemas.microsoft.com/office/drawing/2014/main" id="{45D3786C-58D0-0779-BF5C-455BA4A9ADA6}"/>
              </a:ext>
            </a:extLst>
          </p:cNvPr>
          <p:cNvSpPr/>
          <p:nvPr/>
        </p:nvSpPr>
        <p:spPr>
          <a:xfrm>
            <a:off x="6231910" y="3881419"/>
            <a:ext cx="5333884" cy="2378926"/>
          </a:xfrm>
          <a:prstGeom prst="roundRect">
            <a:avLst>
              <a:gd name="adj" fmla="val 974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8" name="TextBox 17">
            <a:extLst>
              <a:ext uri="{FF2B5EF4-FFF2-40B4-BE49-F238E27FC236}">
                <a16:creationId xmlns:a16="http://schemas.microsoft.com/office/drawing/2014/main" id="{4B7EC34F-15C2-9B54-3C17-2500E84AD7A5}"/>
              </a:ext>
            </a:extLst>
          </p:cNvPr>
          <p:cNvSpPr txBox="1"/>
          <p:nvPr/>
        </p:nvSpPr>
        <p:spPr>
          <a:xfrm>
            <a:off x="892098" y="1464527"/>
            <a:ext cx="4438186" cy="304800"/>
          </a:xfrm>
          <a:prstGeom prst="rect">
            <a:avLst/>
          </a:prstGeom>
          <a:noFill/>
        </p:spPr>
        <p:txBody>
          <a:bodyPr wrap="square" lIns="0" tIns="0" rIns="0" bIns="0" rtlCol="0">
            <a:noAutofit/>
          </a:bodyPr>
          <a:lstStyle/>
          <a:p>
            <a:pPr algn="l"/>
            <a:r>
              <a:rPr lang="ru-RU" b="1">
                <a:solidFill>
                  <a:schemeClr val="accent1"/>
                </a:solidFill>
              </a:rPr>
              <a:t>Наводи порядок</a:t>
            </a:r>
          </a:p>
        </p:txBody>
      </p:sp>
      <p:sp>
        <p:nvSpPr>
          <p:cNvPr id="21" name="TextBox 20">
            <a:extLst>
              <a:ext uri="{FF2B5EF4-FFF2-40B4-BE49-F238E27FC236}">
                <a16:creationId xmlns:a16="http://schemas.microsoft.com/office/drawing/2014/main" id="{6676E455-729B-AED0-6F9D-7D2533E5C05E}"/>
              </a:ext>
            </a:extLst>
          </p:cNvPr>
          <p:cNvSpPr txBox="1"/>
          <p:nvPr/>
        </p:nvSpPr>
        <p:spPr>
          <a:xfrm>
            <a:off x="892098" y="4033807"/>
            <a:ext cx="4438186" cy="304800"/>
          </a:xfrm>
          <a:prstGeom prst="rect">
            <a:avLst/>
          </a:prstGeom>
          <a:noFill/>
        </p:spPr>
        <p:txBody>
          <a:bodyPr wrap="square" lIns="0" tIns="0" rIns="0" bIns="0" rtlCol="0">
            <a:noAutofit/>
          </a:bodyPr>
          <a:lstStyle/>
          <a:p>
            <a:pPr algn="l"/>
            <a:r>
              <a:rPr lang="ru-RU" b="1">
                <a:solidFill>
                  <a:schemeClr val="accent1"/>
                </a:solidFill>
              </a:rPr>
              <a:t>Держи ровнее</a:t>
            </a:r>
          </a:p>
        </p:txBody>
      </p:sp>
      <p:sp>
        <p:nvSpPr>
          <p:cNvPr id="23" name="TextBox 22">
            <a:extLst>
              <a:ext uri="{FF2B5EF4-FFF2-40B4-BE49-F238E27FC236}">
                <a16:creationId xmlns:a16="http://schemas.microsoft.com/office/drawing/2014/main" id="{7A9EBFE8-5B76-D60F-08C7-4AC183782750}"/>
              </a:ext>
            </a:extLst>
          </p:cNvPr>
          <p:cNvSpPr txBox="1"/>
          <p:nvPr/>
        </p:nvSpPr>
        <p:spPr>
          <a:xfrm>
            <a:off x="6495128" y="1464527"/>
            <a:ext cx="4438186" cy="304800"/>
          </a:xfrm>
          <a:prstGeom prst="rect">
            <a:avLst/>
          </a:prstGeom>
          <a:noFill/>
        </p:spPr>
        <p:txBody>
          <a:bodyPr wrap="square" lIns="0" tIns="0" rIns="0" bIns="0" rtlCol="0">
            <a:noAutofit/>
          </a:bodyPr>
          <a:lstStyle/>
          <a:p>
            <a:pPr algn="l"/>
            <a:r>
              <a:rPr lang="ru-RU" b="1">
                <a:solidFill>
                  <a:schemeClr val="accent1"/>
                </a:solidFill>
              </a:rPr>
              <a:t>Следи за стилем</a:t>
            </a:r>
          </a:p>
        </p:txBody>
      </p:sp>
      <p:sp>
        <p:nvSpPr>
          <p:cNvPr id="25" name="TextBox 24">
            <a:extLst>
              <a:ext uri="{FF2B5EF4-FFF2-40B4-BE49-F238E27FC236}">
                <a16:creationId xmlns:a16="http://schemas.microsoft.com/office/drawing/2014/main" id="{E9062715-2F8C-CFC0-E35E-B6EB32E24A96}"/>
              </a:ext>
            </a:extLst>
          </p:cNvPr>
          <p:cNvSpPr txBox="1"/>
          <p:nvPr/>
        </p:nvSpPr>
        <p:spPr>
          <a:xfrm>
            <a:off x="6495128" y="4033807"/>
            <a:ext cx="4438186" cy="304800"/>
          </a:xfrm>
          <a:prstGeom prst="rect">
            <a:avLst/>
          </a:prstGeom>
          <a:noFill/>
        </p:spPr>
        <p:txBody>
          <a:bodyPr wrap="square" lIns="0" tIns="0" rIns="0" bIns="0" rtlCol="0">
            <a:noAutofit/>
          </a:bodyPr>
          <a:lstStyle/>
          <a:p>
            <a:pPr algn="l"/>
            <a:r>
              <a:rPr lang="ru-RU" b="1">
                <a:solidFill>
                  <a:schemeClr val="accent1"/>
                </a:solidFill>
              </a:rPr>
              <a:t>Играй на контрасте</a:t>
            </a:r>
          </a:p>
        </p:txBody>
      </p:sp>
      <p:sp>
        <p:nvSpPr>
          <p:cNvPr id="12" name="TextBox 11">
            <a:extLst>
              <a:ext uri="{FF2B5EF4-FFF2-40B4-BE49-F238E27FC236}">
                <a16:creationId xmlns:a16="http://schemas.microsoft.com/office/drawing/2014/main" id="{F7A50CBE-6571-3963-6E1F-E9F7A2FBB470}"/>
              </a:ext>
            </a:extLst>
          </p:cNvPr>
          <p:cNvSpPr txBox="1"/>
          <p:nvPr/>
        </p:nvSpPr>
        <p:spPr>
          <a:xfrm>
            <a:off x="892098" y="4344325"/>
            <a:ext cx="4508432" cy="362391"/>
          </a:xfrm>
          <a:prstGeom prst="rect">
            <a:avLst/>
          </a:prstGeom>
          <a:noFill/>
        </p:spPr>
        <p:txBody>
          <a:bodyPr wrap="square" lIns="0" tIns="0" rIns="0" bIns="0" rtlCol="0">
            <a:noAutofit/>
          </a:bodyPr>
          <a:lstStyle/>
          <a:p>
            <a:pPr algn="l"/>
            <a:r>
              <a:rPr lang="ru-RU" sz="1200"/>
              <a:t>Все элементы на слайде старайся выравнивать между собой по горизонтальным и вертикальным линиям.</a:t>
            </a:r>
          </a:p>
        </p:txBody>
      </p:sp>
      <p:sp>
        <p:nvSpPr>
          <p:cNvPr id="4" name="Прямоугольник: скругленные углы 3">
            <a:extLst>
              <a:ext uri="{FF2B5EF4-FFF2-40B4-BE49-F238E27FC236}">
                <a16:creationId xmlns:a16="http://schemas.microsoft.com/office/drawing/2014/main" id="{F835DC98-3E70-F9A8-FB0A-380F72FCFA5F}"/>
              </a:ext>
            </a:extLst>
          </p:cNvPr>
          <p:cNvSpPr/>
          <p:nvPr/>
        </p:nvSpPr>
        <p:spPr>
          <a:xfrm>
            <a:off x="892198" y="4865868"/>
            <a:ext cx="2211900" cy="1231796"/>
          </a:xfrm>
          <a:prstGeom prst="roundRect">
            <a:avLst>
              <a:gd name="adj" fmla="val 108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 name="Прямоугольник: скругленные углы 12">
            <a:extLst>
              <a:ext uri="{FF2B5EF4-FFF2-40B4-BE49-F238E27FC236}">
                <a16:creationId xmlns:a16="http://schemas.microsoft.com/office/drawing/2014/main" id="{9226613B-5813-25E2-2283-0EFE95DEC035}"/>
              </a:ext>
            </a:extLst>
          </p:cNvPr>
          <p:cNvSpPr/>
          <p:nvPr/>
        </p:nvSpPr>
        <p:spPr>
          <a:xfrm>
            <a:off x="1035888" y="4976155"/>
            <a:ext cx="1867987" cy="39386"/>
          </a:xfrm>
          <a:prstGeom prst="roundRect">
            <a:avLst>
              <a:gd name="adj" fmla="val 29839"/>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7" name="Прямоугольник: скругленные углы 16">
            <a:extLst>
              <a:ext uri="{FF2B5EF4-FFF2-40B4-BE49-F238E27FC236}">
                <a16:creationId xmlns:a16="http://schemas.microsoft.com/office/drawing/2014/main" id="{C8D6DA20-9BD6-3306-80FF-4B393F4D3A8A}"/>
              </a:ext>
            </a:extLst>
          </p:cNvPr>
          <p:cNvSpPr/>
          <p:nvPr/>
        </p:nvSpPr>
        <p:spPr>
          <a:xfrm>
            <a:off x="961431" y="5347440"/>
            <a:ext cx="528655" cy="520341"/>
          </a:xfrm>
          <a:prstGeom prst="roundRect">
            <a:avLst>
              <a:gd name="adj" fmla="val 7710"/>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9" name="Прямоугольник: скругленные углы 18">
            <a:extLst>
              <a:ext uri="{FF2B5EF4-FFF2-40B4-BE49-F238E27FC236}">
                <a16:creationId xmlns:a16="http://schemas.microsoft.com/office/drawing/2014/main" id="{F0DF2233-2CE0-3FB9-897F-F25211638189}"/>
              </a:ext>
            </a:extLst>
          </p:cNvPr>
          <p:cNvSpPr/>
          <p:nvPr/>
        </p:nvSpPr>
        <p:spPr>
          <a:xfrm>
            <a:off x="1035887" y="5192289"/>
            <a:ext cx="528655" cy="103035"/>
          </a:xfrm>
          <a:prstGeom prst="roundRect">
            <a:avLst>
              <a:gd name="adj" fmla="val 28471"/>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0" name="Прямоугольник: скругленные углы 19">
            <a:extLst>
              <a:ext uri="{FF2B5EF4-FFF2-40B4-BE49-F238E27FC236}">
                <a16:creationId xmlns:a16="http://schemas.microsoft.com/office/drawing/2014/main" id="{76C11584-632C-B9C8-7365-5D2DC13DF2E6}"/>
              </a:ext>
            </a:extLst>
          </p:cNvPr>
          <p:cNvSpPr/>
          <p:nvPr/>
        </p:nvSpPr>
        <p:spPr>
          <a:xfrm>
            <a:off x="1681030" y="5417889"/>
            <a:ext cx="528655" cy="520341"/>
          </a:xfrm>
          <a:prstGeom prst="roundRect">
            <a:avLst>
              <a:gd name="adj" fmla="val 7710"/>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2" name="Прямоугольник: скругленные углы 21">
            <a:extLst>
              <a:ext uri="{FF2B5EF4-FFF2-40B4-BE49-F238E27FC236}">
                <a16:creationId xmlns:a16="http://schemas.microsoft.com/office/drawing/2014/main" id="{628E64B6-D1F6-39FD-ADFD-67891B00BE64}"/>
              </a:ext>
            </a:extLst>
          </p:cNvPr>
          <p:cNvSpPr/>
          <p:nvPr/>
        </p:nvSpPr>
        <p:spPr>
          <a:xfrm>
            <a:off x="1681029" y="5272148"/>
            <a:ext cx="528655" cy="103035"/>
          </a:xfrm>
          <a:prstGeom prst="roundRect">
            <a:avLst>
              <a:gd name="adj" fmla="val 28471"/>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4" name="Прямоугольник: скругленные углы 23">
            <a:extLst>
              <a:ext uri="{FF2B5EF4-FFF2-40B4-BE49-F238E27FC236}">
                <a16:creationId xmlns:a16="http://schemas.microsoft.com/office/drawing/2014/main" id="{982D7B50-C3B3-B549-D4E4-5CE88B2E9D64}"/>
              </a:ext>
            </a:extLst>
          </p:cNvPr>
          <p:cNvSpPr/>
          <p:nvPr/>
        </p:nvSpPr>
        <p:spPr>
          <a:xfrm>
            <a:off x="2369359" y="5388294"/>
            <a:ext cx="528655" cy="520341"/>
          </a:xfrm>
          <a:prstGeom prst="roundRect">
            <a:avLst>
              <a:gd name="adj" fmla="val 7710"/>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6" name="Прямоугольник: скругленные углы 25">
            <a:extLst>
              <a:ext uri="{FF2B5EF4-FFF2-40B4-BE49-F238E27FC236}">
                <a16:creationId xmlns:a16="http://schemas.microsoft.com/office/drawing/2014/main" id="{254AB3E2-65B1-EFC3-95EF-2406AEEAB6A9}"/>
              </a:ext>
            </a:extLst>
          </p:cNvPr>
          <p:cNvSpPr/>
          <p:nvPr/>
        </p:nvSpPr>
        <p:spPr>
          <a:xfrm>
            <a:off x="2309955" y="5216063"/>
            <a:ext cx="528655" cy="103035"/>
          </a:xfrm>
          <a:prstGeom prst="roundRect">
            <a:avLst>
              <a:gd name="adj" fmla="val 28471"/>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6" name="Прямоугольник: скругленные углы 35">
            <a:extLst>
              <a:ext uri="{FF2B5EF4-FFF2-40B4-BE49-F238E27FC236}">
                <a16:creationId xmlns:a16="http://schemas.microsoft.com/office/drawing/2014/main" id="{BEDC4D17-595C-B517-DFC5-7AD062DB6C88}"/>
              </a:ext>
            </a:extLst>
          </p:cNvPr>
          <p:cNvSpPr/>
          <p:nvPr/>
        </p:nvSpPr>
        <p:spPr>
          <a:xfrm>
            <a:off x="1035888" y="5036265"/>
            <a:ext cx="1471789" cy="39386"/>
          </a:xfrm>
          <a:prstGeom prst="roundRect">
            <a:avLst>
              <a:gd name="adj" fmla="val 29839"/>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7" name="Прямоугольник: скругленные углы 36">
            <a:extLst>
              <a:ext uri="{FF2B5EF4-FFF2-40B4-BE49-F238E27FC236}">
                <a16:creationId xmlns:a16="http://schemas.microsoft.com/office/drawing/2014/main" id="{9B054968-5B8C-FEC9-5F50-B723C532C85C}"/>
              </a:ext>
            </a:extLst>
          </p:cNvPr>
          <p:cNvSpPr/>
          <p:nvPr/>
        </p:nvSpPr>
        <p:spPr>
          <a:xfrm>
            <a:off x="3387524" y="4865868"/>
            <a:ext cx="2211900" cy="1231796"/>
          </a:xfrm>
          <a:prstGeom prst="roundRect">
            <a:avLst>
              <a:gd name="adj" fmla="val 108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8" name="Прямоугольник: скругленные углы 37">
            <a:extLst>
              <a:ext uri="{FF2B5EF4-FFF2-40B4-BE49-F238E27FC236}">
                <a16:creationId xmlns:a16="http://schemas.microsoft.com/office/drawing/2014/main" id="{F82338EF-4FAC-8014-CF65-7F4B88045B6C}"/>
              </a:ext>
            </a:extLst>
          </p:cNvPr>
          <p:cNvSpPr/>
          <p:nvPr/>
        </p:nvSpPr>
        <p:spPr>
          <a:xfrm>
            <a:off x="3531215" y="4976155"/>
            <a:ext cx="1867987" cy="39386"/>
          </a:xfrm>
          <a:prstGeom prst="roundRect">
            <a:avLst>
              <a:gd name="adj" fmla="val 29839"/>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9" name="Прямоугольник: скругленные углы 38">
            <a:extLst>
              <a:ext uri="{FF2B5EF4-FFF2-40B4-BE49-F238E27FC236}">
                <a16:creationId xmlns:a16="http://schemas.microsoft.com/office/drawing/2014/main" id="{918E56F6-F93B-12AB-C639-74EC52AE37EA}"/>
              </a:ext>
            </a:extLst>
          </p:cNvPr>
          <p:cNvSpPr/>
          <p:nvPr/>
        </p:nvSpPr>
        <p:spPr>
          <a:xfrm>
            <a:off x="3531215" y="5347440"/>
            <a:ext cx="528655" cy="520341"/>
          </a:xfrm>
          <a:prstGeom prst="roundRect">
            <a:avLst>
              <a:gd name="adj" fmla="val 7710"/>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0" name="Прямоугольник: скругленные углы 39">
            <a:extLst>
              <a:ext uri="{FF2B5EF4-FFF2-40B4-BE49-F238E27FC236}">
                <a16:creationId xmlns:a16="http://schemas.microsoft.com/office/drawing/2014/main" id="{FFC07109-5411-C506-1581-A09C5616D0FA}"/>
              </a:ext>
            </a:extLst>
          </p:cNvPr>
          <p:cNvSpPr/>
          <p:nvPr/>
        </p:nvSpPr>
        <p:spPr>
          <a:xfrm>
            <a:off x="3531215" y="5192289"/>
            <a:ext cx="528655" cy="103035"/>
          </a:xfrm>
          <a:prstGeom prst="roundRect">
            <a:avLst>
              <a:gd name="adj" fmla="val 28471"/>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1" name="Прямоугольник: скругленные углы 40">
            <a:extLst>
              <a:ext uri="{FF2B5EF4-FFF2-40B4-BE49-F238E27FC236}">
                <a16:creationId xmlns:a16="http://schemas.microsoft.com/office/drawing/2014/main" id="{F888DEE7-F765-06F4-2006-6767706499BF}"/>
              </a:ext>
            </a:extLst>
          </p:cNvPr>
          <p:cNvSpPr/>
          <p:nvPr/>
        </p:nvSpPr>
        <p:spPr>
          <a:xfrm>
            <a:off x="4197950" y="5347440"/>
            <a:ext cx="528655" cy="520341"/>
          </a:xfrm>
          <a:prstGeom prst="roundRect">
            <a:avLst>
              <a:gd name="adj" fmla="val 7710"/>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2" name="Прямоугольник: скругленные углы 41">
            <a:extLst>
              <a:ext uri="{FF2B5EF4-FFF2-40B4-BE49-F238E27FC236}">
                <a16:creationId xmlns:a16="http://schemas.microsoft.com/office/drawing/2014/main" id="{1215B6F5-90E9-2251-D148-ACACBE684C32}"/>
              </a:ext>
            </a:extLst>
          </p:cNvPr>
          <p:cNvSpPr/>
          <p:nvPr/>
        </p:nvSpPr>
        <p:spPr>
          <a:xfrm>
            <a:off x="4197950" y="5192289"/>
            <a:ext cx="528655" cy="103035"/>
          </a:xfrm>
          <a:prstGeom prst="roundRect">
            <a:avLst>
              <a:gd name="adj" fmla="val 28471"/>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3" name="Прямоугольник: скругленные углы 42">
            <a:extLst>
              <a:ext uri="{FF2B5EF4-FFF2-40B4-BE49-F238E27FC236}">
                <a16:creationId xmlns:a16="http://schemas.microsoft.com/office/drawing/2014/main" id="{2228353F-A237-B26A-36E8-42C67BE1A09B}"/>
              </a:ext>
            </a:extLst>
          </p:cNvPr>
          <p:cNvSpPr/>
          <p:nvPr/>
        </p:nvSpPr>
        <p:spPr>
          <a:xfrm>
            <a:off x="4864685" y="5347440"/>
            <a:ext cx="528655" cy="520341"/>
          </a:xfrm>
          <a:prstGeom prst="roundRect">
            <a:avLst>
              <a:gd name="adj" fmla="val 7710"/>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4" name="Прямоугольник: скругленные углы 43">
            <a:extLst>
              <a:ext uri="{FF2B5EF4-FFF2-40B4-BE49-F238E27FC236}">
                <a16:creationId xmlns:a16="http://schemas.microsoft.com/office/drawing/2014/main" id="{3C77902F-14E2-1B1D-750E-0829DC2A726D}"/>
              </a:ext>
            </a:extLst>
          </p:cNvPr>
          <p:cNvSpPr/>
          <p:nvPr/>
        </p:nvSpPr>
        <p:spPr>
          <a:xfrm>
            <a:off x="4864685" y="5192289"/>
            <a:ext cx="528655" cy="103035"/>
          </a:xfrm>
          <a:prstGeom prst="roundRect">
            <a:avLst>
              <a:gd name="adj" fmla="val 28471"/>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0" name="Прямоугольник: скругленные углы 49">
            <a:extLst>
              <a:ext uri="{FF2B5EF4-FFF2-40B4-BE49-F238E27FC236}">
                <a16:creationId xmlns:a16="http://schemas.microsoft.com/office/drawing/2014/main" id="{A58B7A98-E1A0-ED86-F4B0-7D5E483F1CE7}"/>
              </a:ext>
            </a:extLst>
          </p:cNvPr>
          <p:cNvSpPr/>
          <p:nvPr/>
        </p:nvSpPr>
        <p:spPr>
          <a:xfrm>
            <a:off x="3531215" y="5036265"/>
            <a:ext cx="1471789" cy="39386"/>
          </a:xfrm>
          <a:prstGeom prst="roundRect">
            <a:avLst>
              <a:gd name="adj" fmla="val 29839"/>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61" name="Группа 60">
            <a:extLst>
              <a:ext uri="{FF2B5EF4-FFF2-40B4-BE49-F238E27FC236}">
                <a16:creationId xmlns:a16="http://schemas.microsoft.com/office/drawing/2014/main" id="{57D47FA7-71E5-76F2-3860-CBC24245A403}"/>
              </a:ext>
            </a:extLst>
          </p:cNvPr>
          <p:cNvGrpSpPr/>
          <p:nvPr/>
        </p:nvGrpSpPr>
        <p:grpSpPr>
          <a:xfrm>
            <a:off x="2954647" y="4803880"/>
            <a:ext cx="219534" cy="219534"/>
            <a:chOff x="2921935" y="4875623"/>
            <a:chExt cx="200658" cy="200658"/>
          </a:xfrm>
        </p:grpSpPr>
        <p:sp>
          <p:nvSpPr>
            <p:cNvPr id="60" name="Овал 59">
              <a:extLst>
                <a:ext uri="{FF2B5EF4-FFF2-40B4-BE49-F238E27FC236}">
                  <a16:creationId xmlns:a16="http://schemas.microsoft.com/office/drawing/2014/main" id="{B07C3551-A224-A43E-91D0-9CBBF7234980}"/>
                </a:ext>
              </a:extLst>
            </p:cNvPr>
            <p:cNvSpPr/>
            <p:nvPr/>
          </p:nvSpPr>
          <p:spPr>
            <a:xfrm>
              <a:off x="2976334" y="4919464"/>
              <a:ext cx="112976" cy="1129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9" name="Рисунок 55">
              <a:extLst>
                <a:ext uri="{FF2B5EF4-FFF2-40B4-BE49-F238E27FC236}">
                  <a16:creationId xmlns:a16="http://schemas.microsoft.com/office/drawing/2014/main" id="{07DB6469-94B5-89A2-5484-679623028DBB}"/>
                </a:ext>
              </a:extLst>
            </p:cNvPr>
            <p:cNvSpPr/>
            <p:nvPr/>
          </p:nvSpPr>
          <p:spPr>
            <a:xfrm>
              <a:off x="2921935" y="4875623"/>
              <a:ext cx="200658" cy="2006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3410 w 171450"/>
                <a:gd name="connsiteY5" fmla="*/ 59940 h 171450"/>
                <a:gd name="connsiteX6" fmla="*/ 85725 w 171450"/>
                <a:gd name="connsiteY6" fmla="*/ 72255 h 171450"/>
                <a:gd name="connsiteX7" fmla="*/ 98040 w 171450"/>
                <a:gd name="connsiteY7" fmla="*/ 59940 h 171450"/>
                <a:gd name="connsiteX8" fmla="*/ 111510 w 171450"/>
                <a:gd name="connsiteY8" fmla="*/ 59940 h 171450"/>
                <a:gd name="connsiteX9" fmla="*/ 111510 w 171450"/>
                <a:gd name="connsiteY9" fmla="*/ 73410 h 171450"/>
                <a:gd name="connsiteX10" fmla="*/ 99195 w 171450"/>
                <a:gd name="connsiteY10" fmla="*/ 85725 h 171450"/>
                <a:gd name="connsiteX11" fmla="*/ 111510 w 171450"/>
                <a:gd name="connsiteY11" fmla="*/ 98040 h 171450"/>
                <a:gd name="connsiteX12" fmla="*/ 111510 w 171450"/>
                <a:gd name="connsiteY12" fmla="*/ 111510 h 171450"/>
                <a:gd name="connsiteX13" fmla="*/ 98040 w 171450"/>
                <a:gd name="connsiteY13" fmla="*/ 111510 h 171450"/>
                <a:gd name="connsiteX14" fmla="*/ 85725 w 171450"/>
                <a:gd name="connsiteY14" fmla="*/ 99195 h 171450"/>
                <a:gd name="connsiteX15" fmla="*/ 73410 w 171450"/>
                <a:gd name="connsiteY15" fmla="*/ 111510 h 171450"/>
                <a:gd name="connsiteX16" fmla="*/ 59940 w 171450"/>
                <a:gd name="connsiteY16" fmla="*/ 111510 h 171450"/>
                <a:gd name="connsiteX17" fmla="*/ 59940 w 171450"/>
                <a:gd name="connsiteY17" fmla="*/ 98040 h 171450"/>
                <a:gd name="connsiteX18" fmla="*/ 72255 w 171450"/>
                <a:gd name="connsiteY18" fmla="*/ 85725 h 171450"/>
                <a:gd name="connsiteX19" fmla="*/ 59940 w 171450"/>
                <a:gd name="connsiteY19" fmla="*/ 73410 h 171450"/>
                <a:gd name="connsiteX20" fmla="*/ 59940 w 171450"/>
                <a:gd name="connsiteY20" fmla="*/ 59940 h 171450"/>
                <a:gd name="connsiteX21" fmla="*/ 73410 w 171450"/>
                <a:gd name="connsiteY21" fmla="*/ 5994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3410" y="59940"/>
                  </a:moveTo>
                  <a:lnTo>
                    <a:pt x="85725" y="72255"/>
                  </a:lnTo>
                  <a:lnTo>
                    <a:pt x="98040" y="59940"/>
                  </a:lnTo>
                  <a:cubicBezTo>
                    <a:pt x="101759" y="56220"/>
                    <a:pt x="107791" y="56220"/>
                    <a:pt x="111510" y="59940"/>
                  </a:cubicBezTo>
                  <a:cubicBezTo>
                    <a:pt x="115230" y="63660"/>
                    <a:pt x="115230" y="69691"/>
                    <a:pt x="111510" y="73410"/>
                  </a:cubicBezTo>
                  <a:lnTo>
                    <a:pt x="99195" y="85725"/>
                  </a:lnTo>
                  <a:lnTo>
                    <a:pt x="111510" y="98040"/>
                  </a:lnTo>
                  <a:cubicBezTo>
                    <a:pt x="115230" y="101759"/>
                    <a:pt x="115230" y="107791"/>
                    <a:pt x="111510" y="111510"/>
                  </a:cubicBezTo>
                  <a:cubicBezTo>
                    <a:pt x="107791" y="115230"/>
                    <a:pt x="101759" y="115230"/>
                    <a:pt x="98040" y="111510"/>
                  </a:cubicBezTo>
                  <a:lnTo>
                    <a:pt x="85725" y="99195"/>
                  </a:lnTo>
                  <a:lnTo>
                    <a:pt x="73410" y="111510"/>
                  </a:lnTo>
                  <a:cubicBezTo>
                    <a:pt x="69691" y="115230"/>
                    <a:pt x="63660" y="115230"/>
                    <a:pt x="59940" y="111510"/>
                  </a:cubicBezTo>
                  <a:cubicBezTo>
                    <a:pt x="56220" y="107791"/>
                    <a:pt x="56220" y="101759"/>
                    <a:pt x="59940" y="98040"/>
                  </a:cubicBezTo>
                  <a:lnTo>
                    <a:pt x="72255" y="85725"/>
                  </a:lnTo>
                  <a:lnTo>
                    <a:pt x="59940" y="73410"/>
                  </a:lnTo>
                  <a:cubicBezTo>
                    <a:pt x="56220" y="69691"/>
                    <a:pt x="56220" y="63660"/>
                    <a:pt x="59940" y="59940"/>
                  </a:cubicBezTo>
                  <a:cubicBezTo>
                    <a:pt x="63660" y="56220"/>
                    <a:pt x="69691" y="56220"/>
                    <a:pt x="73410" y="59940"/>
                  </a:cubicBezTo>
                  <a:close/>
                </a:path>
              </a:pathLst>
            </a:custGeom>
            <a:solidFill>
              <a:srgbClr val="F53C14"/>
            </a:solidFill>
            <a:ln w="9525" cap="flat">
              <a:noFill/>
              <a:prstDash val="solid"/>
              <a:miter/>
            </a:ln>
          </p:spPr>
          <p:txBody>
            <a:bodyPr rtlCol="0" anchor="ctr"/>
            <a:lstStyle/>
            <a:p>
              <a:endParaRPr lang="ru-RU"/>
            </a:p>
          </p:txBody>
        </p:sp>
      </p:grpSp>
      <p:grpSp>
        <p:nvGrpSpPr>
          <p:cNvPr id="64" name="Группа 63">
            <a:extLst>
              <a:ext uri="{FF2B5EF4-FFF2-40B4-BE49-F238E27FC236}">
                <a16:creationId xmlns:a16="http://schemas.microsoft.com/office/drawing/2014/main" id="{618B62E4-2700-D7CC-EBAB-848D6E9ABB54}"/>
              </a:ext>
            </a:extLst>
          </p:cNvPr>
          <p:cNvGrpSpPr/>
          <p:nvPr/>
        </p:nvGrpSpPr>
        <p:grpSpPr>
          <a:xfrm>
            <a:off x="5462076" y="4794080"/>
            <a:ext cx="219534" cy="219534"/>
            <a:chOff x="6001517" y="4913596"/>
            <a:chExt cx="200658" cy="200658"/>
          </a:xfrm>
        </p:grpSpPr>
        <p:sp>
          <p:nvSpPr>
            <p:cNvPr id="63" name="Овал 62">
              <a:extLst>
                <a:ext uri="{FF2B5EF4-FFF2-40B4-BE49-F238E27FC236}">
                  <a16:creationId xmlns:a16="http://schemas.microsoft.com/office/drawing/2014/main" id="{CD64EEC9-7F46-76E2-26F7-F8502DD5A6F5}"/>
                </a:ext>
              </a:extLst>
            </p:cNvPr>
            <p:cNvSpPr/>
            <p:nvPr/>
          </p:nvSpPr>
          <p:spPr>
            <a:xfrm>
              <a:off x="6012740" y="4927694"/>
              <a:ext cx="170322" cy="1703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2" name="Рисунок 57">
              <a:extLst>
                <a:ext uri="{FF2B5EF4-FFF2-40B4-BE49-F238E27FC236}">
                  <a16:creationId xmlns:a16="http://schemas.microsoft.com/office/drawing/2014/main" id="{DB62D1FC-907E-12FF-A056-B1D77B8B17B1}"/>
                </a:ext>
              </a:extLst>
            </p:cNvPr>
            <p:cNvSpPr/>
            <p:nvPr/>
          </p:nvSpPr>
          <p:spPr>
            <a:xfrm>
              <a:off x="6001517" y="4913596"/>
              <a:ext cx="200658" cy="2006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grpSp>
      <p:cxnSp>
        <p:nvCxnSpPr>
          <p:cNvPr id="29" name="Прямая соединительная линия 28">
            <a:extLst>
              <a:ext uri="{FF2B5EF4-FFF2-40B4-BE49-F238E27FC236}">
                <a16:creationId xmlns:a16="http://schemas.microsoft.com/office/drawing/2014/main" id="{97703448-5E93-7F32-E025-23753930BAC4}"/>
              </a:ext>
            </a:extLst>
          </p:cNvPr>
          <p:cNvCxnSpPr/>
          <p:nvPr/>
        </p:nvCxnSpPr>
        <p:spPr>
          <a:xfrm>
            <a:off x="1034717" y="4935735"/>
            <a:ext cx="0" cy="1131502"/>
          </a:xfrm>
          <a:prstGeom prst="line">
            <a:avLst/>
          </a:prstGeom>
          <a:ln w="12700">
            <a:solidFill>
              <a:srgbClr val="F53C14"/>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a:extLst>
              <a:ext uri="{FF2B5EF4-FFF2-40B4-BE49-F238E27FC236}">
                <a16:creationId xmlns:a16="http://schemas.microsoft.com/office/drawing/2014/main" id="{0587E1B3-5DA9-23BC-BA5D-8A03CDF3EB81}"/>
              </a:ext>
            </a:extLst>
          </p:cNvPr>
          <p:cNvCxnSpPr/>
          <p:nvPr/>
        </p:nvCxnSpPr>
        <p:spPr>
          <a:xfrm>
            <a:off x="2369361" y="4935735"/>
            <a:ext cx="0" cy="1131502"/>
          </a:xfrm>
          <a:prstGeom prst="line">
            <a:avLst/>
          </a:prstGeom>
          <a:ln w="12700">
            <a:solidFill>
              <a:srgbClr val="F53C14"/>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C3C4D39B-2E1D-B02A-5D95-3038A076D586}"/>
              </a:ext>
            </a:extLst>
          </p:cNvPr>
          <p:cNvCxnSpPr>
            <a:cxnSpLocks/>
          </p:cNvCxnSpPr>
          <p:nvPr/>
        </p:nvCxnSpPr>
        <p:spPr>
          <a:xfrm>
            <a:off x="891027" y="5191853"/>
            <a:ext cx="2213071" cy="0"/>
          </a:xfrm>
          <a:prstGeom prst="line">
            <a:avLst/>
          </a:prstGeom>
          <a:ln w="12700">
            <a:solidFill>
              <a:srgbClr val="F53C14"/>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F402CA7C-43A1-FDD7-62A3-0FDFC1746415}"/>
              </a:ext>
            </a:extLst>
          </p:cNvPr>
          <p:cNvCxnSpPr>
            <a:cxnSpLocks/>
          </p:cNvCxnSpPr>
          <p:nvPr/>
        </p:nvCxnSpPr>
        <p:spPr>
          <a:xfrm>
            <a:off x="891027" y="5347440"/>
            <a:ext cx="2213071" cy="0"/>
          </a:xfrm>
          <a:prstGeom prst="line">
            <a:avLst/>
          </a:prstGeom>
          <a:ln w="12700">
            <a:solidFill>
              <a:srgbClr val="F53C14"/>
            </a:solidFill>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EC7F3D37-A79A-823D-6601-E2F6074A56CA}"/>
              </a:ext>
            </a:extLst>
          </p:cNvPr>
          <p:cNvCxnSpPr/>
          <p:nvPr/>
        </p:nvCxnSpPr>
        <p:spPr>
          <a:xfrm>
            <a:off x="3530043" y="4935735"/>
            <a:ext cx="0" cy="1131502"/>
          </a:xfrm>
          <a:prstGeom prst="line">
            <a:avLst/>
          </a:prstGeom>
          <a:ln w="12700">
            <a:solidFill>
              <a:srgbClr val="10C44C"/>
            </a:solidFill>
          </a:ln>
        </p:spPr>
        <p:style>
          <a:lnRef idx="1">
            <a:schemeClr val="accent1"/>
          </a:lnRef>
          <a:fillRef idx="0">
            <a:schemeClr val="accent1"/>
          </a:fillRef>
          <a:effectRef idx="0">
            <a:schemeClr val="accent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450FA1B7-69FF-685B-3CE9-B941D6EA541D}"/>
              </a:ext>
            </a:extLst>
          </p:cNvPr>
          <p:cNvCxnSpPr>
            <a:cxnSpLocks/>
          </p:cNvCxnSpPr>
          <p:nvPr/>
        </p:nvCxnSpPr>
        <p:spPr>
          <a:xfrm>
            <a:off x="3386354" y="5191853"/>
            <a:ext cx="2213071" cy="0"/>
          </a:xfrm>
          <a:prstGeom prst="line">
            <a:avLst/>
          </a:prstGeom>
          <a:ln w="12700">
            <a:solidFill>
              <a:srgbClr val="10C44C"/>
            </a:solidFill>
          </a:ln>
        </p:spPr>
        <p:style>
          <a:lnRef idx="1">
            <a:schemeClr val="accent1"/>
          </a:lnRef>
          <a:fillRef idx="0">
            <a:schemeClr val="accent1"/>
          </a:fillRef>
          <a:effectRef idx="0">
            <a:schemeClr val="accent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8FA0D7C6-32D7-1F1C-ABC9-A79408624BBD}"/>
              </a:ext>
            </a:extLst>
          </p:cNvPr>
          <p:cNvCxnSpPr>
            <a:cxnSpLocks/>
          </p:cNvCxnSpPr>
          <p:nvPr/>
        </p:nvCxnSpPr>
        <p:spPr>
          <a:xfrm>
            <a:off x="3386354" y="5347440"/>
            <a:ext cx="2213071" cy="0"/>
          </a:xfrm>
          <a:prstGeom prst="line">
            <a:avLst/>
          </a:prstGeom>
          <a:ln w="12700">
            <a:solidFill>
              <a:srgbClr val="10C44C"/>
            </a:solidFill>
          </a:ln>
        </p:spPr>
        <p:style>
          <a:lnRef idx="1">
            <a:schemeClr val="accent1"/>
          </a:lnRef>
          <a:fillRef idx="0">
            <a:schemeClr val="accent1"/>
          </a:fillRef>
          <a:effectRef idx="0">
            <a:schemeClr val="accent1"/>
          </a:effectRef>
          <a:fontRef idx="minor">
            <a:schemeClr val="tx1"/>
          </a:fontRef>
        </p:style>
      </p:cxnSp>
      <p:cxnSp>
        <p:nvCxnSpPr>
          <p:cNvPr id="51" name="Прямая соединительная линия 50">
            <a:extLst>
              <a:ext uri="{FF2B5EF4-FFF2-40B4-BE49-F238E27FC236}">
                <a16:creationId xmlns:a16="http://schemas.microsoft.com/office/drawing/2014/main" id="{77A52BFB-325E-896D-9686-2A89F027D521}"/>
              </a:ext>
            </a:extLst>
          </p:cNvPr>
          <p:cNvCxnSpPr>
            <a:cxnSpLocks/>
          </p:cNvCxnSpPr>
          <p:nvPr/>
        </p:nvCxnSpPr>
        <p:spPr>
          <a:xfrm>
            <a:off x="4197950" y="5133021"/>
            <a:ext cx="0" cy="813047"/>
          </a:xfrm>
          <a:prstGeom prst="line">
            <a:avLst/>
          </a:prstGeom>
          <a:ln w="12700">
            <a:solidFill>
              <a:srgbClr val="10C44C"/>
            </a:solidFill>
          </a:ln>
        </p:spPr>
        <p:style>
          <a:lnRef idx="1">
            <a:schemeClr val="accent1"/>
          </a:lnRef>
          <a:fillRef idx="0">
            <a:schemeClr val="accent1"/>
          </a:fillRef>
          <a:effectRef idx="0">
            <a:schemeClr val="accent1"/>
          </a:effectRef>
          <a:fontRef idx="minor">
            <a:schemeClr val="tx1"/>
          </a:fontRef>
        </p:style>
      </p:cxnSp>
      <p:cxnSp>
        <p:nvCxnSpPr>
          <p:cNvPr id="54" name="Прямая соединительная линия 53">
            <a:extLst>
              <a:ext uri="{FF2B5EF4-FFF2-40B4-BE49-F238E27FC236}">
                <a16:creationId xmlns:a16="http://schemas.microsoft.com/office/drawing/2014/main" id="{C9674F2A-6CDB-C130-45E4-2207370C5771}"/>
              </a:ext>
            </a:extLst>
          </p:cNvPr>
          <p:cNvCxnSpPr>
            <a:cxnSpLocks/>
          </p:cNvCxnSpPr>
          <p:nvPr/>
        </p:nvCxnSpPr>
        <p:spPr>
          <a:xfrm>
            <a:off x="4863736" y="5133021"/>
            <a:ext cx="0" cy="813047"/>
          </a:xfrm>
          <a:prstGeom prst="line">
            <a:avLst/>
          </a:prstGeom>
          <a:ln w="12700">
            <a:solidFill>
              <a:srgbClr val="10C44C"/>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F01C032C-6307-5407-CD6E-E0BAE090C8CC}"/>
              </a:ext>
            </a:extLst>
          </p:cNvPr>
          <p:cNvSpPr txBox="1"/>
          <p:nvPr/>
        </p:nvSpPr>
        <p:spPr>
          <a:xfrm>
            <a:off x="892098" y="1778467"/>
            <a:ext cx="4508432" cy="362391"/>
          </a:xfrm>
          <a:prstGeom prst="rect">
            <a:avLst/>
          </a:prstGeom>
          <a:noFill/>
        </p:spPr>
        <p:txBody>
          <a:bodyPr wrap="square" lIns="0" tIns="0" rIns="0" bIns="0" rtlCol="0">
            <a:noAutofit/>
          </a:bodyPr>
          <a:lstStyle/>
          <a:p>
            <a:pPr algn="l"/>
            <a:r>
              <a:rPr lang="ru-RU" sz="1200"/>
              <a:t>Располагай элементы</a:t>
            </a:r>
            <a:r>
              <a:rPr lang="en-US" sz="1200"/>
              <a:t>, </a:t>
            </a:r>
            <a:r>
              <a:rPr lang="ru-RU" sz="1200"/>
              <a:t>связанные по смыслу (например, текстовый блок и подзаголовок к нему), рядом друг с другом. </a:t>
            </a:r>
          </a:p>
        </p:txBody>
      </p:sp>
      <p:sp>
        <p:nvSpPr>
          <p:cNvPr id="69" name="Прямоугольник: скругленные углы 68">
            <a:extLst>
              <a:ext uri="{FF2B5EF4-FFF2-40B4-BE49-F238E27FC236}">
                <a16:creationId xmlns:a16="http://schemas.microsoft.com/office/drawing/2014/main" id="{96F004C8-0FB7-2B88-E362-EF422616D72C}"/>
              </a:ext>
            </a:extLst>
          </p:cNvPr>
          <p:cNvSpPr/>
          <p:nvPr/>
        </p:nvSpPr>
        <p:spPr>
          <a:xfrm>
            <a:off x="892198" y="2300010"/>
            <a:ext cx="2211900" cy="1231796"/>
          </a:xfrm>
          <a:prstGeom prst="roundRect">
            <a:avLst>
              <a:gd name="adj" fmla="val 108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0" name="Прямоугольник: скругленные углы 69">
            <a:extLst>
              <a:ext uri="{FF2B5EF4-FFF2-40B4-BE49-F238E27FC236}">
                <a16:creationId xmlns:a16="http://schemas.microsoft.com/office/drawing/2014/main" id="{6583F7E7-CA9A-9BB8-BB9C-68C3FE9B971D}"/>
              </a:ext>
            </a:extLst>
          </p:cNvPr>
          <p:cNvSpPr/>
          <p:nvPr/>
        </p:nvSpPr>
        <p:spPr>
          <a:xfrm>
            <a:off x="1035888" y="2410297"/>
            <a:ext cx="1867987" cy="39386"/>
          </a:xfrm>
          <a:prstGeom prst="roundRect">
            <a:avLst>
              <a:gd name="adj" fmla="val 29839"/>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2" name="Прямоугольник: скругленные углы 71">
            <a:extLst>
              <a:ext uri="{FF2B5EF4-FFF2-40B4-BE49-F238E27FC236}">
                <a16:creationId xmlns:a16="http://schemas.microsoft.com/office/drawing/2014/main" id="{37F93CB2-B34D-F009-226C-E21382041DBB}"/>
              </a:ext>
            </a:extLst>
          </p:cNvPr>
          <p:cNvSpPr/>
          <p:nvPr/>
        </p:nvSpPr>
        <p:spPr>
          <a:xfrm>
            <a:off x="1942944" y="2533284"/>
            <a:ext cx="888218" cy="51801"/>
          </a:xfrm>
          <a:prstGeom prst="roundRect">
            <a:avLst>
              <a:gd name="adj" fmla="val 31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8" name="Прямоугольник: скругленные углы 77">
            <a:extLst>
              <a:ext uri="{FF2B5EF4-FFF2-40B4-BE49-F238E27FC236}">
                <a16:creationId xmlns:a16="http://schemas.microsoft.com/office/drawing/2014/main" id="{50C5CE42-CB66-E44E-32E4-21BF6FFA995A}"/>
              </a:ext>
            </a:extLst>
          </p:cNvPr>
          <p:cNvSpPr/>
          <p:nvPr/>
        </p:nvSpPr>
        <p:spPr>
          <a:xfrm>
            <a:off x="1035888" y="2470407"/>
            <a:ext cx="1471789" cy="39386"/>
          </a:xfrm>
          <a:prstGeom prst="roundRect">
            <a:avLst>
              <a:gd name="adj" fmla="val 29839"/>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9" name="Прямоугольник: скругленные углы 78">
            <a:extLst>
              <a:ext uri="{FF2B5EF4-FFF2-40B4-BE49-F238E27FC236}">
                <a16:creationId xmlns:a16="http://schemas.microsoft.com/office/drawing/2014/main" id="{97922052-2B9F-5A8E-C2F5-807A729313AE}"/>
              </a:ext>
            </a:extLst>
          </p:cNvPr>
          <p:cNvSpPr/>
          <p:nvPr/>
        </p:nvSpPr>
        <p:spPr>
          <a:xfrm>
            <a:off x="3387524" y="2300010"/>
            <a:ext cx="2211900" cy="1231796"/>
          </a:xfrm>
          <a:prstGeom prst="roundRect">
            <a:avLst>
              <a:gd name="adj" fmla="val 108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dirty="0"/>
          </a:p>
        </p:txBody>
      </p:sp>
      <p:sp>
        <p:nvSpPr>
          <p:cNvPr id="80" name="Прямоугольник: скругленные углы 79">
            <a:extLst>
              <a:ext uri="{FF2B5EF4-FFF2-40B4-BE49-F238E27FC236}">
                <a16:creationId xmlns:a16="http://schemas.microsoft.com/office/drawing/2014/main" id="{00F1A8F8-B006-D232-3690-4114458A4823}"/>
              </a:ext>
            </a:extLst>
          </p:cNvPr>
          <p:cNvSpPr/>
          <p:nvPr/>
        </p:nvSpPr>
        <p:spPr>
          <a:xfrm>
            <a:off x="3531215" y="2410297"/>
            <a:ext cx="1867987" cy="39386"/>
          </a:xfrm>
          <a:prstGeom prst="roundRect">
            <a:avLst>
              <a:gd name="adj" fmla="val 29839"/>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88" name="Прямоугольник: скругленные углы 87">
            <a:extLst>
              <a:ext uri="{FF2B5EF4-FFF2-40B4-BE49-F238E27FC236}">
                <a16:creationId xmlns:a16="http://schemas.microsoft.com/office/drawing/2014/main" id="{F55B1EC7-EED5-B5FB-4513-D3251EE269D5}"/>
              </a:ext>
            </a:extLst>
          </p:cNvPr>
          <p:cNvSpPr/>
          <p:nvPr/>
        </p:nvSpPr>
        <p:spPr>
          <a:xfrm>
            <a:off x="3531215" y="2470407"/>
            <a:ext cx="1471789" cy="39386"/>
          </a:xfrm>
          <a:prstGeom prst="roundRect">
            <a:avLst>
              <a:gd name="adj" fmla="val 29839"/>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89" name="Группа 88">
            <a:extLst>
              <a:ext uri="{FF2B5EF4-FFF2-40B4-BE49-F238E27FC236}">
                <a16:creationId xmlns:a16="http://schemas.microsoft.com/office/drawing/2014/main" id="{7BD63B99-C97F-FED6-5ABC-619463E33C6C}"/>
              </a:ext>
            </a:extLst>
          </p:cNvPr>
          <p:cNvGrpSpPr/>
          <p:nvPr/>
        </p:nvGrpSpPr>
        <p:grpSpPr>
          <a:xfrm>
            <a:off x="2954647" y="2238022"/>
            <a:ext cx="219534" cy="219534"/>
            <a:chOff x="2921935" y="4875623"/>
            <a:chExt cx="200658" cy="200658"/>
          </a:xfrm>
        </p:grpSpPr>
        <p:sp>
          <p:nvSpPr>
            <p:cNvPr id="90" name="Овал 89">
              <a:extLst>
                <a:ext uri="{FF2B5EF4-FFF2-40B4-BE49-F238E27FC236}">
                  <a16:creationId xmlns:a16="http://schemas.microsoft.com/office/drawing/2014/main" id="{D12F9B12-D310-C4FB-B6C2-579CB555FDD4}"/>
                </a:ext>
              </a:extLst>
            </p:cNvPr>
            <p:cNvSpPr/>
            <p:nvPr/>
          </p:nvSpPr>
          <p:spPr>
            <a:xfrm>
              <a:off x="2976334" y="4919464"/>
              <a:ext cx="112976" cy="1129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1" name="Рисунок 55">
              <a:extLst>
                <a:ext uri="{FF2B5EF4-FFF2-40B4-BE49-F238E27FC236}">
                  <a16:creationId xmlns:a16="http://schemas.microsoft.com/office/drawing/2014/main" id="{E0875F83-6C14-B686-0396-74CA0F774A1E}"/>
                </a:ext>
              </a:extLst>
            </p:cNvPr>
            <p:cNvSpPr/>
            <p:nvPr/>
          </p:nvSpPr>
          <p:spPr>
            <a:xfrm>
              <a:off x="2921935" y="4875623"/>
              <a:ext cx="200658" cy="2006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3410 w 171450"/>
                <a:gd name="connsiteY5" fmla="*/ 59940 h 171450"/>
                <a:gd name="connsiteX6" fmla="*/ 85725 w 171450"/>
                <a:gd name="connsiteY6" fmla="*/ 72255 h 171450"/>
                <a:gd name="connsiteX7" fmla="*/ 98040 w 171450"/>
                <a:gd name="connsiteY7" fmla="*/ 59940 h 171450"/>
                <a:gd name="connsiteX8" fmla="*/ 111510 w 171450"/>
                <a:gd name="connsiteY8" fmla="*/ 59940 h 171450"/>
                <a:gd name="connsiteX9" fmla="*/ 111510 w 171450"/>
                <a:gd name="connsiteY9" fmla="*/ 73410 h 171450"/>
                <a:gd name="connsiteX10" fmla="*/ 99195 w 171450"/>
                <a:gd name="connsiteY10" fmla="*/ 85725 h 171450"/>
                <a:gd name="connsiteX11" fmla="*/ 111510 w 171450"/>
                <a:gd name="connsiteY11" fmla="*/ 98040 h 171450"/>
                <a:gd name="connsiteX12" fmla="*/ 111510 w 171450"/>
                <a:gd name="connsiteY12" fmla="*/ 111510 h 171450"/>
                <a:gd name="connsiteX13" fmla="*/ 98040 w 171450"/>
                <a:gd name="connsiteY13" fmla="*/ 111510 h 171450"/>
                <a:gd name="connsiteX14" fmla="*/ 85725 w 171450"/>
                <a:gd name="connsiteY14" fmla="*/ 99195 h 171450"/>
                <a:gd name="connsiteX15" fmla="*/ 73410 w 171450"/>
                <a:gd name="connsiteY15" fmla="*/ 111510 h 171450"/>
                <a:gd name="connsiteX16" fmla="*/ 59940 w 171450"/>
                <a:gd name="connsiteY16" fmla="*/ 111510 h 171450"/>
                <a:gd name="connsiteX17" fmla="*/ 59940 w 171450"/>
                <a:gd name="connsiteY17" fmla="*/ 98040 h 171450"/>
                <a:gd name="connsiteX18" fmla="*/ 72255 w 171450"/>
                <a:gd name="connsiteY18" fmla="*/ 85725 h 171450"/>
                <a:gd name="connsiteX19" fmla="*/ 59940 w 171450"/>
                <a:gd name="connsiteY19" fmla="*/ 73410 h 171450"/>
                <a:gd name="connsiteX20" fmla="*/ 59940 w 171450"/>
                <a:gd name="connsiteY20" fmla="*/ 59940 h 171450"/>
                <a:gd name="connsiteX21" fmla="*/ 73410 w 171450"/>
                <a:gd name="connsiteY21" fmla="*/ 5994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3410" y="59940"/>
                  </a:moveTo>
                  <a:lnTo>
                    <a:pt x="85725" y="72255"/>
                  </a:lnTo>
                  <a:lnTo>
                    <a:pt x="98040" y="59940"/>
                  </a:lnTo>
                  <a:cubicBezTo>
                    <a:pt x="101759" y="56220"/>
                    <a:pt x="107791" y="56220"/>
                    <a:pt x="111510" y="59940"/>
                  </a:cubicBezTo>
                  <a:cubicBezTo>
                    <a:pt x="115230" y="63660"/>
                    <a:pt x="115230" y="69691"/>
                    <a:pt x="111510" y="73410"/>
                  </a:cubicBezTo>
                  <a:lnTo>
                    <a:pt x="99195" y="85725"/>
                  </a:lnTo>
                  <a:lnTo>
                    <a:pt x="111510" y="98040"/>
                  </a:lnTo>
                  <a:cubicBezTo>
                    <a:pt x="115230" y="101759"/>
                    <a:pt x="115230" y="107791"/>
                    <a:pt x="111510" y="111510"/>
                  </a:cubicBezTo>
                  <a:cubicBezTo>
                    <a:pt x="107791" y="115230"/>
                    <a:pt x="101759" y="115230"/>
                    <a:pt x="98040" y="111510"/>
                  </a:cubicBezTo>
                  <a:lnTo>
                    <a:pt x="85725" y="99195"/>
                  </a:lnTo>
                  <a:lnTo>
                    <a:pt x="73410" y="111510"/>
                  </a:lnTo>
                  <a:cubicBezTo>
                    <a:pt x="69691" y="115230"/>
                    <a:pt x="63660" y="115230"/>
                    <a:pt x="59940" y="111510"/>
                  </a:cubicBezTo>
                  <a:cubicBezTo>
                    <a:pt x="56220" y="107791"/>
                    <a:pt x="56220" y="101759"/>
                    <a:pt x="59940" y="98040"/>
                  </a:cubicBezTo>
                  <a:lnTo>
                    <a:pt x="72255" y="85725"/>
                  </a:lnTo>
                  <a:lnTo>
                    <a:pt x="59940" y="73410"/>
                  </a:lnTo>
                  <a:cubicBezTo>
                    <a:pt x="56220" y="69691"/>
                    <a:pt x="56220" y="63660"/>
                    <a:pt x="59940" y="59940"/>
                  </a:cubicBezTo>
                  <a:cubicBezTo>
                    <a:pt x="63660" y="56220"/>
                    <a:pt x="69691" y="56220"/>
                    <a:pt x="73410" y="59940"/>
                  </a:cubicBezTo>
                  <a:close/>
                </a:path>
              </a:pathLst>
            </a:custGeom>
            <a:solidFill>
              <a:srgbClr val="F53C14"/>
            </a:solidFill>
            <a:ln w="9525" cap="flat">
              <a:noFill/>
              <a:prstDash val="solid"/>
              <a:miter/>
            </a:ln>
          </p:spPr>
          <p:txBody>
            <a:bodyPr rtlCol="0" anchor="ctr"/>
            <a:lstStyle/>
            <a:p>
              <a:endParaRPr lang="ru-RU"/>
            </a:p>
          </p:txBody>
        </p:sp>
      </p:grpSp>
      <p:grpSp>
        <p:nvGrpSpPr>
          <p:cNvPr id="92" name="Группа 91">
            <a:extLst>
              <a:ext uri="{FF2B5EF4-FFF2-40B4-BE49-F238E27FC236}">
                <a16:creationId xmlns:a16="http://schemas.microsoft.com/office/drawing/2014/main" id="{AE11A358-CB1A-E0AC-8DC5-5EC81DCF6267}"/>
              </a:ext>
            </a:extLst>
          </p:cNvPr>
          <p:cNvGrpSpPr/>
          <p:nvPr/>
        </p:nvGrpSpPr>
        <p:grpSpPr>
          <a:xfrm>
            <a:off x="5462076" y="2228222"/>
            <a:ext cx="219534" cy="219534"/>
            <a:chOff x="6001517" y="4913596"/>
            <a:chExt cx="200658" cy="200658"/>
          </a:xfrm>
        </p:grpSpPr>
        <p:sp>
          <p:nvSpPr>
            <p:cNvPr id="93" name="Овал 92">
              <a:extLst>
                <a:ext uri="{FF2B5EF4-FFF2-40B4-BE49-F238E27FC236}">
                  <a16:creationId xmlns:a16="http://schemas.microsoft.com/office/drawing/2014/main" id="{CD37179D-976D-8B67-D2D3-B23ACE9B19A4}"/>
                </a:ext>
              </a:extLst>
            </p:cNvPr>
            <p:cNvSpPr/>
            <p:nvPr/>
          </p:nvSpPr>
          <p:spPr>
            <a:xfrm>
              <a:off x="6012740" y="4927694"/>
              <a:ext cx="170322" cy="1703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4" name="Рисунок 57">
              <a:extLst>
                <a:ext uri="{FF2B5EF4-FFF2-40B4-BE49-F238E27FC236}">
                  <a16:creationId xmlns:a16="http://schemas.microsoft.com/office/drawing/2014/main" id="{A02E84CF-4952-87FC-8B89-67F3C73740DB}"/>
                </a:ext>
              </a:extLst>
            </p:cNvPr>
            <p:cNvSpPr/>
            <p:nvPr/>
          </p:nvSpPr>
          <p:spPr>
            <a:xfrm>
              <a:off x="6001517" y="4913596"/>
              <a:ext cx="200658" cy="2006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grpSp>
      <p:grpSp>
        <p:nvGrpSpPr>
          <p:cNvPr id="118" name="Группа 117">
            <a:extLst>
              <a:ext uri="{FF2B5EF4-FFF2-40B4-BE49-F238E27FC236}">
                <a16:creationId xmlns:a16="http://schemas.microsoft.com/office/drawing/2014/main" id="{BBE33B84-D37F-69B6-E817-EB285EA7EF5E}"/>
              </a:ext>
            </a:extLst>
          </p:cNvPr>
          <p:cNvGrpSpPr/>
          <p:nvPr/>
        </p:nvGrpSpPr>
        <p:grpSpPr>
          <a:xfrm>
            <a:off x="1034325" y="2612609"/>
            <a:ext cx="668177" cy="299979"/>
            <a:chOff x="1035887" y="2905778"/>
            <a:chExt cx="1085729" cy="397151"/>
          </a:xfrm>
        </p:grpSpPr>
        <p:sp>
          <p:nvSpPr>
            <p:cNvPr id="104" name="Прямоугольник: скругленные углы 103">
              <a:extLst>
                <a:ext uri="{FF2B5EF4-FFF2-40B4-BE49-F238E27FC236}">
                  <a16:creationId xmlns:a16="http://schemas.microsoft.com/office/drawing/2014/main" id="{05B892A8-058C-F61A-7E6A-78DC81F3992A}"/>
                </a:ext>
              </a:extLst>
            </p:cNvPr>
            <p:cNvSpPr/>
            <p:nvPr/>
          </p:nvSpPr>
          <p:spPr>
            <a:xfrm>
              <a:off x="1504857" y="3120903"/>
              <a:ext cx="54000" cy="182026"/>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5" name="Прямоугольник: скругленные углы 104">
              <a:extLst>
                <a:ext uri="{FF2B5EF4-FFF2-40B4-BE49-F238E27FC236}">
                  <a16:creationId xmlns:a16="http://schemas.microsoft.com/office/drawing/2014/main" id="{59752871-D080-F2BB-6EA1-5CB0BF0FADE0}"/>
                </a:ext>
              </a:extLst>
            </p:cNvPr>
            <p:cNvSpPr/>
            <p:nvPr/>
          </p:nvSpPr>
          <p:spPr>
            <a:xfrm>
              <a:off x="1411063" y="3133704"/>
              <a:ext cx="54000" cy="169223"/>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6" name="Прямоугольник: скругленные углы 105">
              <a:extLst>
                <a:ext uri="{FF2B5EF4-FFF2-40B4-BE49-F238E27FC236}">
                  <a16:creationId xmlns:a16="http://schemas.microsoft.com/office/drawing/2014/main" id="{4F7C6179-EB3A-9505-84F6-8D2EEEDA6EE6}"/>
                </a:ext>
              </a:extLst>
            </p:cNvPr>
            <p:cNvSpPr/>
            <p:nvPr/>
          </p:nvSpPr>
          <p:spPr>
            <a:xfrm>
              <a:off x="1317269" y="3149089"/>
              <a:ext cx="54000" cy="153839"/>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7" name="Прямоугольник: скругленные углы 106">
              <a:extLst>
                <a:ext uri="{FF2B5EF4-FFF2-40B4-BE49-F238E27FC236}">
                  <a16:creationId xmlns:a16="http://schemas.microsoft.com/office/drawing/2014/main" id="{9852EF8C-C564-049B-32B5-192893C3F008}"/>
                </a:ext>
              </a:extLst>
            </p:cNvPr>
            <p:cNvSpPr/>
            <p:nvPr/>
          </p:nvSpPr>
          <p:spPr>
            <a:xfrm>
              <a:off x="1223475" y="3164472"/>
              <a:ext cx="54000" cy="138455"/>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8" name="Прямоугольник: скругленные углы 107">
              <a:extLst>
                <a:ext uri="{FF2B5EF4-FFF2-40B4-BE49-F238E27FC236}">
                  <a16:creationId xmlns:a16="http://schemas.microsoft.com/office/drawing/2014/main" id="{E376741A-375D-A50E-AA3C-CF34725BD1FF}"/>
                </a:ext>
              </a:extLst>
            </p:cNvPr>
            <p:cNvSpPr/>
            <p:nvPr/>
          </p:nvSpPr>
          <p:spPr>
            <a:xfrm>
              <a:off x="1129681" y="3149086"/>
              <a:ext cx="54000" cy="153839"/>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9" name="Прямоугольник: скругленные углы 108">
              <a:extLst>
                <a:ext uri="{FF2B5EF4-FFF2-40B4-BE49-F238E27FC236}">
                  <a16:creationId xmlns:a16="http://schemas.microsoft.com/office/drawing/2014/main" id="{85935FFC-E49B-45A8-8F7D-FFE0FD02B5B2}"/>
                </a:ext>
              </a:extLst>
            </p:cNvPr>
            <p:cNvSpPr/>
            <p:nvPr/>
          </p:nvSpPr>
          <p:spPr>
            <a:xfrm>
              <a:off x="1035887" y="3195238"/>
              <a:ext cx="54000" cy="107687"/>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12" name="Прямоугольник: скругленные углы 111">
              <a:extLst>
                <a:ext uri="{FF2B5EF4-FFF2-40B4-BE49-F238E27FC236}">
                  <a16:creationId xmlns:a16="http://schemas.microsoft.com/office/drawing/2014/main" id="{E161A96F-6122-9773-7E92-39E63421E422}"/>
                </a:ext>
              </a:extLst>
            </p:cNvPr>
            <p:cNvSpPr/>
            <p:nvPr/>
          </p:nvSpPr>
          <p:spPr>
            <a:xfrm>
              <a:off x="2067616" y="2905778"/>
              <a:ext cx="54000" cy="397151"/>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13" name="Прямоугольник: скругленные углы 112">
              <a:extLst>
                <a:ext uri="{FF2B5EF4-FFF2-40B4-BE49-F238E27FC236}">
                  <a16:creationId xmlns:a16="http://schemas.microsoft.com/office/drawing/2014/main" id="{6469DB1C-21CF-8384-EFBC-F1FE605B3799}"/>
                </a:ext>
              </a:extLst>
            </p:cNvPr>
            <p:cNvSpPr/>
            <p:nvPr/>
          </p:nvSpPr>
          <p:spPr>
            <a:xfrm>
              <a:off x="1973827" y="2933708"/>
              <a:ext cx="54000" cy="369216"/>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14" name="Прямоугольник: скругленные углы 113">
              <a:extLst>
                <a:ext uri="{FF2B5EF4-FFF2-40B4-BE49-F238E27FC236}">
                  <a16:creationId xmlns:a16="http://schemas.microsoft.com/office/drawing/2014/main" id="{125B2FE9-A23D-6EA1-BB13-64F90742F02F}"/>
                </a:ext>
              </a:extLst>
            </p:cNvPr>
            <p:cNvSpPr/>
            <p:nvPr/>
          </p:nvSpPr>
          <p:spPr>
            <a:xfrm>
              <a:off x="1880033" y="2967276"/>
              <a:ext cx="54000" cy="335651"/>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15" name="Прямоугольник: скругленные углы 114">
              <a:extLst>
                <a:ext uri="{FF2B5EF4-FFF2-40B4-BE49-F238E27FC236}">
                  <a16:creationId xmlns:a16="http://schemas.microsoft.com/office/drawing/2014/main" id="{3DEF0ADB-E482-5AA2-079E-E9542240C6F5}"/>
                </a:ext>
              </a:extLst>
            </p:cNvPr>
            <p:cNvSpPr/>
            <p:nvPr/>
          </p:nvSpPr>
          <p:spPr>
            <a:xfrm>
              <a:off x="1786239" y="3000839"/>
              <a:ext cx="54000" cy="302086"/>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16" name="Прямоугольник: скругленные углы 115">
              <a:extLst>
                <a:ext uri="{FF2B5EF4-FFF2-40B4-BE49-F238E27FC236}">
                  <a16:creationId xmlns:a16="http://schemas.microsoft.com/office/drawing/2014/main" id="{FA69148D-313E-B369-8C17-E674EC12DD10}"/>
                </a:ext>
              </a:extLst>
            </p:cNvPr>
            <p:cNvSpPr/>
            <p:nvPr/>
          </p:nvSpPr>
          <p:spPr>
            <a:xfrm>
              <a:off x="1692445" y="2967269"/>
              <a:ext cx="54000" cy="335651"/>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17" name="Прямоугольник: скругленные углы 116">
              <a:extLst>
                <a:ext uri="{FF2B5EF4-FFF2-40B4-BE49-F238E27FC236}">
                  <a16:creationId xmlns:a16="http://schemas.microsoft.com/office/drawing/2014/main" id="{C339AA8C-7914-26D3-7B29-3EA1149832A9}"/>
                </a:ext>
              </a:extLst>
            </p:cNvPr>
            <p:cNvSpPr/>
            <p:nvPr/>
          </p:nvSpPr>
          <p:spPr>
            <a:xfrm>
              <a:off x="1598651" y="3067966"/>
              <a:ext cx="54000" cy="234955"/>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grpSp>
        <p:nvGrpSpPr>
          <p:cNvPr id="119" name="Группа 118">
            <a:extLst>
              <a:ext uri="{FF2B5EF4-FFF2-40B4-BE49-F238E27FC236}">
                <a16:creationId xmlns:a16="http://schemas.microsoft.com/office/drawing/2014/main" id="{AFAB38A2-B0B0-940A-2100-BAE8F25719A5}"/>
              </a:ext>
            </a:extLst>
          </p:cNvPr>
          <p:cNvGrpSpPr/>
          <p:nvPr/>
        </p:nvGrpSpPr>
        <p:grpSpPr>
          <a:xfrm>
            <a:off x="1034325" y="3050634"/>
            <a:ext cx="668177" cy="299979"/>
            <a:chOff x="1035887" y="2905778"/>
            <a:chExt cx="1085729" cy="397151"/>
          </a:xfrm>
          <a:solidFill>
            <a:schemeClr val="accent2"/>
          </a:solidFill>
        </p:grpSpPr>
        <p:sp>
          <p:nvSpPr>
            <p:cNvPr id="120" name="Прямоугольник: скругленные углы 119">
              <a:extLst>
                <a:ext uri="{FF2B5EF4-FFF2-40B4-BE49-F238E27FC236}">
                  <a16:creationId xmlns:a16="http://schemas.microsoft.com/office/drawing/2014/main" id="{1F040C08-ACB7-F762-1D7A-BD225F383670}"/>
                </a:ext>
              </a:extLst>
            </p:cNvPr>
            <p:cNvSpPr/>
            <p:nvPr/>
          </p:nvSpPr>
          <p:spPr>
            <a:xfrm>
              <a:off x="1504857" y="3120903"/>
              <a:ext cx="54000" cy="182026"/>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1" name="Прямоугольник: скругленные углы 120">
              <a:extLst>
                <a:ext uri="{FF2B5EF4-FFF2-40B4-BE49-F238E27FC236}">
                  <a16:creationId xmlns:a16="http://schemas.microsoft.com/office/drawing/2014/main" id="{B110C5BA-272A-40D9-5CB6-F6052E601585}"/>
                </a:ext>
              </a:extLst>
            </p:cNvPr>
            <p:cNvSpPr/>
            <p:nvPr/>
          </p:nvSpPr>
          <p:spPr>
            <a:xfrm>
              <a:off x="1411063" y="3133704"/>
              <a:ext cx="54000" cy="169223"/>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2" name="Прямоугольник: скругленные углы 121">
              <a:extLst>
                <a:ext uri="{FF2B5EF4-FFF2-40B4-BE49-F238E27FC236}">
                  <a16:creationId xmlns:a16="http://schemas.microsoft.com/office/drawing/2014/main" id="{F0B41A3D-330F-163F-70A0-B792ABF8C9E5}"/>
                </a:ext>
              </a:extLst>
            </p:cNvPr>
            <p:cNvSpPr/>
            <p:nvPr/>
          </p:nvSpPr>
          <p:spPr>
            <a:xfrm>
              <a:off x="1317269" y="3149089"/>
              <a:ext cx="54000" cy="153839"/>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3" name="Прямоугольник: скругленные углы 122">
              <a:extLst>
                <a:ext uri="{FF2B5EF4-FFF2-40B4-BE49-F238E27FC236}">
                  <a16:creationId xmlns:a16="http://schemas.microsoft.com/office/drawing/2014/main" id="{CFEDC926-E181-C4E7-9A17-0F80244F32E6}"/>
                </a:ext>
              </a:extLst>
            </p:cNvPr>
            <p:cNvSpPr/>
            <p:nvPr/>
          </p:nvSpPr>
          <p:spPr>
            <a:xfrm>
              <a:off x="1223475" y="3164472"/>
              <a:ext cx="54000" cy="138455"/>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4" name="Прямоугольник: скругленные углы 123">
              <a:extLst>
                <a:ext uri="{FF2B5EF4-FFF2-40B4-BE49-F238E27FC236}">
                  <a16:creationId xmlns:a16="http://schemas.microsoft.com/office/drawing/2014/main" id="{DB443292-AD19-0D58-CAF5-A11E32180789}"/>
                </a:ext>
              </a:extLst>
            </p:cNvPr>
            <p:cNvSpPr/>
            <p:nvPr/>
          </p:nvSpPr>
          <p:spPr>
            <a:xfrm>
              <a:off x="1129681" y="3149086"/>
              <a:ext cx="54000" cy="153839"/>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5" name="Прямоугольник: скругленные углы 124">
              <a:extLst>
                <a:ext uri="{FF2B5EF4-FFF2-40B4-BE49-F238E27FC236}">
                  <a16:creationId xmlns:a16="http://schemas.microsoft.com/office/drawing/2014/main" id="{18933E95-7E09-B181-3338-2FAB16AB7B87}"/>
                </a:ext>
              </a:extLst>
            </p:cNvPr>
            <p:cNvSpPr/>
            <p:nvPr/>
          </p:nvSpPr>
          <p:spPr>
            <a:xfrm>
              <a:off x="1035887" y="3195238"/>
              <a:ext cx="54000" cy="107687"/>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6" name="Прямоугольник: скругленные углы 125">
              <a:extLst>
                <a:ext uri="{FF2B5EF4-FFF2-40B4-BE49-F238E27FC236}">
                  <a16:creationId xmlns:a16="http://schemas.microsoft.com/office/drawing/2014/main" id="{AD66B465-014C-C329-98B7-AF06C7F06378}"/>
                </a:ext>
              </a:extLst>
            </p:cNvPr>
            <p:cNvSpPr/>
            <p:nvPr/>
          </p:nvSpPr>
          <p:spPr>
            <a:xfrm>
              <a:off x="2067616" y="2905778"/>
              <a:ext cx="54000" cy="397151"/>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7" name="Прямоугольник: скругленные углы 126">
              <a:extLst>
                <a:ext uri="{FF2B5EF4-FFF2-40B4-BE49-F238E27FC236}">
                  <a16:creationId xmlns:a16="http://schemas.microsoft.com/office/drawing/2014/main" id="{FA746B9F-DBDE-FA34-C410-DC4B9428C195}"/>
                </a:ext>
              </a:extLst>
            </p:cNvPr>
            <p:cNvSpPr/>
            <p:nvPr/>
          </p:nvSpPr>
          <p:spPr>
            <a:xfrm>
              <a:off x="1973827" y="2933708"/>
              <a:ext cx="54000" cy="369216"/>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8" name="Прямоугольник: скругленные углы 127">
              <a:extLst>
                <a:ext uri="{FF2B5EF4-FFF2-40B4-BE49-F238E27FC236}">
                  <a16:creationId xmlns:a16="http://schemas.microsoft.com/office/drawing/2014/main" id="{7D3EB1F0-8030-89F6-6CE6-8A0FCFAE9983}"/>
                </a:ext>
              </a:extLst>
            </p:cNvPr>
            <p:cNvSpPr/>
            <p:nvPr/>
          </p:nvSpPr>
          <p:spPr>
            <a:xfrm>
              <a:off x="1880033" y="2967276"/>
              <a:ext cx="54000" cy="335651"/>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9" name="Прямоугольник: скругленные углы 128">
              <a:extLst>
                <a:ext uri="{FF2B5EF4-FFF2-40B4-BE49-F238E27FC236}">
                  <a16:creationId xmlns:a16="http://schemas.microsoft.com/office/drawing/2014/main" id="{BA6CFCDA-6577-FA5C-8C5E-F54A7F1F045D}"/>
                </a:ext>
              </a:extLst>
            </p:cNvPr>
            <p:cNvSpPr/>
            <p:nvPr/>
          </p:nvSpPr>
          <p:spPr>
            <a:xfrm>
              <a:off x="1786239" y="3000839"/>
              <a:ext cx="54000" cy="302086"/>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0" name="Прямоугольник: скругленные углы 129">
              <a:extLst>
                <a:ext uri="{FF2B5EF4-FFF2-40B4-BE49-F238E27FC236}">
                  <a16:creationId xmlns:a16="http://schemas.microsoft.com/office/drawing/2014/main" id="{A21CF1FC-65C2-E129-E7F1-ABEA742844B3}"/>
                </a:ext>
              </a:extLst>
            </p:cNvPr>
            <p:cNvSpPr/>
            <p:nvPr/>
          </p:nvSpPr>
          <p:spPr>
            <a:xfrm>
              <a:off x="1692445" y="2967269"/>
              <a:ext cx="54000" cy="335651"/>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1" name="Прямоугольник: скругленные углы 130">
              <a:extLst>
                <a:ext uri="{FF2B5EF4-FFF2-40B4-BE49-F238E27FC236}">
                  <a16:creationId xmlns:a16="http://schemas.microsoft.com/office/drawing/2014/main" id="{60007C53-AC1A-67E8-1973-D1A329E235F9}"/>
                </a:ext>
              </a:extLst>
            </p:cNvPr>
            <p:cNvSpPr/>
            <p:nvPr/>
          </p:nvSpPr>
          <p:spPr>
            <a:xfrm>
              <a:off x="1598651" y="3067966"/>
              <a:ext cx="54000" cy="234955"/>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sp>
        <p:nvSpPr>
          <p:cNvPr id="132" name="Прямоугольник: скругленные углы 131">
            <a:extLst>
              <a:ext uri="{FF2B5EF4-FFF2-40B4-BE49-F238E27FC236}">
                <a16:creationId xmlns:a16="http://schemas.microsoft.com/office/drawing/2014/main" id="{F5CEF558-53A9-1E48-ECDD-70C959CDA4FC}"/>
              </a:ext>
            </a:extLst>
          </p:cNvPr>
          <p:cNvSpPr/>
          <p:nvPr/>
        </p:nvSpPr>
        <p:spPr>
          <a:xfrm>
            <a:off x="1942944" y="2677164"/>
            <a:ext cx="888218" cy="235352"/>
          </a:xfrm>
          <a:prstGeom prst="roundRect">
            <a:avLst>
              <a:gd name="adj" fmla="val 9861"/>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3" name="Прямоугольник: скругленные углы 132">
            <a:extLst>
              <a:ext uri="{FF2B5EF4-FFF2-40B4-BE49-F238E27FC236}">
                <a16:creationId xmlns:a16="http://schemas.microsoft.com/office/drawing/2014/main" id="{04529F77-435E-A07B-441A-D68FAB3368D7}"/>
              </a:ext>
            </a:extLst>
          </p:cNvPr>
          <p:cNvSpPr/>
          <p:nvPr/>
        </p:nvSpPr>
        <p:spPr>
          <a:xfrm>
            <a:off x="1942944" y="2940290"/>
            <a:ext cx="888218" cy="51801"/>
          </a:xfrm>
          <a:prstGeom prst="roundRect">
            <a:avLst>
              <a:gd name="adj" fmla="val 31698"/>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4" name="Прямоугольник: скругленные углы 133">
            <a:extLst>
              <a:ext uri="{FF2B5EF4-FFF2-40B4-BE49-F238E27FC236}">
                <a16:creationId xmlns:a16="http://schemas.microsoft.com/office/drawing/2014/main" id="{CE90BFFA-4A20-7BAA-C8CB-4A919A629E83}"/>
              </a:ext>
            </a:extLst>
          </p:cNvPr>
          <p:cNvSpPr/>
          <p:nvPr/>
        </p:nvSpPr>
        <p:spPr>
          <a:xfrm>
            <a:off x="1942944" y="3115254"/>
            <a:ext cx="888218" cy="235352"/>
          </a:xfrm>
          <a:prstGeom prst="roundRect">
            <a:avLst>
              <a:gd name="adj" fmla="val 98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5" name="Прямоугольник: скругленные углы 134">
            <a:extLst>
              <a:ext uri="{FF2B5EF4-FFF2-40B4-BE49-F238E27FC236}">
                <a16:creationId xmlns:a16="http://schemas.microsoft.com/office/drawing/2014/main" id="{6218CD70-1B4B-1406-BAA1-9D1B9DA8C8C9}"/>
              </a:ext>
            </a:extLst>
          </p:cNvPr>
          <p:cNvSpPr/>
          <p:nvPr/>
        </p:nvSpPr>
        <p:spPr>
          <a:xfrm>
            <a:off x="4265494" y="2596310"/>
            <a:ext cx="945906" cy="51801"/>
          </a:xfrm>
          <a:prstGeom prst="roundRect">
            <a:avLst>
              <a:gd name="adj" fmla="val 31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136" name="Группа 135">
            <a:extLst>
              <a:ext uri="{FF2B5EF4-FFF2-40B4-BE49-F238E27FC236}">
                <a16:creationId xmlns:a16="http://schemas.microsoft.com/office/drawing/2014/main" id="{9C5E1328-E3F9-4D2E-664B-1EC4B890786E}"/>
              </a:ext>
            </a:extLst>
          </p:cNvPr>
          <p:cNvGrpSpPr/>
          <p:nvPr/>
        </p:nvGrpSpPr>
        <p:grpSpPr>
          <a:xfrm>
            <a:off x="3530043" y="2612609"/>
            <a:ext cx="668177" cy="299979"/>
            <a:chOff x="1035887" y="2905778"/>
            <a:chExt cx="1085729" cy="397151"/>
          </a:xfrm>
        </p:grpSpPr>
        <p:sp>
          <p:nvSpPr>
            <p:cNvPr id="137" name="Прямоугольник: скругленные углы 136">
              <a:extLst>
                <a:ext uri="{FF2B5EF4-FFF2-40B4-BE49-F238E27FC236}">
                  <a16:creationId xmlns:a16="http://schemas.microsoft.com/office/drawing/2014/main" id="{74CA3A01-D029-C5AC-7934-BC4ED2A2253C}"/>
                </a:ext>
              </a:extLst>
            </p:cNvPr>
            <p:cNvSpPr/>
            <p:nvPr/>
          </p:nvSpPr>
          <p:spPr>
            <a:xfrm>
              <a:off x="1504857" y="3120903"/>
              <a:ext cx="54000" cy="182026"/>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8" name="Прямоугольник: скругленные углы 137">
              <a:extLst>
                <a:ext uri="{FF2B5EF4-FFF2-40B4-BE49-F238E27FC236}">
                  <a16:creationId xmlns:a16="http://schemas.microsoft.com/office/drawing/2014/main" id="{82B942B2-2750-93A6-816D-A935981779EE}"/>
                </a:ext>
              </a:extLst>
            </p:cNvPr>
            <p:cNvSpPr/>
            <p:nvPr/>
          </p:nvSpPr>
          <p:spPr>
            <a:xfrm>
              <a:off x="1411063" y="3133704"/>
              <a:ext cx="54000" cy="169223"/>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9" name="Прямоугольник: скругленные углы 138">
              <a:extLst>
                <a:ext uri="{FF2B5EF4-FFF2-40B4-BE49-F238E27FC236}">
                  <a16:creationId xmlns:a16="http://schemas.microsoft.com/office/drawing/2014/main" id="{1877E2A0-536A-C4C8-BE65-CFDB06BAE6C3}"/>
                </a:ext>
              </a:extLst>
            </p:cNvPr>
            <p:cNvSpPr/>
            <p:nvPr/>
          </p:nvSpPr>
          <p:spPr>
            <a:xfrm>
              <a:off x="1317269" y="3149089"/>
              <a:ext cx="54000" cy="153839"/>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0" name="Прямоугольник: скругленные углы 139">
              <a:extLst>
                <a:ext uri="{FF2B5EF4-FFF2-40B4-BE49-F238E27FC236}">
                  <a16:creationId xmlns:a16="http://schemas.microsoft.com/office/drawing/2014/main" id="{FA7BD942-9090-14A1-801F-0A0CA04CE61A}"/>
                </a:ext>
              </a:extLst>
            </p:cNvPr>
            <p:cNvSpPr/>
            <p:nvPr/>
          </p:nvSpPr>
          <p:spPr>
            <a:xfrm>
              <a:off x="1223475" y="3164472"/>
              <a:ext cx="54000" cy="138455"/>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1" name="Прямоугольник: скругленные углы 140">
              <a:extLst>
                <a:ext uri="{FF2B5EF4-FFF2-40B4-BE49-F238E27FC236}">
                  <a16:creationId xmlns:a16="http://schemas.microsoft.com/office/drawing/2014/main" id="{0C6F35FB-5104-9A5F-562F-CF3414395F7D}"/>
                </a:ext>
              </a:extLst>
            </p:cNvPr>
            <p:cNvSpPr/>
            <p:nvPr/>
          </p:nvSpPr>
          <p:spPr>
            <a:xfrm>
              <a:off x="1129681" y="3149086"/>
              <a:ext cx="54000" cy="153839"/>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2" name="Прямоугольник: скругленные углы 141">
              <a:extLst>
                <a:ext uri="{FF2B5EF4-FFF2-40B4-BE49-F238E27FC236}">
                  <a16:creationId xmlns:a16="http://schemas.microsoft.com/office/drawing/2014/main" id="{FE6600D5-F555-5613-B05F-89E125D6FC23}"/>
                </a:ext>
              </a:extLst>
            </p:cNvPr>
            <p:cNvSpPr/>
            <p:nvPr/>
          </p:nvSpPr>
          <p:spPr>
            <a:xfrm>
              <a:off x="1035887" y="3195238"/>
              <a:ext cx="54000" cy="107687"/>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3" name="Прямоугольник: скругленные углы 142">
              <a:extLst>
                <a:ext uri="{FF2B5EF4-FFF2-40B4-BE49-F238E27FC236}">
                  <a16:creationId xmlns:a16="http://schemas.microsoft.com/office/drawing/2014/main" id="{25CF9805-0704-8D44-5C28-A3BD5295AC3E}"/>
                </a:ext>
              </a:extLst>
            </p:cNvPr>
            <p:cNvSpPr/>
            <p:nvPr/>
          </p:nvSpPr>
          <p:spPr>
            <a:xfrm>
              <a:off x="2067616" y="2905778"/>
              <a:ext cx="54000" cy="397151"/>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4" name="Прямоугольник: скругленные углы 143">
              <a:extLst>
                <a:ext uri="{FF2B5EF4-FFF2-40B4-BE49-F238E27FC236}">
                  <a16:creationId xmlns:a16="http://schemas.microsoft.com/office/drawing/2014/main" id="{30C61F32-B404-1AFD-DB06-F7F9D1CA9044}"/>
                </a:ext>
              </a:extLst>
            </p:cNvPr>
            <p:cNvSpPr/>
            <p:nvPr/>
          </p:nvSpPr>
          <p:spPr>
            <a:xfrm>
              <a:off x="1973827" y="2933708"/>
              <a:ext cx="54000" cy="369216"/>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5" name="Прямоугольник: скругленные углы 144">
              <a:extLst>
                <a:ext uri="{FF2B5EF4-FFF2-40B4-BE49-F238E27FC236}">
                  <a16:creationId xmlns:a16="http://schemas.microsoft.com/office/drawing/2014/main" id="{4DD0F442-9114-BB47-8A7C-D5BCC9FFB604}"/>
                </a:ext>
              </a:extLst>
            </p:cNvPr>
            <p:cNvSpPr/>
            <p:nvPr/>
          </p:nvSpPr>
          <p:spPr>
            <a:xfrm>
              <a:off x="1880033" y="2967276"/>
              <a:ext cx="54000" cy="335651"/>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6" name="Прямоугольник: скругленные углы 145">
              <a:extLst>
                <a:ext uri="{FF2B5EF4-FFF2-40B4-BE49-F238E27FC236}">
                  <a16:creationId xmlns:a16="http://schemas.microsoft.com/office/drawing/2014/main" id="{C1AFBA9C-7BF9-20C7-7926-03E00682ABF4}"/>
                </a:ext>
              </a:extLst>
            </p:cNvPr>
            <p:cNvSpPr/>
            <p:nvPr/>
          </p:nvSpPr>
          <p:spPr>
            <a:xfrm>
              <a:off x="1786239" y="3000839"/>
              <a:ext cx="54000" cy="302086"/>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7" name="Прямоугольник: скругленные углы 146">
              <a:extLst>
                <a:ext uri="{FF2B5EF4-FFF2-40B4-BE49-F238E27FC236}">
                  <a16:creationId xmlns:a16="http://schemas.microsoft.com/office/drawing/2014/main" id="{328C52EC-C929-20C4-11B6-9E80BBAEB0FA}"/>
                </a:ext>
              </a:extLst>
            </p:cNvPr>
            <p:cNvSpPr/>
            <p:nvPr/>
          </p:nvSpPr>
          <p:spPr>
            <a:xfrm>
              <a:off x="1692445" y="2967269"/>
              <a:ext cx="54000" cy="335651"/>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8" name="Прямоугольник: скругленные углы 147">
              <a:extLst>
                <a:ext uri="{FF2B5EF4-FFF2-40B4-BE49-F238E27FC236}">
                  <a16:creationId xmlns:a16="http://schemas.microsoft.com/office/drawing/2014/main" id="{B3B252E7-E08C-A78B-6937-652101BA28B5}"/>
                </a:ext>
              </a:extLst>
            </p:cNvPr>
            <p:cNvSpPr/>
            <p:nvPr/>
          </p:nvSpPr>
          <p:spPr>
            <a:xfrm>
              <a:off x="1598651" y="3067966"/>
              <a:ext cx="54000" cy="234955"/>
            </a:xfrm>
            <a:prstGeom prst="roundRect">
              <a:avLst>
                <a:gd name="adj" fmla="val 2851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grpSp>
        <p:nvGrpSpPr>
          <p:cNvPr id="149" name="Группа 148">
            <a:extLst>
              <a:ext uri="{FF2B5EF4-FFF2-40B4-BE49-F238E27FC236}">
                <a16:creationId xmlns:a16="http://schemas.microsoft.com/office/drawing/2014/main" id="{A82D27E4-3736-5DA0-4BDF-D32A9F3578E8}"/>
              </a:ext>
            </a:extLst>
          </p:cNvPr>
          <p:cNvGrpSpPr/>
          <p:nvPr/>
        </p:nvGrpSpPr>
        <p:grpSpPr>
          <a:xfrm>
            <a:off x="3530043" y="3050634"/>
            <a:ext cx="668177" cy="299979"/>
            <a:chOff x="1035887" y="2905778"/>
            <a:chExt cx="1085729" cy="397151"/>
          </a:xfrm>
          <a:solidFill>
            <a:schemeClr val="accent2"/>
          </a:solidFill>
        </p:grpSpPr>
        <p:sp>
          <p:nvSpPr>
            <p:cNvPr id="150" name="Прямоугольник: скругленные углы 149">
              <a:extLst>
                <a:ext uri="{FF2B5EF4-FFF2-40B4-BE49-F238E27FC236}">
                  <a16:creationId xmlns:a16="http://schemas.microsoft.com/office/drawing/2014/main" id="{B42A6FE2-E202-FD41-5862-0B13E56882DA}"/>
                </a:ext>
              </a:extLst>
            </p:cNvPr>
            <p:cNvSpPr/>
            <p:nvPr/>
          </p:nvSpPr>
          <p:spPr>
            <a:xfrm>
              <a:off x="1504857" y="3120903"/>
              <a:ext cx="54000" cy="182026"/>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1" name="Прямоугольник: скругленные углы 150">
              <a:extLst>
                <a:ext uri="{FF2B5EF4-FFF2-40B4-BE49-F238E27FC236}">
                  <a16:creationId xmlns:a16="http://schemas.microsoft.com/office/drawing/2014/main" id="{EF51090A-0325-FC5A-28A9-245F151E8F2A}"/>
                </a:ext>
              </a:extLst>
            </p:cNvPr>
            <p:cNvSpPr/>
            <p:nvPr/>
          </p:nvSpPr>
          <p:spPr>
            <a:xfrm>
              <a:off x="1411063" y="3133704"/>
              <a:ext cx="54000" cy="169223"/>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2" name="Прямоугольник: скругленные углы 151">
              <a:extLst>
                <a:ext uri="{FF2B5EF4-FFF2-40B4-BE49-F238E27FC236}">
                  <a16:creationId xmlns:a16="http://schemas.microsoft.com/office/drawing/2014/main" id="{14FCA4A7-C4CB-9764-B51B-EC73F7727677}"/>
                </a:ext>
              </a:extLst>
            </p:cNvPr>
            <p:cNvSpPr/>
            <p:nvPr/>
          </p:nvSpPr>
          <p:spPr>
            <a:xfrm>
              <a:off x="1317269" y="3149089"/>
              <a:ext cx="54000" cy="153839"/>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3" name="Прямоугольник: скругленные углы 152">
              <a:extLst>
                <a:ext uri="{FF2B5EF4-FFF2-40B4-BE49-F238E27FC236}">
                  <a16:creationId xmlns:a16="http://schemas.microsoft.com/office/drawing/2014/main" id="{B989E4DA-C99D-9A57-8690-51CBE611FE14}"/>
                </a:ext>
              </a:extLst>
            </p:cNvPr>
            <p:cNvSpPr/>
            <p:nvPr/>
          </p:nvSpPr>
          <p:spPr>
            <a:xfrm>
              <a:off x="1223475" y="3164472"/>
              <a:ext cx="54000" cy="138455"/>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4" name="Прямоугольник: скругленные углы 153">
              <a:extLst>
                <a:ext uri="{FF2B5EF4-FFF2-40B4-BE49-F238E27FC236}">
                  <a16:creationId xmlns:a16="http://schemas.microsoft.com/office/drawing/2014/main" id="{5144A976-F6D0-3EF3-2552-2CA178EBF548}"/>
                </a:ext>
              </a:extLst>
            </p:cNvPr>
            <p:cNvSpPr/>
            <p:nvPr/>
          </p:nvSpPr>
          <p:spPr>
            <a:xfrm>
              <a:off x="1129681" y="3149086"/>
              <a:ext cx="54000" cy="153839"/>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5" name="Прямоугольник: скругленные углы 154">
              <a:extLst>
                <a:ext uri="{FF2B5EF4-FFF2-40B4-BE49-F238E27FC236}">
                  <a16:creationId xmlns:a16="http://schemas.microsoft.com/office/drawing/2014/main" id="{CDC45BFC-71BE-5841-3030-714E59C69CD7}"/>
                </a:ext>
              </a:extLst>
            </p:cNvPr>
            <p:cNvSpPr/>
            <p:nvPr/>
          </p:nvSpPr>
          <p:spPr>
            <a:xfrm>
              <a:off x="1035887" y="3195238"/>
              <a:ext cx="54000" cy="107687"/>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6" name="Прямоугольник: скругленные углы 155">
              <a:extLst>
                <a:ext uri="{FF2B5EF4-FFF2-40B4-BE49-F238E27FC236}">
                  <a16:creationId xmlns:a16="http://schemas.microsoft.com/office/drawing/2014/main" id="{EF79F59E-9381-91F9-1091-50683FF663EC}"/>
                </a:ext>
              </a:extLst>
            </p:cNvPr>
            <p:cNvSpPr/>
            <p:nvPr/>
          </p:nvSpPr>
          <p:spPr>
            <a:xfrm>
              <a:off x="2067616" y="2905778"/>
              <a:ext cx="54000" cy="397151"/>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7" name="Прямоугольник: скругленные углы 156">
              <a:extLst>
                <a:ext uri="{FF2B5EF4-FFF2-40B4-BE49-F238E27FC236}">
                  <a16:creationId xmlns:a16="http://schemas.microsoft.com/office/drawing/2014/main" id="{353BA0E7-9769-9FFA-66D2-F0DEAF1D9691}"/>
                </a:ext>
              </a:extLst>
            </p:cNvPr>
            <p:cNvSpPr/>
            <p:nvPr/>
          </p:nvSpPr>
          <p:spPr>
            <a:xfrm>
              <a:off x="1973827" y="2933708"/>
              <a:ext cx="54000" cy="369216"/>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8" name="Прямоугольник: скругленные углы 157">
              <a:extLst>
                <a:ext uri="{FF2B5EF4-FFF2-40B4-BE49-F238E27FC236}">
                  <a16:creationId xmlns:a16="http://schemas.microsoft.com/office/drawing/2014/main" id="{01E5D614-569B-4BA8-D391-E20041C93CE8}"/>
                </a:ext>
              </a:extLst>
            </p:cNvPr>
            <p:cNvSpPr/>
            <p:nvPr/>
          </p:nvSpPr>
          <p:spPr>
            <a:xfrm>
              <a:off x="1880033" y="2967276"/>
              <a:ext cx="54000" cy="335651"/>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9" name="Прямоугольник: скругленные углы 158">
              <a:extLst>
                <a:ext uri="{FF2B5EF4-FFF2-40B4-BE49-F238E27FC236}">
                  <a16:creationId xmlns:a16="http://schemas.microsoft.com/office/drawing/2014/main" id="{E4AE3F6B-20DC-7E64-4EBF-4380EC9A5C9A}"/>
                </a:ext>
              </a:extLst>
            </p:cNvPr>
            <p:cNvSpPr/>
            <p:nvPr/>
          </p:nvSpPr>
          <p:spPr>
            <a:xfrm>
              <a:off x="1786239" y="3000839"/>
              <a:ext cx="54000" cy="302086"/>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0" name="Прямоугольник: скругленные углы 159">
              <a:extLst>
                <a:ext uri="{FF2B5EF4-FFF2-40B4-BE49-F238E27FC236}">
                  <a16:creationId xmlns:a16="http://schemas.microsoft.com/office/drawing/2014/main" id="{6CBFCD6E-144A-8AD7-F562-97D476929CCA}"/>
                </a:ext>
              </a:extLst>
            </p:cNvPr>
            <p:cNvSpPr/>
            <p:nvPr/>
          </p:nvSpPr>
          <p:spPr>
            <a:xfrm>
              <a:off x="1692445" y="2967269"/>
              <a:ext cx="54000" cy="335651"/>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1" name="Прямоугольник: скругленные углы 160">
              <a:extLst>
                <a:ext uri="{FF2B5EF4-FFF2-40B4-BE49-F238E27FC236}">
                  <a16:creationId xmlns:a16="http://schemas.microsoft.com/office/drawing/2014/main" id="{B37043B3-C476-9C9F-BB0C-D36669B0E6D5}"/>
                </a:ext>
              </a:extLst>
            </p:cNvPr>
            <p:cNvSpPr/>
            <p:nvPr/>
          </p:nvSpPr>
          <p:spPr>
            <a:xfrm>
              <a:off x="1598651" y="3067966"/>
              <a:ext cx="54000" cy="234955"/>
            </a:xfrm>
            <a:prstGeom prst="roundRect">
              <a:avLst>
                <a:gd name="adj" fmla="val 2851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sp>
        <p:nvSpPr>
          <p:cNvPr id="162" name="Прямоугольник: скругленные углы 161">
            <a:extLst>
              <a:ext uri="{FF2B5EF4-FFF2-40B4-BE49-F238E27FC236}">
                <a16:creationId xmlns:a16="http://schemas.microsoft.com/office/drawing/2014/main" id="{398A56AB-9DB1-F882-4FAA-50B477149F53}"/>
              </a:ext>
            </a:extLst>
          </p:cNvPr>
          <p:cNvSpPr/>
          <p:nvPr/>
        </p:nvSpPr>
        <p:spPr>
          <a:xfrm>
            <a:off x="4265494" y="2677164"/>
            <a:ext cx="945906" cy="235352"/>
          </a:xfrm>
          <a:prstGeom prst="roundRect">
            <a:avLst>
              <a:gd name="adj" fmla="val 9861"/>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3" name="Прямоугольник: скругленные углы 162">
            <a:extLst>
              <a:ext uri="{FF2B5EF4-FFF2-40B4-BE49-F238E27FC236}">
                <a16:creationId xmlns:a16="http://schemas.microsoft.com/office/drawing/2014/main" id="{DB5BAD6D-62A0-4165-8BD5-C0F2044777BD}"/>
              </a:ext>
            </a:extLst>
          </p:cNvPr>
          <p:cNvSpPr/>
          <p:nvPr/>
        </p:nvSpPr>
        <p:spPr>
          <a:xfrm>
            <a:off x="4265494" y="3039003"/>
            <a:ext cx="945906" cy="51801"/>
          </a:xfrm>
          <a:prstGeom prst="roundRect">
            <a:avLst>
              <a:gd name="adj" fmla="val 31698"/>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4" name="Прямоугольник: скругленные углы 163">
            <a:extLst>
              <a:ext uri="{FF2B5EF4-FFF2-40B4-BE49-F238E27FC236}">
                <a16:creationId xmlns:a16="http://schemas.microsoft.com/office/drawing/2014/main" id="{C31BDC8D-947A-0A88-85D6-F0E8CC595F07}"/>
              </a:ext>
            </a:extLst>
          </p:cNvPr>
          <p:cNvSpPr/>
          <p:nvPr/>
        </p:nvSpPr>
        <p:spPr>
          <a:xfrm>
            <a:off x="4265494" y="3115254"/>
            <a:ext cx="945906" cy="235352"/>
          </a:xfrm>
          <a:prstGeom prst="roundRect">
            <a:avLst>
              <a:gd name="adj" fmla="val 98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5" name="TextBox 164">
            <a:extLst>
              <a:ext uri="{FF2B5EF4-FFF2-40B4-BE49-F238E27FC236}">
                <a16:creationId xmlns:a16="http://schemas.microsoft.com/office/drawing/2014/main" id="{A679F7A6-1A06-F21E-66A6-B72275E1A6EE}"/>
              </a:ext>
            </a:extLst>
          </p:cNvPr>
          <p:cNvSpPr txBox="1"/>
          <p:nvPr/>
        </p:nvSpPr>
        <p:spPr>
          <a:xfrm>
            <a:off x="6495128" y="1778467"/>
            <a:ext cx="4508432" cy="362391"/>
          </a:xfrm>
          <a:prstGeom prst="rect">
            <a:avLst/>
          </a:prstGeom>
          <a:noFill/>
        </p:spPr>
        <p:txBody>
          <a:bodyPr wrap="square" lIns="0" tIns="0" rIns="0" bIns="0" rtlCol="0">
            <a:noAutofit/>
          </a:bodyPr>
          <a:lstStyle/>
          <a:p>
            <a:pPr algn="l"/>
            <a:r>
              <a:rPr lang="ru-RU" sz="1200"/>
              <a:t>Используй одинаковые элементы на всех слайдах, чтобы слайды смотрелись единым целым. Например: </a:t>
            </a:r>
          </a:p>
        </p:txBody>
      </p:sp>
      <p:sp>
        <p:nvSpPr>
          <p:cNvPr id="240" name="TextBox 239">
            <a:extLst>
              <a:ext uri="{FF2B5EF4-FFF2-40B4-BE49-F238E27FC236}">
                <a16:creationId xmlns:a16="http://schemas.microsoft.com/office/drawing/2014/main" id="{39E0A35D-9DC4-F26C-148F-046E2626C1CB}"/>
              </a:ext>
            </a:extLst>
          </p:cNvPr>
          <p:cNvSpPr txBox="1"/>
          <p:nvPr/>
        </p:nvSpPr>
        <p:spPr>
          <a:xfrm>
            <a:off x="6495127" y="4344325"/>
            <a:ext cx="4892421" cy="362391"/>
          </a:xfrm>
          <a:prstGeom prst="rect">
            <a:avLst/>
          </a:prstGeom>
          <a:noFill/>
        </p:spPr>
        <p:txBody>
          <a:bodyPr wrap="square" lIns="0" tIns="0" rIns="0" bIns="0" rtlCol="0">
            <a:noAutofit/>
          </a:bodyPr>
          <a:lstStyle/>
          <a:p>
            <a:pPr algn="l"/>
            <a:r>
              <a:rPr lang="ru-RU" sz="1200"/>
              <a:t>Старайся делать так, чтобы разные по смыслу элементы отличались по размеру и цвету. Не забывай про читаемость текста.</a:t>
            </a:r>
          </a:p>
        </p:txBody>
      </p:sp>
      <p:sp>
        <p:nvSpPr>
          <p:cNvPr id="241" name="Прямоугольник: скругленные углы 240">
            <a:extLst>
              <a:ext uri="{FF2B5EF4-FFF2-40B4-BE49-F238E27FC236}">
                <a16:creationId xmlns:a16="http://schemas.microsoft.com/office/drawing/2014/main" id="{A398F13B-2348-20D5-34D2-76370859FA83}"/>
              </a:ext>
            </a:extLst>
          </p:cNvPr>
          <p:cNvSpPr/>
          <p:nvPr/>
        </p:nvSpPr>
        <p:spPr>
          <a:xfrm>
            <a:off x="6495228" y="4865868"/>
            <a:ext cx="2211900" cy="1231796"/>
          </a:xfrm>
          <a:prstGeom prst="roundRect">
            <a:avLst>
              <a:gd name="adj" fmla="val 108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46" name="Прямоугольник: скругленные углы 245">
            <a:extLst>
              <a:ext uri="{FF2B5EF4-FFF2-40B4-BE49-F238E27FC236}">
                <a16:creationId xmlns:a16="http://schemas.microsoft.com/office/drawing/2014/main" id="{09BFBB8F-816E-39A4-2790-DBDD36A2881D}"/>
              </a:ext>
            </a:extLst>
          </p:cNvPr>
          <p:cNvSpPr/>
          <p:nvPr/>
        </p:nvSpPr>
        <p:spPr>
          <a:xfrm>
            <a:off x="8990554" y="4865868"/>
            <a:ext cx="2211900" cy="1231796"/>
          </a:xfrm>
          <a:prstGeom prst="roundRect">
            <a:avLst>
              <a:gd name="adj" fmla="val 1080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250" name="Группа 249">
            <a:extLst>
              <a:ext uri="{FF2B5EF4-FFF2-40B4-BE49-F238E27FC236}">
                <a16:creationId xmlns:a16="http://schemas.microsoft.com/office/drawing/2014/main" id="{737C9AEF-0E59-184A-B878-9837479FDF24}"/>
              </a:ext>
            </a:extLst>
          </p:cNvPr>
          <p:cNvGrpSpPr/>
          <p:nvPr/>
        </p:nvGrpSpPr>
        <p:grpSpPr>
          <a:xfrm>
            <a:off x="8557677" y="4803880"/>
            <a:ext cx="219534" cy="219534"/>
            <a:chOff x="2921935" y="4875623"/>
            <a:chExt cx="200658" cy="200658"/>
          </a:xfrm>
        </p:grpSpPr>
        <p:sp>
          <p:nvSpPr>
            <p:cNvPr id="251" name="Овал 250">
              <a:extLst>
                <a:ext uri="{FF2B5EF4-FFF2-40B4-BE49-F238E27FC236}">
                  <a16:creationId xmlns:a16="http://schemas.microsoft.com/office/drawing/2014/main" id="{679C078B-9114-0981-C200-C6A6786B359E}"/>
                </a:ext>
              </a:extLst>
            </p:cNvPr>
            <p:cNvSpPr/>
            <p:nvPr/>
          </p:nvSpPr>
          <p:spPr>
            <a:xfrm>
              <a:off x="2976334" y="4919464"/>
              <a:ext cx="112976" cy="1129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52" name="Рисунок 55">
              <a:extLst>
                <a:ext uri="{FF2B5EF4-FFF2-40B4-BE49-F238E27FC236}">
                  <a16:creationId xmlns:a16="http://schemas.microsoft.com/office/drawing/2014/main" id="{2B3DC0BB-6422-F164-C9E5-89F1D31F15A9}"/>
                </a:ext>
              </a:extLst>
            </p:cNvPr>
            <p:cNvSpPr/>
            <p:nvPr/>
          </p:nvSpPr>
          <p:spPr>
            <a:xfrm>
              <a:off x="2921935" y="4875623"/>
              <a:ext cx="200658" cy="2006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3410 w 171450"/>
                <a:gd name="connsiteY5" fmla="*/ 59940 h 171450"/>
                <a:gd name="connsiteX6" fmla="*/ 85725 w 171450"/>
                <a:gd name="connsiteY6" fmla="*/ 72255 h 171450"/>
                <a:gd name="connsiteX7" fmla="*/ 98040 w 171450"/>
                <a:gd name="connsiteY7" fmla="*/ 59940 h 171450"/>
                <a:gd name="connsiteX8" fmla="*/ 111510 w 171450"/>
                <a:gd name="connsiteY8" fmla="*/ 59940 h 171450"/>
                <a:gd name="connsiteX9" fmla="*/ 111510 w 171450"/>
                <a:gd name="connsiteY9" fmla="*/ 73410 h 171450"/>
                <a:gd name="connsiteX10" fmla="*/ 99195 w 171450"/>
                <a:gd name="connsiteY10" fmla="*/ 85725 h 171450"/>
                <a:gd name="connsiteX11" fmla="*/ 111510 w 171450"/>
                <a:gd name="connsiteY11" fmla="*/ 98040 h 171450"/>
                <a:gd name="connsiteX12" fmla="*/ 111510 w 171450"/>
                <a:gd name="connsiteY12" fmla="*/ 111510 h 171450"/>
                <a:gd name="connsiteX13" fmla="*/ 98040 w 171450"/>
                <a:gd name="connsiteY13" fmla="*/ 111510 h 171450"/>
                <a:gd name="connsiteX14" fmla="*/ 85725 w 171450"/>
                <a:gd name="connsiteY14" fmla="*/ 99195 h 171450"/>
                <a:gd name="connsiteX15" fmla="*/ 73410 w 171450"/>
                <a:gd name="connsiteY15" fmla="*/ 111510 h 171450"/>
                <a:gd name="connsiteX16" fmla="*/ 59940 w 171450"/>
                <a:gd name="connsiteY16" fmla="*/ 111510 h 171450"/>
                <a:gd name="connsiteX17" fmla="*/ 59940 w 171450"/>
                <a:gd name="connsiteY17" fmla="*/ 98040 h 171450"/>
                <a:gd name="connsiteX18" fmla="*/ 72255 w 171450"/>
                <a:gd name="connsiteY18" fmla="*/ 85725 h 171450"/>
                <a:gd name="connsiteX19" fmla="*/ 59940 w 171450"/>
                <a:gd name="connsiteY19" fmla="*/ 73410 h 171450"/>
                <a:gd name="connsiteX20" fmla="*/ 59940 w 171450"/>
                <a:gd name="connsiteY20" fmla="*/ 59940 h 171450"/>
                <a:gd name="connsiteX21" fmla="*/ 73410 w 171450"/>
                <a:gd name="connsiteY21" fmla="*/ 5994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3410" y="59940"/>
                  </a:moveTo>
                  <a:lnTo>
                    <a:pt x="85725" y="72255"/>
                  </a:lnTo>
                  <a:lnTo>
                    <a:pt x="98040" y="59940"/>
                  </a:lnTo>
                  <a:cubicBezTo>
                    <a:pt x="101759" y="56220"/>
                    <a:pt x="107791" y="56220"/>
                    <a:pt x="111510" y="59940"/>
                  </a:cubicBezTo>
                  <a:cubicBezTo>
                    <a:pt x="115230" y="63660"/>
                    <a:pt x="115230" y="69691"/>
                    <a:pt x="111510" y="73410"/>
                  </a:cubicBezTo>
                  <a:lnTo>
                    <a:pt x="99195" y="85725"/>
                  </a:lnTo>
                  <a:lnTo>
                    <a:pt x="111510" y="98040"/>
                  </a:lnTo>
                  <a:cubicBezTo>
                    <a:pt x="115230" y="101759"/>
                    <a:pt x="115230" y="107791"/>
                    <a:pt x="111510" y="111510"/>
                  </a:cubicBezTo>
                  <a:cubicBezTo>
                    <a:pt x="107791" y="115230"/>
                    <a:pt x="101759" y="115230"/>
                    <a:pt x="98040" y="111510"/>
                  </a:cubicBezTo>
                  <a:lnTo>
                    <a:pt x="85725" y="99195"/>
                  </a:lnTo>
                  <a:lnTo>
                    <a:pt x="73410" y="111510"/>
                  </a:lnTo>
                  <a:cubicBezTo>
                    <a:pt x="69691" y="115230"/>
                    <a:pt x="63660" y="115230"/>
                    <a:pt x="59940" y="111510"/>
                  </a:cubicBezTo>
                  <a:cubicBezTo>
                    <a:pt x="56220" y="107791"/>
                    <a:pt x="56220" y="101759"/>
                    <a:pt x="59940" y="98040"/>
                  </a:cubicBezTo>
                  <a:lnTo>
                    <a:pt x="72255" y="85725"/>
                  </a:lnTo>
                  <a:lnTo>
                    <a:pt x="59940" y="73410"/>
                  </a:lnTo>
                  <a:cubicBezTo>
                    <a:pt x="56220" y="69691"/>
                    <a:pt x="56220" y="63660"/>
                    <a:pt x="59940" y="59940"/>
                  </a:cubicBezTo>
                  <a:cubicBezTo>
                    <a:pt x="63660" y="56220"/>
                    <a:pt x="69691" y="56220"/>
                    <a:pt x="73410" y="59940"/>
                  </a:cubicBezTo>
                  <a:close/>
                </a:path>
              </a:pathLst>
            </a:custGeom>
            <a:solidFill>
              <a:srgbClr val="F53C14"/>
            </a:solidFill>
            <a:ln w="9525" cap="flat">
              <a:noFill/>
              <a:prstDash val="solid"/>
              <a:miter/>
            </a:ln>
          </p:spPr>
          <p:txBody>
            <a:bodyPr rtlCol="0" anchor="ctr"/>
            <a:lstStyle/>
            <a:p>
              <a:endParaRPr lang="ru-RU"/>
            </a:p>
          </p:txBody>
        </p:sp>
      </p:grpSp>
      <p:grpSp>
        <p:nvGrpSpPr>
          <p:cNvPr id="253" name="Группа 252">
            <a:extLst>
              <a:ext uri="{FF2B5EF4-FFF2-40B4-BE49-F238E27FC236}">
                <a16:creationId xmlns:a16="http://schemas.microsoft.com/office/drawing/2014/main" id="{15F53600-51A5-8177-3392-F7FC4BC744D3}"/>
              </a:ext>
            </a:extLst>
          </p:cNvPr>
          <p:cNvGrpSpPr/>
          <p:nvPr/>
        </p:nvGrpSpPr>
        <p:grpSpPr>
          <a:xfrm>
            <a:off x="11065106" y="4794080"/>
            <a:ext cx="219534" cy="219534"/>
            <a:chOff x="6001517" y="4913596"/>
            <a:chExt cx="200658" cy="200658"/>
          </a:xfrm>
        </p:grpSpPr>
        <p:sp>
          <p:nvSpPr>
            <p:cNvPr id="254" name="Овал 253">
              <a:extLst>
                <a:ext uri="{FF2B5EF4-FFF2-40B4-BE49-F238E27FC236}">
                  <a16:creationId xmlns:a16="http://schemas.microsoft.com/office/drawing/2014/main" id="{AF304CD3-7659-D799-BE53-4F7C2014EE26}"/>
                </a:ext>
              </a:extLst>
            </p:cNvPr>
            <p:cNvSpPr/>
            <p:nvPr/>
          </p:nvSpPr>
          <p:spPr>
            <a:xfrm>
              <a:off x="6012740" y="4927694"/>
              <a:ext cx="170322" cy="1703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55" name="Рисунок 57">
              <a:extLst>
                <a:ext uri="{FF2B5EF4-FFF2-40B4-BE49-F238E27FC236}">
                  <a16:creationId xmlns:a16="http://schemas.microsoft.com/office/drawing/2014/main" id="{A648EFEF-D287-BAA0-4665-A4BF71925387}"/>
                </a:ext>
              </a:extLst>
            </p:cNvPr>
            <p:cNvSpPr/>
            <p:nvPr/>
          </p:nvSpPr>
          <p:spPr>
            <a:xfrm>
              <a:off x="6001517" y="4913596"/>
              <a:ext cx="200658" cy="2006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grpSp>
      <p:sp>
        <p:nvSpPr>
          <p:cNvPr id="315" name="TextBox 314">
            <a:extLst>
              <a:ext uri="{FF2B5EF4-FFF2-40B4-BE49-F238E27FC236}">
                <a16:creationId xmlns:a16="http://schemas.microsoft.com/office/drawing/2014/main" id="{882574DE-0906-A9FB-67C8-D6BC54AF9239}"/>
              </a:ext>
            </a:extLst>
          </p:cNvPr>
          <p:cNvSpPr txBox="1"/>
          <p:nvPr/>
        </p:nvSpPr>
        <p:spPr>
          <a:xfrm>
            <a:off x="6495127" y="2236227"/>
            <a:ext cx="3738205" cy="280122"/>
          </a:xfrm>
          <a:prstGeom prst="rect">
            <a:avLst/>
          </a:prstGeom>
          <a:noFill/>
        </p:spPr>
        <p:txBody>
          <a:bodyPr wrap="square" lIns="0" tIns="0" rIns="0" bIns="0" rtlCol="0">
            <a:noAutofit/>
          </a:bodyPr>
          <a:lstStyle/>
          <a:p>
            <a:pPr algn="l"/>
            <a:r>
              <a:rPr lang="ru-RU" b="1"/>
              <a:t>Подзаголовок</a:t>
            </a:r>
            <a:r>
              <a:rPr lang="ru-RU" sz="1400" b="1"/>
              <a:t> </a:t>
            </a:r>
            <a:r>
              <a:rPr lang="ru-RU" sz="1400"/>
              <a:t>– 24 </a:t>
            </a:r>
            <a:r>
              <a:rPr lang="ru-RU" sz="1400" err="1"/>
              <a:t>пт</a:t>
            </a:r>
            <a:r>
              <a:rPr lang="ru-RU" sz="1400"/>
              <a:t>, жирным</a:t>
            </a:r>
          </a:p>
        </p:txBody>
      </p:sp>
      <p:sp>
        <p:nvSpPr>
          <p:cNvPr id="323" name="TextBox 322">
            <a:extLst>
              <a:ext uri="{FF2B5EF4-FFF2-40B4-BE49-F238E27FC236}">
                <a16:creationId xmlns:a16="http://schemas.microsoft.com/office/drawing/2014/main" id="{470CF2FE-5162-B55E-26C3-4BE043895EE5}"/>
              </a:ext>
            </a:extLst>
          </p:cNvPr>
          <p:cNvSpPr txBox="1"/>
          <p:nvPr/>
        </p:nvSpPr>
        <p:spPr>
          <a:xfrm>
            <a:off x="6495128" y="2529833"/>
            <a:ext cx="2795556" cy="175494"/>
          </a:xfrm>
          <a:prstGeom prst="rect">
            <a:avLst/>
          </a:prstGeom>
          <a:noFill/>
        </p:spPr>
        <p:txBody>
          <a:bodyPr wrap="square" lIns="0" tIns="0" rIns="0" bIns="0" rtlCol="0">
            <a:noAutofit/>
          </a:bodyPr>
          <a:lstStyle/>
          <a:p>
            <a:pPr algn="l"/>
            <a:r>
              <a:rPr lang="ru-RU" sz="1400"/>
              <a:t>Основной текст – 14 </a:t>
            </a:r>
            <a:r>
              <a:rPr lang="ru-RU" sz="1400" err="1"/>
              <a:t>пт</a:t>
            </a:r>
            <a:r>
              <a:rPr lang="ru-RU" sz="1400"/>
              <a:t>, жирным</a:t>
            </a:r>
          </a:p>
        </p:txBody>
      </p:sp>
      <p:sp>
        <p:nvSpPr>
          <p:cNvPr id="324" name="Прямоугольник: скругленные углы 323">
            <a:extLst>
              <a:ext uri="{FF2B5EF4-FFF2-40B4-BE49-F238E27FC236}">
                <a16:creationId xmlns:a16="http://schemas.microsoft.com/office/drawing/2014/main" id="{36B59100-FEA6-C07D-8090-7993D45BA7F4}"/>
              </a:ext>
            </a:extLst>
          </p:cNvPr>
          <p:cNvSpPr/>
          <p:nvPr/>
        </p:nvSpPr>
        <p:spPr>
          <a:xfrm>
            <a:off x="6495127" y="2810781"/>
            <a:ext cx="312401" cy="312401"/>
          </a:xfrm>
          <a:prstGeom prst="roundRect">
            <a:avLst>
              <a:gd name="adj" fmla="val 2359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25" name="Прямоугольник: скругленные углы 324">
            <a:extLst>
              <a:ext uri="{FF2B5EF4-FFF2-40B4-BE49-F238E27FC236}">
                <a16:creationId xmlns:a16="http://schemas.microsoft.com/office/drawing/2014/main" id="{238068DC-28BC-5DA7-5084-F9DB3E3CB113}"/>
              </a:ext>
            </a:extLst>
          </p:cNvPr>
          <p:cNvSpPr/>
          <p:nvPr/>
        </p:nvSpPr>
        <p:spPr>
          <a:xfrm>
            <a:off x="7143329" y="2810781"/>
            <a:ext cx="312401" cy="312401"/>
          </a:xfrm>
          <a:prstGeom prst="roundRect">
            <a:avLst>
              <a:gd name="adj" fmla="val 23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26" name="TextBox 325">
            <a:extLst>
              <a:ext uri="{FF2B5EF4-FFF2-40B4-BE49-F238E27FC236}">
                <a16:creationId xmlns:a16="http://schemas.microsoft.com/office/drawing/2014/main" id="{08B33C01-6444-6A01-70EF-98F064A4E086}"/>
              </a:ext>
            </a:extLst>
          </p:cNvPr>
          <p:cNvSpPr txBox="1"/>
          <p:nvPr/>
        </p:nvSpPr>
        <p:spPr>
          <a:xfrm>
            <a:off x="6495127" y="3148154"/>
            <a:ext cx="620094" cy="343998"/>
          </a:xfrm>
          <a:prstGeom prst="rect">
            <a:avLst/>
          </a:prstGeom>
          <a:noFill/>
        </p:spPr>
        <p:txBody>
          <a:bodyPr wrap="square" lIns="0" tIns="0" rIns="0" bIns="0" rtlCol="0">
            <a:noAutofit/>
          </a:bodyPr>
          <a:lstStyle/>
          <a:p>
            <a:pPr algn="l"/>
            <a:r>
              <a:rPr lang="ru-RU" sz="1200"/>
              <a:t>Цвет фона</a:t>
            </a:r>
          </a:p>
        </p:txBody>
      </p:sp>
      <p:sp>
        <p:nvSpPr>
          <p:cNvPr id="327" name="TextBox 326">
            <a:extLst>
              <a:ext uri="{FF2B5EF4-FFF2-40B4-BE49-F238E27FC236}">
                <a16:creationId xmlns:a16="http://schemas.microsoft.com/office/drawing/2014/main" id="{3923F87D-DAD2-69C9-5322-33063DE0D139}"/>
              </a:ext>
            </a:extLst>
          </p:cNvPr>
          <p:cNvSpPr txBox="1"/>
          <p:nvPr/>
        </p:nvSpPr>
        <p:spPr>
          <a:xfrm>
            <a:off x="7148797" y="3148154"/>
            <a:ext cx="1076767" cy="343998"/>
          </a:xfrm>
          <a:prstGeom prst="rect">
            <a:avLst/>
          </a:prstGeom>
          <a:noFill/>
        </p:spPr>
        <p:txBody>
          <a:bodyPr wrap="square" lIns="0" tIns="0" rIns="0" bIns="0" rtlCol="0">
            <a:noAutofit/>
          </a:bodyPr>
          <a:lstStyle/>
          <a:p>
            <a:pPr algn="l"/>
            <a:r>
              <a:rPr lang="ru-RU" sz="1200"/>
              <a:t>Цвет основных плашек</a:t>
            </a:r>
          </a:p>
        </p:txBody>
      </p:sp>
      <p:sp>
        <p:nvSpPr>
          <p:cNvPr id="328" name="Прямоугольник: скругленные углы 327">
            <a:extLst>
              <a:ext uri="{FF2B5EF4-FFF2-40B4-BE49-F238E27FC236}">
                <a16:creationId xmlns:a16="http://schemas.microsoft.com/office/drawing/2014/main" id="{D8530A2D-1B3A-C036-3E2E-6DE34E48CF91}"/>
              </a:ext>
            </a:extLst>
          </p:cNvPr>
          <p:cNvSpPr/>
          <p:nvPr/>
        </p:nvSpPr>
        <p:spPr>
          <a:xfrm>
            <a:off x="8436430" y="2810781"/>
            <a:ext cx="312401" cy="312401"/>
          </a:xfrm>
          <a:prstGeom prst="roundRect">
            <a:avLst>
              <a:gd name="adj" fmla="val 2359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29" name="TextBox 328">
            <a:extLst>
              <a:ext uri="{FF2B5EF4-FFF2-40B4-BE49-F238E27FC236}">
                <a16:creationId xmlns:a16="http://schemas.microsoft.com/office/drawing/2014/main" id="{CE2D5592-0DE4-A3EE-ACDB-2C4C2AC753F5}"/>
              </a:ext>
            </a:extLst>
          </p:cNvPr>
          <p:cNvSpPr txBox="1"/>
          <p:nvPr/>
        </p:nvSpPr>
        <p:spPr>
          <a:xfrm>
            <a:off x="8441898" y="3148154"/>
            <a:ext cx="1148859" cy="343998"/>
          </a:xfrm>
          <a:prstGeom prst="rect">
            <a:avLst/>
          </a:prstGeom>
          <a:noFill/>
        </p:spPr>
        <p:txBody>
          <a:bodyPr wrap="square" lIns="0" tIns="0" rIns="0" bIns="0" rtlCol="0">
            <a:noAutofit/>
          </a:bodyPr>
          <a:lstStyle/>
          <a:p>
            <a:pPr algn="l"/>
            <a:r>
              <a:rPr lang="ru-RU" sz="1200"/>
              <a:t>Цвет самых важных плашек</a:t>
            </a:r>
          </a:p>
        </p:txBody>
      </p:sp>
      <p:sp>
        <p:nvSpPr>
          <p:cNvPr id="330" name="TextBox 329">
            <a:extLst>
              <a:ext uri="{FF2B5EF4-FFF2-40B4-BE49-F238E27FC236}">
                <a16:creationId xmlns:a16="http://schemas.microsoft.com/office/drawing/2014/main" id="{B42C41F7-1B1A-D355-4628-171C244EB126}"/>
              </a:ext>
            </a:extLst>
          </p:cNvPr>
          <p:cNvSpPr txBox="1"/>
          <p:nvPr/>
        </p:nvSpPr>
        <p:spPr>
          <a:xfrm>
            <a:off x="9762011" y="2300003"/>
            <a:ext cx="1625538" cy="1259963"/>
          </a:xfrm>
          <a:prstGeom prst="roundRect">
            <a:avLst>
              <a:gd name="adj" fmla="val 10063"/>
            </a:avLst>
          </a:prstGeom>
          <a:solidFill>
            <a:schemeClr val="accent6">
              <a:lumMod val="60000"/>
              <a:lumOff val="40000"/>
            </a:schemeClr>
          </a:solidFill>
        </p:spPr>
        <p:txBody>
          <a:bodyPr wrap="square" lIns="72000" tIns="72000" rIns="72000" bIns="36000" rtlCol="0">
            <a:noAutofit/>
          </a:bodyPr>
          <a:lstStyle/>
          <a:p>
            <a:pPr algn="l"/>
            <a:r>
              <a:rPr lang="ru-RU" sz="1200"/>
              <a:t>Выбери размер текста и цвета </a:t>
            </a:r>
            <a:br>
              <a:rPr lang="ru-RU" sz="1200"/>
            </a:br>
            <a:r>
              <a:rPr lang="ru-RU" sz="1200"/>
              <a:t>из предложенных </a:t>
            </a:r>
            <a:br>
              <a:rPr lang="ru-RU" sz="1200"/>
            </a:br>
            <a:r>
              <a:rPr lang="ru-RU" sz="1200"/>
              <a:t>в шаблоне </a:t>
            </a:r>
            <a:br>
              <a:rPr lang="ru-RU" sz="1200"/>
            </a:br>
            <a:r>
              <a:rPr lang="ru-RU" sz="1200"/>
              <a:t>и используй их</a:t>
            </a:r>
            <a:br>
              <a:rPr lang="ru-RU" sz="1200"/>
            </a:br>
            <a:r>
              <a:rPr lang="ru-RU" sz="1200"/>
              <a:t>на каждом слайде</a:t>
            </a:r>
          </a:p>
        </p:txBody>
      </p:sp>
      <p:sp>
        <p:nvSpPr>
          <p:cNvPr id="331" name="TextBox 330">
            <a:extLst>
              <a:ext uri="{FF2B5EF4-FFF2-40B4-BE49-F238E27FC236}">
                <a16:creationId xmlns:a16="http://schemas.microsoft.com/office/drawing/2014/main" id="{C9E4644B-34F9-7D6E-E314-1E2239330DD5}"/>
              </a:ext>
            </a:extLst>
          </p:cNvPr>
          <p:cNvSpPr txBox="1"/>
          <p:nvPr/>
        </p:nvSpPr>
        <p:spPr>
          <a:xfrm>
            <a:off x="9135023" y="4968493"/>
            <a:ext cx="1704637" cy="219534"/>
          </a:xfrm>
          <a:prstGeom prst="rect">
            <a:avLst/>
          </a:prstGeom>
          <a:noFill/>
        </p:spPr>
        <p:txBody>
          <a:bodyPr wrap="square" lIns="0" tIns="0" rIns="0" bIns="0" rtlCol="0">
            <a:noAutofit/>
          </a:bodyPr>
          <a:lstStyle/>
          <a:p>
            <a:pPr algn="l"/>
            <a:r>
              <a:rPr lang="ru-RU" sz="1200" b="1">
                <a:solidFill>
                  <a:schemeClr val="bg1"/>
                </a:solidFill>
              </a:rPr>
              <a:t>Заголовок плашки</a:t>
            </a:r>
          </a:p>
        </p:txBody>
      </p:sp>
      <p:sp>
        <p:nvSpPr>
          <p:cNvPr id="332" name="TextBox 331">
            <a:extLst>
              <a:ext uri="{FF2B5EF4-FFF2-40B4-BE49-F238E27FC236}">
                <a16:creationId xmlns:a16="http://schemas.microsoft.com/office/drawing/2014/main" id="{FF0B4FE4-043D-DB0E-86DB-B3DAE72D99D4}"/>
              </a:ext>
            </a:extLst>
          </p:cNvPr>
          <p:cNvSpPr txBox="1"/>
          <p:nvPr/>
        </p:nvSpPr>
        <p:spPr>
          <a:xfrm>
            <a:off x="9135023" y="5201199"/>
            <a:ext cx="1868537" cy="589183"/>
          </a:xfrm>
          <a:prstGeom prst="rect">
            <a:avLst/>
          </a:prstGeom>
          <a:noFill/>
        </p:spPr>
        <p:txBody>
          <a:bodyPr wrap="square" lIns="0" tIns="0" rIns="0" bIns="0" rtlCol="0">
            <a:noAutofit/>
          </a:bodyPr>
          <a:lstStyle/>
          <a:p>
            <a:r>
              <a:rPr lang="ru-RU" sz="800">
                <a:solidFill>
                  <a:schemeClr val="bg1"/>
                </a:solidFill>
              </a:rPr>
              <a:t>Основной текст. Просто основной текст. Основной текст. Просто основной текст. Основной текст. Просто основной текст. Основной текст. Просто основной текст. </a:t>
            </a:r>
          </a:p>
          <a:p>
            <a:endParaRPr lang="ru-RU" sz="800">
              <a:solidFill>
                <a:schemeClr val="bg1"/>
              </a:solidFill>
            </a:endParaRPr>
          </a:p>
        </p:txBody>
      </p:sp>
      <p:sp>
        <p:nvSpPr>
          <p:cNvPr id="333" name="TextBox 332">
            <a:extLst>
              <a:ext uri="{FF2B5EF4-FFF2-40B4-BE49-F238E27FC236}">
                <a16:creationId xmlns:a16="http://schemas.microsoft.com/office/drawing/2014/main" id="{9C0911FA-6AD4-FC3B-7677-39D730D63B03}"/>
              </a:ext>
            </a:extLst>
          </p:cNvPr>
          <p:cNvSpPr txBox="1"/>
          <p:nvPr/>
        </p:nvSpPr>
        <p:spPr>
          <a:xfrm>
            <a:off x="9135023" y="5863026"/>
            <a:ext cx="1588785" cy="75608"/>
          </a:xfrm>
          <a:prstGeom prst="rect">
            <a:avLst/>
          </a:prstGeom>
          <a:noFill/>
        </p:spPr>
        <p:txBody>
          <a:bodyPr wrap="square" lIns="0" tIns="0" rIns="0" bIns="0" rtlCol="0">
            <a:noAutofit/>
          </a:bodyPr>
          <a:lstStyle/>
          <a:p>
            <a:pPr algn="l"/>
            <a:r>
              <a:rPr lang="ru-RU" sz="600">
                <a:solidFill>
                  <a:schemeClr val="accent6"/>
                </a:solidFill>
              </a:rPr>
              <a:t>Дополнительный текст</a:t>
            </a:r>
          </a:p>
        </p:txBody>
      </p:sp>
      <p:sp>
        <p:nvSpPr>
          <p:cNvPr id="334" name="TextBox 333">
            <a:extLst>
              <a:ext uri="{FF2B5EF4-FFF2-40B4-BE49-F238E27FC236}">
                <a16:creationId xmlns:a16="http://schemas.microsoft.com/office/drawing/2014/main" id="{339E8B8F-4DF5-A2E5-DF61-10C900815F6E}"/>
              </a:ext>
            </a:extLst>
          </p:cNvPr>
          <p:cNvSpPr txBox="1"/>
          <p:nvPr/>
        </p:nvSpPr>
        <p:spPr>
          <a:xfrm>
            <a:off x="6627865" y="4968493"/>
            <a:ext cx="1704637" cy="219534"/>
          </a:xfrm>
          <a:prstGeom prst="rect">
            <a:avLst/>
          </a:prstGeom>
          <a:noFill/>
        </p:spPr>
        <p:txBody>
          <a:bodyPr wrap="square" lIns="0" tIns="0" rIns="0" bIns="0" rtlCol="0">
            <a:noAutofit/>
          </a:bodyPr>
          <a:lstStyle/>
          <a:p>
            <a:pPr algn="l"/>
            <a:r>
              <a:rPr lang="ru-RU" sz="1050">
                <a:solidFill>
                  <a:schemeClr val="accent1"/>
                </a:solidFill>
              </a:rPr>
              <a:t>Заголовок плашки</a:t>
            </a:r>
          </a:p>
        </p:txBody>
      </p:sp>
      <p:sp>
        <p:nvSpPr>
          <p:cNvPr id="335" name="TextBox 334">
            <a:extLst>
              <a:ext uri="{FF2B5EF4-FFF2-40B4-BE49-F238E27FC236}">
                <a16:creationId xmlns:a16="http://schemas.microsoft.com/office/drawing/2014/main" id="{8318110B-4FB6-314D-8367-824AFD817C7D}"/>
              </a:ext>
            </a:extLst>
          </p:cNvPr>
          <p:cNvSpPr txBox="1"/>
          <p:nvPr/>
        </p:nvSpPr>
        <p:spPr>
          <a:xfrm>
            <a:off x="6627865" y="5160394"/>
            <a:ext cx="1868537" cy="589183"/>
          </a:xfrm>
          <a:prstGeom prst="rect">
            <a:avLst/>
          </a:prstGeom>
          <a:noFill/>
        </p:spPr>
        <p:txBody>
          <a:bodyPr wrap="square" lIns="0" tIns="0" rIns="0" bIns="0" rtlCol="0">
            <a:noAutofit/>
          </a:bodyPr>
          <a:lstStyle/>
          <a:p>
            <a:r>
              <a:rPr lang="ru-RU" sz="1000">
                <a:solidFill>
                  <a:schemeClr val="accent1"/>
                </a:solidFill>
              </a:rPr>
              <a:t>Основной текст. Просто основной текст. Основной текст. Просто основной текст. Основной текст. </a:t>
            </a:r>
          </a:p>
        </p:txBody>
      </p:sp>
      <p:sp>
        <p:nvSpPr>
          <p:cNvPr id="336" name="TextBox 335">
            <a:extLst>
              <a:ext uri="{FF2B5EF4-FFF2-40B4-BE49-F238E27FC236}">
                <a16:creationId xmlns:a16="http://schemas.microsoft.com/office/drawing/2014/main" id="{F572C4FE-129F-E165-7433-DC2D97C75ADC}"/>
              </a:ext>
            </a:extLst>
          </p:cNvPr>
          <p:cNvSpPr txBox="1"/>
          <p:nvPr/>
        </p:nvSpPr>
        <p:spPr>
          <a:xfrm>
            <a:off x="6627865" y="5811094"/>
            <a:ext cx="1588785" cy="171560"/>
          </a:xfrm>
          <a:prstGeom prst="rect">
            <a:avLst/>
          </a:prstGeom>
          <a:noFill/>
        </p:spPr>
        <p:txBody>
          <a:bodyPr wrap="square" lIns="0" tIns="0" rIns="0" bIns="0" rtlCol="0">
            <a:noAutofit/>
          </a:bodyPr>
          <a:lstStyle/>
          <a:p>
            <a:pPr algn="l"/>
            <a:r>
              <a:rPr lang="ru-RU" sz="900">
                <a:solidFill>
                  <a:schemeClr val="accent1"/>
                </a:solidFill>
              </a:rPr>
              <a:t>Дополнительный текст</a:t>
            </a:r>
          </a:p>
        </p:txBody>
      </p:sp>
      <p:sp>
        <p:nvSpPr>
          <p:cNvPr id="6" name="Нижний колонтитул 5">
            <a:extLst>
              <a:ext uri="{FF2B5EF4-FFF2-40B4-BE49-F238E27FC236}">
                <a16:creationId xmlns:a16="http://schemas.microsoft.com/office/drawing/2014/main" id="{348B49B5-E97F-508D-F88D-B4A80FC71F95}"/>
              </a:ext>
            </a:extLst>
          </p:cNvPr>
          <p:cNvSpPr>
            <a:spLocks noGrp="1"/>
          </p:cNvSpPr>
          <p:nvPr>
            <p:ph type="ftr" sz="quarter" idx="11"/>
          </p:nvPr>
        </p:nvSpPr>
        <p:spPr/>
        <p:txBody>
          <a:bodyPr/>
          <a:lstStyle/>
          <a:p>
            <a:endParaRPr lang="ru-RU"/>
          </a:p>
        </p:txBody>
      </p:sp>
      <p:grpSp>
        <p:nvGrpSpPr>
          <p:cNvPr id="166" name="Группа 165">
            <a:extLst>
              <a:ext uri="{FF2B5EF4-FFF2-40B4-BE49-F238E27FC236}">
                <a16:creationId xmlns:a16="http://schemas.microsoft.com/office/drawing/2014/main" id="{CB43FCB0-7B01-45BA-B0B6-AD99014046A3}"/>
              </a:ext>
            </a:extLst>
          </p:cNvPr>
          <p:cNvGrpSpPr/>
          <p:nvPr/>
        </p:nvGrpSpPr>
        <p:grpSpPr>
          <a:xfrm>
            <a:off x="561818" y="392112"/>
            <a:ext cx="761368" cy="677201"/>
            <a:chOff x="9276483" y="4349349"/>
            <a:chExt cx="562213" cy="500062"/>
          </a:xfrm>
        </p:grpSpPr>
        <p:sp>
          <p:nvSpPr>
            <p:cNvPr id="167" name="Овал 166">
              <a:extLst>
                <a:ext uri="{FF2B5EF4-FFF2-40B4-BE49-F238E27FC236}">
                  <a16:creationId xmlns:a16="http://schemas.microsoft.com/office/drawing/2014/main" id="{F4D59D5E-7B00-4C48-938E-42CE075210A0}"/>
                </a:ext>
              </a:extLst>
            </p:cNvPr>
            <p:cNvSpPr/>
            <p:nvPr/>
          </p:nvSpPr>
          <p:spPr>
            <a:xfrm>
              <a:off x="9334329" y="4349349"/>
              <a:ext cx="500062" cy="500062"/>
            </a:xfrm>
            <a:prstGeom prst="ellipse">
              <a:avLst/>
            </a:prstGeom>
            <a:solidFill>
              <a:srgbClr val="0043BF"/>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dirty="0" err="1"/>
            </a:p>
          </p:txBody>
        </p:sp>
        <p:pic>
          <p:nvPicPr>
            <p:cNvPr id="168" name="Рисунок 167">
              <a:extLst>
                <a:ext uri="{FF2B5EF4-FFF2-40B4-BE49-F238E27FC236}">
                  <a16:creationId xmlns:a16="http://schemas.microsoft.com/office/drawing/2014/main" id="{6E896428-E0DB-4EE0-8CA4-EDCE5DD9F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6483" y="4390126"/>
              <a:ext cx="562213" cy="426157"/>
            </a:xfrm>
            <a:prstGeom prst="rect">
              <a:avLst/>
            </a:prstGeom>
          </p:spPr>
        </p:pic>
      </p:grpSp>
    </p:spTree>
    <p:extLst>
      <p:ext uri="{BB962C8B-B14F-4D97-AF65-F5344CB8AC3E}">
        <p14:creationId xmlns:p14="http://schemas.microsoft.com/office/powerpoint/2010/main" val="2207234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Прямоугольник: скругленные углы 70">
            <a:extLst>
              <a:ext uri="{FF2B5EF4-FFF2-40B4-BE49-F238E27FC236}">
                <a16:creationId xmlns:a16="http://schemas.microsoft.com/office/drawing/2014/main" id="{52AA0640-2021-AB62-96AF-81527533F27E}"/>
              </a:ext>
            </a:extLst>
          </p:cNvPr>
          <p:cNvSpPr/>
          <p:nvPr/>
        </p:nvSpPr>
        <p:spPr>
          <a:xfrm>
            <a:off x="6230104" y="1913458"/>
            <a:ext cx="5320546" cy="3131657"/>
          </a:xfrm>
          <a:prstGeom prst="roundRect">
            <a:avLst>
              <a:gd name="adj" fmla="val 1108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9" name="Прямоугольник: скругленные углы 18">
            <a:extLst>
              <a:ext uri="{FF2B5EF4-FFF2-40B4-BE49-F238E27FC236}">
                <a16:creationId xmlns:a16="http://schemas.microsoft.com/office/drawing/2014/main" id="{4265EB2E-6522-3572-D5C5-159D9FDA1C71}"/>
              </a:ext>
            </a:extLst>
          </p:cNvPr>
          <p:cNvSpPr/>
          <p:nvPr/>
        </p:nvSpPr>
        <p:spPr>
          <a:xfrm>
            <a:off x="6230104" y="1913459"/>
            <a:ext cx="5320546" cy="1515541"/>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7" name="Прямоугольник: скругленные углы 66">
            <a:extLst>
              <a:ext uri="{FF2B5EF4-FFF2-40B4-BE49-F238E27FC236}">
                <a16:creationId xmlns:a16="http://schemas.microsoft.com/office/drawing/2014/main" id="{E3007F29-4180-547C-67D3-AFB3BD52AE2E}"/>
              </a:ext>
            </a:extLst>
          </p:cNvPr>
          <p:cNvSpPr/>
          <p:nvPr/>
        </p:nvSpPr>
        <p:spPr>
          <a:xfrm>
            <a:off x="3434536" y="1913458"/>
            <a:ext cx="2524979" cy="3131657"/>
          </a:xfrm>
          <a:prstGeom prst="roundRect">
            <a:avLst>
              <a:gd name="adj" fmla="val 1108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 name="Прямоугольник: скругленные углы 15">
            <a:extLst>
              <a:ext uri="{FF2B5EF4-FFF2-40B4-BE49-F238E27FC236}">
                <a16:creationId xmlns:a16="http://schemas.microsoft.com/office/drawing/2014/main" id="{BB06779D-A5DD-C95E-CF4A-25EA78A918F1}"/>
              </a:ext>
            </a:extLst>
          </p:cNvPr>
          <p:cNvSpPr/>
          <p:nvPr/>
        </p:nvSpPr>
        <p:spPr>
          <a:xfrm>
            <a:off x="3434536" y="1913459"/>
            <a:ext cx="2524979" cy="1515541"/>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6" name="Прямоугольник: скругленные углы 25">
            <a:extLst>
              <a:ext uri="{FF2B5EF4-FFF2-40B4-BE49-F238E27FC236}">
                <a16:creationId xmlns:a16="http://schemas.microsoft.com/office/drawing/2014/main" id="{BC1396AF-FA63-D6F8-794B-1B90BA369BF1}"/>
              </a:ext>
            </a:extLst>
          </p:cNvPr>
          <p:cNvSpPr/>
          <p:nvPr/>
        </p:nvSpPr>
        <p:spPr>
          <a:xfrm>
            <a:off x="638968" y="1913458"/>
            <a:ext cx="2524979" cy="3131657"/>
          </a:xfrm>
          <a:prstGeom prst="roundRect">
            <a:avLst>
              <a:gd name="adj" fmla="val 1108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 name="Прямоугольник: скругленные углы 14">
            <a:extLst>
              <a:ext uri="{FF2B5EF4-FFF2-40B4-BE49-F238E27FC236}">
                <a16:creationId xmlns:a16="http://schemas.microsoft.com/office/drawing/2014/main" id="{5B21BE3B-8B1B-54BA-748A-EA9B4F0313A2}"/>
              </a:ext>
            </a:extLst>
          </p:cNvPr>
          <p:cNvSpPr/>
          <p:nvPr/>
        </p:nvSpPr>
        <p:spPr>
          <a:xfrm>
            <a:off x="638968" y="1913459"/>
            <a:ext cx="2524979" cy="1515541"/>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pic>
        <p:nvPicPr>
          <p:cNvPr id="3" name="Рисунок 2" descr="Изображение выглядит как логотип&#10;&#10;Автоматически созданное описание">
            <a:extLst>
              <a:ext uri="{FF2B5EF4-FFF2-40B4-BE49-F238E27FC236}">
                <a16:creationId xmlns:a16="http://schemas.microsoft.com/office/drawing/2014/main" id="{46334CE9-77D4-3EBC-4293-C9D7C6179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9490" y="2001927"/>
            <a:ext cx="1615226" cy="1615226"/>
          </a:xfrm>
          <a:prstGeom prst="rect">
            <a:avLst/>
          </a:prstGeom>
        </p:spPr>
      </p:pic>
      <p:sp>
        <p:nvSpPr>
          <p:cNvPr id="10" name="Прямоугольник: скругленные углы 9">
            <a:extLst>
              <a:ext uri="{FF2B5EF4-FFF2-40B4-BE49-F238E27FC236}">
                <a16:creationId xmlns:a16="http://schemas.microsoft.com/office/drawing/2014/main" id="{4141BDA8-BA75-80CB-59BA-55ECCE1C48FD}"/>
              </a:ext>
            </a:extLst>
          </p:cNvPr>
          <p:cNvSpPr/>
          <p:nvPr/>
        </p:nvSpPr>
        <p:spPr>
          <a:xfrm>
            <a:off x="639763" y="411164"/>
            <a:ext cx="10910887" cy="111429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a:extLst>
              <a:ext uri="{FF2B5EF4-FFF2-40B4-BE49-F238E27FC236}">
                <a16:creationId xmlns:a16="http://schemas.microsoft.com/office/drawing/2014/main" id="{C0103B57-C033-0804-411B-2627612D0AE3}"/>
              </a:ext>
            </a:extLst>
          </p:cNvPr>
          <p:cNvSpPr txBox="1"/>
          <p:nvPr/>
        </p:nvSpPr>
        <p:spPr>
          <a:xfrm>
            <a:off x="869643" y="572101"/>
            <a:ext cx="8608894" cy="792232"/>
          </a:xfrm>
          <a:prstGeom prst="rect">
            <a:avLst/>
          </a:prstGeom>
          <a:noFill/>
        </p:spPr>
        <p:txBody>
          <a:bodyPr wrap="square" lIns="0" tIns="0" rIns="0" bIns="0" rtlCol="0">
            <a:noAutofit/>
          </a:bodyPr>
          <a:lstStyle/>
          <a:p>
            <a:pPr algn="l">
              <a:lnSpc>
                <a:spcPct val="110000"/>
              </a:lnSpc>
              <a:spcAft>
                <a:spcPts val="600"/>
              </a:spcAft>
            </a:pPr>
            <a:r>
              <a:rPr lang="ru-RU" b="1" dirty="0">
                <a:solidFill>
                  <a:schemeClr val="bg1"/>
                </a:solidFill>
              </a:rPr>
              <a:t>Замечательные картиночки подъехали! </a:t>
            </a:r>
          </a:p>
          <a:p>
            <a:pPr algn="l">
              <a:lnSpc>
                <a:spcPct val="110000"/>
              </a:lnSpc>
              <a:spcAft>
                <a:spcPts val="600"/>
              </a:spcAft>
            </a:pPr>
            <a:r>
              <a:rPr lang="ru-RU" sz="1200" dirty="0">
                <a:solidFill>
                  <a:schemeClr val="bg1"/>
                </a:solidFill>
              </a:rPr>
              <a:t>Можете забирать всё сразу или смотреть в облаке и скачивать отдельные изображения.</a:t>
            </a:r>
            <a:br>
              <a:rPr lang="ru-RU" sz="1200" dirty="0">
                <a:solidFill>
                  <a:schemeClr val="bg1"/>
                </a:solidFill>
              </a:rPr>
            </a:br>
            <a:r>
              <a:rPr lang="ru-RU" sz="1200" dirty="0">
                <a:solidFill>
                  <a:schemeClr val="bg1"/>
                </a:solidFill>
              </a:rPr>
              <a:t>Мы обещаем пополнять эту библиотеку новыми изображениями.</a:t>
            </a:r>
          </a:p>
        </p:txBody>
      </p:sp>
      <p:sp>
        <p:nvSpPr>
          <p:cNvPr id="35" name="Полилиния: фигура 34">
            <a:extLst>
              <a:ext uri="{FF2B5EF4-FFF2-40B4-BE49-F238E27FC236}">
                <a16:creationId xmlns:a16="http://schemas.microsoft.com/office/drawing/2014/main" id="{A233415C-7C2D-E234-7EAD-02385B7FCC22}"/>
              </a:ext>
            </a:extLst>
          </p:cNvPr>
          <p:cNvSpPr/>
          <p:nvPr/>
        </p:nvSpPr>
        <p:spPr>
          <a:xfrm>
            <a:off x="871377" y="3600410"/>
            <a:ext cx="250704" cy="207672"/>
          </a:xfrm>
          <a:custGeom>
            <a:avLst/>
            <a:gdLst>
              <a:gd name="connsiteX0" fmla="*/ 0 w 567267"/>
              <a:gd name="connsiteY0" fmla="*/ 0 h 469899"/>
              <a:gd name="connsiteX1" fmla="*/ 234950 w 567267"/>
              <a:gd name="connsiteY1" fmla="*/ 0 h 469899"/>
              <a:gd name="connsiteX2" fmla="*/ 279218 w 567267"/>
              <a:gd name="connsiteY2" fmla="*/ 79375 h 469899"/>
              <a:gd name="connsiteX3" fmla="*/ 567267 w 567267"/>
              <a:gd name="connsiteY3" fmla="*/ 79375 h 469899"/>
              <a:gd name="connsiteX4" fmla="*/ 567267 w 567267"/>
              <a:gd name="connsiteY4" fmla="*/ 469899 h 469899"/>
              <a:gd name="connsiteX5" fmla="*/ 0 w 567267"/>
              <a:gd name="connsiteY5" fmla="*/ 469899 h 469899"/>
              <a:gd name="connsiteX6" fmla="*/ 0 w 567267"/>
              <a:gd name="connsiteY6" fmla="*/ 82550 h 469899"/>
              <a:gd name="connsiteX7" fmla="*/ 0 w 567267"/>
              <a:gd name="connsiteY7" fmla="*/ 79375 h 469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7267" h="469899">
                <a:moveTo>
                  <a:pt x="0" y="0"/>
                </a:moveTo>
                <a:lnTo>
                  <a:pt x="234950" y="0"/>
                </a:lnTo>
                <a:lnTo>
                  <a:pt x="279218" y="79375"/>
                </a:lnTo>
                <a:lnTo>
                  <a:pt x="567267" y="79375"/>
                </a:lnTo>
                <a:lnTo>
                  <a:pt x="567267" y="469899"/>
                </a:lnTo>
                <a:lnTo>
                  <a:pt x="0" y="469899"/>
                </a:lnTo>
                <a:lnTo>
                  <a:pt x="0" y="82550"/>
                </a:lnTo>
                <a:lnTo>
                  <a:pt x="0" y="7937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sp>
        <p:nvSpPr>
          <p:cNvPr id="36" name="TextBox 35">
            <a:extLst>
              <a:ext uri="{FF2B5EF4-FFF2-40B4-BE49-F238E27FC236}">
                <a16:creationId xmlns:a16="http://schemas.microsoft.com/office/drawing/2014/main" id="{DF2EC192-FA2E-1A23-5045-3C1BA7EFFE53}"/>
              </a:ext>
            </a:extLst>
          </p:cNvPr>
          <p:cNvSpPr txBox="1"/>
          <p:nvPr/>
        </p:nvSpPr>
        <p:spPr>
          <a:xfrm>
            <a:off x="867384" y="3889287"/>
            <a:ext cx="2174198" cy="1027253"/>
          </a:xfrm>
          <a:prstGeom prst="rect">
            <a:avLst/>
          </a:prstGeom>
          <a:noFill/>
        </p:spPr>
        <p:txBody>
          <a:bodyPr wrap="none" lIns="0" tIns="0" rIns="0" bIns="0" rtlCol="0">
            <a:noAutofit/>
          </a:bodyPr>
          <a:lstStyle/>
          <a:p>
            <a:pPr algn="l">
              <a:spcAft>
                <a:spcPts val="400"/>
              </a:spcAft>
            </a:pPr>
            <a:r>
              <a:rPr lang="en-US" sz="1200" b="1" dirty="0"/>
              <a:t>3D-</a:t>
            </a:r>
            <a:r>
              <a:rPr lang="ru-RU" sz="1200" b="1" dirty="0"/>
              <a:t>иконки и объекты</a:t>
            </a:r>
          </a:p>
          <a:p>
            <a:pPr algn="l">
              <a:spcAft>
                <a:spcPts val="400"/>
              </a:spcAft>
            </a:pPr>
            <a:r>
              <a:rPr lang="ru-RU" sz="1200" dirty="0"/>
              <a:t>Простые, но яркие картинки </a:t>
            </a:r>
            <a:br>
              <a:rPr lang="ru-RU" sz="1200" dirty="0"/>
            </a:br>
            <a:r>
              <a:rPr lang="ru-RU" sz="1200" dirty="0"/>
              <a:t>с небольшим количеством</a:t>
            </a:r>
            <a:br>
              <a:rPr lang="ru-RU" sz="1200" dirty="0"/>
            </a:br>
            <a:r>
              <a:rPr lang="ru-RU" sz="1200" dirty="0"/>
              <a:t>деталей</a:t>
            </a:r>
            <a:endParaRPr lang="ru-RU" sz="1400" dirty="0"/>
          </a:p>
        </p:txBody>
      </p:sp>
      <p:sp>
        <p:nvSpPr>
          <p:cNvPr id="68" name="Полилиния: фигура 67">
            <a:extLst>
              <a:ext uri="{FF2B5EF4-FFF2-40B4-BE49-F238E27FC236}">
                <a16:creationId xmlns:a16="http://schemas.microsoft.com/office/drawing/2014/main" id="{50C7D1C4-448D-E1E9-6700-69AE23672D05}"/>
              </a:ext>
            </a:extLst>
          </p:cNvPr>
          <p:cNvSpPr/>
          <p:nvPr/>
        </p:nvSpPr>
        <p:spPr>
          <a:xfrm>
            <a:off x="3666945" y="3600410"/>
            <a:ext cx="250704" cy="207672"/>
          </a:xfrm>
          <a:custGeom>
            <a:avLst/>
            <a:gdLst>
              <a:gd name="connsiteX0" fmla="*/ 0 w 567267"/>
              <a:gd name="connsiteY0" fmla="*/ 0 h 469899"/>
              <a:gd name="connsiteX1" fmla="*/ 234950 w 567267"/>
              <a:gd name="connsiteY1" fmla="*/ 0 h 469899"/>
              <a:gd name="connsiteX2" fmla="*/ 279218 w 567267"/>
              <a:gd name="connsiteY2" fmla="*/ 79375 h 469899"/>
              <a:gd name="connsiteX3" fmla="*/ 567267 w 567267"/>
              <a:gd name="connsiteY3" fmla="*/ 79375 h 469899"/>
              <a:gd name="connsiteX4" fmla="*/ 567267 w 567267"/>
              <a:gd name="connsiteY4" fmla="*/ 469899 h 469899"/>
              <a:gd name="connsiteX5" fmla="*/ 0 w 567267"/>
              <a:gd name="connsiteY5" fmla="*/ 469899 h 469899"/>
              <a:gd name="connsiteX6" fmla="*/ 0 w 567267"/>
              <a:gd name="connsiteY6" fmla="*/ 82550 h 469899"/>
              <a:gd name="connsiteX7" fmla="*/ 0 w 567267"/>
              <a:gd name="connsiteY7" fmla="*/ 79375 h 469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7267" h="469899">
                <a:moveTo>
                  <a:pt x="0" y="0"/>
                </a:moveTo>
                <a:lnTo>
                  <a:pt x="234950" y="0"/>
                </a:lnTo>
                <a:lnTo>
                  <a:pt x="279218" y="79375"/>
                </a:lnTo>
                <a:lnTo>
                  <a:pt x="567267" y="79375"/>
                </a:lnTo>
                <a:lnTo>
                  <a:pt x="567267" y="469899"/>
                </a:lnTo>
                <a:lnTo>
                  <a:pt x="0" y="469899"/>
                </a:lnTo>
                <a:lnTo>
                  <a:pt x="0" y="82550"/>
                </a:lnTo>
                <a:lnTo>
                  <a:pt x="0" y="7937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sp>
        <p:nvSpPr>
          <p:cNvPr id="69" name="TextBox 68">
            <a:extLst>
              <a:ext uri="{FF2B5EF4-FFF2-40B4-BE49-F238E27FC236}">
                <a16:creationId xmlns:a16="http://schemas.microsoft.com/office/drawing/2014/main" id="{A977956E-9946-4B29-7639-91BC3A827BC3}"/>
              </a:ext>
            </a:extLst>
          </p:cNvPr>
          <p:cNvSpPr txBox="1"/>
          <p:nvPr/>
        </p:nvSpPr>
        <p:spPr>
          <a:xfrm>
            <a:off x="3662952" y="3889287"/>
            <a:ext cx="2174198" cy="1027253"/>
          </a:xfrm>
          <a:prstGeom prst="rect">
            <a:avLst/>
          </a:prstGeom>
          <a:noFill/>
        </p:spPr>
        <p:txBody>
          <a:bodyPr wrap="none" lIns="0" tIns="0" rIns="0" bIns="0" rtlCol="0">
            <a:noAutofit/>
          </a:bodyPr>
          <a:lstStyle/>
          <a:p>
            <a:pPr algn="l">
              <a:spcAft>
                <a:spcPts val="400"/>
              </a:spcAft>
            </a:pPr>
            <a:r>
              <a:rPr lang="en-US" sz="1200" b="1" dirty="0"/>
              <a:t>3D-</a:t>
            </a:r>
            <a:r>
              <a:rPr lang="ru-RU" sz="1200" b="1" dirty="0"/>
              <a:t>иллюстрации</a:t>
            </a:r>
          </a:p>
          <a:p>
            <a:pPr>
              <a:spcAft>
                <a:spcPts val="600"/>
              </a:spcAft>
            </a:pPr>
            <a:r>
              <a:rPr lang="ru-RU" sz="1200" dirty="0"/>
              <a:t>Более детализированные </a:t>
            </a:r>
            <a:br>
              <a:rPr lang="ru-RU" sz="1200" dirty="0"/>
            </a:br>
            <a:r>
              <a:rPr lang="ru-RU" sz="1200" dirty="0"/>
              <a:t>и сложные картинки</a:t>
            </a:r>
            <a:endParaRPr lang="ru-RU" sz="1400" dirty="0"/>
          </a:p>
        </p:txBody>
      </p:sp>
      <p:sp>
        <p:nvSpPr>
          <p:cNvPr id="72" name="Полилиния: фигура 71">
            <a:extLst>
              <a:ext uri="{FF2B5EF4-FFF2-40B4-BE49-F238E27FC236}">
                <a16:creationId xmlns:a16="http://schemas.microsoft.com/office/drawing/2014/main" id="{C78B0E9A-BE7D-FC70-E681-7CD880C23DDD}"/>
              </a:ext>
            </a:extLst>
          </p:cNvPr>
          <p:cNvSpPr/>
          <p:nvPr/>
        </p:nvSpPr>
        <p:spPr>
          <a:xfrm>
            <a:off x="6462513" y="3600410"/>
            <a:ext cx="250704" cy="207672"/>
          </a:xfrm>
          <a:custGeom>
            <a:avLst/>
            <a:gdLst>
              <a:gd name="connsiteX0" fmla="*/ 0 w 567267"/>
              <a:gd name="connsiteY0" fmla="*/ 0 h 469899"/>
              <a:gd name="connsiteX1" fmla="*/ 234950 w 567267"/>
              <a:gd name="connsiteY1" fmla="*/ 0 h 469899"/>
              <a:gd name="connsiteX2" fmla="*/ 279218 w 567267"/>
              <a:gd name="connsiteY2" fmla="*/ 79375 h 469899"/>
              <a:gd name="connsiteX3" fmla="*/ 567267 w 567267"/>
              <a:gd name="connsiteY3" fmla="*/ 79375 h 469899"/>
              <a:gd name="connsiteX4" fmla="*/ 567267 w 567267"/>
              <a:gd name="connsiteY4" fmla="*/ 469899 h 469899"/>
              <a:gd name="connsiteX5" fmla="*/ 0 w 567267"/>
              <a:gd name="connsiteY5" fmla="*/ 469899 h 469899"/>
              <a:gd name="connsiteX6" fmla="*/ 0 w 567267"/>
              <a:gd name="connsiteY6" fmla="*/ 82550 h 469899"/>
              <a:gd name="connsiteX7" fmla="*/ 0 w 567267"/>
              <a:gd name="connsiteY7" fmla="*/ 79375 h 469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7267" h="469899">
                <a:moveTo>
                  <a:pt x="0" y="0"/>
                </a:moveTo>
                <a:lnTo>
                  <a:pt x="234950" y="0"/>
                </a:lnTo>
                <a:lnTo>
                  <a:pt x="279218" y="79375"/>
                </a:lnTo>
                <a:lnTo>
                  <a:pt x="567267" y="79375"/>
                </a:lnTo>
                <a:lnTo>
                  <a:pt x="567267" y="469899"/>
                </a:lnTo>
                <a:lnTo>
                  <a:pt x="0" y="469899"/>
                </a:lnTo>
                <a:lnTo>
                  <a:pt x="0" y="82550"/>
                </a:lnTo>
                <a:lnTo>
                  <a:pt x="0" y="7937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sp>
        <p:nvSpPr>
          <p:cNvPr id="79" name="Прямоугольник: скругленные углы 78">
            <a:extLst>
              <a:ext uri="{FF2B5EF4-FFF2-40B4-BE49-F238E27FC236}">
                <a16:creationId xmlns:a16="http://schemas.microsoft.com/office/drawing/2014/main" id="{6AE83BDC-FB6B-65FC-B3DC-4E67E8F0DD7C}"/>
              </a:ext>
            </a:extLst>
          </p:cNvPr>
          <p:cNvSpPr/>
          <p:nvPr/>
        </p:nvSpPr>
        <p:spPr>
          <a:xfrm>
            <a:off x="643330" y="5495034"/>
            <a:ext cx="5319752" cy="767654"/>
          </a:xfrm>
          <a:prstGeom prst="roundRect">
            <a:avLst>
              <a:gd name="adj" fmla="val 30010"/>
            </a:avLst>
          </a:prstGeom>
          <a:solidFill>
            <a:srgbClr val="00184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tIns="0" rIns="72000" bIns="0" rtlCol="0" anchor="ctr"/>
          <a:lstStyle/>
          <a:p>
            <a:r>
              <a:rPr lang="ru-RU" b="1">
                <a:solidFill>
                  <a:schemeClr val="bg1"/>
                </a:solidFill>
              </a:rPr>
              <a:t>Перейти в библиотеку изображений</a:t>
            </a:r>
          </a:p>
        </p:txBody>
      </p:sp>
      <p:sp>
        <p:nvSpPr>
          <p:cNvPr id="21" name="Полилиния: фигура 20">
            <a:extLst>
              <a:ext uri="{FF2B5EF4-FFF2-40B4-BE49-F238E27FC236}">
                <a16:creationId xmlns:a16="http://schemas.microsoft.com/office/drawing/2014/main" id="{972C8AD2-9A8A-1199-DD7A-AD490C94B118}"/>
              </a:ext>
            </a:extLst>
          </p:cNvPr>
          <p:cNvSpPr/>
          <p:nvPr/>
        </p:nvSpPr>
        <p:spPr>
          <a:xfrm>
            <a:off x="901430" y="5708277"/>
            <a:ext cx="338058" cy="341168"/>
          </a:xfrm>
          <a:custGeom>
            <a:avLst/>
            <a:gdLst>
              <a:gd name="connsiteX0" fmla="*/ 152001 w 171450"/>
              <a:gd name="connsiteY0" fmla="*/ 111469 h 171449"/>
              <a:gd name="connsiteX1" fmla="*/ 159294 w 171450"/>
              <a:gd name="connsiteY1" fmla="*/ 114301 h 171449"/>
              <a:gd name="connsiteX2" fmla="*/ 156343 w 171450"/>
              <a:gd name="connsiteY2" fmla="*/ 134937 h 171449"/>
              <a:gd name="connsiteX3" fmla="*/ 103970 w 171450"/>
              <a:gd name="connsiteY3" fmla="*/ 163888 h 171449"/>
              <a:gd name="connsiteX4" fmla="*/ 103330 w 171450"/>
              <a:gd name="connsiteY4" fmla="*/ 164242 h 171449"/>
              <a:gd name="connsiteX5" fmla="*/ 67712 w 171450"/>
              <a:gd name="connsiteY5" fmla="*/ 163888 h 171449"/>
              <a:gd name="connsiteX6" fmla="*/ 15340 w 171450"/>
              <a:gd name="connsiteY6" fmla="*/ 134937 h 171449"/>
              <a:gd name="connsiteX7" fmla="*/ 0 w 171450"/>
              <a:gd name="connsiteY7" fmla="*/ 123802 h 171449"/>
              <a:gd name="connsiteX8" fmla="*/ 12384 w 171450"/>
              <a:gd name="connsiteY8" fmla="*/ 114301 h 171449"/>
              <a:gd name="connsiteX9" fmla="*/ 27244 w 171450"/>
              <a:gd name="connsiteY9" fmla="*/ 114301 h 171449"/>
              <a:gd name="connsiteX10" fmla="*/ 63434 w 171450"/>
              <a:gd name="connsiteY10" fmla="*/ 134307 h 171449"/>
              <a:gd name="connsiteX11" fmla="*/ 74589 w 171450"/>
              <a:gd name="connsiteY11" fmla="*/ 140132 h 171449"/>
              <a:gd name="connsiteX12" fmla="*/ 85669 w 171450"/>
              <a:gd name="connsiteY12" fmla="*/ 142874 h 171449"/>
              <a:gd name="connsiteX13" fmla="*/ 96764 w 171450"/>
              <a:gd name="connsiteY13" fmla="*/ 140297 h 171449"/>
              <a:gd name="connsiteX14" fmla="*/ 107593 w 171450"/>
              <a:gd name="connsiteY14" fmla="*/ 134669 h 171449"/>
              <a:gd name="connsiteX15" fmla="*/ 144438 w 171450"/>
              <a:gd name="connsiteY15" fmla="*/ 114301 h 171449"/>
              <a:gd name="connsiteX16" fmla="*/ 152001 w 171450"/>
              <a:gd name="connsiteY16" fmla="*/ 111469 h 171449"/>
              <a:gd name="connsiteX17" fmla="*/ 152000 w 171450"/>
              <a:gd name="connsiteY17" fmla="*/ 73368 h 171449"/>
              <a:gd name="connsiteX18" fmla="*/ 159293 w 171450"/>
              <a:gd name="connsiteY18" fmla="*/ 76201 h 171449"/>
              <a:gd name="connsiteX19" fmla="*/ 156343 w 171450"/>
              <a:gd name="connsiteY19" fmla="*/ 96837 h 171449"/>
              <a:gd name="connsiteX20" fmla="*/ 103970 w 171450"/>
              <a:gd name="connsiteY20" fmla="*/ 125788 h 171449"/>
              <a:gd name="connsiteX21" fmla="*/ 103330 w 171450"/>
              <a:gd name="connsiteY21" fmla="*/ 126142 h 171449"/>
              <a:gd name="connsiteX22" fmla="*/ 67712 w 171450"/>
              <a:gd name="connsiteY22" fmla="*/ 125788 h 171449"/>
              <a:gd name="connsiteX23" fmla="*/ 15340 w 171450"/>
              <a:gd name="connsiteY23" fmla="*/ 96837 h 171449"/>
              <a:gd name="connsiteX24" fmla="*/ 0 w 171450"/>
              <a:gd name="connsiteY24" fmla="*/ 85702 h 171449"/>
              <a:gd name="connsiteX25" fmla="*/ 12384 w 171450"/>
              <a:gd name="connsiteY25" fmla="*/ 76201 h 171449"/>
              <a:gd name="connsiteX26" fmla="*/ 27244 w 171450"/>
              <a:gd name="connsiteY26" fmla="*/ 76201 h 171449"/>
              <a:gd name="connsiteX27" fmla="*/ 63446 w 171450"/>
              <a:gd name="connsiteY27" fmla="*/ 96213 h 171449"/>
              <a:gd name="connsiteX28" fmla="*/ 74714 w 171450"/>
              <a:gd name="connsiteY28" fmla="*/ 102086 h 171449"/>
              <a:gd name="connsiteX29" fmla="*/ 85956 w 171450"/>
              <a:gd name="connsiteY29" fmla="*/ 104774 h 171449"/>
              <a:gd name="connsiteX30" fmla="*/ 97134 w 171450"/>
              <a:gd name="connsiteY30" fmla="*/ 102034 h 171449"/>
              <a:gd name="connsiteX31" fmla="*/ 107745 w 171450"/>
              <a:gd name="connsiteY31" fmla="*/ 96484 h 171449"/>
              <a:gd name="connsiteX32" fmla="*/ 144438 w 171450"/>
              <a:gd name="connsiteY32" fmla="*/ 76201 h 171449"/>
              <a:gd name="connsiteX33" fmla="*/ 152000 w 171450"/>
              <a:gd name="connsiteY33" fmla="*/ 73368 h 171449"/>
              <a:gd name="connsiteX34" fmla="*/ 85842 w 171450"/>
              <a:gd name="connsiteY34" fmla="*/ 0 h 171449"/>
              <a:gd name="connsiteX35" fmla="*/ 103970 w 171450"/>
              <a:gd name="connsiteY35" fmla="*/ 7515 h 171449"/>
              <a:gd name="connsiteX36" fmla="*/ 156343 w 171450"/>
              <a:gd name="connsiteY36" fmla="*/ 36466 h 171449"/>
              <a:gd name="connsiteX37" fmla="*/ 156343 w 171450"/>
              <a:gd name="connsiteY37" fmla="*/ 58736 h 171449"/>
              <a:gd name="connsiteX38" fmla="*/ 103970 w 171450"/>
              <a:gd name="connsiteY38" fmla="*/ 87687 h 171449"/>
              <a:gd name="connsiteX39" fmla="*/ 67712 w 171450"/>
              <a:gd name="connsiteY39" fmla="*/ 87687 h 171449"/>
              <a:gd name="connsiteX40" fmla="*/ 15340 w 171450"/>
              <a:gd name="connsiteY40" fmla="*/ 58736 h 171449"/>
              <a:gd name="connsiteX41" fmla="*/ 15340 w 171450"/>
              <a:gd name="connsiteY41" fmla="*/ 36466 h 171449"/>
              <a:gd name="connsiteX42" fmla="*/ 67712 w 171450"/>
              <a:gd name="connsiteY42" fmla="*/ 7515 h 171449"/>
              <a:gd name="connsiteX43" fmla="*/ 85842 w 171450"/>
              <a:gd name="connsiteY43"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1450" h="171449">
                <a:moveTo>
                  <a:pt x="152001" y="111469"/>
                </a:moveTo>
                <a:cubicBezTo>
                  <a:pt x="154011" y="111491"/>
                  <a:pt x="155977" y="112457"/>
                  <a:pt x="159294" y="114301"/>
                </a:cubicBezTo>
                <a:cubicBezTo>
                  <a:pt x="176432" y="123831"/>
                  <a:pt x="175450" y="124375"/>
                  <a:pt x="156343" y="134937"/>
                </a:cubicBezTo>
                <a:lnTo>
                  <a:pt x="103970" y="163888"/>
                </a:lnTo>
                <a:cubicBezTo>
                  <a:pt x="103754" y="164008"/>
                  <a:pt x="103541" y="164125"/>
                  <a:pt x="103330" y="164242"/>
                </a:cubicBezTo>
                <a:cubicBezTo>
                  <a:pt x="85844" y="173910"/>
                  <a:pt x="85843" y="173911"/>
                  <a:pt x="67712" y="163888"/>
                </a:cubicBezTo>
                <a:lnTo>
                  <a:pt x="15340" y="134937"/>
                </a:lnTo>
                <a:cubicBezTo>
                  <a:pt x="5113" y="129284"/>
                  <a:pt x="0" y="126543"/>
                  <a:pt x="0" y="123802"/>
                </a:cubicBezTo>
                <a:cubicBezTo>
                  <a:pt x="0" y="121339"/>
                  <a:pt x="4128" y="118876"/>
                  <a:pt x="12384" y="114301"/>
                </a:cubicBezTo>
                <a:cubicBezTo>
                  <a:pt x="19015" y="110626"/>
                  <a:pt x="20254" y="110438"/>
                  <a:pt x="27244" y="114301"/>
                </a:cubicBezTo>
                <a:lnTo>
                  <a:pt x="63434" y="134307"/>
                </a:lnTo>
                <a:cubicBezTo>
                  <a:pt x="67684" y="136656"/>
                  <a:pt x="71389" y="138705"/>
                  <a:pt x="74589" y="140132"/>
                </a:cubicBezTo>
                <a:cubicBezTo>
                  <a:pt x="77984" y="141644"/>
                  <a:pt x="81597" y="142833"/>
                  <a:pt x="85669" y="142874"/>
                </a:cubicBezTo>
                <a:cubicBezTo>
                  <a:pt x="89771" y="142915"/>
                  <a:pt x="93384" y="141781"/>
                  <a:pt x="96764" y="140297"/>
                </a:cubicBezTo>
                <a:cubicBezTo>
                  <a:pt x="99912" y="138917"/>
                  <a:pt x="103518" y="136923"/>
                  <a:pt x="107593" y="134669"/>
                </a:cubicBezTo>
                <a:lnTo>
                  <a:pt x="144438" y="114301"/>
                </a:lnTo>
                <a:cubicBezTo>
                  <a:pt x="147934" y="112369"/>
                  <a:pt x="149990" y="111446"/>
                  <a:pt x="152001" y="111469"/>
                </a:cubicBezTo>
                <a:close/>
                <a:moveTo>
                  <a:pt x="152000" y="73368"/>
                </a:moveTo>
                <a:cubicBezTo>
                  <a:pt x="154010" y="73390"/>
                  <a:pt x="155976" y="74356"/>
                  <a:pt x="159293" y="76201"/>
                </a:cubicBezTo>
                <a:cubicBezTo>
                  <a:pt x="176432" y="85731"/>
                  <a:pt x="175450" y="86275"/>
                  <a:pt x="156343" y="96837"/>
                </a:cubicBezTo>
                <a:lnTo>
                  <a:pt x="103970" y="125788"/>
                </a:lnTo>
                <a:cubicBezTo>
                  <a:pt x="103754" y="125908"/>
                  <a:pt x="103541" y="126025"/>
                  <a:pt x="103330" y="126142"/>
                </a:cubicBezTo>
                <a:cubicBezTo>
                  <a:pt x="85844" y="135810"/>
                  <a:pt x="85843" y="135811"/>
                  <a:pt x="67712" y="125788"/>
                </a:cubicBezTo>
                <a:lnTo>
                  <a:pt x="15340" y="96837"/>
                </a:lnTo>
                <a:cubicBezTo>
                  <a:pt x="5113" y="91184"/>
                  <a:pt x="0" y="88443"/>
                  <a:pt x="0" y="85702"/>
                </a:cubicBezTo>
                <a:cubicBezTo>
                  <a:pt x="0" y="83239"/>
                  <a:pt x="4128" y="80776"/>
                  <a:pt x="12384" y="76201"/>
                </a:cubicBezTo>
                <a:cubicBezTo>
                  <a:pt x="19015" y="72526"/>
                  <a:pt x="20254" y="72337"/>
                  <a:pt x="27244" y="76201"/>
                </a:cubicBezTo>
                <a:lnTo>
                  <a:pt x="63446" y="96213"/>
                </a:lnTo>
                <a:cubicBezTo>
                  <a:pt x="67740" y="98587"/>
                  <a:pt x="71481" y="100655"/>
                  <a:pt x="74714" y="102086"/>
                </a:cubicBezTo>
                <a:cubicBezTo>
                  <a:pt x="78157" y="103610"/>
                  <a:pt x="81820" y="104788"/>
                  <a:pt x="85956" y="104774"/>
                </a:cubicBezTo>
                <a:cubicBezTo>
                  <a:pt x="90092" y="104761"/>
                  <a:pt x="93734" y="103558"/>
                  <a:pt x="97134" y="102034"/>
                </a:cubicBezTo>
                <a:cubicBezTo>
                  <a:pt x="100194" y="100661"/>
                  <a:pt x="103730" y="98706"/>
                  <a:pt x="107745" y="96484"/>
                </a:cubicBezTo>
                <a:lnTo>
                  <a:pt x="144438" y="76201"/>
                </a:lnTo>
                <a:cubicBezTo>
                  <a:pt x="147934" y="74269"/>
                  <a:pt x="149989" y="73347"/>
                  <a:pt x="152000" y="73368"/>
                </a:cubicBezTo>
                <a:close/>
                <a:moveTo>
                  <a:pt x="85842" y="0"/>
                </a:moveTo>
                <a:cubicBezTo>
                  <a:pt x="90375" y="0"/>
                  <a:pt x="94907" y="2505"/>
                  <a:pt x="103970" y="7515"/>
                </a:cubicBezTo>
                <a:cubicBezTo>
                  <a:pt x="124424" y="18820"/>
                  <a:pt x="135890" y="25160"/>
                  <a:pt x="156343" y="36466"/>
                </a:cubicBezTo>
                <a:cubicBezTo>
                  <a:pt x="176484" y="47600"/>
                  <a:pt x="176486" y="47601"/>
                  <a:pt x="156343" y="58736"/>
                </a:cubicBezTo>
                <a:lnTo>
                  <a:pt x="103970" y="87687"/>
                </a:lnTo>
                <a:cubicBezTo>
                  <a:pt x="85841" y="97707"/>
                  <a:pt x="86062" y="97831"/>
                  <a:pt x="67712" y="87687"/>
                </a:cubicBezTo>
                <a:lnTo>
                  <a:pt x="15340" y="58736"/>
                </a:lnTo>
                <a:cubicBezTo>
                  <a:pt x="-5113" y="47430"/>
                  <a:pt x="-5113" y="47772"/>
                  <a:pt x="15340" y="36466"/>
                </a:cubicBezTo>
                <a:lnTo>
                  <a:pt x="67712" y="7515"/>
                </a:lnTo>
                <a:cubicBezTo>
                  <a:pt x="76776" y="2504"/>
                  <a:pt x="81309" y="0"/>
                  <a:pt x="85842" y="0"/>
                </a:cubicBezTo>
                <a:close/>
              </a:path>
            </a:pathLst>
          </a:custGeom>
          <a:solidFill>
            <a:schemeClr val="bg2"/>
          </a:solidFill>
          <a:ln w="9525" cap="flat">
            <a:noFill/>
            <a:prstDash val="solid"/>
            <a:miter/>
          </a:ln>
        </p:spPr>
        <p:txBody>
          <a:bodyPr rtlCol="0" anchor="ctr"/>
          <a:lstStyle/>
          <a:p>
            <a:endParaRPr lang="ru-RU"/>
          </a:p>
        </p:txBody>
      </p:sp>
      <p:pic>
        <p:nvPicPr>
          <p:cNvPr id="81" name="Рисунок 80" descr="Изображение выглядит как логотип&#10;&#10;Автоматически созданное описание">
            <a:extLst>
              <a:ext uri="{FF2B5EF4-FFF2-40B4-BE49-F238E27FC236}">
                <a16:creationId xmlns:a16="http://schemas.microsoft.com/office/drawing/2014/main" id="{1684C104-7FF9-7894-6F2E-F4DBA89299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3403" y="2188313"/>
            <a:ext cx="1109748" cy="1109748"/>
          </a:xfrm>
          <a:prstGeom prst="rect">
            <a:avLst/>
          </a:prstGeom>
        </p:spPr>
      </p:pic>
      <p:pic>
        <p:nvPicPr>
          <p:cNvPr id="83" name="Рисунок 82" descr="Изображение выглядит как синий&#10;&#10;Автоматически созданное описание">
            <a:extLst>
              <a:ext uri="{FF2B5EF4-FFF2-40B4-BE49-F238E27FC236}">
                <a16:creationId xmlns:a16="http://schemas.microsoft.com/office/drawing/2014/main" id="{6BDD7BD9-21E7-3706-CA0E-FD635259CDD9}"/>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rot="1523561">
            <a:off x="10674547" y="2109730"/>
            <a:ext cx="536620" cy="536620"/>
          </a:xfrm>
          <a:prstGeom prst="rect">
            <a:avLst/>
          </a:prstGeom>
        </p:spPr>
      </p:pic>
      <p:pic>
        <p:nvPicPr>
          <p:cNvPr id="85" name="Рисунок 84" descr="Изображение выглядит как растение, цветок&#10;&#10;Автоматически созданное описание">
            <a:extLst>
              <a:ext uri="{FF2B5EF4-FFF2-40B4-BE49-F238E27FC236}">
                <a16:creationId xmlns:a16="http://schemas.microsoft.com/office/drawing/2014/main" id="{0D1C3EEF-3F5E-1556-E9F4-F1616AE4FC72}"/>
              </a:ext>
            </a:extLst>
          </p:cNvPr>
          <p:cNvPicPr>
            <a:picLocks noChangeAspect="1"/>
          </p:cNvPicPr>
          <p:nvPr/>
        </p:nvPicPr>
        <p:blipFill>
          <a:blip r:embed="rId5">
            <a:alphaModFix/>
            <a:extLst>
              <a:ext uri="{28A0092B-C50C-407E-A947-70E740481C1C}">
                <a14:useLocalDpi xmlns:a14="http://schemas.microsoft.com/office/drawing/2010/main" val="0"/>
              </a:ext>
            </a:extLst>
          </a:blip>
          <a:stretch>
            <a:fillRect/>
          </a:stretch>
        </p:blipFill>
        <p:spPr>
          <a:xfrm rot="20604562">
            <a:off x="6767154" y="1984354"/>
            <a:ext cx="376070" cy="376070"/>
          </a:xfrm>
          <a:prstGeom prst="rect">
            <a:avLst/>
          </a:prstGeom>
        </p:spPr>
      </p:pic>
      <p:pic>
        <p:nvPicPr>
          <p:cNvPr id="87" name="Рисунок 86">
            <a:extLst>
              <a:ext uri="{FF2B5EF4-FFF2-40B4-BE49-F238E27FC236}">
                <a16:creationId xmlns:a16="http://schemas.microsoft.com/office/drawing/2014/main" id="{9742D2BC-7AFA-57EF-94F9-18E688E3E14C}"/>
              </a:ext>
            </a:extLst>
          </p:cNvPr>
          <p:cNvPicPr>
            <a:picLocks noChangeAspect="1"/>
          </p:cNvPicPr>
          <p:nvPr/>
        </p:nvPicPr>
        <p:blipFill>
          <a:blip r:embed="rId6">
            <a:alphaModFix/>
            <a:extLst>
              <a:ext uri="{28A0092B-C50C-407E-A947-70E740481C1C}">
                <a14:useLocalDpi xmlns:a14="http://schemas.microsoft.com/office/drawing/2010/main" val="0"/>
              </a:ext>
            </a:extLst>
          </a:blip>
          <a:stretch>
            <a:fillRect/>
          </a:stretch>
        </p:blipFill>
        <p:spPr>
          <a:xfrm rot="407733">
            <a:off x="7430708" y="2104833"/>
            <a:ext cx="474950" cy="474950"/>
          </a:xfrm>
          <a:prstGeom prst="rect">
            <a:avLst/>
          </a:prstGeom>
        </p:spPr>
      </p:pic>
      <p:pic>
        <p:nvPicPr>
          <p:cNvPr id="97" name="Рисунок 96" descr="Изображение выглядит как день рождения, игрушка, пластик, украшенный&#10;&#10;Автоматически созданное описание">
            <a:extLst>
              <a:ext uri="{FF2B5EF4-FFF2-40B4-BE49-F238E27FC236}">
                <a16:creationId xmlns:a16="http://schemas.microsoft.com/office/drawing/2014/main" id="{57563A9F-4B09-93EE-5339-AEA403B99827}"/>
              </a:ext>
            </a:extLst>
          </p:cNvPr>
          <p:cNvPicPr>
            <a:picLocks noChangeAspect="1"/>
          </p:cNvPicPr>
          <p:nvPr/>
        </p:nvPicPr>
        <p:blipFill>
          <a:blip r:embed="rId7">
            <a:alphaModFix/>
            <a:extLst>
              <a:ext uri="{28A0092B-C50C-407E-A947-70E740481C1C}">
                <a14:useLocalDpi xmlns:a14="http://schemas.microsoft.com/office/drawing/2010/main" val="0"/>
              </a:ext>
            </a:extLst>
          </a:blip>
          <a:stretch>
            <a:fillRect/>
          </a:stretch>
        </p:blipFill>
        <p:spPr>
          <a:xfrm>
            <a:off x="8483155" y="2576318"/>
            <a:ext cx="831654" cy="831654"/>
          </a:xfrm>
          <a:prstGeom prst="rect">
            <a:avLst/>
          </a:prstGeom>
        </p:spPr>
      </p:pic>
      <p:pic>
        <p:nvPicPr>
          <p:cNvPr id="5" name="Рисунок 4">
            <a:extLst>
              <a:ext uri="{FF2B5EF4-FFF2-40B4-BE49-F238E27FC236}">
                <a16:creationId xmlns:a16="http://schemas.microsoft.com/office/drawing/2014/main" id="{533D314B-AD62-02A5-616B-BB1FDBD5B45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1135707">
            <a:off x="6728495" y="2462348"/>
            <a:ext cx="985968" cy="985968"/>
          </a:xfrm>
          <a:prstGeom prst="rect">
            <a:avLst/>
          </a:prstGeom>
        </p:spPr>
      </p:pic>
      <p:sp>
        <p:nvSpPr>
          <p:cNvPr id="2" name="Прямоугольник 1">
            <a:hlinkClick r:id="rId9"/>
            <a:extLst>
              <a:ext uri="{FF2B5EF4-FFF2-40B4-BE49-F238E27FC236}">
                <a16:creationId xmlns:a16="http://schemas.microsoft.com/office/drawing/2014/main" id="{AA17BC3A-DDEE-A12D-1E9F-997C918913A2}"/>
              </a:ext>
            </a:extLst>
          </p:cNvPr>
          <p:cNvSpPr/>
          <p:nvPr/>
        </p:nvSpPr>
        <p:spPr>
          <a:xfrm>
            <a:off x="593635" y="5376827"/>
            <a:ext cx="5467871" cy="990446"/>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dirty="0"/>
          </a:p>
        </p:txBody>
      </p:sp>
      <p:sp>
        <p:nvSpPr>
          <p:cNvPr id="45" name="TextBox 44">
            <a:extLst>
              <a:ext uri="{FF2B5EF4-FFF2-40B4-BE49-F238E27FC236}">
                <a16:creationId xmlns:a16="http://schemas.microsoft.com/office/drawing/2014/main" id="{58532845-BC44-45CB-8A3F-DA99A117C7B7}"/>
              </a:ext>
            </a:extLst>
          </p:cNvPr>
          <p:cNvSpPr txBox="1"/>
          <p:nvPr/>
        </p:nvSpPr>
        <p:spPr>
          <a:xfrm>
            <a:off x="6462513" y="3889287"/>
            <a:ext cx="3708728" cy="1027253"/>
          </a:xfrm>
          <a:prstGeom prst="rect">
            <a:avLst/>
          </a:prstGeom>
          <a:noFill/>
        </p:spPr>
        <p:txBody>
          <a:bodyPr wrap="none" lIns="0" tIns="0" rIns="0" bIns="0" rtlCol="0">
            <a:noAutofit/>
          </a:bodyPr>
          <a:lstStyle/>
          <a:p>
            <a:pPr algn="l">
              <a:spcAft>
                <a:spcPts val="400"/>
              </a:spcAft>
            </a:pPr>
            <a:r>
              <a:rPr lang="ru-RU" sz="1200" b="1" dirty="0"/>
              <a:t>Ещё более 800 изображений </a:t>
            </a:r>
          </a:p>
          <a:p>
            <a:pPr>
              <a:spcAft>
                <a:spcPts val="600"/>
              </a:spcAft>
            </a:pPr>
            <a:r>
              <a:rPr lang="ru-RU" sz="1200" dirty="0"/>
              <a:t>«Большого» </a:t>
            </a:r>
            <a:r>
              <a:rPr lang="en-US" sz="1200" dirty="0"/>
              <a:t>Ozon, </a:t>
            </a:r>
            <a:r>
              <a:rPr lang="ru-RU" sz="1200" dirty="0"/>
              <a:t>других </a:t>
            </a:r>
            <a:r>
              <a:rPr lang="ru-RU" sz="1200" dirty="0" err="1"/>
              <a:t>суббрендов</a:t>
            </a:r>
            <a:r>
              <a:rPr lang="ru-RU" sz="1200" dirty="0"/>
              <a:t> и сервисов</a:t>
            </a:r>
            <a:endParaRPr lang="ru-RU" sz="1400" dirty="0"/>
          </a:p>
        </p:txBody>
      </p:sp>
      <p:pic>
        <p:nvPicPr>
          <p:cNvPr id="8" name="Рисунок 7">
            <a:extLst>
              <a:ext uri="{FF2B5EF4-FFF2-40B4-BE49-F238E27FC236}">
                <a16:creationId xmlns:a16="http://schemas.microsoft.com/office/drawing/2014/main" id="{E84F5975-11F7-41B3-AA54-23DA55377E4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958010">
            <a:off x="1706764" y="2063048"/>
            <a:ext cx="877582" cy="831303"/>
          </a:xfrm>
          <a:prstGeom prst="rect">
            <a:avLst/>
          </a:prstGeom>
        </p:spPr>
      </p:pic>
      <p:pic>
        <p:nvPicPr>
          <p:cNvPr id="12" name="Рисунок 11">
            <a:extLst>
              <a:ext uri="{FF2B5EF4-FFF2-40B4-BE49-F238E27FC236}">
                <a16:creationId xmlns:a16="http://schemas.microsoft.com/office/drawing/2014/main" id="{C215D6DD-274B-4D78-9E62-A0487B2E702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21083540">
            <a:off x="890083" y="2045996"/>
            <a:ext cx="1553473" cy="1553473"/>
          </a:xfrm>
          <a:prstGeom prst="rect">
            <a:avLst/>
          </a:prstGeom>
        </p:spPr>
      </p:pic>
      <p:pic>
        <p:nvPicPr>
          <p:cNvPr id="14" name="Рисунок 13">
            <a:extLst>
              <a:ext uri="{FF2B5EF4-FFF2-40B4-BE49-F238E27FC236}">
                <a16:creationId xmlns:a16="http://schemas.microsoft.com/office/drawing/2014/main" id="{E6A1611B-881A-4426-B2CF-A0D2B738F66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943930" y="1958380"/>
            <a:ext cx="1474571" cy="1364469"/>
          </a:xfrm>
          <a:prstGeom prst="rect">
            <a:avLst/>
          </a:prstGeom>
        </p:spPr>
      </p:pic>
      <p:pic>
        <p:nvPicPr>
          <p:cNvPr id="31" name="Рисунок 30">
            <a:extLst>
              <a:ext uri="{FF2B5EF4-FFF2-40B4-BE49-F238E27FC236}">
                <a16:creationId xmlns:a16="http://schemas.microsoft.com/office/drawing/2014/main" id="{08F476D4-D7E7-4C5D-8BA0-EEFE778B933A}"/>
              </a:ext>
            </a:extLst>
          </p:cNvPr>
          <p:cNvPicPr>
            <a:picLocks noChangeAspect="1"/>
          </p:cNvPicPr>
          <p:nvPr/>
        </p:nvPicPr>
        <p:blipFill rotWithShape="1">
          <a:blip r:embed="rId13">
            <a:extLst>
              <a:ext uri="{28A0092B-C50C-407E-A947-70E740481C1C}">
                <a14:useLocalDpi xmlns:a14="http://schemas.microsoft.com/office/drawing/2010/main" val="0"/>
              </a:ext>
            </a:extLst>
          </a:blip>
          <a:srcRect b="18346"/>
          <a:stretch/>
        </p:blipFill>
        <p:spPr>
          <a:xfrm>
            <a:off x="8601654" y="190812"/>
            <a:ext cx="1426309" cy="1330014"/>
          </a:xfrm>
          <a:prstGeom prst="rect">
            <a:avLst/>
          </a:prstGeom>
        </p:spPr>
      </p:pic>
    </p:spTree>
    <p:extLst>
      <p:ext uri="{BB962C8B-B14F-4D97-AF65-F5344CB8AC3E}">
        <p14:creationId xmlns:p14="http://schemas.microsoft.com/office/powerpoint/2010/main" val="4186653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B7351E8E-B07A-AE2B-FE37-BA11E386EB41}"/>
              </a:ext>
            </a:extLst>
          </p:cNvPr>
          <p:cNvSpPr>
            <a:spLocks noGrp="1"/>
          </p:cNvSpPr>
          <p:nvPr>
            <p:ph idx="1"/>
          </p:nvPr>
        </p:nvSpPr>
        <p:spPr>
          <a:xfrm>
            <a:off x="639764" y="1468990"/>
            <a:ext cx="4816436" cy="257176"/>
          </a:xfrm>
        </p:spPr>
        <p:txBody>
          <a:bodyPr/>
          <a:lstStyle/>
          <a:p>
            <a:r>
              <a:rPr lang="ru-RU" sz="1600" b="1"/>
              <a:t>Информация</a:t>
            </a:r>
          </a:p>
        </p:txBody>
      </p:sp>
      <p:sp>
        <p:nvSpPr>
          <p:cNvPr id="3" name="Номер слайда 2">
            <a:extLst>
              <a:ext uri="{FF2B5EF4-FFF2-40B4-BE49-F238E27FC236}">
                <a16:creationId xmlns:a16="http://schemas.microsoft.com/office/drawing/2014/main" id="{2FA18A34-B900-3398-EA3E-6751BE6221F1}"/>
              </a:ext>
            </a:extLst>
          </p:cNvPr>
          <p:cNvSpPr>
            <a:spLocks noGrp="1"/>
          </p:cNvSpPr>
          <p:nvPr>
            <p:ph type="sldNum" sz="quarter" idx="12"/>
          </p:nvPr>
        </p:nvSpPr>
        <p:spPr/>
        <p:txBody>
          <a:bodyPr/>
          <a:lstStyle/>
          <a:p>
            <a:fld id="{EB5249F5-0093-48B0-B996-C4E44A87EAFB}" type="slidenum">
              <a:rPr lang="ru-RU" smtClean="0"/>
              <a:pPr/>
              <a:t>5</a:t>
            </a:fld>
            <a:endParaRPr lang="ru-RU"/>
          </a:p>
        </p:txBody>
      </p:sp>
      <p:sp>
        <p:nvSpPr>
          <p:cNvPr id="6" name="Объект 4">
            <a:extLst>
              <a:ext uri="{FF2B5EF4-FFF2-40B4-BE49-F238E27FC236}">
                <a16:creationId xmlns:a16="http://schemas.microsoft.com/office/drawing/2014/main" id="{6DA787DA-1331-1C50-44E0-EA8363A778D1}"/>
              </a:ext>
            </a:extLst>
          </p:cNvPr>
          <p:cNvSpPr txBox="1">
            <a:spLocks/>
          </p:cNvSpPr>
          <p:nvPr/>
        </p:nvSpPr>
        <p:spPr>
          <a:xfrm>
            <a:off x="6554165" y="1468990"/>
            <a:ext cx="5011629"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Менеджмент </a:t>
            </a:r>
          </a:p>
        </p:txBody>
      </p:sp>
      <p:sp>
        <p:nvSpPr>
          <p:cNvPr id="153" name="Рисунок 55">
            <a:extLst>
              <a:ext uri="{FF2B5EF4-FFF2-40B4-BE49-F238E27FC236}">
                <a16:creationId xmlns:a16="http://schemas.microsoft.com/office/drawing/2014/main" id="{2CE27660-3255-34EB-310B-7D54F59E550B}"/>
              </a:ext>
            </a:extLst>
          </p:cNvPr>
          <p:cNvSpPr/>
          <p:nvPr/>
        </p:nvSpPr>
        <p:spPr>
          <a:xfrm>
            <a:off x="1074014" y="2877547"/>
            <a:ext cx="171450" cy="171450"/>
          </a:xfrm>
          <a:custGeom>
            <a:avLst/>
            <a:gdLst>
              <a:gd name="connsiteX0" fmla="*/ 114479 w 171450"/>
              <a:gd name="connsiteY0" fmla="*/ 16424 h 171450"/>
              <a:gd name="connsiteX1" fmla="*/ 131965 w 171450"/>
              <a:gd name="connsiteY1" fmla="*/ 18845 h 171450"/>
              <a:gd name="connsiteX2" fmla="*/ 146342 w 171450"/>
              <a:gd name="connsiteY2" fmla="*/ 25108 h 171450"/>
              <a:gd name="connsiteX3" fmla="*/ 152605 w 171450"/>
              <a:gd name="connsiteY3" fmla="*/ 39485 h 171450"/>
              <a:gd name="connsiteX4" fmla="*/ 155026 w 171450"/>
              <a:gd name="connsiteY4" fmla="*/ 56971 h 171450"/>
              <a:gd name="connsiteX5" fmla="*/ 165713 w 171450"/>
              <a:gd name="connsiteY5" fmla="*/ 71131 h 171450"/>
              <a:gd name="connsiteX6" fmla="*/ 171450 w 171450"/>
              <a:gd name="connsiteY6" fmla="*/ 85725 h 171450"/>
              <a:gd name="connsiteX7" fmla="*/ 165713 w 171450"/>
              <a:gd name="connsiteY7" fmla="*/ 100319 h 171450"/>
              <a:gd name="connsiteX8" fmla="*/ 155026 w 171450"/>
              <a:gd name="connsiteY8" fmla="*/ 114479 h 171450"/>
              <a:gd name="connsiteX9" fmla="*/ 152605 w 171450"/>
              <a:gd name="connsiteY9" fmla="*/ 131965 h 171450"/>
              <a:gd name="connsiteX10" fmla="*/ 146342 w 171450"/>
              <a:gd name="connsiteY10" fmla="*/ 146342 h 171450"/>
              <a:gd name="connsiteX11" fmla="*/ 131965 w 171450"/>
              <a:gd name="connsiteY11" fmla="*/ 152605 h 171450"/>
              <a:gd name="connsiteX12" fmla="*/ 114479 w 171450"/>
              <a:gd name="connsiteY12" fmla="*/ 155026 h 171450"/>
              <a:gd name="connsiteX13" fmla="*/ 100319 w 171450"/>
              <a:gd name="connsiteY13" fmla="*/ 165713 h 171450"/>
              <a:gd name="connsiteX14" fmla="*/ 85725 w 171450"/>
              <a:gd name="connsiteY14" fmla="*/ 171450 h 171450"/>
              <a:gd name="connsiteX15" fmla="*/ 71131 w 171450"/>
              <a:gd name="connsiteY15" fmla="*/ 165713 h 171450"/>
              <a:gd name="connsiteX16" fmla="*/ 56971 w 171450"/>
              <a:gd name="connsiteY16" fmla="*/ 155026 h 171450"/>
              <a:gd name="connsiteX17" fmla="*/ 39485 w 171450"/>
              <a:gd name="connsiteY17" fmla="*/ 152605 h 171450"/>
              <a:gd name="connsiteX18" fmla="*/ 25108 w 171450"/>
              <a:gd name="connsiteY18" fmla="*/ 146342 h 171450"/>
              <a:gd name="connsiteX19" fmla="*/ 18845 w 171450"/>
              <a:gd name="connsiteY19" fmla="*/ 131965 h 171450"/>
              <a:gd name="connsiteX20" fmla="*/ 16424 w 171450"/>
              <a:gd name="connsiteY20" fmla="*/ 114479 h 171450"/>
              <a:gd name="connsiteX21" fmla="*/ 5737 w 171450"/>
              <a:gd name="connsiteY21" fmla="*/ 100319 h 171450"/>
              <a:gd name="connsiteX22" fmla="*/ 0 w 171450"/>
              <a:gd name="connsiteY22" fmla="*/ 85725 h 171450"/>
              <a:gd name="connsiteX23" fmla="*/ 5737 w 171450"/>
              <a:gd name="connsiteY23" fmla="*/ 71131 h 171450"/>
              <a:gd name="connsiteX24" fmla="*/ 16424 w 171450"/>
              <a:gd name="connsiteY24" fmla="*/ 56971 h 171450"/>
              <a:gd name="connsiteX25" fmla="*/ 18845 w 171450"/>
              <a:gd name="connsiteY25" fmla="*/ 39485 h 171450"/>
              <a:gd name="connsiteX26" fmla="*/ 25108 w 171450"/>
              <a:gd name="connsiteY26" fmla="*/ 25108 h 171450"/>
              <a:gd name="connsiteX27" fmla="*/ 39485 w 171450"/>
              <a:gd name="connsiteY27" fmla="*/ 18845 h 171450"/>
              <a:gd name="connsiteX28" fmla="*/ 56971 w 171450"/>
              <a:gd name="connsiteY28" fmla="*/ 16424 h 171450"/>
              <a:gd name="connsiteX29" fmla="*/ 71130 w 171450"/>
              <a:gd name="connsiteY29" fmla="*/ 5737 h 171450"/>
              <a:gd name="connsiteX30" fmla="*/ 85725 w 171450"/>
              <a:gd name="connsiteY30" fmla="*/ 0 h 171450"/>
              <a:gd name="connsiteX31" fmla="*/ 100319 w 171450"/>
              <a:gd name="connsiteY31" fmla="*/ 5737 h 171450"/>
              <a:gd name="connsiteX32" fmla="*/ 114479 w 171450"/>
              <a:gd name="connsiteY32" fmla="*/ 16424 h 171450"/>
              <a:gd name="connsiteX33" fmla="*/ 98040 w 171450"/>
              <a:gd name="connsiteY33" fmla="*/ 59940 h 171450"/>
              <a:gd name="connsiteX34" fmla="*/ 59940 w 171450"/>
              <a:gd name="connsiteY34" fmla="*/ 98040 h 171450"/>
              <a:gd name="connsiteX35" fmla="*/ 59940 w 171450"/>
              <a:gd name="connsiteY35" fmla="*/ 111510 h 171450"/>
              <a:gd name="connsiteX36" fmla="*/ 73410 w 171450"/>
              <a:gd name="connsiteY36" fmla="*/ 111510 h 171450"/>
              <a:gd name="connsiteX37" fmla="*/ 111510 w 171450"/>
              <a:gd name="connsiteY37" fmla="*/ 73410 h 171450"/>
              <a:gd name="connsiteX38" fmla="*/ 111510 w 171450"/>
              <a:gd name="connsiteY38" fmla="*/ 59940 h 171450"/>
              <a:gd name="connsiteX39" fmla="*/ 98040 w 171450"/>
              <a:gd name="connsiteY39" fmla="*/ 59940 h 171450"/>
              <a:gd name="connsiteX40" fmla="*/ 57150 w 171450"/>
              <a:gd name="connsiteY40" fmla="*/ 66675 h 171450"/>
              <a:gd name="connsiteX41" fmla="*/ 66675 w 171450"/>
              <a:gd name="connsiteY41" fmla="*/ 76200 h 171450"/>
              <a:gd name="connsiteX42" fmla="*/ 76200 w 171450"/>
              <a:gd name="connsiteY42" fmla="*/ 66675 h 171450"/>
              <a:gd name="connsiteX43" fmla="*/ 66675 w 171450"/>
              <a:gd name="connsiteY43" fmla="*/ 57150 h 171450"/>
              <a:gd name="connsiteX44" fmla="*/ 57150 w 171450"/>
              <a:gd name="connsiteY44" fmla="*/ 66675 h 171450"/>
              <a:gd name="connsiteX45" fmla="*/ 114300 w 171450"/>
              <a:gd name="connsiteY45" fmla="*/ 104775 h 171450"/>
              <a:gd name="connsiteX46" fmla="*/ 104775 w 171450"/>
              <a:gd name="connsiteY46" fmla="*/ 95250 h 171450"/>
              <a:gd name="connsiteX47" fmla="*/ 95250 w 171450"/>
              <a:gd name="connsiteY47" fmla="*/ 104775 h 171450"/>
              <a:gd name="connsiteX48" fmla="*/ 104775 w 171450"/>
              <a:gd name="connsiteY48" fmla="*/ 114300 h 171450"/>
              <a:gd name="connsiteX49" fmla="*/ 114300 w 171450"/>
              <a:gd name="connsiteY49" fmla="*/ 1047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71450" h="171450">
                <a:moveTo>
                  <a:pt x="114479" y="16424"/>
                </a:moveTo>
                <a:cubicBezTo>
                  <a:pt x="119926" y="18687"/>
                  <a:pt x="126070" y="18633"/>
                  <a:pt x="131965" y="18845"/>
                </a:cubicBezTo>
                <a:cubicBezTo>
                  <a:pt x="137188" y="19034"/>
                  <a:pt x="142355" y="21121"/>
                  <a:pt x="146342" y="25108"/>
                </a:cubicBezTo>
                <a:cubicBezTo>
                  <a:pt x="150328" y="29095"/>
                  <a:pt x="152416" y="34262"/>
                  <a:pt x="152605" y="39485"/>
                </a:cubicBezTo>
                <a:cubicBezTo>
                  <a:pt x="152817" y="45380"/>
                  <a:pt x="152763" y="51524"/>
                  <a:pt x="155026" y="56971"/>
                </a:cubicBezTo>
                <a:cubicBezTo>
                  <a:pt x="157287" y="62415"/>
                  <a:pt x="161697" y="66815"/>
                  <a:pt x="165713" y="71131"/>
                </a:cubicBezTo>
                <a:cubicBezTo>
                  <a:pt x="169273" y="74957"/>
                  <a:pt x="171450" y="80086"/>
                  <a:pt x="171450" y="85725"/>
                </a:cubicBezTo>
                <a:cubicBezTo>
                  <a:pt x="171450" y="91364"/>
                  <a:pt x="169273" y="96493"/>
                  <a:pt x="165713" y="100319"/>
                </a:cubicBezTo>
                <a:cubicBezTo>
                  <a:pt x="161697" y="104635"/>
                  <a:pt x="157287" y="109035"/>
                  <a:pt x="155026" y="114479"/>
                </a:cubicBezTo>
                <a:cubicBezTo>
                  <a:pt x="152763" y="119926"/>
                  <a:pt x="152817" y="126070"/>
                  <a:pt x="152605" y="131965"/>
                </a:cubicBezTo>
                <a:cubicBezTo>
                  <a:pt x="152416" y="137188"/>
                  <a:pt x="150328" y="142355"/>
                  <a:pt x="146342" y="146342"/>
                </a:cubicBezTo>
                <a:cubicBezTo>
                  <a:pt x="142355" y="150328"/>
                  <a:pt x="137188" y="152416"/>
                  <a:pt x="131965" y="152605"/>
                </a:cubicBezTo>
                <a:cubicBezTo>
                  <a:pt x="126070" y="152817"/>
                  <a:pt x="119926" y="152763"/>
                  <a:pt x="114479" y="155026"/>
                </a:cubicBezTo>
                <a:cubicBezTo>
                  <a:pt x="109035" y="157287"/>
                  <a:pt x="104636" y="161697"/>
                  <a:pt x="100319" y="165713"/>
                </a:cubicBezTo>
                <a:cubicBezTo>
                  <a:pt x="96493" y="169273"/>
                  <a:pt x="91364" y="171450"/>
                  <a:pt x="85725" y="171450"/>
                </a:cubicBezTo>
                <a:cubicBezTo>
                  <a:pt x="80086" y="171450"/>
                  <a:pt x="74957" y="169273"/>
                  <a:pt x="71131" y="165713"/>
                </a:cubicBezTo>
                <a:cubicBezTo>
                  <a:pt x="66814" y="161697"/>
                  <a:pt x="62415" y="157287"/>
                  <a:pt x="56971" y="155026"/>
                </a:cubicBezTo>
                <a:cubicBezTo>
                  <a:pt x="51524" y="152763"/>
                  <a:pt x="45380" y="152817"/>
                  <a:pt x="39485" y="152605"/>
                </a:cubicBezTo>
                <a:cubicBezTo>
                  <a:pt x="34262" y="152416"/>
                  <a:pt x="29095" y="150328"/>
                  <a:pt x="25108" y="146342"/>
                </a:cubicBezTo>
                <a:cubicBezTo>
                  <a:pt x="21121" y="142355"/>
                  <a:pt x="19034" y="137188"/>
                  <a:pt x="18845" y="131965"/>
                </a:cubicBezTo>
                <a:cubicBezTo>
                  <a:pt x="18633" y="126070"/>
                  <a:pt x="18687" y="119926"/>
                  <a:pt x="16424" y="114479"/>
                </a:cubicBezTo>
                <a:cubicBezTo>
                  <a:pt x="14163" y="109036"/>
                  <a:pt x="9752" y="104635"/>
                  <a:pt x="5737" y="100319"/>
                </a:cubicBezTo>
                <a:cubicBezTo>
                  <a:pt x="2177" y="96493"/>
                  <a:pt x="0" y="91364"/>
                  <a:pt x="0" y="85725"/>
                </a:cubicBezTo>
                <a:cubicBezTo>
                  <a:pt x="0" y="80086"/>
                  <a:pt x="2178" y="74957"/>
                  <a:pt x="5737" y="71131"/>
                </a:cubicBezTo>
                <a:cubicBezTo>
                  <a:pt x="9752" y="66815"/>
                  <a:pt x="14163" y="62415"/>
                  <a:pt x="16424" y="56971"/>
                </a:cubicBezTo>
                <a:cubicBezTo>
                  <a:pt x="18687" y="51524"/>
                  <a:pt x="18633" y="45380"/>
                  <a:pt x="18845" y="39485"/>
                </a:cubicBezTo>
                <a:cubicBezTo>
                  <a:pt x="19034" y="34262"/>
                  <a:pt x="21121" y="29095"/>
                  <a:pt x="25108" y="25108"/>
                </a:cubicBezTo>
                <a:cubicBezTo>
                  <a:pt x="29095" y="21121"/>
                  <a:pt x="34262" y="19034"/>
                  <a:pt x="39485" y="18845"/>
                </a:cubicBezTo>
                <a:cubicBezTo>
                  <a:pt x="45380" y="18633"/>
                  <a:pt x="51524" y="18687"/>
                  <a:pt x="56971" y="16424"/>
                </a:cubicBezTo>
                <a:cubicBezTo>
                  <a:pt x="62415" y="14163"/>
                  <a:pt x="66815" y="9753"/>
                  <a:pt x="71130" y="5737"/>
                </a:cubicBezTo>
                <a:cubicBezTo>
                  <a:pt x="74957" y="2178"/>
                  <a:pt x="80086" y="0"/>
                  <a:pt x="85725" y="0"/>
                </a:cubicBezTo>
                <a:cubicBezTo>
                  <a:pt x="91364" y="0"/>
                  <a:pt x="96493" y="2178"/>
                  <a:pt x="100319" y="5737"/>
                </a:cubicBezTo>
                <a:cubicBezTo>
                  <a:pt x="104636" y="9753"/>
                  <a:pt x="109035" y="14163"/>
                  <a:pt x="114479" y="16424"/>
                </a:cubicBezTo>
                <a:close/>
                <a:moveTo>
                  <a:pt x="98040" y="59940"/>
                </a:moveTo>
                <a:lnTo>
                  <a:pt x="59940" y="98040"/>
                </a:lnTo>
                <a:cubicBezTo>
                  <a:pt x="56220" y="101759"/>
                  <a:pt x="56220" y="107791"/>
                  <a:pt x="59940" y="111510"/>
                </a:cubicBezTo>
                <a:cubicBezTo>
                  <a:pt x="63660" y="115230"/>
                  <a:pt x="69691" y="115230"/>
                  <a:pt x="73410" y="111510"/>
                </a:cubicBezTo>
                <a:lnTo>
                  <a:pt x="111510" y="73410"/>
                </a:lnTo>
                <a:cubicBezTo>
                  <a:pt x="115230" y="69691"/>
                  <a:pt x="115230" y="63660"/>
                  <a:pt x="111510" y="59940"/>
                </a:cubicBezTo>
                <a:cubicBezTo>
                  <a:pt x="107791" y="56220"/>
                  <a:pt x="101759" y="56220"/>
                  <a:pt x="98040" y="59940"/>
                </a:cubicBezTo>
                <a:close/>
                <a:moveTo>
                  <a:pt x="57150" y="66675"/>
                </a:moveTo>
                <a:cubicBezTo>
                  <a:pt x="57150" y="71936"/>
                  <a:pt x="61415" y="76200"/>
                  <a:pt x="66675" y="76200"/>
                </a:cubicBezTo>
                <a:cubicBezTo>
                  <a:pt x="71936" y="76200"/>
                  <a:pt x="76200" y="71936"/>
                  <a:pt x="76200" y="66675"/>
                </a:cubicBezTo>
                <a:cubicBezTo>
                  <a:pt x="76200" y="61415"/>
                  <a:pt x="71936" y="57150"/>
                  <a:pt x="66675" y="57150"/>
                </a:cubicBezTo>
                <a:cubicBezTo>
                  <a:pt x="61415" y="57150"/>
                  <a:pt x="57150" y="61415"/>
                  <a:pt x="57150" y="66675"/>
                </a:cubicBezTo>
                <a:close/>
                <a:moveTo>
                  <a:pt x="114300" y="104775"/>
                </a:moveTo>
                <a:cubicBezTo>
                  <a:pt x="114300" y="99514"/>
                  <a:pt x="110036" y="95250"/>
                  <a:pt x="104775" y="95250"/>
                </a:cubicBezTo>
                <a:cubicBezTo>
                  <a:pt x="99514" y="95250"/>
                  <a:pt x="95250" y="99514"/>
                  <a:pt x="95250" y="104775"/>
                </a:cubicBezTo>
                <a:cubicBezTo>
                  <a:pt x="95250" y="110036"/>
                  <a:pt x="99514" y="114300"/>
                  <a:pt x="104775" y="114300"/>
                </a:cubicBezTo>
                <a:cubicBezTo>
                  <a:pt x="110036" y="114300"/>
                  <a:pt x="114300" y="110036"/>
                  <a:pt x="114300" y="104775"/>
                </a:cubicBezTo>
                <a:close/>
              </a:path>
            </a:pathLst>
          </a:custGeom>
          <a:solidFill>
            <a:srgbClr val="000000"/>
          </a:solidFill>
          <a:ln w="9525" cap="flat">
            <a:noFill/>
            <a:prstDash val="solid"/>
            <a:miter/>
          </a:ln>
        </p:spPr>
        <p:txBody>
          <a:bodyPr rtlCol="0" anchor="ctr"/>
          <a:lstStyle/>
          <a:p>
            <a:endParaRPr lang="ru-RU"/>
          </a:p>
        </p:txBody>
      </p:sp>
      <p:sp>
        <p:nvSpPr>
          <p:cNvPr id="302" name="Полилиния: фигура 301">
            <a:extLst>
              <a:ext uri="{FF2B5EF4-FFF2-40B4-BE49-F238E27FC236}">
                <a16:creationId xmlns:a16="http://schemas.microsoft.com/office/drawing/2014/main" id="{09C5FEE4-6B19-4148-E7FF-073CC4222A8B}"/>
              </a:ext>
            </a:extLst>
          </p:cNvPr>
          <p:cNvSpPr/>
          <p:nvPr/>
        </p:nvSpPr>
        <p:spPr>
          <a:xfrm>
            <a:off x="1083539" y="3393675"/>
            <a:ext cx="152400" cy="152400"/>
          </a:xfrm>
          <a:custGeom>
            <a:avLst/>
            <a:gdLst>
              <a:gd name="connsiteX0" fmla="*/ 123825 w 152400"/>
              <a:gd name="connsiteY0" fmla="*/ 95250 h 152400"/>
              <a:gd name="connsiteX1" fmla="*/ 152400 w 152400"/>
              <a:gd name="connsiteY1" fmla="*/ 123825 h 152400"/>
              <a:gd name="connsiteX2" fmla="*/ 123825 w 152400"/>
              <a:gd name="connsiteY2" fmla="*/ 152400 h 152400"/>
              <a:gd name="connsiteX3" fmla="*/ 95250 w 152400"/>
              <a:gd name="connsiteY3" fmla="*/ 123825 h 152400"/>
              <a:gd name="connsiteX4" fmla="*/ 123825 w 152400"/>
              <a:gd name="connsiteY4" fmla="*/ 95250 h 152400"/>
              <a:gd name="connsiteX5" fmla="*/ 126615 w 152400"/>
              <a:gd name="connsiteY5" fmla="*/ 12315 h 152400"/>
              <a:gd name="connsiteX6" fmla="*/ 140085 w 152400"/>
              <a:gd name="connsiteY6" fmla="*/ 12315 h 152400"/>
              <a:gd name="connsiteX7" fmla="*/ 140085 w 152400"/>
              <a:gd name="connsiteY7" fmla="*/ 25785 h 152400"/>
              <a:gd name="connsiteX8" fmla="*/ 25785 w 152400"/>
              <a:gd name="connsiteY8" fmla="*/ 140085 h 152400"/>
              <a:gd name="connsiteX9" fmla="*/ 12315 w 152400"/>
              <a:gd name="connsiteY9" fmla="*/ 140085 h 152400"/>
              <a:gd name="connsiteX10" fmla="*/ 12315 w 152400"/>
              <a:gd name="connsiteY10" fmla="*/ 126615 h 152400"/>
              <a:gd name="connsiteX11" fmla="*/ 28575 w 152400"/>
              <a:gd name="connsiteY11" fmla="*/ 0 h 152400"/>
              <a:gd name="connsiteX12" fmla="*/ 57150 w 152400"/>
              <a:gd name="connsiteY12" fmla="*/ 28575 h 152400"/>
              <a:gd name="connsiteX13" fmla="*/ 28575 w 152400"/>
              <a:gd name="connsiteY13" fmla="*/ 57150 h 152400"/>
              <a:gd name="connsiteX14" fmla="*/ 0 w 152400"/>
              <a:gd name="connsiteY14" fmla="*/ 28575 h 152400"/>
              <a:gd name="connsiteX15" fmla="*/ 28575 w 152400"/>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400" h="152400">
                <a:moveTo>
                  <a:pt x="123825" y="95250"/>
                </a:moveTo>
                <a:cubicBezTo>
                  <a:pt x="141555" y="95250"/>
                  <a:pt x="152400" y="106095"/>
                  <a:pt x="152400" y="123825"/>
                </a:cubicBezTo>
                <a:cubicBezTo>
                  <a:pt x="152400" y="141555"/>
                  <a:pt x="141555" y="152400"/>
                  <a:pt x="123825" y="152400"/>
                </a:cubicBezTo>
                <a:cubicBezTo>
                  <a:pt x="106095" y="152400"/>
                  <a:pt x="95250" y="141555"/>
                  <a:pt x="95250" y="123825"/>
                </a:cubicBezTo>
                <a:cubicBezTo>
                  <a:pt x="95250" y="106095"/>
                  <a:pt x="106095" y="95250"/>
                  <a:pt x="123825" y="95250"/>
                </a:cubicBezTo>
                <a:close/>
                <a:moveTo>
                  <a:pt x="126615" y="12315"/>
                </a:moveTo>
                <a:cubicBezTo>
                  <a:pt x="130334" y="8595"/>
                  <a:pt x="136366" y="8595"/>
                  <a:pt x="140085" y="12315"/>
                </a:cubicBezTo>
                <a:cubicBezTo>
                  <a:pt x="143805" y="16035"/>
                  <a:pt x="143805" y="22065"/>
                  <a:pt x="140085" y="25785"/>
                </a:cubicBezTo>
                <a:lnTo>
                  <a:pt x="25785" y="140085"/>
                </a:lnTo>
                <a:cubicBezTo>
                  <a:pt x="22065" y="143805"/>
                  <a:pt x="16035" y="143805"/>
                  <a:pt x="12315" y="140085"/>
                </a:cubicBezTo>
                <a:cubicBezTo>
                  <a:pt x="8595" y="136366"/>
                  <a:pt x="8595" y="130334"/>
                  <a:pt x="12315" y="126615"/>
                </a:cubicBezTo>
                <a:close/>
                <a:moveTo>
                  <a:pt x="28575" y="0"/>
                </a:moveTo>
                <a:cubicBezTo>
                  <a:pt x="46305" y="0"/>
                  <a:pt x="57150" y="10845"/>
                  <a:pt x="57150" y="28575"/>
                </a:cubicBezTo>
                <a:cubicBezTo>
                  <a:pt x="57150" y="46305"/>
                  <a:pt x="46305" y="57150"/>
                  <a:pt x="28575" y="57150"/>
                </a:cubicBezTo>
                <a:cubicBezTo>
                  <a:pt x="10845" y="57150"/>
                  <a:pt x="0" y="46305"/>
                  <a:pt x="0" y="28575"/>
                </a:cubicBezTo>
                <a:cubicBezTo>
                  <a:pt x="0" y="10845"/>
                  <a:pt x="10845" y="0"/>
                  <a:pt x="28575" y="0"/>
                </a:cubicBezTo>
                <a:close/>
              </a:path>
            </a:pathLst>
          </a:custGeom>
          <a:solidFill>
            <a:srgbClr val="000000"/>
          </a:solidFill>
          <a:ln w="9525" cap="flat">
            <a:noFill/>
            <a:prstDash val="solid"/>
            <a:miter/>
          </a:ln>
        </p:spPr>
        <p:txBody>
          <a:bodyPr rtlCol="0" anchor="ctr"/>
          <a:lstStyle/>
          <a:p>
            <a:endParaRPr lang="ru-RU"/>
          </a:p>
        </p:txBody>
      </p:sp>
      <p:sp>
        <p:nvSpPr>
          <p:cNvPr id="309" name="Полилиния: фигура 308">
            <a:extLst>
              <a:ext uri="{FF2B5EF4-FFF2-40B4-BE49-F238E27FC236}">
                <a16:creationId xmlns:a16="http://schemas.microsoft.com/office/drawing/2014/main" id="{BA915665-5E1B-D6A2-0A7C-AB71F64E83AB}"/>
              </a:ext>
            </a:extLst>
          </p:cNvPr>
          <p:cNvSpPr/>
          <p:nvPr/>
        </p:nvSpPr>
        <p:spPr>
          <a:xfrm>
            <a:off x="1074014" y="3890754"/>
            <a:ext cx="171449" cy="171450"/>
          </a:xfrm>
          <a:custGeom>
            <a:avLst/>
            <a:gdLst>
              <a:gd name="connsiteX0" fmla="*/ 9525 w 171449"/>
              <a:gd name="connsiteY0" fmla="*/ 76200 h 171450"/>
              <a:gd name="connsiteX1" fmla="*/ 19050 w 171449"/>
              <a:gd name="connsiteY1" fmla="*/ 85725 h 171450"/>
              <a:gd name="connsiteX2" fmla="*/ 9525 w 171449"/>
              <a:gd name="connsiteY2" fmla="*/ 95250 h 171450"/>
              <a:gd name="connsiteX3" fmla="*/ 0 w 171449"/>
              <a:gd name="connsiteY3" fmla="*/ 85725 h 171450"/>
              <a:gd name="connsiteX4" fmla="*/ 9525 w 171449"/>
              <a:gd name="connsiteY4" fmla="*/ 76200 h 171450"/>
              <a:gd name="connsiteX5" fmla="*/ 107564 w 171449"/>
              <a:gd name="connsiteY5" fmla="*/ 59940 h 171450"/>
              <a:gd name="connsiteX6" fmla="*/ 76199 w 171449"/>
              <a:gd name="connsiteY6" fmla="*/ 91305 h 171450"/>
              <a:gd name="connsiteX7" fmla="*/ 63885 w 171449"/>
              <a:gd name="connsiteY7" fmla="*/ 78990 h 171450"/>
              <a:gd name="connsiteX8" fmla="*/ 50414 w 171449"/>
              <a:gd name="connsiteY8" fmla="*/ 78990 h 171450"/>
              <a:gd name="connsiteX9" fmla="*/ 50414 w 171449"/>
              <a:gd name="connsiteY9" fmla="*/ 92460 h 171450"/>
              <a:gd name="connsiteX10" fmla="*/ 69464 w 171449"/>
              <a:gd name="connsiteY10" fmla="*/ 111510 h 171450"/>
              <a:gd name="connsiteX11" fmla="*/ 82934 w 171449"/>
              <a:gd name="connsiteY11" fmla="*/ 111510 h 171450"/>
              <a:gd name="connsiteX12" fmla="*/ 121034 w 171449"/>
              <a:gd name="connsiteY12" fmla="*/ 73410 h 171450"/>
              <a:gd name="connsiteX13" fmla="*/ 121034 w 171449"/>
              <a:gd name="connsiteY13" fmla="*/ 59940 h 171450"/>
              <a:gd name="connsiteX14" fmla="*/ 107564 w 171449"/>
              <a:gd name="connsiteY14" fmla="*/ 59940 h 171450"/>
              <a:gd name="connsiteX15" fmla="*/ 19050 w 171449"/>
              <a:gd name="connsiteY15" fmla="*/ 38100 h 171450"/>
              <a:gd name="connsiteX16" fmla="*/ 28575 w 171449"/>
              <a:gd name="connsiteY16" fmla="*/ 47625 h 171450"/>
              <a:gd name="connsiteX17" fmla="*/ 19050 w 171449"/>
              <a:gd name="connsiteY17" fmla="*/ 57150 h 171450"/>
              <a:gd name="connsiteX18" fmla="*/ 9525 w 171449"/>
              <a:gd name="connsiteY18" fmla="*/ 47625 h 171450"/>
              <a:gd name="connsiteX19" fmla="*/ 19050 w 171449"/>
              <a:gd name="connsiteY19" fmla="*/ 38100 h 171450"/>
              <a:gd name="connsiteX20" fmla="*/ 47625 w 171449"/>
              <a:gd name="connsiteY20" fmla="*/ 9525 h 171450"/>
              <a:gd name="connsiteX21" fmla="*/ 57150 w 171449"/>
              <a:gd name="connsiteY21" fmla="*/ 19050 h 171450"/>
              <a:gd name="connsiteX22" fmla="*/ 47625 w 171449"/>
              <a:gd name="connsiteY22" fmla="*/ 28575 h 171450"/>
              <a:gd name="connsiteX23" fmla="*/ 38100 w 171449"/>
              <a:gd name="connsiteY23" fmla="*/ 19050 h 171450"/>
              <a:gd name="connsiteX24" fmla="*/ 47625 w 171449"/>
              <a:gd name="connsiteY24" fmla="*/ 9525 h 171450"/>
              <a:gd name="connsiteX25" fmla="*/ 85724 w 171449"/>
              <a:gd name="connsiteY25" fmla="*/ 0 h 171450"/>
              <a:gd name="connsiteX26" fmla="*/ 171449 w 171449"/>
              <a:gd name="connsiteY26" fmla="*/ 85725 h 171450"/>
              <a:gd name="connsiteX27" fmla="*/ 85724 w 171449"/>
              <a:gd name="connsiteY27" fmla="*/ 171450 h 171450"/>
              <a:gd name="connsiteX28" fmla="*/ 6787 w 171449"/>
              <a:gd name="connsiteY28" fmla="*/ 123825 h 171450"/>
              <a:gd name="connsiteX29" fmla="*/ 14287 w 171449"/>
              <a:gd name="connsiteY29" fmla="*/ 109538 h 171450"/>
              <a:gd name="connsiteX30" fmla="*/ 22532 w 171449"/>
              <a:gd name="connsiteY30" fmla="*/ 106790 h 171450"/>
              <a:gd name="connsiteX31" fmla="*/ 29130 w 171449"/>
              <a:gd name="connsiteY31" fmla="*/ 95250 h 171450"/>
              <a:gd name="connsiteX32" fmla="*/ 28574 w 171449"/>
              <a:gd name="connsiteY32" fmla="*/ 85725 h 171450"/>
              <a:gd name="connsiteX33" fmla="*/ 66674 w 171449"/>
              <a:gd name="connsiteY33" fmla="*/ 30973 h 171450"/>
              <a:gd name="connsiteX34" fmla="*/ 74611 w 171449"/>
              <a:gd name="connsiteY34" fmla="*/ 19050 h 171450"/>
              <a:gd name="connsiteX35" fmla="*/ 73025 w 171449"/>
              <a:gd name="connsiteY35" fmla="*/ 9525 h 171450"/>
              <a:gd name="connsiteX36" fmla="*/ 80962 w 171449"/>
              <a:gd name="connsiteY36" fmla="*/ 89 h 171450"/>
              <a:gd name="connsiteX37" fmla="*/ 85724 w 171449"/>
              <a:gd name="connsiteY3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49" h="171450">
                <a:moveTo>
                  <a:pt x="9525" y="76200"/>
                </a:moveTo>
                <a:cubicBezTo>
                  <a:pt x="14785" y="76200"/>
                  <a:pt x="19050" y="80464"/>
                  <a:pt x="19050" y="85725"/>
                </a:cubicBezTo>
                <a:cubicBezTo>
                  <a:pt x="19050" y="90986"/>
                  <a:pt x="14785" y="95250"/>
                  <a:pt x="9525" y="95250"/>
                </a:cubicBezTo>
                <a:cubicBezTo>
                  <a:pt x="4265" y="95250"/>
                  <a:pt x="0" y="90986"/>
                  <a:pt x="0" y="85725"/>
                </a:cubicBezTo>
                <a:cubicBezTo>
                  <a:pt x="0" y="80464"/>
                  <a:pt x="4265" y="76200"/>
                  <a:pt x="9525" y="76200"/>
                </a:cubicBezTo>
                <a:close/>
                <a:moveTo>
                  <a:pt x="107564" y="59940"/>
                </a:moveTo>
                <a:lnTo>
                  <a:pt x="76199" y="91305"/>
                </a:lnTo>
                <a:lnTo>
                  <a:pt x="63885" y="78990"/>
                </a:lnTo>
                <a:cubicBezTo>
                  <a:pt x="60165" y="75270"/>
                  <a:pt x="54134" y="75270"/>
                  <a:pt x="50414" y="78990"/>
                </a:cubicBezTo>
                <a:cubicBezTo>
                  <a:pt x="46694" y="82709"/>
                  <a:pt x="46694" y="88741"/>
                  <a:pt x="50414" y="92460"/>
                </a:cubicBezTo>
                <a:lnTo>
                  <a:pt x="69464" y="111510"/>
                </a:lnTo>
                <a:cubicBezTo>
                  <a:pt x="73184" y="115230"/>
                  <a:pt x="79215" y="115230"/>
                  <a:pt x="82934" y="111510"/>
                </a:cubicBezTo>
                <a:lnTo>
                  <a:pt x="121034" y="73410"/>
                </a:lnTo>
                <a:cubicBezTo>
                  <a:pt x="124754" y="69691"/>
                  <a:pt x="124754" y="63660"/>
                  <a:pt x="121034" y="59940"/>
                </a:cubicBezTo>
                <a:cubicBezTo>
                  <a:pt x="117315" y="56220"/>
                  <a:pt x="111284" y="56220"/>
                  <a:pt x="107564" y="59940"/>
                </a:cubicBezTo>
                <a:close/>
                <a:moveTo>
                  <a:pt x="19050" y="38100"/>
                </a:moveTo>
                <a:cubicBezTo>
                  <a:pt x="24310" y="38100"/>
                  <a:pt x="28575" y="42365"/>
                  <a:pt x="28575" y="47625"/>
                </a:cubicBezTo>
                <a:cubicBezTo>
                  <a:pt x="28575" y="52886"/>
                  <a:pt x="24310" y="57150"/>
                  <a:pt x="19050" y="57150"/>
                </a:cubicBezTo>
                <a:cubicBezTo>
                  <a:pt x="13790" y="57150"/>
                  <a:pt x="9525" y="52886"/>
                  <a:pt x="9525" y="47625"/>
                </a:cubicBezTo>
                <a:cubicBezTo>
                  <a:pt x="9525" y="42365"/>
                  <a:pt x="13790" y="38100"/>
                  <a:pt x="19050" y="38100"/>
                </a:cubicBezTo>
                <a:close/>
                <a:moveTo>
                  <a:pt x="47625" y="9525"/>
                </a:moveTo>
                <a:cubicBezTo>
                  <a:pt x="52886" y="9525"/>
                  <a:pt x="57150" y="13790"/>
                  <a:pt x="57150" y="19050"/>
                </a:cubicBezTo>
                <a:cubicBezTo>
                  <a:pt x="57150" y="24310"/>
                  <a:pt x="52886" y="28575"/>
                  <a:pt x="47625" y="28575"/>
                </a:cubicBezTo>
                <a:cubicBezTo>
                  <a:pt x="42365" y="28575"/>
                  <a:pt x="38100" y="24310"/>
                  <a:pt x="38100" y="19050"/>
                </a:cubicBezTo>
                <a:cubicBezTo>
                  <a:pt x="38100" y="13790"/>
                  <a:pt x="42365" y="9525"/>
                  <a:pt x="47625" y="9525"/>
                </a:cubicBezTo>
                <a:close/>
                <a:moveTo>
                  <a:pt x="85724" y="0"/>
                </a:moveTo>
                <a:cubicBezTo>
                  <a:pt x="138914" y="0"/>
                  <a:pt x="171449" y="32535"/>
                  <a:pt x="171449" y="85725"/>
                </a:cubicBezTo>
                <a:cubicBezTo>
                  <a:pt x="171449" y="138915"/>
                  <a:pt x="138914" y="171450"/>
                  <a:pt x="85724" y="171450"/>
                </a:cubicBezTo>
                <a:cubicBezTo>
                  <a:pt x="46796" y="171450"/>
                  <a:pt x="18931" y="154022"/>
                  <a:pt x="6787" y="123825"/>
                </a:cubicBezTo>
                <a:cubicBezTo>
                  <a:pt x="2957" y="114300"/>
                  <a:pt x="3992" y="112969"/>
                  <a:pt x="14287" y="109538"/>
                </a:cubicBezTo>
                <a:lnTo>
                  <a:pt x="22532" y="106790"/>
                </a:lnTo>
                <a:cubicBezTo>
                  <a:pt x="28574" y="104775"/>
                  <a:pt x="30280" y="104775"/>
                  <a:pt x="29130" y="95250"/>
                </a:cubicBezTo>
                <a:cubicBezTo>
                  <a:pt x="28762" y="92198"/>
                  <a:pt x="28574" y="89021"/>
                  <a:pt x="28574" y="85725"/>
                </a:cubicBezTo>
                <a:cubicBezTo>
                  <a:pt x="28574" y="57154"/>
                  <a:pt x="42655" y="37523"/>
                  <a:pt x="66674" y="30973"/>
                </a:cubicBezTo>
                <a:cubicBezTo>
                  <a:pt x="75468" y="28575"/>
                  <a:pt x="76199" y="28575"/>
                  <a:pt x="74611" y="19050"/>
                </a:cubicBezTo>
                <a:cubicBezTo>
                  <a:pt x="74014" y="15465"/>
                  <a:pt x="73398" y="11766"/>
                  <a:pt x="73025" y="9525"/>
                </a:cubicBezTo>
                <a:cubicBezTo>
                  <a:pt x="71698" y="1569"/>
                  <a:pt x="73025" y="0"/>
                  <a:pt x="80962" y="89"/>
                </a:cubicBezTo>
                <a:cubicBezTo>
                  <a:pt x="82531" y="30"/>
                  <a:pt x="84117" y="0"/>
                  <a:pt x="85724" y="0"/>
                </a:cubicBezTo>
                <a:close/>
              </a:path>
            </a:pathLst>
          </a:custGeom>
          <a:solidFill>
            <a:srgbClr val="000000"/>
          </a:solidFill>
          <a:ln w="9525" cap="flat">
            <a:noFill/>
            <a:prstDash val="solid"/>
            <a:miter/>
          </a:ln>
        </p:spPr>
        <p:txBody>
          <a:bodyPr rtlCol="0" anchor="ctr"/>
          <a:lstStyle/>
          <a:p>
            <a:endParaRPr lang="ru-RU"/>
          </a:p>
        </p:txBody>
      </p:sp>
      <p:sp>
        <p:nvSpPr>
          <p:cNvPr id="297" name="Полилиния: фигура 296">
            <a:extLst>
              <a:ext uri="{FF2B5EF4-FFF2-40B4-BE49-F238E27FC236}">
                <a16:creationId xmlns:a16="http://schemas.microsoft.com/office/drawing/2014/main" id="{66A7E2F8-30CA-8211-BCCC-397C06738C17}"/>
              </a:ext>
            </a:extLst>
          </p:cNvPr>
          <p:cNvSpPr/>
          <p:nvPr/>
        </p:nvSpPr>
        <p:spPr>
          <a:xfrm>
            <a:off x="1486039" y="2877547"/>
            <a:ext cx="171450" cy="171450"/>
          </a:xfrm>
          <a:custGeom>
            <a:avLst/>
            <a:gdLst>
              <a:gd name="connsiteX0" fmla="*/ 85725 w 171450"/>
              <a:gd name="connsiteY0" fmla="*/ 114300 h 171450"/>
              <a:gd name="connsiteX1" fmla="*/ 114300 w 171450"/>
              <a:gd name="connsiteY1" fmla="*/ 142875 h 171450"/>
              <a:gd name="connsiteX2" fmla="*/ 85725 w 171450"/>
              <a:gd name="connsiteY2" fmla="*/ 171450 h 171450"/>
              <a:gd name="connsiteX3" fmla="*/ 57150 w 171450"/>
              <a:gd name="connsiteY3" fmla="*/ 142875 h 171450"/>
              <a:gd name="connsiteX4" fmla="*/ 85725 w 171450"/>
              <a:gd name="connsiteY4" fmla="*/ 114300 h 171450"/>
              <a:gd name="connsiteX5" fmla="*/ 9525 w 171450"/>
              <a:gd name="connsiteY5" fmla="*/ 76200 h 171450"/>
              <a:gd name="connsiteX6" fmla="*/ 161925 w 171450"/>
              <a:gd name="connsiteY6" fmla="*/ 76200 h 171450"/>
              <a:gd name="connsiteX7" fmla="*/ 171450 w 171450"/>
              <a:gd name="connsiteY7" fmla="*/ 85725 h 171450"/>
              <a:gd name="connsiteX8" fmla="*/ 161925 w 171450"/>
              <a:gd name="connsiteY8" fmla="*/ 95250 h 171450"/>
              <a:gd name="connsiteX9" fmla="*/ 9525 w 171450"/>
              <a:gd name="connsiteY9" fmla="*/ 95250 h 171450"/>
              <a:gd name="connsiteX10" fmla="*/ 0 w 171450"/>
              <a:gd name="connsiteY10" fmla="*/ 85725 h 171450"/>
              <a:gd name="connsiteX11" fmla="*/ 9525 w 171450"/>
              <a:gd name="connsiteY11" fmla="*/ 76200 h 171450"/>
              <a:gd name="connsiteX12" fmla="*/ 85725 w 171450"/>
              <a:gd name="connsiteY12" fmla="*/ 0 h 171450"/>
              <a:gd name="connsiteX13" fmla="*/ 114300 w 171450"/>
              <a:gd name="connsiteY13" fmla="*/ 28575 h 171450"/>
              <a:gd name="connsiteX14" fmla="*/ 85725 w 171450"/>
              <a:gd name="connsiteY14" fmla="*/ 57150 h 171450"/>
              <a:gd name="connsiteX15" fmla="*/ 57150 w 171450"/>
              <a:gd name="connsiteY15" fmla="*/ 28575 h 171450"/>
              <a:gd name="connsiteX16" fmla="*/ 85725 w 171450"/>
              <a:gd name="connsiteY1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14300"/>
                </a:moveTo>
                <a:cubicBezTo>
                  <a:pt x="103455" y="114300"/>
                  <a:pt x="114300" y="125145"/>
                  <a:pt x="114300" y="142875"/>
                </a:cubicBezTo>
                <a:cubicBezTo>
                  <a:pt x="114300" y="160605"/>
                  <a:pt x="103455" y="171450"/>
                  <a:pt x="85725" y="171450"/>
                </a:cubicBezTo>
                <a:cubicBezTo>
                  <a:pt x="67995" y="171450"/>
                  <a:pt x="57150" y="160605"/>
                  <a:pt x="57150" y="142875"/>
                </a:cubicBezTo>
                <a:cubicBezTo>
                  <a:pt x="57150" y="125145"/>
                  <a:pt x="67995" y="114300"/>
                  <a:pt x="85725" y="114300"/>
                </a:cubicBezTo>
                <a:close/>
                <a:moveTo>
                  <a:pt x="9525" y="76200"/>
                </a:moveTo>
                <a:lnTo>
                  <a:pt x="161925" y="76200"/>
                </a:lnTo>
                <a:cubicBezTo>
                  <a:pt x="167186" y="76200"/>
                  <a:pt x="171450" y="80464"/>
                  <a:pt x="171450" y="85725"/>
                </a:cubicBezTo>
                <a:cubicBezTo>
                  <a:pt x="171450" y="90986"/>
                  <a:pt x="167186" y="95250"/>
                  <a:pt x="161925" y="95250"/>
                </a:cubicBezTo>
                <a:lnTo>
                  <a:pt x="9525" y="95250"/>
                </a:lnTo>
                <a:cubicBezTo>
                  <a:pt x="4265" y="95250"/>
                  <a:pt x="0" y="90986"/>
                  <a:pt x="0" y="85725"/>
                </a:cubicBezTo>
                <a:cubicBezTo>
                  <a:pt x="0" y="80464"/>
                  <a:pt x="4265" y="76200"/>
                  <a:pt x="9525" y="76200"/>
                </a:cubicBezTo>
                <a:close/>
                <a:moveTo>
                  <a:pt x="85725" y="0"/>
                </a:moveTo>
                <a:cubicBezTo>
                  <a:pt x="103455" y="0"/>
                  <a:pt x="114300" y="10845"/>
                  <a:pt x="114300" y="28575"/>
                </a:cubicBezTo>
                <a:cubicBezTo>
                  <a:pt x="114300" y="46305"/>
                  <a:pt x="103455" y="57150"/>
                  <a:pt x="85725" y="57150"/>
                </a:cubicBezTo>
                <a:cubicBezTo>
                  <a:pt x="67995" y="57150"/>
                  <a:pt x="57150" y="46305"/>
                  <a:pt x="57150" y="28575"/>
                </a:cubicBezTo>
                <a:cubicBezTo>
                  <a:pt x="57150" y="10845"/>
                  <a:pt x="67995" y="0"/>
                  <a:pt x="85725" y="0"/>
                </a:cubicBezTo>
                <a:close/>
              </a:path>
            </a:pathLst>
          </a:custGeom>
          <a:solidFill>
            <a:srgbClr val="000000"/>
          </a:solidFill>
          <a:ln w="9525" cap="flat">
            <a:noFill/>
            <a:prstDash val="solid"/>
            <a:miter/>
          </a:ln>
        </p:spPr>
        <p:txBody>
          <a:bodyPr rtlCol="0" anchor="ctr"/>
          <a:lstStyle/>
          <a:p>
            <a:endParaRPr lang="ru-RU"/>
          </a:p>
        </p:txBody>
      </p:sp>
      <p:sp>
        <p:nvSpPr>
          <p:cNvPr id="186" name="Рисунок 83">
            <a:extLst>
              <a:ext uri="{FF2B5EF4-FFF2-40B4-BE49-F238E27FC236}">
                <a16:creationId xmlns:a16="http://schemas.microsoft.com/office/drawing/2014/main" id="{4B55F3AE-E524-D286-2CEA-FC0FF1A19D64}"/>
              </a:ext>
            </a:extLst>
          </p:cNvPr>
          <p:cNvSpPr/>
          <p:nvPr/>
        </p:nvSpPr>
        <p:spPr>
          <a:xfrm>
            <a:off x="1495564" y="3393673"/>
            <a:ext cx="152401" cy="152401"/>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rgbClr val="000000"/>
          </a:solidFill>
          <a:ln w="9525" cap="flat">
            <a:noFill/>
            <a:prstDash val="solid"/>
            <a:miter/>
          </a:ln>
        </p:spPr>
        <p:txBody>
          <a:bodyPr rtlCol="0" anchor="ctr"/>
          <a:lstStyle/>
          <a:p>
            <a:endParaRPr lang="ru-RU"/>
          </a:p>
        </p:txBody>
      </p:sp>
      <p:sp>
        <p:nvSpPr>
          <p:cNvPr id="310" name="Полилиния: фигура 309">
            <a:extLst>
              <a:ext uri="{FF2B5EF4-FFF2-40B4-BE49-F238E27FC236}">
                <a16:creationId xmlns:a16="http://schemas.microsoft.com/office/drawing/2014/main" id="{53DF59BF-3149-3956-ED66-D5EB32933D8F}"/>
              </a:ext>
            </a:extLst>
          </p:cNvPr>
          <p:cNvSpPr/>
          <p:nvPr/>
        </p:nvSpPr>
        <p:spPr>
          <a:xfrm>
            <a:off x="1486039" y="3892029"/>
            <a:ext cx="200025" cy="189224"/>
          </a:xfrm>
          <a:custGeom>
            <a:avLst/>
            <a:gdLst>
              <a:gd name="connsiteX0" fmla="*/ 176213 w 200025"/>
              <a:gd name="connsiteY0" fmla="*/ 141599 h 189224"/>
              <a:gd name="connsiteX1" fmla="*/ 171450 w 200025"/>
              <a:gd name="connsiteY1" fmla="*/ 146362 h 189224"/>
              <a:gd name="connsiteX2" fmla="*/ 171450 w 200025"/>
              <a:gd name="connsiteY2" fmla="*/ 165412 h 189224"/>
              <a:gd name="connsiteX3" fmla="*/ 176213 w 200025"/>
              <a:gd name="connsiteY3" fmla="*/ 170174 h 189224"/>
              <a:gd name="connsiteX4" fmla="*/ 180975 w 200025"/>
              <a:gd name="connsiteY4" fmla="*/ 165412 h 189224"/>
              <a:gd name="connsiteX5" fmla="*/ 180975 w 200025"/>
              <a:gd name="connsiteY5" fmla="*/ 146362 h 189224"/>
              <a:gd name="connsiteX6" fmla="*/ 176213 w 200025"/>
              <a:gd name="connsiteY6" fmla="*/ 141599 h 189224"/>
              <a:gd name="connsiteX7" fmla="*/ 176213 w 200025"/>
              <a:gd name="connsiteY7" fmla="*/ 122549 h 189224"/>
              <a:gd name="connsiteX8" fmla="*/ 200025 w 200025"/>
              <a:gd name="connsiteY8" fmla="*/ 146362 h 189224"/>
              <a:gd name="connsiteX9" fmla="*/ 200025 w 200025"/>
              <a:gd name="connsiteY9" fmla="*/ 165412 h 189224"/>
              <a:gd name="connsiteX10" fmla="*/ 176213 w 200025"/>
              <a:gd name="connsiteY10" fmla="*/ 189224 h 189224"/>
              <a:gd name="connsiteX11" fmla="*/ 152400 w 200025"/>
              <a:gd name="connsiteY11" fmla="*/ 165412 h 189224"/>
              <a:gd name="connsiteX12" fmla="*/ 152400 w 200025"/>
              <a:gd name="connsiteY12" fmla="*/ 146362 h 189224"/>
              <a:gd name="connsiteX13" fmla="*/ 176213 w 200025"/>
              <a:gd name="connsiteY13" fmla="*/ 122549 h 189224"/>
              <a:gd name="connsiteX14" fmla="*/ 133350 w 200025"/>
              <a:gd name="connsiteY14" fmla="*/ 122549 h 189224"/>
              <a:gd name="connsiteX15" fmla="*/ 142875 w 200025"/>
              <a:gd name="connsiteY15" fmla="*/ 132074 h 189224"/>
              <a:gd name="connsiteX16" fmla="*/ 142875 w 200025"/>
              <a:gd name="connsiteY16" fmla="*/ 179699 h 189224"/>
              <a:gd name="connsiteX17" fmla="*/ 133350 w 200025"/>
              <a:gd name="connsiteY17" fmla="*/ 189224 h 189224"/>
              <a:gd name="connsiteX18" fmla="*/ 123825 w 200025"/>
              <a:gd name="connsiteY18" fmla="*/ 179699 h 189224"/>
              <a:gd name="connsiteX19" fmla="*/ 123825 w 200025"/>
              <a:gd name="connsiteY19" fmla="*/ 132074 h 189224"/>
              <a:gd name="connsiteX20" fmla="*/ 133350 w 200025"/>
              <a:gd name="connsiteY20" fmla="*/ 122549 h 189224"/>
              <a:gd name="connsiteX21" fmla="*/ 9525 w 200025"/>
              <a:gd name="connsiteY21" fmla="*/ 74924 h 189224"/>
              <a:gd name="connsiteX22" fmla="*/ 19050 w 200025"/>
              <a:gd name="connsiteY22" fmla="*/ 84449 h 189224"/>
              <a:gd name="connsiteX23" fmla="*/ 9525 w 200025"/>
              <a:gd name="connsiteY23" fmla="*/ 93974 h 189224"/>
              <a:gd name="connsiteX24" fmla="*/ 0 w 200025"/>
              <a:gd name="connsiteY24" fmla="*/ 84449 h 189224"/>
              <a:gd name="connsiteX25" fmla="*/ 9525 w 200025"/>
              <a:gd name="connsiteY25" fmla="*/ 74924 h 189224"/>
              <a:gd name="connsiteX26" fmla="*/ 19050 w 200025"/>
              <a:gd name="connsiteY26" fmla="*/ 36824 h 189224"/>
              <a:gd name="connsiteX27" fmla="*/ 28575 w 200025"/>
              <a:gd name="connsiteY27" fmla="*/ 46349 h 189224"/>
              <a:gd name="connsiteX28" fmla="*/ 19050 w 200025"/>
              <a:gd name="connsiteY28" fmla="*/ 55874 h 189224"/>
              <a:gd name="connsiteX29" fmla="*/ 9525 w 200025"/>
              <a:gd name="connsiteY29" fmla="*/ 46349 h 189224"/>
              <a:gd name="connsiteX30" fmla="*/ 19050 w 200025"/>
              <a:gd name="connsiteY30" fmla="*/ 36824 h 189224"/>
              <a:gd name="connsiteX31" fmla="*/ 47625 w 200025"/>
              <a:gd name="connsiteY31" fmla="*/ 8249 h 189224"/>
              <a:gd name="connsiteX32" fmla="*/ 57150 w 200025"/>
              <a:gd name="connsiteY32" fmla="*/ 17774 h 189224"/>
              <a:gd name="connsiteX33" fmla="*/ 47625 w 200025"/>
              <a:gd name="connsiteY33" fmla="*/ 27299 h 189224"/>
              <a:gd name="connsiteX34" fmla="*/ 38100 w 200025"/>
              <a:gd name="connsiteY34" fmla="*/ 17774 h 189224"/>
              <a:gd name="connsiteX35" fmla="*/ 47625 w 200025"/>
              <a:gd name="connsiteY35" fmla="*/ 8249 h 189224"/>
              <a:gd name="connsiteX36" fmla="*/ 104775 w 200025"/>
              <a:gd name="connsiteY36" fmla="*/ 242 h 189224"/>
              <a:gd name="connsiteX37" fmla="*/ 171450 w 200025"/>
              <a:gd name="connsiteY37" fmla="*/ 84449 h 189224"/>
              <a:gd name="connsiteX38" fmla="*/ 169069 w 200025"/>
              <a:gd name="connsiteY38" fmla="*/ 101118 h 189224"/>
              <a:gd name="connsiteX39" fmla="*/ 152400 w 200025"/>
              <a:gd name="connsiteY39" fmla="*/ 103499 h 189224"/>
              <a:gd name="connsiteX40" fmla="*/ 104775 w 200025"/>
              <a:gd name="connsiteY40" fmla="*/ 151124 h 189224"/>
              <a:gd name="connsiteX41" fmla="*/ 102394 w 200025"/>
              <a:gd name="connsiteY41" fmla="*/ 167793 h 189224"/>
              <a:gd name="connsiteX42" fmla="*/ 85725 w 200025"/>
              <a:gd name="connsiteY42" fmla="*/ 170174 h 189224"/>
              <a:gd name="connsiteX43" fmla="*/ 6788 w 200025"/>
              <a:gd name="connsiteY43" fmla="*/ 122549 h 189224"/>
              <a:gd name="connsiteX44" fmla="*/ 9525 w 200025"/>
              <a:gd name="connsiteY44" fmla="*/ 109849 h 189224"/>
              <a:gd name="connsiteX45" fmla="*/ 23812 w 200025"/>
              <a:gd name="connsiteY45" fmla="*/ 105087 h 189224"/>
              <a:gd name="connsiteX46" fmla="*/ 24548 w 200025"/>
              <a:gd name="connsiteY46" fmla="*/ 104845 h 189224"/>
              <a:gd name="connsiteX47" fmla="*/ 29131 w 200025"/>
              <a:gd name="connsiteY47" fmla="*/ 93974 h 189224"/>
              <a:gd name="connsiteX48" fmla="*/ 28575 w 200025"/>
              <a:gd name="connsiteY48" fmla="*/ 84449 h 189224"/>
              <a:gd name="connsiteX49" fmla="*/ 66675 w 200025"/>
              <a:gd name="connsiteY49" fmla="*/ 29697 h 189224"/>
              <a:gd name="connsiteX50" fmla="*/ 76200 w 200025"/>
              <a:gd name="connsiteY50" fmla="*/ 36824 h 189224"/>
              <a:gd name="connsiteX51" fmla="*/ 76200 w 200025"/>
              <a:gd name="connsiteY51" fmla="*/ 60636 h 189224"/>
              <a:gd name="connsiteX52" fmla="*/ 72748 w 200025"/>
              <a:gd name="connsiteY52" fmla="*/ 70049 h 189224"/>
              <a:gd name="connsiteX53" fmla="*/ 69224 w 200025"/>
              <a:gd name="connsiteY53" fmla="*/ 74924 h 189224"/>
              <a:gd name="connsiteX54" fmla="*/ 66675 w 200025"/>
              <a:gd name="connsiteY54" fmla="*/ 84449 h 189224"/>
              <a:gd name="connsiteX55" fmla="*/ 85725 w 200025"/>
              <a:gd name="connsiteY55" fmla="*/ 103499 h 189224"/>
              <a:gd name="connsiteX56" fmla="*/ 104775 w 200025"/>
              <a:gd name="connsiteY56" fmla="*/ 84449 h 189224"/>
              <a:gd name="connsiteX57" fmla="*/ 102226 w 200025"/>
              <a:gd name="connsiteY57" fmla="*/ 74924 h 189224"/>
              <a:gd name="connsiteX58" fmla="*/ 98702 w 200025"/>
              <a:gd name="connsiteY58" fmla="*/ 70049 h 189224"/>
              <a:gd name="connsiteX59" fmla="*/ 95250 w 200025"/>
              <a:gd name="connsiteY59" fmla="*/ 60636 h 189224"/>
              <a:gd name="connsiteX60" fmla="*/ 95250 w 200025"/>
              <a:gd name="connsiteY60" fmla="*/ 8249 h 189224"/>
              <a:gd name="connsiteX61" fmla="*/ 104775 w 200025"/>
              <a:gd name="connsiteY61" fmla="*/ 242 h 189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00025" h="189224">
                <a:moveTo>
                  <a:pt x="176213" y="141599"/>
                </a:moveTo>
                <a:cubicBezTo>
                  <a:pt x="173583" y="141599"/>
                  <a:pt x="171450" y="143732"/>
                  <a:pt x="171450" y="146362"/>
                </a:cubicBezTo>
                <a:lnTo>
                  <a:pt x="171450" y="165412"/>
                </a:lnTo>
                <a:cubicBezTo>
                  <a:pt x="171450" y="168041"/>
                  <a:pt x="173583" y="170174"/>
                  <a:pt x="176213" y="170174"/>
                </a:cubicBezTo>
                <a:cubicBezTo>
                  <a:pt x="178842" y="170174"/>
                  <a:pt x="180975" y="168041"/>
                  <a:pt x="180975" y="165412"/>
                </a:cubicBezTo>
                <a:lnTo>
                  <a:pt x="180975" y="146362"/>
                </a:lnTo>
                <a:cubicBezTo>
                  <a:pt x="180975" y="143732"/>
                  <a:pt x="178842" y="141599"/>
                  <a:pt x="176213" y="141599"/>
                </a:cubicBezTo>
                <a:close/>
                <a:moveTo>
                  <a:pt x="176213" y="122549"/>
                </a:moveTo>
                <a:cubicBezTo>
                  <a:pt x="189364" y="122549"/>
                  <a:pt x="200025" y="133210"/>
                  <a:pt x="200025" y="146362"/>
                </a:cubicBezTo>
                <a:lnTo>
                  <a:pt x="200025" y="165412"/>
                </a:lnTo>
                <a:cubicBezTo>
                  <a:pt x="200025" y="178563"/>
                  <a:pt x="189364" y="189224"/>
                  <a:pt x="176213" y="189224"/>
                </a:cubicBezTo>
                <a:cubicBezTo>
                  <a:pt x="163061" y="189224"/>
                  <a:pt x="152400" y="178563"/>
                  <a:pt x="152400" y="165412"/>
                </a:cubicBezTo>
                <a:lnTo>
                  <a:pt x="152400" y="146362"/>
                </a:lnTo>
                <a:cubicBezTo>
                  <a:pt x="152400" y="133210"/>
                  <a:pt x="163061" y="122549"/>
                  <a:pt x="176213" y="122549"/>
                </a:cubicBezTo>
                <a:close/>
                <a:moveTo>
                  <a:pt x="133350" y="122549"/>
                </a:moveTo>
                <a:cubicBezTo>
                  <a:pt x="138611" y="122549"/>
                  <a:pt x="142875" y="126813"/>
                  <a:pt x="142875" y="132074"/>
                </a:cubicBezTo>
                <a:lnTo>
                  <a:pt x="142875" y="179699"/>
                </a:lnTo>
                <a:cubicBezTo>
                  <a:pt x="142875" y="184960"/>
                  <a:pt x="138611" y="189224"/>
                  <a:pt x="133350" y="189224"/>
                </a:cubicBezTo>
                <a:cubicBezTo>
                  <a:pt x="128089" y="189224"/>
                  <a:pt x="123825" y="184960"/>
                  <a:pt x="123825" y="179699"/>
                </a:cubicBezTo>
                <a:lnTo>
                  <a:pt x="123825" y="132074"/>
                </a:lnTo>
                <a:cubicBezTo>
                  <a:pt x="123825" y="126813"/>
                  <a:pt x="128089" y="122549"/>
                  <a:pt x="133350" y="122549"/>
                </a:cubicBezTo>
                <a:close/>
                <a:moveTo>
                  <a:pt x="9525" y="74924"/>
                </a:moveTo>
                <a:cubicBezTo>
                  <a:pt x="14785" y="74924"/>
                  <a:pt x="19050" y="79188"/>
                  <a:pt x="19050" y="84449"/>
                </a:cubicBezTo>
                <a:cubicBezTo>
                  <a:pt x="19050" y="89710"/>
                  <a:pt x="14785" y="93974"/>
                  <a:pt x="9525" y="93974"/>
                </a:cubicBezTo>
                <a:cubicBezTo>
                  <a:pt x="4265" y="93974"/>
                  <a:pt x="0" y="89710"/>
                  <a:pt x="0" y="84449"/>
                </a:cubicBezTo>
                <a:cubicBezTo>
                  <a:pt x="0" y="79188"/>
                  <a:pt x="4265" y="74924"/>
                  <a:pt x="9525" y="74924"/>
                </a:cubicBezTo>
                <a:close/>
                <a:moveTo>
                  <a:pt x="19050" y="36824"/>
                </a:moveTo>
                <a:cubicBezTo>
                  <a:pt x="24310" y="36824"/>
                  <a:pt x="28575" y="41089"/>
                  <a:pt x="28575" y="46349"/>
                </a:cubicBezTo>
                <a:cubicBezTo>
                  <a:pt x="28575" y="51610"/>
                  <a:pt x="24310" y="55874"/>
                  <a:pt x="19050" y="55874"/>
                </a:cubicBezTo>
                <a:cubicBezTo>
                  <a:pt x="13790" y="55874"/>
                  <a:pt x="9525" y="51610"/>
                  <a:pt x="9525" y="46349"/>
                </a:cubicBezTo>
                <a:cubicBezTo>
                  <a:pt x="9525" y="41089"/>
                  <a:pt x="13790" y="36824"/>
                  <a:pt x="19050" y="36824"/>
                </a:cubicBezTo>
                <a:close/>
                <a:moveTo>
                  <a:pt x="47625" y="8249"/>
                </a:moveTo>
                <a:cubicBezTo>
                  <a:pt x="52886" y="8249"/>
                  <a:pt x="57150" y="12514"/>
                  <a:pt x="57150" y="17774"/>
                </a:cubicBezTo>
                <a:cubicBezTo>
                  <a:pt x="57150" y="23035"/>
                  <a:pt x="52886" y="27299"/>
                  <a:pt x="47625" y="27299"/>
                </a:cubicBezTo>
                <a:cubicBezTo>
                  <a:pt x="42365" y="27299"/>
                  <a:pt x="38100" y="23035"/>
                  <a:pt x="38100" y="17774"/>
                </a:cubicBezTo>
                <a:cubicBezTo>
                  <a:pt x="38100" y="12514"/>
                  <a:pt x="42365" y="8249"/>
                  <a:pt x="47625" y="8249"/>
                </a:cubicBezTo>
                <a:close/>
                <a:moveTo>
                  <a:pt x="104775" y="242"/>
                </a:moveTo>
                <a:cubicBezTo>
                  <a:pt x="146577" y="7227"/>
                  <a:pt x="171450" y="37943"/>
                  <a:pt x="171450" y="84449"/>
                </a:cubicBezTo>
                <a:cubicBezTo>
                  <a:pt x="171450" y="93974"/>
                  <a:pt x="171450" y="98736"/>
                  <a:pt x="169069" y="101118"/>
                </a:cubicBezTo>
                <a:cubicBezTo>
                  <a:pt x="166687" y="103499"/>
                  <a:pt x="161925" y="103499"/>
                  <a:pt x="152400" y="103499"/>
                </a:cubicBezTo>
                <a:cubicBezTo>
                  <a:pt x="122850" y="103499"/>
                  <a:pt x="104775" y="121575"/>
                  <a:pt x="104775" y="151124"/>
                </a:cubicBezTo>
                <a:cubicBezTo>
                  <a:pt x="104775" y="160649"/>
                  <a:pt x="104775" y="165411"/>
                  <a:pt x="102394" y="167793"/>
                </a:cubicBezTo>
                <a:cubicBezTo>
                  <a:pt x="100012" y="170174"/>
                  <a:pt x="95250" y="170174"/>
                  <a:pt x="85725" y="170174"/>
                </a:cubicBezTo>
                <a:cubicBezTo>
                  <a:pt x="46796" y="170174"/>
                  <a:pt x="18931" y="152746"/>
                  <a:pt x="6788" y="122549"/>
                </a:cubicBezTo>
                <a:cubicBezTo>
                  <a:pt x="3773" y="115054"/>
                  <a:pt x="4762" y="111436"/>
                  <a:pt x="9525" y="109849"/>
                </a:cubicBezTo>
                <a:lnTo>
                  <a:pt x="23812" y="105087"/>
                </a:lnTo>
                <a:cubicBezTo>
                  <a:pt x="24066" y="105002"/>
                  <a:pt x="24312" y="104922"/>
                  <a:pt x="24548" y="104845"/>
                </a:cubicBezTo>
                <a:cubicBezTo>
                  <a:pt x="28749" y="103472"/>
                  <a:pt x="30219" y="102991"/>
                  <a:pt x="29131" y="93974"/>
                </a:cubicBezTo>
                <a:cubicBezTo>
                  <a:pt x="28762" y="90922"/>
                  <a:pt x="28575" y="87745"/>
                  <a:pt x="28575" y="84449"/>
                </a:cubicBezTo>
                <a:cubicBezTo>
                  <a:pt x="28575" y="55878"/>
                  <a:pt x="42656" y="36247"/>
                  <a:pt x="66675" y="29697"/>
                </a:cubicBezTo>
                <a:cubicBezTo>
                  <a:pt x="75468" y="27299"/>
                  <a:pt x="76200" y="29697"/>
                  <a:pt x="76200" y="36824"/>
                </a:cubicBezTo>
                <a:lnTo>
                  <a:pt x="76200" y="60636"/>
                </a:lnTo>
                <a:cubicBezTo>
                  <a:pt x="76200" y="65954"/>
                  <a:pt x="74800" y="67615"/>
                  <a:pt x="72748" y="70049"/>
                </a:cubicBezTo>
                <a:cubicBezTo>
                  <a:pt x="71708" y="71283"/>
                  <a:pt x="70501" y="72716"/>
                  <a:pt x="69224" y="74924"/>
                </a:cubicBezTo>
                <a:cubicBezTo>
                  <a:pt x="67603" y="77726"/>
                  <a:pt x="66675" y="80979"/>
                  <a:pt x="66675" y="84449"/>
                </a:cubicBezTo>
                <a:cubicBezTo>
                  <a:pt x="66675" y="94970"/>
                  <a:pt x="75204" y="103499"/>
                  <a:pt x="85725" y="103499"/>
                </a:cubicBezTo>
                <a:cubicBezTo>
                  <a:pt x="96246" y="103499"/>
                  <a:pt x="104775" y="94970"/>
                  <a:pt x="104775" y="84449"/>
                </a:cubicBezTo>
                <a:cubicBezTo>
                  <a:pt x="104775" y="80979"/>
                  <a:pt x="103847" y="77726"/>
                  <a:pt x="102226" y="74924"/>
                </a:cubicBezTo>
                <a:cubicBezTo>
                  <a:pt x="100949" y="72716"/>
                  <a:pt x="99742" y="71283"/>
                  <a:pt x="98702" y="70049"/>
                </a:cubicBezTo>
                <a:cubicBezTo>
                  <a:pt x="96650" y="67615"/>
                  <a:pt x="95250" y="65954"/>
                  <a:pt x="95250" y="60636"/>
                </a:cubicBezTo>
                <a:lnTo>
                  <a:pt x="95250" y="8249"/>
                </a:lnTo>
                <a:cubicBezTo>
                  <a:pt x="95250" y="242"/>
                  <a:pt x="100012" y="-554"/>
                  <a:pt x="104775" y="242"/>
                </a:cubicBezTo>
                <a:close/>
              </a:path>
            </a:pathLst>
          </a:custGeom>
          <a:solidFill>
            <a:srgbClr val="000000"/>
          </a:solidFill>
          <a:ln w="9525" cap="flat">
            <a:noFill/>
            <a:prstDash val="solid"/>
            <a:miter/>
          </a:ln>
        </p:spPr>
        <p:txBody>
          <a:bodyPr rtlCol="0" anchor="ctr"/>
          <a:lstStyle/>
          <a:p>
            <a:endParaRPr lang="ru-RU"/>
          </a:p>
        </p:txBody>
      </p:sp>
      <p:sp>
        <p:nvSpPr>
          <p:cNvPr id="158" name="Рисунок 59">
            <a:extLst>
              <a:ext uri="{FF2B5EF4-FFF2-40B4-BE49-F238E27FC236}">
                <a16:creationId xmlns:a16="http://schemas.microsoft.com/office/drawing/2014/main" id="{34749E5E-2D68-CC9A-B8F3-4832B696AFEF}"/>
              </a:ext>
            </a:extLst>
          </p:cNvPr>
          <p:cNvSpPr/>
          <p:nvPr/>
        </p:nvSpPr>
        <p:spPr>
          <a:xfrm>
            <a:off x="1974265" y="2925172"/>
            <a:ext cx="76200" cy="76200"/>
          </a:xfrm>
          <a:custGeom>
            <a:avLst/>
            <a:gdLst>
              <a:gd name="connsiteX0" fmla="*/ 38100 w 76200"/>
              <a:gd name="connsiteY0" fmla="*/ 76200 h 76200"/>
              <a:gd name="connsiteX1" fmla="*/ 76200 w 76200"/>
              <a:gd name="connsiteY1" fmla="*/ 38100 h 76200"/>
              <a:gd name="connsiteX2" fmla="*/ 38100 w 76200"/>
              <a:gd name="connsiteY2" fmla="*/ 0 h 76200"/>
              <a:gd name="connsiteX3" fmla="*/ 0 w 76200"/>
              <a:gd name="connsiteY3" fmla="*/ 38100 h 76200"/>
              <a:gd name="connsiteX4" fmla="*/ 38100 w 76200"/>
              <a:gd name="connsiteY4" fmla="*/ 762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38100" y="76200"/>
                </a:moveTo>
                <a:cubicBezTo>
                  <a:pt x="61740" y="76200"/>
                  <a:pt x="76200" y="61740"/>
                  <a:pt x="76200" y="38100"/>
                </a:cubicBezTo>
                <a:cubicBezTo>
                  <a:pt x="76200" y="14460"/>
                  <a:pt x="61740" y="0"/>
                  <a:pt x="38100" y="0"/>
                </a:cubicBezTo>
                <a:cubicBezTo>
                  <a:pt x="14460" y="0"/>
                  <a:pt x="0" y="14460"/>
                  <a:pt x="0" y="38100"/>
                </a:cubicBezTo>
                <a:cubicBezTo>
                  <a:pt x="0" y="61740"/>
                  <a:pt x="14460" y="76200"/>
                  <a:pt x="38100" y="76200"/>
                </a:cubicBezTo>
                <a:close/>
              </a:path>
            </a:pathLst>
          </a:custGeom>
          <a:solidFill>
            <a:srgbClr val="000000"/>
          </a:solidFill>
          <a:ln w="9525" cap="flat">
            <a:noFill/>
            <a:prstDash val="solid"/>
            <a:miter/>
          </a:ln>
        </p:spPr>
        <p:txBody>
          <a:bodyPr rtlCol="0" anchor="ctr"/>
          <a:lstStyle/>
          <a:p>
            <a:endParaRPr lang="ru-RU"/>
          </a:p>
        </p:txBody>
      </p:sp>
      <p:sp>
        <p:nvSpPr>
          <p:cNvPr id="303" name="Полилиния: фигура 302">
            <a:extLst>
              <a:ext uri="{FF2B5EF4-FFF2-40B4-BE49-F238E27FC236}">
                <a16:creationId xmlns:a16="http://schemas.microsoft.com/office/drawing/2014/main" id="{EABD009A-CF8D-9569-B84A-8F57B6A096F3}"/>
              </a:ext>
            </a:extLst>
          </p:cNvPr>
          <p:cNvSpPr/>
          <p:nvPr/>
        </p:nvSpPr>
        <p:spPr>
          <a:xfrm>
            <a:off x="1936165" y="3384149"/>
            <a:ext cx="161925" cy="171450"/>
          </a:xfrm>
          <a:custGeom>
            <a:avLst/>
            <a:gdLst>
              <a:gd name="connsiteX0" fmla="*/ 128588 w 161925"/>
              <a:gd name="connsiteY0" fmla="*/ 114300 h 171450"/>
              <a:gd name="connsiteX1" fmla="*/ 123825 w 161925"/>
              <a:gd name="connsiteY1" fmla="*/ 119063 h 171450"/>
              <a:gd name="connsiteX2" fmla="*/ 123825 w 161925"/>
              <a:gd name="connsiteY2" fmla="*/ 138113 h 171450"/>
              <a:gd name="connsiteX3" fmla="*/ 125219 w 161925"/>
              <a:gd name="connsiteY3" fmla="*/ 141481 h 171450"/>
              <a:gd name="connsiteX4" fmla="*/ 134744 w 161925"/>
              <a:gd name="connsiteY4" fmla="*/ 151006 h 171450"/>
              <a:gd name="connsiteX5" fmla="*/ 141481 w 161925"/>
              <a:gd name="connsiteY5" fmla="*/ 151006 h 171450"/>
              <a:gd name="connsiteX6" fmla="*/ 141481 w 161925"/>
              <a:gd name="connsiteY6" fmla="*/ 144269 h 171450"/>
              <a:gd name="connsiteX7" fmla="*/ 133350 w 161925"/>
              <a:gd name="connsiteY7" fmla="*/ 136140 h 171450"/>
              <a:gd name="connsiteX8" fmla="*/ 133350 w 161925"/>
              <a:gd name="connsiteY8" fmla="*/ 119063 h 171450"/>
              <a:gd name="connsiteX9" fmla="*/ 128588 w 161925"/>
              <a:gd name="connsiteY9" fmla="*/ 114300 h 171450"/>
              <a:gd name="connsiteX10" fmla="*/ 128588 w 161925"/>
              <a:gd name="connsiteY10" fmla="*/ 104775 h 171450"/>
              <a:gd name="connsiteX11" fmla="*/ 161925 w 161925"/>
              <a:gd name="connsiteY11" fmla="*/ 138113 h 171450"/>
              <a:gd name="connsiteX12" fmla="*/ 128588 w 161925"/>
              <a:gd name="connsiteY12" fmla="*/ 171450 h 171450"/>
              <a:gd name="connsiteX13" fmla="*/ 95250 w 161925"/>
              <a:gd name="connsiteY13" fmla="*/ 138113 h 171450"/>
              <a:gd name="connsiteX14" fmla="*/ 128588 w 161925"/>
              <a:gd name="connsiteY14" fmla="*/ 104775 h 171450"/>
              <a:gd name="connsiteX15" fmla="*/ 76200 w 161925"/>
              <a:gd name="connsiteY15" fmla="*/ 19050 h 171450"/>
              <a:gd name="connsiteX16" fmla="*/ 54769 w 161925"/>
              <a:gd name="connsiteY16" fmla="*/ 26862 h 171450"/>
              <a:gd name="connsiteX17" fmla="*/ 48033 w 161925"/>
              <a:gd name="connsiteY17" fmla="*/ 47625 h 171450"/>
              <a:gd name="connsiteX18" fmla="*/ 104367 w 161925"/>
              <a:gd name="connsiteY18" fmla="*/ 47625 h 171450"/>
              <a:gd name="connsiteX19" fmla="*/ 97631 w 161925"/>
              <a:gd name="connsiteY19" fmla="*/ 26862 h 171450"/>
              <a:gd name="connsiteX20" fmla="*/ 76200 w 161925"/>
              <a:gd name="connsiteY20" fmla="*/ 19050 h 171450"/>
              <a:gd name="connsiteX21" fmla="*/ 76200 w 161925"/>
              <a:gd name="connsiteY21" fmla="*/ 0 h 171450"/>
              <a:gd name="connsiteX22" fmla="*/ 112452 w 161925"/>
              <a:gd name="connsiteY22" fmla="*/ 14894 h 171450"/>
              <a:gd name="connsiteX23" fmla="*/ 123825 w 161925"/>
              <a:gd name="connsiteY23" fmla="*/ 47625 h 171450"/>
              <a:gd name="connsiteX24" fmla="*/ 152400 w 161925"/>
              <a:gd name="connsiteY24" fmla="*/ 76498 h 171450"/>
              <a:gd name="connsiteX25" fmla="*/ 152380 w 161925"/>
              <a:gd name="connsiteY25" fmla="*/ 90488 h 171450"/>
              <a:gd name="connsiteX26" fmla="*/ 142875 w 161925"/>
              <a:gd name="connsiteY26" fmla="*/ 97689 h 171450"/>
              <a:gd name="connsiteX27" fmla="*/ 128588 w 161925"/>
              <a:gd name="connsiteY27" fmla="*/ 95250 h 171450"/>
              <a:gd name="connsiteX28" fmla="*/ 85725 w 161925"/>
              <a:gd name="connsiteY28" fmla="*/ 138113 h 171450"/>
              <a:gd name="connsiteX29" fmla="*/ 92943 w 161925"/>
              <a:gd name="connsiteY29" fmla="*/ 161925 h 171450"/>
              <a:gd name="connsiteX30" fmla="*/ 90488 w 161925"/>
              <a:gd name="connsiteY30" fmla="*/ 171183 h 171450"/>
              <a:gd name="connsiteX31" fmla="*/ 76200 w 161925"/>
              <a:gd name="connsiteY31" fmla="*/ 171450 h 171450"/>
              <a:gd name="connsiteX32" fmla="*/ 0 w 161925"/>
              <a:gd name="connsiteY32" fmla="*/ 76200 h 171450"/>
              <a:gd name="connsiteX33" fmla="*/ 3572 w 161925"/>
              <a:gd name="connsiteY33" fmla="*/ 51197 h 171450"/>
              <a:gd name="connsiteX34" fmla="*/ 28575 w 161925"/>
              <a:gd name="connsiteY34" fmla="*/ 47625 h 171450"/>
              <a:gd name="connsiteX35" fmla="*/ 39948 w 161925"/>
              <a:gd name="connsiteY35" fmla="*/ 14894 h 171450"/>
              <a:gd name="connsiteX36" fmla="*/ 76200 w 161925"/>
              <a:gd name="connsiteY3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1925" h="171450">
                <a:moveTo>
                  <a:pt x="128588" y="114300"/>
                </a:moveTo>
                <a:cubicBezTo>
                  <a:pt x="125958" y="114300"/>
                  <a:pt x="123825" y="116433"/>
                  <a:pt x="123825" y="119063"/>
                </a:cubicBezTo>
                <a:lnTo>
                  <a:pt x="123825" y="138113"/>
                </a:lnTo>
                <a:cubicBezTo>
                  <a:pt x="123825" y="139376"/>
                  <a:pt x="124327" y="140587"/>
                  <a:pt x="125219" y="141481"/>
                </a:cubicBezTo>
                <a:lnTo>
                  <a:pt x="134744" y="151006"/>
                </a:lnTo>
                <a:cubicBezTo>
                  <a:pt x="136605" y="152865"/>
                  <a:pt x="139620" y="152865"/>
                  <a:pt x="141481" y="151006"/>
                </a:cubicBezTo>
                <a:cubicBezTo>
                  <a:pt x="143340" y="149145"/>
                  <a:pt x="143340" y="146130"/>
                  <a:pt x="141481" y="144269"/>
                </a:cubicBezTo>
                <a:lnTo>
                  <a:pt x="133350" y="136140"/>
                </a:lnTo>
                <a:lnTo>
                  <a:pt x="133350" y="119063"/>
                </a:lnTo>
                <a:cubicBezTo>
                  <a:pt x="133350" y="116433"/>
                  <a:pt x="131217" y="114300"/>
                  <a:pt x="128588" y="114300"/>
                </a:cubicBezTo>
                <a:close/>
                <a:moveTo>
                  <a:pt x="128588" y="104775"/>
                </a:moveTo>
                <a:cubicBezTo>
                  <a:pt x="146999" y="104775"/>
                  <a:pt x="161925" y="119701"/>
                  <a:pt x="161925" y="138113"/>
                </a:cubicBezTo>
                <a:cubicBezTo>
                  <a:pt x="161925" y="156524"/>
                  <a:pt x="146999" y="171450"/>
                  <a:pt x="128588" y="171450"/>
                </a:cubicBezTo>
                <a:cubicBezTo>
                  <a:pt x="110176" y="171450"/>
                  <a:pt x="95250" y="156524"/>
                  <a:pt x="95250" y="138113"/>
                </a:cubicBezTo>
                <a:cubicBezTo>
                  <a:pt x="95250" y="119701"/>
                  <a:pt x="110176" y="104775"/>
                  <a:pt x="128588" y="104775"/>
                </a:cubicBezTo>
                <a:close/>
                <a:moveTo>
                  <a:pt x="76200" y="19050"/>
                </a:moveTo>
                <a:cubicBezTo>
                  <a:pt x="64900" y="19050"/>
                  <a:pt x="58618" y="22096"/>
                  <a:pt x="54769" y="26862"/>
                </a:cubicBezTo>
                <a:cubicBezTo>
                  <a:pt x="51475" y="30941"/>
                  <a:pt x="48975" y="37460"/>
                  <a:pt x="48033" y="47625"/>
                </a:cubicBezTo>
                <a:lnTo>
                  <a:pt x="104367" y="47625"/>
                </a:lnTo>
                <a:cubicBezTo>
                  <a:pt x="103425" y="37460"/>
                  <a:pt x="100925" y="30941"/>
                  <a:pt x="97631" y="26862"/>
                </a:cubicBezTo>
                <a:cubicBezTo>
                  <a:pt x="93782" y="22096"/>
                  <a:pt x="87500" y="19050"/>
                  <a:pt x="76200" y="19050"/>
                </a:cubicBezTo>
                <a:close/>
                <a:moveTo>
                  <a:pt x="76200" y="0"/>
                </a:moveTo>
                <a:cubicBezTo>
                  <a:pt x="91010" y="0"/>
                  <a:pt x="103779" y="4154"/>
                  <a:pt x="112452" y="14894"/>
                </a:cubicBezTo>
                <a:cubicBezTo>
                  <a:pt x="119186" y="23233"/>
                  <a:pt x="122823" y="34401"/>
                  <a:pt x="123825" y="47625"/>
                </a:cubicBezTo>
                <a:cubicBezTo>
                  <a:pt x="152400" y="47625"/>
                  <a:pt x="152400" y="47625"/>
                  <a:pt x="152400" y="76498"/>
                </a:cubicBezTo>
                <a:cubicBezTo>
                  <a:pt x="152400" y="81394"/>
                  <a:pt x="152400" y="86054"/>
                  <a:pt x="152380" y="90488"/>
                </a:cubicBezTo>
                <a:cubicBezTo>
                  <a:pt x="152339" y="99269"/>
                  <a:pt x="149072" y="99879"/>
                  <a:pt x="142875" y="97689"/>
                </a:cubicBezTo>
                <a:cubicBezTo>
                  <a:pt x="138406" y="96109"/>
                  <a:pt x="133598" y="95250"/>
                  <a:pt x="128588" y="95250"/>
                </a:cubicBezTo>
                <a:cubicBezTo>
                  <a:pt x="104915" y="95250"/>
                  <a:pt x="85725" y="114440"/>
                  <a:pt x="85725" y="138113"/>
                </a:cubicBezTo>
                <a:cubicBezTo>
                  <a:pt x="85725" y="146924"/>
                  <a:pt x="88383" y="155115"/>
                  <a:pt x="92943" y="161925"/>
                </a:cubicBezTo>
                <a:cubicBezTo>
                  <a:pt x="97179" y="168253"/>
                  <a:pt x="95250" y="170988"/>
                  <a:pt x="90488" y="171183"/>
                </a:cubicBezTo>
                <a:cubicBezTo>
                  <a:pt x="86051" y="171365"/>
                  <a:pt x="81296" y="171450"/>
                  <a:pt x="76200" y="171450"/>
                </a:cubicBezTo>
                <a:cubicBezTo>
                  <a:pt x="0" y="171450"/>
                  <a:pt x="0" y="152400"/>
                  <a:pt x="0" y="76200"/>
                </a:cubicBezTo>
                <a:cubicBezTo>
                  <a:pt x="0" y="61913"/>
                  <a:pt x="0" y="54769"/>
                  <a:pt x="3572" y="51197"/>
                </a:cubicBezTo>
                <a:cubicBezTo>
                  <a:pt x="7144" y="47625"/>
                  <a:pt x="14288" y="47625"/>
                  <a:pt x="28575" y="47625"/>
                </a:cubicBezTo>
                <a:cubicBezTo>
                  <a:pt x="29577" y="34401"/>
                  <a:pt x="33214" y="23233"/>
                  <a:pt x="39948" y="14894"/>
                </a:cubicBezTo>
                <a:cubicBezTo>
                  <a:pt x="48622" y="4154"/>
                  <a:pt x="61390" y="0"/>
                  <a:pt x="76200" y="0"/>
                </a:cubicBezTo>
                <a:close/>
              </a:path>
            </a:pathLst>
          </a:custGeom>
          <a:solidFill>
            <a:srgbClr val="000000"/>
          </a:solidFill>
          <a:ln w="9525" cap="flat">
            <a:noFill/>
            <a:prstDash val="solid"/>
            <a:miter/>
          </a:ln>
        </p:spPr>
        <p:txBody>
          <a:bodyPr rtlCol="0" anchor="ctr"/>
          <a:lstStyle/>
          <a:p>
            <a:endParaRPr lang="ru-RU"/>
          </a:p>
        </p:txBody>
      </p:sp>
      <p:sp>
        <p:nvSpPr>
          <p:cNvPr id="311" name="Полилиния: фигура 310">
            <a:extLst>
              <a:ext uri="{FF2B5EF4-FFF2-40B4-BE49-F238E27FC236}">
                <a16:creationId xmlns:a16="http://schemas.microsoft.com/office/drawing/2014/main" id="{EFDF9DB4-CA26-3B7C-C27F-FFAC55C65C95}"/>
              </a:ext>
            </a:extLst>
          </p:cNvPr>
          <p:cNvSpPr/>
          <p:nvPr/>
        </p:nvSpPr>
        <p:spPr>
          <a:xfrm>
            <a:off x="1926639" y="3892029"/>
            <a:ext cx="171450" cy="189224"/>
          </a:xfrm>
          <a:custGeom>
            <a:avLst/>
            <a:gdLst>
              <a:gd name="connsiteX0" fmla="*/ 133349 w 171450"/>
              <a:gd name="connsiteY0" fmla="*/ 122549 h 189224"/>
              <a:gd name="connsiteX1" fmla="*/ 161924 w 171450"/>
              <a:gd name="connsiteY1" fmla="*/ 122549 h 189224"/>
              <a:gd name="connsiteX2" fmla="*/ 170500 w 171450"/>
              <a:gd name="connsiteY2" fmla="*/ 127929 h 189224"/>
              <a:gd name="connsiteX3" fmla="*/ 169389 w 171450"/>
              <a:gd name="connsiteY3" fmla="*/ 137991 h 189224"/>
              <a:gd name="connsiteX4" fmla="*/ 162120 w 171450"/>
              <a:gd name="connsiteY4" fmla="*/ 147161 h 189224"/>
              <a:gd name="connsiteX5" fmla="*/ 170636 w 171450"/>
              <a:gd name="connsiteY5" fmla="*/ 165412 h 189224"/>
              <a:gd name="connsiteX6" fmla="*/ 146824 w 171450"/>
              <a:gd name="connsiteY6" fmla="*/ 189224 h 189224"/>
              <a:gd name="connsiteX7" fmla="*/ 132299 w 171450"/>
              <a:gd name="connsiteY7" fmla="*/ 184281 h 189224"/>
              <a:gd name="connsiteX8" fmla="*/ 124369 w 171450"/>
              <a:gd name="connsiteY8" fmla="*/ 173348 h 189224"/>
              <a:gd name="connsiteX9" fmla="*/ 130176 w 171450"/>
              <a:gd name="connsiteY9" fmla="*/ 161194 h 189224"/>
              <a:gd name="connsiteX10" fmla="*/ 142330 w 171450"/>
              <a:gd name="connsiteY10" fmla="*/ 167000 h 189224"/>
              <a:gd name="connsiteX11" fmla="*/ 143925 w 171450"/>
              <a:gd name="connsiteY11" fmla="*/ 169191 h 189224"/>
              <a:gd name="connsiteX12" fmla="*/ 146824 w 171450"/>
              <a:gd name="connsiteY12" fmla="*/ 170174 h 189224"/>
              <a:gd name="connsiteX13" fmla="*/ 151586 w 171450"/>
              <a:gd name="connsiteY13" fmla="*/ 165412 h 189224"/>
              <a:gd name="connsiteX14" fmla="*/ 146824 w 171450"/>
              <a:gd name="connsiteY14" fmla="*/ 160649 h 189224"/>
              <a:gd name="connsiteX15" fmla="*/ 138248 w 171450"/>
              <a:gd name="connsiteY15" fmla="*/ 155269 h 189224"/>
              <a:gd name="connsiteX16" fmla="*/ 139360 w 171450"/>
              <a:gd name="connsiteY16" fmla="*/ 145207 h 189224"/>
              <a:gd name="connsiteX17" fmla="*/ 142220 w 171450"/>
              <a:gd name="connsiteY17" fmla="*/ 141599 h 189224"/>
              <a:gd name="connsiteX18" fmla="*/ 133349 w 171450"/>
              <a:gd name="connsiteY18" fmla="*/ 141599 h 189224"/>
              <a:gd name="connsiteX19" fmla="*/ 123824 w 171450"/>
              <a:gd name="connsiteY19" fmla="*/ 132074 h 189224"/>
              <a:gd name="connsiteX20" fmla="*/ 133349 w 171450"/>
              <a:gd name="connsiteY20" fmla="*/ 122549 h 189224"/>
              <a:gd name="connsiteX21" fmla="*/ 9525 w 171450"/>
              <a:gd name="connsiteY21" fmla="*/ 74924 h 189224"/>
              <a:gd name="connsiteX22" fmla="*/ 19050 w 171450"/>
              <a:gd name="connsiteY22" fmla="*/ 84449 h 189224"/>
              <a:gd name="connsiteX23" fmla="*/ 9525 w 171450"/>
              <a:gd name="connsiteY23" fmla="*/ 93974 h 189224"/>
              <a:gd name="connsiteX24" fmla="*/ 0 w 171450"/>
              <a:gd name="connsiteY24" fmla="*/ 84449 h 189224"/>
              <a:gd name="connsiteX25" fmla="*/ 9525 w 171450"/>
              <a:gd name="connsiteY25" fmla="*/ 74924 h 189224"/>
              <a:gd name="connsiteX26" fmla="*/ 19050 w 171450"/>
              <a:gd name="connsiteY26" fmla="*/ 36824 h 189224"/>
              <a:gd name="connsiteX27" fmla="*/ 28575 w 171450"/>
              <a:gd name="connsiteY27" fmla="*/ 46349 h 189224"/>
              <a:gd name="connsiteX28" fmla="*/ 19050 w 171450"/>
              <a:gd name="connsiteY28" fmla="*/ 55874 h 189224"/>
              <a:gd name="connsiteX29" fmla="*/ 9525 w 171450"/>
              <a:gd name="connsiteY29" fmla="*/ 46349 h 189224"/>
              <a:gd name="connsiteX30" fmla="*/ 19050 w 171450"/>
              <a:gd name="connsiteY30" fmla="*/ 36824 h 189224"/>
              <a:gd name="connsiteX31" fmla="*/ 47625 w 171450"/>
              <a:gd name="connsiteY31" fmla="*/ 8249 h 189224"/>
              <a:gd name="connsiteX32" fmla="*/ 57150 w 171450"/>
              <a:gd name="connsiteY32" fmla="*/ 17774 h 189224"/>
              <a:gd name="connsiteX33" fmla="*/ 47625 w 171450"/>
              <a:gd name="connsiteY33" fmla="*/ 27299 h 189224"/>
              <a:gd name="connsiteX34" fmla="*/ 38100 w 171450"/>
              <a:gd name="connsiteY34" fmla="*/ 17774 h 189224"/>
              <a:gd name="connsiteX35" fmla="*/ 47625 w 171450"/>
              <a:gd name="connsiteY35" fmla="*/ 8249 h 189224"/>
              <a:gd name="connsiteX36" fmla="*/ 104775 w 171450"/>
              <a:gd name="connsiteY36" fmla="*/ 242 h 189224"/>
              <a:gd name="connsiteX37" fmla="*/ 171450 w 171450"/>
              <a:gd name="connsiteY37" fmla="*/ 84449 h 189224"/>
              <a:gd name="connsiteX38" fmla="*/ 169069 w 171450"/>
              <a:gd name="connsiteY38" fmla="*/ 101118 h 189224"/>
              <a:gd name="connsiteX39" fmla="*/ 152400 w 171450"/>
              <a:gd name="connsiteY39" fmla="*/ 103499 h 189224"/>
              <a:gd name="connsiteX40" fmla="*/ 104775 w 171450"/>
              <a:gd name="connsiteY40" fmla="*/ 151124 h 189224"/>
              <a:gd name="connsiteX41" fmla="*/ 102394 w 171450"/>
              <a:gd name="connsiteY41" fmla="*/ 167793 h 189224"/>
              <a:gd name="connsiteX42" fmla="*/ 85725 w 171450"/>
              <a:gd name="connsiteY42" fmla="*/ 170174 h 189224"/>
              <a:gd name="connsiteX43" fmla="*/ 6788 w 171450"/>
              <a:gd name="connsiteY43" fmla="*/ 122549 h 189224"/>
              <a:gd name="connsiteX44" fmla="*/ 9525 w 171450"/>
              <a:gd name="connsiteY44" fmla="*/ 109849 h 189224"/>
              <a:gd name="connsiteX45" fmla="*/ 23812 w 171450"/>
              <a:gd name="connsiteY45" fmla="*/ 105087 h 189224"/>
              <a:gd name="connsiteX46" fmla="*/ 24548 w 171450"/>
              <a:gd name="connsiteY46" fmla="*/ 104845 h 189224"/>
              <a:gd name="connsiteX47" fmla="*/ 29131 w 171450"/>
              <a:gd name="connsiteY47" fmla="*/ 93974 h 189224"/>
              <a:gd name="connsiteX48" fmla="*/ 28575 w 171450"/>
              <a:gd name="connsiteY48" fmla="*/ 84449 h 189224"/>
              <a:gd name="connsiteX49" fmla="*/ 66675 w 171450"/>
              <a:gd name="connsiteY49" fmla="*/ 29697 h 189224"/>
              <a:gd name="connsiteX50" fmla="*/ 76200 w 171450"/>
              <a:gd name="connsiteY50" fmla="*/ 36824 h 189224"/>
              <a:gd name="connsiteX51" fmla="*/ 76200 w 171450"/>
              <a:gd name="connsiteY51" fmla="*/ 60636 h 189224"/>
              <a:gd name="connsiteX52" fmla="*/ 72748 w 171450"/>
              <a:gd name="connsiteY52" fmla="*/ 70049 h 189224"/>
              <a:gd name="connsiteX53" fmla="*/ 69224 w 171450"/>
              <a:gd name="connsiteY53" fmla="*/ 74924 h 189224"/>
              <a:gd name="connsiteX54" fmla="*/ 66675 w 171450"/>
              <a:gd name="connsiteY54" fmla="*/ 84449 h 189224"/>
              <a:gd name="connsiteX55" fmla="*/ 85725 w 171450"/>
              <a:gd name="connsiteY55" fmla="*/ 103499 h 189224"/>
              <a:gd name="connsiteX56" fmla="*/ 104775 w 171450"/>
              <a:gd name="connsiteY56" fmla="*/ 84449 h 189224"/>
              <a:gd name="connsiteX57" fmla="*/ 102226 w 171450"/>
              <a:gd name="connsiteY57" fmla="*/ 74924 h 189224"/>
              <a:gd name="connsiteX58" fmla="*/ 98702 w 171450"/>
              <a:gd name="connsiteY58" fmla="*/ 70049 h 189224"/>
              <a:gd name="connsiteX59" fmla="*/ 95250 w 171450"/>
              <a:gd name="connsiteY59" fmla="*/ 60636 h 189224"/>
              <a:gd name="connsiteX60" fmla="*/ 95250 w 171450"/>
              <a:gd name="connsiteY60" fmla="*/ 8249 h 189224"/>
              <a:gd name="connsiteX61" fmla="*/ 104775 w 171450"/>
              <a:gd name="connsiteY61" fmla="*/ 242 h 189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71450" h="189224">
                <a:moveTo>
                  <a:pt x="133349" y="122549"/>
                </a:moveTo>
                <a:lnTo>
                  <a:pt x="161924" y="122549"/>
                </a:lnTo>
                <a:cubicBezTo>
                  <a:pt x="165578" y="122549"/>
                  <a:pt x="168910" y="124639"/>
                  <a:pt x="170500" y="127929"/>
                </a:cubicBezTo>
                <a:cubicBezTo>
                  <a:pt x="172091" y="131219"/>
                  <a:pt x="171658" y="135128"/>
                  <a:pt x="169389" y="137991"/>
                </a:cubicBezTo>
                <a:lnTo>
                  <a:pt x="162120" y="147161"/>
                </a:lnTo>
                <a:cubicBezTo>
                  <a:pt x="167326" y="151529"/>
                  <a:pt x="170636" y="158084"/>
                  <a:pt x="170636" y="165412"/>
                </a:cubicBezTo>
                <a:cubicBezTo>
                  <a:pt x="170636" y="178563"/>
                  <a:pt x="159976" y="189224"/>
                  <a:pt x="146824" y="189224"/>
                </a:cubicBezTo>
                <a:cubicBezTo>
                  <a:pt x="141369" y="189224"/>
                  <a:pt x="136317" y="187378"/>
                  <a:pt x="132299" y="184281"/>
                </a:cubicBezTo>
                <a:cubicBezTo>
                  <a:pt x="128707" y="181514"/>
                  <a:pt x="125919" y="177735"/>
                  <a:pt x="124369" y="173348"/>
                </a:cubicBezTo>
                <a:cubicBezTo>
                  <a:pt x="122616" y="168388"/>
                  <a:pt x="125215" y="162946"/>
                  <a:pt x="130176" y="161194"/>
                </a:cubicBezTo>
                <a:cubicBezTo>
                  <a:pt x="135135" y="159440"/>
                  <a:pt x="140577" y="162040"/>
                  <a:pt x="142330" y="167000"/>
                </a:cubicBezTo>
                <a:cubicBezTo>
                  <a:pt x="142634" y="167861"/>
                  <a:pt x="143192" y="168626"/>
                  <a:pt x="143925" y="169191"/>
                </a:cubicBezTo>
                <a:cubicBezTo>
                  <a:pt x="144729" y="169810"/>
                  <a:pt x="145721" y="170174"/>
                  <a:pt x="146824" y="170174"/>
                </a:cubicBezTo>
                <a:cubicBezTo>
                  <a:pt x="149454" y="170174"/>
                  <a:pt x="151586" y="168041"/>
                  <a:pt x="151586" y="165412"/>
                </a:cubicBezTo>
                <a:cubicBezTo>
                  <a:pt x="151586" y="162782"/>
                  <a:pt x="149454" y="160649"/>
                  <a:pt x="146824" y="160649"/>
                </a:cubicBezTo>
                <a:cubicBezTo>
                  <a:pt x="143171" y="160649"/>
                  <a:pt x="139839" y="158559"/>
                  <a:pt x="138248" y="155269"/>
                </a:cubicBezTo>
                <a:cubicBezTo>
                  <a:pt x="136658" y="151979"/>
                  <a:pt x="137090" y="148070"/>
                  <a:pt x="139360" y="145207"/>
                </a:cubicBezTo>
                <a:lnTo>
                  <a:pt x="142220" y="141599"/>
                </a:lnTo>
                <a:lnTo>
                  <a:pt x="133349" y="141599"/>
                </a:lnTo>
                <a:cubicBezTo>
                  <a:pt x="128089" y="141599"/>
                  <a:pt x="123824" y="137335"/>
                  <a:pt x="123824" y="132074"/>
                </a:cubicBezTo>
                <a:cubicBezTo>
                  <a:pt x="123824" y="126813"/>
                  <a:pt x="128089" y="122549"/>
                  <a:pt x="133349" y="122549"/>
                </a:cubicBezTo>
                <a:close/>
                <a:moveTo>
                  <a:pt x="9525" y="74924"/>
                </a:moveTo>
                <a:cubicBezTo>
                  <a:pt x="14785" y="74924"/>
                  <a:pt x="19050" y="79188"/>
                  <a:pt x="19050" y="84449"/>
                </a:cubicBezTo>
                <a:cubicBezTo>
                  <a:pt x="19050" y="89710"/>
                  <a:pt x="14785" y="93974"/>
                  <a:pt x="9525" y="93974"/>
                </a:cubicBezTo>
                <a:cubicBezTo>
                  <a:pt x="4265" y="93974"/>
                  <a:pt x="0" y="89710"/>
                  <a:pt x="0" y="84449"/>
                </a:cubicBezTo>
                <a:cubicBezTo>
                  <a:pt x="0" y="79188"/>
                  <a:pt x="4265" y="74924"/>
                  <a:pt x="9525" y="74924"/>
                </a:cubicBezTo>
                <a:close/>
                <a:moveTo>
                  <a:pt x="19050" y="36824"/>
                </a:moveTo>
                <a:cubicBezTo>
                  <a:pt x="24310" y="36824"/>
                  <a:pt x="28575" y="41089"/>
                  <a:pt x="28575" y="46349"/>
                </a:cubicBezTo>
                <a:cubicBezTo>
                  <a:pt x="28575" y="51610"/>
                  <a:pt x="24310" y="55874"/>
                  <a:pt x="19050" y="55874"/>
                </a:cubicBezTo>
                <a:cubicBezTo>
                  <a:pt x="13790" y="55874"/>
                  <a:pt x="9525" y="51610"/>
                  <a:pt x="9525" y="46349"/>
                </a:cubicBezTo>
                <a:cubicBezTo>
                  <a:pt x="9525" y="41089"/>
                  <a:pt x="13790" y="36824"/>
                  <a:pt x="19050" y="36824"/>
                </a:cubicBezTo>
                <a:close/>
                <a:moveTo>
                  <a:pt x="47625" y="8249"/>
                </a:moveTo>
                <a:cubicBezTo>
                  <a:pt x="52886" y="8249"/>
                  <a:pt x="57150" y="12514"/>
                  <a:pt x="57150" y="17774"/>
                </a:cubicBezTo>
                <a:cubicBezTo>
                  <a:pt x="57150" y="23035"/>
                  <a:pt x="52886" y="27299"/>
                  <a:pt x="47625" y="27299"/>
                </a:cubicBezTo>
                <a:cubicBezTo>
                  <a:pt x="42365" y="27299"/>
                  <a:pt x="38100" y="23035"/>
                  <a:pt x="38100" y="17774"/>
                </a:cubicBezTo>
                <a:cubicBezTo>
                  <a:pt x="38100" y="12514"/>
                  <a:pt x="42365" y="8249"/>
                  <a:pt x="47625" y="8249"/>
                </a:cubicBezTo>
                <a:close/>
                <a:moveTo>
                  <a:pt x="104775" y="242"/>
                </a:moveTo>
                <a:cubicBezTo>
                  <a:pt x="146577" y="7227"/>
                  <a:pt x="171450" y="37943"/>
                  <a:pt x="171450" y="84449"/>
                </a:cubicBezTo>
                <a:cubicBezTo>
                  <a:pt x="171450" y="93974"/>
                  <a:pt x="171450" y="98736"/>
                  <a:pt x="169069" y="101118"/>
                </a:cubicBezTo>
                <a:cubicBezTo>
                  <a:pt x="166687" y="103499"/>
                  <a:pt x="161925" y="103499"/>
                  <a:pt x="152400" y="103499"/>
                </a:cubicBezTo>
                <a:cubicBezTo>
                  <a:pt x="122850" y="103499"/>
                  <a:pt x="104775" y="121575"/>
                  <a:pt x="104775" y="151124"/>
                </a:cubicBezTo>
                <a:cubicBezTo>
                  <a:pt x="104775" y="160649"/>
                  <a:pt x="104775" y="165411"/>
                  <a:pt x="102394" y="167793"/>
                </a:cubicBezTo>
                <a:cubicBezTo>
                  <a:pt x="100012" y="170174"/>
                  <a:pt x="95250" y="170174"/>
                  <a:pt x="85725" y="170174"/>
                </a:cubicBezTo>
                <a:cubicBezTo>
                  <a:pt x="46796" y="170174"/>
                  <a:pt x="18931" y="152746"/>
                  <a:pt x="6788" y="122549"/>
                </a:cubicBezTo>
                <a:cubicBezTo>
                  <a:pt x="3773" y="115054"/>
                  <a:pt x="4762" y="111436"/>
                  <a:pt x="9525" y="109849"/>
                </a:cubicBezTo>
                <a:lnTo>
                  <a:pt x="23812" y="105087"/>
                </a:lnTo>
                <a:cubicBezTo>
                  <a:pt x="24066" y="105002"/>
                  <a:pt x="24312" y="104922"/>
                  <a:pt x="24548" y="104845"/>
                </a:cubicBezTo>
                <a:cubicBezTo>
                  <a:pt x="28749" y="103472"/>
                  <a:pt x="30219" y="102991"/>
                  <a:pt x="29131" y="93974"/>
                </a:cubicBezTo>
                <a:cubicBezTo>
                  <a:pt x="28762" y="90922"/>
                  <a:pt x="28575" y="87745"/>
                  <a:pt x="28575" y="84449"/>
                </a:cubicBezTo>
                <a:cubicBezTo>
                  <a:pt x="28575" y="55878"/>
                  <a:pt x="42656" y="36247"/>
                  <a:pt x="66675" y="29697"/>
                </a:cubicBezTo>
                <a:cubicBezTo>
                  <a:pt x="75468" y="27299"/>
                  <a:pt x="76200" y="29697"/>
                  <a:pt x="76200" y="36824"/>
                </a:cubicBezTo>
                <a:lnTo>
                  <a:pt x="76200" y="60636"/>
                </a:lnTo>
                <a:cubicBezTo>
                  <a:pt x="76200" y="65954"/>
                  <a:pt x="74800" y="67615"/>
                  <a:pt x="72748" y="70049"/>
                </a:cubicBezTo>
                <a:cubicBezTo>
                  <a:pt x="71708" y="71283"/>
                  <a:pt x="70501" y="72716"/>
                  <a:pt x="69224" y="74924"/>
                </a:cubicBezTo>
                <a:cubicBezTo>
                  <a:pt x="67603" y="77726"/>
                  <a:pt x="66675" y="80979"/>
                  <a:pt x="66675" y="84449"/>
                </a:cubicBezTo>
                <a:cubicBezTo>
                  <a:pt x="66675" y="94970"/>
                  <a:pt x="75204" y="103499"/>
                  <a:pt x="85725" y="103499"/>
                </a:cubicBezTo>
                <a:cubicBezTo>
                  <a:pt x="96246" y="103499"/>
                  <a:pt x="104775" y="94970"/>
                  <a:pt x="104775" y="84449"/>
                </a:cubicBezTo>
                <a:cubicBezTo>
                  <a:pt x="104775" y="80979"/>
                  <a:pt x="103847" y="77726"/>
                  <a:pt x="102226" y="74924"/>
                </a:cubicBezTo>
                <a:cubicBezTo>
                  <a:pt x="100949" y="72716"/>
                  <a:pt x="99742" y="71283"/>
                  <a:pt x="98702" y="70049"/>
                </a:cubicBezTo>
                <a:cubicBezTo>
                  <a:pt x="96650" y="67615"/>
                  <a:pt x="95250" y="65954"/>
                  <a:pt x="95250" y="60636"/>
                </a:cubicBezTo>
                <a:lnTo>
                  <a:pt x="95250" y="8249"/>
                </a:lnTo>
                <a:cubicBezTo>
                  <a:pt x="95250" y="242"/>
                  <a:pt x="100012" y="-554"/>
                  <a:pt x="104775" y="242"/>
                </a:cubicBezTo>
                <a:close/>
              </a:path>
            </a:pathLst>
          </a:custGeom>
          <a:solidFill>
            <a:srgbClr val="000000"/>
          </a:solidFill>
          <a:ln w="9525" cap="flat">
            <a:noFill/>
            <a:prstDash val="solid"/>
            <a:miter/>
          </a:ln>
        </p:spPr>
        <p:txBody>
          <a:bodyPr rtlCol="0" anchor="ctr"/>
          <a:lstStyle/>
          <a:p>
            <a:endParaRPr lang="ru-RU"/>
          </a:p>
        </p:txBody>
      </p:sp>
      <p:sp>
        <p:nvSpPr>
          <p:cNvPr id="159" name="Рисунок 61">
            <a:extLst>
              <a:ext uri="{FF2B5EF4-FFF2-40B4-BE49-F238E27FC236}">
                <a16:creationId xmlns:a16="http://schemas.microsoft.com/office/drawing/2014/main" id="{BDF6CED4-ACDA-4272-5CA7-F971B33BC6AE}"/>
              </a:ext>
            </a:extLst>
          </p:cNvPr>
          <p:cNvSpPr/>
          <p:nvPr/>
        </p:nvSpPr>
        <p:spPr>
          <a:xfrm>
            <a:off x="2343426" y="2877547"/>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6200 w 171450"/>
              <a:gd name="connsiteY5" fmla="*/ 47625 h 171450"/>
              <a:gd name="connsiteX6" fmla="*/ 85725 w 171450"/>
              <a:gd name="connsiteY6" fmla="*/ 38100 h 171450"/>
              <a:gd name="connsiteX7" fmla="*/ 95250 w 171450"/>
              <a:gd name="connsiteY7" fmla="*/ 47625 h 171450"/>
              <a:gd name="connsiteX8" fmla="*/ 95250 w 171450"/>
              <a:gd name="connsiteY8" fmla="*/ 85725 h 171450"/>
              <a:gd name="connsiteX9" fmla="*/ 85725 w 171450"/>
              <a:gd name="connsiteY9" fmla="*/ 95250 h 171450"/>
              <a:gd name="connsiteX10" fmla="*/ 76200 w 171450"/>
              <a:gd name="connsiteY10" fmla="*/ 85725 h 171450"/>
              <a:gd name="connsiteX11" fmla="*/ 76200 w 171450"/>
              <a:gd name="connsiteY11" fmla="*/ 47625 h 171450"/>
              <a:gd name="connsiteX12" fmla="*/ 95250 w 171450"/>
              <a:gd name="connsiteY12" fmla="*/ 123825 h 171450"/>
              <a:gd name="connsiteX13" fmla="*/ 85725 w 171450"/>
              <a:gd name="connsiteY13" fmla="*/ 133350 h 171450"/>
              <a:gd name="connsiteX14" fmla="*/ 76200 w 171450"/>
              <a:gd name="connsiteY14" fmla="*/ 123825 h 171450"/>
              <a:gd name="connsiteX15" fmla="*/ 85725 w 171450"/>
              <a:gd name="connsiteY15" fmla="*/ 114300 h 171450"/>
              <a:gd name="connsiteX16" fmla="*/ 95250 w 171450"/>
              <a:gd name="connsiteY16"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6200" y="47625"/>
                </a:moveTo>
                <a:cubicBezTo>
                  <a:pt x="76200" y="42365"/>
                  <a:pt x="80464" y="38100"/>
                  <a:pt x="85725" y="38100"/>
                </a:cubicBezTo>
                <a:cubicBezTo>
                  <a:pt x="90986" y="38100"/>
                  <a:pt x="95250" y="42365"/>
                  <a:pt x="95250" y="47625"/>
                </a:cubicBezTo>
                <a:lnTo>
                  <a:pt x="95250" y="85725"/>
                </a:lnTo>
                <a:cubicBezTo>
                  <a:pt x="95250" y="90986"/>
                  <a:pt x="90986" y="95250"/>
                  <a:pt x="85725" y="95250"/>
                </a:cubicBezTo>
                <a:cubicBezTo>
                  <a:pt x="80464" y="95250"/>
                  <a:pt x="76200" y="90986"/>
                  <a:pt x="76200" y="85725"/>
                </a:cubicBezTo>
                <a:lnTo>
                  <a:pt x="76200" y="47625"/>
                </a:lnTo>
                <a:close/>
                <a:moveTo>
                  <a:pt x="95250" y="123825"/>
                </a:moveTo>
                <a:cubicBezTo>
                  <a:pt x="95250" y="129086"/>
                  <a:pt x="90986" y="133350"/>
                  <a:pt x="85725" y="133350"/>
                </a:cubicBezTo>
                <a:cubicBezTo>
                  <a:pt x="80464" y="133350"/>
                  <a:pt x="76200" y="129086"/>
                  <a:pt x="76200" y="123825"/>
                </a:cubicBezTo>
                <a:cubicBezTo>
                  <a:pt x="76200" y="118564"/>
                  <a:pt x="80464" y="114300"/>
                  <a:pt x="85725" y="114300"/>
                </a:cubicBezTo>
                <a:cubicBezTo>
                  <a:pt x="90986" y="114300"/>
                  <a:pt x="95250" y="118564"/>
                  <a:pt x="95250" y="123825"/>
                </a:cubicBezTo>
                <a:close/>
              </a:path>
            </a:pathLst>
          </a:custGeom>
          <a:solidFill>
            <a:srgbClr val="000000"/>
          </a:solidFill>
          <a:ln w="9525" cap="flat">
            <a:noFill/>
            <a:prstDash val="solid"/>
            <a:miter/>
          </a:ln>
        </p:spPr>
        <p:txBody>
          <a:bodyPr rtlCol="0" anchor="ctr"/>
          <a:lstStyle/>
          <a:p>
            <a:endParaRPr lang="ru-RU"/>
          </a:p>
        </p:txBody>
      </p:sp>
      <p:sp>
        <p:nvSpPr>
          <p:cNvPr id="190" name="Рисунок 87">
            <a:extLst>
              <a:ext uri="{FF2B5EF4-FFF2-40B4-BE49-F238E27FC236}">
                <a16:creationId xmlns:a16="http://schemas.microsoft.com/office/drawing/2014/main" id="{B9474E8A-9651-F40B-8C26-82BF80E2048D}"/>
              </a:ext>
            </a:extLst>
          </p:cNvPr>
          <p:cNvSpPr/>
          <p:nvPr/>
        </p:nvSpPr>
        <p:spPr>
          <a:xfrm>
            <a:off x="2343426" y="3384150"/>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03176 w 171450"/>
              <a:gd name="connsiteY5" fmla="*/ 51866 h 171450"/>
              <a:gd name="connsiteX6" fmla="*/ 122226 w 171450"/>
              <a:gd name="connsiteY6" fmla="*/ 80441 h 171450"/>
              <a:gd name="connsiteX7" fmla="*/ 122226 w 171450"/>
              <a:gd name="connsiteY7" fmla="*/ 91009 h 171450"/>
              <a:gd name="connsiteX8" fmla="*/ 103176 w 171450"/>
              <a:gd name="connsiteY8" fmla="*/ 119584 h 171450"/>
              <a:gd name="connsiteX9" fmla="*/ 89966 w 171450"/>
              <a:gd name="connsiteY9" fmla="*/ 122225 h 171450"/>
              <a:gd name="connsiteX10" fmla="*/ 87324 w 171450"/>
              <a:gd name="connsiteY10" fmla="*/ 109016 h 171450"/>
              <a:gd name="connsiteX11" fmla="*/ 96503 w 171450"/>
              <a:gd name="connsiteY11" fmla="*/ 95250 h 171450"/>
              <a:gd name="connsiteX12" fmla="*/ 57150 w 171450"/>
              <a:gd name="connsiteY12" fmla="*/ 95250 h 171450"/>
              <a:gd name="connsiteX13" fmla="*/ 47625 w 171450"/>
              <a:gd name="connsiteY13" fmla="*/ 85725 h 171450"/>
              <a:gd name="connsiteX14" fmla="*/ 57150 w 171450"/>
              <a:gd name="connsiteY14" fmla="*/ 76200 h 171450"/>
              <a:gd name="connsiteX15" fmla="*/ 96503 w 171450"/>
              <a:gd name="connsiteY15" fmla="*/ 76200 h 171450"/>
              <a:gd name="connsiteX16" fmla="*/ 87324 w 171450"/>
              <a:gd name="connsiteY16" fmla="*/ 62433 h 171450"/>
              <a:gd name="connsiteX17" fmla="*/ 89966 w 171450"/>
              <a:gd name="connsiteY17" fmla="*/ 49225 h 171450"/>
              <a:gd name="connsiteX18" fmla="*/ 103176 w 171450"/>
              <a:gd name="connsiteY18" fmla="*/ 51866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03176" y="51866"/>
                </a:moveTo>
                <a:lnTo>
                  <a:pt x="122226" y="80441"/>
                </a:lnTo>
                <a:cubicBezTo>
                  <a:pt x="124358" y="83641"/>
                  <a:pt x="124358" y="87809"/>
                  <a:pt x="122226" y="91009"/>
                </a:cubicBezTo>
                <a:lnTo>
                  <a:pt x="103176" y="119584"/>
                </a:lnTo>
                <a:cubicBezTo>
                  <a:pt x="100257" y="123960"/>
                  <a:pt x="94343" y="125143"/>
                  <a:pt x="89966" y="122225"/>
                </a:cubicBezTo>
                <a:cubicBezTo>
                  <a:pt x="85590" y="119307"/>
                  <a:pt x="84407" y="113393"/>
                  <a:pt x="87324" y="109016"/>
                </a:cubicBezTo>
                <a:lnTo>
                  <a:pt x="96503" y="95250"/>
                </a:lnTo>
                <a:lnTo>
                  <a:pt x="57150" y="95250"/>
                </a:lnTo>
                <a:cubicBezTo>
                  <a:pt x="51889" y="95250"/>
                  <a:pt x="47625" y="90986"/>
                  <a:pt x="47625" y="85725"/>
                </a:cubicBezTo>
                <a:cubicBezTo>
                  <a:pt x="47625" y="80464"/>
                  <a:pt x="51889" y="76200"/>
                  <a:pt x="57150" y="76200"/>
                </a:cubicBezTo>
                <a:lnTo>
                  <a:pt x="96503" y="76200"/>
                </a:lnTo>
                <a:lnTo>
                  <a:pt x="87324" y="62433"/>
                </a:lnTo>
                <a:cubicBezTo>
                  <a:pt x="84407" y="58056"/>
                  <a:pt x="85590" y="52143"/>
                  <a:pt x="89966" y="49225"/>
                </a:cubicBezTo>
                <a:cubicBezTo>
                  <a:pt x="94343" y="46307"/>
                  <a:pt x="100257" y="47489"/>
                  <a:pt x="103176" y="51866"/>
                </a:cubicBezTo>
                <a:close/>
              </a:path>
            </a:pathLst>
          </a:custGeom>
          <a:solidFill>
            <a:srgbClr val="000000"/>
          </a:solidFill>
          <a:ln w="9525" cap="flat">
            <a:noFill/>
            <a:prstDash val="solid"/>
            <a:miter/>
          </a:ln>
        </p:spPr>
        <p:txBody>
          <a:bodyPr rtlCol="0" anchor="ctr"/>
          <a:lstStyle/>
          <a:p>
            <a:endParaRPr lang="ru-RU"/>
          </a:p>
        </p:txBody>
      </p:sp>
      <p:sp>
        <p:nvSpPr>
          <p:cNvPr id="230" name="Рисунок 111">
            <a:extLst>
              <a:ext uri="{FF2B5EF4-FFF2-40B4-BE49-F238E27FC236}">
                <a16:creationId xmlns:a16="http://schemas.microsoft.com/office/drawing/2014/main" id="{F5A07D4C-C442-0904-C262-048CDFABD3EE}"/>
              </a:ext>
            </a:extLst>
          </p:cNvPr>
          <p:cNvSpPr/>
          <p:nvPr/>
        </p:nvSpPr>
        <p:spPr>
          <a:xfrm>
            <a:off x="2343426" y="3890754"/>
            <a:ext cx="171450" cy="161925"/>
          </a:xfrm>
          <a:custGeom>
            <a:avLst/>
            <a:gdLst>
              <a:gd name="connsiteX0" fmla="*/ 85725 w 171450"/>
              <a:gd name="connsiteY0" fmla="*/ 161925 h 161925"/>
              <a:gd name="connsiteX1" fmla="*/ 171450 w 171450"/>
              <a:gd name="connsiteY1" fmla="*/ 133350 h 161925"/>
              <a:gd name="connsiteX2" fmla="*/ 85725 w 171450"/>
              <a:gd name="connsiteY2" fmla="*/ 0 h 161925"/>
              <a:gd name="connsiteX3" fmla="*/ 0 w 171450"/>
              <a:gd name="connsiteY3" fmla="*/ 133350 h 161925"/>
              <a:gd name="connsiteX4" fmla="*/ 85725 w 171450"/>
              <a:gd name="connsiteY4" fmla="*/ 16192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61925">
                <a:moveTo>
                  <a:pt x="85725" y="161925"/>
                </a:moveTo>
                <a:cubicBezTo>
                  <a:pt x="138915" y="161925"/>
                  <a:pt x="171450" y="161925"/>
                  <a:pt x="171450" y="133350"/>
                </a:cubicBezTo>
                <a:cubicBezTo>
                  <a:pt x="171450" y="100013"/>
                  <a:pt x="119063" y="0"/>
                  <a:pt x="85725" y="0"/>
                </a:cubicBezTo>
                <a:cubicBezTo>
                  <a:pt x="52388" y="0"/>
                  <a:pt x="0" y="100013"/>
                  <a:pt x="0" y="133350"/>
                </a:cubicBezTo>
                <a:cubicBezTo>
                  <a:pt x="0" y="161925"/>
                  <a:pt x="32535" y="161925"/>
                  <a:pt x="85725" y="161925"/>
                </a:cubicBezTo>
                <a:close/>
              </a:path>
            </a:pathLst>
          </a:custGeom>
          <a:solidFill>
            <a:srgbClr val="000000"/>
          </a:solidFill>
          <a:ln w="9525" cap="flat">
            <a:noFill/>
            <a:prstDash val="solid"/>
            <a:miter/>
          </a:ln>
        </p:spPr>
        <p:txBody>
          <a:bodyPr rtlCol="0" anchor="ctr"/>
          <a:lstStyle/>
          <a:p>
            <a:endParaRPr lang="ru-RU"/>
          </a:p>
        </p:txBody>
      </p:sp>
      <p:sp>
        <p:nvSpPr>
          <p:cNvPr id="160" name="Рисунок 63">
            <a:extLst>
              <a:ext uri="{FF2B5EF4-FFF2-40B4-BE49-F238E27FC236}">
                <a16:creationId xmlns:a16="http://schemas.microsoft.com/office/drawing/2014/main" id="{D2FD0F45-B4EE-95D4-F054-65A28805BA60}"/>
              </a:ext>
            </a:extLst>
          </p:cNvPr>
          <p:cNvSpPr/>
          <p:nvPr/>
        </p:nvSpPr>
        <p:spPr>
          <a:xfrm>
            <a:off x="2755451" y="2877547"/>
            <a:ext cx="171450" cy="161925"/>
          </a:xfrm>
          <a:custGeom>
            <a:avLst/>
            <a:gdLst>
              <a:gd name="connsiteX0" fmla="*/ 85725 w 171450"/>
              <a:gd name="connsiteY0" fmla="*/ 161925 h 161925"/>
              <a:gd name="connsiteX1" fmla="*/ 171450 w 171450"/>
              <a:gd name="connsiteY1" fmla="*/ 133350 h 161925"/>
              <a:gd name="connsiteX2" fmla="*/ 85725 w 171450"/>
              <a:gd name="connsiteY2" fmla="*/ 0 h 161925"/>
              <a:gd name="connsiteX3" fmla="*/ 0 w 171450"/>
              <a:gd name="connsiteY3" fmla="*/ 133350 h 161925"/>
              <a:gd name="connsiteX4" fmla="*/ 85725 w 171450"/>
              <a:gd name="connsiteY4" fmla="*/ 161925 h 161925"/>
              <a:gd name="connsiteX5" fmla="*/ 85725 w 171450"/>
              <a:gd name="connsiteY5" fmla="*/ 133350 h 161925"/>
              <a:gd name="connsiteX6" fmla="*/ 47625 w 171450"/>
              <a:gd name="connsiteY6" fmla="*/ 102394 h 161925"/>
              <a:gd name="connsiteX7" fmla="*/ 54454 w 171450"/>
              <a:gd name="connsiteY7" fmla="*/ 81541 h 161925"/>
              <a:gd name="connsiteX8" fmla="*/ 61913 w 171450"/>
              <a:gd name="connsiteY8" fmla="*/ 77837 h 161925"/>
              <a:gd name="connsiteX9" fmla="*/ 66675 w 171450"/>
              <a:gd name="connsiteY9" fmla="*/ 95250 h 161925"/>
              <a:gd name="connsiteX10" fmla="*/ 77325 w 171450"/>
              <a:gd name="connsiteY10" fmla="*/ 91654 h 161925"/>
              <a:gd name="connsiteX11" fmla="*/ 76200 w 171450"/>
              <a:gd name="connsiteY11" fmla="*/ 76200 h 161925"/>
              <a:gd name="connsiteX12" fmla="*/ 90488 w 171450"/>
              <a:gd name="connsiteY12" fmla="*/ 47625 h 161925"/>
              <a:gd name="connsiteX13" fmla="*/ 91994 w 171450"/>
              <a:gd name="connsiteY13" fmla="*/ 50006 h 161925"/>
              <a:gd name="connsiteX14" fmla="*/ 106068 w 171450"/>
              <a:gd name="connsiteY14" fmla="*/ 70074 h 161925"/>
              <a:gd name="connsiteX15" fmla="*/ 123825 w 171450"/>
              <a:gd name="connsiteY15" fmla="*/ 102394 h 161925"/>
              <a:gd name="connsiteX16" fmla="*/ 85725 w 171450"/>
              <a:gd name="connsiteY16" fmla="*/ 13335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61925">
                <a:moveTo>
                  <a:pt x="85725" y="161925"/>
                </a:moveTo>
                <a:cubicBezTo>
                  <a:pt x="138915" y="161925"/>
                  <a:pt x="171450" y="161925"/>
                  <a:pt x="171450" y="133350"/>
                </a:cubicBezTo>
                <a:cubicBezTo>
                  <a:pt x="171450" y="100013"/>
                  <a:pt x="119063" y="0"/>
                  <a:pt x="85725" y="0"/>
                </a:cubicBezTo>
                <a:cubicBezTo>
                  <a:pt x="52388" y="0"/>
                  <a:pt x="0" y="100013"/>
                  <a:pt x="0" y="133350"/>
                </a:cubicBezTo>
                <a:cubicBezTo>
                  <a:pt x="0" y="161925"/>
                  <a:pt x="32535" y="161925"/>
                  <a:pt x="85725" y="161925"/>
                </a:cubicBezTo>
                <a:close/>
                <a:moveTo>
                  <a:pt x="85725" y="133350"/>
                </a:moveTo>
                <a:cubicBezTo>
                  <a:pt x="57150" y="133350"/>
                  <a:pt x="47625" y="119063"/>
                  <a:pt x="47625" y="102394"/>
                </a:cubicBezTo>
                <a:cubicBezTo>
                  <a:pt x="47625" y="94745"/>
                  <a:pt x="50150" y="87372"/>
                  <a:pt x="54454" y="81541"/>
                </a:cubicBezTo>
                <a:cubicBezTo>
                  <a:pt x="55282" y="80420"/>
                  <a:pt x="61913" y="73075"/>
                  <a:pt x="61913" y="77837"/>
                </a:cubicBezTo>
                <a:cubicBezTo>
                  <a:pt x="61913" y="86016"/>
                  <a:pt x="62979" y="89341"/>
                  <a:pt x="66675" y="95250"/>
                </a:cubicBezTo>
                <a:cubicBezTo>
                  <a:pt x="73055" y="103816"/>
                  <a:pt x="78307" y="100109"/>
                  <a:pt x="77325" y="91654"/>
                </a:cubicBezTo>
                <a:cubicBezTo>
                  <a:pt x="76833" y="87430"/>
                  <a:pt x="76200" y="81980"/>
                  <a:pt x="76200" y="76200"/>
                </a:cubicBezTo>
                <a:cubicBezTo>
                  <a:pt x="76200" y="57150"/>
                  <a:pt x="83344" y="47625"/>
                  <a:pt x="90488" y="47625"/>
                </a:cubicBezTo>
                <a:cubicBezTo>
                  <a:pt x="91460" y="47625"/>
                  <a:pt x="91638" y="48419"/>
                  <a:pt x="91994" y="50006"/>
                </a:cubicBezTo>
                <a:cubicBezTo>
                  <a:pt x="93936" y="58642"/>
                  <a:pt x="99543" y="64536"/>
                  <a:pt x="106068" y="70074"/>
                </a:cubicBezTo>
                <a:cubicBezTo>
                  <a:pt x="116465" y="78897"/>
                  <a:pt x="123825" y="88464"/>
                  <a:pt x="123825" y="102394"/>
                </a:cubicBezTo>
                <a:cubicBezTo>
                  <a:pt x="123825" y="119063"/>
                  <a:pt x="114300" y="133350"/>
                  <a:pt x="85725" y="133350"/>
                </a:cubicBezTo>
                <a:close/>
              </a:path>
            </a:pathLst>
          </a:custGeom>
          <a:solidFill>
            <a:srgbClr val="000000"/>
          </a:solidFill>
          <a:ln w="9525" cap="flat">
            <a:noFill/>
            <a:prstDash val="solid"/>
            <a:miter/>
          </a:ln>
        </p:spPr>
        <p:txBody>
          <a:bodyPr rtlCol="0" anchor="ctr"/>
          <a:lstStyle/>
          <a:p>
            <a:endParaRPr lang="ru-RU"/>
          </a:p>
        </p:txBody>
      </p:sp>
      <p:sp>
        <p:nvSpPr>
          <p:cNvPr id="304" name="Полилиния: фигура 303">
            <a:extLst>
              <a:ext uri="{FF2B5EF4-FFF2-40B4-BE49-F238E27FC236}">
                <a16:creationId xmlns:a16="http://schemas.microsoft.com/office/drawing/2014/main" id="{63DA3380-2D43-B9D1-1115-9B34F41BACCB}"/>
              </a:ext>
            </a:extLst>
          </p:cNvPr>
          <p:cNvSpPr/>
          <p:nvPr/>
        </p:nvSpPr>
        <p:spPr>
          <a:xfrm>
            <a:off x="2755451" y="3403200"/>
            <a:ext cx="171450" cy="114300"/>
          </a:xfrm>
          <a:custGeom>
            <a:avLst/>
            <a:gdLst>
              <a:gd name="connsiteX0" fmla="*/ 142875 w 171450"/>
              <a:gd name="connsiteY0" fmla="*/ 0 h 114300"/>
              <a:gd name="connsiteX1" fmla="*/ 152400 w 171450"/>
              <a:gd name="connsiteY1" fmla="*/ 9525 h 114300"/>
              <a:gd name="connsiteX2" fmla="*/ 142875 w 171450"/>
              <a:gd name="connsiteY2" fmla="*/ 19050 h 114300"/>
              <a:gd name="connsiteX3" fmla="*/ 129229 w 171450"/>
              <a:gd name="connsiteY3" fmla="*/ 21713 h 114300"/>
              <a:gd name="connsiteX4" fmla="*/ 121436 w 171450"/>
              <a:gd name="connsiteY4" fmla="*/ 29629 h 114300"/>
              <a:gd name="connsiteX5" fmla="*/ 117819 w 171450"/>
              <a:gd name="connsiteY5" fmla="*/ 38979 h 114300"/>
              <a:gd name="connsiteX6" fmla="*/ 133350 w 171450"/>
              <a:gd name="connsiteY6" fmla="*/ 38100 h 114300"/>
              <a:gd name="connsiteX7" fmla="*/ 171450 w 171450"/>
              <a:gd name="connsiteY7" fmla="*/ 76200 h 114300"/>
              <a:gd name="connsiteX8" fmla="*/ 133350 w 171450"/>
              <a:gd name="connsiteY8" fmla="*/ 114300 h 114300"/>
              <a:gd name="connsiteX9" fmla="*/ 95250 w 171450"/>
              <a:gd name="connsiteY9" fmla="*/ 76200 h 114300"/>
              <a:gd name="connsiteX10" fmla="*/ 104783 w 171450"/>
              <a:gd name="connsiteY10" fmla="*/ 20377 h 114300"/>
              <a:gd name="connsiteX11" fmla="*/ 120505 w 171450"/>
              <a:gd name="connsiteY11" fmla="*/ 4778 h 114300"/>
              <a:gd name="connsiteX12" fmla="*/ 142875 w 171450"/>
              <a:gd name="connsiteY12" fmla="*/ 0 h 114300"/>
              <a:gd name="connsiteX13" fmla="*/ 47625 w 171450"/>
              <a:gd name="connsiteY13" fmla="*/ 0 h 114300"/>
              <a:gd name="connsiteX14" fmla="*/ 57150 w 171450"/>
              <a:gd name="connsiteY14" fmla="*/ 9525 h 114300"/>
              <a:gd name="connsiteX15" fmla="*/ 47625 w 171450"/>
              <a:gd name="connsiteY15" fmla="*/ 19050 h 114300"/>
              <a:gd name="connsiteX16" fmla="*/ 33979 w 171450"/>
              <a:gd name="connsiteY16" fmla="*/ 21713 h 114300"/>
              <a:gd name="connsiteX17" fmla="*/ 26186 w 171450"/>
              <a:gd name="connsiteY17" fmla="*/ 29629 h 114300"/>
              <a:gd name="connsiteX18" fmla="*/ 22569 w 171450"/>
              <a:gd name="connsiteY18" fmla="*/ 38979 h 114300"/>
              <a:gd name="connsiteX19" fmla="*/ 38100 w 171450"/>
              <a:gd name="connsiteY19" fmla="*/ 38100 h 114300"/>
              <a:gd name="connsiteX20" fmla="*/ 76200 w 171450"/>
              <a:gd name="connsiteY20" fmla="*/ 76200 h 114300"/>
              <a:gd name="connsiteX21" fmla="*/ 38100 w 171450"/>
              <a:gd name="connsiteY21" fmla="*/ 114300 h 114300"/>
              <a:gd name="connsiteX22" fmla="*/ 0 w 171450"/>
              <a:gd name="connsiteY22" fmla="*/ 76200 h 114300"/>
              <a:gd name="connsiteX23" fmla="*/ 9533 w 171450"/>
              <a:gd name="connsiteY23" fmla="*/ 20377 h 114300"/>
              <a:gd name="connsiteX24" fmla="*/ 25255 w 171450"/>
              <a:gd name="connsiteY24" fmla="*/ 4778 h 114300"/>
              <a:gd name="connsiteX25" fmla="*/ 47625 w 171450"/>
              <a:gd name="connsiteY25"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1450" h="114300">
                <a:moveTo>
                  <a:pt x="142875" y="0"/>
                </a:moveTo>
                <a:cubicBezTo>
                  <a:pt x="148136" y="0"/>
                  <a:pt x="152400" y="4265"/>
                  <a:pt x="152400" y="9525"/>
                </a:cubicBezTo>
                <a:cubicBezTo>
                  <a:pt x="152400" y="14785"/>
                  <a:pt x="148136" y="19050"/>
                  <a:pt x="142875" y="19050"/>
                </a:cubicBezTo>
                <a:cubicBezTo>
                  <a:pt x="136749" y="19050"/>
                  <a:pt x="132407" y="20076"/>
                  <a:pt x="129229" y="21713"/>
                </a:cubicBezTo>
                <a:cubicBezTo>
                  <a:pt x="126170" y="23289"/>
                  <a:pt x="123603" y="25728"/>
                  <a:pt x="121436" y="29629"/>
                </a:cubicBezTo>
                <a:cubicBezTo>
                  <a:pt x="120027" y="32164"/>
                  <a:pt x="118820" y="35251"/>
                  <a:pt x="117819" y="38979"/>
                </a:cubicBezTo>
                <a:cubicBezTo>
                  <a:pt x="122165" y="38350"/>
                  <a:pt x="127299" y="38100"/>
                  <a:pt x="133350" y="38100"/>
                </a:cubicBezTo>
                <a:cubicBezTo>
                  <a:pt x="161925" y="38100"/>
                  <a:pt x="171450" y="47625"/>
                  <a:pt x="171450" y="76200"/>
                </a:cubicBezTo>
                <a:cubicBezTo>
                  <a:pt x="171450" y="104775"/>
                  <a:pt x="161925" y="114300"/>
                  <a:pt x="133350" y="114300"/>
                </a:cubicBezTo>
                <a:cubicBezTo>
                  <a:pt x="104775" y="114300"/>
                  <a:pt x="95250" y="104775"/>
                  <a:pt x="95250" y="76200"/>
                </a:cubicBezTo>
                <a:cubicBezTo>
                  <a:pt x="95250" y="52276"/>
                  <a:pt x="97543" y="33410"/>
                  <a:pt x="104783" y="20377"/>
                </a:cubicBezTo>
                <a:cubicBezTo>
                  <a:pt x="108569" y="13563"/>
                  <a:pt x="113741" y="8262"/>
                  <a:pt x="120505" y="4778"/>
                </a:cubicBezTo>
                <a:cubicBezTo>
                  <a:pt x="127149" y="1355"/>
                  <a:pt x="134714" y="0"/>
                  <a:pt x="142875" y="0"/>
                </a:cubicBezTo>
                <a:close/>
                <a:moveTo>
                  <a:pt x="47625" y="0"/>
                </a:moveTo>
                <a:cubicBezTo>
                  <a:pt x="52885" y="0"/>
                  <a:pt x="57150" y="4265"/>
                  <a:pt x="57150" y="9525"/>
                </a:cubicBezTo>
                <a:cubicBezTo>
                  <a:pt x="57150" y="14785"/>
                  <a:pt x="52885" y="19050"/>
                  <a:pt x="47625" y="19050"/>
                </a:cubicBezTo>
                <a:cubicBezTo>
                  <a:pt x="41498" y="19050"/>
                  <a:pt x="37157" y="20076"/>
                  <a:pt x="33979" y="21713"/>
                </a:cubicBezTo>
                <a:cubicBezTo>
                  <a:pt x="30920" y="23289"/>
                  <a:pt x="28353" y="25728"/>
                  <a:pt x="26186" y="29629"/>
                </a:cubicBezTo>
                <a:cubicBezTo>
                  <a:pt x="24778" y="32163"/>
                  <a:pt x="23570" y="35251"/>
                  <a:pt x="22569" y="38979"/>
                </a:cubicBezTo>
                <a:cubicBezTo>
                  <a:pt x="26915" y="38350"/>
                  <a:pt x="32049" y="38100"/>
                  <a:pt x="38100" y="38100"/>
                </a:cubicBezTo>
                <a:cubicBezTo>
                  <a:pt x="66675" y="38100"/>
                  <a:pt x="76200" y="47625"/>
                  <a:pt x="76200" y="76200"/>
                </a:cubicBezTo>
                <a:cubicBezTo>
                  <a:pt x="76200" y="104775"/>
                  <a:pt x="66675" y="114300"/>
                  <a:pt x="38100" y="114300"/>
                </a:cubicBezTo>
                <a:cubicBezTo>
                  <a:pt x="9525" y="114300"/>
                  <a:pt x="0" y="104775"/>
                  <a:pt x="0" y="76200"/>
                </a:cubicBezTo>
                <a:cubicBezTo>
                  <a:pt x="0" y="52276"/>
                  <a:pt x="2292" y="33410"/>
                  <a:pt x="9533" y="20377"/>
                </a:cubicBezTo>
                <a:cubicBezTo>
                  <a:pt x="13319" y="13563"/>
                  <a:pt x="18491" y="8262"/>
                  <a:pt x="25255" y="4778"/>
                </a:cubicBezTo>
                <a:cubicBezTo>
                  <a:pt x="31899" y="1355"/>
                  <a:pt x="39464" y="0"/>
                  <a:pt x="47625" y="0"/>
                </a:cubicBezTo>
                <a:close/>
              </a:path>
            </a:pathLst>
          </a:custGeom>
          <a:solidFill>
            <a:srgbClr val="000000"/>
          </a:solidFill>
          <a:ln w="9525" cap="flat">
            <a:noFill/>
            <a:prstDash val="solid"/>
            <a:miter/>
          </a:ln>
        </p:spPr>
        <p:txBody>
          <a:bodyPr rtlCol="0" anchor="ctr"/>
          <a:lstStyle/>
          <a:p>
            <a:endParaRPr lang="ru-RU"/>
          </a:p>
        </p:txBody>
      </p:sp>
      <p:sp>
        <p:nvSpPr>
          <p:cNvPr id="312" name="Полилиния: фигура 311">
            <a:extLst>
              <a:ext uri="{FF2B5EF4-FFF2-40B4-BE49-F238E27FC236}">
                <a16:creationId xmlns:a16="http://schemas.microsoft.com/office/drawing/2014/main" id="{3D6A13C8-502D-C750-880D-59980669BC36}"/>
              </a:ext>
            </a:extLst>
          </p:cNvPr>
          <p:cNvSpPr/>
          <p:nvPr/>
        </p:nvSpPr>
        <p:spPr>
          <a:xfrm>
            <a:off x="2755451" y="3881228"/>
            <a:ext cx="171449" cy="171451"/>
          </a:xfrm>
          <a:custGeom>
            <a:avLst/>
            <a:gdLst>
              <a:gd name="connsiteX0" fmla="*/ 142143 w 171449"/>
              <a:gd name="connsiteY0" fmla="*/ 116188 h 171451"/>
              <a:gd name="connsiteX1" fmla="*/ 152930 w 171449"/>
              <a:gd name="connsiteY1" fmla="*/ 117875 h 171451"/>
              <a:gd name="connsiteX2" fmla="*/ 170216 w 171449"/>
              <a:gd name="connsiteY2" fmla="*/ 142284 h 171451"/>
              <a:gd name="connsiteX3" fmla="*/ 161925 w 171449"/>
              <a:gd name="connsiteY3" fmla="*/ 145070 h 171451"/>
              <a:gd name="connsiteX4" fmla="*/ 138801 w 171449"/>
              <a:gd name="connsiteY4" fmla="*/ 121947 h 171451"/>
              <a:gd name="connsiteX5" fmla="*/ 142143 w 171449"/>
              <a:gd name="connsiteY5" fmla="*/ 116188 h 171451"/>
              <a:gd name="connsiteX6" fmla="*/ 10390 w 171449"/>
              <a:gd name="connsiteY6" fmla="*/ 95590 h 171451"/>
              <a:gd name="connsiteX7" fmla="*/ 10464 w 171449"/>
              <a:gd name="connsiteY7" fmla="*/ 95601 h 171451"/>
              <a:gd name="connsiteX8" fmla="*/ 12749 w 171449"/>
              <a:gd name="connsiteY8" fmla="*/ 117666 h 171451"/>
              <a:gd name="connsiteX9" fmla="*/ 12495 w 171449"/>
              <a:gd name="connsiteY9" fmla="*/ 118854 h 171451"/>
              <a:gd name="connsiteX10" fmla="*/ 6568 w 171449"/>
              <a:gd name="connsiteY10" fmla="*/ 138031 h 171451"/>
              <a:gd name="connsiteX11" fmla="*/ 3826 w 171449"/>
              <a:gd name="connsiteY11" fmla="*/ 137979 h 171451"/>
              <a:gd name="connsiteX12" fmla="*/ 3733 w 171449"/>
              <a:gd name="connsiteY12" fmla="*/ 137965 h 171451"/>
              <a:gd name="connsiteX13" fmla="*/ 1498 w 171449"/>
              <a:gd name="connsiteY13" fmla="*/ 115908 h 171451"/>
              <a:gd name="connsiteX14" fmla="*/ 10390 w 171449"/>
              <a:gd name="connsiteY14" fmla="*/ 95590 h 171451"/>
              <a:gd name="connsiteX15" fmla="*/ 108160 w 171449"/>
              <a:gd name="connsiteY15" fmla="*/ 34335 h 171451"/>
              <a:gd name="connsiteX16" fmla="*/ 111888 w 171449"/>
              <a:gd name="connsiteY16" fmla="*/ 38150 h 171451"/>
              <a:gd name="connsiteX17" fmla="*/ 102555 w 171449"/>
              <a:gd name="connsiteY17" fmla="*/ 77260 h 171451"/>
              <a:gd name="connsiteX18" fmla="*/ 92292 w 171449"/>
              <a:gd name="connsiteY18" fmla="*/ 75437 h 171451"/>
              <a:gd name="connsiteX19" fmla="*/ 78972 w 171449"/>
              <a:gd name="connsiteY19" fmla="*/ 62117 h 171451"/>
              <a:gd name="connsiteX20" fmla="*/ 80194 w 171449"/>
              <a:gd name="connsiteY20" fmla="*/ 52444 h 171451"/>
              <a:gd name="connsiteX21" fmla="*/ 100835 w 171449"/>
              <a:gd name="connsiteY21" fmla="*/ 38150 h 171451"/>
              <a:gd name="connsiteX22" fmla="*/ 108160 w 171449"/>
              <a:gd name="connsiteY22" fmla="*/ 34335 h 171451"/>
              <a:gd name="connsiteX23" fmla="*/ 12314 w 171449"/>
              <a:gd name="connsiteY23" fmla="*/ 21841 h 171451"/>
              <a:gd name="connsiteX24" fmla="*/ 25784 w 171449"/>
              <a:gd name="connsiteY24" fmla="*/ 21841 h 171451"/>
              <a:gd name="connsiteX25" fmla="*/ 159134 w 171449"/>
              <a:gd name="connsiteY25" fmla="*/ 155191 h 171451"/>
              <a:gd name="connsiteX26" fmla="*/ 159134 w 171449"/>
              <a:gd name="connsiteY26" fmla="*/ 168661 h 171451"/>
              <a:gd name="connsiteX27" fmla="*/ 145664 w 171449"/>
              <a:gd name="connsiteY27" fmla="*/ 168661 h 171451"/>
              <a:gd name="connsiteX28" fmla="*/ 135580 w 171449"/>
              <a:gd name="connsiteY28" fmla="*/ 158578 h 171451"/>
              <a:gd name="connsiteX29" fmla="*/ 129599 w 171449"/>
              <a:gd name="connsiteY29" fmla="*/ 157643 h 171451"/>
              <a:gd name="connsiteX30" fmla="*/ 121753 w 171449"/>
              <a:gd name="connsiteY30" fmla="*/ 144751 h 171451"/>
              <a:gd name="connsiteX31" fmla="*/ 113441 w 171449"/>
              <a:gd name="connsiteY31" fmla="*/ 136438 h 171451"/>
              <a:gd name="connsiteX32" fmla="*/ 112290 w 171449"/>
              <a:gd name="connsiteY32" fmla="*/ 142730 h 171451"/>
              <a:gd name="connsiteX33" fmla="*/ 99883 w 171449"/>
              <a:gd name="connsiteY33" fmla="*/ 152996 h 171451"/>
              <a:gd name="connsiteX34" fmla="*/ 34189 w 171449"/>
              <a:gd name="connsiteY34" fmla="*/ 142726 h 171451"/>
              <a:gd name="connsiteX35" fmla="*/ 22307 w 171449"/>
              <a:gd name="connsiteY35" fmla="*/ 119161 h 171451"/>
              <a:gd name="connsiteX36" fmla="*/ 42058 w 171449"/>
              <a:gd name="connsiteY36" fmla="*/ 100541 h 171451"/>
              <a:gd name="connsiteX37" fmla="*/ 84119 w 171449"/>
              <a:gd name="connsiteY37" fmla="*/ 107117 h 171451"/>
              <a:gd name="connsiteX38" fmla="*/ 63199 w 171449"/>
              <a:gd name="connsiteY38" fmla="*/ 86197 h 171451"/>
              <a:gd name="connsiteX39" fmla="*/ 55311 w 171449"/>
              <a:gd name="connsiteY39" fmla="*/ 85584 h 171451"/>
              <a:gd name="connsiteX40" fmla="*/ 46470 w 171449"/>
              <a:gd name="connsiteY40" fmla="*/ 84908 h 171451"/>
              <a:gd name="connsiteX41" fmla="*/ 18188 w 171449"/>
              <a:gd name="connsiteY41" fmla="*/ 85065 h 171451"/>
              <a:gd name="connsiteX42" fmla="*/ 18188 w 171449"/>
              <a:gd name="connsiteY42" fmla="*/ 72414 h 171451"/>
              <a:gd name="connsiteX43" fmla="*/ 39241 w 171449"/>
              <a:gd name="connsiteY43" fmla="*/ 62239 h 171451"/>
              <a:gd name="connsiteX44" fmla="*/ 12314 w 171449"/>
              <a:gd name="connsiteY44" fmla="*/ 35311 h 171451"/>
              <a:gd name="connsiteX45" fmla="*/ 12314 w 171449"/>
              <a:gd name="connsiteY45" fmla="*/ 21841 h 171451"/>
              <a:gd name="connsiteX46" fmla="*/ 84160 w 171449"/>
              <a:gd name="connsiteY46" fmla="*/ 5 h 171451"/>
              <a:gd name="connsiteX47" fmla="*/ 90328 w 171449"/>
              <a:gd name="connsiteY47" fmla="*/ 6873 h 171451"/>
              <a:gd name="connsiteX48" fmla="*/ 88223 w 171449"/>
              <a:gd name="connsiteY48" fmla="*/ 29326 h 171451"/>
              <a:gd name="connsiteX49" fmla="*/ 69232 w 171449"/>
              <a:gd name="connsiteY49" fmla="*/ 44130 h 171451"/>
              <a:gd name="connsiteX50" fmla="*/ 58564 w 171449"/>
              <a:gd name="connsiteY50" fmla="*/ 41709 h 171451"/>
              <a:gd name="connsiteX51" fmla="*/ 59531 w 171449"/>
              <a:gd name="connsiteY51" fmla="*/ 32735 h 171451"/>
              <a:gd name="connsiteX52" fmla="*/ 77213 w 171449"/>
              <a:gd name="connsiteY52" fmla="*/ 6873 h 171451"/>
              <a:gd name="connsiteX53" fmla="*/ 84160 w 171449"/>
              <a:gd name="connsiteY53" fmla="*/ 5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71449" h="171451">
                <a:moveTo>
                  <a:pt x="142143" y="116188"/>
                </a:moveTo>
                <a:lnTo>
                  <a:pt x="152930" y="117875"/>
                </a:lnTo>
                <a:cubicBezTo>
                  <a:pt x="172482" y="120931"/>
                  <a:pt x="173019" y="121167"/>
                  <a:pt x="170216" y="142284"/>
                </a:cubicBezTo>
                <a:cubicBezTo>
                  <a:pt x="169284" y="149304"/>
                  <a:pt x="166036" y="149182"/>
                  <a:pt x="161925" y="145070"/>
                </a:cubicBezTo>
                <a:lnTo>
                  <a:pt x="138801" y="121947"/>
                </a:lnTo>
                <a:cubicBezTo>
                  <a:pt x="132762" y="115908"/>
                  <a:pt x="134256" y="114955"/>
                  <a:pt x="142143" y="116188"/>
                </a:cubicBezTo>
                <a:close/>
                <a:moveTo>
                  <a:pt x="10390" y="95590"/>
                </a:moveTo>
                <a:lnTo>
                  <a:pt x="10464" y="95601"/>
                </a:lnTo>
                <a:cubicBezTo>
                  <a:pt x="17144" y="96645"/>
                  <a:pt x="17218" y="96781"/>
                  <a:pt x="12749" y="117666"/>
                </a:cubicBezTo>
                <a:lnTo>
                  <a:pt x="12495" y="118854"/>
                </a:lnTo>
                <a:cubicBezTo>
                  <a:pt x="9375" y="133441"/>
                  <a:pt x="8552" y="137292"/>
                  <a:pt x="6568" y="138031"/>
                </a:cubicBezTo>
                <a:cubicBezTo>
                  <a:pt x="5857" y="138297"/>
                  <a:pt x="4996" y="138162"/>
                  <a:pt x="3826" y="137979"/>
                </a:cubicBezTo>
                <a:lnTo>
                  <a:pt x="3733" y="137965"/>
                </a:lnTo>
                <a:cubicBezTo>
                  <a:pt x="-777" y="137258"/>
                  <a:pt x="-779" y="137258"/>
                  <a:pt x="1498" y="115908"/>
                </a:cubicBezTo>
                <a:cubicBezTo>
                  <a:pt x="3776" y="94555"/>
                  <a:pt x="3783" y="94557"/>
                  <a:pt x="10390" y="95590"/>
                </a:cubicBezTo>
                <a:close/>
                <a:moveTo>
                  <a:pt x="108160" y="34335"/>
                </a:moveTo>
                <a:cubicBezTo>
                  <a:pt x="110039" y="34692"/>
                  <a:pt x="111318" y="36321"/>
                  <a:pt x="111888" y="38150"/>
                </a:cubicBezTo>
                <a:cubicBezTo>
                  <a:pt x="115753" y="50564"/>
                  <a:pt x="116453" y="67217"/>
                  <a:pt x="102555" y="77260"/>
                </a:cubicBezTo>
                <a:cubicBezTo>
                  <a:pt x="99089" y="79765"/>
                  <a:pt x="96732" y="79877"/>
                  <a:pt x="92292" y="75437"/>
                </a:cubicBezTo>
                <a:lnTo>
                  <a:pt x="78972" y="62117"/>
                </a:lnTo>
                <a:cubicBezTo>
                  <a:pt x="74116" y="57299"/>
                  <a:pt x="74620" y="54901"/>
                  <a:pt x="80194" y="52444"/>
                </a:cubicBezTo>
                <a:cubicBezTo>
                  <a:pt x="89692" y="48258"/>
                  <a:pt x="96391" y="43028"/>
                  <a:pt x="100835" y="38150"/>
                </a:cubicBezTo>
                <a:cubicBezTo>
                  <a:pt x="103803" y="34892"/>
                  <a:pt x="106281" y="33977"/>
                  <a:pt x="108160" y="34335"/>
                </a:cubicBezTo>
                <a:close/>
                <a:moveTo>
                  <a:pt x="12314" y="21841"/>
                </a:moveTo>
                <a:cubicBezTo>
                  <a:pt x="16034" y="18121"/>
                  <a:pt x="22064" y="18121"/>
                  <a:pt x="25784" y="21841"/>
                </a:cubicBezTo>
                <a:lnTo>
                  <a:pt x="159134" y="155191"/>
                </a:lnTo>
                <a:cubicBezTo>
                  <a:pt x="162854" y="158910"/>
                  <a:pt x="162854" y="164942"/>
                  <a:pt x="159134" y="168661"/>
                </a:cubicBezTo>
                <a:cubicBezTo>
                  <a:pt x="155415" y="172381"/>
                  <a:pt x="149383" y="172381"/>
                  <a:pt x="145664" y="168661"/>
                </a:cubicBezTo>
                <a:lnTo>
                  <a:pt x="135580" y="158578"/>
                </a:lnTo>
                <a:lnTo>
                  <a:pt x="129599" y="157643"/>
                </a:lnTo>
                <a:cubicBezTo>
                  <a:pt x="120204" y="155980"/>
                  <a:pt x="119890" y="154981"/>
                  <a:pt x="121753" y="144751"/>
                </a:cubicBezTo>
                <a:lnTo>
                  <a:pt x="113441" y="136438"/>
                </a:lnTo>
                <a:lnTo>
                  <a:pt x="112290" y="142730"/>
                </a:lnTo>
                <a:cubicBezTo>
                  <a:pt x="110414" y="152996"/>
                  <a:pt x="109094" y="154483"/>
                  <a:pt x="99883" y="152996"/>
                </a:cubicBezTo>
                <a:lnTo>
                  <a:pt x="34189" y="142726"/>
                </a:lnTo>
                <a:cubicBezTo>
                  <a:pt x="21830" y="140794"/>
                  <a:pt x="18869" y="137973"/>
                  <a:pt x="22307" y="119161"/>
                </a:cubicBezTo>
                <a:cubicBezTo>
                  <a:pt x="25745" y="100350"/>
                  <a:pt x="27585" y="98278"/>
                  <a:pt x="42058" y="100541"/>
                </a:cubicBezTo>
                <a:lnTo>
                  <a:pt x="84119" y="107117"/>
                </a:lnTo>
                <a:lnTo>
                  <a:pt x="63199" y="86197"/>
                </a:lnTo>
                <a:cubicBezTo>
                  <a:pt x="60598" y="86031"/>
                  <a:pt x="57972" y="85809"/>
                  <a:pt x="55311" y="85584"/>
                </a:cubicBezTo>
                <a:cubicBezTo>
                  <a:pt x="52409" y="85339"/>
                  <a:pt x="49467" y="85091"/>
                  <a:pt x="46470" y="84908"/>
                </a:cubicBezTo>
                <a:cubicBezTo>
                  <a:pt x="35592" y="84245"/>
                  <a:pt x="25544" y="83631"/>
                  <a:pt x="18188" y="85065"/>
                </a:cubicBezTo>
                <a:cubicBezTo>
                  <a:pt x="7691" y="87112"/>
                  <a:pt x="5628" y="82929"/>
                  <a:pt x="18188" y="72414"/>
                </a:cubicBezTo>
                <a:cubicBezTo>
                  <a:pt x="22903" y="68467"/>
                  <a:pt x="29688" y="64803"/>
                  <a:pt x="39241" y="62239"/>
                </a:cubicBezTo>
                <a:lnTo>
                  <a:pt x="12314" y="35311"/>
                </a:lnTo>
                <a:cubicBezTo>
                  <a:pt x="8594" y="31591"/>
                  <a:pt x="8594" y="25561"/>
                  <a:pt x="12314" y="21841"/>
                </a:cubicBezTo>
                <a:close/>
                <a:moveTo>
                  <a:pt x="84160" y="5"/>
                </a:moveTo>
                <a:cubicBezTo>
                  <a:pt x="86452" y="132"/>
                  <a:pt x="88614" y="2548"/>
                  <a:pt x="90328" y="6873"/>
                </a:cubicBezTo>
                <a:cubicBezTo>
                  <a:pt x="92768" y="13031"/>
                  <a:pt x="92766" y="20897"/>
                  <a:pt x="88223" y="29326"/>
                </a:cubicBezTo>
                <a:cubicBezTo>
                  <a:pt x="84477" y="36280"/>
                  <a:pt x="77868" y="41068"/>
                  <a:pt x="69232" y="44130"/>
                </a:cubicBezTo>
                <a:cubicBezTo>
                  <a:pt x="63669" y="46102"/>
                  <a:pt x="62627" y="45772"/>
                  <a:pt x="58564" y="41709"/>
                </a:cubicBezTo>
                <a:cubicBezTo>
                  <a:pt x="54502" y="37647"/>
                  <a:pt x="54904" y="37235"/>
                  <a:pt x="59531" y="32735"/>
                </a:cubicBezTo>
                <a:cubicBezTo>
                  <a:pt x="67999" y="24500"/>
                  <a:pt x="73064" y="15848"/>
                  <a:pt x="77213" y="6873"/>
                </a:cubicBezTo>
                <a:cubicBezTo>
                  <a:pt x="79446" y="2041"/>
                  <a:pt x="81868" y="-122"/>
                  <a:pt x="84160" y="5"/>
                </a:cubicBezTo>
                <a:close/>
              </a:path>
            </a:pathLst>
          </a:custGeom>
          <a:solidFill>
            <a:srgbClr val="000000"/>
          </a:solidFill>
          <a:ln w="9525" cap="flat">
            <a:noFill/>
            <a:prstDash val="solid"/>
            <a:miter/>
          </a:ln>
        </p:spPr>
        <p:txBody>
          <a:bodyPr rtlCol="0" anchor="ctr"/>
          <a:lstStyle/>
          <a:p>
            <a:endParaRPr lang="ru-RU"/>
          </a:p>
        </p:txBody>
      </p:sp>
      <p:sp>
        <p:nvSpPr>
          <p:cNvPr id="298" name="Полилиния: фигура 297">
            <a:extLst>
              <a:ext uri="{FF2B5EF4-FFF2-40B4-BE49-F238E27FC236}">
                <a16:creationId xmlns:a16="http://schemas.microsoft.com/office/drawing/2014/main" id="{D5492896-2C5B-9054-9902-1E714325DF4C}"/>
              </a:ext>
            </a:extLst>
          </p:cNvPr>
          <p:cNvSpPr/>
          <p:nvPr/>
        </p:nvSpPr>
        <p:spPr>
          <a:xfrm>
            <a:off x="3177001" y="2877547"/>
            <a:ext cx="171450" cy="161925"/>
          </a:xfrm>
          <a:custGeom>
            <a:avLst/>
            <a:gdLst>
              <a:gd name="connsiteX0" fmla="*/ 19049 w 171450"/>
              <a:gd name="connsiteY0" fmla="*/ 90764 h 161925"/>
              <a:gd name="connsiteX1" fmla="*/ 85724 w 171450"/>
              <a:gd name="connsiteY1" fmla="*/ 95250 h 161925"/>
              <a:gd name="connsiteX2" fmla="*/ 152399 w 171450"/>
              <a:gd name="connsiteY2" fmla="*/ 90764 h 161925"/>
              <a:gd name="connsiteX3" fmla="*/ 161887 w 171450"/>
              <a:gd name="connsiteY3" fmla="*/ 100012 h 161925"/>
              <a:gd name="connsiteX4" fmla="*/ 85724 w 171450"/>
              <a:gd name="connsiteY4" fmla="*/ 161925 h 161925"/>
              <a:gd name="connsiteX5" fmla="*/ 9561 w 171450"/>
              <a:gd name="connsiteY5" fmla="*/ 100012 h 161925"/>
              <a:gd name="connsiteX6" fmla="*/ 19049 w 171450"/>
              <a:gd name="connsiteY6" fmla="*/ 90764 h 161925"/>
              <a:gd name="connsiteX7" fmla="*/ 119063 w 171450"/>
              <a:gd name="connsiteY7" fmla="*/ 19050 h 161925"/>
              <a:gd name="connsiteX8" fmla="*/ 101766 w 171450"/>
              <a:gd name="connsiteY8" fmla="*/ 32054 h 161925"/>
              <a:gd name="connsiteX9" fmla="*/ 98843 w 171450"/>
              <a:gd name="connsiteY9" fmla="*/ 38162 h 161925"/>
              <a:gd name="connsiteX10" fmla="*/ 132296 w 171450"/>
              <a:gd name="connsiteY10" fmla="*/ 39356 h 161925"/>
              <a:gd name="connsiteX11" fmla="*/ 133350 w 171450"/>
              <a:gd name="connsiteY11" fmla="*/ 33338 h 161925"/>
              <a:gd name="connsiteX12" fmla="*/ 129591 w 171450"/>
              <a:gd name="connsiteY12" fmla="*/ 22809 h 161925"/>
              <a:gd name="connsiteX13" fmla="*/ 119063 w 171450"/>
              <a:gd name="connsiteY13" fmla="*/ 19050 h 161925"/>
              <a:gd name="connsiteX14" fmla="*/ 52388 w 171450"/>
              <a:gd name="connsiteY14" fmla="*/ 19050 h 161925"/>
              <a:gd name="connsiteX15" fmla="*/ 41859 w 171450"/>
              <a:gd name="connsiteY15" fmla="*/ 22809 h 161925"/>
              <a:gd name="connsiteX16" fmla="*/ 38100 w 171450"/>
              <a:gd name="connsiteY16" fmla="*/ 33338 h 161925"/>
              <a:gd name="connsiteX17" fmla="*/ 39154 w 171450"/>
              <a:gd name="connsiteY17" fmla="*/ 39356 h 161925"/>
              <a:gd name="connsiteX18" fmla="*/ 72607 w 171450"/>
              <a:gd name="connsiteY18" fmla="*/ 38162 h 161925"/>
              <a:gd name="connsiteX19" fmla="*/ 69684 w 171450"/>
              <a:gd name="connsiteY19" fmla="*/ 32054 h 161925"/>
              <a:gd name="connsiteX20" fmla="*/ 52388 w 171450"/>
              <a:gd name="connsiteY20" fmla="*/ 19050 h 161925"/>
              <a:gd name="connsiteX21" fmla="*/ 52388 w 171450"/>
              <a:gd name="connsiteY21" fmla="*/ 0 h 161925"/>
              <a:gd name="connsiteX22" fmla="*/ 85725 w 171450"/>
              <a:gd name="connsiteY22" fmla="*/ 21735 h 161925"/>
              <a:gd name="connsiteX23" fmla="*/ 119063 w 171450"/>
              <a:gd name="connsiteY23" fmla="*/ 0 h 161925"/>
              <a:gd name="connsiteX24" fmla="*/ 143062 w 171450"/>
              <a:gd name="connsiteY24" fmla="*/ 9338 h 161925"/>
              <a:gd name="connsiteX25" fmla="*/ 152400 w 171450"/>
              <a:gd name="connsiteY25" fmla="*/ 33338 h 161925"/>
              <a:gd name="connsiteX26" fmla="*/ 151465 w 171450"/>
              <a:gd name="connsiteY26" fmla="*/ 41885 h 161925"/>
              <a:gd name="connsiteX27" fmla="*/ 171450 w 171450"/>
              <a:gd name="connsiteY27" fmla="*/ 61913 h 161925"/>
              <a:gd name="connsiteX28" fmla="*/ 85725 w 171450"/>
              <a:gd name="connsiteY28" fmla="*/ 85725 h 161925"/>
              <a:gd name="connsiteX29" fmla="*/ 0 w 171450"/>
              <a:gd name="connsiteY29" fmla="*/ 61913 h 161925"/>
              <a:gd name="connsiteX30" fmla="*/ 19986 w 171450"/>
              <a:gd name="connsiteY30" fmla="*/ 41885 h 161925"/>
              <a:gd name="connsiteX31" fmla="*/ 19050 w 171450"/>
              <a:gd name="connsiteY31" fmla="*/ 33338 h 161925"/>
              <a:gd name="connsiteX32" fmla="*/ 28388 w 171450"/>
              <a:gd name="connsiteY32" fmla="*/ 9338 h 161925"/>
              <a:gd name="connsiteX33" fmla="*/ 52388 w 171450"/>
              <a:gd name="connsiteY33"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61925">
                <a:moveTo>
                  <a:pt x="19049" y="90764"/>
                </a:moveTo>
                <a:cubicBezTo>
                  <a:pt x="33516" y="94241"/>
                  <a:pt x="54990" y="95250"/>
                  <a:pt x="85724" y="95250"/>
                </a:cubicBezTo>
                <a:cubicBezTo>
                  <a:pt x="116459" y="95250"/>
                  <a:pt x="137932" y="94241"/>
                  <a:pt x="152399" y="90764"/>
                </a:cubicBezTo>
                <a:cubicBezTo>
                  <a:pt x="161887" y="88482"/>
                  <a:pt x="161887" y="95249"/>
                  <a:pt x="161887" y="100012"/>
                </a:cubicBezTo>
                <a:cubicBezTo>
                  <a:pt x="161887" y="147637"/>
                  <a:pt x="147290" y="161925"/>
                  <a:pt x="85724" y="161925"/>
                </a:cubicBezTo>
                <a:cubicBezTo>
                  <a:pt x="24158" y="161925"/>
                  <a:pt x="9561" y="147637"/>
                  <a:pt x="9561" y="100012"/>
                </a:cubicBezTo>
                <a:cubicBezTo>
                  <a:pt x="9485" y="95250"/>
                  <a:pt x="9561" y="88482"/>
                  <a:pt x="19049" y="90764"/>
                </a:cubicBezTo>
                <a:close/>
                <a:moveTo>
                  <a:pt x="119063" y="19050"/>
                </a:moveTo>
                <a:cubicBezTo>
                  <a:pt x="112272" y="19050"/>
                  <a:pt x="106460" y="23709"/>
                  <a:pt x="101766" y="32054"/>
                </a:cubicBezTo>
                <a:cubicBezTo>
                  <a:pt x="100628" y="34077"/>
                  <a:pt x="99658" y="36147"/>
                  <a:pt x="98843" y="38162"/>
                </a:cubicBezTo>
                <a:cubicBezTo>
                  <a:pt x="112224" y="38298"/>
                  <a:pt x="123246" y="38668"/>
                  <a:pt x="132296" y="39356"/>
                </a:cubicBezTo>
                <a:cubicBezTo>
                  <a:pt x="132862" y="38183"/>
                  <a:pt x="133350" y="36323"/>
                  <a:pt x="133350" y="33338"/>
                </a:cubicBezTo>
                <a:cubicBezTo>
                  <a:pt x="133350" y="28358"/>
                  <a:pt x="131732" y="24949"/>
                  <a:pt x="129591" y="22809"/>
                </a:cubicBezTo>
                <a:cubicBezTo>
                  <a:pt x="127451" y="20668"/>
                  <a:pt x="124042" y="19050"/>
                  <a:pt x="119063" y="19050"/>
                </a:cubicBezTo>
                <a:close/>
                <a:moveTo>
                  <a:pt x="52388" y="19050"/>
                </a:moveTo>
                <a:cubicBezTo>
                  <a:pt x="47408" y="19050"/>
                  <a:pt x="43999" y="20668"/>
                  <a:pt x="41859" y="22809"/>
                </a:cubicBezTo>
                <a:cubicBezTo>
                  <a:pt x="39718" y="24949"/>
                  <a:pt x="38100" y="28358"/>
                  <a:pt x="38100" y="33338"/>
                </a:cubicBezTo>
                <a:cubicBezTo>
                  <a:pt x="38100" y="36323"/>
                  <a:pt x="38587" y="38183"/>
                  <a:pt x="39154" y="39356"/>
                </a:cubicBezTo>
                <a:cubicBezTo>
                  <a:pt x="48204" y="38668"/>
                  <a:pt x="59226" y="38298"/>
                  <a:pt x="72607" y="38162"/>
                </a:cubicBezTo>
                <a:cubicBezTo>
                  <a:pt x="71792" y="36147"/>
                  <a:pt x="70822" y="34077"/>
                  <a:pt x="69684" y="32054"/>
                </a:cubicBezTo>
                <a:cubicBezTo>
                  <a:pt x="64990" y="23709"/>
                  <a:pt x="59178" y="19050"/>
                  <a:pt x="52388" y="19050"/>
                </a:cubicBezTo>
                <a:close/>
                <a:moveTo>
                  <a:pt x="52388" y="0"/>
                </a:moveTo>
                <a:cubicBezTo>
                  <a:pt x="68891" y="0"/>
                  <a:pt x="79600" y="11290"/>
                  <a:pt x="85725" y="21735"/>
                </a:cubicBezTo>
                <a:cubicBezTo>
                  <a:pt x="91850" y="11290"/>
                  <a:pt x="102559" y="0"/>
                  <a:pt x="119063" y="0"/>
                </a:cubicBezTo>
                <a:cubicBezTo>
                  <a:pt x="128370" y="0"/>
                  <a:pt x="136868" y="3144"/>
                  <a:pt x="143062" y="9338"/>
                </a:cubicBezTo>
                <a:cubicBezTo>
                  <a:pt x="149256" y="15532"/>
                  <a:pt x="152400" y="24029"/>
                  <a:pt x="152400" y="33338"/>
                </a:cubicBezTo>
                <a:cubicBezTo>
                  <a:pt x="152400" y="36349"/>
                  <a:pt x="152094" y="39212"/>
                  <a:pt x="151465" y="41885"/>
                </a:cubicBezTo>
                <a:cubicBezTo>
                  <a:pt x="167149" y="45309"/>
                  <a:pt x="171450" y="51460"/>
                  <a:pt x="171450" y="61913"/>
                </a:cubicBezTo>
                <a:cubicBezTo>
                  <a:pt x="171450" y="80963"/>
                  <a:pt x="157163" y="85725"/>
                  <a:pt x="85725" y="85725"/>
                </a:cubicBezTo>
                <a:cubicBezTo>
                  <a:pt x="14288" y="85725"/>
                  <a:pt x="0" y="80963"/>
                  <a:pt x="0" y="61913"/>
                </a:cubicBezTo>
                <a:cubicBezTo>
                  <a:pt x="0" y="51460"/>
                  <a:pt x="4302" y="45309"/>
                  <a:pt x="19986" y="41885"/>
                </a:cubicBezTo>
                <a:cubicBezTo>
                  <a:pt x="19356" y="39212"/>
                  <a:pt x="19050" y="36349"/>
                  <a:pt x="19050" y="33338"/>
                </a:cubicBezTo>
                <a:cubicBezTo>
                  <a:pt x="19050" y="24029"/>
                  <a:pt x="22194" y="15532"/>
                  <a:pt x="28388" y="9338"/>
                </a:cubicBezTo>
                <a:cubicBezTo>
                  <a:pt x="34582" y="3144"/>
                  <a:pt x="43079" y="0"/>
                  <a:pt x="52388" y="0"/>
                </a:cubicBezTo>
                <a:close/>
              </a:path>
            </a:pathLst>
          </a:custGeom>
          <a:solidFill>
            <a:srgbClr val="000000"/>
          </a:solidFill>
          <a:ln w="9525" cap="flat">
            <a:noFill/>
            <a:prstDash val="solid"/>
            <a:miter/>
          </a:ln>
        </p:spPr>
        <p:txBody>
          <a:bodyPr rtlCol="0" anchor="ctr"/>
          <a:lstStyle/>
          <a:p>
            <a:endParaRPr lang="ru-RU"/>
          </a:p>
        </p:txBody>
      </p:sp>
      <p:sp>
        <p:nvSpPr>
          <p:cNvPr id="194" name="Рисунок 91">
            <a:extLst>
              <a:ext uri="{FF2B5EF4-FFF2-40B4-BE49-F238E27FC236}">
                <a16:creationId xmlns:a16="http://schemas.microsoft.com/office/drawing/2014/main" id="{7FC45DE0-EDDA-F7A1-621A-EAFC821C8E14}"/>
              </a:ext>
            </a:extLst>
          </p:cNvPr>
          <p:cNvSpPr/>
          <p:nvPr/>
        </p:nvSpPr>
        <p:spPr>
          <a:xfrm>
            <a:off x="3205577" y="3412725"/>
            <a:ext cx="114300" cy="114300"/>
          </a:xfrm>
          <a:custGeom>
            <a:avLst/>
            <a:gdLst>
              <a:gd name="connsiteX0" fmla="*/ 57150 w 114300"/>
              <a:gd name="connsiteY0" fmla="*/ 114300 h 114300"/>
              <a:gd name="connsiteX1" fmla="*/ 114300 w 114300"/>
              <a:gd name="connsiteY1" fmla="*/ 57150 h 114300"/>
              <a:gd name="connsiteX2" fmla="*/ 57150 w 114300"/>
              <a:gd name="connsiteY2" fmla="*/ 0 h 114300"/>
              <a:gd name="connsiteX3" fmla="*/ 0 w 114300"/>
              <a:gd name="connsiteY3" fmla="*/ 57150 h 114300"/>
              <a:gd name="connsiteX4" fmla="*/ 57150 w 114300"/>
              <a:gd name="connsiteY4" fmla="*/ 11430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57150" y="114300"/>
                </a:moveTo>
                <a:cubicBezTo>
                  <a:pt x="92610" y="114300"/>
                  <a:pt x="114300" y="92610"/>
                  <a:pt x="114300" y="57150"/>
                </a:cubicBezTo>
                <a:cubicBezTo>
                  <a:pt x="114300" y="21690"/>
                  <a:pt x="92610" y="0"/>
                  <a:pt x="57150" y="0"/>
                </a:cubicBezTo>
                <a:cubicBezTo>
                  <a:pt x="21690" y="0"/>
                  <a:pt x="0" y="21690"/>
                  <a:pt x="0" y="57150"/>
                </a:cubicBezTo>
                <a:cubicBezTo>
                  <a:pt x="0" y="92610"/>
                  <a:pt x="21690" y="114300"/>
                  <a:pt x="57150" y="114300"/>
                </a:cubicBezTo>
                <a:close/>
              </a:path>
            </a:pathLst>
          </a:custGeom>
          <a:solidFill>
            <a:srgbClr val="000000"/>
          </a:solidFill>
          <a:ln w="9525" cap="flat">
            <a:noFill/>
            <a:prstDash val="solid"/>
            <a:miter/>
          </a:ln>
        </p:spPr>
        <p:txBody>
          <a:bodyPr rtlCol="0" anchor="ctr"/>
          <a:lstStyle/>
          <a:p>
            <a:endParaRPr lang="ru-RU"/>
          </a:p>
        </p:txBody>
      </p:sp>
      <p:sp>
        <p:nvSpPr>
          <p:cNvPr id="313" name="Полилиния: фигура 312">
            <a:extLst>
              <a:ext uri="{FF2B5EF4-FFF2-40B4-BE49-F238E27FC236}">
                <a16:creationId xmlns:a16="http://schemas.microsoft.com/office/drawing/2014/main" id="{C42009D3-603E-EAF6-FCF8-C9AB45F3443D}"/>
              </a:ext>
            </a:extLst>
          </p:cNvPr>
          <p:cNvSpPr/>
          <p:nvPr/>
        </p:nvSpPr>
        <p:spPr>
          <a:xfrm>
            <a:off x="3186527" y="3900277"/>
            <a:ext cx="152401" cy="152402"/>
          </a:xfrm>
          <a:custGeom>
            <a:avLst/>
            <a:gdLst>
              <a:gd name="connsiteX0" fmla="*/ 12315 w 152401"/>
              <a:gd name="connsiteY0" fmla="*/ 12317 h 152402"/>
              <a:gd name="connsiteX1" fmla="*/ 25785 w 152401"/>
              <a:gd name="connsiteY1" fmla="*/ 12317 h 152402"/>
              <a:gd name="connsiteX2" fmla="*/ 140085 w 152401"/>
              <a:gd name="connsiteY2" fmla="*/ 126617 h 152402"/>
              <a:gd name="connsiteX3" fmla="*/ 140085 w 152401"/>
              <a:gd name="connsiteY3" fmla="*/ 140087 h 152402"/>
              <a:gd name="connsiteX4" fmla="*/ 126615 w 152401"/>
              <a:gd name="connsiteY4" fmla="*/ 140087 h 152402"/>
              <a:gd name="connsiteX5" fmla="*/ 95539 w 152401"/>
              <a:gd name="connsiteY5" fmla="*/ 109011 h 152402"/>
              <a:gd name="connsiteX6" fmla="*/ 95250 w 152401"/>
              <a:gd name="connsiteY6" fmla="*/ 114302 h 152402"/>
              <a:gd name="connsiteX7" fmla="*/ 79661 w 152401"/>
              <a:gd name="connsiteY7" fmla="*/ 142877 h 152402"/>
              <a:gd name="connsiteX8" fmla="*/ 45652 w 152401"/>
              <a:gd name="connsiteY8" fmla="*/ 120221 h 152402"/>
              <a:gd name="connsiteX9" fmla="*/ 16260 w 152401"/>
              <a:gd name="connsiteY9" fmla="*/ 149612 h 152402"/>
              <a:gd name="connsiteX10" fmla="*/ 2790 w 152401"/>
              <a:gd name="connsiteY10" fmla="*/ 149612 h 152402"/>
              <a:gd name="connsiteX11" fmla="*/ 2790 w 152401"/>
              <a:gd name="connsiteY11" fmla="*/ 136142 h 152402"/>
              <a:gd name="connsiteX12" fmla="*/ 32181 w 152401"/>
              <a:gd name="connsiteY12" fmla="*/ 106751 h 152402"/>
              <a:gd name="connsiteX13" fmla="*/ 9525 w 152401"/>
              <a:gd name="connsiteY13" fmla="*/ 72741 h 152402"/>
              <a:gd name="connsiteX14" fmla="*/ 38100 w 152401"/>
              <a:gd name="connsiteY14" fmla="*/ 57152 h 152402"/>
              <a:gd name="connsiteX15" fmla="*/ 43391 w 152401"/>
              <a:gd name="connsiteY15" fmla="*/ 56863 h 152402"/>
              <a:gd name="connsiteX16" fmla="*/ 12315 w 152401"/>
              <a:gd name="connsiteY16" fmla="*/ 25787 h 152402"/>
              <a:gd name="connsiteX17" fmla="*/ 12315 w 152401"/>
              <a:gd name="connsiteY17" fmla="*/ 12317 h 152402"/>
              <a:gd name="connsiteX18" fmla="*/ 92075 w 152401"/>
              <a:gd name="connsiteY18" fmla="*/ 7 h 152402"/>
              <a:gd name="connsiteX19" fmla="*/ 133350 w 152401"/>
              <a:gd name="connsiteY19" fmla="*/ 19051 h 152402"/>
              <a:gd name="connsiteX20" fmla="*/ 152394 w 152401"/>
              <a:gd name="connsiteY20" fmla="*/ 60327 h 152402"/>
              <a:gd name="connsiteX21" fmla="*/ 129839 w 152401"/>
              <a:gd name="connsiteY21" fmla="*/ 75185 h 152402"/>
              <a:gd name="connsiteX22" fmla="*/ 113823 w 152401"/>
              <a:gd name="connsiteY22" fmla="*/ 79159 h 152402"/>
              <a:gd name="connsiteX23" fmla="*/ 104775 w 152401"/>
              <a:gd name="connsiteY23" fmla="*/ 78099 h 152402"/>
              <a:gd name="connsiteX24" fmla="*/ 74151 w 152401"/>
              <a:gd name="connsiteY24" fmla="*/ 47475 h 152402"/>
              <a:gd name="connsiteX25" fmla="*/ 71016 w 152401"/>
              <a:gd name="connsiteY25" fmla="*/ 43405 h 152402"/>
              <a:gd name="connsiteX26" fmla="*/ 72762 w 152401"/>
              <a:gd name="connsiteY26" fmla="*/ 38411 h 152402"/>
              <a:gd name="connsiteX27" fmla="*/ 77217 w 152401"/>
              <a:gd name="connsiteY27" fmla="*/ 22562 h 152402"/>
              <a:gd name="connsiteX28" fmla="*/ 92075 w 152401"/>
              <a:gd name="connsiteY28" fmla="*/ 7 h 15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2401" h="152402">
                <a:moveTo>
                  <a:pt x="12315" y="12317"/>
                </a:moveTo>
                <a:cubicBezTo>
                  <a:pt x="16035" y="8597"/>
                  <a:pt x="22065" y="8597"/>
                  <a:pt x="25785" y="12317"/>
                </a:cubicBezTo>
                <a:lnTo>
                  <a:pt x="140085" y="126617"/>
                </a:lnTo>
                <a:cubicBezTo>
                  <a:pt x="143805" y="130336"/>
                  <a:pt x="143805" y="136368"/>
                  <a:pt x="140085" y="140087"/>
                </a:cubicBezTo>
                <a:cubicBezTo>
                  <a:pt x="136366" y="143807"/>
                  <a:pt x="130334" y="143807"/>
                  <a:pt x="126615" y="140087"/>
                </a:cubicBezTo>
                <a:lnTo>
                  <a:pt x="95539" y="109011"/>
                </a:lnTo>
                <a:cubicBezTo>
                  <a:pt x="95348" y="110804"/>
                  <a:pt x="95250" y="112581"/>
                  <a:pt x="95250" y="114302"/>
                </a:cubicBezTo>
                <a:cubicBezTo>
                  <a:pt x="95250" y="124621"/>
                  <a:pt x="95247" y="142877"/>
                  <a:pt x="79661" y="142877"/>
                </a:cubicBezTo>
                <a:cubicBezTo>
                  <a:pt x="73049" y="142877"/>
                  <a:pt x="59265" y="132877"/>
                  <a:pt x="45652" y="120221"/>
                </a:cubicBezTo>
                <a:lnTo>
                  <a:pt x="16260" y="149612"/>
                </a:lnTo>
                <a:cubicBezTo>
                  <a:pt x="12540" y="153332"/>
                  <a:pt x="6510" y="153332"/>
                  <a:pt x="2790" y="149612"/>
                </a:cubicBezTo>
                <a:cubicBezTo>
                  <a:pt x="-930" y="145893"/>
                  <a:pt x="-930" y="139861"/>
                  <a:pt x="2790" y="136142"/>
                </a:cubicBezTo>
                <a:lnTo>
                  <a:pt x="32181" y="106751"/>
                </a:lnTo>
                <a:cubicBezTo>
                  <a:pt x="19525" y="93137"/>
                  <a:pt x="9525" y="79353"/>
                  <a:pt x="9525" y="72741"/>
                </a:cubicBezTo>
                <a:cubicBezTo>
                  <a:pt x="9525" y="57155"/>
                  <a:pt x="27781" y="57152"/>
                  <a:pt x="38100" y="57152"/>
                </a:cubicBezTo>
                <a:cubicBezTo>
                  <a:pt x="39822" y="57152"/>
                  <a:pt x="41598" y="57054"/>
                  <a:pt x="43391" y="56863"/>
                </a:cubicBezTo>
                <a:lnTo>
                  <a:pt x="12315" y="25787"/>
                </a:lnTo>
                <a:cubicBezTo>
                  <a:pt x="8595" y="22067"/>
                  <a:pt x="8595" y="16037"/>
                  <a:pt x="12315" y="12317"/>
                </a:cubicBezTo>
                <a:close/>
                <a:moveTo>
                  <a:pt x="92075" y="7"/>
                </a:moveTo>
                <a:cubicBezTo>
                  <a:pt x="105589" y="-267"/>
                  <a:pt x="121580" y="7281"/>
                  <a:pt x="133350" y="19051"/>
                </a:cubicBezTo>
                <a:cubicBezTo>
                  <a:pt x="145120" y="30821"/>
                  <a:pt x="152669" y="46812"/>
                  <a:pt x="152394" y="60327"/>
                </a:cubicBezTo>
                <a:cubicBezTo>
                  <a:pt x="152143" y="72705"/>
                  <a:pt x="140978" y="73947"/>
                  <a:pt x="129839" y="75185"/>
                </a:cubicBezTo>
                <a:cubicBezTo>
                  <a:pt x="123772" y="75858"/>
                  <a:pt x="118335" y="77062"/>
                  <a:pt x="113823" y="79159"/>
                </a:cubicBezTo>
                <a:cubicBezTo>
                  <a:pt x="108521" y="81627"/>
                  <a:pt x="108373" y="81696"/>
                  <a:pt x="104775" y="78099"/>
                </a:cubicBezTo>
                <a:lnTo>
                  <a:pt x="74151" y="47475"/>
                </a:lnTo>
                <a:cubicBezTo>
                  <a:pt x="72191" y="45514"/>
                  <a:pt x="71202" y="44526"/>
                  <a:pt x="71016" y="43405"/>
                </a:cubicBezTo>
                <a:cubicBezTo>
                  <a:pt x="70828" y="42265"/>
                  <a:pt x="71469" y="40987"/>
                  <a:pt x="72762" y="38411"/>
                </a:cubicBezTo>
                <a:cubicBezTo>
                  <a:pt x="75038" y="33875"/>
                  <a:pt x="76527" y="28775"/>
                  <a:pt x="77217" y="22562"/>
                </a:cubicBezTo>
                <a:cubicBezTo>
                  <a:pt x="78454" y="11424"/>
                  <a:pt x="79696" y="259"/>
                  <a:pt x="92075" y="7"/>
                </a:cubicBezTo>
                <a:close/>
              </a:path>
            </a:pathLst>
          </a:custGeom>
          <a:solidFill>
            <a:srgbClr val="000000"/>
          </a:solidFill>
          <a:ln w="9525" cap="flat">
            <a:noFill/>
            <a:prstDash val="solid"/>
            <a:miter/>
          </a:ln>
        </p:spPr>
        <p:txBody>
          <a:bodyPr rtlCol="0" anchor="ctr"/>
          <a:lstStyle/>
          <a:p>
            <a:endParaRPr lang="ru-RU"/>
          </a:p>
        </p:txBody>
      </p:sp>
      <p:sp>
        <p:nvSpPr>
          <p:cNvPr id="299" name="Полилиния: фигура 298">
            <a:extLst>
              <a:ext uri="{FF2B5EF4-FFF2-40B4-BE49-F238E27FC236}">
                <a16:creationId xmlns:a16="http://schemas.microsoft.com/office/drawing/2014/main" id="{B2D281FA-1BBC-8D14-9B0E-DDD32BEEABEF}"/>
              </a:ext>
            </a:extLst>
          </p:cNvPr>
          <p:cNvSpPr/>
          <p:nvPr/>
        </p:nvSpPr>
        <p:spPr>
          <a:xfrm>
            <a:off x="3608077" y="2877547"/>
            <a:ext cx="161925" cy="180975"/>
          </a:xfrm>
          <a:custGeom>
            <a:avLst/>
            <a:gdLst>
              <a:gd name="connsiteX0" fmla="*/ 114300 w 161925"/>
              <a:gd name="connsiteY0" fmla="*/ 114300 h 180975"/>
              <a:gd name="connsiteX1" fmla="*/ 95250 w 161925"/>
              <a:gd name="connsiteY1" fmla="*/ 133350 h 180975"/>
              <a:gd name="connsiteX2" fmla="*/ 114300 w 161925"/>
              <a:gd name="connsiteY2" fmla="*/ 152400 h 180975"/>
              <a:gd name="connsiteX3" fmla="*/ 133350 w 161925"/>
              <a:gd name="connsiteY3" fmla="*/ 133350 h 180975"/>
              <a:gd name="connsiteX4" fmla="*/ 114300 w 161925"/>
              <a:gd name="connsiteY4" fmla="*/ 114300 h 180975"/>
              <a:gd name="connsiteX5" fmla="*/ 114300 w 161925"/>
              <a:gd name="connsiteY5" fmla="*/ 95250 h 180975"/>
              <a:gd name="connsiteX6" fmla="*/ 152400 w 161925"/>
              <a:gd name="connsiteY6" fmla="*/ 133350 h 180975"/>
              <a:gd name="connsiteX7" fmla="*/ 147125 w 161925"/>
              <a:gd name="connsiteY7" fmla="*/ 152705 h 180975"/>
              <a:gd name="connsiteX8" fmla="*/ 159135 w 161925"/>
              <a:gd name="connsiteY8" fmla="*/ 164715 h 180975"/>
              <a:gd name="connsiteX9" fmla="*/ 159135 w 161925"/>
              <a:gd name="connsiteY9" fmla="*/ 178185 h 180975"/>
              <a:gd name="connsiteX10" fmla="*/ 145665 w 161925"/>
              <a:gd name="connsiteY10" fmla="*/ 178185 h 180975"/>
              <a:gd name="connsiteX11" fmla="*/ 133655 w 161925"/>
              <a:gd name="connsiteY11" fmla="*/ 166175 h 180975"/>
              <a:gd name="connsiteX12" fmla="*/ 114300 w 161925"/>
              <a:gd name="connsiteY12" fmla="*/ 171450 h 180975"/>
              <a:gd name="connsiteX13" fmla="*/ 76200 w 161925"/>
              <a:gd name="connsiteY13" fmla="*/ 133350 h 180975"/>
              <a:gd name="connsiteX14" fmla="*/ 114300 w 161925"/>
              <a:gd name="connsiteY14" fmla="*/ 95250 h 180975"/>
              <a:gd name="connsiteX15" fmla="*/ 76200 w 161925"/>
              <a:gd name="connsiteY15" fmla="*/ 19050 h 180975"/>
              <a:gd name="connsiteX16" fmla="*/ 52388 w 161925"/>
              <a:gd name="connsiteY16" fmla="*/ 42863 h 180975"/>
              <a:gd name="connsiteX17" fmla="*/ 76200 w 161925"/>
              <a:gd name="connsiteY17" fmla="*/ 66675 h 180975"/>
              <a:gd name="connsiteX18" fmla="*/ 100013 w 161925"/>
              <a:gd name="connsiteY18" fmla="*/ 42863 h 180975"/>
              <a:gd name="connsiteX19" fmla="*/ 76200 w 161925"/>
              <a:gd name="connsiteY19" fmla="*/ 19050 h 180975"/>
              <a:gd name="connsiteX20" fmla="*/ 76200 w 161925"/>
              <a:gd name="connsiteY20" fmla="*/ 0 h 180975"/>
              <a:gd name="connsiteX21" fmla="*/ 152400 w 161925"/>
              <a:gd name="connsiteY21" fmla="*/ 85725 h 180975"/>
              <a:gd name="connsiteX22" fmla="*/ 142875 w 161925"/>
              <a:gd name="connsiteY22" fmla="*/ 95246 h 180975"/>
              <a:gd name="connsiteX23" fmla="*/ 123825 w 161925"/>
              <a:gd name="connsiteY23" fmla="*/ 86678 h 180975"/>
              <a:gd name="connsiteX24" fmla="*/ 105859 w 161925"/>
              <a:gd name="connsiteY24" fmla="*/ 76200 h 180975"/>
              <a:gd name="connsiteX25" fmla="*/ 97631 w 161925"/>
              <a:gd name="connsiteY25" fmla="*/ 71438 h 180975"/>
              <a:gd name="connsiteX26" fmla="*/ 90909 w 161925"/>
              <a:gd name="connsiteY26" fmla="*/ 73212 h 180975"/>
              <a:gd name="connsiteX27" fmla="*/ 76200 w 161925"/>
              <a:gd name="connsiteY27" fmla="*/ 76200 h 180975"/>
              <a:gd name="connsiteX28" fmla="*/ 61479 w 161925"/>
              <a:gd name="connsiteY28" fmla="*/ 73216 h 180975"/>
              <a:gd name="connsiteX29" fmla="*/ 54769 w 161925"/>
              <a:gd name="connsiteY29" fmla="*/ 71438 h 180975"/>
              <a:gd name="connsiteX30" fmla="*/ 38100 w 161925"/>
              <a:gd name="connsiteY30" fmla="*/ 88106 h 180975"/>
              <a:gd name="connsiteX31" fmla="*/ 66675 w 161925"/>
              <a:gd name="connsiteY31" fmla="*/ 104213 h 180975"/>
              <a:gd name="connsiteX32" fmla="*/ 70637 w 161925"/>
              <a:gd name="connsiteY32" fmla="*/ 114300 h 180975"/>
              <a:gd name="connsiteX33" fmla="*/ 66675 w 161925"/>
              <a:gd name="connsiteY33" fmla="*/ 133350 h 180975"/>
              <a:gd name="connsiteX34" fmla="*/ 76196 w 161925"/>
              <a:gd name="connsiteY34" fmla="*/ 161925 h 180975"/>
              <a:gd name="connsiteX35" fmla="*/ 81310 w 161925"/>
              <a:gd name="connsiteY35" fmla="*/ 167531 h 180975"/>
              <a:gd name="connsiteX36" fmla="*/ 76200 w 161925"/>
              <a:gd name="connsiteY36" fmla="*/ 171450 h 180975"/>
              <a:gd name="connsiteX37" fmla="*/ 0 w 161925"/>
              <a:gd name="connsiteY37" fmla="*/ 85725 h 180975"/>
              <a:gd name="connsiteX38" fmla="*/ 76200 w 161925"/>
              <a:gd name="connsiteY38"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61925" h="180975">
                <a:moveTo>
                  <a:pt x="114300" y="114300"/>
                </a:moveTo>
                <a:cubicBezTo>
                  <a:pt x="103779" y="114300"/>
                  <a:pt x="95250" y="122829"/>
                  <a:pt x="95250" y="133350"/>
                </a:cubicBezTo>
                <a:cubicBezTo>
                  <a:pt x="95250" y="143871"/>
                  <a:pt x="103779" y="152400"/>
                  <a:pt x="114300" y="152400"/>
                </a:cubicBezTo>
                <a:cubicBezTo>
                  <a:pt x="124821" y="152400"/>
                  <a:pt x="133350" y="143871"/>
                  <a:pt x="133350" y="133350"/>
                </a:cubicBezTo>
                <a:cubicBezTo>
                  <a:pt x="133350" y="122829"/>
                  <a:pt x="124821" y="114300"/>
                  <a:pt x="114300" y="114300"/>
                </a:cubicBezTo>
                <a:close/>
                <a:moveTo>
                  <a:pt x="114300" y="95250"/>
                </a:moveTo>
                <a:cubicBezTo>
                  <a:pt x="135342" y="95250"/>
                  <a:pt x="152400" y="112308"/>
                  <a:pt x="152400" y="133350"/>
                </a:cubicBezTo>
                <a:cubicBezTo>
                  <a:pt x="152400" y="140416"/>
                  <a:pt x="150477" y="147033"/>
                  <a:pt x="147125" y="152705"/>
                </a:cubicBezTo>
                <a:lnTo>
                  <a:pt x="159135" y="164715"/>
                </a:lnTo>
                <a:cubicBezTo>
                  <a:pt x="162855" y="168434"/>
                  <a:pt x="162855" y="174466"/>
                  <a:pt x="159135" y="178185"/>
                </a:cubicBezTo>
                <a:cubicBezTo>
                  <a:pt x="155416" y="181905"/>
                  <a:pt x="149384" y="181905"/>
                  <a:pt x="145665" y="178185"/>
                </a:cubicBezTo>
                <a:lnTo>
                  <a:pt x="133655" y="166175"/>
                </a:lnTo>
                <a:cubicBezTo>
                  <a:pt x="127983" y="169527"/>
                  <a:pt x="121366" y="171450"/>
                  <a:pt x="114300" y="171450"/>
                </a:cubicBezTo>
                <a:cubicBezTo>
                  <a:pt x="93258" y="171450"/>
                  <a:pt x="76200" y="154392"/>
                  <a:pt x="76200" y="133350"/>
                </a:cubicBezTo>
                <a:cubicBezTo>
                  <a:pt x="76200" y="112308"/>
                  <a:pt x="93258" y="95250"/>
                  <a:pt x="114300" y="95250"/>
                </a:cubicBezTo>
                <a:close/>
                <a:moveTo>
                  <a:pt x="76200" y="19050"/>
                </a:moveTo>
                <a:cubicBezTo>
                  <a:pt x="61913" y="19050"/>
                  <a:pt x="52388" y="28575"/>
                  <a:pt x="52388" y="42863"/>
                </a:cubicBezTo>
                <a:cubicBezTo>
                  <a:pt x="52388" y="57150"/>
                  <a:pt x="61913" y="66675"/>
                  <a:pt x="76200" y="66675"/>
                </a:cubicBezTo>
                <a:cubicBezTo>
                  <a:pt x="90488" y="66675"/>
                  <a:pt x="100013" y="57150"/>
                  <a:pt x="100013" y="42863"/>
                </a:cubicBezTo>
                <a:cubicBezTo>
                  <a:pt x="100013" y="28575"/>
                  <a:pt x="90488" y="19050"/>
                  <a:pt x="76200" y="19050"/>
                </a:cubicBezTo>
                <a:close/>
                <a:moveTo>
                  <a:pt x="76200" y="0"/>
                </a:moveTo>
                <a:cubicBezTo>
                  <a:pt x="152400" y="0"/>
                  <a:pt x="152400" y="9525"/>
                  <a:pt x="152400" y="85725"/>
                </a:cubicBezTo>
                <a:cubicBezTo>
                  <a:pt x="152400" y="100013"/>
                  <a:pt x="148413" y="99407"/>
                  <a:pt x="142875" y="95246"/>
                </a:cubicBezTo>
                <a:cubicBezTo>
                  <a:pt x="137337" y="91087"/>
                  <a:pt x="130863" y="88106"/>
                  <a:pt x="123825" y="86678"/>
                </a:cubicBezTo>
                <a:cubicBezTo>
                  <a:pt x="116787" y="85249"/>
                  <a:pt x="115651" y="84905"/>
                  <a:pt x="105859" y="76200"/>
                </a:cubicBezTo>
                <a:cubicBezTo>
                  <a:pt x="102793" y="73474"/>
                  <a:pt x="99601" y="71438"/>
                  <a:pt x="97631" y="71438"/>
                </a:cubicBezTo>
                <a:cubicBezTo>
                  <a:pt x="94672" y="71438"/>
                  <a:pt x="92939" y="72255"/>
                  <a:pt x="90909" y="73212"/>
                </a:cubicBezTo>
                <a:cubicBezTo>
                  <a:pt x="88036" y="74566"/>
                  <a:pt x="84570" y="76200"/>
                  <a:pt x="76200" y="76200"/>
                </a:cubicBezTo>
                <a:cubicBezTo>
                  <a:pt x="67819" y="76200"/>
                  <a:pt x="64354" y="74569"/>
                  <a:pt x="61479" y="73216"/>
                </a:cubicBezTo>
                <a:cubicBezTo>
                  <a:pt x="59454" y="72262"/>
                  <a:pt x="57722" y="71447"/>
                  <a:pt x="54769" y="71438"/>
                </a:cubicBezTo>
                <a:cubicBezTo>
                  <a:pt x="50006" y="71422"/>
                  <a:pt x="38100" y="83344"/>
                  <a:pt x="38100" y="88106"/>
                </a:cubicBezTo>
                <a:cubicBezTo>
                  <a:pt x="38100" y="92250"/>
                  <a:pt x="47111" y="101799"/>
                  <a:pt x="66675" y="104213"/>
                </a:cubicBezTo>
                <a:cubicBezTo>
                  <a:pt x="73523" y="105058"/>
                  <a:pt x="73660" y="107384"/>
                  <a:pt x="70637" y="114300"/>
                </a:cubicBezTo>
                <a:cubicBezTo>
                  <a:pt x="68089" y="120134"/>
                  <a:pt x="66675" y="126577"/>
                  <a:pt x="66675" y="133350"/>
                </a:cubicBezTo>
                <a:cubicBezTo>
                  <a:pt x="66675" y="144071"/>
                  <a:pt x="70217" y="153965"/>
                  <a:pt x="76196" y="161925"/>
                </a:cubicBezTo>
                <a:cubicBezTo>
                  <a:pt x="78014" y="164343"/>
                  <a:pt x="79898" y="166165"/>
                  <a:pt x="81310" y="167531"/>
                </a:cubicBezTo>
                <a:cubicBezTo>
                  <a:pt x="84665" y="170774"/>
                  <a:pt x="85364" y="171450"/>
                  <a:pt x="76200" y="171450"/>
                </a:cubicBezTo>
                <a:cubicBezTo>
                  <a:pt x="0" y="171450"/>
                  <a:pt x="0" y="161925"/>
                  <a:pt x="0" y="85725"/>
                </a:cubicBezTo>
                <a:cubicBezTo>
                  <a:pt x="0" y="9525"/>
                  <a:pt x="0" y="0"/>
                  <a:pt x="76200" y="0"/>
                </a:cubicBezTo>
                <a:close/>
              </a:path>
            </a:pathLst>
          </a:custGeom>
          <a:solidFill>
            <a:srgbClr val="000000"/>
          </a:solidFill>
          <a:ln w="9525" cap="flat">
            <a:noFill/>
            <a:prstDash val="solid"/>
            <a:miter/>
          </a:ln>
        </p:spPr>
        <p:txBody>
          <a:bodyPr rtlCol="0" anchor="ctr"/>
          <a:lstStyle/>
          <a:p>
            <a:endParaRPr lang="ru-RU"/>
          </a:p>
        </p:txBody>
      </p:sp>
      <p:sp>
        <p:nvSpPr>
          <p:cNvPr id="195" name="Рисунок 93">
            <a:extLst>
              <a:ext uri="{FF2B5EF4-FFF2-40B4-BE49-F238E27FC236}">
                <a16:creationId xmlns:a16="http://schemas.microsoft.com/office/drawing/2014/main" id="{67CF63CA-E09D-E9F1-8697-7E12B1DD99FE}"/>
              </a:ext>
            </a:extLst>
          </p:cNvPr>
          <p:cNvSpPr/>
          <p:nvPr/>
        </p:nvSpPr>
        <p:spPr>
          <a:xfrm>
            <a:off x="3617602" y="3393675"/>
            <a:ext cx="133350" cy="152400"/>
          </a:xfrm>
          <a:custGeom>
            <a:avLst/>
            <a:gdLst>
              <a:gd name="connsiteX0" fmla="*/ 66675 w 133350"/>
              <a:gd name="connsiteY0" fmla="*/ 0 h 152400"/>
              <a:gd name="connsiteX1" fmla="*/ 0 w 133350"/>
              <a:gd name="connsiteY1" fmla="*/ 38100 h 152400"/>
              <a:gd name="connsiteX2" fmla="*/ 0 w 133350"/>
              <a:gd name="connsiteY2" fmla="*/ 114300 h 152400"/>
              <a:gd name="connsiteX3" fmla="*/ 14287 w 133350"/>
              <a:gd name="connsiteY3" fmla="*/ 152400 h 152400"/>
              <a:gd name="connsiteX4" fmla="*/ 31607 w 133350"/>
              <a:gd name="connsiteY4" fmla="*/ 146918 h 152400"/>
              <a:gd name="connsiteX5" fmla="*/ 42862 w 133350"/>
              <a:gd name="connsiteY5" fmla="*/ 142875 h 152400"/>
              <a:gd name="connsiteX6" fmla="*/ 52095 w 133350"/>
              <a:gd name="connsiteY6" fmla="*/ 146918 h 152400"/>
              <a:gd name="connsiteX7" fmla="*/ 66675 w 133350"/>
              <a:gd name="connsiteY7" fmla="*/ 152400 h 152400"/>
              <a:gd name="connsiteX8" fmla="*/ 81254 w 133350"/>
              <a:gd name="connsiteY8" fmla="*/ 146918 h 152400"/>
              <a:gd name="connsiteX9" fmla="*/ 90488 w 133350"/>
              <a:gd name="connsiteY9" fmla="*/ 142875 h 152400"/>
              <a:gd name="connsiteX10" fmla="*/ 101742 w 133350"/>
              <a:gd name="connsiteY10" fmla="*/ 146918 h 152400"/>
              <a:gd name="connsiteX11" fmla="*/ 119063 w 133350"/>
              <a:gd name="connsiteY11" fmla="*/ 152400 h 152400"/>
              <a:gd name="connsiteX12" fmla="*/ 133350 w 133350"/>
              <a:gd name="connsiteY12" fmla="*/ 114300 h 152400"/>
              <a:gd name="connsiteX13" fmla="*/ 133350 w 133350"/>
              <a:gd name="connsiteY13" fmla="*/ 38100 h 152400"/>
              <a:gd name="connsiteX14" fmla="*/ 66675 w 133350"/>
              <a:gd name="connsiteY14" fmla="*/ 0 h 152400"/>
              <a:gd name="connsiteX15" fmla="*/ 38100 w 133350"/>
              <a:gd name="connsiteY15" fmla="*/ 38100 h 152400"/>
              <a:gd name="connsiteX16" fmla="*/ 95250 w 133350"/>
              <a:gd name="connsiteY16" fmla="*/ 38100 h 152400"/>
              <a:gd name="connsiteX17" fmla="*/ 104775 w 133350"/>
              <a:gd name="connsiteY17" fmla="*/ 47625 h 152400"/>
              <a:gd name="connsiteX18" fmla="*/ 95250 w 133350"/>
              <a:gd name="connsiteY18" fmla="*/ 57150 h 152400"/>
              <a:gd name="connsiteX19" fmla="*/ 38100 w 133350"/>
              <a:gd name="connsiteY19" fmla="*/ 57150 h 152400"/>
              <a:gd name="connsiteX20" fmla="*/ 28575 w 133350"/>
              <a:gd name="connsiteY20" fmla="*/ 47625 h 152400"/>
              <a:gd name="connsiteX21" fmla="*/ 38100 w 133350"/>
              <a:gd name="connsiteY21" fmla="*/ 38100 h 152400"/>
              <a:gd name="connsiteX22" fmla="*/ 38100 w 133350"/>
              <a:gd name="connsiteY22" fmla="*/ 76200 h 152400"/>
              <a:gd name="connsiteX23" fmla="*/ 66675 w 133350"/>
              <a:gd name="connsiteY23" fmla="*/ 76200 h 152400"/>
              <a:gd name="connsiteX24" fmla="*/ 76200 w 133350"/>
              <a:gd name="connsiteY24" fmla="*/ 85725 h 152400"/>
              <a:gd name="connsiteX25" fmla="*/ 66675 w 133350"/>
              <a:gd name="connsiteY25" fmla="*/ 95250 h 152400"/>
              <a:gd name="connsiteX26" fmla="*/ 38100 w 133350"/>
              <a:gd name="connsiteY26" fmla="*/ 95250 h 152400"/>
              <a:gd name="connsiteX27" fmla="*/ 28575 w 133350"/>
              <a:gd name="connsiteY27" fmla="*/ 85725 h 152400"/>
              <a:gd name="connsiteX28" fmla="*/ 38100 w 133350"/>
              <a:gd name="connsiteY28" fmla="*/ 762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3350" h="152400">
                <a:moveTo>
                  <a:pt x="66675" y="0"/>
                </a:moveTo>
                <a:cubicBezTo>
                  <a:pt x="9525" y="0"/>
                  <a:pt x="0" y="0"/>
                  <a:pt x="0" y="38100"/>
                </a:cubicBezTo>
                <a:lnTo>
                  <a:pt x="0" y="114300"/>
                </a:lnTo>
                <a:cubicBezTo>
                  <a:pt x="0" y="133350"/>
                  <a:pt x="0" y="152400"/>
                  <a:pt x="14287" y="152400"/>
                </a:cubicBezTo>
                <a:cubicBezTo>
                  <a:pt x="22152" y="152400"/>
                  <a:pt x="27131" y="149513"/>
                  <a:pt x="31607" y="146918"/>
                </a:cubicBezTo>
                <a:cubicBezTo>
                  <a:pt x="35262" y="144799"/>
                  <a:pt x="38581" y="142875"/>
                  <a:pt x="42862" y="142875"/>
                </a:cubicBezTo>
                <a:cubicBezTo>
                  <a:pt x="47143" y="142875"/>
                  <a:pt x="49500" y="144799"/>
                  <a:pt x="52095" y="146918"/>
                </a:cubicBezTo>
                <a:cubicBezTo>
                  <a:pt x="55274" y="149513"/>
                  <a:pt x="58809" y="152400"/>
                  <a:pt x="66675" y="152400"/>
                </a:cubicBezTo>
                <a:cubicBezTo>
                  <a:pt x="74541" y="152400"/>
                  <a:pt x="78076" y="149513"/>
                  <a:pt x="81254" y="146918"/>
                </a:cubicBezTo>
                <a:cubicBezTo>
                  <a:pt x="83850" y="144799"/>
                  <a:pt x="86206" y="142875"/>
                  <a:pt x="90488" y="142875"/>
                </a:cubicBezTo>
                <a:cubicBezTo>
                  <a:pt x="94768" y="142875"/>
                  <a:pt x="98088" y="144799"/>
                  <a:pt x="101742" y="146918"/>
                </a:cubicBezTo>
                <a:cubicBezTo>
                  <a:pt x="106218" y="149513"/>
                  <a:pt x="111197" y="152400"/>
                  <a:pt x="119063" y="152400"/>
                </a:cubicBezTo>
                <a:cubicBezTo>
                  <a:pt x="133350" y="152400"/>
                  <a:pt x="133350" y="133350"/>
                  <a:pt x="133350" y="114300"/>
                </a:cubicBezTo>
                <a:lnTo>
                  <a:pt x="133350" y="38100"/>
                </a:lnTo>
                <a:cubicBezTo>
                  <a:pt x="133350" y="0"/>
                  <a:pt x="123824" y="0"/>
                  <a:pt x="66675" y="0"/>
                </a:cubicBezTo>
                <a:close/>
                <a:moveTo>
                  <a:pt x="38100" y="38100"/>
                </a:moveTo>
                <a:lnTo>
                  <a:pt x="95250" y="38100"/>
                </a:lnTo>
                <a:cubicBezTo>
                  <a:pt x="100511" y="38100"/>
                  <a:pt x="104775" y="42364"/>
                  <a:pt x="104775" y="47625"/>
                </a:cubicBezTo>
                <a:cubicBezTo>
                  <a:pt x="104775" y="52886"/>
                  <a:pt x="100511" y="57150"/>
                  <a:pt x="95250" y="57150"/>
                </a:cubicBezTo>
                <a:lnTo>
                  <a:pt x="38100" y="57150"/>
                </a:lnTo>
                <a:cubicBezTo>
                  <a:pt x="32839" y="57150"/>
                  <a:pt x="28575" y="52886"/>
                  <a:pt x="28575" y="47625"/>
                </a:cubicBezTo>
                <a:cubicBezTo>
                  <a:pt x="28575" y="42364"/>
                  <a:pt x="32839" y="38100"/>
                  <a:pt x="38100" y="38100"/>
                </a:cubicBezTo>
                <a:close/>
                <a:moveTo>
                  <a:pt x="38100" y="76200"/>
                </a:moveTo>
                <a:lnTo>
                  <a:pt x="66675" y="76200"/>
                </a:lnTo>
                <a:cubicBezTo>
                  <a:pt x="71936" y="76200"/>
                  <a:pt x="76200" y="80464"/>
                  <a:pt x="76200" y="85725"/>
                </a:cubicBezTo>
                <a:cubicBezTo>
                  <a:pt x="76200" y="90986"/>
                  <a:pt x="71936" y="95250"/>
                  <a:pt x="66675" y="95250"/>
                </a:cubicBezTo>
                <a:lnTo>
                  <a:pt x="38100" y="95250"/>
                </a:lnTo>
                <a:cubicBezTo>
                  <a:pt x="32839" y="95250"/>
                  <a:pt x="28575" y="90986"/>
                  <a:pt x="28575" y="85725"/>
                </a:cubicBezTo>
                <a:cubicBezTo>
                  <a:pt x="28575" y="80464"/>
                  <a:pt x="32839" y="76200"/>
                  <a:pt x="38100" y="76200"/>
                </a:cubicBezTo>
                <a:close/>
              </a:path>
            </a:pathLst>
          </a:custGeom>
          <a:solidFill>
            <a:srgbClr val="000000"/>
          </a:solidFill>
          <a:ln w="9525" cap="flat">
            <a:noFill/>
            <a:prstDash val="solid"/>
            <a:miter/>
          </a:ln>
        </p:spPr>
        <p:txBody>
          <a:bodyPr rtlCol="0" anchor="ctr"/>
          <a:lstStyle/>
          <a:p>
            <a:endParaRPr lang="ru-RU"/>
          </a:p>
        </p:txBody>
      </p:sp>
      <p:sp>
        <p:nvSpPr>
          <p:cNvPr id="314" name="Полилиния: фигура 313">
            <a:extLst>
              <a:ext uri="{FF2B5EF4-FFF2-40B4-BE49-F238E27FC236}">
                <a16:creationId xmlns:a16="http://schemas.microsoft.com/office/drawing/2014/main" id="{BCEE3CD9-D282-6093-A2A9-9A67F54A81B7}"/>
              </a:ext>
            </a:extLst>
          </p:cNvPr>
          <p:cNvSpPr/>
          <p:nvPr/>
        </p:nvSpPr>
        <p:spPr>
          <a:xfrm>
            <a:off x="3598552" y="3890754"/>
            <a:ext cx="161925" cy="171450"/>
          </a:xfrm>
          <a:custGeom>
            <a:avLst/>
            <a:gdLst>
              <a:gd name="connsiteX0" fmla="*/ 133350 w 161925"/>
              <a:gd name="connsiteY0" fmla="*/ 114300 h 171450"/>
              <a:gd name="connsiteX1" fmla="*/ 142875 w 161925"/>
              <a:gd name="connsiteY1" fmla="*/ 123825 h 171450"/>
              <a:gd name="connsiteX2" fmla="*/ 142875 w 161925"/>
              <a:gd name="connsiteY2" fmla="*/ 133350 h 171450"/>
              <a:gd name="connsiteX3" fmla="*/ 152400 w 161925"/>
              <a:gd name="connsiteY3" fmla="*/ 133350 h 171450"/>
              <a:gd name="connsiteX4" fmla="*/ 161925 w 161925"/>
              <a:gd name="connsiteY4" fmla="*/ 142875 h 171450"/>
              <a:gd name="connsiteX5" fmla="*/ 152400 w 161925"/>
              <a:gd name="connsiteY5" fmla="*/ 152400 h 171450"/>
              <a:gd name="connsiteX6" fmla="*/ 142875 w 161925"/>
              <a:gd name="connsiteY6" fmla="*/ 152400 h 171450"/>
              <a:gd name="connsiteX7" fmla="*/ 142875 w 161925"/>
              <a:gd name="connsiteY7" fmla="*/ 161925 h 171450"/>
              <a:gd name="connsiteX8" fmla="*/ 133350 w 161925"/>
              <a:gd name="connsiteY8" fmla="*/ 171450 h 171450"/>
              <a:gd name="connsiteX9" fmla="*/ 123825 w 161925"/>
              <a:gd name="connsiteY9" fmla="*/ 161925 h 171450"/>
              <a:gd name="connsiteX10" fmla="*/ 123825 w 161925"/>
              <a:gd name="connsiteY10" fmla="*/ 152400 h 171450"/>
              <a:gd name="connsiteX11" fmla="*/ 114300 w 161925"/>
              <a:gd name="connsiteY11" fmla="*/ 152400 h 171450"/>
              <a:gd name="connsiteX12" fmla="*/ 104775 w 161925"/>
              <a:gd name="connsiteY12" fmla="*/ 142875 h 171450"/>
              <a:gd name="connsiteX13" fmla="*/ 114300 w 161925"/>
              <a:gd name="connsiteY13" fmla="*/ 133350 h 171450"/>
              <a:gd name="connsiteX14" fmla="*/ 123825 w 161925"/>
              <a:gd name="connsiteY14" fmla="*/ 133350 h 171450"/>
              <a:gd name="connsiteX15" fmla="*/ 123825 w 161925"/>
              <a:gd name="connsiteY15" fmla="*/ 123825 h 171450"/>
              <a:gd name="connsiteX16" fmla="*/ 133350 w 161925"/>
              <a:gd name="connsiteY16" fmla="*/ 114300 h 171450"/>
              <a:gd name="connsiteX17" fmla="*/ 76200 w 161925"/>
              <a:gd name="connsiteY17" fmla="*/ 19050 h 171450"/>
              <a:gd name="connsiteX18" fmla="*/ 54769 w 161925"/>
              <a:gd name="connsiteY18" fmla="*/ 26862 h 171450"/>
              <a:gd name="connsiteX19" fmla="*/ 48033 w 161925"/>
              <a:gd name="connsiteY19" fmla="*/ 47625 h 171450"/>
              <a:gd name="connsiteX20" fmla="*/ 104367 w 161925"/>
              <a:gd name="connsiteY20" fmla="*/ 47625 h 171450"/>
              <a:gd name="connsiteX21" fmla="*/ 97631 w 161925"/>
              <a:gd name="connsiteY21" fmla="*/ 26862 h 171450"/>
              <a:gd name="connsiteX22" fmla="*/ 76200 w 161925"/>
              <a:gd name="connsiteY22" fmla="*/ 19050 h 171450"/>
              <a:gd name="connsiteX23" fmla="*/ 76200 w 161925"/>
              <a:gd name="connsiteY23" fmla="*/ 0 h 171450"/>
              <a:gd name="connsiteX24" fmla="*/ 112452 w 161925"/>
              <a:gd name="connsiteY24" fmla="*/ 14894 h 171450"/>
              <a:gd name="connsiteX25" fmla="*/ 123825 w 161925"/>
              <a:gd name="connsiteY25" fmla="*/ 47625 h 171450"/>
              <a:gd name="connsiteX26" fmla="*/ 152400 w 161925"/>
              <a:gd name="connsiteY26" fmla="*/ 76498 h 171450"/>
              <a:gd name="connsiteX27" fmla="*/ 152380 w 161925"/>
              <a:gd name="connsiteY27" fmla="*/ 90488 h 171450"/>
              <a:gd name="connsiteX28" fmla="*/ 142875 w 161925"/>
              <a:gd name="connsiteY28" fmla="*/ 97689 h 171450"/>
              <a:gd name="connsiteX29" fmla="*/ 128588 w 161925"/>
              <a:gd name="connsiteY29" fmla="*/ 95250 h 171450"/>
              <a:gd name="connsiteX30" fmla="*/ 85725 w 161925"/>
              <a:gd name="connsiteY30" fmla="*/ 138113 h 171450"/>
              <a:gd name="connsiteX31" fmla="*/ 92943 w 161925"/>
              <a:gd name="connsiteY31" fmla="*/ 161925 h 171450"/>
              <a:gd name="connsiteX32" fmla="*/ 90488 w 161925"/>
              <a:gd name="connsiteY32" fmla="*/ 171183 h 171450"/>
              <a:gd name="connsiteX33" fmla="*/ 76200 w 161925"/>
              <a:gd name="connsiteY33" fmla="*/ 171450 h 171450"/>
              <a:gd name="connsiteX34" fmla="*/ 0 w 161925"/>
              <a:gd name="connsiteY34" fmla="*/ 76200 h 171450"/>
              <a:gd name="connsiteX35" fmla="*/ 3572 w 161925"/>
              <a:gd name="connsiteY35" fmla="*/ 51197 h 171450"/>
              <a:gd name="connsiteX36" fmla="*/ 28575 w 161925"/>
              <a:gd name="connsiteY36" fmla="*/ 47625 h 171450"/>
              <a:gd name="connsiteX37" fmla="*/ 39948 w 161925"/>
              <a:gd name="connsiteY37" fmla="*/ 14894 h 171450"/>
              <a:gd name="connsiteX38" fmla="*/ 76200 w 161925"/>
              <a:gd name="connsiteY38"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61925" h="171450">
                <a:moveTo>
                  <a:pt x="133350" y="114300"/>
                </a:moveTo>
                <a:cubicBezTo>
                  <a:pt x="138611" y="114300"/>
                  <a:pt x="142875" y="118564"/>
                  <a:pt x="142875" y="123825"/>
                </a:cubicBezTo>
                <a:lnTo>
                  <a:pt x="142875" y="133350"/>
                </a:lnTo>
                <a:lnTo>
                  <a:pt x="152400" y="133350"/>
                </a:lnTo>
                <a:cubicBezTo>
                  <a:pt x="157661" y="133350"/>
                  <a:pt x="161925" y="137614"/>
                  <a:pt x="161925" y="142875"/>
                </a:cubicBezTo>
                <a:cubicBezTo>
                  <a:pt x="161925" y="148136"/>
                  <a:pt x="157661" y="152400"/>
                  <a:pt x="152400" y="152400"/>
                </a:cubicBezTo>
                <a:lnTo>
                  <a:pt x="142875" y="152400"/>
                </a:lnTo>
                <a:lnTo>
                  <a:pt x="142875" y="161925"/>
                </a:lnTo>
                <a:cubicBezTo>
                  <a:pt x="142875" y="167186"/>
                  <a:pt x="138611" y="171450"/>
                  <a:pt x="133350" y="171450"/>
                </a:cubicBezTo>
                <a:cubicBezTo>
                  <a:pt x="128089" y="171450"/>
                  <a:pt x="123825" y="167186"/>
                  <a:pt x="123825" y="161925"/>
                </a:cubicBezTo>
                <a:lnTo>
                  <a:pt x="123825" y="152400"/>
                </a:lnTo>
                <a:lnTo>
                  <a:pt x="114300" y="152400"/>
                </a:lnTo>
                <a:cubicBezTo>
                  <a:pt x="109039" y="152400"/>
                  <a:pt x="104775" y="148136"/>
                  <a:pt x="104775" y="142875"/>
                </a:cubicBezTo>
                <a:cubicBezTo>
                  <a:pt x="104775" y="137614"/>
                  <a:pt x="109039" y="133350"/>
                  <a:pt x="114300" y="133350"/>
                </a:cubicBezTo>
                <a:lnTo>
                  <a:pt x="123825" y="133350"/>
                </a:lnTo>
                <a:lnTo>
                  <a:pt x="123825" y="123825"/>
                </a:lnTo>
                <a:cubicBezTo>
                  <a:pt x="123825" y="118564"/>
                  <a:pt x="128089" y="114300"/>
                  <a:pt x="133350" y="114300"/>
                </a:cubicBezTo>
                <a:close/>
                <a:moveTo>
                  <a:pt x="76200" y="19050"/>
                </a:moveTo>
                <a:cubicBezTo>
                  <a:pt x="64900" y="19050"/>
                  <a:pt x="58618" y="22096"/>
                  <a:pt x="54769" y="26862"/>
                </a:cubicBezTo>
                <a:cubicBezTo>
                  <a:pt x="51475" y="30941"/>
                  <a:pt x="48975" y="37460"/>
                  <a:pt x="48033" y="47625"/>
                </a:cubicBezTo>
                <a:lnTo>
                  <a:pt x="104367" y="47625"/>
                </a:lnTo>
                <a:cubicBezTo>
                  <a:pt x="103425" y="37460"/>
                  <a:pt x="100925" y="30941"/>
                  <a:pt x="97631" y="26862"/>
                </a:cubicBezTo>
                <a:cubicBezTo>
                  <a:pt x="93782" y="22096"/>
                  <a:pt x="87500" y="19050"/>
                  <a:pt x="76200" y="19050"/>
                </a:cubicBezTo>
                <a:close/>
                <a:moveTo>
                  <a:pt x="76200" y="0"/>
                </a:moveTo>
                <a:cubicBezTo>
                  <a:pt x="91010" y="0"/>
                  <a:pt x="103779" y="4154"/>
                  <a:pt x="112452" y="14894"/>
                </a:cubicBezTo>
                <a:cubicBezTo>
                  <a:pt x="119186" y="23233"/>
                  <a:pt x="122823" y="34401"/>
                  <a:pt x="123825" y="47625"/>
                </a:cubicBezTo>
                <a:cubicBezTo>
                  <a:pt x="152400" y="47625"/>
                  <a:pt x="152400" y="47625"/>
                  <a:pt x="152400" y="76498"/>
                </a:cubicBezTo>
                <a:cubicBezTo>
                  <a:pt x="152400" y="81394"/>
                  <a:pt x="152400" y="86054"/>
                  <a:pt x="152380" y="90488"/>
                </a:cubicBezTo>
                <a:cubicBezTo>
                  <a:pt x="152339" y="99269"/>
                  <a:pt x="149072" y="99879"/>
                  <a:pt x="142875" y="97689"/>
                </a:cubicBezTo>
                <a:cubicBezTo>
                  <a:pt x="138406" y="96109"/>
                  <a:pt x="133598" y="95250"/>
                  <a:pt x="128588" y="95250"/>
                </a:cubicBezTo>
                <a:cubicBezTo>
                  <a:pt x="104915" y="95250"/>
                  <a:pt x="85725" y="114440"/>
                  <a:pt x="85725" y="138113"/>
                </a:cubicBezTo>
                <a:cubicBezTo>
                  <a:pt x="85725" y="146924"/>
                  <a:pt x="88383" y="155115"/>
                  <a:pt x="92943" y="161925"/>
                </a:cubicBezTo>
                <a:cubicBezTo>
                  <a:pt x="97179" y="168253"/>
                  <a:pt x="95250" y="170988"/>
                  <a:pt x="90488" y="171183"/>
                </a:cubicBezTo>
                <a:cubicBezTo>
                  <a:pt x="86051" y="171365"/>
                  <a:pt x="81296" y="171450"/>
                  <a:pt x="76200" y="171450"/>
                </a:cubicBezTo>
                <a:cubicBezTo>
                  <a:pt x="0" y="171450"/>
                  <a:pt x="0" y="152400"/>
                  <a:pt x="0" y="76200"/>
                </a:cubicBezTo>
                <a:cubicBezTo>
                  <a:pt x="0" y="61913"/>
                  <a:pt x="0" y="54769"/>
                  <a:pt x="3572" y="51197"/>
                </a:cubicBezTo>
                <a:cubicBezTo>
                  <a:pt x="7144" y="47625"/>
                  <a:pt x="14288" y="47625"/>
                  <a:pt x="28575" y="47625"/>
                </a:cubicBezTo>
                <a:cubicBezTo>
                  <a:pt x="29577" y="34401"/>
                  <a:pt x="33214" y="23233"/>
                  <a:pt x="39948" y="14894"/>
                </a:cubicBezTo>
                <a:cubicBezTo>
                  <a:pt x="48622" y="4154"/>
                  <a:pt x="61389" y="0"/>
                  <a:pt x="76200" y="0"/>
                </a:cubicBezTo>
                <a:close/>
              </a:path>
            </a:pathLst>
          </a:custGeom>
          <a:solidFill>
            <a:srgbClr val="000000"/>
          </a:solidFill>
          <a:ln w="9525" cap="flat">
            <a:noFill/>
            <a:prstDash val="solid"/>
            <a:miter/>
          </a:ln>
        </p:spPr>
        <p:txBody>
          <a:bodyPr rtlCol="0" anchor="ctr"/>
          <a:lstStyle/>
          <a:p>
            <a:endParaRPr lang="ru-RU"/>
          </a:p>
        </p:txBody>
      </p:sp>
      <p:sp>
        <p:nvSpPr>
          <p:cNvPr id="167" name="Рисунок 69">
            <a:extLst>
              <a:ext uri="{FF2B5EF4-FFF2-40B4-BE49-F238E27FC236}">
                <a16:creationId xmlns:a16="http://schemas.microsoft.com/office/drawing/2014/main" id="{9CE63A00-7D73-BB9A-31B8-018D8B632468}"/>
              </a:ext>
            </a:extLst>
          </p:cNvPr>
          <p:cNvSpPr/>
          <p:nvPr/>
        </p:nvSpPr>
        <p:spPr>
          <a:xfrm>
            <a:off x="4020104" y="2877547"/>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rgbClr val="000000"/>
          </a:solidFill>
          <a:ln w="9525" cap="flat">
            <a:noFill/>
            <a:prstDash val="solid"/>
            <a:miter/>
          </a:ln>
        </p:spPr>
        <p:txBody>
          <a:bodyPr rtlCol="0" anchor="ctr"/>
          <a:lstStyle/>
          <a:p>
            <a:endParaRPr lang="ru-RU"/>
          </a:p>
        </p:txBody>
      </p:sp>
      <p:sp>
        <p:nvSpPr>
          <p:cNvPr id="305" name="Полилиния: фигура 304">
            <a:extLst>
              <a:ext uri="{FF2B5EF4-FFF2-40B4-BE49-F238E27FC236}">
                <a16:creationId xmlns:a16="http://schemas.microsoft.com/office/drawing/2014/main" id="{628CF797-7037-6EB0-CB11-EA083D1AC354}"/>
              </a:ext>
            </a:extLst>
          </p:cNvPr>
          <p:cNvSpPr/>
          <p:nvPr/>
        </p:nvSpPr>
        <p:spPr>
          <a:xfrm>
            <a:off x="4010577" y="3384150"/>
            <a:ext cx="190500" cy="171450"/>
          </a:xfrm>
          <a:custGeom>
            <a:avLst/>
            <a:gdLst>
              <a:gd name="connsiteX0" fmla="*/ 73762 w 190500"/>
              <a:gd name="connsiteY0" fmla="*/ 38100 h 171450"/>
              <a:gd name="connsiteX1" fmla="*/ 94338 w 190500"/>
              <a:gd name="connsiteY1" fmla="*/ 46505 h 171450"/>
              <a:gd name="connsiteX2" fmla="*/ 114301 w 190500"/>
              <a:gd name="connsiteY2" fmla="*/ 54769 h 171450"/>
              <a:gd name="connsiteX3" fmla="*/ 134208 w 190500"/>
              <a:gd name="connsiteY3" fmla="*/ 46434 h 171450"/>
              <a:gd name="connsiteX4" fmla="*/ 154116 w 190500"/>
              <a:gd name="connsiteY4" fmla="*/ 38100 h 171450"/>
              <a:gd name="connsiteX5" fmla="*/ 181987 w 190500"/>
              <a:gd name="connsiteY5" fmla="*/ 58936 h 171450"/>
              <a:gd name="connsiteX6" fmla="*/ 178005 w 190500"/>
              <a:gd name="connsiteY6" fmla="*/ 88773 h 171450"/>
              <a:gd name="connsiteX7" fmla="*/ 172182 w 190500"/>
              <a:gd name="connsiteY7" fmla="*/ 91310 h 171450"/>
              <a:gd name="connsiteX8" fmla="*/ 166809 w 190500"/>
              <a:gd name="connsiteY8" fmla="*/ 94251 h 171450"/>
              <a:gd name="connsiteX9" fmla="*/ 164954 w 190500"/>
              <a:gd name="connsiteY9" fmla="*/ 113024 h 171450"/>
              <a:gd name="connsiteX10" fmla="*/ 165101 w 190500"/>
              <a:gd name="connsiteY10" fmla="*/ 129778 h 171450"/>
              <a:gd name="connsiteX11" fmla="*/ 114301 w 190500"/>
              <a:gd name="connsiteY11" fmla="*/ 171450 h 171450"/>
              <a:gd name="connsiteX12" fmla="*/ 63501 w 190500"/>
              <a:gd name="connsiteY12" fmla="*/ 129778 h 171450"/>
              <a:gd name="connsiteX13" fmla="*/ 63647 w 190500"/>
              <a:gd name="connsiteY13" fmla="*/ 113285 h 171450"/>
              <a:gd name="connsiteX14" fmla="*/ 61767 w 190500"/>
              <a:gd name="connsiteY14" fmla="*/ 94403 h 171450"/>
              <a:gd name="connsiteX15" fmla="*/ 56067 w 190500"/>
              <a:gd name="connsiteY15" fmla="*/ 91198 h 171450"/>
              <a:gd name="connsiteX16" fmla="*/ 50597 w 190500"/>
              <a:gd name="connsiteY16" fmla="*/ 88773 h 171450"/>
              <a:gd name="connsiteX17" fmla="*/ 46615 w 190500"/>
              <a:gd name="connsiteY17" fmla="*/ 58936 h 171450"/>
              <a:gd name="connsiteX18" fmla="*/ 73762 w 190500"/>
              <a:gd name="connsiteY18" fmla="*/ 38100 h 171450"/>
              <a:gd name="connsiteX19" fmla="*/ 31203 w 190500"/>
              <a:gd name="connsiteY19" fmla="*/ 0 h 171450"/>
              <a:gd name="connsiteX20" fmla="*/ 49207 w 190500"/>
              <a:gd name="connsiteY20" fmla="*/ 7204 h 171450"/>
              <a:gd name="connsiteX21" fmla="*/ 66675 w 190500"/>
              <a:gd name="connsiteY21" fmla="*/ 14288 h 171450"/>
              <a:gd name="connsiteX22" fmla="*/ 84094 w 190500"/>
              <a:gd name="connsiteY22" fmla="*/ 7144 h 171450"/>
              <a:gd name="connsiteX23" fmla="*/ 101514 w 190500"/>
              <a:gd name="connsiteY23" fmla="*/ 0 h 171450"/>
              <a:gd name="connsiteX24" fmla="*/ 125901 w 190500"/>
              <a:gd name="connsiteY24" fmla="*/ 17859 h 171450"/>
              <a:gd name="connsiteX25" fmla="*/ 133259 w 190500"/>
              <a:gd name="connsiteY25" fmla="*/ 33013 h 171450"/>
              <a:gd name="connsiteX26" fmla="*/ 103824 w 190500"/>
              <a:gd name="connsiteY26" fmla="*/ 43889 h 171450"/>
              <a:gd name="connsiteX27" fmla="*/ 94037 w 190500"/>
              <a:gd name="connsiteY27" fmla="*/ 32407 h 171450"/>
              <a:gd name="connsiteX28" fmla="*/ 73761 w 190500"/>
              <a:gd name="connsiteY28" fmla="*/ 28575 h 171450"/>
              <a:gd name="connsiteX29" fmla="*/ 49281 w 190500"/>
              <a:gd name="connsiteY29" fmla="*/ 39141 h 171450"/>
              <a:gd name="connsiteX30" fmla="*/ 38471 w 190500"/>
              <a:gd name="connsiteY30" fmla="*/ 53988 h 171450"/>
              <a:gd name="connsiteX31" fmla="*/ 38350 w 190500"/>
              <a:gd name="connsiteY31" fmla="*/ 54199 h 171450"/>
              <a:gd name="connsiteX32" fmla="*/ 31274 w 190500"/>
              <a:gd name="connsiteY32" fmla="*/ 67396 h 171450"/>
              <a:gd name="connsiteX33" fmla="*/ 28705 w 190500"/>
              <a:gd name="connsiteY33" fmla="*/ 80000 h 171450"/>
              <a:gd name="connsiteX34" fmla="*/ 35886 w 190500"/>
              <a:gd name="connsiteY34" fmla="*/ 91446 h 171450"/>
              <a:gd name="connsiteX35" fmla="*/ 46464 w 190500"/>
              <a:gd name="connsiteY35" fmla="*/ 97355 h 171450"/>
              <a:gd name="connsiteX36" fmla="*/ 49008 w 190500"/>
              <a:gd name="connsiteY36" fmla="*/ 98408 h 171450"/>
              <a:gd name="connsiteX37" fmla="*/ 54193 w 190500"/>
              <a:gd name="connsiteY37" fmla="*/ 103931 h 171450"/>
              <a:gd name="connsiteX38" fmla="*/ 54193 w 190500"/>
              <a:gd name="connsiteY38" fmla="*/ 108066 h 171450"/>
              <a:gd name="connsiteX39" fmla="*/ 46464 w 190500"/>
              <a:gd name="connsiteY39" fmla="*/ 113385 h 171450"/>
              <a:gd name="connsiteX40" fmla="*/ 22225 w 190500"/>
              <a:gd name="connsiteY40" fmla="*/ 78581 h 171450"/>
              <a:gd name="connsiteX41" fmla="*/ 22353 w 190500"/>
              <a:gd name="connsiteY41" fmla="*/ 64444 h 171450"/>
              <a:gd name="connsiteX42" fmla="*/ 20708 w 190500"/>
              <a:gd name="connsiteY42" fmla="*/ 48260 h 171450"/>
              <a:gd name="connsiteX43" fmla="*/ 15720 w 190500"/>
              <a:gd name="connsiteY43" fmla="*/ 45513 h 171450"/>
              <a:gd name="connsiteX44" fmla="*/ 10934 w 190500"/>
              <a:gd name="connsiteY44" fmla="*/ 43434 h 171450"/>
              <a:gd name="connsiteX45" fmla="*/ 7450 w 190500"/>
              <a:gd name="connsiteY45" fmla="*/ 17859 h 171450"/>
              <a:gd name="connsiteX46" fmla="*/ 31203 w 190500"/>
              <a:gd name="connsiteY4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0500" h="171450">
                <a:moveTo>
                  <a:pt x="73762" y="38100"/>
                </a:moveTo>
                <a:cubicBezTo>
                  <a:pt x="90142" y="38100"/>
                  <a:pt x="92246" y="42314"/>
                  <a:pt x="94338" y="46505"/>
                </a:cubicBezTo>
                <a:cubicBezTo>
                  <a:pt x="96407" y="50648"/>
                  <a:pt x="98465" y="54769"/>
                  <a:pt x="114301" y="54769"/>
                </a:cubicBezTo>
                <a:cubicBezTo>
                  <a:pt x="130227" y="54769"/>
                  <a:pt x="132217" y="50602"/>
                  <a:pt x="134208" y="46434"/>
                </a:cubicBezTo>
                <a:cubicBezTo>
                  <a:pt x="136199" y="42267"/>
                  <a:pt x="138190" y="38100"/>
                  <a:pt x="154116" y="38100"/>
                </a:cubicBezTo>
                <a:cubicBezTo>
                  <a:pt x="170042" y="38100"/>
                  <a:pt x="178005" y="51991"/>
                  <a:pt x="181987" y="58936"/>
                </a:cubicBezTo>
                <a:cubicBezTo>
                  <a:pt x="193931" y="79772"/>
                  <a:pt x="193931" y="81105"/>
                  <a:pt x="178005" y="88773"/>
                </a:cubicBezTo>
                <a:cubicBezTo>
                  <a:pt x="175684" y="89890"/>
                  <a:pt x="173766" y="90668"/>
                  <a:pt x="172182" y="91310"/>
                </a:cubicBezTo>
                <a:cubicBezTo>
                  <a:pt x="169602" y="92355"/>
                  <a:pt x="167909" y="93042"/>
                  <a:pt x="166809" y="94251"/>
                </a:cubicBezTo>
                <a:cubicBezTo>
                  <a:pt x="164710" y="96558"/>
                  <a:pt x="164773" y="100771"/>
                  <a:pt x="164954" y="113024"/>
                </a:cubicBezTo>
                <a:cubicBezTo>
                  <a:pt x="165020" y="117458"/>
                  <a:pt x="165101" y="122947"/>
                  <a:pt x="165101" y="129778"/>
                </a:cubicBezTo>
                <a:cubicBezTo>
                  <a:pt x="165101" y="163116"/>
                  <a:pt x="162079" y="171450"/>
                  <a:pt x="114301" y="171450"/>
                </a:cubicBezTo>
                <a:cubicBezTo>
                  <a:pt x="66523" y="171450"/>
                  <a:pt x="63501" y="163116"/>
                  <a:pt x="63501" y="129778"/>
                </a:cubicBezTo>
                <a:cubicBezTo>
                  <a:pt x="63501" y="123072"/>
                  <a:pt x="63582" y="117667"/>
                  <a:pt x="63647" y="113285"/>
                </a:cubicBezTo>
                <a:cubicBezTo>
                  <a:pt x="63830" y="101087"/>
                  <a:pt x="63894" y="96805"/>
                  <a:pt x="61767" y="94403"/>
                </a:cubicBezTo>
                <a:cubicBezTo>
                  <a:pt x="60617" y="93103"/>
                  <a:pt x="58826" y="92353"/>
                  <a:pt x="56067" y="91198"/>
                </a:cubicBezTo>
                <a:cubicBezTo>
                  <a:pt x="54553" y="90565"/>
                  <a:pt x="52747" y="89808"/>
                  <a:pt x="50597" y="88773"/>
                </a:cubicBezTo>
                <a:cubicBezTo>
                  <a:pt x="34671" y="81105"/>
                  <a:pt x="34671" y="79772"/>
                  <a:pt x="46615" y="58936"/>
                </a:cubicBezTo>
                <a:cubicBezTo>
                  <a:pt x="50597" y="51991"/>
                  <a:pt x="58560" y="38100"/>
                  <a:pt x="73762" y="38100"/>
                </a:cubicBezTo>
                <a:close/>
                <a:moveTo>
                  <a:pt x="31203" y="0"/>
                </a:moveTo>
                <a:cubicBezTo>
                  <a:pt x="45535" y="0"/>
                  <a:pt x="47376" y="3612"/>
                  <a:pt x="49207" y="7204"/>
                </a:cubicBezTo>
                <a:cubicBezTo>
                  <a:pt x="51018" y="10756"/>
                  <a:pt x="52818" y="14288"/>
                  <a:pt x="66675" y="14288"/>
                </a:cubicBezTo>
                <a:cubicBezTo>
                  <a:pt x="80610" y="14288"/>
                  <a:pt x="82352" y="10716"/>
                  <a:pt x="84094" y="7144"/>
                </a:cubicBezTo>
                <a:cubicBezTo>
                  <a:pt x="85836" y="3572"/>
                  <a:pt x="87578" y="0"/>
                  <a:pt x="101514" y="0"/>
                </a:cubicBezTo>
                <a:cubicBezTo>
                  <a:pt x="115449" y="0"/>
                  <a:pt x="122416" y="11906"/>
                  <a:pt x="125901" y="17859"/>
                </a:cubicBezTo>
                <a:cubicBezTo>
                  <a:pt x="130225" y="25250"/>
                  <a:pt x="132760" y="29778"/>
                  <a:pt x="133259" y="33013"/>
                </a:cubicBezTo>
                <a:cubicBezTo>
                  <a:pt x="128588" y="42863"/>
                  <a:pt x="114300" y="52388"/>
                  <a:pt x="103824" y="43889"/>
                </a:cubicBezTo>
                <a:cubicBezTo>
                  <a:pt x="103824" y="43889"/>
                  <a:pt x="96902" y="34001"/>
                  <a:pt x="94037" y="32407"/>
                </a:cubicBezTo>
                <a:cubicBezTo>
                  <a:pt x="89059" y="29638"/>
                  <a:pt x="82462" y="28575"/>
                  <a:pt x="73761" y="28575"/>
                </a:cubicBezTo>
                <a:cubicBezTo>
                  <a:pt x="62928" y="28575"/>
                  <a:pt x="54863" y="33620"/>
                  <a:pt x="49281" y="39141"/>
                </a:cubicBezTo>
                <a:cubicBezTo>
                  <a:pt x="43965" y="44400"/>
                  <a:pt x="40445" y="50542"/>
                  <a:pt x="38471" y="53988"/>
                </a:cubicBezTo>
                <a:lnTo>
                  <a:pt x="38350" y="54199"/>
                </a:lnTo>
                <a:cubicBezTo>
                  <a:pt x="35419" y="59312"/>
                  <a:pt x="32931" y="63720"/>
                  <a:pt x="31274" y="67396"/>
                </a:cubicBezTo>
                <a:cubicBezTo>
                  <a:pt x="29710" y="70865"/>
                  <a:pt x="28103" y="75287"/>
                  <a:pt x="28705" y="80000"/>
                </a:cubicBezTo>
                <a:cubicBezTo>
                  <a:pt x="29404" y="85474"/>
                  <a:pt x="32691" y="89066"/>
                  <a:pt x="35886" y="91446"/>
                </a:cubicBezTo>
                <a:cubicBezTo>
                  <a:pt x="38800" y="93616"/>
                  <a:pt x="42641" y="95515"/>
                  <a:pt x="46464" y="97355"/>
                </a:cubicBezTo>
                <a:cubicBezTo>
                  <a:pt x="47325" y="97769"/>
                  <a:pt x="48188" y="98097"/>
                  <a:pt x="49008" y="98408"/>
                </a:cubicBezTo>
                <a:cubicBezTo>
                  <a:pt x="51824" y="99475"/>
                  <a:pt x="54144" y="100354"/>
                  <a:pt x="54193" y="103931"/>
                </a:cubicBezTo>
                <a:cubicBezTo>
                  <a:pt x="54210" y="105195"/>
                  <a:pt x="54207" y="106553"/>
                  <a:pt x="54193" y="108066"/>
                </a:cubicBezTo>
                <a:cubicBezTo>
                  <a:pt x="54193" y="113385"/>
                  <a:pt x="53884" y="114266"/>
                  <a:pt x="46464" y="113385"/>
                </a:cubicBezTo>
                <a:cubicBezTo>
                  <a:pt x="23941" y="110712"/>
                  <a:pt x="22225" y="101600"/>
                  <a:pt x="22225" y="78581"/>
                </a:cubicBezTo>
                <a:cubicBezTo>
                  <a:pt x="22225" y="72833"/>
                  <a:pt x="22296" y="68201"/>
                  <a:pt x="22353" y="64444"/>
                </a:cubicBezTo>
                <a:cubicBezTo>
                  <a:pt x="22513" y="53989"/>
                  <a:pt x="22569" y="50319"/>
                  <a:pt x="20708" y="48260"/>
                </a:cubicBezTo>
                <a:cubicBezTo>
                  <a:pt x="19702" y="47146"/>
                  <a:pt x="18134" y="46503"/>
                  <a:pt x="15720" y="45513"/>
                </a:cubicBezTo>
                <a:cubicBezTo>
                  <a:pt x="14395" y="44969"/>
                  <a:pt x="12816" y="44322"/>
                  <a:pt x="10934" y="43434"/>
                </a:cubicBezTo>
                <a:cubicBezTo>
                  <a:pt x="-3002" y="36862"/>
                  <a:pt x="-3002" y="35719"/>
                  <a:pt x="7450" y="17859"/>
                </a:cubicBezTo>
                <a:cubicBezTo>
                  <a:pt x="10934" y="11906"/>
                  <a:pt x="17901" y="0"/>
                  <a:pt x="31203" y="0"/>
                </a:cubicBezTo>
                <a:close/>
              </a:path>
            </a:pathLst>
          </a:custGeom>
          <a:solidFill>
            <a:srgbClr val="000000"/>
          </a:solidFill>
          <a:ln w="9525" cap="flat">
            <a:noFill/>
            <a:prstDash val="solid"/>
            <a:miter/>
          </a:ln>
        </p:spPr>
        <p:txBody>
          <a:bodyPr rtlCol="0" anchor="ctr"/>
          <a:lstStyle/>
          <a:p>
            <a:endParaRPr lang="ru-RU"/>
          </a:p>
        </p:txBody>
      </p:sp>
      <p:sp>
        <p:nvSpPr>
          <p:cNvPr id="300" name="Полилиния: фигура 299">
            <a:extLst>
              <a:ext uri="{FF2B5EF4-FFF2-40B4-BE49-F238E27FC236}">
                <a16:creationId xmlns:a16="http://schemas.microsoft.com/office/drawing/2014/main" id="{D56F63ED-9A4C-FC87-3BFE-CFB78895F934}"/>
              </a:ext>
            </a:extLst>
          </p:cNvPr>
          <p:cNvSpPr/>
          <p:nvPr/>
        </p:nvSpPr>
        <p:spPr>
          <a:xfrm>
            <a:off x="4441652" y="2868022"/>
            <a:ext cx="171450" cy="180974"/>
          </a:xfrm>
          <a:custGeom>
            <a:avLst/>
            <a:gdLst>
              <a:gd name="connsiteX0" fmla="*/ 72535 w 171450"/>
              <a:gd name="connsiteY0" fmla="*/ 162210 h 180974"/>
              <a:gd name="connsiteX1" fmla="*/ 98922 w 171450"/>
              <a:gd name="connsiteY1" fmla="*/ 162210 h 180974"/>
              <a:gd name="connsiteX2" fmla="*/ 103599 w 171450"/>
              <a:gd name="connsiteY2" fmla="*/ 172160 h 180974"/>
              <a:gd name="connsiteX3" fmla="*/ 85725 w 171450"/>
              <a:gd name="connsiteY3" fmla="*/ 180974 h 180974"/>
              <a:gd name="connsiteX4" fmla="*/ 67851 w 171450"/>
              <a:gd name="connsiteY4" fmla="*/ 172160 h 180974"/>
              <a:gd name="connsiteX5" fmla="*/ 72535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0 w 171450"/>
              <a:gd name="connsiteY29" fmla="*/ 21840 h 180974"/>
              <a:gd name="connsiteX30" fmla="*/ 149610 w 171450"/>
              <a:gd name="connsiteY30" fmla="*/ 21840 h 180974"/>
              <a:gd name="connsiteX31" fmla="*/ 149610 w 171450"/>
              <a:gd name="connsiteY31" fmla="*/ 35310 h 180974"/>
              <a:gd name="connsiteX32" fmla="*/ 140085 w 171450"/>
              <a:gd name="connsiteY32" fmla="*/ 44835 h 180974"/>
              <a:gd name="connsiteX33" fmla="*/ 126615 w 171450"/>
              <a:gd name="connsiteY33" fmla="*/ 44835 h 180974"/>
              <a:gd name="connsiteX34" fmla="*/ 126615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5" y="162210"/>
                </a:moveTo>
                <a:cubicBezTo>
                  <a:pt x="80448" y="164140"/>
                  <a:pt x="90932" y="164211"/>
                  <a:pt x="98922" y="162210"/>
                </a:cubicBezTo>
                <a:cubicBezTo>
                  <a:pt x="105616" y="160534"/>
                  <a:pt x="105616" y="166533"/>
                  <a:pt x="103599" y="172160"/>
                </a:cubicBezTo>
                <a:cubicBezTo>
                  <a:pt x="100949" y="179549"/>
                  <a:pt x="95450" y="180974"/>
                  <a:pt x="85725" y="180974"/>
                </a:cubicBezTo>
                <a:cubicBezTo>
                  <a:pt x="75999" y="180974"/>
                  <a:pt x="70500" y="179549"/>
                  <a:pt x="67851" y="172160"/>
                </a:cubicBezTo>
                <a:cubicBezTo>
                  <a:pt x="65834" y="166534"/>
                  <a:pt x="65834" y="160576"/>
                  <a:pt x="72535" y="16221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0" y="21840"/>
                </a:moveTo>
                <a:cubicBezTo>
                  <a:pt x="139859" y="18120"/>
                  <a:pt x="145890" y="18120"/>
                  <a:pt x="149610" y="21840"/>
                </a:cubicBezTo>
                <a:cubicBezTo>
                  <a:pt x="153329" y="25560"/>
                  <a:pt x="153329" y="31590"/>
                  <a:pt x="149610" y="35310"/>
                </a:cubicBezTo>
                <a:lnTo>
                  <a:pt x="140085" y="44835"/>
                </a:lnTo>
                <a:cubicBezTo>
                  <a:pt x="136365" y="48555"/>
                  <a:pt x="130334" y="48555"/>
                  <a:pt x="126615" y="44835"/>
                </a:cubicBezTo>
                <a:cubicBezTo>
                  <a:pt x="122895" y="41115"/>
                  <a:pt x="122895" y="35085"/>
                  <a:pt x="126615"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rgbClr val="000000"/>
          </a:solidFill>
          <a:ln w="9525" cap="flat">
            <a:noFill/>
            <a:prstDash val="solid"/>
            <a:miter/>
          </a:ln>
        </p:spPr>
        <p:txBody>
          <a:bodyPr rtlCol="0" anchor="ctr"/>
          <a:lstStyle/>
          <a:p>
            <a:endParaRPr lang="ru-RU"/>
          </a:p>
        </p:txBody>
      </p:sp>
      <p:sp>
        <p:nvSpPr>
          <p:cNvPr id="306" name="Полилиния: фигура 305">
            <a:extLst>
              <a:ext uri="{FF2B5EF4-FFF2-40B4-BE49-F238E27FC236}">
                <a16:creationId xmlns:a16="http://schemas.microsoft.com/office/drawing/2014/main" id="{714E5080-8933-C188-1BA8-471734C860F9}"/>
              </a:ext>
            </a:extLst>
          </p:cNvPr>
          <p:cNvSpPr/>
          <p:nvPr/>
        </p:nvSpPr>
        <p:spPr>
          <a:xfrm>
            <a:off x="4441652" y="3374625"/>
            <a:ext cx="171449" cy="180975"/>
          </a:xfrm>
          <a:custGeom>
            <a:avLst/>
            <a:gdLst>
              <a:gd name="connsiteX0" fmla="*/ 47625 w 171449"/>
              <a:gd name="connsiteY0" fmla="*/ 85725 h 180975"/>
              <a:gd name="connsiteX1" fmla="*/ 19050 w 171449"/>
              <a:gd name="connsiteY1" fmla="*/ 114300 h 180975"/>
              <a:gd name="connsiteX2" fmla="*/ 47625 w 171449"/>
              <a:gd name="connsiteY2" fmla="*/ 142875 h 180975"/>
              <a:gd name="connsiteX3" fmla="*/ 76200 w 171449"/>
              <a:gd name="connsiteY3" fmla="*/ 114300 h 180975"/>
              <a:gd name="connsiteX4" fmla="*/ 47625 w 171449"/>
              <a:gd name="connsiteY4" fmla="*/ 85725 h 180975"/>
              <a:gd name="connsiteX5" fmla="*/ 47625 w 171449"/>
              <a:gd name="connsiteY5" fmla="*/ 66675 h 180975"/>
              <a:gd name="connsiteX6" fmla="*/ 95250 w 171449"/>
              <a:gd name="connsiteY6" fmla="*/ 114300 h 180975"/>
              <a:gd name="connsiteX7" fmla="*/ 87359 w 171449"/>
              <a:gd name="connsiteY7" fmla="*/ 140564 h 180975"/>
              <a:gd name="connsiteX8" fmla="*/ 111510 w 171449"/>
              <a:gd name="connsiteY8" fmla="*/ 164715 h 180975"/>
              <a:gd name="connsiteX9" fmla="*/ 111510 w 171449"/>
              <a:gd name="connsiteY9" fmla="*/ 178185 h 180975"/>
              <a:gd name="connsiteX10" fmla="*/ 98040 w 171449"/>
              <a:gd name="connsiteY10" fmla="*/ 178185 h 180975"/>
              <a:gd name="connsiteX11" fmla="*/ 73889 w 171449"/>
              <a:gd name="connsiteY11" fmla="*/ 154034 h 180975"/>
              <a:gd name="connsiteX12" fmla="*/ 47625 w 171449"/>
              <a:gd name="connsiteY12" fmla="*/ 161925 h 180975"/>
              <a:gd name="connsiteX13" fmla="*/ 0 w 171449"/>
              <a:gd name="connsiteY13" fmla="*/ 114300 h 180975"/>
              <a:gd name="connsiteX14" fmla="*/ 47625 w 171449"/>
              <a:gd name="connsiteY14" fmla="*/ 66675 h 180975"/>
              <a:gd name="connsiteX15" fmla="*/ 95249 w 171449"/>
              <a:gd name="connsiteY15" fmla="*/ 0 h 180975"/>
              <a:gd name="connsiteX16" fmla="*/ 171449 w 171449"/>
              <a:gd name="connsiteY16" fmla="*/ 76200 h 180975"/>
              <a:gd name="connsiteX17" fmla="*/ 123824 w 171449"/>
              <a:gd name="connsiteY17" fmla="*/ 150976 h 180975"/>
              <a:gd name="connsiteX18" fmla="*/ 103983 w 171449"/>
              <a:gd name="connsiteY18" fmla="*/ 123825 h 180975"/>
              <a:gd name="connsiteX19" fmla="*/ 104774 w 171449"/>
              <a:gd name="connsiteY19" fmla="*/ 114300 h 180975"/>
              <a:gd name="connsiteX20" fmla="*/ 47624 w 171449"/>
              <a:gd name="connsiteY20" fmla="*/ 57150 h 180975"/>
              <a:gd name="connsiteX21" fmla="*/ 38099 w 171449"/>
              <a:gd name="connsiteY21" fmla="*/ 57940 h 180975"/>
              <a:gd name="connsiteX22" fmla="*/ 35730 w 171449"/>
              <a:gd name="connsiteY22" fmla="*/ 58341 h 180975"/>
              <a:gd name="connsiteX23" fmla="*/ 20473 w 171449"/>
              <a:gd name="connsiteY23" fmla="*/ 47625 h 180975"/>
              <a:gd name="connsiteX24" fmla="*/ 95249 w 171449"/>
              <a:gd name="connsiteY24"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49" h="180975">
                <a:moveTo>
                  <a:pt x="47625" y="85725"/>
                </a:moveTo>
                <a:cubicBezTo>
                  <a:pt x="31844" y="85725"/>
                  <a:pt x="19050" y="98518"/>
                  <a:pt x="19050" y="114300"/>
                </a:cubicBezTo>
                <a:cubicBezTo>
                  <a:pt x="19050" y="130082"/>
                  <a:pt x="31844" y="142875"/>
                  <a:pt x="47625" y="142875"/>
                </a:cubicBezTo>
                <a:cubicBezTo>
                  <a:pt x="63406" y="142875"/>
                  <a:pt x="76200" y="130082"/>
                  <a:pt x="76200" y="114300"/>
                </a:cubicBezTo>
                <a:cubicBezTo>
                  <a:pt x="76200" y="98518"/>
                  <a:pt x="63406" y="85725"/>
                  <a:pt x="47625" y="85725"/>
                </a:cubicBezTo>
                <a:close/>
                <a:moveTo>
                  <a:pt x="47625" y="66675"/>
                </a:moveTo>
                <a:cubicBezTo>
                  <a:pt x="73927" y="66675"/>
                  <a:pt x="95250" y="87998"/>
                  <a:pt x="95250" y="114300"/>
                </a:cubicBezTo>
                <a:cubicBezTo>
                  <a:pt x="95250" y="124007"/>
                  <a:pt x="92346" y="133036"/>
                  <a:pt x="87359" y="140564"/>
                </a:cubicBezTo>
                <a:lnTo>
                  <a:pt x="111510" y="164715"/>
                </a:lnTo>
                <a:cubicBezTo>
                  <a:pt x="115230" y="168434"/>
                  <a:pt x="115230" y="174466"/>
                  <a:pt x="111510" y="178185"/>
                </a:cubicBezTo>
                <a:cubicBezTo>
                  <a:pt x="107791" y="181905"/>
                  <a:pt x="101759" y="181905"/>
                  <a:pt x="98040" y="178185"/>
                </a:cubicBezTo>
                <a:lnTo>
                  <a:pt x="73889" y="154034"/>
                </a:lnTo>
                <a:cubicBezTo>
                  <a:pt x="66360" y="159021"/>
                  <a:pt x="57332" y="161925"/>
                  <a:pt x="47625" y="161925"/>
                </a:cubicBezTo>
                <a:cubicBezTo>
                  <a:pt x="21322" y="161925"/>
                  <a:pt x="0" y="140602"/>
                  <a:pt x="0" y="114300"/>
                </a:cubicBezTo>
                <a:cubicBezTo>
                  <a:pt x="0" y="87998"/>
                  <a:pt x="21322" y="66675"/>
                  <a:pt x="47625" y="66675"/>
                </a:cubicBezTo>
                <a:close/>
                <a:moveTo>
                  <a:pt x="95249" y="0"/>
                </a:moveTo>
                <a:cubicBezTo>
                  <a:pt x="158000" y="0"/>
                  <a:pt x="171449" y="13449"/>
                  <a:pt x="171449" y="76200"/>
                </a:cubicBezTo>
                <a:cubicBezTo>
                  <a:pt x="171449" y="127984"/>
                  <a:pt x="162291" y="146193"/>
                  <a:pt x="123824" y="150976"/>
                </a:cubicBezTo>
                <a:cubicBezTo>
                  <a:pt x="105417" y="153265"/>
                  <a:pt x="101170" y="140573"/>
                  <a:pt x="103983" y="123825"/>
                </a:cubicBezTo>
                <a:cubicBezTo>
                  <a:pt x="104504" y="120726"/>
                  <a:pt x="104774" y="117543"/>
                  <a:pt x="104774" y="114300"/>
                </a:cubicBezTo>
                <a:cubicBezTo>
                  <a:pt x="104774" y="82737"/>
                  <a:pt x="79187" y="57150"/>
                  <a:pt x="47624" y="57150"/>
                </a:cubicBezTo>
                <a:cubicBezTo>
                  <a:pt x="44379" y="57150"/>
                  <a:pt x="41197" y="57421"/>
                  <a:pt x="38099" y="57940"/>
                </a:cubicBezTo>
                <a:cubicBezTo>
                  <a:pt x="37276" y="58078"/>
                  <a:pt x="36486" y="58213"/>
                  <a:pt x="35730" y="58341"/>
                </a:cubicBezTo>
                <a:cubicBezTo>
                  <a:pt x="20873" y="60865"/>
                  <a:pt x="18782" y="61221"/>
                  <a:pt x="20473" y="47625"/>
                </a:cubicBezTo>
                <a:cubicBezTo>
                  <a:pt x="25257" y="9159"/>
                  <a:pt x="43466" y="0"/>
                  <a:pt x="95249" y="0"/>
                </a:cubicBezTo>
                <a:close/>
              </a:path>
            </a:pathLst>
          </a:custGeom>
          <a:solidFill>
            <a:srgbClr val="000000"/>
          </a:solidFill>
          <a:ln w="9525" cap="flat">
            <a:noFill/>
            <a:prstDash val="solid"/>
            <a:miter/>
          </a:ln>
        </p:spPr>
        <p:txBody>
          <a:bodyPr rtlCol="0" anchor="ctr"/>
          <a:lstStyle/>
          <a:p>
            <a:endParaRPr lang="ru-RU"/>
          </a:p>
        </p:txBody>
      </p:sp>
      <p:sp>
        <p:nvSpPr>
          <p:cNvPr id="301" name="Полилиния: фигура 300">
            <a:extLst>
              <a:ext uri="{FF2B5EF4-FFF2-40B4-BE49-F238E27FC236}">
                <a16:creationId xmlns:a16="http://schemas.microsoft.com/office/drawing/2014/main" id="{7D99FDAB-D632-3F01-7B50-74FC96360C3D}"/>
              </a:ext>
            </a:extLst>
          </p:cNvPr>
          <p:cNvSpPr/>
          <p:nvPr/>
        </p:nvSpPr>
        <p:spPr>
          <a:xfrm>
            <a:off x="4863202" y="2877546"/>
            <a:ext cx="171450" cy="152400"/>
          </a:xfrm>
          <a:custGeom>
            <a:avLst/>
            <a:gdLst>
              <a:gd name="connsiteX0" fmla="*/ 104775 w 171450"/>
              <a:gd name="connsiteY0" fmla="*/ 123825 h 152400"/>
              <a:gd name="connsiteX1" fmla="*/ 161925 w 171450"/>
              <a:gd name="connsiteY1" fmla="*/ 123825 h 152400"/>
              <a:gd name="connsiteX2" fmla="*/ 171450 w 171450"/>
              <a:gd name="connsiteY2" fmla="*/ 133350 h 152400"/>
              <a:gd name="connsiteX3" fmla="*/ 161925 w 171450"/>
              <a:gd name="connsiteY3" fmla="*/ 142875 h 152400"/>
              <a:gd name="connsiteX4" fmla="*/ 104775 w 171450"/>
              <a:gd name="connsiteY4" fmla="*/ 142875 h 152400"/>
              <a:gd name="connsiteX5" fmla="*/ 95250 w 171450"/>
              <a:gd name="connsiteY5" fmla="*/ 133350 h 152400"/>
              <a:gd name="connsiteX6" fmla="*/ 104775 w 171450"/>
              <a:gd name="connsiteY6" fmla="*/ 123825 h 152400"/>
              <a:gd name="connsiteX7" fmla="*/ 136140 w 171450"/>
              <a:gd name="connsiteY7" fmla="*/ 21840 h 152400"/>
              <a:gd name="connsiteX8" fmla="*/ 149610 w 171450"/>
              <a:gd name="connsiteY8" fmla="*/ 21840 h 152400"/>
              <a:gd name="connsiteX9" fmla="*/ 149610 w 171450"/>
              <a:gd name="connsiteY9" fmla="*/ 35310 h 152400"/>
              <a:gd name="connsiteX10" fmla="*/ 35310 w 171450"/>
              <a:gd name="connsiteY10" fmla="*/ 149610 h 152400"/>
              <a:gd name="connsiteX11" fmla="*/ 21840 w 171450"/>
              <a:gd name="connsiteY11" fmla="*/ 149610 h 152400"/>
              <a:gd name="connsiteX12" fmla="*/ 21840 w 171450"/>
              <a:gd name="connsiteY12" fmla="*/ 136140 h 152400"/>
              <a:gd name="connsiteX13" fmla="*/ 38100 w 171450"/>
              <a:gd name="connsiteY13" fmla="*/ 0 h 152400"/>
              <a:gd name="connsiteX14" fmla="*/ 47625 w 171450"/>
              <a:gd name="connsiteY14" fmla="*/ 9525 h 152400"/>
              <a:gd name="connsiteX15" fmla="*/ 47625 w 171450"/>
              <a:gd name="connsiteY15" fmla="*/ 28575 h 152400"/>
              <a:gd name="connsiteX16" fmla="*/ 66675 w 171450"/>
              <a:gd name="connsiteY16" fmla="*/ 28575 h 152400"/>
              <a:gd name="connsiteX17" fmla="*/ 76200 w 171450"/>
              <a:gd name="connsiteY17" fmla="*/ 38100 h 152400"/>
              <a:gd name="connsiteX18" fmla="*/ 66675 w 171450"/>
              <a:gd name="connsiteY18" fmla="*/ 47625 h 152400"/>
              <a:gd name="connsiteX19" fmla="*/ 47625 w 171450"/>
              <a:gd name="connsiteY19" fmla="*/ 47625 h 152400"/>
              <a:gd name="connsiteX20" fmla="*/ 47625 w 171450"/>
              <a:gd name="connsiteY20" fmla="*/ 66675 h 152400"/>
              <a:gd name="connsiteX21" fmla="*/ 38100 w 171450"/>
              <a:gd name="connsiteY21" fmla="*/ 76200 h 152400"/>
              <a:gd name="connsiteX22" fmla="*/ 28575 w 171450"/>
              <a:gd name="connsiteY22" fmla="*/ 66675 h 152400"/>
              <a:gd name="connsiteX23" fmla="*/ 28575 w 171450"/>
              <a:gd name="connsiteY23" fmla="*/ 47625 h 152400"/>
              <a:gd name="connsiteX24" fmla="*/ 9525 w 171450"/>
              <a:gd name="connsiteY24" fmla="*/ 47625 h 152400"/>
              <a:gd name="connsiteX25" fmla="*/ 0 w 171450"/>
              <a:gd name="connsiteY25" fmla="*/ 38100 h 152400"/>
              <a:gd name="connsiteX26" fmla="*/ 9525 w 171450"/>
              <a:gd name="connsiteY26" fmla="*/ 28575 h 152400"/>
              <a:gd name="connsiteX27" fmla="*/ 28575 w 171450"/>
              <a:gd name="connsiteY27" fmla="*/ 28575 h 152400"/>
              <a:gd name="connsiteX28" fmla="*/ 28575 w 171450"/>
              <a:gd name="connsiteY28" fmla="*/ 9525 h 152400"/>
              <a:gd name="connsiteX29" fmla="*/ 38100 w 171450"/>
              <a:gd name="connsiteY29"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450" h="152400">
                <a:moveTo>
                  <a:pt x="104775" y="123825"/>
                </a:moveTo>
                <a:lnTo>
                  <a:pt x="161925" y="123825"/>
                </a:lnTo>
                <a:cubicBezTo>
                  <a:pt x="167186" y="123825"/>
                  <a:pt x="171450" y="128089"/>
                  <a:pt x="171450" y="133350"/>
                </a:cubicBezTo>
                <a:cubicBezTo>
                  <a:pt x="171450" y="138611"/>
                  <a:pt x="167186" y="142875"/>
                  <a:pt x="161925" y="142875"/>
                </a:cubicBezTo>
                <a:lnTo>
                  <a:pt x="104775" y="142875"/>
                </a:lnTo>
                <a:cubicBezTo>
                  <a:pt x="99514" y="142875"/>
                  <a:pt x="95250" y="138611"/>
                  <a:pt x="95250" y="133350"/>
                </a:cubicBezTo>
                <a:cubicBezTo>
                  <a:pt x="95250" y="128089"/>
                  <a:pt x="99514" y="123825"/>
                  <a:pt x="104775" y="123825"/>
                </a:cubicBezTo>
                <a:close/>
                <a:moveTo>
                  <a:pt x="136140" y="21840"/>
                </a:moveTo>
                <a:cubicBezTo>
                  <a:pt x="139859" y="18120"/>
                  <a:pt x="145891" y="18120"/>
                  <a:pt x="149610" y="21840"/>
                </a:cubicBezTo>
                <a:cubicBezTo>
                  <a:pt x="153330" y="25560"/>
                  <a:pt x="153330" y="31590"/>
                  <a:pt x="149610" y="35310"/>
                </a:cubicBezTo>
                <a:lnTo>
                  <a:pt x="35310" y="149610"/>
                </a:lnTo>
                <a:cubicBezTo>
                  <a:pt x="31590" y="153330"/>
                  <a:pt x="25560" y="153330"/>
                  <a:pt x="21840" y="149610"/>
                </a:cubicBezTo>
                <a:cubicBezTo>
                  <a:pt x="18120" y="145891"/>
                  <a:pt x="18120" y="139859"/>
                  <a:pt x="21840" y="136140"/>
                </a:cubicBezTo>
                <a:close/>
                <a:moveTo>
                  <a:pt x="38100" y="0"/>
                </a:moveTo>
                <a:cubicBezTo>
                  <a:pt x="43360" y="0"/>
                  <a:pt x="47625" y="4265"/>
                  <a:pt x="47625" y="9525"/>
                </a:cubicBezTo>
                <a:lnTo>
                  <a:pt x="47625" y="28575"/>
                </a:lnTo>
                <a:lnTo>
                  <a:pt x="66675" y="28575"/>
                </a:lnTo>
                <a:cubicBezTo>
                  <a:pt x="71936" y="28575"/>
                  <a:pt x="76200" y="32840"/>
                  <a:pt x="76200" y="38100"/>
                </a:cubicBezTo>
                <a:cubicBezTo>
                  <a:pt x="76200" y="43360"/>
                  <a:pt x="71936" y="47625"/>
                  <a:pt x="66675" y="47625"/>
                </a:cubicBezTo>
                <a:lnTo>
                  <a:pt x="47625" y="47625"/>
                </a:lnTo>
                <a:lnTo>
                  <a:pt x="47625" y="66675"/>
                </a:lnTo>
                <a:cubicBezTo>
                  <a:pt x="47625" y="71936"/>
                  <a:pt x="43360" y="76200"/>
                  <a:pt x="38100" y="76200"/>
                </a:cubicBezTo>
                <a:cubicBezTo>
                  <a:pt x="32840" y="76200"/>
                  <a:pt x="28575" y="71936"/>
                  <a:pt x="28575" y="66675"/>
                </a:cubicBezTo>
                <a:lnTo>
                  <a:pt x="28575" y="47625"/>
                </a:lnTo>
                <a:lnTo>
                  <a:pt x="9525" y="47625"/>
                </a:lnTo>
                <a:cubicBezTo>
                  <a:pt x="4265" y="47625"/>
                  <a:pt x="0" y="43360"/>
                  <a:pt x="0" y="38100"/>
                </a:cubicBezTo>
                <a:cubicBezTo>
                  <a:pt x="0" y="32840"/>
                  <a:pt x="4265" y="28575"/>
                  <a:pt x="9525" y="28575"/>
                </a:cubicBezTo>
                <a:lnTo>
                  <a:pt x="28575" y="28575"/>
                </a:lnTo>
                <a:lnTo>
                  <a:pt x="28575" y="9525"/>
                </a:lnTo>
                <a:cubicBezTo>
                  <a:pt x="28575" y="4265"/>
                  <a:pt x="32840" y="0"/>
                  <a:pt x="38100" y="0"/>
                </a:cubicBezTo>
                <a:close/>
              </a:path>
            </a:pathLst>
          </a:custGeom>
          <a:solidFill>
            <a:srgbClr val="000000"/>
          </a:solidFill>
          <a:ln w="9525" cap="flat">
            <a:noFill/>
            <a:prstDash val="solid"/>
            <a:miter/>
          </a:ln>
        </p:spPr>
        <p:txBody>
          <a:bodyPr rtlCol="0" anchor="ctr"/>
          <a:lstStyle/>
          <a:p>
            <a:endParaRPr lang="ru-RU"/>
          </a:p>
        </p:txBody>
      </p:sp>
      <p:sp>
        <p:nvSpPr>
          <p:cNvPr id="307" name="Полилиния: фигура 306">
            <a:extLst>
              <a:ext uri="{FF2B5EF4-FFF2-40B4-BE49-F238E27FC236}">
                <a16:creationId xmlns:a16="http://schemas.microsoft.com/office/drawing/2014/main" id="{DD767CA0-1895-ABD0-9F1A-525F906BEC7A}"/>
              </a:ext>
            </a:extLst>
          </p:cNvPr>
          <p:cNvSpPr/>
          <p:nvPr/>
        </p:nvSpPr>
        <p:spPr>
          <a:xfrm>
            <a:off x="4863203" y="3374623"/>
            <a:ext cx="171449" cy="161924"/>
          </a:xfrm>
          <a:custGeom>
            <a:avLst/>
            <a:gdLst>
              <a:gd name="connsiteX0" fmla="*/ 42058 w 171449"/>
              <a:gd name="connsiteY0" fmla="*/ 100541 h 161924"/>
              <a:gd name="connsiteX1" fmla="*/ 152930 w 171449"/>
              <a:gd name="connsiteY1" fmla="*/ 117874 h 161924"/>
              <a:gd name="connsiteX2" fmla="*/ 170216 w 171449"/>
              <a:gd name="connsiteY2" fmla="*/ 142284 h 161924"/>
              <a:gd name="connsiteX3" fmla="*/ 148109 w 171449"/>
              <a:gd name="connsiteY3" fmla="*/ 160536 h 161924"/>
              <a:gd name="connsiteX4" fmla="*/ 129599 w 171449"/>
              <a:gd name="connsiteY4" fmla="*/ 157642 h 161924"/>
              <a:gd name="connsiteX5" fmla="*/ 121797 w 171449"/>
              <a:gd name="connsiteY5" fmla="*/ 144512 h 161924"/>
              <a:gd name="connsiteX6" fmla="*/ 123913 w 171449"/>
              <a:gd name="connsiteY6" fmla="*/ 132932 h 161924"/>
              <a:gd name="connsiteX7" fmla="*/ 120131 w 171449"/>
              <a:gd name="connsiteY7" fmla="*/ 126725 h 161924"/>
              <a:gd name="connsiteX8" fmla="*/ 114459 w 171449"/>
              <a:gd name="connsiteY8" fmla="*/ 130862 h 161924"/>
              <a:gd name="connsiteX9" fmla="*/ 112290 w 171449"/>
              <a:gd name="connsiteY9" fmla="*/ 142730 h 161924"/>
              <a:gd name="connsiteX10" fmla="*/ 99883 w 171449"/>
              <a:gd name="connsiteY10" fmla="*/ 152996 h 161924"/>
              <a:gd name="connsiteX11" fmla="*/ 34189 w 171449"/>
              <a:gd name="connsiteY11" fmla="*/ 142726 h 161924"/>
              <a:gd name="connsiteX12" fmla="*/ 22307 w 171449"/>
              <a:gd name="connsiteY12" fmla="*/ 119160 h 161924"/>
              <a:gd name="connsiteX13" fmla="*/ 42058 w 171449"/>
              <a:gd name="connsiteY13" fmla="*/ 100541 h 161924"/>
              <a:gd name="connsiteX14" fmla="*/ 10390 w 171449"/>
              <a:gd name="connsiteY14" fmla="*/ 95590 h 161924"/>
              <a:gd name="connsiteX15" fmla="*/ 10464 w 171449"/>
              <a:gd name="connsiteY15" fmla="*/ 95601 h 161924"/>
              <a:gd name="connsiteX16" fmla="*/ 12749 w 171449"/>
              <a:gd name="connsiteY16" fmla="*/ 117666 h 161924"/>
              <a:gd name="connsiteX17" fmla="*/ 12495 w 171449"/>
              <a:gd name="connsiteY17" fmla="*/ 118854 h 161924"/>
              <a:gd name="connsiteX18" fmla="*/ 6568 w 171449"/>
              <a:gd name="connsiteY18" fmla="*/ 138031 h 161924"/>
              <a:gd name="connsiteX19" fmla="*/ 3826 w 171449"/>
              <a:gd name="connsiteY19" fmla="*/ 137979 h 161924"/>
              <a:gd name="connsiteX20" fmla="*/ 3733 w 171449"/>
              <a:gd name="connsiteY20" fmla="*/ 137965 h 161924"/>
              <a:gd name="connsiteX21" fmla="*/ 1498 w 171449"/>
              <a:gd name="connsiteY21" fmla="*/ 115908 h 161924"/>
              <a:gd name="connsiteX22" fmla="*/ 10390 w 171449"/>
              <a:gd name="connsiteY22" fmla="*/ 95590 h 161924"/>
              <a:gd name="connsiteX23" fmla="*/ 108160 w 171449"/>
              <a:gd name="connsiteY23" fmla="*/ 34335 h 161924"/>
              <a:gd name="connsiteX24" fmla="*/ 111887 w 171449"/>
              <a:gd name="connsiteY24" fmla="*/ 38150 h 161924"/>
              <a:gd name="connsiteX25" fmla="*/ 99851 w 171449"/>
              <a:gd name="connsiteY25" fmla="*/ 79019 h 161924"/>
              <a:gd name="connsiteX26" fmla="*/ 46470 w 171449"/>
              <a:gd name="connsiteY26" fmla="*/ 84907 h 161924"/>
              <a:gd name="connsiteX27" fmla="*/ 18188 w 171449"/>
              <a:gd name="connsiteY27" fmla="*/ 85064 h 161924"/>
              <a:gd name="connsiteX28" fmla="*/ 18188 w 171449"/>
              <a:gd name="connsiteY28" fmla="*/ 72414 h 161924"/>
              <a:gd name="connsiteX29" fmla="*/ 52969 w 171449"/>
              <a:gd name="connsiteY29" fmla="*/ 59626 h 161924"/>
              <a:gd name="connsiteX30" fmla="*/ 100834 w 171449"/>
              <a:gd name="connsiteY30" fmla="*/ 38150 h 161924"/>
              <a:gd name="connsiteX31" fmla="*/ 108160 w 171449"/>
              <a:gd name="connsiteY31" fmla="*/ 34335 h 161924"/>
              <a:gd name="connsiteX32" fmla="*/ 84161 w 171449"/>
              <a:gd name="connsiteY32" fmla="*/ 5 h 161924"/>
              <a:gd name="connsiteX33" fmla="*/ 90328 w 171449"/>
              <a:gd name="connsiteY33" fmla="*/ 6873 h 161924"/>
              <a:gd name="connsiteX34" fmla="*/ 88223 w 171449"/>
              <a:gd name="connsiteY34" fmla="*/ 29326 h 161924"/>
              <a:gd name="connsiteX35" fmla="*/ 47022 w 171449"/>
              <a:gd name="connsiteY35" fmla="*/ 48271 h 161924"/>
              <a:gd name="connsiteX36" fmla="*/ 47022 w 171449"/>
              <a:gd name="connsiteY36" fmla="*/ 42787 h 161924"/>
              <a:gd name="connsiteX37" fmla="*/ 77213 w 171449"/>
              <a:gd name="connsiteY37" fmla="*/ 6873 h 161924"/>
              <a:gd name="connsiteX38" fmla="*/ 84161 w 171449"/>
              <a:gd name="connsiteY38" fmla="*/ 5 h 1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1449" h="161924">
                <a:moveTo>
                  <a:pt x="42058" y="100541"/>
                </a:moveTo>
                <a:lnTo>
                  <a:pt x="152930" y="117874"/>
                </a:lnTo>
                <a:cubicBezTo>
                  <a:pt x="172482" y="120931"/>
                  <a:pt x="173019" y="121166"/>
                  <a:pt x="170216" y="142284"/>
                </a:cubicBezTo>
                <a:cubicBezTo>
                  <a:pt x="167411" y="163402"/>
                  <a:pt x="167223" y="163524"/>
                  <a:pt x="148109" y="160536"/>
                </a:cubicBezTo>
                <a:lnTo>
                  <a:pt x="129599" y="157642"/>
                </a:lnTo>
                <a:cubicBezTo>
                  <a:pt x="120131" y="155966"/>
                  <a:pt x="119886" y="154965"/>
                  <a:pt x="121797" y="144512"/>
                </a:cubicBezTo>
                <a:lnTo>
                  <a:pt x="123913" y="132932"/>
                </a:lnTo>
                <a:cubicBezTo>
                  <a:pt x="124436" y="130075"/>
                  <a:pt x="122742" y="127296"/>
                  <a:pt x="120131" y="126725"/>
                </a:cubicBezTo>
                <a:cubicBezTo>
                  <a:pt x="117521" y="126153"/>
                  <a:pt x="114981" y="128006"/>
                  <a:pt x="114459" y="130862"/>
                </a:cubicBezTo>
                <a:lnTo>
                  <a:pt x="112290" y="142730"/>
                </a:lnTo>
                <a:cubicBezTo>
                  <a:pt x="110414" y="152996"/>
                  <a:pt x="109094" y="154483"/>
                  <a:pt x="99883" y="152996"/>
                </a:cubicBezTo>
                <a:lnTo>
                  <a:pt x="34189" y="142726"/>
                </a:lnTo>
                <a:cubicBezTo>
                  <a:pt x="21830" y="140793"/>
                  <a:pt x="18869" y="137972"/>
                  <a:pt x="22307" y="119160"/>
                </a:cubicBezTo>
                <a:cubicBezTo>
                  <a:pt x="25745" y="100349"/>
                  <a:pt x="27585" y="98277"/>
                  <a:pt x="42058" y="100541"/>
                </a:cubicBezTo>
                <a:close/>
                <a:moveTo>
                  <a:pt x="10390" y="95590"/>
                </a:moveTo>
                <a:lnTo>
                  <a:pt x="10464" y="95601"/>
                </a:lnTo>
                <a:cubicBezTo>
                  <a:pt x="17144" y="96645"/>
                  <a:pt x="17218" y="96781"/>
                  <a:pt x="12749" y="117666"/>
                </a:cubicBezTo>
                <a:lnTo>
                  <a:pt x="12495" y="118854"/>
                </a:lnTo>
                <a:cubicBezTo>
                  <a:pt x="9375" y="133441"/>
                  <a:pt x="8552" y="137292"/>
                  <a:pt x="6568" y="138031"/>
                </a:cubicBezTo>
                <a:cubicBezTo>
                  <a:pt x="5857" y="138297"/>
                  <a:pt x="4996" y="138162"/>
                  <a:pt x="3826" y="137979"/>
                </a:cubicBezTo>
                <a:lnTo>
                  <a:pt x="3733" y="137965"/>
                </a:lnTo>
                <a:cubicBezTo>
                  <a:pt x="-777" y="137258"/>
                  <a:pt x="-779" y="137258"/>
                  <a:pt x="1498" y="115908"/>
                </a:cubicBezTo>
                <a:cubicBezTo>
                  <a:pt x="3776" y="94555"/>
                  <a:pt x="3783" y="94557"/>
                  <a:pt x="10390" y="95590"/>
                </a:cubicBezTo>
                <a:close/>
                <a:moveTo>
                  <a:pt x="108160" y="34335"/>
                </a:moveTo>
                <a:cubicBezTo>
                  <a:pt x="110039" y="34692"/>
                  <a:pt x="111318" y="36321"/>
                  <a:pt x="111887" y="38150"/>
                </a:cubicBezTo>
                <a:cubicBezTo>
                  <a:pt x="115989" y="51320"/>
                  <a:pt x="116526" y="69261"/>
                  <a:pt x="99851" y="79019"/>
                </a:cubicBezTo>
                <a:cubicBezTo>
                  <a:pt x="85699" y="87300"/>
                  <a:pt x="64893" y="86031"/>
                  <a:pt x="46470" y="84907"/>
                </a:cubicBezTo>
                <a:cubicBezTo>
                  <a:pt x="35592" y="84244"/>
                  <a:pt x="25544" y="83631"/>
                  <a:pt x="18188" y="85064"/>
                </a:cubicBezTo>
                <a:cubicBezTo>
                  <a:pt x="7691" y="87111"/>
                  <a:pt x="5628" y="82928"/>
                  <a:pt x="18188" y="72414"/>
                </a:cubicBezTo>
                <a:cubicBezTo>
                  <a:pt x="24907" y="66789"/>
                  <a:pt x="35827" y="61741"/>
                  <a:pt x="52969" y="59626"/>
                </a:cubicBezTo>
                <a:cubicBezTo>
                  <a:pt x="78014" y="56536"/>
                  <a:pt x="92961" y="46792"/>
                  <a:pt x="100834" y="38150"/>
                </a:cubicBezTo>
                <a:cubicBezTo>
                  <a:pt x="103802" y="34892"/>
                  <a:pt x="106281" y="33977"/>
                  <a:pt x="108160" y="34335"/>
                </a:cubicBezTo>
                <a:close/>
                <a:moveTo>
                  <a:pt x="84161" y="5"/>
                </a:moveTo>
                <a:cubicBezTo>
                  <a:pt x="86453" y="132"/>
                  <a:pt x="88615" y="2548"/>
                  <a:pt x="90328" y="6873"/>
                </a:cubicBezTo>
                <a:cubicBezTo>
                  <a:pt x="92769" y="13031"/>
                  <a:pt x="92766" y="20897"/>
                  <a:pt x="88223" y="29326"/>
                </a:cubicBezTo>
                <a:cubicBezTo>
                  <a:pt x="81700" y="41434"/>
                  <a:pt x="66499" y="46977"/>
                  <a:pt x="47022" y="48271"/>
                </a:cubicBezTo>
                <a:cubicBezTo>
                  <a:pt x="41433" y="48642"/>
                  <a:pt x="41139" y="46737"/>
                  <a:pt x="47022" y="42787"/>
                </a:cubicBezTo>
                <a:cubicBezTo>
                  <a:pt x="63627" y="31640"/>
                  <a:pt x="71338" y="19581"/>
                  <a:pt x="77213" y="6873"/>
                </a:cubicBezTo>
                <a:cubicBezTo>
                  <a:pt x="79447" y="2041"/>
                  <a:pt x="81869" y="-122"/>
                  <a:pt x="84161" y="5"/>
                </a:cubicBezTo>
                <a:close/>
              </a:path>
            </a:pathLst>
          </a:custGeom>
          <a:solidFill>
            <a:srgbClr val="000000"/>
          </a:solidFill>
          <a:ln w="9525" cap="flat">
            <a:noFill/>
            <a:prstDash val="solid"/>
            <a:miter/>
          </a:ln>
        </p:spPr>
        <p:txBody>
          <a:bodyPr rtlCol="0" anchor="ctr"/>
          <a:lstStyle/>
          <a:p>
            <a:endParaRPr lang="ru-RU"/>
          </a:p>
        </p:txBody>
      </p:sp>
      <p:sp>
        <p:nvSpPr>
          <p:cNvPr id="180" name="Рисунок 75">
            <a:extLst>
              <a:ext uri="{FF2B5EF4-FFF2-40B4-BE49-F238E27FC236}">
                <a16:creationId xmlns:a16="http://schemas.microsoft.com/office/drawing/2014/main" id="{717E6039-8CFA-CA8C-DDD7-35597818356C}"/>
              </a:ext>
            </a:extLst>
          </p:cNvPr>
          <p:cNvSpPr/>
          <p:nvPr/>
        </p:nvSpPr>
        <p:spPr>
          <a:xfrm>
            <a:off x="5284750" y="2877547"/>
            <a:ext cx="171450" cy="161925"/>
          </a:xfrm>
          <a:custGeom>
            <a:avLst/>
            <a:gdLst>
              <a:gd name="connsiteX0" fmla="*/ 171450 w 171450"/>
              <a:gd name="connsiteY0" fmla="*/ 133350 h 161925"/>
              <a:gd name="connsiteX1" fmla="*/ 85725 w 171450"/>
              <a:gd name="connsiteY1" fmla="*/ 161925 h 161925"/>
              <a:gd name="connsiteX2" fmla="*/ 0 w 171450"/>
              <a:gd name="connsiteY2" fmla="*/ 133350 h 161925"/>
              <a:gd name="connsiteX3" fmla="*/ 85725 w 171450"/>
              <a:gd name="connsiteY3" fmla="*/ 0 h 161925"/>
              <a:gd name="connsiteX4" fmla="*/ 171450 w 171450"/>
              <a:gd name="connsiteY4" fmla="*/ 133350 h 161925"/>
              <a:gd name="connsiteX5" fmla="*/ 113295 w 171450"/>
              <a:gd name="connsiteY5" fmla="*/ 80460 h 161925"/>
              <a:gd name="connsiteX6" fmla="*/ 109036 w 171450"/>
              <a:gd name="connsiteY6" fmla="*/ 67680 h 161925"/>
              <a:gd name="connsiteX7" fmla="*/ 96257 w 171450"/>
              <a:gd name="connsiteY7" fmla="*/ 71940 h 161925"/>
              <a:gd name="connsiteX8" fmla="*/ 88736 w 171450"/>
              <a:gd name="connsiteY8" fmla="*/ 86980 h 161925"/>
              <a:gd name="connsiteX9" fmla="*/ 87210 w 171450"/>
              <a:gd name="connsiteY9" fmla="*/ 88973 h 161925"/>
              <a:gd name="connsiteX10" fmla="*/ 85448 w 171450"/>
              <a:gd name="connsiteY10" fmla="*/ 87185 h 161925"/>
              <a:gd name="connsiteX11" fmla="*/ 74602 w 171450"/>
              <a:gd name="connsiteY11" fmla="*/ 70916 h 161925"/>
              <a:gd name="connsiteX12" fmla="*/ 61393 w 171450"/>
              <a:gd name="connsiteY12" fmla="*/ 68274 h 161925"/>
              <a:gd name="connsiteX13" fmla="*/ 58751 w 171450"/>
              <a:gd name="connsiteY13" fmla="*/ 81484 h 161925"/>
              <a:gd name="connsiteX14" fmla="*/ 75771 w 171450"/>
              <a:gd name="connsiteY14" fmla="*/ 107014 h 161925"/>
              <a:gd name="connsiteX15" fmla="*/ 76335 w 171450"/>
              <a:gd name="connsiteY15" fmla="*/ 108241 h 161925"/>
              <a:gd name="connsiteX16" fmla="*/ 75586 w 171450"/>
              <a:gd name="connsiteY16" fmla="*/ 109315 h 161925"/>
              <a:gd name="connsiteX17" fmla="*/ 66676 w 171450"/>
              <a:gd name="connsiteY17" fmla="*/ 114300 h 161925"/>
              <a:gd name="connsiteX18" fmla="*/ 57151 w 171450"/>
              <a:gd name="connsiteY18" fmla="*/ 123825 h 161925"/>
              <a:gd name="connsiteX19" fmla="*/ 66676 w 171450"/>
              <a:gd name="connsiteY19" fmla="*/ 133350 h 161925"/>
              <a:gd name="connsiteX20" fmla="*/ 91109 w 171450"/>
              <a:gd name="connsiteY20" fmla="*/ 120572 h 161925"/>
              <a:gd name="connsiteX21" fmla="*/ 98981 w 171450"/>
              <a:gd name="connsiteY21" fmla="*/ 109089 h 161925"/>
              <a:gd name="connsiteX22" fmla="*/ 113295 w 171450"/>
              <a:gd name="connsiteY22" fmla="*/ 8046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1450" h="161925">
                <a:moveTo>
                  <a:pt x="171450" y="133350"/>
                </a:moveTo>
                <a:cubicBezTo>
                  <a:pt x="171450" y="161925"/>
                  <a:pt x="138915" y="161925"/>
                  <a:pt x="85725" y="161925"/>
                </a:cubicBezTo>
                <a:cubicBezTo>
                  <a:pt x="32535" y="161925"/>
                  <a:pt x="0" y="161925"/>
                  <a:pt x="0" y="133350"/>
                </a:cubicBezTo>
                <a:cubicBezTo>
                  <a:pt x="0" y="100013"/>
                  <a:pt x="52388" y="0"/>
                  <a:pt x="85725" y="0"/>
                </a:cubicBezTo>
                <a:cubicBezTo>
                  <a:pt x="119063" y="0"/>
                  <a:pt x="171450" y="100013"/>
                  <a:pt x="171450" y="133350"/>
                </a:cubicBezTo>
                <a:close/>
                <a:moveTo>
                  <a:pt x="113295" y="80460"/>
                </a:moveTo>
                <a:cubicBezTo>
                  <a:pt x="115648" y="75754"/>
                  <a:pt x="113741" y="70033"/>
                  <a:pt x="109036" y="67680"/>
                </a:cubicBezTo>
                <a:cubicBezTo>
                  <a:pt x="104330" y="65328"/>
                  <a:pt x="98609" y="67235"/>
                  <a:pt x="96257" y="71940"/>
                </a:cubicBezTo>
                <a:lnTo>
                  <a:pt x="88736" y="86980"/>
                </a:lnTo>
                <a:cubicBezTo>
                  <a:pt x="88083" y="88286"/>
                  <a:pt x="87757" y="88940"/>
                  <a:pt x="87210" y="88973"/>
                </a:cubicBezTo>
                <a:cubicBezTo>
                  <a:pt x="86662" y="89007"/>
                  <a:pt x="86257" y="88400"/>
                  <a:pt x="85448" y="87185"/>
                </a:cubicBezTo>
                <a:lnTo>
                  <a:pt x="74602" y="70916"/>
                </a:lnTo>
                <a:cubicBezTo>
                  <a:pt x="71683" y="66539"/>
                  <a:pt x="65769" y="65356"/>
                  <a:pt x="61393" y="68274"/>
                </a:cubicBezTo>
                <a:cubicBezTo>
                  <a:pt x="57016" y="71193"/>
                  <a:pt x="55833" y="77106"/>
                  <a:pt x="58751" y="81484"/>
                </a:cubicBezTo>
                <a:lnTo>
                  <a:pt x="75771" y="107014"/>
                </a:lnTo>
                <a:cubicBezTo>
                  <a:pt x="76168" y="107609"/>
                  <a:pt x="76366" y="107906"/>
                  <a:pt x="76335" y="108241"/>
                </a:cubicBezTo>
                <a:cubicBezTo>
                  <a:pt x="76304" y="108576"/>
                  <a:pt x="76065" y="108822"/>
                  <a:pt x="75586" y="109315"/>
                </a:cubicBezTo>
                <a:cubicBezTo>
                  <a:pt x="72345" y="112646"/>
                  <a:pt x="69254" y="114300"/>
                  <a:pt x="66676" y="114300"/>
                </a:cubicBezTo>
                <a:cubicBezTo>
                  <a:pt x="61415" y="114300"/>
                  <a:pt x="57151" y="118564"/>
                  <a:pt x="57151" y="123825"/>
                </a:cubicBezTo>
                <a:cubicBezTo>
                  <a:pt x="57151" y="129086"/>
                  <a:pt x="61415" y="133350"/>
                  <a:pt x="66676" y="133350"/>
                </a:cubicBezTo>
                <a:cubicBezTo>
                  <a:pt x="78072" y="133350"/>
                  <a:pt x="86443" y="125903"/>
                  <a:pt x="91109" y="120572"/>
                </a:cubicBezTo>
                <a:cubicBezTo>
                  <a:pt x="94152" y="117094"/>
                  <a:pt x="96879" y="113216"/>
                  <a:pt x="98981" y="109089"/>
                </a:cubicBezTo>
                <a:lnTo>
                  <a:pt x="113295" y="80460"/>
                </a:lnTo>
                <a:close/>
              </a:path>
            </a:pathLst>
          </a:custGeom>
          <a:solidFill>
            <a:srgbClr val="000000"/>
          </a:solidFill>
          <a:ln w="9525" cap="flat">
            <a:noFill/>
            <a:prstDash val="solid"/>
            <a:miter/>
          </a:ln>
        </p:spPr>
        <p:txBody>
          <a:bodyPr rtlCol="0" anchor="ctr"/>
          <a:lstStyle/>
          <a:p>
            <a:endParaRPr lang="ru-RU"/>
          </a:p>
        </p:txBody>
      </p:sp>
      <p:sp>
        <p:nvSpPr>
          <p:cNvPr id="207" name="Рисунок 101">
            <a:extLst>
              <a:ext uri="{FF2B5EF4-FFF2-40B4-BE49-F238E27FC236}">
                <a16:creationId xmlns:a16="http://schemas.microsoft.com/office/drawing/2014/main" id="{2E850606-0B6C-BFA1-0D51-F146BA31E921}"/>
              </a:ext>
            </a:extLst>
          </p:cNvPr>
          <p:cNvSpPr/>
          <p:nvPr/>
        </p:nvSpPr>
        <p:spPr>
          <a:xfrm>
            <a:off x="5284750" y="3384150"/>
            <a:ext cx="171450" cy="171450"/>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85725" y="0"/>
                </a:moveTo>
                <a:cubicBezTo>
                  <a:pt x="15130" y="0"/>
                  <a:pt x="0" y="15130"/>
                  <a:pt x="0" y="85725"/>
                </a:cubicBezTo>
                <a:cubicBezTo>
                  <a:pt x="0" y="156320"/>
                  <a:pt x="15130" y="171450"/>
                  <a:pt x="85725" y="171450"/>
                </a:cubicBezTo>
                <a:cubicBezTo>
                  <a:pt x="156320" y="171450"/>
                  <a:pt x="171450" y="156320"/>
                  <a:pt x="171450" y="85725"/>
                </a:cubicBezTo>
                <a:cubicBezTo>
                  <a:pt x="171450" y="15130"/>
                  <a:pt x="156320" y="0"/>
                  <a:pt x="85725" y="0"/>
                </a:cubicBezTo>
                <a:close/>
              </a:path>
            </a:pathLst>
          </a:custGeom>
          <a:solidFill>
            <a:srgbClr val="000000"/>
          </a:solidFill>
          <a:ln w="9525" cap="flat">
            <a:noFill/>
            <a:prstDash val="solid"/>
            <a:miter/>
          </a:ln>
        </p:spPr>
        <p:txBody>
          <a:bodyPr rtlCol="0" anchor="ctr"/>
          <a:lstStyle/>
          <a:p>
            <a:endParaRPr lang="ru-RU"/>
          </a:p>
        </p:txBody>
      </p:sp>
      <p:sp>
        <p:nvSpPr>
          <p:cNvPr id="181" name="Рисунок 53">
            <a:extLst>
              <a:ext uri="{FF2B5EF4-FFF2-40B4-BE49-F238E27FC236}">
                <a16:creationId xmlns:a16="http://schemas.microsoft.com/office/drawing/2014/main" id="{7BE13D7E-6D9F-3BC3-D283-B733E1BDBB60}"/>
              </a:ext>
            </a:extLst>
          </p:cNvPr>
          <p:cNvSpPr/>
          <p:nvPr/>
        </p:nvSpPr>
        <p:spPr>
          <a:xfrm>
            <a:off x="642938" y="2877547"/>
            <a:ext cx="171450" cy="161925"/>
          </a:xfrm>
          <a:custGeom>
            <a:avLst/>
            <a:gdLst>
              <a:gd name="connsiteX0" fmla="*/ 85725 w 171450"/>
              <a:gd name="connsiteY0" fmla="*/ 161925 h 161925"/>
              <a:gd name="connsiteX1" fmla="*/ 171450 w 171450"/>
              <a:gd name="connsiteY1" fmla="*/ 133350 h 161925"/>
              <a:gd name="connsiteX2" fmla="*/ 85725 w 171450"/>
              <a:gd name="connsiteY2" fmla="*/ 0 h 161925"/>
              <a:gd name="connsiteX3" fmla="*/ 0 w 171450"/>
              <a:gd name="connsiteY3" fmla="*/ 133350 h 161925"/>
              <a:gd name="connsiteX4" fmla="*/ 85725 w 171450"/>
              <a:gd name="connsiteY4" fmla="*/ 161925 h 161925"/>
              <a:gd name="connsiteX5" fmla="*/ 76200 w 171450"/>
              <a:gd name="connsiteY5" fmla="*/ 47625 h 161925"/>
              <a:gd name="connsiteX6" fmla="*/ 85725 w 171450"/>
              <a:gd name="connsiteY6" fmla="*/ 38100 h 161925"/>
              <a:gd name="connsiteX7" fmla="*/ 95250 w 171450"/>
              <a:gd name="connsiteY7" fmla="*/ 47625 h 161925"/>
              <a:gd name="connsiteX8" fmla="*/ 95250 w 171450"/>
              <a:gd name="connsiteY8" fmla="*/ 85725 h 161925"/>
              <a:gd name="connsiteX9" fmla="*/ 85725 w 171450"/>
              <a:gd name="connsiteY9" fmla="*/ 95250 h 161925"/>
              <a:gd name="connsiteX10" fmla="*/ 76200 w 171450"/>
              <a:gd name="connsiteY10" fmla="*/ 85725 h 161925"/>
              <a:gd name="connsiteX11" fmla="*/ 76200 w 171450"/>
              <a:gd name="connsiteY11" fmla="*/ 47625 h 161925"/>
              <a:gd name="connsiteX12" fmla="*/ 95250 w 171450"/>
              <a:gd name="connsiteY12" fmla="*/ 123825 h 161925"/>
              <a:gd name="connsiteX13" fmla="*/ 85725 w 171450"/>
              <a:gd name="connsiteY13" fmla="*/ 133350 h 161925"/>
              <a:gd name="connsiteX14" fmla="*/ 76200 w 171450"/>
              <a:gd name="connsiteY14" fmla="*/ 123825 h 161925"/>
              <a:gd name="connsiteX15" fmla="*/ 85725 w 171450"/>
              <a:gd name="connsiteY15" fmla="*/ 114300 h 161925"/>
              <a:gd name="connsiteX16" fmla="*/ 95250 w 171450"/>
              <a:gd name="connsiteY16" fmla="*/ 12382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61925">
                <a:moveTo>
                  <a:pt x="85725" y="161925"/>
                </a:moveTo>
                <a:cubicBezTo>
                  <a:pt x="138915" y="161925"/>
                  <a:pt x="171450" y="161925"/>
                  <a:pt x="171450" y="133350"/>
                </a:cubicBezTo>
                <a:cubicBezTo>
                  <a:pt x="171450" y="100013"/>
                  <a:pt x="119063" y="0"/>
                  <a:pt x="85725" y="0"/>
                </a:cubicBezTo>
                <a:cubicBezTo>
                  <a:pt x="52388" y="0"/>
                  <a:pt x="0" y="100013"/>
                  <a:pt x="0" y="133350"/>
                </a:cubicBezTo>
                <a:cubicBezTo>
                  <a:pt x="0" y="161925"/>
                  <a:pt x="32535" y="161925"/>
                  <a:pt x="85725" y="161925"/>
                </a:cubicBezTo>
                <a:close/>
                <a:moveTo>
                  <a:pt x="76200" y="47625"/>
                </a:moveTo>
                <a:cubicBezTo>
                  <a:pt x="76200" y="42365"/>
                  <a:pt x="80464" y="38100"/>
                  <a:pt x="85725" y="38100"/>
                </a:cubicBezTo>
                <a:cubicBezTo>
                  <a:pt x="90986" y="38100"/>
                  <a:pt x="95250" y="42365"/>
                  <a:pt x="95250" y="47625"/>
                </a:cubicBezTo>
                <a:lnTo>
                  <a:pt x="95250" y="85725"/>
                </a:lnTo>
                <a:cubicBezTo>
                  <a:pt x="95250" y="90986"/>
                  <a:pt x="90986" y="95250"/>
                  <a:pt x="85725" y="95250"/>
                </a:cubicBezTo>
                <a:cubicBezTo>
                  <a:pt x="80464" y="95250"/>
                  <a:pt x="76200" y="90986"/>
                  <a:pt x="76200" y="85725"/>
                </a:cubicBezTo>
                <a:lnTo>
                  <a:pt x="76200" y="47625"/>
                </a:lnTo>
                <a:close/>
                <a:moveTo>
                  <a:pt x="95250" y="123825"/>
                </a:moveTo>
                <a:cubicBezTo>
                  <a:pt x="95250" y="129086"/>
                  <a:pt x="90986" y="133350"/>
                  <a:pt x="85725" y="133350"/>
                </a:cubicBezTo>
                <a:cubicBezTo>
                  <a:pt x="80464" y="133350"/>
                  <a:pt x="76200" y="129086"/>
                  <a:pt x="76200" y="123825"/>
                </a:cubicBezTo>
                <a:cubicBezTo>
                  <a:pt x="76200" y="118564"/>
                  <a:pt x="80464" y="114300"/>
                  <a:pt x="85725" y="114300"/>
                </a:cubicBezTo>
                <a:cubicBezTo>
                  <a:pt x="90986" y="114300"/>
                  <a:pt x="95250" y="118564"/>
                  <a:pt x="95250" y="123825"/>
                </a:cubicBezTo>
                <a:close/>
              </a:path>
            </a:pathLst>
          </a:custGeom>
          <a:solidFill>
            <a:srgbClr val="000000"/>
          </a:solidFill>
          <a:ln w="9525" cap="flat">
            <a:noFill/>
            <a:prstDash val="solid"/>
            <a:miter/>
          </a:ln>
        </p:spPr>
        <p:txBody>
          <a:bodyPr rtlCol="0" anchor="ctr"/>
          <a:lstStyle/>
          <a:p>
            <a:endParaRPr lang="ru-RU"/>
          </a:p>
        </p:txBody>
      </p:sp>
      <p:sp>
        <p:nvSpPr>
          <p:cNvPr id="209" name="Полилиния: фигура 208">
            <a:extLst>
              <a:ext uri="{FF2B5EF4-FFF2-40B4-BE49-F238E27FC236}">
                <a16:creationId xmlns:a16="http://schemas.microsoft.com/office/drawing/2014/main" id="{D3617890-3ED9-7DE0-27DE-A68392E729C0}"/>
              </a:ext>
            </a:extLst>
          </p:cNvPr>
          <p:cNvSpPr/>
          <p:nvPr/>
        </p:nvSpPr>
        <p:spPr>
          <a:xfrm>
            <a:off x="727888" y="3454486"/>
            <a:ext cx="35469" cy="22904"/>
          </a:xfrm>
          <a:custGeom>
            <a:avLst/>
            <a:gdLst>
              <a:gd name="connsiteX0" fmla="*/ 15046 w 35469"/>
              <a:gd name="connsiteY0" fmla="*/ 1009 h 22904"/>
              <a:gd name="connsiteX1" fmla="*/ 166 w 35469"/>
              <a:gd name="connsiteY1" fmla="*/ 16350 h 22904"/>
              <a:gd name="connsiteX2" fmla="*/ 20424 w 35469"/>
              <a:gd name="connsiteY2" fmla="*/ 21895 h 22904"/>
              <a:gd name="connsiteX3" fmla="*/ 35303 w 35469"/>
              <a:gd name="connsiteY3" fmla="*/ 6554 h 22904"/>
              <a:gd name="connsiteX4" fmla="*/ 15046 w 35469"/>
              <a:gd name="connsiteY4" fmla="*/ 1009 h 22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69" h="22904">
                <a:moveTo>
                  <a:pt x="15046" y="1009"/>
                </a:moveTo>
                <a:cubicBezTo>
                  <a:pt x="4991" y="3813"/>
                  <a:pt x="-1103" y="11421"/>
                  <a:pt x="166" y="16350"/>
                </a:cubicBezTo>
                <a:cubicBezTo>
                  <a:pt x="1436" y="21281"/>
                  <a:pt x="10369" y="24699"/>
                  <a:pt x="20424" y="21895"/>
                </a:cubicBezTo>
                <a:cubicBezTo>
                  <a:pt x="30479" y="19092"/>
                  <a:pt x="36572" y="11484"/>
                  <a:pt x="35303" y="6554"/>
                </a:cubicBezTo>
                <a:cubicBezTo>
                  <a:pt x="34034" y="1625"/>
                  <a:pt x="25101" y="-1794"/>
                  <a:pt x="15046" y="1009"/>
                </a:cubicBezTo>
                <a:close/>
              </a:path>
            </a:pathLst>
          </a:custGeom>
          <a:solidFill>
            <a:srgbClr val="000000"/>
          </a:solidFill>
          <a:ln w="9525" cap="flat">
            <a:noFill/>
            <a:prstDash val="solid"/>
            <a:miter/>
          </a:ln>
        </p:spPr>
        <p:txBody>
          <a:bodyPr rtlCol="0" anchor="ctr"/>
          <a:lstStyle/>
          <a:p>
            <a:endParaRPr lang="ru-RU"/>
          </a:p>
        </p:txBody>
      </p:sp>
      <p:sp>
        <p:nvSpPr>
          <p:cNvPr id="210" name="Полилиния: фигура 209">
            <a:extLst>
              <a:ext uri="{FF2B5EF4-FFF2-40B4-BE49-F238E27FC236}">
                <a16:creationId xmlns:a16="http://schemas.microsoft.com/office/drawing/2014/main" id="{80D05F68-656F-205F-872B-817C6E594D76}"/>
              </a:ext>
            </a:extLst>
          </p:cNvPr>
          <p:cNvSpPr/>
          <p:nvPr/>
        </p:nvSpPr>
        <p:spPr>
          <a:xfrm>
            <a:off x="642938" y="3384150"/>
            <a:ext cx="171450" cy="171450"/>
          </a:xfrm>
          <a:custGeom>
            <a:avLst/>
            <a:gdLst>
              <a:gd name="connsiteX0" fmla="*/ 171450 w 171450"/>
              <a:gd name="connsiteY0" fmla="*/ 85725 h 171450"/>
              <a:gd name="connsiteX1" fmla="*/ 85725 w 171450"/>
              <a:gd name="connsiteY1" fmla="*/ 171450 h 171450"/>
              <a:gd name="connsiteX2" fmla="*/ 6714 w 171450"/>
              <a:gd name="connsiteY2" fmla="*/ 123640 h 171450"/>
              <a:gd name="connsiteX3" fmla="*/ 19259 w 171450"/>
              <a:gd name="connsiteY3" fmla="*/ 125943 h 171450"/>
              <a:gd name="connsiteX4" fmla="*/ 34376 w 171450"/>
              <a:gd name="connsiteY4" fmla="*/ 98698 h 171450"/>
              <a:gd name="connsiteX5" fmla="*/ 13063 w 171450"/>
              <a:gd name="connsiteY5" fmla="*/ 85894 h 171450"/>
              <a:gd name="connsiteX6" fmla="*/ 283 w 171450"/>
              <a:gd name="connsiteY6" fmla="*/ 94157 h 171450"/>
              <a:gd name="connsiteX7" fmla="*/ 0 w 171450"/>
              <a:gd name="connsiteY7" fmla="*/ 85725 h 171450"/>
              <a:gd name="connsiteX8" fmla="*/ 85725 w 171450"/>
              <a:gd name="connsiteY8" fmla="*/ 0 h 171450"/>
              <a:gd name="connsiteX9" fmla="*/ 163946 w 171450"/>
              <a:gd name="connsiteY9" fmla="*/ 45901 h 171450"/>
              <a:gd name="connsiteX10" fmla="*/ 159792 w 171450"/>
              <a:gd name="connsiteY10" fmla="*/ 45926 h 171450"/>
              <a:gd name="connsiteX11" fmla="*/ 157536 w 171450"/>
              <a:gd name="connsiteY11" fmla="*/ 51471 h 171450"/>
              <a:gd name="connsiteX12" fmla="*/ 161456 w 171450"/>
              <a:gd name="connsiteY12" fmla="*/ 66692 h 171450"/>
              <a:gd name="connsiteX13" fmla="*/ 132629 w 171450"/>
              <a:gd name="connsiteY13" fmla="*/ 53696 h 171450"/>
              <a:gd name="connsiteX14" fmla="*/ 132355 w 171450"/>
              <a:gd name="connsiteY14" fmla="*/ 53606 h 171450"/>
              <a:gd name="connsiteX15" fmla="*/ 130845 w 171450"/>
              <a:gd name="connsiteY15" fmla="*/ 55298 h 171450"/>
              <a:gd name="connsiteX16" fmla="*/ 138936 w 171450"/>
              <a:gd name="connsiteY16" fmla="*/ 86723 h 171450"/>
              <a:gd name="connsiteX17" fmla="*/ 139089 w 171450"/>
              <a:gd name="connsiteY17" fmla="*/ 87212 h 171450"/>
              <a:gd name="connsiteX18" fmla="*/ 143555 w 171450"/>
              <a:gd name="connsiteY18" fmla="*/ 90351 h 171450"/>
              <a:gd name="connsiteX19" fmla="*/ 147752 w 171450"/>
              <a:gd name="connsiteY19" fmla="*/ 84395 h 171450"/>
              <a:gd name="connsiteX20" fmla="*/ 143800 w 171450"/>
              <a:gd name="connsiteY20" fmla="*/ 69045 h 171450"/>
              <a:gd name="connsiteX21" fmla="*/ 171380 w 171450"/>
              <a:gd name="connsiteY21" fmla="*/ 81480 h 171450"/>
              <a:gd name="connsiteX22" fmla="*/ 171450 w 171450"/>
              <a:gd name="connsiteY22" fmla="*/ 85725 h 171450"/>
              <a:gd name="connsiteX23" fmla="*/ 97643 w 171450"/>
              <a:gd name="connsiteY23" fmla="*/ 62205 h 171450"/>
              <a:gd name="connsiteX24" fmla="*/ 76332 w 171450"/>
              <a:gd name="connsiteY24" fmla="*/ 89137 h 171450"/>
              <a:gd name="connsiteX25" fmla="*/ 107728 w 171450"/>
              <a:gd name="connsiteY25" fmla="*/ 101373 h 171450"/>
              <a:gd name="connsiteX26" fmla="*/ 129038 w 171450"/>
              <a:gd name="connsiteY26" fmla="*/ 74442 h 171450"/>
              <a:gd name="connsiteX27" fmla="*/ 97643 w 171450"/>
              <a:gd name="connsiteY27" fmla="*/ 62205 h 171450"/>
              <a:gd name="connsiteX28" fmla="*/ 67730 w 171450"/>
              <a:gd name="connsiteY28" fmla="*/ 71482 h 171450"/>
              <a:gd name="connsiteX29" fmla="*/ 40172 w 171450"/>
              <a:gd name="connsiteY29" fmla="*/ 79166 h 171450"/>
              <a:gd name="connsiteX30" fmla="*/ 39705 w 171450"/>
              <a:gd name="connsiteY30" fmla="*/ 79324 h 171450"/>
              <a:gd name="connsiteX31" fmla="*/ 37291 w 171450"/>
              <a:gd name="connsiteY31" fmla="*/ 85880 h 171450"/>
              <a:gd name="connsiteX32" fmla="*/ 42691 w 171450"/>
              <a:gd name="connsiteY32" fmla="*/ 88260 h 171450"/>
              <a:gd name="connsiteX33" fmla="*/ 54952 w 171450"/>
              <a:gd name="connsiteY33" fmla="*/ 84841 h 171450"/>
              <a:gd name="connsiteX34" fmla="*/ 42617 w 171450"/>
              <a:gd name="connsiteY34" fmla="*/ 116354 h 171450"/>
              <a:gd name="connsiteX35" fmla="*/ 42538 w 171450"/>
              <a:gd name="connsiteY35" fmla="*/ 116636 h 171450"/>
              <a:gd name="connsiteX36" fmla="*/ 44156 w 171450"/>
              <a:gd name="connsiteY36" fmla="*/ 118168 h 171450"/>
              <a:gd name="connsiteX37" fmla="*/ 74084 w 171450"/>
              <a:gd name="connsiteY37" fmla="*/ 109824 h 171450"/>
              <a:gd name="connsiteX38" fmla="*/ 74561 w 171450"/>
              <a:gd name="connsiteY38" fmla="*/ 109663 h 171450"/>
              <a:gd name="connsiteX39" fmla="*/ 77617 w 171450"/>
              <a:gd name="connsiteY39" fmla="*/ 104953 h 171450"/>
              <a:gd name="connsiteX40" fmla="*/ 71896 w 171450"/>
              <a:gd name="connsiteY40" fmla="*/ 100637 h 171450"/>
              <a:gd name="connsiteX41" fmla="*/ 56958 w 171450"/>
              <a:gd name="connsiteY41" fmla="*/ 104802 h 171450"/>
              <a:gd name="connsiteX42" fmla="*/ 69284 w 171450"/>
              <a:gd name="connsiteY42" fmla="*/ 73314 h 171450"/>
              <a:gd name="connsiteX43" fmla="*/ 69363 w 171450"/>
              <a:gd name="connsiteY43" fmla="*/ 73029 h 171450"/>
              <a:gd name="connsiteX44" fmla="*/ 67730 w 171450"/>
              <a:gd name="connsiteY44" fmla="*/ 71482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171450" y="85725"/>
                </a:moveTo>
                <a:cubicBezTo>
                  <a:pt x="171450" y="138915"/>
                  <a:pt x="138915" y="171450"/>
                  <a:pt x="85725" y="171450"/>
                </a:cubicBezTo>
                <a:cubicBezTo>
                  <a:pt x="46717" y="171450"/>
                  <a:pt x="18818" y="153952"/>
                  <a:pt x="6714" y="123640"/>
                </a:cubicBezTo>
                <a:cubicBezTo>
                  <a:pt x="10446" y="125796"/>
                  <a:pt x="14851" y="126698"/>
                  <a:pt x="19259" y="125943"/>
                </a:cubicBezTo>
                <a:cubicBezTo>
                  <a:pt x="31481" y="123851"/>
                  <a:pt x="38746" y="110758"/>
                  <a:pt x="34376" y="98698"/>
                </a:cubicBezTo>
                <a:cubicBezTo>
                  <a:pt x="31143" y="89773"/>
                  <a:pt x="22107" y="84345"/>
                  <a:pt x="13063" y="85894"/>
                </a:cubicBezTo>
                <a:cubicBezTo>
                  <a:pt x="7626" y="86824"/>
                  <a:pt x="3170" y="89932"/>
                  <a:pt x="283" y="94157"/>
                </a:cubicBezTo>
                <a:cubicBezTo>
                  <a:pt x="95" y="91409"/>
                  <a:pt x="0" y="88597"/>
                  <a:pt x="0" y="85725"/>
                </a:cubicBezTo>
                <a:cubicBezTo>
                  <a:pt x="0" y="32535"/>
                  <a:pt x="32535" y="0"/>
                  <a:pt x="85725" y="0"/>
                </a:cubicBezTo>
                <a:cubicBezTo>
                  <a:pt x="123907" y="0"/>
                  <a:pt x="151446" y="16765"/>
                  <a:pt x="163946" y="45901"/>
                </a:cubicBezTo>
                <a:cubicBezTo>
                  <a:pt x="162717" y="45255"/>
                  <a:pt x="161199" y="45184"/>
                  <a:pt x="159792" y="45926"/>
                </a:cubicBezTo>
                <a:cubicBezTo>
                  <a:pt x="157869" y="46940"/>
                  <a:pt x="156978" y="49304"/>
                  <a:pt x="157536" y="51471"/>
                </a:cubicBezTo>
                <a:lnTo>
                  <a:pt x="161456" y="66692"/>
                </a:lnTo>
                <a:lnTo>
                  <a:pt x="132629" y="53696"/>
                </a:lnTo>
                <a:lnTo>
                  <a:pt x="132355" y="53606"/>
                </a:lnTo>
                <a:cubicBezTo>
                  <a:pt x="131442" y="53418"/>
                  <a:pt x="130587" y="54298"/>
                  <a:pt x="130845" y="55298"/>
                </a:cubicBezTo>
                <a:lnTo>
                  <a:pt x="138936" y="86723"/>
                </a:lnTo>
                <a:lnTo>
                  <a:pt x="139089" y="87212"/>
                </a:lnTo>
                <a:cubicBezTo>
                  <a:pt x="139790" y="89124"/>
                  <a:pt x="141567" y="90465"/>
                  <a:pt x="143555" y="90351"/>
                </a:cubicBezTo>
                <a:cubicBezTo>
                  <a:pt x="146558" y="90182"/>
                  <a:pt x="148486" y="87244"/>
                  <a:pt x="147752" y="84395"/>
                </a:cubicBezTo>
                <a:lnTo>
                  <a:pt x="143800" y="69045"/>
                </a:lnTo>
                <a:lnTo>
                  <a:pt x="171380" y="81480"/>
                </a:lnTo>
                <a:cubicBezTo>
                  <a:pt x="171426" y="82880"/>
                  <a:pt x="171450" y="84295"/>
                  <a:pt x="171450" y="85725"/>
                </a:cubicBezTo>
                <a:close/>
                <a:moveTo>
                  <a:pt x="97643" y="62205"/>
                </a:moveTo>
                <a:cubicBezTo>
                  <a:pt x="83088" y="66264"/>
                  <a:pt x="73547" y="78320"/>
                  <a:pt x="76332" y="89137"/>
                </a:cubicBezTo>
                <a:cubicBezTo>
                  <a:pt x="79118" y="99952"/>
                  <a:pt x="93174" y="105430"/>
                  <a:pt x="107728" y="101373"/>
                </a:cubicBezTo>
                <a:cubicBezTo>
                  <a:pt x="122282" y="97314"/>
                  <a:pt x="131823" y="85256"/>
                  <a:pt x="129038" y="74442"/>
                </a:cubicBezTo>
                <a:cubicBezTo>
                  <a:pt x="126253" y="63626"/>
                  <a:pt x="112197" y="58148"/>
                  <a:pt x="97643" y="62205"/>
                </a:cubicBezTo>
                <a:close/>
                <a:moveTo>
                  <a:pt x="67730" y="71482"/>
                </a:moveTo>
                <a:lnTo>
                  <a:pt x="40172" y="79166"/>
                </a:lnTo>
                <a:lnTo>
                  <a:pt x="39705" y="79324"/>
                </a:lnTo>
                <a:cubicBezTo>
                  <a:pt x="37285" y="80297"/>
                  <a:pt x="36047" y="83264"/>
                  <a:pt x="37291" y="85880"/>
                </a:cubicBezTo>
                <a:cubicBezTo>
                  <a:pt x="38260" y="87919"/>
                  <a:pt x="40580" y="88848"/>
                  <a:pt x="42691" y="88260"/>
                </a:cubicBezTo>
                <a:lnTo>
                  <a:pt x="54952" y="84841"/>
                </a:lnTo>
                <a:lnTo>
                  <a:pt x="42617" y="116354"/>
                </a:lnTo>
                <a:lnTo>
                  <a:pt x="42538" y="116636"/>
                </a:lnTo>
                <a:cubicBezTo>
                  <a:pt x="42378" y="117571"/>
                  <a:pt x="43213" y="118431"/>
                  <a:pt x="44156" y="118168"/>
                </a:cubicBezTo>
                <a:lnTo>
                  <a:pt x="74084" y="109824"/>
                </a:lnTo>
                <a:lnTo>
                  <a:pt x="74561" y="109663"/>
                </a:lnTo>
                <a:cubicBezTo>
                  <a:pt x="76426" y="108924"/>
                  <a:pt x="77747" y="107049"/>
                  <a:pt x="77617" y="104953"/>
                </a:cubicBezTo>
                <a:cubicBezTo>
                  <a:pt x="77426" y="101858"/>
                  <a:pt x="74618" y="99878"/>
                  <a:pt x="71896" y="100637"/>
                </a:cubicBezTo>
                <a:lnTo>
                  <a:pt x="56958" y="104802"/>
                </a:lnTo>
                <a:lnTo>
                  <a:pt x="69284" y="73314"/>
                </a:lnTo>
                <a:lnTo>
                  <a:pt x="69363" y="73029"/>
                </a:lnTo>
                <a:cubicBezTo>
                  <a:pt x="69524" y="72085"/>
                  <a:pt x="68681" y="71217"/>
                  <a:pt x="67730" y="71482"/>
                </a:cubicBezTo>
                <a:close/>
              </a:path>
            </a:pathLst>
          </a:custGeom>
          <a:solidFill>
            <a:srgbClr val="000000"/>
          </a:solidFill>
          <a:ln w="9525" cap="flat">
            <a:noFill/>
            <a:prstDash val="solid"/>
            <a:miter/>
          </a:ln>
        </p:spPr>
        <p:txBody>
          <a:bodyPr rtlCol="0" anchor="ctr"/>
          <a:lstStyle/>
          <a:p>
            <a:endParaRPr lang="ru-RU"/>
          </a:p>
        </p:txBody>
      </p:sp>
      <p:sp>
        <p:nvSpPr>
          <p:cNvPr id="211" name="Полилиния: фигура 210">
            <a:extLst>
              <a:ext uri="{FF2B5EF4-FFF2-40B4-BE49-F238E27FC236}">
                <a16:creationId xmlns:a16="http://schemas.microsoft.com/office/drawing/2014/main" id="{36AAAE3B-DBEB-40BE-43FF-B1754551A0FD}"/>
              </a:ext>
            </a:extLst>
          </p:cNvPr>
          <p:cNvSpPr/>
          <p:nvPr/>
        </p:nvSpPr>
        <p:spPr>
          <a:xfrm>
            <a:off x="648697" y="3479250"/>
            <a:ext cx="20801" cy="21636"/>
          </a:xfrm>
          <a:custGeom>
            <a:avLst/>
            <a:gdLst>
              <a:gd name="connsiteX0" fmla="*/ 20709 w 20801"/>
              <a:gd name="connsiteY0" fmla="*/ 9403 h 21636"/>
              <a:gd name="connsiteX1" fmla="*/ 6424 w 20801"/>
              <a:gd name="connsiteY1" fmla="*/ 822 h 21636"/>
              <a:gd name="connsiteX2" fmla="*/ 92 w 20801"/>
              <a:gd name="connsiteY2" fmla="*/ 12233 h 21636"/>
              <a:gd name="connsiteX3" fmla="*/ 14377 w 20801"/>
              <a:gd name="connsiteY3" fmla="*/ 20815 h 21636"/>
              <a:gd name="connsiteX4" fmla="*/ 20709 w 20801"/>
              <a:gd name="connsiteY4" fmla="*/ 9403 h 21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01" h="21636">
                <a:moveTo>
                  <a:pt x="20709" y="9403"/>
                </a:moveTo>
                <a:cubicBezTo>
                  <a:pt x="19785" y="2346"/>
                  <a:pt x="12760" y="-1875"/>
                  <a:pt x="6424" y="822"/>
                </a:cubicBezTo>
                <a:cubicBezTo>
                  <a:pt x="2105" y="2659"/>
                  <a:pt x="-537" y="7422"/>
                  <a:pt x="92" y="12233"/>
                </a:cubicBezTo>
                <a:cubicBezTo>
                  <a:pt x="1016" y="19290"/>
                  <a:pt x="8042" y="23511"/>
                  <a:pt x="14377" y="20815"/>
                </a:cubicBezTo>
                <a:cubicBezTo>
                  <a:pt x="18696" y="18976"/>
                  <a:pt x="21339" y="14214"/>
                  <a:pt x="20709" y="9403"/>
                </a:cubicBezTo>
                <a:close/>
              </a:path>
            </a:pathLst>
          </a:custGeom>
          <a:solidFill>
            <a:srgbClr val="000000"/>
          </a:solidFill>
          <a:ln w="9525" cap="flat">
            <a:noFill/>
            <a:prstDash val="solid"/>
            <a:miter/>
          </a:ln>
        </p:spPr>
        <p:txBody>
          <a:bodyPr rtlCol="0" anchor="ctr"/>
          <a:lstStyle/>
          <a:p>
            <a:endParaRPr lang="ru-RU"/>
          </a:p>
        </p:txBody>
      </p:sp>
      <p:sp>
        <p:nvSpPr>
          <p:cNvPr id="308" name="Полилиния: фигура 307">
            <a:extLst>
              <a:ext uri="{FF2B5EF4-FFF2-40B4-BE49-F238E27FC236}">
                <a16:creationId xmlns:a16="http://schemas.microsoft.com/office/drawing/2014/main" id="{2ACA088B-9EC4-B4D0-C94B-A0536CE9A64D}"/>
              </a:ext>
            </a:extLst>
          </p:cNvPr>
          <p:cNvSpPr/>
          <p:nvPr/>
        </p:nvSpPr>
        <p:spPr>
          <a:xfrm>
            <a:off x="642938" y="3862179"/>
            <a:ext cx="171450" cy="200025"/>
          </a:xfrm>
          <a:custGeom>
            <a:avLst/>
            <a:gdLst>
              <a:gd name="connsiteX0" fmla="*/ 120015 w 171450"/>
              <a:gd name="connsiteY0" fmla="*/ 68580 h 200025"/>
              <a:gd name="connsiteX1" fmla="*/ 106680 w 171450"/>
              <a:gd name="connsiteY1" fmla="*/ 70485 h 200025"/>
              <a:gd name="connsiteX2" fmla="*/ 88005 w 171450"/>
              <a:gd name="connsiteY2" fmla="*/ 95385 h 200025"/>
              <a:gd name="connsiteX3" fmla="*/ 85725 w 171450"/>
              <a:gd name="connsiteY3" fmla="*/ 95250 h 200025"/>
              <a:gd name="connsiteX4" fmla="*/ 66675 w 171450"/>
              <a:gd name="connsiteY4" fmla="*/ 114300 h 200025"/>
              <a:gd name="connsiteX5" fmla="*/ 85725 w 171450"/>
              <a:gd name="connsiteY5" fmla="*/ 133350 h 200025"/>
              <a:gd name="connsiteX6" fmla="*/ 104775 w 171450"/>
              <a:gd name="connsiteY6" fmla="*/ 114300 h 200025"/>
              <a:gd name="connsiteX7" fmla="*/ 103247 w 171450"/>
              <a:gd name="connsiteY7" fmla="*/ 106812 h 200025"/>
              <a:gd name="connsiteX8" fmla="*/ 121920 w 171450"/>
              <a:gd name="connsiteY8" fmla="*/ 81915 h 200025"/>
              <a:gd name="connsiteX9" fmla="*/ 120015 w 171450"/>
              <a:gd name="connsiteY9" fmla="*/ 68580 h 200025"/>
              <a:gd name="connsiteX10" fmla="*/ 85725 w 171450"/>
              <a:gd name="connsiteY10" fmla="*/ 28575 h 200025"/>
              <a:gd name="connsiteX11" fmla="*/ 171450 w 171450"/>
              <a:gd name="connsiteY11" fmla="*/ 114300 h 200025"/>
              <a:gd name="connsiteX12" fmla="*/ 85725 w 171450"/>
              <a:gd name="connsiteY12" fmla="*/ 200025 h 200025"/>
              <a:gd name="connsiteX13" fmla="*/ 0 w 171450"/>
              <a:gd name="connsiteY13" fmla="*/ 114300 h 200025"/>
              <a:gd name="connsiteX14" fmla="*/ 85725 w 171450"/>
              <a:gd name="connsiteY14" fmla="*/ 28575 h 200025"/>
              <a:gd name="connsiteX15" fmla="*/ 145665 w 171450"/>
              <a:gd name="connsiteY15" fmla="*/ 21840 h 200025"/>
              <a:gd name="connsiteX16" fmla="*/ 159135 w 171450"/>
              <a:gd name="connsiteY16" fmla="*/ 21840 h 200025"/>
              <a:gd name="connsiteX17" fmla="*/ 168660 w 171450"/>
              <a:gd name="connsiteY17" fmla="*/ 31365 h 200025"/>
              <a:gd name="connsiteX18" fmla="*/ 168660 w 171450"/>
              <a:gd name="connsiteY18" fmla="*/ 44835 h 200025"/>
              <a:gd name="connsiteX19" fmla="*/ 155190 w 171450"/>
              <a:gd name="connsiteY19" fmla="*/ 44835 h 200025"/>
              <a:gd name="connsiteX20" fmla="*/ 145665 w 171450"/>
              <a:gd name="connsiteY20" fmla="*/ 35310 h 200025"/>
              <a:gd name="connsiteX21" fmla="*/ 145665 w 171450"/>
              <a:gd name="connsiteY21" fmla="*/ 21840 h 200025"/>
              <a:gd name="connsiteX22" fmla="*/ 66675 w 171450"/>
              <a:gd name="connsiteY22" fmla="*/ 0 h 200025"/>
              <a:gd name="connsiteX23" fmla="*/ 104775 w 171450"/>
              <a:gd name="connsiteY23" fmla="*/ 0 h 200025"/>
              <a:gd name="connsiteX24" fmla="*/ 114300 w 171450"/>
              <a:gd name="connsiteY24" fmla="*/ 9525 h 200025"/>
              <a:gd name="connsiteX25" fmla="*/ 104775 w 171450"/>
              <a:gd name="connsiteY25" fmla="*/ 19050 h 200025"/>
              <a:gd name="connsiteX26" fmla="*/ 66675 w 171450"/>
              <a:gd name="connsiteY26" fmla="*/ 19050 h 200025"/>
              <a:gd name="connsiteX27" fmla="*/ 57150 w 171450"/>
              <a:gd name="connsiteY27" fmla="*/ 9525 h 200025"/>
              <a:gd name="connsiteX28" fmla="*/ 66675 w 171450"/>
              <a:gd name="connsiteY28"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1450" h="200025">
                <a:moveTo>
                  <a:pt x="120015" y="68580"/>
                </a:moveTo>
                <a:cubicBezTo>
                  <a:pt x="115807" y="65424"/>
                  <a:pt x="109837" y="66277"/>
                  <a:pt x="106680" y="70485"/>
                </a:cubicBezTo>
                <a:lnTo>
                  <a:pt x="88005" y="95385"/>
                </a:lnTo>
                <a:cubicBezTo>
                  <a:pt x="87258" y="95296"/>
                  <a:pt x="86497" y="95250"/>
                  <a:pt x="85725" y="95250"/>
                </a:cubicBezTo>
                <a:cubicBezTo>
                  <a:pt x="75204" y="95250"/>
                  <a:pt x="66675" y="103779"/>
                  <a:pt x="66675" y="114300"/>
                </a:cubicBezTo>
                <a:cubicBezTo>
                  <a:pt x="66675" y="124821"/>
                  <a:pt x="75204" y="133350"/>
                  <a:pt x="85725" y="133350"/>
                </a:cubicBezTo>
                <a:cubicBezTo>
                  <a:pt x="96246" y="133350"/>
                  <a:pt x="104775" y="124821"/>
                  <a:pt x="104775" y="114300"/>
                </a:cubicBezTo>
                <a:cubicBezTo>
                  <a:pt x="104775" y="111642"/>
                  <a:pt x="104230" y="109111"/>
                  <a:pt x="103247" y="106812"/>
                </a:cubicBezTo>
                <a:lnTo>
                  <a:pt x="121920" y="81915"/>
                </a:lnTo>
                <a:cubicBezTo>
                  <a:pt x="125077" y="77707"/>
                  <a:pt x="124223" y="71736"/>
                  <a:pt x="120015" y="68580"/>
                </a:cubicBezTo>
                <a:close/>
                <a:moveTo>
                  <a:pt x="85725" y="28575"/>
                </a:moveTo>
                <a:cubicBezTo>
                  <a:pt x="138915" y="28575"/>
                  <a:pt x="171450" y="61110"/>
                  <a:pt x="171450" y="114300"/>
                </a:cubicBezTo>
                <a:cubicBezTo>
                  <a:pt x="171450" y="167490"/>
                  <a:pt x="138915" y="200025"/>
                  <a:pt x="85725" y="200025"/>
                </a:cubicBezTo>
                <a:cubicBezTo>
                  <a:pt x="32535" y="200025"/>
                  <a:pt x="0" y="167490"/>
                  <a:pt x="0" y="114300"/>
                </a:cubicBezTo>
                <a:cubicBezTo>
                  <a:pt x="0" y="61110"/>
                  <a:pt x="32535" y="28575"/>
                  <a:pt x="85725" y="28575"/>
                </a:cubicBezTo>
                <a:close/>
                <a:moveTo>
                  <a:pt x="145665" y="21840"/>
                </a:moveTo>
                <a:cubicBezTo>
                  <a:pt x="149384" y="18120"/>
                  <a:pt x="155415" y="18120"/>
                  <a:pt x="159135" y="21840"/>
                </a:cubicBezTo>
                <a:lnTo>
                  <a:pt x="168660" y="31365"/>
                </a:lnTo>
                <a:cubicBezTo>
                  <a:pt x="172379" y="35085"/>
                  <a:pt x="172379" y="41115"/>
                  <a:pt x="168660" y="44835"/>
                </a:cubicBezTo>
                <a:cubicBezTo>
                  <a:pt x="164940" y="48555"/>
                  <a:pt x="158909" y="48555"/>
                  <a:pt x="155190" y="44835"/>
                </a:cubicBezTo>
                <a:lnTo>
                  <a:pt x="145665" y="35310"/>
                </a:lnTo>
                <a:cubicBezTo>
                  <a:pt x="141945" y="31590"/>
                  <a:pt x="141945" y="25560"/>
                  <a:pt x="145665" y="21840"/>
                </a:cubicBezTo>
                <a:close/>
                <a:moveTo>
                  <a:pt x="66675" y="0"/>
                </a:moveTo>
                <a:lnTo>
                  <a:pt x="104775" y="0"/>
                </a:lnTo>
                <a:cubicBezTo>
                  <a:pt x="110036" y="0"/>
                  <a:pt x="114300" y="4264"/>
                  <a:pt x="114300" y="9525"/>
                </a:cubicBezTo>
                <a:cubicBezTo>
                  <a:pt x="114300" y="14785"/>
                  <a:pt x="110036" y="19050"/>
                  <a:pt x="104775" y="19050"/>
                </a:cubicBezTo>
                <a:lnTo>
                  <a:pt x="66675" y="19050"/>
                </a:lnTo>
                <a:cubicBezTo>
                  <a:pt x="61415" y="19050"/>
                  <a:pt x="57150" y="14785"/>
                  <a:pt x="57150" y="9525"/>
                </a:cubicBezTo>
                <a:cubicBezTo>
                  <a:pt x="57150" y="4264"/>
                  <a:pt x="61415" y="0"/>
                  <a:pt x="66675" y="0"/>
                </a:cubicBezTo>
                <a:close/>
              </a:path>
            </a:pathLst>
          </a:custGeom>
          <a:solidFill>
            <a:srgbClr val="000000"/>
          </a:solidFill>
          <a:ln w="9525" cap="flat">
            <a:noFill/>
            <a:prstDash val="solid"/>
            <a:miter/>
          </a:ln>
        </p:spPr>
        <p:txBody>
          <a:bodyPr rtlCol="0" anchor="ctr"/>
          <a:lstStyle/>
          <a:p>
            <a:endParaRPr lang="ru-RU"/>
          </a:p>
        </p:txBody>
      </p:sp>
      <p:sp>
        <p:nvSpPr>
          <p:cNvPr id="141" name="Рисунок 31">
            <a:extLst>
              <a:ext uri="{FF2B5EF4-FFF2-40B4-BE49-F238E27FC236}">
                <a16:creationId xmlns:a16="http://schemas.microsoft.com/office/drawing/2014/main" id="{AD2D611D-1CB7-F7F2-7D46-F8DD007E0457}"/>
              </a:ext>
            </a:extLst>
          </p:cNvPr>
          <p:cNvSpPr/>
          <p:nvPr/>
        </p:nvSpPr>
        <p:spPr>
          <a:xfrm>
            <a:off x="1074014" y="2370944"/>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3410 w 171450"/>
              <a:gd name="connsiteY5" fmla="*/ 59940 h 171450"/>
              <a:gd name="connsiteX6" fmla="*/ 85725 w 171450"/>
              <a:gd name="connsiteY6" fmla="*/ 72255 h 171450"/>
              <a:gd name="connsiteX7" fmla="*/ 98040 w 171450"/>
              <a:gd name="connsiteY7" fmla="*/ 59940 h 171450"/>
              <a:gd name="connsiteX8" fmla="*/ 111510 w 171450"/>
              <a:gd name="connsiteY8" fmla="*/ 59940 h 171450"/>
              <a:gd name="connsiteX9" fmla="*/ 111510 w 171450"/>
              <a:gd name="connsiteY9" fmla="*/ 73410 h 171450"/>
              <a:gd name="connsiteX10" fmla="*/ 99195 w 171450"/>
              <a:gd name="connsiteY10" fmla="*/ 85725 h 171450"/>
              <a:gd name="connsiteX11" fmla="*/ 111510 w 171450"/>
              <a:gd name="connsiteY11" fmla="*/ 98040 h 171450"/>
              <a:gd name="connsiteX12" fmla="*/ 111510 w 171450"/>
              <a:gd name="connsiteY12" fmla="*/ 111510 h 171450"/>
              <a:gd name="connsiteX13" fmla="*/ 98040 w 171450"/>
              <a:gd name="connsiteY13" fmla="*/ 111510 h 171450"/>
              <a:gd name="connsiteX14" fmla="*/ 85725 w 171450"/>
              <a:gd name="connsiteY14" fmla="*/ 99195 h 171450"/>
              <a:gd name="connsiteX15" fmla="*/ 73410 w 171450"/>
              <a:gd name="connsiteY15" fmla="*/ 111510 h 171450"/>
              <a:gd name="connsiteX16" fmla="*/ 59940 w 171450"/>
              <a:gd name="connsiteY16" fmla="*/ 111510 h 171450"/>
              <a:gd name="connsiteX17" fmla="*/ 59940 w 171450"/>
              <a:gd name="connsiteY17" fmla="*/ 98040 h 171450"/>
              <a:gd name="connsiteX18" fmla="*/ 72255 w 171450"/>
              <a:gd name="connsiteY18" fmla="*/ 85725 h 171450"/>
              <a:gd name="connsiteX19" fmla="*/ 59940 w 171450"/>
              <a:gd name="connsiteY19" fmla="*/ 73410 h 171450"/>
              <a:gd name="connsiteX20" fmla="*/ 59940 w 171450"/>
              <a:gd name="connsiteY20" fmla="*/ 59940 h 171450"/>
              <a:gd name="connsiteX21" fmla="*/ 73410 w 171450"/>
              <a:gd name="connsiteY21" fmla="*/ 5994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3410" y="59940"/>
                </a:moveTo>
                <a:lnTo>
                  <a:pt x="85725" y="72255"/>
                </a:lnTo>
                <a:lnTo>
                  <a:pt x="98040" y="59940"/>
                </a:lnTo>
                <a:cubicBezTo>
                  <a:pt x="101759" y="56220"/>
                  <a:pt x="107791" y="56220"/>
                  <a:pt x="111510" y="59940"/>
                </a:cubicBezTo>
                <a:cubicBezTo>
                  <a:pt x="115230" y="63660"/>
                  <a:pt x="115230" y="69691"/>
                  <a:pt x="111510" y="73410"/>
                </a:cubicBezTo>
                <a:lnTo>
                  <a:pt x="99195" y="85725"/>
                </a:lnTo>
                <a:lnTo>
                  <a:pt x="111510" y="98040"/>
                </a:lnTo>
                <a:cubicBezTo>
                  <a:pt x="115230" y="101759"/>
                  <a:pt x="115230" y="107791"/>
                  <a:pt x="111510" y="111510"/>
                </a:cubicBezTo>
                <a:cubicBezTo>
                  <a:pt x="107791" y="115230"/>
                  <a:pt x="101759" y="115230"/>
                  <a:pt x="98040" y="111510"/>
                </a:cubicBezTo>
                <a:lnTo>
                  <a:pt x="85725" y="99195"/>
                </a:lnTo>
                <a:lnTo>
                  <a:pt x="73410" y="111510"/>
                </a:lnTo>
                <a:cubicBezTo>
                  <a:pt x="69691" y="115230"/>
                  <a:pt x="63660" y="115230"/>
                  <a:pt x="59940" y="111510"/>
                </a:cubicBezTo>
                <a:cubicBezTo>
                  <a:pt x="56220" y="107791"/>
                  <a:pt x="56220" y="101759"/>
                  <a:pt x="59940" y="98040"/>
                </a:cubicBezTo>
                <a:lnTo>
                  <a:pt x="72255" y="85725"/>
                </a:lnTo>
                <a:lnTo>
                  <a:pt x="59940" y="73410"/>
                </a:lnTo>
                <a:cubicBezTo>
                  <a:pt x="56220" y="69691"/>
                  <a:pt x="56220" y="63660"/>
                  <a:pt x="59940" y="59940"/>
                </a:cubicBezTo>
                <a:cubicBezTo>
                  <a:pt x="63660" y="56220"/>
                  <a:pt x="69691" y="56220"/>
                  <a:pt x="73410" y="59940"/>
                </a:cubicBezTo>
                <a:close/>
              </a:path>
            </a:pathLst>
          </a:custGeom>
          <a:solidFill>
            <a:srgbClr val="000000"/>
          </a:solidFill>
          <a:ln w="9525" cap="flat">
            <a:noFill/>
            <a:prstDash val="solid"/>
            <a:miter/>
          </a:ln>
        </p:spPr>
        <p:txBody>
          <a:bodyPr rtlCol="0" anchor="ctr"/>
          <a:lstStyle/>
          <a:p>
            <a:endParaRPr lang="ru-RU"/>
          </a:p>
        </p:txBody>
      </p:sp>
      <p:sp>
        <p:nvSpPr>
          <p:cNvPr id="288" name="Полилиния: фигура 287">
            <a:extLst>
              <a:ext uri="{FF2B5EF4-FFF2-40B4-BE49-F238E27FC236}">
                <a16:creationId xmlns:a16="http://schemas.microsoft.com/office/drawing/2014/main" id="{D7A0D706-9360-32D2-8030-7D3154322019}"/>
              </a:ext>
            </a:extLst>
          </p:cNvPr>
          <p:cNvSpPr/>
          <p:nvPr/>
        </p:nvSpPr>
        <p:spPr>
          <a:xfrm>
            <a:off x="1064488" y="1873865"/>
            <a:ext cx="171450" cy="161924"/>
          </a:xfrm>
          <a:custGeom>
            <a:avLst/>
            <a:gdLst>
              <a:gd name="connsiteX0" fmla="*/ 157163 w 171450"/>
              <a:gd name="connsiteY0" fmla="*/ 133349 h 161924"/>
              <a:gd name="connsiteX1" fmla="*/ 171450 w 171450"/>
              <a:gd name="connsiteY1" fmla="*/ 147637 h 161924"/>
              <a:gd name="connsiteX2" fmla="*/ 157163 w 171450"/>
              <a:gd name="connsiteY2" fmla="*/ 161924 h 161924"/>
              <a:gd name="connsiteX3" fmla="*/ 142875 w 171450"/>
              <a:gd name="connsiteY3" fmla="*/ 147637 h 161924"/>
              <a:gd name="connsiteX4" fmla="*/ 157163 w 171450"/>
              <a:gd name="connsiteY4" fmla="*/ 133349 h 161924"/>
              <a:gd name="connsiteX5" fmla="*/ 57150 w 171450"/>
              <a:gd name="connsiteY5" fmla="*/ 123824 h 161924"/>
              <a:gd name="connsiteX6" fmla="*/ 76200 w 171450"/>
              <a:gd name="connsiteY6" fmla="*/ 142874 h 161924"/>
              <a:gd name="connsiteX7" fmla="*/ 57150 w 171450"/>
              <a:gd name="connsiteY7" fmla="*/ 161924 h 161924"/>
              <a:gd name="connsiteX8" fmla="*/ 38100 w 171450"/>
              <a:gd name="connsiteY8" fmla="*/ 142874 h 161924"/>
              <a:gd name="connsiteX9" fmla="*/ 57150 w 171450"/>
              <a:gd name="connsiteY9" fmla="*/ 123824 h 161924"/>
              <a:gd name="connsiteX10" fmla="*/ 114303 w 171450"/>
              <a:gd name="connsiteY10" fmla="*/ 57149 h 161924"/>
              <a:gd name="connsiteX11" fmla="*/ 152400 w 171450"/>
              <a:gd name="connsiteY11" fmla="*/ 57149 h 161924"/>
              <a:gd name="connsiteX12" fmla="*/ 161925 w 171450"/>
              <a:gd name="connsiteY12" fmla="*/ 85724 h 161924"/>
              <a:gd name="connsiteX13" fmla="*/ 154249 w 171450"/>
              <a:gd name="connsiteY13" fmla="*/ 102646 h 161924"/>
              <a:gd name="connsiteX14" fmla="*/ 138826 w 171450"/>
              <a:gd name="connsiteY14" fmla="*/ 101397 h 161924"/>
              <a:gd name="connsiteX15" fmla="*/ 107907 w 171450"/>
              <a:gd name="connsiteY15" fmla="*/ 66061 h 161924"/>
              <a:gd name="connsiteX16" fmla="*/ 114303 w 171450"/>
              <a:gd name="connsiteY16" fmla="*/ 57149 h 161924"/>
              <a:gd name="connsiteX17" fmla="*/ 10356 w 171450"/>
              <a:gd name="connsiteY17" fmla="*/ 19048 h 161924"/>
              <a:gd name="connsiteX18" fmla="*/ 35418 w 171450"/>
              <a:gd name="connsiteY18" fmla="*/ 24708 h 161924"/>
              <a:gd name="connsiteX19" fmla="*/ 48046 w 171450"/>
              <a:gd name="connsiteY19" fmla="*/ 47630 h 161924"/>
              <a:gd name="connsiteX20" fmla="*/ 61913 w 171450"/>
              <a:gd name="connsiteY20" fmla="*/ 57148 h 161924"/>
              <a:gd name="connsiteX21" fmla="*/ 76200 w 171450"/>
              <a:gd name="connsiteY21" fmla="*/ 57148 h 161924"/>
              <a:gd name="connsiteX22" fmla="*/ 95250 w 171450"/>
              <a:gd name="connsiteY22" fmla="*/ 66061 h 161924"/>
              <a:gd name="connsiteX23" fmla="*/ 141555 w 171450"/>
              <a:gd name="connsiteY23" fmla="*/ 118982 h 161924"/>
              <a:gd name="connsiteX24" fmla="*/ 140085 w 171450"/>
              <a:gd name="connsiteY24" fmla="*/ 130558 h 161924"/>
              <a:gd name="connsiteX25" fmla="*/ 126615 w 171450"/>
              <a:gd name="connsiteY25" fmla="*/ 130558 h 161924"/>
              <a:gd name="connsiteX26" fmla="*/ 118483 w 171450"/>
              <a:gd name="connsiteY26" fmla="*/ 122427 h 161924"/>
              <a:gd name="connsiteX27" fmla="*/ 95250 w 171450"/>
              <a:gd name="connsiteY27" fmla="*/ 114298 h 161924"/>
              <a:gd name="connsiteX28" fmla="*/ 38100 w 171450"/>
              <a:gd name="connsiteY28" fmla="*/ 85723 h 161924"/>
              <a:gd name="connsiteX29" fmla="*/ 33551 w 171450"/>
              <a:gd name="connsiteY29" fmla="*/ 68295 h 161924"/>
              <a:gd name="connsiteX30" fmla="*/ 26576 w 171450"/>
              <a:gd name="connsiteY30" fmla="*/ 44429 h 161924"/>
              <a:gd name="connsiteX31" fmla="*/ 12391 w 171450"/>
              <a:gd name="connsiteY31" fmla="*/ 38056 h 161924"/>
              <a:gd name="connsiteX32" fmla="*/ 9525 w 171450"/>
              <a:gd name="connsiteY32" fmla="*/ 38099 h 161924"/>
              <a:gd name="connsiteX33" fmla="*/ 0 w 171450"/>
              <a:gd name="connsiteY33" fmla="*/ 28574 h 161924"/>
              <a:gd name="connsiteX34" fmla="*/ 9525 w 171450"/>
              <a:gd name="connsiteY34" fmla="*/ 19049 h 161924"/>
              <a:gd name="connsiteX35" fmla="*/ 114302 w 171450"/>
              <a:gd name="connsiteY35" fmla="*/ 0 h 161924"/>
              <a:gd name="connsiteX36" fmla="*/ 165099 w 171450"/>
              <a:gd name="connsiteY36" fmla="*/ 28572 h 161924"/>
              <a:gd name="connsiteX37" fmla="*/ 152399 w 171450"/>
              <a:gd name="connsiteY37" fmla="*/ 47622 h 161924"/>
              <a:gd name="connsiteX38" fmla="*/ 114299 w 171450"/>
              <a:gd name="connsiteY38" fmla="*/ 47622 h 161924"/>
              <a:gd name="connsiteX39" fmla="*/ 90487 w 171450"/>
              <a:gd name="connsiteY39" fmla="*/ 19047 h 161924"/>
              <a:gd name="connsiteX40" fmla="*/ 90003 w 171450"/>
              <a:gd name="connsiteY40" fmla="*/ 16195 h 161924"/>
              <a:gd name="connsiteX41" fmla="*/ 89797 w 171450"/>
              <a:gd name="connsiteY41" fmla="*/ 3129 h 161924"/>
              <a:gd name="connsiteX42" fmla="*/ 114302 w 171450"/>
              <a:gd name="connsiteY42" fmla="*/ 0 h 1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450" h="161924">
                <a:moveTo>
                  <a:pt x="157163" y="133349"/>
                </a:moveTo>
                <a:cubicBezTo>
                  <a:pt x="165053" y="133349"/>
                  <a:pt x="171450" y="139746"/>
                  <a:pt x="171450" y="147637"/>
                </a:cubicBezTo>
                <a:cubicBezTo>
                  <a:pt x="171450" y="155527"/>
                  <a:pt x="165053" y="161924"/>
                  <a:pt x="157163" y="161924"/>
                </a:cubicBezTo>
                <a:cubicBezTo>
                  <a:pt x="149272" y="161924"/>
                  <a:pt x="142875" y="155527"/>
                  <a:pt x="142875" y="147637"/>
                </a:cubicBezTo>
                <a:cubicBezTo>
                  <a:pt x="142875" y="139746"/>
                  <a:pt x="149272" y="133349"/>
                  <a:pt x="157163" y="133349"/>
                </a:cubicBezTo>
                <a:close/>
                <a:moveTo>
                  <a:pt x="57150" y="123824"/>
                </a:moveTo>
                <a:cubicBezTo>
                  <a:pt x="67671" y="123824"/>
                  <a:pt x="76200" y="132353"/>
                  <a:pt x="76200" y="142874"/>
                </a:cubicBezTo>
                <a:cubicBezTo>
                  <a:pt x="76200" y="153395"/>
                  <a:pt x="67671" y="161924"/>
                  <a:pt x="57150" y="161924"/>
                </a:cubicBezTo>
                <a:cubicBezTo>
                  <a:pt x="46629" y="161924"/>
                  <a:pt x="38100" y="153395"/>
                  <a:pt x="38100" y="142874"/>
                </a:cubicBezTo>
                <a:cubicBezTo>
                  <a:pt x="38100" y="132353"/>
                  <a:pt x="46629" y="123824"/>
                  <a:pt x="57150" y="123824"/>
                </a:cubicBezTo>
                <a:close/>
                <a:moveTo>
                  <a:pt x="114303" y="57149"/>
                </a:moveTo>
                <a:cubicBezTo>
                  <a:pt x="129181" y="57149"/>
                  <a:pt x="152400" y="57149"/>
                  <a:pt x="152400" y="57149"/>
                </a:cubicBezTo>
                <a:cubicBezTo>
                  <a:pt x="166687" y="57149"/>
                  <a:pt x="171450" y="57149"/>
                  <a:pt x="161925" y="85724"/>
                </a:cubicBezTo>
                <a:cubicBezTo>
                  <a:pt x="159464" y="93109"/>
                  <a:pt x="157092" y="98585"/>
                  <a:pt x="154249" y="102646"/>
                </a:cubicBezTo>
                <a:cubicBezTo>
                  <a:pt x="149422" y="109537"/>
                  <a:pt x="145105" y="108574"/>
                  <a:pt x="138826" y="101397"/>
                </a:cubicBezTo>
                <a:cubicBezTo>
                  <a:pt x="138826" y="101397"/>
                  <a:pt x="113186" y="72096"/>
                  <a:pt x="107907" y="66061"/>
                </a:cubicBezTo>
                <a:cubicBezTo>
                  <a:pt x="100108" y="57149"/>
                  <a:pt x="100541" y="57149"/>
                  <a:pt x="114303" y="57149"/>
                </a:cubicBezTo>
                <a:close/>
                <a:moveTo>
                  <a:pt x="10356" y="19048"/>
                </a:moveTo>
                <a:cubicBezTo>
                  <a:pt x="19577" y="19044"/>
                  <a:pt x="28333" y="19040"/>
                  <a:pt x="35418" y="24708"/>
                </a:cubicBezTo>
                <a:cubicBezTo>
                  <a:pt x="42332" y="30238"/>
                  <a:pt x="45753" y="38940"/>
                  <a:pt x="48046" y="47630"/>
                </a:cubicBezTo>
                <a:cubicBezTo>
                  <a:pt x="49301" y="52386"/>
                  <a:pt x="51344" y="57148"/>
                  <a:pt x="61913" y="57148"/>
                </a:cubicBezTo>
                <a:cubicBezTo>
                  <a:pt x="61913" y="57148"/>
                  <a:pt x="70620" y="57148"/>
                  <a:pt x="76200" y="57148"/>
                </a:cubicBezTo>
                <a:cubicBezTo>
                  <a:pt x="87014" y="57148"/>
                  <a:pt x="87451" y="57148"/>
                  <a:pt x="95250" y="66061"/>
                </a:cubicBezTo>
                <a:cubicBezTo>
                  <a:pt x="110801" y="83835"/>
                  <a:pt x="126362" y="101618"/>
                  <a:pt x="141555" y="118982"/>
                </a:cubicBezTo>
                <a:cubicBezTo>
                  <a:pt x="144067" y="121852"/>
                  <a:pt x="143225" y="127419"/>
                  <a:pt x="140085" y="130558"/>
                </a:cubicBezTo>
                <a:cubicBezTo>
                  <a:pt x="136366" y="134278"/>
                  <a:pt x="130334" y="134278"/>
                  <a:pt x="126615" y="130558"/>
                </a:cubicBezTo>
                <a:lnTo>
                  <a:pt x="118483" y="122427"/>
                </a:lnTo>
                <a:cubicBezTo>
                  <a:pt x="110421" y="114365"/>
                  <a:pt x="106731" y="114298"/>
                  <a:pt x="95250" y="114298"/>
                </a:cubicBezTo>
                <a:cubicBezTo>
                  <a:pt x="55794" y="114298"/>
                  <a:pt x="47625" y="114298"/>
                  <a:pt x="38100" y="85723"/>
                </a:cubicBezTo>
                <a:cubicBezTo>
                  <a:pt x="36234" y="80125"/>
                  <a:pt x="34895" y="74221"/>
                  <a:pt x="33551" y="68295"/>
                </a:cubicBezTo>
                <a:cubicBezTo>
                  <a:pt x="31698" y="60129"/>
                  <a:pt x="29837" y="51923"/>
                  <a:pt x="26576" y="44429"/>
                </a:cubicBezTo>
                <a:cubicBezTo>
                  <a:pt x="23692" y="37802"/>
                  <a:pt x="18645" y="37916"/>
                  <a:pt x="12391" y="38056"/>
                </a:cubicBezTo>
                <a:cubicBezTo>
                  <a:pt x="11462" y="38077"/>
                  <a:pt x="10505" y="38099"/>
                  <a:pt x="9525" y="38099"/>
                </a:cubicBezTo>
                <a:cubicBezTo>
                  <a:pt x="4265" y="38099"/>
                  <a:pt x="0" y="33834"/>
                  <a:pt x="0" y="28574"/>
                </a:cubicBezTo>
                <a:cubicBezTo>
                  <a:pt x="0" y="23313"/>
                  <a:pt x="4265" y="19049"/>
                  <a:pt x="9525" y="19049"/>
                </a:cubicBezTo>
                <a:close/>
                <a:moveTo>
                  <a:pt x="114302" y="0"/>
                </a:moveTo>
                <a:cubicBezTo>
                  <a:pt x="142875" y="0"/>
                  <a:pt x="155575" y="0"/>
                  <a:pt x="165099" y="28572"/>
                </a:cubicBezTo>
                <a:cubicBezTo>
                  <a:pt x="171449" y="47622"/>
                  <a:pt x="171449" y="47624"/>
                  <a:pt x="152399" y="47622"/>
                </a:cubicBezTo>
                <a:lnTo>
                  <a:pt x="114299" y="47622"/>
                </a:lnTo>
                <a:cubicBezTo>
                  <a:pt x="95249" y="47622"/>
                  <a:pt x="95249" y="47619"/>
                  <a:pt x="90487" y="19047"/>
                </a:cubicBezTo>
                <a:cubicBezTo>
                  <a:pt x="90319" y="18045"/>
                  <a:pt x="90156" y="17094"/>
                  <a:pt x="90003" y="16195"/>
                </a:cubicBezTo>
                <a:cubicBezTo>
                  <a:pt x="88832" y="9363"/>
                  <a:pt x="88155" y="5413"/>
                  <a:pt x="89797" y="3129"/>
                </a:cubicBezTo>
                <a:cubicBezTo>
                  <a:pt x="92046" y="0"/>
                  <a:pt x="98652" y="0"/>
                  <a:pt x="114302" y="0"/>
                </a:cubicBezTo>
                <a:close/>
              </a:path>
            </a:pathLst>
          </a:custGeom>
          <a:solidFill>
            <a:srgbClr val="000000"/>
          </a:solidFill>
          <a:ln w="9525" cap="flat">
            <a:noFill/>
            <a:prstDash val="solid"/>
            <a:miter/>
          </a:ln>
        </p:spPr>
        <p:txBody>
          <a:bodyPr rtlCol="0" anchor="ctr"/>
          <a:lstStyle/>
          <a:p>
            <a:endParaRPr lang="ru-RU"/>
          </a:p>
        </p:txBody>
      </p:sp>
      <p:sp>
        <p:nvSpPr>
          <p:cNvPr id="142" name="Рисунок 33">
            <a:extLst>
              <a:ext uri="{FF2B5EF4-FFF2-40B4-BE49-F238E27FC236}">
                <a16:creationId xmlns:a16="http://schemas.microsoft.com/office/drawing/2014/main" id="{3B20C8C9-E8C5-4988-9C16-85CF59F3A4DD}"/>
              </a:ext>
            </a:extLst>
          </p:cNvPr>
          <p:cNvSpPr/>
          <p:nvPr/>
        </p:nvSpPr>
        <p:spPr>
          <a:xfrm>
            <a:off x="1514613" y="2409043"/>
            <a:ext cx="114299" cy="85724"/>
          </a:xfrm>
          <a:custGeom>
            <a:avLst/>
            <a:gdLst>
              <a:gd name="connsiteX0" fmla="*/ 110116 w 114299"/>
              <a:gd name="connsiteY0" fmla="*/ 4185 h 85724"/>
              <a:gd name="connsiteX1" fmla="*/ 110116 w 114299"/>
              <a:gd name="connsiteY1" fmla="*/ 24390 h 85724"/>
              <a:gd name="connsiteX2" fmla="*/ 52966 w 114299"/>
              <a:gd name="connsiteY2" fmla="*/ 81541 h 85724"/>
              <a:gd name="connsiteX3" fmla="*/ 32760 w 114299"/>
              <a:gd name="connsiteY3" fmla="*/ 81541 h 85724"/>
              <a:gd name="connsiteX4" fmla="*/ 4185 w 114299"/>
              <a:gd name="connsiteY4" fmla="*/ 52966 h 85724"/>
              <a:gd name="connsiteX5" fmla="*/ 4185 w 114299"/>
              <a:gd name="connsiteY5" fmla="*/ 32759 h 85724"/>
              <a:gd name="connsiteX6" fmla="*/ 24390 w 114299"/>
              <a:gd name="connsiteY6" fmla="*/ 32759 h 85724"/>
              <a:gd name="connsiteX7" fmla="*/ 42863 w 114299"/>
              <a:gd name="connsiteY7" fmla="*/ 51232 h 85724"/>
              <a:gd name="connsiteX8" fmla="*/ 89909 w 114299"/>
              <a:gd name="connsiteY8" fmla="*/ 4185 h 85724"/>
              <a:gd name="connsiteX9" fmla="*/ 110116 w 114299"/>
              <a:gd name="connsiteY9" fmla="*/ 4185 h 8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299" h="85724">
                <a:moveTo>
                  <a:pt x="110116" y="4185"/>
                </a:moveTo>
                <a:cubicBezTo>
                  <a:pt x="115694" y="9764"/>
                  <a:pt x="115694" y="18811"/>
                  <a:pt x="110116" y="24390"/>
                </a:cubicBezTo>
                <a:lnTo>
                  <a:pt x="52966" y="81541"/>
                </a:lnTo>
                <a:cubicBezTo>
                  <a:pt x="47386" y="87119"/>
                  <a:pt x="38339" y="87119"/>
                  <a:pt x="32760" y="81541"/>
                </a:cubicBezTo>
                <a:lnTo>
                  <a:pt x="4185" y="52966"/>
                </a:lnTo>
                <a:cubicBezTo>
                  <a:pt x="-1395" y="47386"/>
                  <a:pt x="-1395" y="38339"/>
                  <a:pt x="4185" y="32759"/>
                </a:cubicBezTo>
                <a:cubicBezTo>
                  <a:pt x="9764" y="27180"/>
                  <a:pt x="18811" y="27180"/>
                  <a:pt x="24390" y="32759"/>
                </a:cubicBezTo>
                <a:lnTo>
                  <a:pt x="42863" y="51232"/>
                </a:lnTo>
                <a:lnTo>
                  <a:pt x="89909" y="4185"/>
                </a:lnTo>
                <a:cubicBezTo>
                  <a:pt x="95489" y="-1395"/>
                  <a:pt x="104536" y="-1395"/>
                  <a:pt x="110116" y="4185"/>
                </a:cubicBezTo>
                <a:close/>
              </a:path>
            </a:pathLst>
          </a:custGeom>
          <a:solidFill>
            <a:srgbClr val="000000"/>
          </a:solidFill>
          <a:ln w="9525" cap="flat">
            <a:noFill/>
            <a:prstDash val="solid"/>
            <a:miter/>
          </a:ln>
        </p:spPr>
        <p:txBody>
          <a:bodyPr rtlCol="0" anchor="ctr"/>
          <a:lstStyle/>
          <a:p>
            <a:endParaRPr lang="ru-RU"/>
          </a:p>
        </p:txBody>
      </p:sp>
      <p:sp>
        <p:nvSpPr>
          <p:cNvPr id="289" name="Полилиния: фигура 288">
            <a:extLst>
              <a:ext uri="{FF2B5EF4-FFF2-40B4-BE49-F238E27FC236}">
                <a16:creationId xmlns:a16="http://schemas.microsoft.com/office/drawing/2014/main" id="{14D93985-D5B3-AB03-653B-ADF70923330A}"/>
              </a:ext>
            </a:extLst>
          </p:cNvPr>
          <p:cNvSpPr/>
          <p:nvPr/>
        </p:nvSpPr>
        <p:spPr>
          <a:xfrm>
            <a:off x="1495563" y="1864341"/>
            <a:ext cx="180975" cy="171449"/>
          </a:xfrm>
          <a:custGeom>
            <a:avLst/>
            <a:gdLst>
              <a:gd name="connsiteX0" fmla="*/ 50513 w 180975"/>
              <a:gd name="connsiteY0" fmla="*/ 152399 h 171449"/>
              <a:gd name="connsiteX1" fmla="*/ 76200 w 180975"/>
              <a:gd name="connsiteY1" fmla="*/ 154185 h 171449"/>
              <a:gd name="connsiteX2" fmla="*/ 101884 w 180975"/>
              <a:gd name="connsiteY2" fmla="*/ 152402 h 171449"/>
              <a:gd name="connsiteX3" fmla="*/ 103547 w 180975"/>
              <a:gd name="connsiteY3" fmla="*/ 158786 h 171449"/>
              <a:gd name="connsiteX4" fmla="*/ 76200 w 180975"/>
              <a:gd name="connsiteY4" fmla="*/ 171449 h 171449"/>
              <a:gd name="connsiteX5" fmla="*/ 48927 w 180975"/>
              <a:gd name="connsiteY5" fmla="*/ 159076 h 171449"/>
              <a:gd name="connsiteX6" fmla="*/ 50513 w 180975"/>
              <a:gd name="connsiteY6" fmla="*/ 152399 h 171449"/>
              <a:gd name="connsiteX7" fmla="*/ 164716 w 180975"/>
              <a:gd name="connsiteY7" fmla="*/ 21840 h 171449"/>
              <a:gd name="connsiteX8" fmla="*/ 178186 w 180975"/>
              <a:gd name="connsiteY8" fmla="*/ 21840 h 171449"/>
              <a:gd name="connsiteX9" fmla="*/ 178186 w 180975"/>
              <a:gd name="connsiteY9" fmla="*/ 35310 h 171449"/>
              <a:gd name="connsiteX10" fmla="*/ 149611 w 180975"/>
              <a:gd name="connsiteY10" fmla="*/ 63885 h 171449"/>
              <a:gd name="connsiteX11" fmla="*/ 136141 w 180975"/>
              <a:gd name="connsiteY11" fmla="*/ 63885 h 171449"/>
              <a:gd name="connsiteX12" fmla="*/ 117091 w 180975"/>
              <a:gd name="connsiteY12" fmla="*/ 44835 h 171449"/>
              <a:gd name="connsiteX13" fmla="*/ 117091 w 180975"/>
              <a:gd name="connsiteY13" fmla="*/ 31365 h 171449"/>
              <a:gd name="connsiteX14" fmla="*/ 130561 w 180975"/>
              <a:gd name="connsiteY14" fmla="*/ 31365 h 171449"/>
              <a:gd name="connsiteX15" fmla="*/ 142876 w 180975"/>
              <a:gd name="connsiteY15" fmla="*/ 43680 h 171449"/>
              <a:gd name="connsiteX16" fmla="*/ 76200 w 180975"/>
              <a:gd name="connsiteY16" fmla="*/ 0 h 171449"/>
              <a:gd name="connsiteX17" fmla="*/ 85725 w 180975"/>
              <a:gd name="connsiteY17" fmla="*/ 9525 h 171449"/>
              <a:gd name="connsiteX18" fmla="*/ 95250 w 180975"/>
              <a:gd name="connsiteY18" fmla="*/ 11233 h 171449"/>
              <a:gd name="connsiteX19" fmla="*/ 101884 w 180975"/>
              <a:gd name="connsiteY19" fmla="*/ 23364 h 171449"/>
              <a:gd name="connsiteX20" fmla="*/ 95250 w 180975"/>
              <a:gd name="connsiteY20" fmla="*/ 47625 h 171449"/>
              <a:gd name="connsiteX21" fmla="*/ 142875 w 180975"/>
              <a:gd name="connsiteY21" fmla="*/ 95250 h 171449"/>
              <a:gd name="connsiteX22" fmla="*/ 152400 w 180975"/>
              <a:gd name="connsiteY22" fmla="*/ 104775 h 171449"/>
              <a:gd name="connsiteX23" fmla="*/ 76200 w 180975"/>
              <a:gd name="connsiteY23" fmla="*/ 142875 h 171449"/>
              <a:gd name="connsiteX24" fmla="*/ 0 w 180975"/>
              <a:gd name="connsiteY24" fmla="*/ 104775 h 171449"/>
              <a:gd name="connsiteX25" fmla="*/ 8571 w 180975"/>
              <a:gd name="connsiteY25" fmla="*/ 83796 h 171449"/>
              <a:gd name="connsiteX26" fmla="*/ 13934 w 180975"/>
              <a:gd name="connsiteY26" fmla="*/ 76200 h 171449"/>
              <a:gd name="connsiteX27" fmla="*/ 20078 w 180975"/>
              <a:gd name="connsiteY27" fmla="*/ 58276 h 171449"/>
              <a:gd name="connsiteX28" fmla="*/ 20135 w 180975"/>
              <a:gd name="connsiteY28" fmla="*/ 58056 h 171449"/>
              <a:gd name="connsiteX29" fmla="*/ 66675 w 180975"/>
              <a:gd name="connsiteY29" fmla="*/ 9525 h 171449"/>
              <a:gd name="connsiteX30" fmla="*/ 76200 w 180975"/>
              <a:gd name="connsiteY30"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80975" h="171449">
                <a:moveTo>
                  <a:pt x="50513" y="152399"/>
                </a:moveTo>
                <a:cubicBezTo>
                  <a:pt x="50513" y="152399"/>
                  <a:pt x="61942" y="154185"/>
                  <a:pt x="76200" y="154185"/>
                </a:cubicBezTo>
                <a:cubicBezTo>
                  <a:pt x="90615" y="154185"/>
                  <a:pt x="101884" y="152402"/>
                  <a:pt x="101884" y="152402"/>
                </a:cubicBezTo>
                <a:cubicBezTo>
                  <a:pt x="105274" y="152161"/>
                  <a:pt x="105457" y="155980"/>
                  <a:pt x="103547" y="158786"/>
                </a:cubicBezTo>
                <a:cubicBezTo>
                  <a:pt x="98385" y="166365"/>
                  <a:pt x="87093" y="171449"/>
                  <a:pt x="76200" y="171449"/>
                </a:cubicBezTo>
                <a:cubicBezTo>
                  <a:pt x="65448" y="171449"/>
                  <a:pt x="54133" y="166492"/>
                  <a:pt x="48927" y="159076"/>
                </a:cubicBezTo>
                <a:cubicBezTo>
                  <a:pt x="46973" y="156293"/>
                  <a:pt x="47115" y="152195"/>
                  <a:pt x="50513" y="152399"/>
                </a:cubicBezTo>
                <a:close/>
                <a:moveTo>
                  <a:pt x="164716" y="21840"/>
                </a:moveTo>
                <a:cubicBezTo>
                  <a:pt x="168435" y="18120"/>
                  <a:pt x="174466" y="18120"/>
                  <a:pt x="178186" y="21840"/>
                </a:cubicBezTo>
                <a:cubicBezTo>
                  <a:pt x="181905" y="25560"/>
                  <a:pt x="181905" y="31590"/>
                  <a:pt x="178186" y="35310"/>
                </a:cubicBezTo>
                <a:lnTo>
                  <a:pt x="149611" y="63885"/>
                </a:lnTo>
                <a:cubicBezTo>
                  <a:pt x="145891" y="67605"/>
                  <a:pt x="139860" y="67605"/>
                  <a:pt x="136141" y="63885"/>
                </a:cubicBezTo>
                <a:lnTo>
                  <a:pt x="117091" y="44835"/>
                </a:lnTo>
                <a:cubicBezTo>
                  <a:pt x="113371" y="41115"/>
                  <a:pt x="113371" y="35085"/>
                  <a:pt x="117091" y="31365"/>
                </a:cubicBezTo>
                <a:cubicBezTo>
                  <a:pt x="120810" y="27645"/>
                  <a:pt x="126841" y="27645"/>
                  <a:pt x="130561" y="31365"/>
                </a:cubicBezTo>
                <a:lnTo>
                  <a:pt x="142876" y="43680"/>
                </a:lnTo>
                <a:close/>
                <a:moveTo>
                  <a:pt x="76200" y="0"/>
                </a:moveTo>
                <a:cubicBezTo>
                  <a:pt x="81461" y="0"/>
                  <a:pt x="85725" y="4265"/>
                  <a:pt x="85725" y="9525"/>
                </a:cubicBezTo>
                <a:cubicBezTo>
                  <a:pt x="89170" y="9894"/>
                  <a:pt x="92336" y="10472"/>
                  <a:pt x="95250" y="11233"/>
                </a:cubicBezTo>
                <a:cubicBezTo>
                  <a:pt x="104775" y="13721"/>
                  <a:pt x="104775" y="18490"/>
                  <a:pt x="101884" y="23364"/>
                </a:cubicBezTo>
                <a:cubicBezTo>
                  <a:pt x="97669" y="30469"/>
                  <a:pt x="95250" y="38764"/>
                  <a:pt x="95250" y="47625"/>
                </a:cubicBezTo>
                <a:cubicBezTo>
                  <a:pt x="95250" y="73927"/>
                  <a:pt x="116573" y="95250"/>
                  <a:pt x="142875" y="95250"/>
                </a:cubicBezTo>
                <a:cubicBezTo>
                  <a:pt x="147638" y="95250"/>
                  <a:pt x="152400" y="95250"/>
                  <a:pt x="152400" y="104775"/>
                </a:cubicBezTo>
                <a:cubicBezTo>
                  <a:pt x="152400" y="123825"/>
                  <a:pt x="123910" y="142875"/>
                  <a:pt x="76200" y="142875"/>
                </a:cubicBezTo>
                <a:cubicBezTo>
                  <a:pt x="28490" y="142875"/>
                  <a:pt x="0" y="123825"/>
                  <a:pt x="0" y="104775"/>
                </a:cubicBezTo>
                <a:cubicBezTo>
                  <a:pt x="0" y="94728"/>
                  <a:pt x="4184" y="89391"/>
                  <a:pt x="8571" y="83796"/>
                </a:cubicBezTo>
                <a:cubicBezTo>
                  <a:pt x="10423" y="81434"/>
                  <a:pt x="12310" y="79027"/>
                  <a:pt x="13934" y="76200"/>
                </a:cubicBezTo>
                <a:cubicBezTo>
                  <a:pt x="16603" y="71556"/>
                  <a:pt x="18262" y="65213"/>
                  <a:pt x="20078" y="58276"/>
                </a:cubicBezTo>
                <a:lnTo>
                  <a:pt x="20135" y="58056"/>
                </a:lnTo>
                <a:cubicBezTo>
                  <a:pt x="25316" y="38256"/>
                  <a:pt x="31858" y="13252"/>
                  <a:pt x="66675" y="9525"/>
                </a:cubicBezTo>
                <a:cubicBezTo>
                  <a:pt x="66675" y="4265"/>
                  <a:pt x="70939" y="0"/>
                  <a:pt x="76200" y="0"/>
                </a:cubicBezTo>
                <a:close/>
              </a:path>
            </a:pathLst>
          </a:custGeom>
          <a:solidFill>
            <a:srgbClr val="000000"/>
          </a:solidFill>
          <a:ln w="9525" cap="flat">
            <a:noFill/>
            <a:prstDash val="solid"/>
            <a:miter/>
          </a:ln>
        </p:spPr>
        <p:txBody>
          <a:bodyPr rtlCol="0" anchor="ctr"/>
          <a:lstStyle/>
          <a:p>
            <a:endParaRPr lang="ru-RU"/>
          </a:p>
        </p:txBody>
      </p:sp>
      <p:sp>
        <p:nvSpPr>
          <p:cNvPr id="143" name="Рисунок 35">
            <a:extLst>
              <a:ext uri="{FF2B5EF4-FFF2-40B4-BE49-F238E27FC236}">
                <a16:creationId xmlns:a16="http://schemas.microsoft.com/office/drawing/2014/main" id="{F77F61BE-A693-69F4-E0BC-CFCBA9A6A996}"/>
              </a:ext>
            </a:extLst>
          </p:cNvPr>
          <p:cNvSpPr/>
          <p:nvPr/>
        </p:nvSpPr>
        <p:spPr>
          <a:xfrm>
            <a:off x="1926640" y="2370944"/>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path>
            </a:pathLst>
          </a:custGeom>
          <a:solidFill>
            <a:srgbClr val="000000"/>
          </a:solidFill>
          <a:ln w="9525" cap="flat">
            <a:noFill/>
            <a:prstDash val="solid"/>
            <a:miter/>
          </a:ln>
        </p:spPr>
        <p:txBody>
          <a:bodyPr rtlCol="0" anchor="ctr"/>
          <a:lstStyle/>
          <a:p>
            <a:endParaRPr lang="ru-RU"/>
          </a:p>
        </p:txBody>
      </p:sp>
      <p:sp>
        <p:nvSpPr>
          <p:cNvPr id="290" name="Полилиния: фигура 289">
            <a:extLst>
              <a:ext uri="{FF2B5EF4-FFF2-40B4-BE49-F238E27FC236}">
                <a16:creationId xmlns:a16="http://schemas.microsoft.com/office/drawing/2014/main" id="{EC9FE0F6-64A6-4ABC-36D2-87A99666CAEB}"/>
              </a:ext>
            </a:extLst>
          </p:cNvPr>
          <p:cNvSpPr/>
          <p:nvPr/>
        </p:nvSpPr>
        <p:spPr>
          <a:xfrm>
            <a:off x="1936164" y="1864341"/>
            <a:ext cx="166687" cy="171449"/>
          </a:xfrm>
          <a:custGeom>
            <a:avLst/>
            <a:gdLst>
              <a:gd name="connsiteX0" fmla="*/ 50513 w 166687"/>
              <a:gd name="connsiteY0" fmla="*/ 152399 h 171449"/>
              <a:gd name="connsiteX1" fmla="*/ 76200 w 166687"/>
              <a:gd name="connsiteY1" fmla="*/ 154185 h 171449"/>
              <a:gd name="connsiteX2" fmla="*/ 101884 w 166687"/>
              <a:gd name="connsiteY2" fmla="*/ 152402 h 171449"/>
              <a:gd name="connsiteX3" fmla="*/ 103547 w 166687"/>
              <a:gd name="connsiteY3" fmla="*/ 158786 h 171449"/>
              <a:gd name="connsiteX4" fmla="*/ 76200 w 166687"/>
              <a:gd name="connsiteY4" fmla="*/ 171449 h 171449"/>
              <a:gd name="connsiteX5" fmla="*/ 48927 w 166687"/>
              <a:gd name="connsiteY5" fmla="*/ 159076 h 171449"/>
              <a:gd name="connsiteX6" fmla="*/ 50513 w 166687"/>
              <a:gd name="connsiteY6" fmla="*/ 152399 h 171449"/>
              <a:gd name="connsiteX7" fmla="*/ 121853 w 166687"/>
              <a:gd name="connsiteY7" fmla="*/ 26602 h 171449"/>
              <a:gd name="connsiteX8" fmla="*/ 135323 w 166687"/>
              <a:gd name="connsiteY8" fmla="*/ 26602 h 171449"/>
              <a:gd name="connsiteX9" fmla="*/ 142875 w 166687"/>
              <a:gd name="connsiteY9" fmla="*/ 34154 h 171449"/>
              <a:gd name="connsiteX10" fmla="*/ 150428 w 166687"/>
              <a:gd name="connsiteY10" fmla="*/ 26602 h 171449"/>
              <a:gd name="connsiteX11" fmla="*/ 163898 w 166687"/>
              <a:gd name="connsiteY11" fmla="*/ 26602 h 171449"/>
              <a:gd name="connsiteX12" fmla="*/ 163898 w 166687"/>
              <a:gd name="connsiteY12" fmla="*/ 40072 h 171449"/>
              <a:gd name="connsiteX13" fmla="*/ 156346 w 166687"/>
              <a:gd name="connsiteY13" fmla="*/ 47625 h 171449"/>
              <a:gd name="connsiteX14" fmla="*/ 163898 w 166687"/>
              <a:gd name="connsiteY14" fmla="*/ 55177 h 171449"/>
              <a:gd name="connsiteX15" fmla="*/ 163898 w 166687"/>
              <a:gd name="connsiteY15" fmla="*/ 68647 h 171449"/>
              <a:gd name="connsiteX16" fmla="*/ 150428 w 166687"/>
              <a:gd name="connsiteY16" fmla="*/ 68647 h 171449"/>
              <a:gd name="connsiteX17" fmla="*/ 142875 w 166687"/>
              <a:gd name="connsiteY17" fmla="*/ 61095 h 171449"/>
              <a:gd name="connsiteX18" fmla="*/ 135323 w 166687"/>
              <a:gd name="connsiteY18" fmla="*/ 68647 h 171449"/>
              <a:gd name="connsiteX19" fmla="*/ 121853 w 166687"/>
              <a:gd name="connsiteY19" fmla="*/ 68647 h 171449"/>
              <a:gd name="connsiteX20" fmla="*/ 121853 w 166687"/>
              <a:gd name="connsiteY20" fmla="*/ 55177 h 171449"/>
              <a:gd name="connsiteX21" fmla="*/ 129405 w 166687"/>
              <a:gd name="connsiteY21" fmla="*/ 47625 h 171449"/>
              <a:gd name="connsiteX22" fmla="*/ 121853 w 166687"/>
              <a:gd name="connsiteY22" fmla="*/ 40072 h 171449"/>
              <a:gd name="connsiteX23" fmla="*/ 121853 w 166687"/>
              <a:gd name="connsiteY23" fmla="*/ 26602 h 171449"/>
              <a:gd name="connsiteX24" fmla="*/ 76200 w 166687"/>
              <a:gd name="connsiteY24" fmla="*/ 0 h 171449"/>
              <a:gd name="connsiteX25" fmla="*/ 85725 w 166687"/>
              <a:gd name="connsiteY25" fmla="*/ 9525 h 171449"/>
              <a:gd name="connsiteX26" fmla="*/ 95250 w 166687"/>
              <a:gd name="connsiteY26" fmla="*/ 11233 h 171449"/>
              <a:gd name="connsiteX27" fmla="*/ 101884 w 166687"/>
              <a:gd name="connsiteY27" fmla="*/ 23364 h 171449"/>
              <a:gd name="connsiteX28" fmla="*/ 95250 w 166687"/>
              <a:gd name="connsiteY28" fmla="*/ 47625 h 171449"/>
              <a:gd name="connsiteX29" fmla="*/ 142875 w 166687"/>
              <a:gd name="connsiteY29" fmla="*/ 95250 h 171449"/>
              <a:gd name="connsiteX30" fmla="*/ 152400 w 166687"/>
              <a:gd name="connsiteY30" fmla="*/ 104775 h 171449"/>
              <a:gd name="connsiteX31" fmla="*/ 76200 w 166687"/>
              <a:gd name="connsiteY31" fmla="*/ 142875 h 171449"/>
              <a:gd name="connsiteX32" fmla="*/ 0 w 166687"/>
              <a:gd name="connsiteY32" fmla="*/ 104775 h 171449"/>
              <a:gd name="connsiteX33" fmla="*/ 8571 w 166687"/>
              <a:gd name="connsiteY33" fmla="*/ 83796 h 171449"/>
              <a:gd name="connsiteX34" fmla="*/ 13934 w 166687"/>
              <a:gd name="connsiteY34" fmla="*/ 76200 h 171449"/>
              <a:gd name="connsiteX35" fmla="*/ 20078 w 166687"/>
              <a:gd name="connsiteY35" fmla="*/ 58276 h 171449"/>
              <a:gd name="connsiteX36" fmla="*/ 20135 w 166687"/>
              <a:gd name="connsiteY36" fmla="*/ 58056 h 171449"/>
              <a:gd name="connsiteX37" fmla="*/ 66675 w 166687"/>
              <a:gd name="connsiteY37" fmla="*/ 9525 h 171449"/>
              <a:gd name="connsiteX38" fmla="*/ 76200 w 166687"/>
              <a:gd name="connsiteY38"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66687" h="171449">
                <a:moveTo>
                  <a:pt x="50513" y="152399"/>
                </a:moveTo>
                <a:cubicBezTo>
                  <a:pt x="50513" y="152399"/>
                  <a:pt x="61942" y="154185"/>
                  <a:pt x="76200" y="154185"/>
                </a:cubicBezTo>
                <a:cubicBezTo>
                  <a:pt x="90615" y="154185"/>
                  <a:pt x="101884" y="152402"/>
                  <a:pt x="101884" y="152402"/>
                </a:cubicBezTo>
                <a:cubicBezTo>
                  <a:pt x="105274" y="152161"/>
                  <a:pt x="105457" y="155980"/>
                  <a:pt x="103547" y="158786"/>
                </a:cubicBezTo>
                <a:cubicBezTo>
                  <a:pt x="98385" y="166365"/>
                  <a:pt x="87093" y="171449"/>
                  <a:pt x="76200" y="171449"/>
                </a:cubicBezTo>
                <a:cubicBezTo>
                  <a:pt x="65448" y="171449"/>
                  <a:pt x="54133" y="166492"/>
                  <a:pt x="48927" y="159076"/>
                </a:cubicBezTo>
                <a:cubicBezTo>
                  <a:pt x="46973" y="156293"/>
                  <a:pt x="47115" y="152195"/>
                  <a:pt x="50513" y="152399"/>
                </a:cubicBezTo>
                <a:close/>
                <a:moveTo>
                  <a:pt x="121853" y="26602"/>
                </a:moveTo>
                <a:cubicBezTo>
                  <a:pt x="125572" y="22882"/>
                  <a:pt x="131603" y="22882"/>
                  <a:pt x="135323" y="26602"/>
                </a:cubicBezTo>
                <a:lnTo>
                  <a:pt x="142875" y="34154"/>
                </a:lnTo>
                <a:lnTo>
                  <a:pt x="150428" y="26602"/>
                </a:lnTo>
                <a:cubicBezTo>
                  <a:pt x="154147" y="22882"/>
                  <a:pt x="160178" y="22882"/>
                  <a:pt x="163898" y="26602"/>
                </a:cubicBezTo>
                <a:cubicBezTo>
                  <a:pt x="167617" y="30322"/>
                  <a:pt x="167617" y="36352"/>
                  <a:pt x="163898" y="40072"/>
                </a:cubicBezTo>
                <a:lnTo>
                  <a:pt x="156346" y="47625"/>
                </a:lnTo>
                <a:lnTo>
                  <a:pt x="163898" y="55177"/>
                </a:lnTo>
                <a:cubicBezTo>
                  <a:pt x="167617" y="58897"/>
                  <a:pt x="167617" y="64927"/>
                  <a:pt x="163898" y="68647"/>
                </a:cubicBezTo>
                <a:cubicBezTo>
                  <a:pt x="160178" y="72367"/>
                  <a:pt x="154147" y="72367"/>
                  <a:pt x="150428" y="68647"/>
                </a:cubicBezTo>
                <a:lnTo>
                  <a:pt x="142875" y="61095"/>
                </a:lnTo>
                <a:lnTo>
                  <a:pt x="135323" y="68647"/>
                </a:lnTo>
                <a:cubicBezTo>
                  <a:pt x="131603" y="72367"/>
                  <a:pt x="125572" y="72367"/>
                  <a:pt x="121853" y="68647"/>
                </a:cubicBezTo>
                <a:cubicBezTo>
                  <a:pt x="118133" y="64927"/>
                  <a:pt x="118133" y="58897"/>
                  <a:pt x="121853" y="55177"/>
                </a:cubicBezTo>
                <a:lnTo>
                  <a:pt x="129405" y="47625"/>
                </a:lnTo>
                <a:lnTo>
                  <a:pt x="121853" y="40072"/>
                </a:lnTo>
                <a:cubicBezTo>
                  <a:pt x="118133" y="36352"/>
                  <a:pt x="118133" y="30322"/>
                  <a:pt x="121853" y="26602"/>
                </a:cubicBezTo>
                <a:close/>
                <a:moveTo>
                  <a:pt x="76200" y="0"/>
                </a:moveTo>
                <a:cubicBezTo>
                  <a:pt x="81461" y="0"/>
                  <a:pt x="85725" y="4265"/>
                  <a:pt x="85725" y="9525"/>
                </a:cubicBezTo>
                <a:cubicBezTo>
                  <a:pt x="89170" y="9894"/>
                  <a:pt x="92336" y="10472"/>
                  <a:pt x="95250" y="11233"/>
                </a:cubicBezTo>
                <a:cubicBezTo>
                  <a:pt x="104775" y="13721"/>
                  <a:pt x="104775" y="18490"/>
                  <a:pt x="101884" y="23364"/>
                </a:cubicBezTo>
                <a:cubicBezTo>
                  <a:pt x="97669" y="30469"/>
                  <a:pt x="95250" y="38764"/>
                  <a:pt x="95250" y="47625"/>
                </a:cubicBezTo>
                <a:cubicBezTo>
                  <a:pt x="95250" y="73927"/>
                  <a:pt x="116573" y="95250"/>
                  <a:pt x="142875" y="95250"/>
                </a:cubicBezTo>
                <a:cubicBezTo>
                  <a:pt x="147638" y="95250"/>
                  <a:pt x="152400" y="95250"/>
                  <a:pt x="152400" y="104775"/>
                </a:cubicBezTo>
                <a:cubicBezTo>
                  <a:pt x="152400" y="123825"/>
                  <a:pt x="123910" y="142875"/>
                  <a:pt x="76200" y="142875"/>
                </a:cubicBezTo>
                <a:cubicBezTo>
                  <a:pt x="28490" y="142875"/>
                  <a:pt x="0" y="123825"/>
                  <a:pt x="0" y="104775"/>
                </a:cubicBezTo>
                <a:cubicBezTo>
                  <a:pt x="0" y="94728"/>
                  <a:pt x="4184" y="89391"/>
                  <a:pt x="8571" y="83796"/>
                </a:cubicBezTo>
                <a:cubicBezTo>
                  <a:pt x="10423" y="81434"/>
                  <a:pt x="12310" y="79027"/>
                  <a:pt x="13934" y="76200"/>
                </a:cubicBezTo>
                <a:cubicBezTo>
                  <a:pt x="16603" y="71556"/>
                  <a:pt x="18262" y="65213"/>
                  <a:pt x="20078" y="58276"/>
                </a:cubicBezTo>
                <a:lnTo>
                  <a:pt x="20135" y="58056"/>
                </a:lnTo>
                <a:cubicBezTo>
                  <a:pt x="25316" y="38256"/>
                  <a:pt x="31858" y="13252"/>
                  <a:pt x="66675" y="9525"/>
                </a:cubicBezTo>
                <a:cubicBezTo>
                  <a:pt x="66675" y="4265"/>
                  <a:pt x="70939" y="0"/>
                  <a:pt x="76200" y="0"/>
                </a:cubicBezTo>
                <a:close/>
              </a:path>
            </a:pathLst>
          </a:custGeom>
          <a:solidFill>
            <a:srgbClr val="000000"/>
          </a:solidFill>
          <a:ln w="9525" cap="flat">
            <a:noFill/>
            <a:prstDash val="solid"/>
            <a:miter/>
          </a:ln>
        </p:spPr>
        <p:txBody>
          <a:bodyPr rtlCol="0" anchor="ctr"/>
          <a:lstStyle/>
          <a:p>
            <a:endParaRPr lang="ru-RU"/>
          </a:p>
        </p:txBody>
      </p:sp>
      <p:sp>
        <p:nvSpPr>
          <p:cNvPr id="144" name="Рисунок 37">
            <a:extLst>
              <a:ext uri="{FF2B5EF4-FFF2-40B4-BE49-F238E27FC236}">
                <a16:creationId xmlns:a16="http://schemas.microsoft.com/office/drawing/2014/main" id="{654D5F44-249E-CB36-A1E6-F15714CBC42B}"/>
              </a:ext>
            </a:extLst>
          </p:cNvPr>
          <p:cNvSpPr/>
          <p:nvPr/>
        </p:nvSpPr>
        <p:spPr>
          <a:xfrm>
            <a:off x="2343426" y="2370944"/>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57150 w 171450"/>
              <a:gd name="connsiteY5" fmla="*/ 76200 h 171450"/>
              <a:gd name="connsiteX6" fmla="*/ 114300 w 171450"/>
              <a:gd name="connsiteY6" fmla="*/ 76200 h 171450"/>
              <a:gd name="connsiteX7" fmla="*/ 123825 w 171450"/>
              <a:gd name="connsiteY7" fmla="*/ 85725 h 171450"/>
              <a:gd name="connsiteX8" fmla="*/ 114300 w 171450"/>
              <a:gd name="connsiteY8" fmla="*/ 95250 h 171450"/>
              <a:gd name="connsiteX9" fmla="*/ 57150 w 171450"/>
              <a:gd name="connsiteY9" fmla="*/ 95250 h 171450"/>
              <a:gd name="connsiteX10" fmla="*/ 47625 w 171450"/>
              <a:gd name="connsiteY10" fmla="*/ 85725 h 171450"/>
              <a:gd name="connsiteX11" fmla="*/ 57150 w 171450"/>
              <a:gd name="connsiteY11" fmla="*/ 762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57150" y="76200"/>
                </a:moveTo>
                <a:lnTo>
                  <a:pt x="114300" y="76200"/>
                </a:lnTo>
                <a:cubicBezTo>
                  <a:pt x="119561" y="76200"/>
                  <a:pt x="123825" y="80464"/>
                  <a:pt x="123825" y="85725"/>
                </a:cubicBezTo>
                <a:cubicBezTo>
                  <a:pt x="123825" y="90986"/>
                  <a:pt x="119561" y="95250"/>
                  <a:pt x="114300" y="95250"/>
                </a:cubicBezTo>
                <a:lnTo>
                  <a:pt x="57150" y="95250"/>
                </a:lnTo>
                <a:cubicBezTo>
                  <a:pt x="51889" y="95250"/>
                  <a:pt x="47625" y="90986"/>
                  <a:pt x="47625" y="85725"/>
                </a:cubicBezTo>
                <a:cubicBezTo>
                  <a:pt x="47625" y="80464"/>
                  <a:pt x="51889" y="76200"/>
                  <a:pt x="57150" y="76200"/>
                </a:cubicBezTo>
                <a:close/>
              </a:path>
            </a:pathLst>
          </a:custGeom>
          <a:solidFill>
            <a:srgbClr val="000000"/>
          </a:solidFill>
          <a:ln w="9525" cap="flat">
            <a:noFill/>
            <a:prstDash val="solid"/>
            <a:miter/>
          </a:ln>
        </p:spPr>
        <p:txBody>
          <a:bodyPr rtlCol="0" anchor="ctr"/>
          <a:lstStyle/>
          <a:p>
            <a:endParaRPr lang="ru-RU"/>
          </a:p>
        </p:txBody>
      </p:sp>
      <p:sp>
        <p:nvSpPr>
          <p:cNvPr id="291" name="Полилиния: фигура 290">
            <a:extLst>
              <a:ext uri="{FF2B5EF4-FFF2-40B4-BE49-F238E27FC236}">
                <a16:creationId xmlns:a16="http://schemas.microsoft.com/office/drawing/2014/main" id="{8EB976AD-D96A-824D-6038-876C4373F35E}"/>
              </a:ext>
            </a:extLst>
          </p:cNvPr>
          <p:cNvSpPr/>
          <p:nvPr/>
        </p:nvSpPr>
        <p:spPr>
          <a:xfrm>
            <a:off x="2352950" y="1864341"/>
            <a:ext cx="152400" cy="171449"/>
          </a:xfrm>
          <a:custGeom>
            <a:avLst/>
            <a:gdLst>
              <a:gd name="connsiteX0" fmla="*/ 50513 w 152400"/>
              <a:gd name="connsiteY0" fmla="*/ 152399 h 171449"/>
              <a:gd name="connsiteX1" fmla="*/ 76200 w 152400"/>
              <a:gd name="connsiteY1" fmla="*/ 154185 h 171449"/>
              <a:gd name="connsiteX2" fmla="*/ 101884 w 152400"/>
              <a:gd name="connsiteY2" fmla="*/ 152402 h 171449"/>
              <a:gd name="connsiteX3" fmla="*/ 103547 w 152400"/>
              <a:gd name="connsiteY3" fmla="*/ 158786 h 171449"/>
              <a:gd name="connsiteX4" fmla="*/ 76200 w 152400"/>
              <a:gd name="connsiteY4" fmla="*/ 171449 h 171449"/>
              <a:gd name="connsiteX5" fmla="*/ 48927 w 152400"/>
              <a:gd name="connsiteY5" fmla="*/ 159076 h 171449"/>
              <a:gd name="connsiteX6" fmla="*/ 50513 w 152400"/>
              <a:gd name="connsiteY6" fmla="*/ 152399 h 171449"/>
              <a:gd name="connsiteX7" fmla="*/ 76200 w 152400"/>
              <a:gd name="connsiteY7" fmla="*/ 0 h 171449"/>
              <a:gd name="connsiteX8" fmla="*/ 85725 w 152400"/>
              <a:gd name="connsiteY8" fmla="*/ 9525 h 171449"/>
              <a:gd name="connsiteX9" fmla="*/ 131991 w 152400"/>
              <a:gd name="connsiteY9" fmla="*/ 58076 h 171449"/>
              <a:gd name="connsiteX10" fmla="*/ 138185 w 152400"/>
              <a:gd name="connsiteY10" fmla="*/ 76200 h 171449"/>
              <a:gd name="connsiteX11" fmla="*/ 143685 w 152400"/>
              <a:gd name="connsiteY11" fmla="*/ 83866 h 171449"/>
              <a:gd name="connsiteX12" fmla="*/ 152400 w 152400"/>
              <a:gd name="connsiteY12" fmla="*/ 104775 h 171449"/>
              <a:gd name="connsiteX13" fmla="*/ 76200 w 152400"/>
              <a:gd name="connsiteY13" fmla="*/ 142875 h 171449"/>
              <a:gd name="connsiteX14" fmla="*/ 0 w 152400"/>
              <a:gd name="connsiteY14" fmla="*/ 104775 h 171449"/>
              <a:gd name="connsiteX15" fmla="*/ 8571 w 152400"/>
              <a:gd name="connsiteY15" fmla="*/ 83796 h 171449"/>
              <a:gd name="connsiteX16" fmla="*/ 13934 w 152400"/>
              <a:gd name="connsiteY16" fmla="*/ 76200 h 171449"/>
              <a:gd name="connsiteX17" fmla="*/ 20078 w 152400"/>
              <a:gd name="connsiteY17" fmla="*/ 58276 h 171449"/>
              <a:gd name="connsiteX18" fmla="*/ 66675 w 152400"/>
              <a:gd name="connsiteY18" fmla="*/ 9525 h 171449"/>
              <a:gd name="connsiteX19" fmla="*/ 76200 w 152400"/>
              <a:gd name="connsiteY19"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2400" h="171449">
                <a:moveTo>
                  <a:pt x="50513" y="152399"/>
                </a:moveTo>
                <a:cubicBezTo>
                  <a:pt x="50513" y="152399"/>
                  <a:pt x="61942" y="154185"/>
                  <a:pt x="76200" y="154185"/>
                </a:cubicBezTo>
                <a:cubicBezTo>
                  <a:pt x="90615" y="154185"/>
                  <a:pt x="101884" y="152402"/>
                  <a:pt x="101884" y="152402"/>
                </a:cubicBezTo>
                <a:cubicBezTo>
                  <a:pt x="105274" y="152161"/>
                  <a:pt x="105457" y="155980"/>
                  <a:pt x="103547" y="158786"/>
                </a:cubicBezTo>
                <a:cubicBezTo>
                  <a:pt x="98385" y="166365"/>
                  <a:pt x="87093" y="171449"/>
                  <a:pt x="76200" y="171449"/>
                </a:cubicBezTo>
                <a:cubicBezTo>
                  <a:pt x="65448" y="171449"/>
                  <a:pt x="54133" y="166492"/>
                  <a:pt x="48927" y="159076"/>
                </a:cubicBezTo>
                <a:cubicBezTo>
                  <a:pt x="46973" y="156293"/>
                  <a:pt x="47115" y="152195"/>
                  <a:pt x="50513" y="152399"/>
                </a:cubicBezTo>
                <a:close/>
                <a:moveTo>
                  <a:pt x="76200" y="0"/>
                </a:moveTo>
                <a:cubicBezTo>
                  <a:pt x="81461" y="0"/>
                  <a:pt x="85725" y="4265"/>
                  <a:pt x="85725" y="9525"/>
                </a:cubicBezTo>
                <a:cubicBezTo>
                  <a:pt x="120521" y="13254"/>
                  <a:pt x="126869" y="38276"/>
                  <a:pt x="131991" y="58076"/>
                </a:cubicBezTo>
                <a:cubicBezTo>
                  <a:pt x="133806" y="65091"/>
                  <a:pt x="135467" y="71511"/>
                  <a:pt x="138185" y="76200"/>
                </a:cubicBezTo>
                <a:cubicBezTo>
                  <a:pt x="139839" y="79055"/>
                  <a:pt x="141780" y="81482"/>
                  <a:pt x="143685" y="83866"/>
                </a:cubicBezTo>
                <a:cubicBezTo>
                  <a:pt x="148137" y="89436"/>
                  <a:pt x="152400" y="94770"/>
                  <a:pt x="152400" y="104775"/>
                </a:cubicBezTo>
                <a:cubicBezTo>
                  <a:pt x="152400" y="123825"/>
                  <a:pt x="123910" y="142875"/>
                  <a:pt x="76200" y="142875"/>
                </a:cubicBezTo>
                <a:cubicBezTo>
                  <a:pt x="28490" y="142875"/>
                  <a:pt x="0" y="123825"/>
                  <a:pt x="0" y="104775"/>
                </a:cubicBezTo>
                <a:cubicBezTo>
                  <a:pt x="0" y="94728"/>
                  <a:pt x="4184" y="89391"/>
                  <a:pt x="8571" y="83796"/>
                </a:cubicBezTo>
                <a:cubicBezTo>
                  <a:pt x="10423" y="81434"/>
                  <a:pt x="12310" y="79027"/>
                  <a:pt x="13934" y="76200"/>
                </a:cubicBezTo>
                <a:cubicBezTo>
                  <a:pt x="16603" y="71556"/>
                  <a:pt x="18262" y="65213"/>
                  <a:pt x="20078" y="58276"/>
                </a:cubicBezTo>
                <a:cubicBezTo>
                  <a:pt x="25268" y="38442"/>
                  <a:pt x="31729" y="13265"/>
                  <a:pt x="66675" y="9525"/>
                </a:cubicBezTo>
                <a:cubicBezTo>
                  <a:pt x="66675" y="4265"/>
                  <a:pt x="70939" y="0"/>
                  <a:pt x="76200" y="0"/>
                </a:cubicBezTo>
                <a:close/>
              </a:path>
            </a:pathLst>
          </a:custGeom>
          <a:solidFill>
            <a:srgbClr val="000000"/>
          </a:solidFill>
          <a:ln w="9525" cap="flat">
            <a:noFill/>
            <a:prstDash val="solid"/>
            <a:miter/>
          </a:ln>
        </p:spPr>
        <p:txBody>
          <a:bodyPr rtlCol="0" anchor="ctr"/>
          <a:lstStyle/>
          <a:p>
            <a:endParaRPr lang="ru-RU"/>
          </a:p>
        </p:txBody>
      </p:sp>
      <p:sp>
        <p:nvSpPr>
          <p:cNvPr id="145" name="Рисунок 39">
            <a:extLst>
              <a:ext uri="{FF2B5EF4-FFF2-40B4-BE49-F238E27FC236}">
                <a16:creationId xmlns:a16="http://schemas.microsoft.com/office/drawing/2014/main" id="{BC08C47E-A4A0-0FD9-C6A9-B0BC176CC021}"/>
              </a:ext>
            </a:extLst>
          </p:cNvPr>
          <p:cNvSpPr/>
          <p:nvPr/>
        </p:nvSpPr>
        <p:spPr>
          <a:xfrm>
            <a:off x="2755451" y="2370944"/>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57150 h 171450"/>
              <a:gd name="connsiteX6" fmla="*/ 95250 w 171450"/>
              <a:gd name="connsiteY6" fmla="*/ 76200 h 171450"/>
              <a:gd name="connsiteX7" fmla="*/ 114300 w 171450"/>
              <a:gd name="connsiteY7" fmla="*/ 76200 h 171450"/>
              <a:gd name="connsiteX8" fmla="*/ 123825 w 171450"/>
              <a:gd name="connsiteY8" fmla="*/ 85725 h 171450"/>
              <a:gd name="connsiteX9" fmla="*/ 114300 w 171450"/>
              <a:gd name="connsiteY9" fmla="*/ 95250 h 171450"/>
              <a:gd name="connsiteX10" fmla="*/ 95250 w 171450"/>
              <a:gd name="connsiteY10" fmla="*/ 95250 h 171450"/>
              <a:gd name="connsiteX11" fmla="*/ 95250 w 171450"/>
              <a:gd name="connsiteY11" fmla="*/ 114300 h 171450"/>
              <a:gd name="connsiteX12" fmla="*/ 85725 w 171450"/>
              <a:gd name="connsiteY12" fmla="*/ 123825 h 171450"/>
              <a:gd name="connsiteX13" fmla="*/ 76200 w 171450"/>
              <a:gd name="connsiteY13" fmla="*/ 114300 h 171450"/>
              <a:gd name="connsiteX14" fmla="*/ 76200 w 171450"/>
              <a:gd name="connsiteY14" fmla="*/ 95250 h 171450"/>
              <a:gd name="connsiteX15" fmla="*/ 57150 w 171450"/>
              <a:gd name="connsiteY15" fmla="*/ 95250 h 171450"/>
              <a:gd name="connsiteX16" fmla="*/ 47625 w 171450"/>
              <a:gd name="connsiteY16" fmla="*/ 85725 h 171450"/>
              <a:gd name="connsiteX17" fmla="*/ 57150 w 171450"/>
              <a:gd name="connsiteY17" fmla="*/ 76200 h 171450"/>
              <a:gd name="connsiteX18" fmla="*/ 76200 w 171450"/>
              <a:gd name="connsiteY18" fmla="*/ 76200 h 171450"/>
              <a:gd name="connsiteX19" fmla="*/ 76200 w 171450"/>
              <a:gd name="connsiteY19" fmla="*/ 57150 h 171450"/>
              <a:gd name="connsiteX20" fmla="*/ 85725 w 171450"/>
              <a:gd name="connsiteY20" fmla="*/ 47625 h 171450"/>
              <a:gd name="connsiteX21" fmla="*/ 95250 w 171450"/>
              <a:gd name="connsiteY21" fmla="*/ 571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57150"/>
                </a:moveTo>
                <a:lnTo>
                  <a:pt x="95250" y="76200"/>
                </a:lnTo>
                <a:lnTo>
                  <a:pt x="114300" y="76200"/>
                </a:lnTo>
                <a:cubicBezTo>
                  <a:pt x="119561" y="76200"/>
                  <a:pt x="123825" y="80464"/>
                  <a:pt x="123825" y="85725"/>
                </a:cubicBezTo>
                <a:cubicBezTo>
                  <a:pt x="123825" y="90986"/>
                  <a:pt x="119561" y="95250"/>
                  <a:pt x="114300" y="95250"/>
                </a:cubicBezTo>
                <a:lnTo>
                  <a:pt x="95250" y="95250"/>
                </a:lnTo>
                <a:lnTo>
                  <a:pt x="95250" y="114300"/>
                </a:lnTo>
                <a:cubicBezTo>
                  <a:pt x="95250" y="119561"/>
                  <a:pt x="90986" y="123825"/>
                  <a:pt x="85725" y="123825"/>
                </a:cubicBezTo>
                <a:cubicBezTo>
                  <a:pt x="80464" y="123825"/>
                  <a:pt x="76200" y="119561"/>
                  <a:pt x="76200" y="114300"/>
                </a:cubicBezTo>
                <a:lnTo>
                  <a:pt x="76200" y="95250"/>
                </a:lnTo>
                <a:lnTo>
                  <a:pt x="57150" y="95250"/>
                </a:lnTo>
                <a:cubicBezTo>
                  <a:pt x="51889" y="95250"/>
                  <a:pt x="47625" y="90986"/>
                  <a:pt x="47625" y="85725"/>
                </a:cubicBezTo>
                <a:cubicBezTo>
                  <a:pt x="47625" y="80464"/>
                  <a:pt x="51889" y="76200"/>
                  <a:pt x="57150" y="76200"/>
                </a:cubicBezTo>
                <a:lnTo>
                  <a:pt x="76200" y="76200"/>
                </a:lnTo>
                <a:lnTo>
                  <a:pt x="76200" y="57150"/>
                </a:lnTo>
                <a:cubicBezTo>
                  <a:pt x="76200" y="51889"/>
                  <a:pt x="80464" y="47625"/>
                  <a:pt x="85725" y="47625"/>
                </a:cubicBezTo>
                <a:cubicBezTo>
                  <a:pt x="90986" y="47625"/>
                  <a:pt x="95250" y="51889"/>
                  <a:pt x="95250" y="57150"/>
                </a:cubicBezTo>
                <a:close/>
              </a:path>
            </a:pathLst>
          </a:custGeom>
          <a:solidFill>
            <a:srgbClr val="000000"/>
          </a:solidFill>
          <a:ln w="9525" cap="flat">
            <a:noFill/>
            <a:prstDash val="solid"/>
            <a:miter/>
          </a:ln>
        </p:spPr>
        <p:txBody>
          <a:bodyPr rtlCol="0" anchor="ctr"/>
          <a:lstStyle/>
          <a:p>
            <a:endParaRPr lang="ru-RU"/>
          </a:p>
        </p:txBody>
      </p:sp>
      <p:sp>
        <p:nvSpPr>
          <p:cNvPr id="292" name="Полилиния: фигура 291">
            <a:extLst>
              <a:ext uri="{FF2B5EF4-FFF2-40B4-BE49-F238E27FC236}">
                <a16:creationId xmlns:a16="http://schemas.microsoft.com/office/drawing/2014/main" id="{2D313765-867F-A889-C953-D013FE751A03}"/>
              </a:ext>
            </a:extLst>
          </p:cNvPr>
          <p:cNvSpPr/>
          <p:nvPr/>
        </p:nvSpPr>
        <p:spPr>
          <a:xfrm>
            <a:off x="2764975" y="1864341"/>
            <a:ext cx="171451" cy="171449"/>
          </a:xfrm>
          <a:custGeom>
            <a:avLst/>
            <a:gdLst>
              <a:gd name="connsiteX0" fmla="*/ 50513 w 171451"/>
              <a:gd name="connsiteY0" fmla="*/ 152399 h 171449"/>
              <a:gd name="connsiteX1" fmla="*/ 76200 w 171451"/>
              <a:gd name="connsiteY1" fmla="*/ 154185 h 171449"/>
              <a:gd name="connsiteX2" fmla="*/ 101884 w 171451"/>
              <a:gd name="connsiteY2" fmla="*/ 152402 h 171449"/>
              <a:gd name="connsiteX3" fmla="*/ 103547 w 171451"/>
              <a:gd name="connsiteY3" fmla="*/ 158786 h 171449"/>
              <a:gd name="connsiteX4" fmla="*/ 76200 w 171451"/>
              <a:gd name="connsiteY4" fmla="*/ 171449 h 171449"/>
              <a:gd name="connsiteX5" fmla="*/ 48927 w 171451"/>
              <a:gd name="connsiteY5" fmla="*/ 159076 h 171449"/>
              <a:gd name="connsiteX6" fmla="*/ 50513 w 171451"/>
              <a:gd name="connsiteY6" fmla="*/ 152399 h 171449"/>
              <a:gd name="connsiteX7" fmla="*/ 142876 w 171451"/>
              <a:gd name="connsiteY7" fmla="*/ 19050 h 171449"/>
              <a:gd name="connsiteX8" fmla="*/ 171451 w 171451"/>
              <a:gd name="connsiteY8" fmla="*/ 47625 h 171449"/>
              <a:gd name="connsiteX9" fmla="*/ 142876 w 171451"/>
              <a:gd name="connsiteY9" fmla="*/ 76200 h 171449"/>
              <a:gd name="connsiteX10" fmla="*/ 114301 w 171451"/>
              <a:gd name="connsiteY10" fmla="*/ 47625 h 171449"/>
              <a:gd name="connsiteX11" fmla="*/ 142876 w 171451"/>
              <a:gd name="connsiteY11" fmla="*/ 19050 h 171449"/>
              <a:gd name="connsiteX12" fmla="*/ 76200 w 171451"/>
              <a:gd name="connsiteY12" fmla="*/ 0 h 171449"/>
              <a:gd name="connsiteX13" fmla="*/ 85725 w 171451"/>
              <a:gd name="connsiteY13" fmla="*/ 9525 h 171449"/>
              <a:gd name="connsiteX14" fmla="*/ 95250 w 171451"/>
              <a:gd name="connsiteY14" fmla="*/ 11233 h 171449"/>
              <a:gd name="connsiteX15" fmla="*/ 101884 w 171451"/>
              <a:gd name="connsiteY15" fmla="*/ 23364 h 171449"/>
              <a:gd name="connsiteX16" fmla="*/ 95250 w 171451"/>
              <a:gd name="connsiteY16" fmla="*/ 47625 h 171449"/>
              <a:gd name="connsiteX17" fmla="*/ 142875 w 171451"/>
              <a:gd name="connsiteY17" fmla="*/ 95250 h 171449"/>
              <a:gd name="connsiteX18" fmla="*/ 152400 w 171451"/>
              <a:gd name="connsiteY18" fmla="*/ 104775 h 171449"/>
              <a:gd name="connsiteX19" fmla="*/ 76200 w 171451"/>
              <a:gd name="connsiteY19" fmla="*/ 142875 h 171449"/>
              <a:gd name="connsiteX20" fmla="*/ 0 w 171451"/>
              <a:gd name="connsiteY20" fmla="*/ 104775 h 171449"/>
              <a:gd name="connsiteX21" fmla="*/ 8571 w 171451"/>
              <a:gd name="connsiteY21" fmla="*/ 83796 h 171449"/>
              <a:gd name="connsiteX22" fmla="*/ 13934 w 171451"/>
              <a:gd name="connsiteY22" fmla="*/ 76200 h 171449"/>
              <a:gd name="connsiteX23" fmla="*/ 20078 w 171451"/>
              <a:gd name="connsiteY23" fmla="*/ 58276 h 171449"/>
              <a:gd name="connsiteX24" fmla="*/ 20135 w 171451"/>
              <a:gd name="connsiteY24" fmla="*/ 58056 h 171449"/>
              <a:gd name="connsiteX25" fmla="*/ 66675 w 171451"/>
              <a:gd name="connsiteY25" fmla="*/ 9525 h 171449"/>
              <a:gd name="connsiteX26" fmla="*/ 76200 w 171451"/>
              <a:gd name="connsiteY26"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1451" h="171449">
                <a:moveTo>
                  <a:pt x="50513" y="152399"/>
                </a:moveTo>
                <a:cubicBezTo>
                  <a:pt x="50513" y="152399"/>
                  <a:pt x="61942" y="154185"/>
                  <a:pt x="76200" y="154185"/>
                </a:cubicBezTo>
                <a:cubicBezTo>
                  <a:pt x="90615" y="154185"/>
                  <a:pt x="101884" y="152402"/>
                  <a:pt x="101884" y="152402"/>
                </a:cubicBezTo>
                <a:cubicBezTo>
                  <a:pt x="105274" y="152161"/>
                  <a:pt x="105457" y="155980"/>
                  <a:pt x="103547" y="158786"/>
                </a:cubicBezTo>
                <a:cubicBezTo>
                  <a:pt x="98385" y="166365"/>
                  <a:pt x="87093" y="171449"/>
                  <a:pt x="76200" y="171449"/>
                </a:cubicBezTo>
                <a:cubicBezTo>
                  <a:pt x="65448" y="171449"/>
                  <a:pt x="54133" y="166492"/>
                  <a:pt x="48927" y="159076"/>
                </a:cubicBezTo>
                <a:cubicBezTo>
                  <a:pt x="46973" y="156293"/>
                  <a:pt x="47115" y="152195"/>
                  <a:pt x="50513" y="152399"/>
                </a:cubicBezTo>
                <a:close/>
                <a:moveTo>
                  <a:pt x="142876" y="19050"/>
                </a:moveTo>
                <a:cubicBezTo>
                  <a:pt x="158658" y="19050"/>
                  <a:pt x="171451" y="31844"/>
                  <a:pt x="171451" y="47625"/>
                </a:cubicBezTo>
                <a:cubicBezTo>
                  <a:pt x="171451" y="63406"/>
                  <a:pt x="158658" y="76200"/>
                  <a:pt x="142876" y="76200"/>
                </a:cubicBezTo>
                <a:cubicBezTo>
                  <a:pt x="127094" y="76200"/>
                  <a:pt x="114301" y="63406"/>
                  <a:pt x="114301" y="47625"/>
                </a:cubicBezTo>
                <a:cubicBezTo>
                  <a:pt x="114301" y="31844"/>
                  <a:pt x="127094" y="19050"/>
                  <a:pt x="142876" y="19050"/>
                </a:cubicBezTo>
                <a:close/>
                <a:moveTo>
                  <a:pt x="76200" y="0"/>
                </a:moveTo>
                <a:cubicBezTo>
                  <a:pt x="81461" y="0"/>
                  <a:pt x="85725" y="4265"/>
                  <a:pt x="85725" y="9525"/>
                </a:cubicBezTo>
                <a:cubicBezTo>
                  <a:pt x="89170" y="9894"/>
                  <a:pt x="92336" y="10472"/>
                  <a:pt x="95250" y="11233"/>
                </a:cubicBezTo>
                <a:cubicBezTo>
                  <a:pt x="104775" y="13721"/>
                  <a:pt x="104775" y="18490"/>
                  <a:pt x="101884" y="23364"/>
                </a:cubicBezTo>
                <a:cubicBezTo>
                  <a:pt x="97669" y="30469"/>
                  <a:pt x="95250" y="38764"/>
                  <a:pt x="95250" y="47625"/>
                </a:cubicBezTo>
                <a:cubicBezTo>
                  <a:pt x="95250" y="73927"/>
                  <a:pt x="116573" y="95250"/>
                  <a:pt x="142875" y="95250"/>
                </a:cubicBezTo>
                <a:cubicBezTo>
                  <a:pt x="147638" y="95250"/>
                  <a:pt x="152400" y="95250"/>
                  <a:pt x="152400" y="104775"/>
                </a:cubicBezTo>
                <a:cubicBezTo>
                  <a:pt x="152400" y="123825"/>
                  <a:pt x="123910" y="142875"/>
                  <a:pt x="76200" y="142875"/>
                </a:cubicBezTo>
                <a:cubicBezTo>
                  <a:pt x="28490" y="142875"/>
                  <a:pt x="0" y="123825"/>
                  <a:pt x="0" y="104775"/>
                </a:cubicBezTo>
                <a:cubicBezTo>
                  <a:pt x="0" y="94728"/>
                  <a:pt x="4184" y="89391"/>
                  <a:pt x="8571" y="83796"/>
                </a:cubicBezTo>
                <a:cubicBezTo>
                  <a:pt x="10423" y="81434"/>
                  <a:pt x="12310" y="79027"/>
                  <a:pt x="13934" y="76200"/>
                </a:cubicBezTo>
                <a:cubicBezTo>
                  <a:pt x="16603" y="71556"/>
                  <a:pt x="18262" y="65213"/>
                  <a:pt x="20078" y="58276"/>
                </a:cubicBezTo>
                <a:lnTo>
                  <a:pt x="20135" y="58056"/>
                </a:lnTo>
                <a:cubicBezTo>
                  <a:pt x="25316" y="38256"/>
                  <a:pt x="31858" y="13252"/>
                  <a:pt x="66675" y="9525"/>
                </a:cubicBezTo>
                <a:cubicBezTo>
                  <a:pt x="66675" y="4265"/>
                  <a:pt x="70939" y="0"/>
                  <a:pt x="76200" y="0"/>
                </a:cubicBezTo>
                <a:close/>
              </a:path>
            </a:pathLst>
          </a:custGeom>
          <a:solidFill>
            <a:srgbClr val="000000"/>
          </a:solidFill>
          <a:ln w="9525" cap="flat">
            <a:noFill/>
            <a:prstDash val="solid"/>
            <a:miter/>
          </a:ln>
        </p:spPr>
        <p:txBody>
          <a:bodyPr rtlCol="0" anchor="ctr"/>
          <a:lstStyle/>
          <a:p>
            <a:endParaRPr lang="ru-RU"/>
          </a:p>
        </p:txBody>
      </p:sp>
      <p:sp>
        <p:nvSpPr>
          <p:cNvPr id="146" name="Рисунок 41">
            <a:extLst>
              <a:ext uri="{FF2B5EF4-FFF2-40B4-BE49-F238E27FC236}">
                <a16:creationId xmlns:a16="http://schemas.microsoft.com/office/drawing/2014/main" id="{A913E9B6-824B-5D64-0BE4-1EEB653367D9}"/>
              </a:ext>
            </a:extLst>
          </p:cNvPr>
          <p:cNvSpPr/>
          <p:nvPr/>
        </p:nvSpPr>
        <p:spPr>
          <a:xfrm>
            <a:off x="3177002" y="2370944"/>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6200 w 171450"/>
              <a:gd name="connsiteY5" fmla="*/ 66675 h 171450"/>
              <a:gd name="connsiteX6" fmla="*/ 66675 w 171450"/>
              <a:gd name="connsiteY6" fmla="*/ 76200 h 171450"/>
              <a:gd name="connsiteX7" fmla="*/ 57150 w 171450"/>
              <a:gd name="connsiteY7" fmla="*/ 66675 h 171450"/>
              <a:gd name="connsiteX8" fmla="*/ 63525 w 171450"/>
              <a:gd name="connsiteY8" fmla="*/ 47480 h 171450"/>
              <a:gd name="connsiteX9" fmla="*/ 85725 w 171450"/>
              <a:gd name="connsiteY9" fmla="*/ 38100 h 171450"/>
              <a:gd name="connsiteX10" fmla="*/ 107925 w 171450"/>
              <a:gd name="connsiteY10" fmla="*/ 47480 h 171450"/>
              <a:gd name="connsiteX11" fmla="*/ 114300 w 171450"/>
              <a:gd name="connsiteY11" fmla="*/ 66675 h 171450"/>
              <a:gd name="connsiteX12" fmla="*/ 104775 w 171450"/>
              <a:gd name="connsiteY12" fmla="*/ 85628 h 171450"/>
              <a:gd name="connsiteX13" fmla="*/ 101768 w 171450"/>
              <a:gd name="connsiteY13" fmla="*/ 87688 h 171450"/>
              <a:gd name="connsiteX14" fmla="*/ 95250 w 171450"/>
              <a:gd name="connsiteY14" fmla="*/ 95250 h 171450"/>
              <a:gd name="connsiteX15" fmla="*/ 85725 w 171450"/>
              <a:gd name="connsiteY15" fmla="*/ 104775 h 171450"/>
              <a:gd name="connsiteX16" fmla="*/ 76200 w 171450"/>
              <a:gd name="connsiteY16" fmla="*/ 95250 h 171450"/>
              <a:gd name="connsiteX17" fmla="*/ 88987 w 171450"/>
              <a:gd name="connsiteY17" fmla="*/ 73751 h 171450"/>
              <a:gd name="connsiteX18" fmla="*/ 93291 w 171450"/>
              <a:gd name="connsiteY18" fmla="*/ 59676 h 171450"/>
              <a:gd name="connsiteX19" fmla="*/ 85725 w 171450"/>
              <a:gd name="connsiteY19" fmla="*/ 57150 h 171450"/>
              <a:gd name="connsiteX20" fmla="*/ 76200 w 171450"/>
              <a:gd name="connsiteY20" fmla="*/ 66675 h 171450"/>
              <a:gd name="connsiteX21" fmla="*/ 95250 w 171450"/>
              <a:gd name="connsiteY21" fmla="*/ 123825 h 171450"/>
              <a:gd name="connsiteX22" fmla="*/ 85725 w 171450"/>
              <a:gd name="connsiteY22" fmla="*/ 133350 h 171450"/>
              <a:gd name="connsiteX23" fmla="*/ 76200 w 171450"/>
              <a:gd name="connsiteY23" fmla="*/ 123825 h 171450"/>
              <a:gd name="connsiteX24" fmla="*/ 85725 w 171450"/>
              <a:gd name="connsiteY24" fmla="*/ 114300 h 171450"/>
              <a:gd name="connsiteX25" fmla="*/ 95250 w 171450"/>
              <a:gd name="connsiteY25"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6200" y="66675"/>
                </a:moveTo>
                <a:cubicBezTo>
                  <a:pt x="76200" y="71936"/>
                  <a:pt x="71936" y="76200"/>
                  <a:pt x="66675" y="76200"/>
                </a:cubicBezTo>
                <a:cubicBezTo>
                  <a:pt x="61414" y="76200"/>
                  <a:pt x="57150" y="71936"/>
                  <a:pt x="57150" y="66675"/>
                </a:cubicBezTo>
                <a:cubicBezTo>
                  <a:pt x="57150" y="60497"/>
                  <a:pt x="58676" y="53299"/>
                  <a:pt x="63525" y="47480"/>
                </a:cubicBezTo>
                <a:cubicBezTo>
                  <a:pt x="68629" y="41356"/>
                  <a:pt x="76290" y="38100"/>
                  <a:pt x="85725" y="38100"/>
                </a:cubicBezTo>
                <a:cubicBezTo>
                  <a:pt x="95160" y="38100"/>
                  <a:pt x="102821" y="41356"/>
                  <a:pt x="107925" y="47480"/>
                </a:cubicBezTo>
                <a:cubicBezTo>
                  <a:pt x="112774" y="53299"/>
                  <a:pt x="114300" y="60497"/>
                  <a:pt x="114300" y="66675"/>
                </a:cubicBezTo>
                <a:cubicBezTo>
                  <a:pt x="114300" y="76096"/>
                  <a:pt x="109144" y="81945"/>
                  <a:pt x="104775" y="85628"/>
                </a:cubicBezTo>
                <a:cubicBezTo>
                  <a:pt x="103962" y="86314"/>
                  <a:pt x="102894" y="86982"/>
                  <a:pt x="101768" y="87688"/>
                </a:cubicBezTo>
                <a:cubicBezTo>
                  <a:pt x="98722" y="89598"/>
                  <a:pt x="95250" y="91773"/>
                  <a:pt x="95250" y="95250"/>
                </a:cubicBezTo>
                <a:cubicBezTo>
                  <a:pt x="95250" y="100511"/>
                  <a:pt x="90986" y="104775"/>
                  <a:pt x="85725" y="104775"/>
                </a:cubicBezTo>
                <a:cubicBezTo>
                  <a:pt x="80464" y="104775"/>
                  <a:pt x="76200" y="100511"/>
                  <a:pt x="76200" y="95250"/>
                </a:cubicBezTo>
                <a:cubicBezTo>
                  <a:pt x="76200" y="83274"/>
                  <a:pt x="84532" y="77069"/>
                  <a:pt x="88987" y="73751"/>
                </a:cubicBezTo>
                <a:cubicBezTo>
                  <a:pt x="93640" y="70287"/>
                  <a:pt x="98090" y="65435"/>
                  <a:pt x="93291" y="59676"/>
                </a:cubicBezTo>
                <a:cubicBezTo>
                  <a:pt x="92441" y="58656"/>
                  <a:pt x="90578" y="57150"/>
                  <a:pt x="85725" y="57150"/>
                </a:cubicBezTo>
                <a:cubicBezTo>
                  <a:pt x="79400" y="57150"/>
                  <a:pt x="76200" y="60402"/>
                  <a:pt x="76200" y="66675"/>
                </a:cubicBezTo>
                <a:close/>
                <a:moveTo>
                  <a:pt x="95250" y="123825"/>
                </a:moveTo>
                <a:cubicBezTo>
                  <a:pt x="95250" y="129086"/>
                  <a:pt x="90986" y="133350"/>
                  <a:pt x="85725" y="133350"/>
                </a:cubicBezTo>
                <a:cubicBezTo>
                  <a:pt x="80464" y="133350"/>
                  <a:pt x="76200" y="129086"/>
                  <a:pt x="76200" y="123825"/>
                </a:cubicBezTo>
                <a:cubicBezTo>
                  <a:pt x="76200" y="118564"/>
                  <a:pt x="80464" y="114300"/>
                  <a:pt x="85725" y="114300"/>
                </a:cubicBezTo>
                <a:cubicBezTo>
                  <a:pt x="90986" y="114300"/>
                  <a:pt x="95250" y="118564"/>
                  <a:pt x="95250" y="123825"/>
                </a:cubicBezTo>
                <a:close/>
              </a:path>
            </a:pathLst>
          </a:custGeom>
          <a:solidFill>
            <a:srgbClr val="000000"/>
          </a:solidFill>
          <a:ln w="9525" cap="flat">
            <a:noFill/>
            <a:prstDash val="solid"/>
            <a:miter/>
          </a:ln>
        </p:spPr>
        <p:txBody>
          <a:bodyPr rtlCol="0" anchor="ctr"/>
          <a:lstStyle/>
          <a:p>
            <a:endParaRPr lang="ru-RU"/>
          </a:p>
        </p:txBody>
      </p:sp>
      <p:sp>
        <p:nvSpPr>
          <p:cNvPr id="293" name="Полилиния: фигура 292">
            <a:extLst>
              <a:ext uri="{FF2B5EF4-FFF2-40B4-BE49-F238E27FC236}">
                <a16:creationId xmlns:a16="http://schemas.microsoft.com/office/drawing/2014/main" id="{94909A0A-4042-CBF8-91D1-200F1BB2E275}"/>
              </a:ext>
            </a:extLst>
          </p:cNvPr>
          <p:cNvSpPr/>
          <p:nvPr/>
        </p:nvSpPr>
        <p:spPr>
          <a:xfrm>
            <a:off x="3186526" y="1864341"/>
            <a:ext cx="171451" cy="171449"/>
          </a:xfrm>
          <a:custGeom>
            <a:avLst/>
            <a:gdLst>
              <a:gd name="connsiteX0" fmla="*/ 50513 w 171451"/>
              <a:gd name="connsiteY0" fmla="*/ 152399 h 171449"/>
              <a:gd name="connsiteX1" fmla="*/ 76200 w 171451"/>
              <a:gd name="connsiteY1" fmla="*/ 154185 h 171449"/>
              <a:gd name="connsiteX2" fmla="*/ 101884 w 171451"/>
              <a:gd name="connsiteY2" fmla="*/ 152402 h 171449"/>
              <a:gd name="connsiteX3" fmla="*/ 103547 w 171451"/>
              <a:gd name="connsiteY3" fmla="*/ 158786 h 171449"/>
              <a:gd name="connsiteX4" fmla="*/ 76200 w 171451"/>
              <a:gd name="connsiteY4" fmla="*/ 171449 h 171449"/>
              <a:gd name="connsiteX5" fmla="*/ 48927 w 171451"/>
              <a:gd name="connsiteY5" fmla="*/ 159076 h 171449"/>
              <a:gd name="connsiteX6" fmla="*/ 50513 w 171451"/>
              <a:gd name="connsiteY6" fmla="*/ 152399 h 171449"/>
              <a:gd name="connsiteX7" fmla="*/ 142876 w 171451"/>
              <a:gd name="connsiteY7" fmla="*/ 19050 h 171449"/>
              <a:gd name="connsiteX8" fmla="*/ 152401 w 171451"/>
              <a:gd name="connsiteY8" fmla="*/ 28575 h 171449"/>
              <a:gd name="connsiteX9" fmla="*/ 152401 w 171451"/>
              <a:gd name="connsiteY9" fmla="*/ 38100 h 171449"/>
              <a:gd name="connsiteX10" fmla="*/ 161926 w 171451"/>
              <a:gd name="connsiteY10" fmla="*/ 38100 h 171449"/>
              <a:gd name="connsiteX11" fmla="*/ 171451 w 171451"/>
              <a:gd name="connsiteY11" fmla="*/ 47625 h 171449"/>
              <a:gd name="connsiteX12" fmla="*/ 161926 w 171451"/>
              <a:gd name="connsiteY12" fmla="*/ 57150 h 171449"/>
              <a:gd name="connsiteX13" fmla="*/ 152401 w 171451"/>
              <a:gd name="connsiteY13" fmla="*/ 57150 h 171449"/>
              <a:gd name="connsiteX14" fmla="*/ 152401 w 171451"/>
              <a:gd name="connsiteY14" fmla="*/ 66675 h 171449"/>
              <a:gd name="connsiteX15" fmla="*/ 142876 w 171451"/>
              <a:gd name="connsiteY15" fmla="*/ 76200 h 171449"/>
              <a:gd name="connsiteX16" fmla="*/ 133351 w 171451"/>
              <a:gd name="connsiteY16" fmla="*/ 66675 h 171449"/>
              <a:gd name="connsiteX17" fmla="*/ 133351 w 171451"/>
              <a:gd name="connsiteY17" fmla="*/ 57150 h 171449"/>
              <a:gd name="connsiteX18" fmla="*/ 123826 w 171451"/>
              <a:gd name="connsiteY18" fmla="*/ 57150 h 171449"/>
              <a:gd name="connsiteX19" fmla="*/ 114301 w 171451"/>
              <a:gd name="connsiteY19" fmla="*/ 47625 h 171449"/>
              <a:gd name="connsiteX20" fmla="*/ 123826 w 171451"/>
              <a:gd name="connsiteY20" fmla="*/ 38100 h 171449"/>
              <a:gd name="connsiteX21" fmla="*/ 133351 w 171451"/>
              <a:gd name="connsiteY21" fmla="*/ 38100 h 171449"/>
              <a:gd name="connsiteX22" fmla="*/ 133351 w 171451"/>
              <a:gd name="connsiteY22" fmla="*/ 28575 h 171449"/>
              <a:gd name="connsiteX23" fmla="*/ 142876 w 171451"/>
              <a:gd name="connsiteY23" fmla="*/ 19050 h 171449"/>
              <a:gd name="connsiteX24" fmla="*/ 76200 w 171451"/>
              <a:gd name="connsiteY24" fmla="*/ 0 h 171449"/>
              <a:gd name="connsiteX25" fmla="*/ 85725 w 171451"/>
              <a:gd name="connsiteY25" fmla="*/ 9525 h 171449"/>
              <a:gd name="connsiteX26" fmla="*/ 95250 w 171451"/>
              <a:gd name="connsiteY26" fmla="*/ 11233 h 171449"/>
              <a:gd name="connsiteX27" fmla="*/ 101884 w 171451"/>
              <a:gd name="connsiteY27" fmla="*/ 23364 h 171449"/>
              <a:gd name="connsiteX28" fmla="*/ 95250 w 171451"/>
              <a:gd name="connsiteY28" fmla="*/ 47625 h 171449"/>
              <a:gd name="connsiteX29" fmla="*/ 142875 w 171451"/>
              <a:gd name="connsiteY29" fmla="*/ 95250 h 171449"/>
              <a:gd name="connsiteX30" fmla="*/ 152400 w 171451"/>
              <a:gd name="connsiteY30" fmla="*/ 104775 h 171449"/>
              <a:gd name="connsiteX31" fmla="*/ 76200 w 171451"/>
              <a:gd name="connsiteY31" fmla="*/ 142875 h 171449"/>
              <a:gd name="connsiteX32" fmla="*/ 0 w 171451"/>
              <a:gd name="connsiteY32" fmla="*/ 104775 h 171449"/>
              <a:gd name="connsiteX33" fmla="*/ 8571 w 171451"/>
              <a:gd name="connsiteY33" fmla="*/ 83796 h 171449"/>
              <a:gd name="connsiteX34" fmla="*/ 13934 w 171451"/>
              <a:gd name="connsiteY34" fmla="*/ 76200 h 171449"/>
              <a:gd name="connsiteX35" fmla="*/ 20078 w 171451"/>
              <a:gd name="connsiteY35" fmla="*/ 58276 h 171449"/>
              <a:gd name="connsiteX36" fmla="*/ 20135 w 171451"/>
              <a:gd name="connsiteY36" fmla="*/ 58056 h 171449"/>
              <a:gd name="connsiteX37" fmla="*/ 66675 w 171451"/>
              <a:gd name="connsiteY37" fmla="*/ 9525 h 171449"/>
              <a:gd name="connsiteX38" fmla="*/ 76200 w 171451"/>
              <a:gd name="connsiteY38"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1451" h="171449">
                <a:moveTo>
                  <a:pt x="50513" y="152399"/>
                </a:moveTo>
                <a:cubicBezTo>
                  <a:pt x="50513" y="152399"/>
                  <a:pt x="61942" y="154185"/>
                  <a:pt x="76200" y="154185"/>
                </a:cubicBezTo>
                <a:cubicBezTo>
                  <a:pt x="90615" y="154185"/>
                  <a:pt x="101884" y="152402"/>
                  <a:pt x="101884" y="152402"/>
                </a:cubicBezTo>
                <a:cubicBezTo>
                  <a:pt x="105274" y="152161"/>
                  <a:pt x="105457" y="155980"/>
                  <a:pt x="103547" y="158786"/>
                </a:cubicBezTo>
                <a:cubicBezTo>
                  <a:pt x="98385" y="166365"/>
                  <a:pt x="87093" y="171449"/>
                  <a:pt x="76200" y="171449"/>
                </a:cubicBezTo>
                <a:cubicBezTo>
                  <a:pt x="65448" y="171449"/>
                  <a:pt x="54133" y="166492"/>
                  <a:pt x="48927" y="159076"/>
                </a:cubicBezTo>
                <a:cubicBezTo>
                  <a:pt x="46973" y="156293"/>
                  <a:pt x="47115" y="152195"/>
                  <a:pt x="50513" y="152399"/>
                </a:cubicBezTo>
                <a:close/>
                <a:moveTo>
                  <a:pt x="142876" y="19050"/>
                </a:moveTo>
                <a:cubicBezTo>
                  <a:pt x="148137" y="19050"/>
                  <a:pt x="152401" y="23315"/>
                  <a:pt x="152401" y="28575"/>
                </a:cubicBezTo>
                <a:lnTo>
                  <a:pt x="152401" y="38100"/>
                </a:lnTo>
                <a:lnTo>
                  <a:pt x="161926" y="38100"/>
                </a:lnTo>
                <a:cubicBezTo>
                  <a:pt x="167187" y="38100"/>
                  <a:pt x="171451" y="42365"/>
                  <a:pt x="171451" y="47625"/>
                </a:cubicBezTo>
                <a:cubicBezTo>
                  <a:pt x="171451" y="52885"/>
                  <a:pt x="167187" y="57150"/>
                  <a:pt x="161926" y="57150"/>
                </a:cubicBezTo>
                <a:lnTo>
                  <a:pt x="152401" y="57150"/>
                </a:lnTo>
                <a:lnTo>
                  <a:pt x="152401" y="66675"/>
                </a:lnTo>
                <a:cubicBezTo>
                  <a:pt x="152401" y="71936"/>
                  <a:pt x="148137" y="76200"/>
                  <a:pt x="142876" y="76200"/>
                </a:cubicBezTo>
                <a:cubicBezTo>
                  <a:pt x="137615" y="76200"/>
                  <a:pt x="133351" y="71936"/>
                  <a:pt x="133351" y="66675"/>
                </a:cubicBezTo>
                <a:lnTo>
                  <a:pt x="133351" y="57150"/>
                </a:lnTo>
                <a:lnTo>
                  <a:pt x="123826" y="57150"/>
                </a:lnTo>
                <a:cubicBezTo>
                  <a:pt x="118565" y="57150"/>
                  <a:pt x="114301" y="52885"/>
                  <a:pt x="114301" y="47625"/>
                </a:cubicBezTo>
                <a:cubicBezTo>
                  <a:pt x="114301" y="42365"/>
                  <a:pt x="118565" y="38100"/>
                  <a:pt x="123826" y="38100"/>
                </a:cubicBezTo>
                <a:lnTo>
                  <a:pt x="133351" y="38100"/>
                </a:lnTo>
                <a:lnTo>
                  <a:pt x="133351" y="28575"/>
                </a:lnTo>
                <a:cubicBezTo>
                  <a:pt x="133351" y="23315"/>
                  <a:pt x="137615" y="19050"/>
                  <a:pt x="142876" y="19050"/>
                </a:cubicBezTo>
                <a:close/>
                <a:moveTo>
                  <a:pt x="76200" y="0"/>
                </a:moveTo>
                <a:cubicBezTo>
                  <a:pt x="81461" y="0"/>
                  <a:pt x="85725" y="4265"/>
                  <a:pt x="85725" y="9525"/>
                </a:cubicBezTo>
                <a:cubicBezTo>
                  <a:pt x="89170" y="9894"/>
                  <a:pt x="92336" y="10472"/>
                  <a:pt x="95250" y="11233"/>
                </a:cubicBezTo>
                <a:cubicBezTo>
                  <a:pt x="104775" y="13721"/>
                  <a:pt x="104775" y="18490"/>
                  <a:pt x="101884" y="23364"/>
                </a:cubicBezTo>
                <a:cubicBezTo>
                  <a:pt x="97669" y="30469"/>
                  <a:pt x="95250" y="38764"/>
                  <a:pt x="95250" y="47625"/>
                </a:cubicBezTo>
                <a:cubicBezTo>
                  <a:pt x="95250" y="73927"/>
                  <a:pt x="116573" y="95250"/>
                  <a:pt x="142875" y="95250"/>
                </a:cubicBezTo>
                <a:cubicBezTo>
                  <a:pt x="147638" y="95250"/>
                  <a:pt x="152400" y="95250"/>
                  <a:pt x="152400" y="104775"/>
                </a:cubicBezTo>
                <a:cubicBezTo>
                  <a:pt x="152400" y="123825"/>
                  <a:pt x="123910" y="142875"/>
                  <a:pt x="76200" y="142875"/>
                </a:cubicBezTo>
                <a:cubicBezTo>
                  <a:pt x="28490" y="142875"/>
                  <a:pt x="0" y="123825"/>
                  <a:pt x="0" y="104775"/>
                </a:cubicBezTo>
                <a:cubicBezTo>
                  <a:pt x="0" y="94728"/>
                  <a:pt x="4184" y="89391"/>
                  <a:pt x="8571" y="83796"/>
                </a:cubicBezTo>
                <a:cubicBezTo>
                  <a:pt x="10423" y="81434"/>
                  <a:pt x="12310" y="79027"/>
                  <a:pt x="13934" y="76200"/>
                </a:cubicBezTo>
                <a:cubicBezTo>
                  <a:pt x="16603" y="71556"/>
                  <a:pt x="18262" y="65213"/>
                  <a:pt x="20078" y="58276"/>
                </a:cubicBezTo>
                <a:lnTo>
                  <a:pt x="20135" y="58056"/>
                </a:lnTo>
                <a:cubicBezTo>
                  <a:pt x="25316" y="38256"/>
                  <a:pt x="31858" y="13252"/>
                  <a:pt x="66675" y="9525"/>
                </a:cubicBezTo>
                <a:cubicBezTo>
                  <a:pt x="66675" y="4265"/>
                  <a:pt x="70939" y="0"/>
                  <a:pt x="76200" y="0"/>
                </a:cubicBezTo>
                <a:close/>
              </a:path>
            </a:pathLst>
          </a:custGeom>
          <a:solidFill>
            <a:srgbClr val="000000"/>
          </a:solidFill>
          <a:ln w="9525" cap="flat">
            <a:noFill/>
            <a:prstDash val="solid"/>
            <a:miter/>
          </a:ln>
        </p:spPr>
        <p:txBody>
          <a:bodyPr rtlCol="0" anchor="ctr"/>
          <a:lstStyle/>
          <a:p>
            <a:endParaRPr lang="ru-RU"/>
          </a:p>
        </p:txBody>
      </p:sp>
      <p:sp>
        <p:nvSpPr>
          <p:cNvPr id="147" name="Рисунок 43">
            <a:extLst>
              <a:ext uri="{FF2B5EF4-FFF2-40B4-BE49-F238E27FC236}">
                <a16:creationId xmlns:a16="http://schemas.microsoft.com/office/drawing/2014/main" id="{C6054781-152D-47DA-5BB6-03EB600FC649}"/>
              </a:ext>
            </a:extLst>
          </p:cNvPr>
          <p:cNvSpPr/>
          <p:nvPr/>
        </p:nvSpPr>
        <p:spPr>
          <a:xfrm>
            <a:off x="3598552" y="2370944"/>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57150 w 171450"/>
              <a:gd name="connsiteY5" fmla="*/ 85725 h 171450"/>
              <a:gd name="connsiteX6" fmla="*/ 47625 w 171450"/>
              <a:gd name="connsiteY6" fmla="*/ 95250 h 171450"/>
              <a:gd name="connsiteX7" fmla="*/ 38100 w 171450"/>
              <a:gd name="connsiteY7" fmla="*/ 85725 h 171450"/>
              <a:gd name="connsiteX8" fmla="*/ 47625 w 171450"/>
              <a:gd name="connsiteY8" fmla="*/ 76200 h 171450"/>
              <a:gd name="connsiteX9" fmla="*/ 57150 w 171450"/>
              <a:gd name="connsiteY9" fmla="*/ 85725 h 171450"/>
              <a:gd name="connsiteX10" fmla="*/ 95250 w 171450"/>
              <a:gd name="connsiteY10" fmla="*/ 85725 h 171450"/>
              <a:gd name="connsiteX11" fmla="*/ 85725 w 171450"/>
              <a:gd name="connsiteY11" fmla="*/ 95250 h 171450"/>
              <a:gd name="connsiteX12" fmla="*/ 76200 w 171450"/>
              <a:gd name="connsiteY12" fmla="*/ 85725 h 171450"/>
              <a:gd name="connsiteX13" fmla="*/ 85725 w 171450"/>
              <a:gd name="connsiteY13" fmla="*/ 76200 h 171450"/>
              <a:gd name="connsiteX14" fmla="*/ 95250 w 171450"/>
              <a:gd name="connsiteY14" fmla="*/ 85725 h 171450"/>
              <a:gd name="connsiteX15" fmla="*/ 123825 w 171450"/>
              <a:gd name="connsiteY15" fmla="*/ 95250 h 171450"/>
              <a:gd name="connsiteX16" fmla="*/ 114300 w 171450"/>
              <a:gd name="connsiteY16" fmla="*/ 85725 h 171450"/>
              <a:gd name="connsiteX17" fmla="*/ 123825 w 171450"/>
              <a:gd name="connsiteY17" fmla="*/ 76200 h 171450"/>
              <a:gd name="connsiteX18" fmla="*/ 133350 w 171450"/>
              <a:gd name="connsiteY18" fmla="*/ 85725 h 171450"/>
              <a:gd name="connsiteX19" fmla="*/ 123825 w 171450"/>
              <a:gd name="connsiteY19" fmla="*/ 952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57150" y="85725"/>
                </a:moveTo>
                <a:cubicBezTo>
                  <a:pt x="57150" y="90986"/>
                  <a:pt x="52886" y="95250"/>
                  <a:pt x="47625" y="95250"/>
                </a:cubicBezTo>
                <a:cubicBezTo>
                  <a:pt x="42365" y="95250"/>
                  <a:pt x="38100" y="90986"/>
                  <a:pt x="38100" y="85725"/>
                </a:cubicBezTo>
                <a:cubicBezTo>
                  <a:pt x="38100" y="80464"/>
                  <a:pt x="42365" y="76200"/>
                  <a:pt x="47625" y="76200"/>
                </a:cubicBezTo>
                <a:cubicBezTo>
                  <a:pt x="52886" y="76200"/>
                  <a:pt x="57150" y="80464"/>
                  <a:pt x="57150" y="85725"/>
                </a:cubicBezTo>
                <a:close/>
                <a:moveTo>
                  <a:pt x="95250" y="85725"/>
                </a:moveTo>
                <a:cubicBezTo>
                  <a:pt x="95250" y="90986"/>
                  <a:pt x="90986" y="95250"/>
                  <a:pt x="85725" y="95250"/>
                </a:cubicBezTo>
                <a:cubicBezTo>
                  <a:pt x="80464" y="95250"/>
                  <a:pt x="76200" y="90986"/>
                  <a:pt x="76200" y="85725"/>
                </a:cubicBezTo>
                <a:cubicBezTo>
                  <a:pt x="76200" y="80464"/>
                  <a:pt x="80464" y="76200"/>
                  <a:pt x="85725" y="76200"/>
                </a:cubicBezTo>
                <a:cubicBezTo>
                  <a:pt x="90986" y="76200"/>
                  <a:pt x="95250" y="80464"/>
                  <a:pt x="95250" y="85725"/>
                </a:cubicBezTo>
                <a:close/>
                <a:moveTo>
                  <a:pt x="123825" y="95250"/>
                </a:moveTo>
                <a:cubicBezTo>
                  <a:pt x="118564" y="95250"/>
                  <a:pt x="114300" y="90986"/>
                  <a:pt x="114300" y="85725"/>
                </a:cubicBezTo>
                <a:cubicBezTo>
                  <a:pt x="114300" y="80464"/>
                  <a:pt x="118564" y="76200"/>
                  <a:pt x="123825" y="76200"/>
                </a:cubicBezTo>
                <a:cubicBezTo>
                  <a:pt x="129086" y="76200"/>
                  <a:pt x="133350" y="80464"/>
                  <a:pt x="133350" y="85725"/>
                </a:cubicBezTo>
                <a:cubicBezTo>
                  <a:pt x="133350" y="90986"/>
                  <a:pt x="129086" y="95250"/>
                  <a:pt x="123825" y="95250"/>
                </a:cubicBezTo>
                <a:close/>
              </a:path>
            </a:pathLst>
          </a:custGeom>
          <a:solidFill>
            <a:srgbClr val="000000"/>
          </a:solidFill>
          <a:ln w="9525" cap="flat">
            <a:noFill/>
            <a:prstDash val="solid"/>
            <a:miter/>
          </a:ln>
        </p:spPr>
        <p:txBody>
          <a:bodyPr rtlCol="0" anchor="ctr"/>
          <a:lstStyle/>
          <a:p>
            <a:endParaRPr lang="ru-RU"/>
          </a:p>
        </p:txBody>
      </p:sp>
      <p:sp>
        <p:nvSpPr>
          <p:cNvPr id="294" name="Полилиния: фигура 293">
            <a:extLst>
              <a:ext uri="{FF2B5EF4-FFF2-40B4-BE49-F238E27FC236}">
                <a16:creationId xmlns:a16="http://schemas.microsoft.com/office/drawing/2014/main" id="{871A0AB2-1D0B-A6EA-87D6-875A3013D642}"/>
              </a:ext>
            </a:extLst>
          </p:cNvPr>
          <p:cNvSpPr/>
          <p:nvPr/>
        </p:nvSpPr>
        <p:spPr>
          <a:xfrm>
            <a:off x="3598552" y="1854816"/>
            <a:ext cx="171450" cy="171449"/>
          </a:xfrm>
          <a:custGeom>
            <a:avLst/>
            <a:gdLst>
              <a:gd name="connsiteX0" fmla="*/ 13857 w 171450"/>
              <a:gd name="connsiteY0" fmla="*/ 140625 h 171449"/>
              <a:gd name="connsiteX1" fmla="*/ 19050 w 171450"/>
              <a:gd name="connsiteY1" fmla="*/ 141058 h 171449"/>
              <a:gd name="connsiteX2" fmla="*/ 85725 w 171450"/>
              <a:gd name="connsiteY2" fmla="*/ 142875 h 171449"/>
              <a:gd name="connsiteX3" fmla="*/ 152400 w 171450"/>
              <a:gd name="connsiteY3" fmla="*/ 141058 h 171449"/>
              <a:gd name="connsiteX4" fmla="*/ 156433 w 171450"/>
              <a:gd name="connsiteY4" fmla="*/ 140752 h 171449"/>
              <a:gd name="connsiteX5" fmla="*/ 171450 w 171450"/>
              <a:gd name="connsiteY5" fmla="*/ 152399 h 171449"/>
              <a:gd name="connsiteX6" fmla="*/ 169793 w 171450"/>
              <a:gd name="connsiteY6" fmla="*/ 163990 h 171449"/>
              <a:gd name="connsiteX7" fmla="*/ 85725 w 171450"/>
              <a:gd name="connsiteY7" fmla="*/ 171449 h 171449"/>
              <a:gd name="connsiteX8" fmla="*/ 1658 w 171450"/>
              <a:gd name="connsiteY8" fmla="*/ 163990 h 171449"/>
              <a:gd name="connsiteX9" fmla="*/ 0 w 171450"/>
              <a:gd name="connsiteY9" fmla="*/ 152399 h 171449"/>
              <a:gd name="connsiteX10" fmla="*/ 13857 w 171450"/>
              <a:gd name="connsiteY10" fmla="*/ 140625 h 171449"/>
              <a:gd name="connsiteX11" fmla="*/ 47625 w 171450"/>
              <a:gd name="connsiteY11" fmla="*/ 104775 h 171449"/>
              <a:gd name="connsiteX12" fmla="*/ 66675 w 171450"/>
              <a:gd name="connsiteY12" fmla="*/ 114300 h 171449"/>
              <a:gd name="connsiteX13" fmla="*/ 85725 w 171450"/>
              <a:gd name="connsiteY13" fmla="*/ 104775 h 171449"/>
              <a:gd name="connsiteX14" fmla="*/ 104775 w 171450"/>
              <a:gd name="connsiteY14" fmla="*/ 114300 h 171449"/>
              <a:gd name="connsiteX15" fmla="*/ 123825 w 171450"/>
              <a:gd name="connsiteY15" fmla="*/ 104775 h 171449"/>
              <a:gd name="connsiteX16" fmla="*/ 142875 w 171450"/>
              <a:gd name="connsiteY16" fmla="*/ 114300 h 171449"/>
              <a:gd name="connsiteX17" fmla="*/ 155778 w 171450"/>
              <a:gd name="connsiteY17" fmla="*/ 110108 h 171449"/>
              <a:gd name="connsiteX18" fmla="*/ 161925 w 171450"/>
              <a:gd name="connsiteY18" fmla="*/ 114299 h 171449"/>
              <a:gd name="connsiteX19" fmla="*/ 142875 w 171450"/>
              <a:gd name="connsiteY19" fmla="*/ 132086 h 171449"/>
              <a:gd name="connsiteX20" fmla="*/ 85725 w 171450"/>
              <a:gd name="connsiteY20" fmla="*/ 133350 h 171449"/>
              <a:gd name="connsiteX21" fmla="*/ 28575 w 171450"/>
              <a:gd name="connsiteY21" fmla="*/ 132086 h 171449"/>
              <a:gd name="connsiteX22" fmla="*/ 9525 w 171450"/>
              <a:gd name="connsiteY22" fmla="*/ 114299 h 171449"/>
              <a:gd name="connsiteX23" fmla="*/ 16026 w 171450"/>
              <a:gd name="connsiteY23" fmla="*/ 110097 h 171449"/>
              <a:gd name="connsiteX24" fmla="*/ 28575 w 171450"/>
              <a:gd name="connsiteY24" fmla="*/ 114300 h 171449"/>
              <a:gd name="connsiteX25" fmla="*/ 47625 w 171450"/>
              <a:gd name="connsiteY25" fmla="*/ 104775 h 171449"/>
              <a:gd name="connsiteX26" fmla="*/ 85725 w 171450"/>
              <a:gd name="connsiteY26" fmla="*/ 38100 h 171449"/>
              <a:gd name="connsiteX27" fmla="*/ 95250 w 171450"/>
              <a:gd name="connsiteY27" fmla="*/ 47625 h 171449"/>
              <a:gd name="connsiteX28" fmla="*/ 95250 w 171450"/>
              <a:gd name="connsiteY28" fmla="*/ 66742 h 171449"/>
              <a:gd name="connsiteX29" fmla="*/ 114300 w 171450"/>
              <a:gd name="connsiteY29" fmla="*/ 67481 h 171449"/>
              <a:gd name="connsiteX30" fmla="*/ 114300 w 171450"/>
              <a:gd name="connsiteY30" fmla="*/ 57150 h 171449"/>
              <a:gd name="connsiteX31" fmla="*/ 123825 w 171450"/>
              <a:gd name="connsiteY31" fmla="*/ 47625 h 171449"/>
              <a:gd name="connsiteX32" fmla="*/ 133350 w 171450"/>
              <a:gd name="connsiteY32" fmla="*/ 57150 h 171449"/>
              <a:gd name="connsiteX33" fmla="*/ 133350 w 171450"/>
              <a:gd name="connsiteY33" fmla="*/ 69960 h 171449"/>
              <a:gd name="connsiteX34" fmla="*/ 161925 w 171450"/>
              <a:gd name="connsiteY34" fmla="*/ 85805 h 171449"/>
              <a:gd name="connsiteX35" fmla="*/ 142875 w 171450"/>
              <a:gd name="connsiteY35" fmla="*/ 104776 h 171449"/>
              <a:gd name="connsiteX36" fmla="*/ 123825 w 171450"/>
              <a:gd name="connsiteY36" fmla="*/ 95251 h 171449"/>
              <a:gd name="connsiteX37" fmla="*/ 104775 w 171450"/>
              <a:gd name="connsiteY37" fmla="*/ 104776 h 171449"/>
              <a:gd name="connsiteX38" fmla="*/ 85725 w 171450"/>
              <a:gd name="connsiteY38" fmla="*/ 95251 h 171449"/>
              <a:gd name="connsiteX39" fmla="*/ 66675 w 171450"/>
              <a:gd name="connsiteY39" fmla="*/ 104776 h 171449"/>
              <a:gd name="connsiteX40" fmla="*/ 47625 w 171450"/>
              <a:gd name="connsiteY40" fmla="*/ 95251 h 171449"/>
              <a:gd name="connsiteX41" fmla="*/ 28575 w 171450"/>
              <a:gd name="connsiteY41" fmla="*/ 104776 h 171449"/>
              <a:gd name="connsiteX42" fmla="*/ 9525 w 171450"/>
              <a:gd name="connsiteY42" fmla="*/ 85805 h 171449"/>
              <a:gd name="connsiteX43" fmla="*/ 38100 w 171450"/>
              <a:gd name="connsiteY43" fmla="*/ 69960 h 171449"/>
              <a:gd name="connsiteX44" fmla="*/ 38100 w 171450"/>
              <a:gd name="connsiteY44" fmla="*/ 57150 h 171449"/>
              <a:gd name="connsiteX45" fmla="*/ 47625 w 171450"/>
              <a:gd name="connsiteY45" fmla="*/ 47625 h 171449"/>
              <a:gd name="connsiteX46" fmla="*/ 57150 w 171450"/>
              <a:gd name="connsiteY46" fmla="*/ 57150 h 171449"/>
              <a:gd name="connsiteX47" fmla="*/ 57150 w 171450"/>
              <a:gd name="connsiteY47" fmla="*/ 67481 h 171449"/>
              <a:gd name="connsiteX48" fmla="*/ 76200 w 171450"/>
              <a:gd name="connsiteY48" fmla="*/ 66742 h 171449"/>
              <a:gd name="connsiteX49" fmla="*/ 76200 w 171450"/>
              <a:gd name="connsiteY49" fmla="*/ 47625 h 171449"/>
              <a:gd name="connsiteX50" fmla="*/ 85725 w 171450"/>
              <a:gd name="connsiteY50" fmla="*/ 38100 h 171449"/>
              <a:gd name="connsiteX51" fmla="*/ 123825 w 171450"/>
              <a:gd name="connsiteY51" fmla="*/ 9525 h 171449"/>
              <a:gd name="connsiteX52" fmla="*/ 133350 w 171450"/>
              <a:gd name="connsiteY52" fmla="*/ 28575 h 171449"/>
              <a:gd name="connsiteX53" fmla="*/ 123825 w 171450"/>
              <a:gd name="connsiteY53" fmla="*/ 38100 h 171449"/>
              <a:gd name="connsiteX54" fmla="*/ 114300 w 171450"/>
              <a:gd name="connsiteY54" fmla="*/ 28575 h 171449"/>
              <a:gd name="connsiteX55" fmla="*/ 123825 w 171450"/>
              <a:gd name="connsiteY55" fmla="*/ 9525 h 171449"/>
              <a:gd name="connsiteX56" fmla="*/ 47625 w 171450"/>
              <a:gd name="connsiteY56" fmla="*/ 9525 h 171449"/>
              <a:gd name="connsiteX57" fmla="*/ 57150 w 171450"/>
              <a:gd name="connsiteY57" fmla="*/ 28575 h 171449"/>
              <a:gd name="connsiteX58" fmla="*/ 47625 w 171450"/>
              <a:gd name="connsiteY58" fmla="*/ 38100 h 171449"/>
              <a:gd name="connsiteX59" fmla="*/ 38100 w 171450"/>
              <a:gd name="connsiteY59" fmla="*/ 28575 h 171449"/>
              <a:gd name="connsiteX60" fmla="*/ 47625 w 171450"/>
              <a:gd name="connsiteY60" fmla="*/ 9525 h 171449"/>
              <a:gd name="connsiteX61" fmla="*/ 85725 w 171450"/>
              <a:gd name="connsiteY61" fmla="*/ 0 h 171449"/>
              <a:gd name="connsiteX62" fmla="*/ 95250 w 171450"/>
              <a:gd name="connsiteY62" fmla="*/ 19050 h 171449"/>
              <a:gd name="connsiteX63" fmla="*/ 85725 w 171450"/>
              <a:gd name="connsiteY63" fmla="*/ 28575 h 171449"/>
              <a:gd name="connsiteX64" fmla="*/ 76200 w 171450"/>
              <a:gd name="connsiteY64" fmla="*/ 19050 h 171449"/>
              <a:gd name="connsiteX65" fmla="*/ 85725 w 171450"/>
              <a:gd name="connsiteY65"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71450" h="171449">
                <a:moveTo>
                  <a:pt x="13857" y="140625"/>
                </a:moveTo>
                <a:cubicBezTo>
                  <a:pt x="15427" y="140770"/>
                  <a:pt x="17154" y="140929"/>
                  <a:pt x="19050" y="141058"/>
                </a:cubicBezTo>
                <a:cubicBezTo>
                  <a:pt x="34936" y="142136"/>
                  <a:pt x="56482" y="142875"/>
                  <a:pt x="85725" y="142875"/>
                </a:cubicBezTo>
                <a:cubicBezTo>
                  <a:pt x="114968" y="142875"/>
                  <a:pt x="136513" y="142136"/>
                  <a:pt x="152400" y="141058"/>
                </a:cubicBezTo>
                <a:cubicBezTo>
                  <a:pt x="153840" y="140960"/>
                  <a:pt x="155182" y="140852"/>
                  <a:pt x="156433" y="140752"/>
                </a:cubicBezTo>
                <a:cubicBezTo>
                  <a:pt x="167655" y="139851"/>
                  <a:pt x="171450" y="139546"/>
                  <a:pt x="171450" y="152399"/>
                </a:cubicBezTo>
                <a:cubicBezTo>
                  <a:pt x="171450" y="157512"/>
                  <a:pt x="171450" y="161253"/>
                  <a:pt x="169793" y="163990"/>
                </a:cubicBezTo>
                <a:cubicBezTo>
                  <a:pt x="165274" y="171449"/>
                  <a:pt x="148440" y="171449"/>
                  <a:pt x="85725" y="171449"/>
                </a:cubicBezTo>
                <a:cubicBezTo>
                  <a:pt x="23009" y="171449"/>
                  <a:pt x="6176" y="171449"/>
                  <a:pt x="1658" y="163990"/>
                </a:cubicBezTo>
                <a:cubicBezTo>
                  <a:pt x="0" y="161253"/>
                  <a:pt x="0" y="157512"/>
                  <a:pt x="0" y="152399"/>
                </a:cubicBezTo>
                <a:cubicBezTo>
                  <a:pt x="0" y="139351"/>
                  <a:pt x="3526" y="139675"/>
                  <a:pt x="13857" y="140625"/>
                </a:cubicBezTo>
                <a:close/>
                <a:moveTo>
                  <a:pt x="47625" y="104775"/>
                </a:moveTo>
                <a:cubicBezTo>
                  <a:pt x="54627" y="104775"/>
                  <a:pt x="58509" y="114300"/>
                  <a:pt x="66675" y="114300"/>
                </a:cubicBezTo>
                <a:cubicBezTo>
                  <a:pt x="74841" y="114300"/>
                  <a:pt x="78722" y="104775"/>
                  <a:pt x="85725" y="104775"/>
                </a:cubicBezTo>
                <a:cubicBezTo>
                  <a:pt x="92728" y="104775"/>
                  <a:pt x="96608" y="114300"/>
                  <a:pt x="104775" y="114300"/>
                </a:cubicBezTo>
                <a:cubicBezTo>
                  <a:pt x="112941" y="114300"/>
                  <a:pt x="116822" y="104775"/>
                  <a:pt x="123825" y="104775"/>
                </a:cubicBezTo>
                <a:cubicBezTo>
                  <a:pt x="130828" y="104775"/>
                  <a:pt x="134708" y="114300"/>
                  <a:pt x="142875" y="114300"/>
                </a:cubicBezTo>
                <a:cubicBezTo>
                  <a:pt x="147595" y="114300"/>
                  <a:pt x="151874" y="112060"/>
                  <a:pt x="155778" y="110108"/>
                </a:cubicBezTo>
                <a:cubicBezTo>
                  <a:pt x="158644" y="108675"/>
                  <a:pt x="161925" y="110097"/>
                  <a:pt x="161925" y="114299"/>
                </a:cubicBezTo>
                <a:cubicBezTo>
                  <a:pt x="161925" y="128587"/>
                  <a:pt x="159528" y="131211"/>
                  <a:pt x="142875" y="132086"/>
                </a:cubicBezTo>
                <a:cubicBezTo>
                  <a:pt x="128345" y="132851"/>
                  <a:pt x="109681" y="133350"/>
                  <a:pt x="85725" y="133350"/>
                </a:cubicBezTo>
                <a:cubicBezTo>
                  <a:pt x="61769" y="133350"/>
                  <a:pt x="43105" y="132851"/>
                  <a:pt x="28575" y="132086"/>
                </a:cubicBezTo>
                <a:cubicBezTo>
                  <a:pt x="11922" y="131211"/>
                  <a:pt x="9525" y="128587"/>
                  <a:pt x="9525" y="114299"/>
                </a:cubicBezTo>
                <a:cubicBezTo>
                  <a:pt x="9525" y="110097"/>
                  <a:pt x="12804" y="107886"/>
                  <a:pt x="16026" y="110097"/>
                </a:cubicBezTo>
                <a:cubicBezTo>
                  <a:pt x="19248" y="112308"/>
                  <a:pt x="23091" y="114300"/>
                  <a:pt x="28575" y="114300"/>
                </a:cubicBezTo>
                <a:cubicBezTo>
                  <a:pt x="36741" y="114300"/>
                  <a:pt x="40622" y="104775"/>
                  <a:pt x="47625" y="104775"/>
                </a:cubicBezTo>
                <a:close/>
                <a:moveTo>
                  <a:pt x="85725" y="38100"/>
                </a:moveTo>
                <a:cubicBezTo>
                  <a:pt x="90986" y="38100"/>
                  <a:pt x="95250" y="42365"/>
                  <a:pt x="95250" y="47625"/>
                </a:cubicBezTo>
                <a:lnTo>
                  <a:pt x="95250" y="66742"/>
                </a:lnTo>
                <a:cubicBezTo>
                  <a:pt x="102306" y="66847"/>
                  <a:pt x="108632" y="67083"/>
                  <a:pt x="114300" y="67481"/>
                </a:cubicBezTo>
                <a:lnTo>
                  <a:pt x="114300" y="57150"/>
                </a:lnTo>
                <a:cubicBezTo>
                  <a:pt x="114300" y="51889"/>
                  <a:pt x="118564" y="47625"/>
                  <a:pt x="123825" y="47625"/>
                </a:cubicBezTo>
                <a:cubicBezTo>
                  <a:pt x="129086" y="47625"/>
                  <a:pt x="133350" y="51889"/>
                  <a:pt x="133350" y="57150"/>
                </a:cubicBezTo>
                <a:lnTo>
                  <a:pt x="133350" y="69960"/>
                </a:lnTo>
                <a:cubicBezTo>
                  <a:pt x="146349" y="72776"/>
                  <a:pt x="161925" y="76200"/>
                  <a:pt x="161925" y="85805"/>
                </a:cubicBezTo>
                <a:cubicBezTo>
                  <a:pt x="161925" y="95250"/>
                  <a:pt x="153646" y="104776"/>
                  <a:pt x="142875" y="104776"/>
                </a:cubicBezTo>
                <a:cubicBezTo>
                  <a:pt x="135872" y="104776"/>
                  <a:pt x="131991" y="95251"/>
                  <a:pt x="123825" y="95251"/>
                </a:cubicBezTo>
                <a:cubicBezTo>
                  <a:pt x="115658" y="95251"/>
                  <a:pt x="111778" y="104776"/>
                  <a:pt x="104775" y="104776"/>
                </a:cubicBezTo>
                <a:cubicBezTo>
                  <a:pt x="97772" y="104776"/>
                  <a:pt x="93891" y="95251"/>
                  <a:pt x="85725" y="95251"/>
                </a:cubicBezTo>
                <a:cubicBezTo>
                  <a:pt x="77558" y="95251"/>
                  <a:pt x="73678" y="104776"/>
                  <a:pt x="66675" y="104776"/>
                </a:cubicBezTo>
                <a:cubicBezTo>
                  <a:pt x="59672" y="104776"/>
                  <a:pt x="55791" y="95251"/>
                  <a:pt x="47625" y="95251"/>
                </a:cubicBezTo>
                <a:cubicBezTo>
                  <a:pt x="39459" y="95251"/>
                  <a:pt x="35577" y="104776"/>
                  <a:pt x="28575" y="104776"/>
                </a:cubicBezTo>
                <a:cubicBezTo>
                  <a:pt x="19050" y="104776"/>
                  <a:pt x="9525" y="95251"/>
                  <a:pt x="9525" y="85805"/>
                </a:cubicBezTo>
                <a:cubicBezTo>
                  <a:pt x="9525" y="76359"/>
                  <a:pt x="25101" y="72776"/>
                  <a:pt x="38100" y="69960"/>
                </a:cubicBezTo>
                <a:lnTo>
                  <a:pt x="38100" y="57150"/>
                </a:lnTo>
                <a:cubicBezTo>
                  <a:pt x="38100" y="51889"/>
                  <a:pt x="42365" y="47625"/>
                  <a:pt x="47625" y="47625"/>
                </a:cubicBezTo>
                <a:cubicBezTo>
                  <a:pt x="52886" y="47625"/>
                  <a:pt x="57150" y="51889"/>
                  <a:pt x="57150" y="57150"/>
                </a:cubicBezTo>
                <a:lnTo>
                  <a:pt x="57150" y="67481"/>
                </a:lnTo>
                <a:cubicBezTo>
                  <a:pt x="62819" y="67083"/>
                  <a:pt x="69144" y="66847"/>
                  <a:pt x="76200" y="66742"/>
                </a:cubicBezTo>
                <a:lnTo>
                  <a:pt x="76200" y="47625"/>
                </a:lnTo>
                <a:cubicBezTo>
                  <a:pt x="76200" y="42365"/>
                  <a:pt x="80464" y="38100"/>
                  <a:pt x="85725" y="38100"/>
                </a:cubicBezTo>
                <a:close/>
                <a:moveTo>
                  <a:pt x="123825" y="9525"/>
                </a:moveTo>
                <a:cubicBezTo>
                  <a:pt x="128588" y="9525"/>
                  <a:pt x="133350" y="19050"/>
                  <a:pt x="133350" y="28575"/>
                </a:cubicBezTo>
                <a:cubicBezTo>
                  <a:pt x="133350" y="33835"/>
                  <a:pt x="129086" y="38100"/>
                  <a:pt x="123825" y="38100"/>
                </a:cubicBezTo>
                <a:cubicBezTo>
                  <a:pt x="118564" y="38100"/>
                  <a:pt x="114300" y="33835"/>
                  <a:pt x="114300" y="28575"/>
                </a:cubicBezTo>
                <a:cubicBezTo>
                  <a:pt x="114300" y="19050"/>
                  <a:pt x="119063" y="9525"/>
                  <a:pt x="123825" y="9525"/>
                </a:cubicBezTo>
                <a:close/>
                <a:moveTo>
                  <a:pt x="47625" y="9525"/>
                </a:moveTo>
                <a:cubicBezTo>
                  <a:pt x="52388" y="9525"/>
                  <a:pt x="57150" y="19050"/>
                  <a:pt x="57150" y="28575"/>
                </a:cubicBezTo>
                <a:cubicBezTo>
                  <a:pt x="57150" y="33835"/>
                  <a:pt x="52886" y="38100"/>
                  <a:pt x="47625" y="38100"/>
                </a:cubicBezTo>
                <a:cubicBezTo>
                  <a:pt x="42365" y="38100"/>
                  <a:pt x="38100" y="33835"/>
                  <a:pt x="38100" y="28575"/>
                </a:cubicBezTo>
                <a:cubicBezTo>
                  <a:pt x="38100" y="19050"/>
                  <a:pt x="42863" y="9525"/>
                  <a:pt x="47625" y="9525"/>
                </a:cubicBezTo>
                <a:close/>
                <a:moveTo>
                  <a:pt x="85725" y="0"/>
                </a:moveTo>
                <a:cubicBezTo>
                  <a:pt x="90488" y="0"/>
                  <a:pt x="95250" y="9525"/>
                  <a:pt x="95250" y="19050"/>
                </a:cubicBezTo>
                <a:cubicBezTo>
                  <a:pt x="95250" y="24310"/>
                  <a:pt x="90986" y="28575"/>
                  <a:pt x="85725" y="28575"/>
                </a:cubicBezTo>
                <a:cubicBezTo>
                  <a:pt x="80464" y="28575"/>
                  <a:pt x="76200" y="24310"/>
                  <a:pt x="76200" y="19050"/>
                </a:cubicBezTo>
                <a:cubicBezTo>
                  <a:pt x="76200" y="9525"/>
                  <a:pt x="80963" y="0"/>
                  <a:pt x="85725" y="0"/>
                </a:cubicBezTo>
                <a:close/>
              </a:path>
            </a:pathLst>
          </a:custGeom>
          <a:solidFill>
            <a:srgbClr val="000000"/>
          </a:solidFill>
          <a:ln w="9525" cap="flat">
            <a:noFill/>
            <a:prstDash val="solid"/>
            <a:miter/>
          </a:ln>
        </p:spPr>
        <p:txBody>
          <a:bodyPr rtlCol="0" anchor="ctr"/>
          <a:lstStyle/>
          <a:p>
            <a:endParaRPr lang="ru-RU"/>
          </a:p>
        </p:txBody>
      </p:sp>
      <p:sp>
        <p:nvSpPr>
          <p:cNvPr id="148" name="Рисунок 45">
            <a:extLst>
              <a:ext uri="{FF2B5EF4-FFF2-40B4-BE49-F238E27FC236}">
                <a16:creationId xmlns:a16="http://schemas.microsoft.com/office/drawing/2014/main" id="{A698BC19-E20D-66C0-6D42-12687FFAA38A}"/>
              </a:ext>
            </a:extLst>
          </p:cNvPr>
          <p:cNvSpPr/>
          <p:nvPr/>
        </p:nvSpPr>
        <p:spPr>
          <a:xfrm>
            <a:off x="4020104" y="237094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85725 w 171450"/>
              <a:gd name="connsiteY5" fmla="*/ 38100 h 171450"/>
              <a:gd name="connsiteX6" fmla="*/ 76200 w 171450"/>
              <a:gd name="connsiteY6" fmla="*/ 47625 h 171450"/>
              <a:gd name="connsiteX7" fmla="*/ 76200 w 171450"/>
              <a:gd name="connsiteY7" fmla="*/ 85725 h 171450"/>
              <a:gd name="connsiteX8" fmla="*/ 78990 w 171450"/>
              <a:gd name="connsiteY8" fmla="*/ 92460 h 171450"/>
              <a:gd name="connsiteX9" fmla="*/ 107565 w 171450"/>
              <a:gd name="connsiteY9" fmla="*/ 121035 h 171450"/>
              <a:gd name="connsiteX10" fmla="*/ 121035 w 171450"/>
              <a:gd name="connsiteY10" fmla="*/ 121035 h 171450"/>
              <a:gd name="connsiteX11" fmla="*/ 121035 w 171450"/>
              <a:gd name="connsiteY11" fmla="*/ 107565 h 171450"/>
              <a:gd name="connsiteX12" fmla="*/ 95250 w 171450"/>
              <a:gd name="connsiteY12" fmla="*/ 81780 h 171450"/>
              <a:gd name="connsiteX13" fmla="*/ 95250 w 171450"/>
              <a:gd name="connsiteY13" fmla="*/ 47625 h 171450"/>
              <a:gd name="connsiteX14" fmla="*/ 85725 w 171450"/>
              <a:gd name="connsiteY14" fmla="*/ 381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85725" y="38100"/>
                </a:moveTo>
                <a:cubicBezTo>
                  <a:pt x="80464" y="38100"/>
                  <a:pt x="76200" y="42365"/>
                  <a:pt x="76200" y="47625"/>
                </a:cubicBezTo>
                <a:lnTo>
                  <a:pt x="76200" y="85725"/>
                </a:lnTo>
                <a:cubicBezTo>
                  <a:pt x="76200" y="88251"/>
                  <a:pt x="77204" y="90674"/>
                  <a:pt x="78990" y="92460"/>
                </a:cubicBezTo>
                <a:lnTo>
                  <a:pt x="107565" y="121035"/>
                </a:lnTo>
                <a:cubicBezTo>
                  <a:pt x="111284" y="124755"/>
                  <a:pt x="117316" y="124755"/>
                  <a:pt x="121035" y="121035"/>
                </a:cubicBezTo>
                <a:cubicBezTo>
                  <a:pt x="124755" y="117316"/>
                  <a:pt x="124755" y="111284"/>
                  <a:pt x="121035" y="107565"/>
                </a:cubicBezTo>
                <a:lnTo>
                  <a:pt x="95250" y="81780"/>
                </a:lnTo>
                <a:lnTo>
                  <a:pt x="95250" y="47625"/>
                </a:lnTo>
                <a:cubicBezTo>
                  <a:pt x="95250" y="42365"/>
                  <a:pt x="90986" y="38100"/>
                  <a:pt x="85725" y="38100"/>
                </a:cubicBezTo>
                <a:close/>
              </a:path>
            </a:pathLst>
          </a:custGeom>
          <a:solidFill>
            <a:srgbClr val="000000"/>
          </a:solidFill>
          <a:ln w="9525" cap="flat">
            <a:noFill/>
            <a:prstDash val="solid"/>
            <a:miter/>
          </a:ln>
        </p:spPr>
        <p:txBody>
          <a:bodyPr rtlCol="0" anchor="ctr"/>
          <a:lstStyle/>
          <a:p>
            <a:endParaRPr lang="ru-RU"/>
          </a:p>
        </p:txBody>
      </p:sp>
      <p:sp>
        <p:nvSpPr>
          <p:cNvPr id="279" name="Рисунок 21">
            <a:extLst>
              <a:ext uri="{FF2B5EF4-FFF2-40B4-BE49-F238E27FC236}">
                <a16:creationId xmlns:a16="http://schemas.microsoft.com/office/drawing/2014/main" id="{FDF26ACC-EFA1-D61F-9F2F-1F1F090985AD}"/>
              </a:ext>
            </a:extLst>
          </p:cNvPr>
          <p:cNvSpPr/>
          <p:nvPr/>
        </p:nvSpPr>
        <p:spPr>
          <a:xfrm>
            <a:off x="4020104" y="1864341"/>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116473 w 171450"/>
              <a:gd name="connsiteY5" fmla="*/ 136678 h 171450"/>
              <a:gd name="connsiteX6" fmla="*/ 34772 w 171450"/>
              <a:gd name="connsiteY6" fmla="*/ 54977 h 171450"/>
              <a:gd name="connsiteX7" fmla="*/ 28575 w 171450"/>
              <a:gd name="connsiteY7" fmla="*/ 85725 h 171450"/>
              <a:gd name="connsiteX8" fmla="*/ 43122 w 171450"/>
              <a:gd name="connsiteY8" fmla="*/ 128328 h 171450"/>
              <a:gd name="connsiteX9" fmla="*/ 85725 w 171450"/>
              <a:gd name="connsiteY9" fmla="*/ 142875 h 171450"/>
              <a:gd name="connsiteX10" fmla="*/ 116473 w 171450"/>
              <a:gd name="connsiteY10" fmla="*/ 136678 h 171450"/>
              <a:gd name="connsiteX11" fmla="*/ 136678 w 171450"/>
              <a:gd name="connsiteY11" fmla="*/ 116473 h 171450"/>
              <a:gd name="connsiteX12" fmla="*/ 142875 w 171450"/>
              <a:gd name="connsiteY12" fmla="*/ 85725 h 171450"/>
              <a:gd name="connsiteX13" fmla="*/ 128328 w 171450"/>
              <a:gd name="connsiteY13" fmla="*/ 43122 h 171450"/>
              <a:gd name="connsiteX14" fmla="*/ 85725 w 171450"/>
              <a:gd name="connsiteY14" fmla="*/ 28575 h 171450"/>
              <a:gd name="connsiteX15" fmla="*/ 54977 w 171450"/>
              <a:gd name="connsiteY15" fmla="*/ 34772 h 171450"/>
              <a:gd name="connsiteX16" fmla="*/ 136678 w 171450"/>
              <a:gd name="connsiteY16" fmla="*/ 11647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116473" y="136678"/>
                </a:moveTo>
                <a:lnTo>
                  <a:pt x="34772" y="54977"/>
                </a:lnTo>
                <a:cubicBezTo>
                  <a:pt x="30968" y="62777"/>
                  <a:pt x="28575" y="72872"/>
                  <a:pt x="28575" y="85725"/>
                </a:cubicBezTo>
                <a:cubicBezTo>
                  <a:pt x="28575" y="106450"/>
                  <a:pt x="34796" y="120003"/>
                  <a:pt x="43122" y="128328"/>
                </a:cubicBezTo>
                <a:cubicBezTo>
                  <a:pt x="51448" y="136653"/>
                  <a:pt x="65000" y="142875"/>
                  <a:pt x="85725" y="142875"/>
                </a:cubicBezTo>
                <a:cubicBezTo>
                  <a:pt x="98578" y="142875"/>
                  <a:pt x="108673" y="140482"/>
                  <a:pt x="116473" y="136678"/>
                </a:cubicBezTo>
                <a:close/>
                <a:moveTo>
                  <a:pt x="136678" y="116473"/>
                </a:moveTo>
                <a:cubicBezTo>
                  <a:pt x="140482" y="108673"/>
                  <a:pt x="142875" y="98578"/>
                  <a:pt x="142875" y="85725"/>
                </a:cubicBezTo>
                <a:cubicBezTo>
                  <a:pt x="142875" y="65000"/>
                  <a:pt x="136653" y="51448"/>
                  <a:pt x="128328" y="43122"/>
                </a:cubicBezTo>
                <a:cubicBezTo>
                  <a:pt x="120003" y="34796"/>
                  <a:pt x="106450" y="28575"/>
                  <a:pt x="85725" y="28575"/>
                </a:cubicBezTo>
                <a:cubicBezTo>
                  <a:pt x="72872" y="28575"/>
                  <a:pt x="62777" y="30968"/>
                  <a:pt x="54977" y="34772"/>
                </a:cubicBezTo>
                <a:lnTo>
                  <a:pt x="136678" y="116473"/>
                </a:lnTo>
                <a:close/>
              </a:path>
            </a:pathLst>
          </a:custGeom>
          <a:solidFill>
            <a:srgbClr val="000000"/>
          </a:solidFill>
          <a:ln w="9525" cap="flat">
            <a:noFill/>
            <a:prstDash val="solid"/>
            <a:miter/>
          </a:ln>
        </p:spPr>
        <p:txBody>
          <a:bodyPr rtlCol="0" anchor="ctr"/>
          <a:lstStyle/>
          <a:p>
            <a:endParaRPr lang="ru-RU"/>
          </a:p>
        </p:txBody>
      </p:sp>
      <p:sp>
        <p:nvSpPr>
          <p:cNvPr id="149" name="Рисунок 47">
            <a:extLst>
              <a:ext uri="{FF2B5EF4-FFF2-40B4-BE49-F238E27FC236}">
                <a16:creationId xmlns:a16="http://schemas.microsoft.com/office/drawing/2014/main" id="{76CA15FB-3A4D-20A4-9611-CDC722B75DF9}"/>
              </a:ext>
            </a:extLst>
          </p:cNvPr>
          <p:cNvSpPr/>
          <p:nvPr/>
        </p:nvSpPr>
        <p:spPr>
          <a:xfrm>
            <a:off x="4441652" y="237094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path>
            </a:pathLst>
          </a:custGeom>
          <a:solidFill>
            <a:srgbClr val="000000"/>
          </a:solidFill>
          <a:ln w="9525" cap="flat">
            <a:noFill/>
            <a:prstDash val="solid"/>
            <a:miter/>
          </a:ln>
        </p:spPr>
        <p:txBody>
          <a:bodyPr rtlCol="0" anchor="ctr"/>
          <a:lstStyle/>
          <a:p>
            <a:endParaRPr lang="ru-RU"/>
          </a:p>
        </p:txBody>
      </p:sp>
      <p:sp>
        <p:nvSpPr>
          <p:cNvPr id="295" name="Полилиния: фигура 294">
            <a:extLst>
              <a:ext uri="{FF2B5EF4-FFF2-40B4-BE49-F238E27FC236}">
                <a16:creationId xmlns:a16="http://schemas.microsoft.com/office/drawing/2014/main" id="{043354B9-E4EE-A491-976E-49E9BB354961}"/>
              </a:ext>
            </a:extLst>
          </p:cNvPr>
          <p:cNvSpPr/>
          <p:nvPr/>
        </p:nvSpPr>
        <p:spPr>
          <a:xfrm>
            <a:off x="4460702" y="1873866"/>
            <a:ext cx="133350" cy="171451"/>
          </a:xfrm>
          <a:custGeom>
            <a:avLst/>
            <a:gdLst>
              <a:gd name="connsiteX0" fmla="*/ 66675 w 133350"/>
              <a:gd name="connsiteY0" fmla="*/ 133351 h 171451"/>
              <a:gd name="connsiteX1" fmla="*/ 57150 w 133350"/>
              <a:gd name="connsiteY1" fmla="*/ 142876 h 171451"/>
              <a:gd name="connsiteX2" fmla="*/ 66675 w 133350"/>
              <a:gd name="connsiteY2" fmla="*/ 152401 h 171451"/>
              <a:gd name="connsiteX3" fmla="*/ 76200 w 133350"/>
              <a:gd name="connsiteY3" fmla="*/ 142876 h 171451"/>
              <a:gd name="connsiteX4" fmla="*/ 66675 w 133350"/>
              <a:gd name="connsiteY4" fmla="*/ 133351 h 171451"/>
              <a:gd name="connsiteX5" fmla="*/ 19050 w 133350"/>
              <a:gd name="connsiteY5" fmla="*/ 66676 h 171451"/>
              <a:gd name="connsiteX6" fmla="*/ 114300 w 133350"/>
              <a:gd name="connsiteY6" fmla="*/ 66676 h 171451"/>
              <a:gd name="connsiteX7" fmla="*/ 133350 w 133350"/>
              <a:gd name="connsiteY7" fmla="*/ 76201 h 171451"/>
              <a:gd name="connsiteX8" fmla="*/ 104775 w 133350"/>
              <a:gd name="connsiteY8" fmla="*/ 104776 h 171451"/>
              <a:gd name="connsiteX9" fmla="*/ 92693 w 133350"/>
              <a:gd name="connsiteY9" fmla="*/ 122063 h 171451"/>
              <a:gd name="connsiteX10" fmla="*/ 95250 w 133350"/>
              <a:gd name="connsiteY10" fmla="*/ 138114 h 171451"/>
              <a:gd name="connsiteX11" fmla="*/ 66675 w 133350"/>
              <a:gd name="connsiteY11" fmla="*/ 171451 h 171451"/>
              <a:gd name="connsiteX12" fmla="*/ 38100 w 133350"/>
              <a:gd name="connsiteY12" fmla="*/ 138114 h 171451"/>
              <a:gd name="connsiteX13" fmla="*/ 40656 w 133350"/>
              <a:gd name="connsiteY13" fmla="*/ 122063 h 171451"/>
              <a:gd name="connsiteX14" fmla="*/ 28575 w 133350"/>
              <a:gd name="connsiteY14" fmla="*/ 104776 h 171451"/>
              <a:gd name="connsiteX15" fmla="*/ 0 w 133350"/>
              <a:gd name="connsiteY15" fmla="*/ 76201 h 171451"/>
              <a:gd name="connsiteX16" fmla="*/ 19050 w 133350"/>
              <a:gd name="connsiteY16" fmla="*/ 66676 h 171451"/>
              <a:gd name="connsiteX17" fmla="*/ 19050 w 133350"/>
              <a:gd name="connsiteY17" fmla="*/ 0 h 171451"/>
              <a:gd name="connsiteX18" fmla="*/ 24055 w 133350"/>
              <a:gd name="connsiteY18" fmla="*/ 8743 h 171451"/>
              <a:gd name="connsiteX19" fmla="*/ 24307 w 133350"/>
              <a:gd name="connsiteY19" fmla="*/ 9527 h 171451"/>
              <a:gd name="connsiteX20" fmla="*/ 30376 w 133350"/>
              <a:gd name="connsiteY20" fmla="*/ 28577 h 171451"/>
              <a:gd name="connsiteX21" fmla="*/ 34412 w 133350"/>
              <a:gd name="connsiteY21" fmla="*/ 37635 h 171451"/>
              <a:gd name="connsiteX22" fmla="*/ 38100 w 133350"/>
              <a:gd name="connsiteY22" fmla="*/ 38102 h 171451"/>
              <a:gd name="connsiteX23" fmla="*/ 38100 w 133350"/>
              <a:gd name="connsiteY23" fmla="*/ 9527 h 171451"/>
              <a:gd name="connsiteX24" fmla="*/ 42863 w 133350"/>
              <a:gd name="connsiteY24" fmla="*/ 0 h 171451"/>
              <a:gd name="connsiteX25" fmla="*/ 47625 w 133350"/>
              <a:gd name="connsiteY25" fmla="*/ 9527 h 171451"/>
              <a:gd name="connsiteX26" fmla="*/ 47625 w 133350"/>
              <a:gd name="connsiteY26" fmla="*/ 33340 h 171451"/>
              <a:gd name="connsiteX27" fmla="*/ 52388 w 133350"/>
              <a:gd name="connsiteY27" fmla="*/ 38102 h 171451"/>
              <a:gd name="connsiteX28" fmla="*/ 57150 w 133350"/>
              <a:gd name="connsiteY28" fmla="*/ 33340 h 171451"/>
              <a:gd name="connsiteX29" fmla="*/ 57150 w 133350"/>
              <a:gd name="connsiteY29" fmla="*/ 9527 h 171451"/>
              <a:gd name="connsiteX30" fmla="*/ 58341 w 133350"/>
              <a:gd name="connsiteY30" fmla="*/ 1191 h 171451"/>
              <a:gd name="connsiteX31" fmla="*/ 66675 w 133350"/>
              <a:gd name="connsiteY31" fmla="*/ 0 h 171451"/>
              <a:gd name="connsiteX32" fmla="*/ 114300 w 133350"/>
              <a:gd name="connsiteY32" fmla="*/ 0 h 171451"/>
              <a:gd name="connsiteX33" fmla="*/ 133350 w 133350"/>
              <a:gd name="connsiteY33" fmla="*/ 19050 h 171451"/>
              <a:gd name="connsiteX34" fmla="*/ 133350 w 133350"/>
              <a:gd name="connsiteY34" fmla="*/ 47627 h 171451"/>
              <a:gd name="connsiteX35" fmla="*/ 123825 w 133350"/>
              <a:gd name="connsiteY35" fmla="*/ 57150 h 171451"/>
              <a:gd name="connsiteX36" fmla="*/ 51048 w 133350"/>
              <a:gd name="connsiteY36" fmla="*/ 57145 h 171451"/>
              <a:gd name="connsiteX37" fmla="*/ 51021 w 133350"/>
              <a:gd name="connsiteY37" fmla="*/ 57145 h 171451"/>
              <a:gd name="connsiteX38" fmla="*/ 9518 w 133350"/>
              <a:gd name="connsiteY38" fmla="*/ 57150 h 171451"/>
              <a:gd name="connsiteX39" fmla="*/ 1190 w 133350"/>
              <a:gd name="connsiteY39" fmla="*/ 55960 h 171451"/>
              <a:gd name="connsiteX40" fmla="*/ 0 w 133350"/>
              <a:gd name="connsiteY40" fmla="*/ 47627 h 171451"/>
              <a:gd name="connsiteX41" fmla="*/ 0 w 133350"/>
              <a:gd name="connsiteY41" fmla="*/ 19050 h 171451"/>
              <a:gd name="connsiteX42" fmla="*/ 19050 w 133350"/>
              <a:gd name="connsiteY42" fmla="*/ 0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33350" h="171451">
                <a:moveTo>
                  <a:pt x="66675" y="133351"/>
                </a:moveTo>
                <a:cubicBezTo>
                  <a:pt x="61414" y="133351"/>
                  <a:pt x="57150" y="137616"/>
                  <a:pt x="57150" y="142876"/>
                </a:cubicBezTo>
                <a:cubicBezTo>
                  <a:pt x="57150" y="148137"/>
                  <a:pt x="61414" y="152401"/>
                  <a:pt x="66675" y="152401"/>
                </a:cubicBezTo>
                <a:cubicBezTo>
                  <a:pt x="71936" y="152401"/>
                  <a:pt x="76200" y="148137"/>
                  <a:pt x="76200" y="142876"/>
                </a:cubicBezTo>
                <a:cubicBezTo>
                  <a:pt x="76200" y="137616"/>
                  <a:pt x="71936" y="133351"/>
                  <a:pt x="66675" y="133351"/>
                </a:cubicBezTo>
                <a:close/>
                <a:moveTo>
                  <a:pt x="19050" y="66676"/>
                </a:moveTo>
                <a:lnTo>
                  <a:pt x="114300" y="66676"/>
                </a:lnTo>
                <a:cubicBezTo>
                  <a:pt x="127552" y="66676"/>
                  <a:pt x="133350" y="66678"/>
                  <a:pt x="133350" y="76201"/>
                </a:cubicBezTo>
                <a:cubicBezTo>
                  <a:pt x="133350" y="95251"/>
                  <a:pt x="119063" y="104776"/>
                  <a:pt x="104775" y="104776"/>
                </a:cubicBezTo>
                <a:cubicBezTo>
                  <a:pt x="88340" y="104776"/>
                  <a:pt x="90054" y="111583"/>
                  <a:pt x="92693" y="122063"/>
                </a:cubicBezTo>
                <a:cubicBezTo>
                  <a:pt x="93878" y="126767"/>
                  <a:pt x="95250" y="132212"/>
                  <a:pt x="95250" y="138114"/>
                </a:cubicBezTo>
                <a:cubicBezTo>
                  <a:pt x="95250" y="157164"/>
                  <a:pt x="85725" y="171451"/>
                  <a:pt x="66675" y="171451"/>
                </a:cubicBezTo>
                <a:cubicBezTo>
                  <a:pt x="47625" y="171451"/>
                  <a:pt x="38100" y="157164"/>
                  <a:pt x="38100" y="138114"/>
                </a:cubicBezTo>
                <a:cubicBezTo>
                  <a:pt x="38100" y="132212"/>
                  <a:pt x="39471" y="126767"/>
                  <a:pt x="40656" y="122063"/>
                </a:cubicBezTo>
                <a:cubicBezTo>
                  <a:pt x="43296" y="111583"/>
                  <a:pt x="45010" y="104776"/>
                  <a:pt x="28575" y="104776"/>
                </a:cubicBezTo>
                <a:cubicBezTo>
                  <a:pt x="14287" y="104776"/>
                  <a:pt x="0" y="95251"/>
                  <a:pt x="0" y="76201"/>
                </a:cubicBezTo>
                <a:cubicBezTo>
                  <a:pt x="0" y="66676"/>
                  <a:pt x="5798" y="66676"/>
                  <a:pt x="19050" y="66676"/>
                </a:cubicBezTo>
                <a:close/>
                <a:moveTo>
                  <a:pt x="19050" y="0"/>
                </a:moveTo>
                <a:cubicBezTo>
                  <a:pt x="21256" y="0"/>
                  <a:pt x="22950" y="5290"/>
                  <a:pt x="24055" y="8743"/>
                </a:cubicBezTo>
                <a:cubicBezTo>
                  <a:pt x="24143" y="9017"/>
                  <a:pt x="24227" y="9280"/>
                  <a:pt x="24307" y="9527"/>
                </a:cubicBezTo>
                <a:cubicBezTo>
                  <a:pt x="26559" y="16465"/>
                  <a:pt x="28728" y="23321"/>
                  <a:pt x="30376" y="28577"/>
                </a:cubicBezTo>
                <a:cubicBezTo>
                  <a:pt x="32268" y="34616"/>
                  <a:pt x="32952" y="36826"/>
                  <a:pt x="34412" y="37635"/>
                </a:cubicBezTo>
                <a:cubicBezTo>
                  <a:pt x="35255" y="38102"/>
                  <a:pt x="36357" y="38102"/>
                  <a:pt x="38100" y="38102"/>
                </a:cubicBezTo>
                <a:lnTo>
                  <a:pt x="38100" y="9527"/>
                </a:lnTo>
                <a:cubicBezTo>
                  <a:pt x="38100" y="3144"/>
                  <a:pt x="38100" y="0"/>
                  <a:pt x="42863" y="0"/>
                </a:cubicBezTo>
                <a:cubicBezTo>
                  <a:pt x="47625" y="0"/>
                  <a:pt x="47625" y="3144"/>
                  <a:pt x="47625" y="9527"/>
                </a:cubicBezTo>
                <a:lnTo>
                  <a:pt x="47625" y="33340"/>
                </a:lnTo>
                <a:cubicBezTo>
                  <a:pt x="47625" y="35970"/>
                  <a:pt x="49758" y="38102"/>
                  <a:pt x="52388" y="38102"/>
                </a:cubicBezTo>
                <a:cubicBezTo>
                  <a:pt x="55017" y="38102"/>
                  <a:pt x="57150" y="35970"/>
                  <a:pt x="57150" y="33340"/>
                </a:cubicBezTo>
                <a:lnTo>
                  <a:pt x="57150" y="9527"/>
                </a:lnTo>
                <a:cubicBezTo>
                  <a:pt x="57150" y="4763"/>
                  <a:pt x="57150" y="2381"/>
                  <a:pt x="58341" y="1191"/>
                </a:cubicBezTo>
                <a:cubicBezTo>
                  <a:pt x="59531" y="0"/>
                  <a:pt x="61913" y="0"/>
                  <a:pt x="66675" y="0"/>
                </a:cubicBezTo>
                <a:lnTo>
                  <a:pt x="114300" y="0"/>
                </a:lnTo>
                <a:cubicBezTo>
                  <a:pt x="133350" y="0"/>
                  <a:pt x="133350" y="1"/>
                  <a:pt x="133350" y="19050"/>
                </a:cubicBezTo>
                <a:lnTo>
                  <a:pt x="133350" y="47627"/>
                </a:lnTo>
                <a:cubicBezTo>
                  <a:pt x="133350" y="57152"/>
                  <a:pt x="133350" y="57155"/>
                  <a:pt x="123825" y="57150"/>
                </a:cubicBezTo>
                <a:cubicBezTo>
                  <a:pt x="94886" y="57136"/>
                  <a:pt x="74189" y="57140"/>
                  <a:pt x="51048" y="57145"/>
                </a:cubicBezTo>
                <a:lnTo>
                  <a:pt x="51021" y="57145"/>
                </a:lnTo>
                <a:cubicBezTo>
                  <a:pt x="38476" y="57147"/>
                  <a:pt x="25204" y="57150"/>
                  <a:pt x="9518" y="57150"/>
                </a:cubicBezTo>
                <a:cubicBezTo>
                  <a:pt x="4760" y="57150"/>
                  <a:pt x="2380" y="57150"/>
                  <a:pt x="1190" y="55960"/>
                </a:cubicBezTo>
                <a:cubicBezTo>
                  <a:pt x="0" y="54770"/>
                  <a:pt x="0" y="52389"/>
                  <a:pt x="0" y="47627"/>
                </a:cubicBezTo>
                <a:lnTo>
                  <a:pt x="0" y="19050"/>
                </a:lnTo>
                <a:cubicBezTo>
                  <a:pt x="0" y="1"/>
                  <a:pt x="0" y="0"/>
                  <a:pt x="19050" y="0"/>
                </a:cubicBezTo>
                <a:close/>
              </a:path>
            </a:pathLst>
          </a:custGeom>
          <a:solidFill>
            <a:srgbClr val="000000"/>
          </a:solidFill>
          <a:ln w="9525" cap="flat">
            <a:noFill/>
            <a:prstDash val="solid"/>
            <a:miter/>
          </a:ln>
        </p:spPr>
        <p:txBody>
          <a:bodyPr rtlCol="0" anchor="ctr"/>
          <a:lstStyle/>
          <a:p>
            <a:endParaRPr lang="ru-RU"/>
          </a:p>
        </p:txBody>
      </p:sp>
      <p:sp>
        <p:nvSpPr>
          <p:cNvPr id="150" name="Рисунок 49">
            <a:extLst>
              <a:ext uri="{FF2B5EF4-FFF2-40B4-BE49-F238E27FC236}">
                <a16:creationId xmlns:a16="http://schemas.microsoft.com/office/drawing/2014/main" id="{522A970B-B2A0-06CB-A105-53B4B8EAD33A}"/>
              </a:ext>
            </a:extLst>
          </p:cNvPr>
          <p:cNvSpPr/>
          <p:nvPr/>
        </p:nvSpPr>
        <p:spPr>
          <a:xfrm>
            <a:off x="4863203" y="237094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84262 w 171450"/>
              <a:gd name="connsiteY5" fmla="*/ 47760 h 171450"/>
              <a:gd name="connsiteX6" fmla="*/ 72984 w 171450"/>
              <a:gd name="connsiteY6" fmla="*/ 60940 h 171450"/>
              <a:gd name="connsiteX7" fmla="*/ 69870 w 171450"/>
              <a:gd name="connsiteY7" fmla="*/ 65253 h 171450"/>
              <a:gd name="connsiteX8" fmla="*/ 68987 w 171450"/>
              <a:gd name="connsiteY8" fmla="*/ 65922 h 171450"/>
              <a:gd name="connsiteX9" fmla="*/ 64090 w 171450"/>
              <a:gd name="connsiteY9" fmla="*/ 67677 h 171450"/>
              <a:gd name="connsiteX10" fmla="*/ 48582 w 171450"/>
              <a:gd name="connsiteY10" fmla="*/ 74786 h 171450"/>
              <a:gd name="connsiteX11" fmla="*/ 47678 w 171450"/>
              <a:gd name="connsiteY11" fmla="*/ 77688 h 171450"/>
              <a:gd name="connsiteX12" fmla="*/ 56216 w 171450"/>
              <a:gd name="connsiteY12" fmla="*/ 92942 h 171450"/>
              <a:gd name="connsiteX13" fmla="*/ 59187 w 171450"/>
              <a:gd name="connsiteY13" fmla="*/ 97363 h 171450"/>
              <a:gd name="connsiteX14" fmla="*/ 59525 w 171450"/>
              <a:gd name="connsiteY14" fmla="*/ 98446 h 171450"/>
              <a:gd name="connsiteX15" fmla="*/ 59613 w 171450"/>
              <a:gd name="connsiteY15" fmla="*/ 103843 h 171450"/>
              <a:gd name="connsiteX16" fmla="*/ 61306 w 171450"/>
              <a:gd name="connsiteY16" fmla="*/ 121417 h 171450"/>
              <a:gd name="connsiteX17" fmla="*/ 63673 w 171450"/>
              <a:gd name="connsiteY17" fmla="*/ 123210 h 171450"/>
              <a:gd name="connsiteX18" fmla="*/ 80228 w 171450"/>
              <a:gd name="connsiteY18" fmla="*/ 119458 h 171450"/>
              <a:gd name="connsiteX19" fmla="*/ 85179 w 171450"/>
              <a:gd name="connsiteY19" fmla="*/ 117878 h 171450"/>
              <a:gd name="connsiteX20" fmla="*/ 86271 w 171450"/>
              <a:gd name="connsiteY20" fmla="*/ 117878 h 171450"/>
              <a:gd name="connsiteX21" fmla="*/ 91222 w 171450"/>
              <a:gd name="connsiteY21" fmla="*/ 119458 h 171450"/>
              <a:gd name="connsiteX22" fmla="*/ 107776 w 171450"/>
              <a:gd name="connsiteY22" fmla="*/ 123210 h 171450"/>
              <a:gd name="connsiteX23" fmla="*/ 110143 w 171450"/>
              <a:gd name="connsiteY23" fmla="*/ 121417 h 171450"/>
              <a:gd name="connsiteX24" fmla="*/ 111837 w 171450"/>
              <a:gd name="connsiteY24" fmla="*/ 103843 h 171450"/>
              <a:gd name="connsiteX25" fmla="*/ 111925 w 171450"/>
              <a:gd name="connsiteY25" fmla="*/ 98446 h 171450"/>
              <a:gd name="connsiteX26" fmla="*/ 112263 w 171450"/>
              <a:gd name="connsiteY26" fmla="*/ 97363 h 171450"/>
              <a:gd name="connsiteX27" fmla="*/ 115234 w 171450"/>
              <a:gd name="connsiteY27" fmla="*/ 92942 h 171450"/>
              <a:gd name="connsiteX28" fmla="*/ 123773 w 171450"/>
              <a:gd name="connsiteY28" fmla="*/ 77688 h 171450"/>
              <a:gd name="connsiteX29" fmla="*/ 122869 w 171450"/>
              <a:gd name="connsiteY29" fmla="*/ 74786 h 171450"/>
              <a:gd name="connsiteX30" fmla="*/ 107360 w 171450"/>
              <a:gd name="connsiteY30" fmla="*/ 67677 h 171450"/>
              <a:gd name="connsiteX31" fmla="*/ 102463 w 171450"/>
              <a:gd name="connsiteY31" fmla="*/ 65922 h 171450"/>
              <a:gd name="connsiteX32" fmla="*/ 101580 w 171450"/>
              <a:gd name="connsiteY32" fmla="*/ 65253 h 171450"/>
              <a:gd name="connsiteX33" fmla="*/ 98466 w 171450"/>
              <a:gd name="connsiteY33" fmla="*/ 60940 h 171450"/>
              <a:gd name="connsiteX34" fmla="*/ 87188 w 171450"/>
              <a:gd name="connsiteY34" fmla="*/ 47760 h 171450"/>
              <a:gd name="connsiteX35" fmla="*/ 84262 w 171450"/>
              <a:gd name="connsiteY35" fmla="*/ 4776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84262" y="47760"/>
                </a:moveTo>
                <a:cubicBezTo>
                  <a:pt x="80695" y="48426"/>
                  <a:pt x="78125" y="52597"/>
                  <a:pt x="72984" y="60940"/>
                </a:cubicBezTo>
                <a:cubicBezTo>
                  <a:pt x="71564" y="63246"/>
                  <a:pt x="70854" y="64399"/>
                  <a:pt x="69870" y="65253"/>
                </a:cubicBezTo>
                <a:cubicBezTo>
                  <a:pt x="69590" y="65496"/>
                  <a:pt x="69294" y="65719"/>
                  <a:pt x="68987" y="65922"/>
                </a:cubicBezTo>
                <a:cubicBezTo>
                  <a:pt x="67904" y="66633"/>
                  <a:pt x="66633" y="66982"/>
                  <a:pt x="64090" y="67677"/>
                </a:cubicBezTo>
                <a:cubicBezTo>
                  <a:pt x="54891" y="70195"/>
                  <a:pt x="50291" y="71455"/>
                  <a:pt x="48582" y="74786"/>
                </a:cubicBezTo>
                <a:cubicBezTo>
                  <a:pt x="48118" y="75690"/>
                  <a:pt x="47812" y="76672"/>
                  <a:pt x="47678" y="77688"/>
                </a:cubicBezTo>
                <a:cubicBezTo>
                  <a:pt x="47182" y="81430"/>
                  <a:pt x="50194" y="85268"/>
                  <a:pt x="56216" y="92942"/>
                </a:cubicBezTo>
                <a:cubicBezTo>
                  <a:pt x="57880" y="95063"/>
                  <a:pt x="58713" y="96124"/>
                  <a:pt x="59187" y="97363"/>
                </a:cubicBezTo>
                <a:cubicBezTo>
                  <a:pt x="59323" y="97716"/>
                  <a:pt x="59435" y="98078"/>
                  <a:pt x="59525" y="98446"/>
                </a:cubicBezTo>
                <a:cubicBezTo>
                  <a:pt x="59840" y="99739"/>
                  <a:pt x="59764" y="101107"/>
                  <a:pt x="59613" y="103843"/>
                </a:cubicBezTo>
                <a:cubicBezTo>
                  <a:pt x="59068" y="113743"/>
                  <a:pt x="58795" y="118692"/>
                  <a:pt x="61306" y="121417"/>
                </a:cubicBezTo>
                <a:cubicBezTo>
                  <a:pt x="61987" y="122155"/>
                  <a:pt x="62789" y="122763"/>
                  <a:pt x="63673" y="123210"/>
                </a:cubicBezTo>
                <a:cubicBezTo>
                  <a:pt x="66935" y="124858"/>
                  <a:pt x="71366" y="123057"/>
                  <a:pt x="80228" y="119458"/>
                </a:cubicBezTo>
                <a:cubicBezTo>
                  <a:pt x="82677" y="118462"/>
                  <a:pt x="83902" y="117965"/>
                  <a:pt x="85179" y="117878"/>
                </a:cubicBezTo>
                <a:cubicBezTo>
                  <a:pt x="85542" y="117853"/>
                  <a:pt x="85907" y="117853"/>
                  <a:pt x="86271" y="117878"/>
                </a:cubicBezTo>
                <a:cubicBezTo>
                  <a:pt x="87548" y="117965"/>
                  <a:pt x="88773" y="118462"/>
                  <a:pt x="91222" y="119458"/>
                </a:cubicBezTo>
                <a:cubicBezTo>
                  <a:pt x="100084" y="123057"/>
                  <a:pt x="104515" y="124858"/>
                  <a:pt x="107776" y="123210"/>
                </a:cubicBezTo>
                <a:cubicBezTo>
                  <a:pt x="108661" y="122763"/>
                  <a:pt x="109462" y="122155"/>
                  <a:pt x="110143" y="121417"/>
                </a:cubicBezTo>
                <a:cubicBezTo>
                  <a:pt x="112655" y="118692"/>
                  <a:pt x="112382" y="113743"/>
                  <a:pt x="111837" y="103843"/>
                </a:cubicBezTo>
                <a:cubicBezTo>
                  <a:pt x="111685" y="101107"/>
                  <a:pt x="111610" y="99739"/>
                  <a:pt x="111925" y="98446"/>
                </a:cubicBezTo>
                <a:cubicBezTo>
                  <a:pt x="112015" y="98078"/>
                  <a:pt x="112127" y="97716"/>
                  <a:pt x="112263" y="97363"/>
                </a:cubicBezTo>
                <a:cubicBezTo>
                  <a:pt x="112737" y="96124"/>
                  <a:pt x="113569" y="95063"/>
                  <a:pt x="115234" y="92942"/>
                </a:cubicBezTo>
                <a:cubicBezTo>
                  <a:pt x="121256" y="85268"/>
                  <a:pt x="124268" y="81430"/>
                  <a:pt x="123773" y="77688"/>
                </a:cubicBezTo>
                <a:cubicBezTo>
                  <a:pt x="123638" y="76672"/>
                  <a:pt x="123332" y="75690"/>
                  <a:pt x="122869" y="74786"/>
                </a:cubicBezTo>
                <a:cubicBezTo>
                  <a:pt x="121159" y="71455"/>
                  <a:pt x="116559" y="70195"/>
                  <a:pt x="107360" y="67677"/>
                </a:cubicBezTo>
                <a:cubicBezTo>
                  <a:pt x="104818" y="66982"/>
                  <a:pt x="103546" y="66633"/>
                  <a:pt x="102463" y="65922"/>
                </a:cubicBezTo>
                <a:cubicBezTo>
                  <a:pt x="102156" y="65719"/>
                  <a:pt x="101860" y="65496"/>
                  <a:pt x="101580" y="65253"/>
                </a:cubicBezTo>
                <a:cubicBezTo>
                  <a:pt x="100596" y="64399"/>
                  <a:pt x="99886" y="63246"/>
                  <a:pt x="98466" y="60940"/>
                </a:cubicBezTo>
                <a:cubicBezTo>
                  <a:pt x="93325" y="52597"/>
                  <a:pt x="90755" y="48426"/>
                  <a:pt x="87188" y="47760"/>
                </a:cubicBezTo>
                <a:cubicBezTo>
                  <a:pt x="86220" y="47580"/>
                  <a:pt x="85230" y="47580"/>
                  <a:pt x="84262" y="47760"/>
                </a:cubicBezTo>
                <a:close/>
              </a:path>
            </a:pathLst>
          </a:custGeom>
          <a:solidFill>
            <a:srgbClr val="000000"/>
          </a:solidFill>
          <a:ln w="9525" cap="flat">
            <a:noFill/>
            <a:prstDash val="solid"/>
            <a:miter/>
          </a:ln>
        </p:spPr>
        <p:txBody>
          <a:bodyPr rtlCol="0" anchor="ctr"/>
          <a:lstStyle/>
          <a:p>
            <a:endParaRPr lang="ru-RU"/>
          </a:p>
        </p:txBody>
      </p:sp>
      <p:sp>
        <p:nvSpPr>
          <p:cNvPr id="296" name="Полилиния: фигура 295">
            <a:extLst>
              <a:ext uri="{FF2B5EF4-FFF2-40B4-BE49-F238E27FC236}">
                <a16:creationId xmlns:a16="http://schemas.microsoft.com/office/drawing/2014/main" id="{FDD3F152-9894-438E-0503-4055DA7A8723}"/>
              </a:ext>
            </a:extLst>
          </p:cNvPr>
          <p:cNvSpPr/>
          <p:nvPr/>
        </p:nvSpPr>
        <p:spPr>
          <a:xfrm>
            <a:off x="4853677" y="1864341"/>
            <a:ext cx="190500" cy="171450"/>
          </a:xfrm>
          <a:custGeom>
            <a:avLst/>
            <a:gdLst>
              <a:gd name="connsiteX0" fmla="*/ 14792 w 190500"/>
              <a:gd name="connsiteY0" fmla="*/ 29582 h 171450"/>
              <a:gd name="connsiteX1" fmla="*/ 27572 w 190500"/>
              <a:gd name="connsiteY1" fmla="*/ 33841 h 171450"/>
              <a:gd name="connsiteX2" fmla="*/ 33178 w 190500"/>
              <a:gd name="connsiteY2" fmla="*/ 45055 h 171450"/>
              <a:gd name="connsiteX3" fmla="*/ 39387 w 190500"/>
              <a:gd name="connsiteY3" fmla="*/ 50036 h 171450"/>
              <a:gd name="connsiteX4" fmla="*/ 43628 w 190500"/>
              <a:gd name="connsiteY4" fmla="*/ 51096 h 171450"/>
              <a:gd name="connsiteX5" fmla="*/ 57150 w 190500"/>
              <a:gd name="connsiteY5" fmla="*/ 44622 h 171450"/>
              <a:gd name="connsiteX6" fmla="*/ 85725 w 190500"/>
              <a:gd name="connsiteY6" fmla="*/ 47486 h 171450"/>
              <a:gd name="connsiteX7" fmla="*/ 90488 w 190500"/>
              <a:gd name="connsiteY7" fmla="*/ 57149 h 171450"/>
              <a:gd name="connsiteX8" fmla="*/ 90488 w 190500"/>
              <a:gd name="connsiteY8" fmla="*/ 85724 h 171450"/>
              <a:gd name="connsiteX9" fmla="*/ 95250 w 190500"/>
              <a:gd name="connsiteY9" fmla="*/ 90487 h 171450"/>
              <a:gd name="connsiteX10" fmla="*/ 100013 w 190500"/>
              <a:gd name="connsiteY10" fmla="*/ 85724 h 171450"/>
              <a:gd name="connsiteX11" fmla="*/ 100013 w 190500"/>
              <a:gd name="connsiteY11" fmla="*/ 57149 h 171450"/>
              <a:gd name="connsiteX12" fmla="*/ 104775 w 190500"/>
              <a:gd name="connsiteY12" fmla="*/ 47486 h 171450"/>
              <a:gd name="connsiteX13" fmla="*/ 133350 w 190500"/>
              <a:gd name="connsiteY13" fmla="*/ 44622 h 171450"/>
              <a:gd name="connsiteX14" fmla="*/ 146872 w 190500"/>
              <a:gd name="connsiteY14" fmla="*/ 51097 h 171450"/>
              <a:gd name="connsiteX15" fmla="*/ 151117 w 190500"/>
              <a:gd name="connsiteY15" fmla="*/ 50036 h 171450"/>
              <a:gd name="connsiteX16" fmla="*/ 157326 w 190500"/>
              <a:gd name="connsiteY16" fmla="*/ 45055 h 171450"/>
              <a:gd name="connsiteX17" fmla="*/ 162933 w 190500"/>
              <a:gd name="connsiteY17" fmla="*/ 33841 h 171450"/>
              <a:gd name="connsiteX18" fmla="*/ 175712 w 190500"/>
              <a:gd name="connsiteY18" fmla="*/ 29582 h 171450"/>
              <a:gd name="connsiteX19" fmla="*/ 179972 w 190500"/>
              <a:gd name="connsiteY19" fmla="*/ 42361 h 171450"/>
              <a:gd name="connsiteX20" fmla="*/ 174366 w 190500"/>
              <a:gd name="connsiteY20" fmla="*/ 53574 h 171450"/>
              <a:gd name="connsiteX21" fmla="*/ 155738 w 190500"/>
              <a:gd name="connsiteY21" fmla="*/ 68517 h 171450"/>
              <a:gd name="connsiteX22" fmla="*/ 150804 w 190500"/>
              <a:gd name="connsiteY22" fmla="*/ 69751 h 171450"/>
              <a:gd name="connsiteX23" fmla="*/ 151596 w 190500"/>
              <a:gd name="connsiteY23" fmla="*/ 76199 h 171450"/>
              <a:gd name="connsiteX24" fmla="*/ 154035 w 190500"/>
              <a:gd name="connsiteY24" fmla="*/ 76199 h 171450"/>
              <a:gd name="connsiteX25" fmla="*/ 174240 w 190500"/>
              <a:gd name="connsiteY25" fmla="*/ 84569 h 171450"/>
              <a:gd name="connsiteX26" fmla="*/ 187710 w 190500"/>
              <a:gd name="connsiteY26" fmla="*/ 98039 h 171450"/>
              <a:gd name="connsiteX27" fmla="*/ 187710 w 190500"/>
              <a:gd name="connsiteY27" fmla="*/ 111509 h 171450"/>
              <a:gd name="connsiteX28" fmla="*/ 174240 w 190500"/>
              <a:gd name="connsiteY28" fmla="*/ 111509 h 171450"/>
              <a:gd name="connsiteX29" fmla="*/ 160770 w 190500"/>
              <a:gd name="connsiteY29" fmla="*/ 98039 h 171450"/>
              <a:gd name="connsiteX30" fmla="*/ 154035 w 190500"/>
              <a:gd name="connsiteY30" fmla="*/ 95249 h 171450"/>
              <a:gd name="connsiteX31" fmla="*/ 152322 w 190500"/>
              <a:gd name="connsiteY31" fmla="*/ 95249 h 171450"/>
              <a:gd name="connsiteX32" fmla="*/ 142179 w 190500"/>
              <a:gd name="connsiteY32" fmla="*/ 124658 h 171450"/>
              <a:gd name="connsiteX33" fmla="*/ 144668 w 190500"/>
              <a:gd name="connsiteY33" fmla="*/ 128392 h 171450"/>
              <a:gd name="connsiteX34" fmla="*/ 146451 w 190500"/>
              <a:gd name="connsiteY34" fmla="*/ 157021 h 171450"/>
              <a:gd name="connsiteX35" fmla="*/ 141869 w 190500"/>
              <a:gd name="connsiteY35" fmla="*/ 166184 h 171450"/>
              <a:gd name="connsiteX36" fmla="*/ 129090 w 190500"/>
              <a:gd name="connsiteY36" fmla="*/ 170443 h 171450"/>
              <a:gd name="connsiteX37" fmla="*/ 124831 w 190500"/>
              <a:gd name="connsiteY37" fmla="*/ 157664 h 171450"/>
              <a:gd name="connsiteX38" fmla="*/ 129411 w 190500"/>
              <a:gd name="connsiteY38" fmla="*/ 148502 h 171450"/>
              <a:gd name="connsiteX39" fmla="*/ 128817 w 190500"/>
              <a:gd name="connsiteY39" fmla="*/ 138959 h 171450"/>
              <a:gd name="connsiteX40" fmla="*/ 127165 w 190500"/>
              <a:gd name="connsiteY40" fmla="*/ 136482 h 171450"/>
              <a:gd name="connsiteX41" fmla="*/ 63334 w 190500"/>
              <a:gd name="connsiteY41" fmla="*/ 136482 h 171450"/>
              <a:gd name="connsiteX42" fmla="*/ 61683 w 190500"/>
              <a:gd name="connsiteY42" fmla="*/ 138959 h 171450"/>
              <a:gd name="connsiteX43" fmla="*/ 61088 w 190500"/>
              <a:gd name="connsiteY43" fmla="*/ 148502 h 171450"/>
              <a:gd name="connsiteX44" fmla="*/ 65669 w 190500"/>
              <a:gd name="connsiteY44" fmla="*/ 157664 h 171450"/>
              <a:gd name="connsiteX45" fmla="*/ 61410 w 190500"/>
              <a:gd name="connsiteY45" fmla="*/ 170443 h 171450"/>
              <a:gd name="connsiteX46" fmla="*/ 48631 w 190500"/>
              <a:gd name="connsiteY46" fmla="*/ 166184 h 171450"/>
              <a:gd name="connsiteX47" fmla="*/ 44050 w 190500"/>
              <a:gd name="connsiteY47" fmla="*/ 157021 h 171450"/>
              <a:gd name="connsiteX48" fmla="*/ 45832 w 190500"/>
              <a:gd name="connsiteY48" fmla="*/ 128392 h 171450"/>
              <a:gd name="connsiteX49" fmla="*/ 48321 w 190500"/>
              <a:gd name="connsiteY49" fmla="*/ 124658 h 171450"/>
              <a:gd name="connsiteX50" fmla="*/ 38178 w 190500"/>
              <a:gd name="connsiteY50" fmla="*/ 95249 h 171450"/>
              <a:gd name="connsiteX51" fmla="*/ 36466 w 190500"/>
              <a:gd name="connsiteY51" fmla="*/ 95249 h 171450"/>
              <a:gd name="connsiteX52" fmla="*/ 29731 w 190500"/>
              <a:gd name="connsiteY52" fmla="*/ 98039 h 171450"/>
              <a:gd name="connsiteX53" fmla="*/ 16260 w 190500"/>
              <a:gd name="connsiteY53" fmla="*/ 111509 h 171450"/>
              <a:gd name="connsiteX54" fmla="*/ 2790 w 190500"/>
              <a:gd name="connsiteY54" fmla="*/ 111509 h 171450"/>
              <a:gd name="connsiteX55" fmla="*/ 2790 w 190500"/>
              <a:gd name="connsiteY55" fmla="*/ 98039 h 171450"/>
              <a:gd name="connsiteX56" fmla="*/ 16260 w 190500"/>
              <a:gd name="connsiteY56" fmla="*/ 84569 h 171450"/>
              <a:gd name="connsiteX57" fmla="*/ 36466 w 190500"/>
              <a:gd name="connsiteY57" fmla="*/ 76199 h 171450"/>
              <a:gd name="connsiteX58" fmla="*/ 38903 w 190500"/>
              <a:gd name="connsiteY58" fmla="*/ 76199 h 171450"/>
              <a:gd name="connsiteX59" fmla="*/ 39697 w 190500"/>
              <a:gd name="connsiteY59" fmla="*/ 69749 h 171450"/>
              <a:gd name="connsiteX60" fmla="*/ 34767 w 190500"/>
              <a:gd name="connsiteY60" fmla="*/ 68517 h 171450"/>
              <a:gd name="connsiteX61" fmla="*/ 16139 w 190500"/>
              <a:gd name="connsiteY61" fmla="*/ 53574 h 171450"/>
              <a:gd name="connsiteX62" fmla="*/ 10533 w 190500"/>
              <a:gd name="connsiteY62" fmla="*/ 42361 h 171450"/>
              <a:gd name="connsiteX63" fmla="*/ 14792 w 190500"/>
              <a:gd name="connsiteY63" fmla="*/ 29582 h 171450"/>
              <a:gd name="connsiteX64" fmla="*/ 95249 w 190500"/>
              <a:gd name="connsiteY64" fmla="*/ 0 h 171450"/>
              <a:gd name="connsiteX65" fmla="*/ 133349 w 190500"/>
              <a:gd name="connsiteY65" fmla="*/ 21413 h 171450"/>
              <a:gd name="connsiteX66" fmla="*/ 133349 w 190500"/>
              <a:gd name="connsiteY66" fmla="*/ 34897 h 171450"/>
              <a:gd name="connsiteX67" fmla="*/ 95249 w 190500"/>
              <a:gd name="connsiteY67" fmla="*/ 38100 h 171450"/>
              <a:gd name="connsiteX68" fmla="*/ 57149 w 190500"/>
              <a:gd name="connsiteY68" fmla="*/ 34897 h 171450"/>
              <a:gd name="connsiteX69" fmla="*/ 57149 w 190500"/>
              <a:gd name="connsiteY69" fmla="*/ 21413 h 171450"/>
              <a:gd name="connsiteX70" fmla="*/ 95249 w 190500"/>
              <a:gd name="connsiteY70"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90500" h="171450">
                <a:moveTo>
                  <a:pt x="14792" y="29582"/>
                </a:moveTo>
                <a:cubicBezTo>
                  <a:pt x="19497" y="27229"/>
                  <a:pt x="25219" y="29136"/>
                  <a:pt x="27572" y="33841"/>
                </a:cubicBezTo>
                <a:lnTo>
                  <a:pt x="33178" y="45055"/>
                </a:lnTo>
                <a:cubicBezTo>
                  <a:pt x="34422" y="47542"/>
                  <a:pt x="36690" y="49361"/>
                  <a:pt x="39387" y="50036"/>
                </a:cubicBezTo>
                <a:lnTo>
                  <a:pt x="43628" y="51096"/>
                </a:lnTo>
                <a:cubicBezTo>
                  <a:pt x="45832" y="42361"/>
                  <a:pt x="47460" y="42715"/>
                  <a:pt x="57150" y="44622"/>
                </a:cubicBezTo>
                <a:cubicBezTo>
                  <a:pt x="64545" y="46077"/>
                  <a:pt x="73781" y="47124"/>
                  <a:pt x="85725" y="47486"/>
                </a:cubicBezTo>
                <a:cubicBezTo>
                  <a:pt x="90488" y="47630"/>
                  <a:pt x="90488" y="50951"/>
                  <a:pt x="90488" y="57149"/>
                </a:cubicBezTo>
                <a:lnTo>
                  <a:pt x="90488" y="85724"/>
                </a:lnTo>
                <a:cubicBezTo>
                  <a:pt x="90488" y="88354"/>
                  <a:pt x="92620" y="90487"/>
                  <a:pt x="95250" y="90487"/>
                </a:cubicBezTo>
                <a:cubicBezTo>
                  <a:pt x="97880" y="90487"/>
                  <a:pt x="100013" y="88354"/>
                  <a:pt x="100013" y="85724"/>
                </a:cubicBezTo>
                <a:lnTo>
                  <a:pt x="100013" y="57149"/>
                </a:lnTo>
                <a:cubicBezTo>
                  <a:pt x="100013" y="50952"/>
                  <a:pt x="100013" y="47486"/>
                  <a:pt x="104775" y="47486"/>
                </a:cubicBezTo>
                <a:cubicBezTo>
                  <a:pt x="116718" y="47124"/>
                  <a:pt x="125956" y="46077"/>
                  <a:pt x="133350" y="44622"/>
                </a:cubicBezTo>
                <a:cubicBezTo>
                  <a:pt x="143041" y="42715"/>
                  <a:pt x="144668" y="42361"/>
                  <a:pt x="146872" y="51097"/>
                </a:cubicBezTo>
                <a:lnTo>
                  <a:pt x="151117" y="50036"/>
                </a:lnTo>
                <a:cubicBezTo>
                  <a:pt x="153814" y="49361"/>
                  <a:pt x="156083" y="47542"/>
                  <a:pt x="157326" y="45055"/>
                </a:cubicBezTo>
                <a:lnTo>
                  <a:pt x="162933" y="33841"/>
                </a:lnTo>
                <a:cubicBezTo>
                  <a:pt x="165285" y="29136"/>
                  <a:pt x="171007" y="27229"/>
                  <a:pt x="175712" y="29582"/>
                </a:cubicBezTo>
                <a:cubicBezTo>
                  <a:pt x="180418" y="31934"/>
                  <a:pt x="182325" y="37656"/>
                  <a:pt x="179972" y="42361"/>
                </a:cubicBezTo>
                <a:lnTo>
                  <a:pt x="174366" y="53574"/>
                </a:lnTo>
                <a:cubicBezTo>
                  <a:pt x="170635" y="61035"/>
                  <a:pt x="163830" y="66494"/>
                  <a:pt x="155738" y="68517"/>
                </a:cubicBezTo>
                <a:lnTo>
                  <a:pt x="150804" y="69751"/>
                </a:lnTo>
                <a:cubicBezTo>
                  <a:pt x="151114" y="71901"/>
                  <a:pt x="151378" y="74053"/>
                  <a:pt x="151596" y="76199"/>
                </a:cubicBezTo>
                <a:lnTo>
                  <a:pt x="154035" y="76199"/>
                </a:lnTo>
                <a:cubicBezTo>
                  <a:pt x="161613" y="76199"/>
                  <a:pt x="168881" y="79210"/>
                  <a:pt x="174240" y="84569"/>
                </a:cubicBezTo>
                <a:lnTo>
                  <a:pt x="187710" y="98039"/>
                </a:lnTo>
                <a:cubicBezTo>
                  <a:pt x="191430" y="101758"/>
                  <a:pt x="191430" y="107790"/>
                  <a:pt x="187710" y="111509"/>
                </a:cubicBezTo>
                <a:cubicBezTo>
                  <a:pt x="183991" y="115229"/>
                  <a:pt x="177959" y="115229"/>
                  <a:pt x="174240" y="111509"/>
                </a:cubicBezTo>
                <a:lnTo>
                  <a:pt x="160770" y="98039"/>
                </a:lnTo>
                <a:cubicBezTo>
                  <a:pt x="158983" y="96253"/>
                  <a:pt x="156561" y="95249"/>
                  <a:pt x="154035" y="95249"/>
                </a:cubicBezTo>
                <a:lnTo>
                  <a:pt x="152322" y="95249"/>
                </a:lnTo>
                <a:cubicBezTo>
                  <a:pt x="151779" y="106939"/>
                  <a:pt x="148398" y="116908"/>
                  <a:pt x="142179" y="124658"/>
                </a:cubicBezTo>
                <a:lnTo>
                  <a:pt x="144668" y="128392"/>
                </a:lnTo>
                <a:cubicBezTo>
                  <a:pt x="150356" y="136924"/>
                  <a:pt x="151036" y="147850"/>
                  <a:pt x="146451" y="157021"/>
                </a:cubicBezTo>
                <a:lnTo>
                  <a:pt x="141869" y="166184"/>
                </a:lnTo>
                <a:cubicBezTo>
                  <a:pt x="139516" y="170889"/>
                  <a:pt x="133796" y="172796"/>
                  <a:pt x="129090" y="170443"/>
                </a:cubicBezTo>
                <a:cubicBezTo>
                  <a:pt x="124385" y="168091"/>
                  <a:pt x="122478" y="162370"/>
                  <a:pt x="124831" y="157664"/>
                </a:cubicBezTo>
                <a:lnTo>
                  <a:pt x="129411" y="148502"/>
                </a:lnTo>
                <a:cubicBezTo>
                  <a:pt x="130940" y="145445"/>
                  <a:pt x="130713" y="141803"/>
                  <a:pt x="128817" y="138959"/>
                </a:cubicBezTo>
                <a:lnTo>
                  <a:pt x="127165" y="136482"/>
                </a:lnTo>
                <a:cubicBezTo>
                  <a:pt x="108498" y="145608"/>
                  <a:pt x="82002" y="145608"/>
                  <a:pt x="63334" y="136482"/>
                </a:cubicBezTo>
                <a:lnTo>
                  <a:pt x="61683" y="138959"/>
                </a:lnTo>
                <a:cubicBezTo>
                  <a:pt x="59787" y="141803"/>
                  <a:pt x="59560" y="145445"/>
                  <a:pt x="61088" y="148502"/>
                </a:cubicBezTo>
                <a:lnTo>
                  <a:pt x="65669" y="157664"/>
                </a:lnTo>
                <a:cubicBezTo>
                  <a:pt x="68022" y="162370"/>
                  <a:pt x="66115" y="168091"/>
                  <a:pt x="61410" y="170443"/>
                </a:cubicBezTo>
                <a:cubicBezTo>
                  <a:pt x="56705" y="172796"/>
                  <a:pt x="50983" y="170889"/>
                  <a:pt x="48631" y="166184"/>
                </a:cubicBezTo>
                <a:lnTo>
                  <a:pt x="44050" y="157021"/>
                </a:lnTo>
                <a:cubicBezTo>
                  <a:pt x="39464" y="147850"/>
                  <a:pt x="40144" y="136924"/>
                  <a:pt x="45832" y="128392"/>
                </a:cubicBezTo>
                <a:lnTo>
                  <a:pt x="48321" y="124658"/>
                </a:lnTo>
                <a:cubicBezTo>
                  <a:pt x="42102" y="116908"/>
                  <a:pt x="38721" y="106939"/>
                  <a:pt x="38178" y="95249"/>
                </a:cubicBezTo>
                <a:lnTo>
                  <a:pt x="36466" y="95249"/>
                </a:lnTo>
                <a:cubicBezTo>
                  <a:pt x="33940" y="95249"/>
                  <a:pt x="31517" y="96253"/>
                  <a:pt x="29731" y="98039"/>
                </a:cubicBezTo>
                <a:lnTo>
                  <a:pt x="16260" y="111509"/>
                </a:lnTo>
                <a:cubicBezTo>
                  <a:pt x="12540" y="115229"/>
                  <a:pt x="6510" y="115229"/>
                  <a:pt x="2790" y="111509"/>
                </a:cubicBezTo>
                <a:cubicBezTo>
                  <a:pt x="-930" y="107790"/>
                  <a:pt x="-930" y="101758"/>
                  <a:pt x="2790" y="98039"/>
                </a:cubicBezTo>
                <a:lnTo>
                  <a:pt x="16260" y="84569"/>
                </a:lnTo>
                <a:cubicBezTo>
                  <a:pt x="21619" y="79210"/>
                  <a:pt x="28887" y="76199"/>
                  <a:pt x="36466" y="76199"/>
                </a:cubicBezTo>
                <a:lnTo>
                  <a:pt x="38903" y="76199"/>
                </a:lnTo>
                <a:cubicBezTo>
                  <a:pt x="39122" y="74053"/>
                  <a:pt x="39386" y="71900"/>
                  <a:pt x="39697" y="69749"/>
                </a:cubicBezTo>
                <a:lnTo>
                  <a:pt x="34767" y="68517"/>
                </a:lnTo>
                <a:cubicBezTo>
                  <a:pt x="26674" y="66494"/>
                  <a:pt x="19870" y="61035"/>
                  <a:pt x="16139" y="53574"/>
                </a:cubicBezTo>
                <a:lnTo>
                  <a:pt x="10533" y="42361"/>
                </a:lnTo>
                <a:cubicBezTo>
                  <a:pt x="8180" y="37656"/>
                  <a:pt x="10087" y="31934"/>
                  <a:pt x="14792" y="29582"/>
                </a:cubicBezTo>
                <a:close/>
                <a:moveTo>
                  <a:pt x="95249" y="0"/>
                </a:moveTo>
                <a:cubicBezTo>
                  <a:pt x="111704" y="0"/>
                  <a:pt x="124258" y="8534"/>
                  <a:pt x="133349" y="21413"/>
                </a:cubicBezTo>
                <a:cubicBezTo>
                  <a:pt x="138316" y="28447"/>
                  <a:pt x="138221" y="33842"/>
                  <a:pt x="133349" y="34897"/>
                </a:cubicBezTo>
                <a:cubicBezTo>
                  <a:pt x="124645" y="36782"/>
                  <a:pt x="112667" y="38100"/>
                  <a:pt x="95249" y="38100"/>
                </a:cubicBezTo>
                <a:cubicBezTo>
                  <a:pt x="77831" y="38100"/>
                  <a:pt x="65853" y="36782"/>
                  <a:pt x="57149" y="34897"/>
                </a:cubicBezTo>
                <a:cubicBezTo>
                  <a:pt x="52277" y="33842"/>
                  <a:pt x="52183" y="28447"/>
                  <a:pt x="57149" y="21413"/>
                </a:cubicBezTo>
                <a:cubicBezTo>
                  <a:pt x="66241" y="8534"/>
                  <a:pt x="78795" y="0"/>
                  <a:pt x="95249" y="0"/>
                </a:cubicBezTo>
                <a:close/>
              </a:path>
            </a:pathLst>
          </a:custGeom>
          <a:solidFill>
            <a:srgbClr val="000000"/>
          </a:solidFill>
          <a:ln w="9525" cap="flat">
            <a:noFill/>
            <a:prstDash val="solid"/>
            <a:miter/>
          </a:ln>
        </p:spPr>
        <p:txBody>
          <a:bodyPr rtlCol="0" anchor="ctr"/>
          <a:lstStyle/>
          <a:p>
            <a:endParaRPr lang="ru-RU"/>
          </a:p>
        </p:txBody>
      </p:sp>
      <p:sp>
        <p:nvSpPr>
          <p:cNvPr id="151" name="Рисунок 51">
            <a:extLst>
              <a:ext uri="{FF2B5EF4-FFF2-40B4-BE49-F238E27FC236}">
                <a16:creationId xmlns:a16="http://schemas.microsoft.com/office/drawing/2014/main" id="{037625A9-8966-675D-2A6F-19C685788714}"/>
              </a:ext>
            </a:extLst>
          </p:cNvPr>
          <p:cNvSpPr/>
          <p:nvPr/>
        </p:nvSpPr>
        <p:spPr>
          <a:xfrm>
            <a:off x="5284750" y="2370944"/>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000000"/>
          </a:solidFill>
          <a:ln w="9525" cap="flat">
            <a:noFill/>
            <a:prstDash val="solid"/>
            <a:miter/>
          </a:ln>
        </p:spPr>
        <p:txBody>
          <a:bodyPr rtlCol="0" anchor="ctr"/>
          <a:lstStyle/>
          <a:p>
            <a:endParaRPr lang="ru-RU"/>
          </a:p>
        </p:txBody>
      </p:sp>
      <p:sp>
        <p:nvSpPr>
          <p:cNvPr id="286" name="Рисунок 27">
            <a:extLst>
              <a:ext uri="{FF2B5EF4-FFF2-40B4-BE49-F238E27FC236}">
                <a16:creationId xmlns:a16="http://schemas.microsoft.com/office/drawing/2014/main" id="{FF771A85-4434-0553-0806-20904F446DAB}"/>
              </a:ext>
            </a:extLst>
          </p:cNvPr>
          <p:cNvSpPr/>
          <p:nvPr/>
        </p:nvSpPr>
        <p:spPr>
          <a:xfrm>
            <a:off x="5284750" y="1864341"/>
            <a:ext cx="171450" cy="171450"/>
          </a:xfrm>
          <a:custGeom>
            <a:avLst/>
            <a:gdLst>
              <a:gd name="connsiteX0" fmla="*/ 0 w 171450"/>
              <a:gd name="connsiteY0" fmla="*/ 57150 h 171450"/>
              <a:gd name="connsiteX1" fmla="*/ 57150 w 171450"/>
              <a:gd name="connsiteY1" fmla="*/ 0 h 171450"/>
              <a:gd name="connsiteX2" fmla="*/ 114300 w 171450"/>
              <a:gd name="connsiteY2" fmla="*/ 57150 h 171450"/>
              <a:gd name="connsiteX3" fmla="*/ 171450 w 171450"/>
              <a:gd name="connsiteY3" fmla="*/ 114300 h 171450"/>
              <a:gd name="connsiteX4" fmla="*/ 114300 w 171450"/>
              <a:gd name="connsiteY4" fmla="*/ 171450 h 171450"/>
              <a:gd name="connsiteX5" fmla="*/ 57150 w 171450"/>
              <a:gd name="connsiteY5" fmla="*/ 114300 h 171450"/>
              <a:gd name="connsiteX6" fmla="*/ 0 w 171450"/>
              <a:gd name="connsiteY6" fmla="*/ 57150 h 171450"/>
              <a:gd name="connsiteX7" fmla="*/ 95250 w 171450"/>
              <a:gd name="connsiteY7" fmla="*/ 66675 h 171450"/>
              <a:gd name="connsiteX8" fmla="*/ 85725 w 171450"/>
              <a:gd name="connsiteY8" fmla="*/ 57150 h 171450"/>
              <a:gd name="connsiteX9" fmla="*/ 76200 w 171450"/>
              <a:gd name="connsiteY9" fmla="*/ 66675 h 171450"/>
              <a:gd name="connsiteX10" fmla="*/ 76200 w 171450"/>
              <a:gd name="connsiteY10" fmla="*/ 76200 h 171450"/>
              <a:gd name="connsiteX11" fmla="*/ 66675 w 171450"/>
              <a:gd name="connsiteY11" fmla="*/ 76200 h 171450"/>
              <a:gd name="connsiteX12" fmla="*/ 57150 w 171450"/>
              <a:gd name="connsiteY12" fmla="*/ 85725 h 171450"/>
              <a:gd name="connsiteX13" fmla="*/ 66675 w 171450"/>
              <a:gd name="connsiteY13" fmla="*/ 95250 h 171450"/>
              <a:gd name="connsiteX14" fmla="*/ 76200 w 171450"/>
              <a:gd name="connsiteY14" fmla="*/ 95250 h 171450"/>
              <a:gd name="connsiteX15" fmla="*/ 76200 w 171450"/>
              <a:gd name="connsiteY15" fmla="*/ 104775 h 171450"/>
              <a:gd name="connsiteX16" fmla="*/ 85725 w 171450"/>
              <a:gd name="connsiteY16" fmla="*/ 114300 h 171450"/>
              <a:gd name="connsiteX17" fmla="*/ 95250 w 171450"/>
              <a:gd name="connsiteY17" fmla="*/ 104775 h 171450"/>
              <a:gd name="connsiteX18" fmla="*/ 95250 w 171450"/>
              <a:gd name="connsiteY18" fmla="*/ 95250 h 171450"/>
              <a:gd name="connsiteX19" fmla="*/ 104775 w 171450"/>
              <a:gd name="connsiteY19" fmla="*/ 95250 h 171450"/>
              <a:gd name="connsiteX20" fmla="*/ 114300 w 171450"/>
              <a:gd name="connsiteY20" fmla="*/ 85725 h 171450"/>
              <a:gd name="connsiteX21" fmla="*/ 104775 w 171450"/>
              <a:gd name="connsiteY21" fmla="*/ 76200 h 171450"/>
              <a:gd name="connsiteX22" fmla="*/ 95250 w 171450"/>
              <a:gd name="connsiteY22" fmla="*/ 76200 h 171450"/>
              <a:gd name="connsiteX23" fmla="*/ 95250 w 171450"/>
              <a:gd name="connsiteY23" fmla="*/ 666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50" h="171450">
                <a:moveTo>
                  <a:pt x="0" y="57150"/>
                </a:moveTo>
                <a:cubicBezTo>
                  <a:pt x="0" y="4763"/>
                  <a:pt x="4763" y="0"/>
                  <a:pt x="57150" y="0"/>
                </a:cubicBezTo>
                <a:cubicBezTo>
                  <a:pt x="109538" y="0"/>
                  <a:pt x="114300" y="4763"/>
                  <a:pt x="114300" y="57150"/>
                </a:cubicBezTo>
                <a:cubicBezTo>
                  <a:pt x="145863" y="57150"/>
                  <a:pt x="171450" y="82737"/>
                  <a:pt x="171450" y="114300"/>
                </a:cubicBezTo>
                <a:cubicBezTo>
                  <a:pt x="171450" y="145863"/>
                  <a:pt x="145863" y="171450"/>
                  <a:pt x="114300" y="171450"/>
                </a:cubicBezTo>
                <a:cubicBezTo>
                  <a:pt x="82737" y="171450"/>
                  <a:pt x="57150" y="145863"/>
                  <a:pt x="57150" y="114300"/>
                </a:cubicBezTo>
                <a:cubicBezTo>
                  <a:pt x="4763" y="114300"/>
                  <a:pt x="0" y="109538"/>
                  <a:pt x="0" y="57150"/>
                </a:cubicBezTo>
                <a:close/>
                <a:moveTo>
                  <a:pt x="95250" y="66675"/>
                </a:moveTo>
                <a:cubicBezTo>
                  <a:pt x="95250" y="61414"/>
                  <a:pt x="90986" y="57150"/>
                  <a:pt x="85725" y="57150"/>
                </a:cubicBezTo>
                <a:cubicBezTo>
                  <a:pt x="80464" y="57150"/>
                  <a:pt x="76200" y="61414"/>
                  <a:pt x="76200" y="66675"/>
                </a:cubicBezTo>
                <a:lnTo>
                  <a:pt x="76200" y="76200"/>
                </a:lnTo>
                <a:lnTo>
                  <a:pt x="66675" y="76200"/>
                </a:lnTo>
                <a:cubicBezTo>
                  <a:pt x="61414" y="76200"/>
                  <a:pt x="57150" y="80464"/>
                  <a:pt x="57150" y="85725"/>
                </a:cubicBezTo>
                <a:cubicBezTo>
                  <a:pt x="57150" y="90986"/>
                  <a:pt x="61414" y="95250"/>
                  <a:pt x="66675" y="95250"/>
                </a:cubicBezTo>
                <a:lnTo>
                  <a:pt x="76200" y="95250"/>
                </a:lnTo>
                <a:lnTo>
                  <a:pt x="76200" y="104775"/>
                </a:lnTo>
                <a:cubicBezTo>
                  <a:pt x="76200" y="110036"/>
                  <a:pt x="80464" y="114300"/>
                  <a:pt x="85725" y="114300"/>
                </a:cubicBezTo>
                <a:cubicBezTo>
                  <a:pt x="90986" y="114300"/>
                  <a:pt x="95250" y="110036"/>
                  <a:pt x="95250" y="104775"/>
                </a:cubicBezTo>
                <a:lnTo>
                  <a:pt x="95250" y="95250"/>
                </a:lnTo>
                <a:lnTo>
                  <a:pt x="104775" y="95250"/>
                </a:lnTo>
                <a:cubicBezTo>
                  <a:pt x="110036" y="95250"/>
                  <a:pt x="114300" y="90986"/>
                  <a:pt x="114300" y="85725"/>
                </a:cubicBezTo>
                <a:cubicBezTo>
                  <a:pt x="114300" y="80464"/>
                  <a:pt x="110036" y="76200"/>
                  <a:pt x="104775" y="76200"/>
                </a:cubicBezTo>
                <a:lnTo>
                  <a:pt x="95250" y="76200"/>
                </a:lnTo>
                <a:lnTo>
                  <a:pt x="95250" y="66675"/>
                </a:lnTo>
                <a:close/>
              </a:path>
            </a:pathLst>
          </a:custGeom>
          <a:solidFill>
            <a:srgbClr val="000000"/>
          </a:solidFill>
          <a:ln w="9525" cap="flat">
            <a:noFill/>
            <a:prstDash val="solid"/>
            <a:miter/>
          </a:ln>
        </p:spPr>
        <p:txBody>
          <a:bodyPr rtlCol="0" anchor="ctr"/>
          <a:lstStyle/>
          <a:p>
            <a:endParaRPr lang="ru-RU"/>
          </a:p>
        </p:txBody>
      </p:sp>
      <p:sp>
        <p:nvSpPr>
          <p:cNvPr id="152" name="Рисунок 29">
            <a:extLst>
              <a:ext uri="{FF2B5EF4-FFF2-40B4-BE49-F238E27FC236}">
                <a16:creationId xmlns:a16="http://schemas.microsoft.com/office/drawing/2014/main" id="{AF30AFFD-EE3F-21D8-8120-338C006C4BB4}"/>
              </a:ext>
            </a:extLst>
          </p:cNvPr>
          <p:cNvSpPr/>
          <p:nvPr/>
        </p:nvSpPr>
        <p:spPr>
          <a:xfrm>
            <a:off x="642938" y="2370944"/>
            <a:ext cx="171450" cy="171450"/>
          </a:xfrm>
          <a:custGeom>
            <a:avLst/>
            <a:gdLst>
              <a:gd name="connsiteX0" fmla="*/ 0 w 171450"/>
              <a:gd name="connsiteY0" fmla="*/ 85725 h 171450"/>
              <a:gd name="connsiteX1" fmla="*/ 85725 w 171450"/>
              <a:gd name="connsiteY1" fmla="*/ 0 h 171450"/>
              <a:gd name="connsiteX2" fmla="*/ 171450 w 171450"/>
              <a:gd name="connsiteY2" fmla="*/ 85725 h 171450"/>
              <a:gd name="connsiteX3" fmla="*/ 85725 w 171450"/>
              <a:gd name="connsiteY3" fmla="*/ 171450 h 171450"/>
              <a:gd name="connsiteX4" fmla="*/ 0 w 171450"/>
              <a:gd name="connsiteY4" fmla="*/ 85725 h 171450"/>
              <a:gd name="connsiteX5" fmla="*/ 52388 w 171450"/>
              <a:gd name="connsiteY5" fmla="*/ 28575 h 171450"/>
              <a:gd name="connsiteX6" fmla="*/ 47625 w 171450"/>
              <a:gd name="connsiteY6" fmla="*/ 33338 h 171450"/>
              <a:gd name="connsiteX7" fmla="*/ 47625 w 171450"/>
              <a:gd name="connsiteY7" fmla="*/ 47625 h 171450"/>
              <a:gd name="connsiteX8" fmla="*/ 33338 w 171450"/>
              <a:gd name="connsiteY8" fmla="*/ 47625 h 171450"/>
              <a:gd name="connsiteX9" fmla="*/ 28575 w 171450"/>
              <a:gd name="connsiteY9" fmla="*/ 52388 h 171450"/>
              <a:gd name="connsiteX10" fmla="*/ 33338 w 171450"/>
              <a:gd name="connsiteY10" fmla="*/ 57150 h 171450"/>
              <a:gd name="connsiteX11" fmla="*/ 47625 w 171450"/>
              <a:gd name="connsiteY11" fmla="*/ 57150 h 171450"/>
              <a:gd name="connsiteX12" fmla="*/ 47625 w 171450"/>
              <a:gd name="connsiteY12" fmla="*/ 71438 h 171450"/>
              <a:gd name="connsiteX13" fmla="*/ 52388 w 171450"/>
              <a:gd name="connsiteY13" fmla="*/ 76200 h 171450"/>
              <a:gd name="connsiteX14" fmla="*/ 57150 w 171450"/>
              <a:gd name="connsiteY14" fmla="*/ 71438 h 171450"/>
              <a:gd name="connsiteX15" fmla="*/ 57150 w 171450"/>
              <a:gd name="connsiteY15" fmla="*/ 57150 h 171450"/>
              <a:gd name="connsiteX16" fmla="*/ 71438 w 171450"/>
              <a:gd name="connsiteY16" fmla="*/ 57150 h 171450"/>
              <a:gd name="connsiteX17" fmla="*/ 76200 w 171450"/>
              <a:gd name="connsiteY17" fmla="*/ 52388 h 171450"/>
              <a:gd name="connsiteX18" fmla="*/ 71438 w 171450"/>
              <a:gd name="connsiteY18" fmla="*/ 47625 h 171450"/>
              <a:gd name="connsiteX19" fmla="*/ 57150 w 171450"/>
              <a:gd name="connsiteY19" fmla="*/ 47625 h 171450"/>
              <a:gd name="connsiteX20" fmla="*/ 57150 w 171450"/>
              <a:gd name="connsiteY20" fmla="*/ 33338 h 171450"/>
              <a:gd name="connsiteX21" fmla="*/ 52388 w 171450"/>
              <a:gd name="connsiteY21" fmla="*/ 28575 h 171450"/>
              <a:gd name="connsiteX22" fmla="*/ 100013 w 171450"/>
              <a:gd name="connsiteY22" fmla="*/ 47625 h 171450"/>
              <a:gd name="connsiteX23" fmla="*/ 95250 w 171450"/>
              <a:gd name="connsiteY23" fmla="*/ 52388 h 171450"/>
              <a:gd name="connsiteX24" fmla="*/ 100013 w 171450"/>
              <a:gd name="connsiteY24" fmla="*/ 57150 h 171450"/>
              <a:gd name="connsiteX25" fmla="*/ 138113 w 171450"/>
              <a:gd name="connsiteY25" fmla="*/ 57150 h 171450"/>
              <a:gd name="connsiteX26" fmla="*/ 142875 w 171450"/>
              <a:gd name="connsiteY26" fmla="*/ 52388 h 171450"/>
              <a:gd name="connsiteX27" fmla="*/ 138113 w 171450"/>
              <a:gd name="connsiteY27" fmla="*/ 47625 h 171450"/>
              <a:gd name="connsiteX28" fmla="*/ 100013 w 171450"/>
              <a:gd name="connsiteY28" fmla="*/ 47625 h 171450"/>
              <a:gd name="connsiteX29" fmla="*/ 95250 w 171450"/>
              <a:gd name="connsiteY29" fmla="*/ 109538 h 171450"/>
              <a:gd name="connsiteX30" fmla="*/ 100013 w 171450"/>
              <a:gd name="connsiteY30" fmla="*/ 114300 h 171450"/>
              <a:gd name="connsiteX31" fmla="*/ 138113 w 171450"/>
              <a:gd name="connsiteY31" fmla="*/ 114300 h 171450"/>
              <a:gd name="connsiteX32" fmla="*/ 142875 w 171450"/>
              <a:gd name="connsiteY32" fmla="*/ 109538 h 171450"/>
              <a:gd name="connsiteX33" fmla="*/ 138113 w 171450"/>
              <a:gd name="connsiteY33" fmla="*/ 104775 h 171450"/>
              <a:gd name="connsiteX34" fmla="*/ 100013 w 171450"/>
              <a:gd name="connsiteY34" fmla="*/ 104775 h 171450"/>
              <a:gd name="connsiteX35" fmla="*/ 95250 w 171450"/>
              <a:gd name="connsiteY35" fmla="*/ 109538 h 171450"/>
              <a:gd name="connsiteX36" fmla="*/ 95250 w 171450"/>
              <a:gd name="connsiteY36" fmla="*/ 128588 h 171450"/>
              <a:gd name="connsiteX37" fmla="*/ 100013 w 171450"/>
              <a:gd name="connsiteY37" fmla="*/ 133350 h 171450"/>
              <a:gd name="connsiteX38" fmla="*/ 138113 w 171450"/>
              <a:gd name="connsiteY38" fmla="*/ 133350 h 171450"/>
              <a:gd name="connsiteX39" fmla="*/ 142875 w 171450"/>
              <a:gd name="connsiteY39" fmla="*/ 128588 h 171450"/>
              <a:gd name="connsiteX40" fmla="*/ 138113 w 171450"/>
              <a:gd name="connsiteY40" fmla="*/ 123825 h 171450"/>
              <a:gd name="connsiteX41" fmla="*/ 100013 w 171450"/>
              <a:gd name="connsiteY41" fmla="*/ 123825 h 171450"/>
              <a:gd name="connsiteX42" fmla="*/ 95250 w 171450"/>
              <a:gd name="connsiteY42" fmla="*/ 128588 h 171450"/>
              <a:gd name="connsiteX43" fmla="*/ 70042 w 171450"/>
              <a:gd name="connsiteY43" fmla="*/ 108143 h 171450"/>
              <a:gd name="connsiteX44" fmla="*/ 70042 w 171450"/>
              <a:gd name="connsiteY44" fmla="*/ 101408 h 171450"/>
              <a:gd name="connsiteX45" fmla="*/ 63307 w 171450"/>
              <a:gd name="connsiteY45" fmla="*/ 101408 h 171450"/>
              <a:gd name="connsiteX46" fmla="*/ 52388 w 171450"/>
              <a:gd name="connsiteY46" fmla="*/ 112328 h 171450"/>
              <a:gd name="connsiteX47" fmla="*/ 41468 w 171450"/>
              <a:gd name="connsiteY47" fmla="*/ 101408 h 171450"/>
              <a:gd name="connsiteX48" fmla="*/ 34732 w 171450"/>
              <a:gd name="connsiteY48" fmla="*/ 101408 h 171450"/>
              <a:gd name="connsiteX49" fmla="*/ 34732 w 171450"/>
              <a:gd name="connsiteY49" fmla="*/ 108143 h 171450"/>
              <a:gd name="connsiteX50" fmla="*/ 45652 w 171450"/>
              <a:gd name="connsiteY50" fmla="*/ 119063 h 171450"/>
              <a:gd name="connsiteX51" fmla="*/ 34732 w 171450"/>
              <a:gd name="connsiteY51" fmla="*/ 129983 h 171450"/>
              <a:gd name="connsiteX52" fmla="*/ 34732 w 171450"/>
              <a:gd name="connsiteY52" fmla="*/ 136718 h 171450"/>
              <a:gd name="connsiteX53" fmla="*/ 41468 w 171450"/>
              <a:gd name="connsiteY53" fmla="*/ 136718 h 171450"/>
              <a:gd name="connsiteX54" fmla="*/ 52388 w 171450"/>
              <a:gd name="connsiteY54" fmla="*/ 125799 h 171450"/>
              <a:gd name="connsiteX55" fmla="*/ 63307 w 171450"/>
              <a:gd name="connsiteY55" fmla="*/ 136718 h 171450"/>
              <a:gd name="connsiteX56" fmla="*/ 70042 w 171450"/>
              <a:gd name="connsiteY56" fmla="*/ 136718 h 171450"/>
              <a:gd name="connsiteX57" fmla="*/ 70042 w 171450"/>
              <a:gd name="connsiteY57" fmla="*/ 129983 h 171450"/>
              <a:gd name="connsiteX58" fmla="*/ 59123 w 171450"/>
              <a:gd name="connsiteY58" fmla="*/ 119063 h 171450"/>
              <a:gd name="connsiteX59" fmla="*/ 70042 w 171450"/>
              <a:gd name="connsiteY59" fmla="*/ 10814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71450" h="171450">
                <a:moveTo>
                  <a:pt x="0" y="85725"/>
                </a:moveTo>
                <a:cubicBezTo>
                  <a:pt x="0" y="15130"/>
                  <a:pt x="15130" y="0"/>
                  <a:pt x="85725" y="0"/>
                </a:cubicBezTo>
                <a:cubicBezTo>
                  <a:pt x="156320" y="0"/>
                  <a:pt x="171450" y="15130"/>
                  <a:pt x="171450" y="85725"/>
                </a:cubicBezTo>
                <a:cubicBezTo>
                  <a:pt x="171450" y="156320"/>
                  <a:pt x="156320" y="171450"/>
                  <a:pt x="85725" y="171450"/>
                </a:cubicBezTo>
                <a:cubicBezTo>
                  <a:pt x="15130" y="171450"/>
                  <a:pt x="0" y="156320"/>
                  <a:pt x="0" y="85725"/>
                </a:cubicBezTo>
                <a:close/>
                <a:moveTo>
                  <a:pt x="52388" y="28575"/>
                </a:moveTo>
                <a:cubicBezTo>
                  <a:pt x="49757" y="28575"/>
                  <a:pt x="47625" y="30707"/>
                  <a:pt x="47625" y="33338"/>
                </a:cubicBezTo>
                <a:lnTo>
                  <a:pt x="47625" y="47625"/>
                </a:lnTo>
                <a:lnTo>
                  <a:pt x="33338" y="47625"/>
                </a:lnTo>
                <a:cubicBezTo>
                  <a:pt x="30707" y="47625"/>
                  <a:pt x="28575" y="49757"/>
                  <a:pt x="28575" y="52388"/>
                </a:cubicBezTo>
                <a:cubicBezTo>
                  <a:pt x="28575" y="55018"/>
                  <a:pt x="30707" y="57150"/>
                  <a:pt x="33338" y="57150"/>
                </a:cubicBezTo>
                <a:lnTo>
                  <a:pt x="47625" y="57150"/>
                </a:lnTo>
                <a:lnTo>
                  <a:pt x="47625" y="71438"/>
                </a:lnTo>
                <a:cubicBezTo>
                  <a:pt x="47625" y="74067"/>
                  <a:pt x="49757" y="76200"/>
                  <a:pt x="52388" y="76200"/>
                </a:cubicBezTo>
                <a:cubicBezTo>
                  <a:pt x="55018" y="76200"/>
                  <a:pt x="57150" y="74067"/>
                  <a:pt x="57150" y="71438"/>
                </a:cubicBezTo>
                <a:lnTo>
                  <a:pt x="57150" y="57150"/>
                </a:lnTo>
                <a:lnTo>
                  <a:pt x="71438" y="57150"/>
                </a:lnTo>
                <a:cubicBezTo>
                  <a:pt x="74067" y="57150"/>
                  <a:pt x="76200" y="55018"/>
                  <a:pt x="76200" y="52388"/>
                </a:cubicBezTo>
                <a:cubicBezTo>
                  <a:pt x="76200" y="49757"/>
                  <a:pt x="74067" y="47625"/>
                  <a:pt x="71438" y="47625"/>
                </a:cubicBezTo>
                <a:lnTo>
                  <a:pt x="57150" y="47625"/>
                </a:lnTo>
                <a:lnTo>
                  <a:pt x="57150" y="33338"/>
                </a:lnTo>
                <a:cubicBezTo>
                  <a:pt x="57150" y="30707"/>
                  <a:pt x="55018" y="28575"/>
                  <a:pt x="52388" y="28575"/>
                </a:cubicBezTo>
                <a:close/>
                <a:moveTo>
                  <a:pt x="100013" y="47625"/>
                </a:moveTo>
                <a:cubicBezTo>
                  <a:pt x="97383" y="47625"/>
                  <a:pt x="95250" y="49757"/>
                  <a:pt x="95250" y="52388"/>
                </a:cubicBezTo>
                <a:cubicBezTo>
                  <a:pt x="95250" y="55018"/>
                  <a:pt x="97383" y="57150"/>
                  <a:pt x="100013" y="57150"/>
                </a:cubicBezTo>
                <a:lnTo>
                  <a:pt x="138113" y="57150"/>
                </a:lnTo>
                <a:cubicBezTo>
                  <a:pt x="140742" y="57150"/>
                  <a:pt x="142875" y="55018"/>
                  <a:pt x="142875" y="52388"/>
                </a:cubicBezTo>
                <a:cubicBezTo>
                  <a:pt x="142875" y="49757"/>
                  <a:pt x="140742" y="47625"/>
                  <a:pt x="138113" y="47625"/>
                </a:cubicBezTo>
                <a:lnTo>
                  <a:pt x="100013" y="47625"/>
                </a:lnTo>
                <a:close/>
                <a:moveTo>
                  <a:pt x="95250" y="109538"/>
                </a:moveTo>
                <a:cubicBezTo>
                  <a:pt x="95250" y="112167"/>
                  <a:pt x="97383" y="114300"/>
                  <a:pt x="100013" y="114300"/>
                </a:cubicBezTo>
                <a:lnTo>
                  <a:pt x="138113" y="114300"/>
                </a:lnTo>
                <a:cubicBezTo>
                  <a:pt x="140742" y="114300"/>
                  <a:pt x="142875" y="112167"/>
                  <a:pt x="142875" y="109538"/>
                </a:cubicBezTo>
                <a:cubicBezTo>
                  <a:pt x="142875" y="106908"/>
                  <a:pt x="140742" y="104775"/>
                  <a:pt x="138113" y="104775"/>
                </a:cubicBezTo>
                <a:lnTo>
                  <a:pt x="100013" y="104775"/>
                </a:lnTo>
                <a:cubicBezTo>
                  <a:pt x="97383" y="104775"/>
                  <a:pt x="95250" y="106908"/>
                  <a:pt x="95250" y="109538"/>
                </a:cubicBezTo>
                <a:close/>
                <a:moveTo>
                  <a:pt x="95250" y="128588"/>
                </a:moveTo>
                <a:cubicBezTo>
                  <a:pt x="95250" y="131217"/>
                  <a:pt x="97383" y="133350"/>
                  <a:pt x="100013" y="133350"/>
                </a:cubicBezTo>
                <a:lnTo>
                  <a:pt x="138113" y="133350"/>
                </a:lnTo>
                <a:cubicBezTo>
                  <a:pt x="140742" y="133350"/>
                  <a:pt x="142875" y="131217"/>
                  <a:pt x="142875" y="128588"/>
                </a:cubicBezTo>
                <a:cubicBezTo>
                  <a:pt x="142875" y="125958"/>
                  <a:pt x="140742" y="123825"/>
                  <a:pt x="138113" y="123825"/>
                </a:cubicBezTo>
                <a:lnTo>
                  <a:pt x="100013" y="123825"/>
                </a:lnTo>
                <a:cubicBezTo>
                  <a:pt x="97383" y="123825"/>
                  <a:pt x="95250" y="125958"/>
                  <a:pt x="95250" y="128588"/>
                </a:cubicBezTo>
                <a:close/>
                <a:moveTo>
                  <a:pt x="70042" y="108143"/>
                </a:moveTo>
                <a:cubicBezTo>
                  <a:pt x="71902" y="106284"/>
                  <a:pt x="71902" y="103268"/>
                  <a:pt x="70042" y="101408"/>
                </a:cubicBezTo>
                <a:cubicBezTo>
                  <a:pt x="68183" y="99549"/>
                  <a:pt x="65167" y="99549"/>
                  <a:pt x="63307" y="101408"/>
                </a:cubicBezTo>
                <a:lnTo>
                  <a:pt x="52388" y="112328"/>
                </a:lnTo>
                <a:lnTo>
                  <a:pt x="41468" y="101408"/>
                </a:lnTo>
                <a:cubicBezTo>
                  <a:pt x="39608" y="99549"/>
                  <a:pt x="36592" y="99549"/>
                  <a:pt x="34732" y="101408"/>
                </a:cubicBezTo>
                <a:cubicBezTo>
                  <a:pt x="32873" y="103268"/>
                  <a:pt x="32873" y="106284"/>
                  <a:pt x="34732" y="108143"/>
                </a:cubicBezTo>
                <a:lnTo>
                  <a:pt x="45652" y="119063"/>
                </a:lnTo>
                <a:lnTo>
                  <a:pt x="34732" y="129983"/>
                </a:lnTo>
                <a:cubicBezTo>
                  <a:pt x="32872" y="131843"/>
                  <a:pt x="32872" y="134859"/>
                  <a:pt x="34732" y="136718"/>
                </a:cubicBezTo>
                <a:cubicBezTo>
                  <a:pt x="36592" y="138578"/>
                  <a:pt x="39608" y="138578"/>
                  <a:pt x="41468" y="136718"/>
                </a:cubicBezTo>
                <a:lnTo>
                  <a:pt x="52388" y="125799"/>
                </a:lnTo>
                <a:lnTo>
                  <a:pt x="63307" y="136718"/>
                </a:lnTo>
                <a:cubicBezTo>
                  <a:pt x="65167" y="138578"/>
                  <a:pt x="68183" y="138578"/>
                  <a:pt x="70042" y="136718"/>
                </a:cubicBezTo>
                <a:cubicBezTo>
                  <a:pt x="71902" y="134859"/>
                  <a:pt x="71902" y="131843"/>
                  <a:pt x="70042" y="129983"/>
                </a:cubicBezTo>
                <a:lnTo>
                  <a:pt x="59123" y="119063"/>
                </a:lnTo>
                <a:lnTo>
                  <a:pt x="70042" y="108143"/>
                </a:lnTo>
                <a:close/>
              </a:path>
            </a:pathLst>
          </a:custGeom>
          <a:solidFill>
            <a:srgbClr val="000000"/>
          </a:solidFill>
          <a:ln w="9525" cap="flat">
            <a:noFill/>
            <a:prstDash val="solid"/>
            <a:miter/>
          </a:ln>
        </p:spPr>
        <p:txBody>
          <a:bodyPr rtlCol="0" anchor="ctr"/>
          <a:lstStyle/>
          <a:p>
            <a:endParaRPr lang="ru-RU"/>
          </a:p>
        </p:txBody>
      </p:sp>
      <p:sp>
        <p:nvSpPr>
          <p:cNvPr id="287" name="Рисунок 117">
            <a:extLst>
              <a:ext uri="{FF2B5EF4-FFF2-40B4-BE49-F238E27FC236}">
                <a16:creationId xmlns:a16="http://schemas.microsoft.com/office/drawing/2014/main" id="{B4A8DF0B-E9E4-7F67-6375-50598901D2D4}"/>
              </a:ext>
            </a:extLst>
          </p:cNvPr>
          <p:cNvSpPr/>
          <p:nvPr/>
        </p:nvSpPr>
        <p:spPr>
          <a:xfrm>
            <a:off x="633413" y="1873866"/>
            <a:ext cx="190500" cy="142875"/>
          </a:xfrm>
          <a:custGeom>
            <a:avLst/>
            <a:gdLst>
              <a:gd name="connsiteX0" fmla="*/ 24668 w 190500"/>
              <a:gd name="connsiteY0" fmla="*/ 60210 h 142875"/>
              <a:gd name="connsiteX1" fmla="*/ 26997 w 190500"/>
              <a:gd name="connsiteY1" fmla="*/ 51503 h 142875"/>
              <a:gd name="connsiteX2" fmla="*/ 37517 w 190500"/>
              <a:gd name="connsiteY2" fmla="*/ 26901 h 142875"/>
              <a:gd name="connsiteX3" fmla="*/ 47625 w 190500"/>
              <a:gd name="connsiteY3" fmla="*/ 19050 h 142875"/>
              <a:gd name="connsiteX4" fmla="*/ 59940 w 190500"/>
              <a:gd name="connsiteY4" fmla="*/ 25785 h 142875"/>
              <a:gd name="connsiteX5" fmla="*/ 73410 w 190500"/>
              <a:gd name="connsiteY5" fmla="*/ 25785 h 142875"/>
              <a:gd name="connsiteX6" fmla="*/ 73410 w 190500"/>
              <a:gd name="connsiteY6" fmla="*/ 12315 h 142875"/>
              <a:gd name="connsiteX7" fmla="*/ 73161 w 190500"/>
              <a:gd name="connsiteY7" fmla="*/ 12065 h 142875"/>
              <a:gd name="connsiteX8" fmla="*/ 47625 w 190500"/>
              <a:gd name="connsiteY8" fmla="*/ 0 h 142875"/>
              <a:gd name="connsiteX9" fmla="*/ 21716 w 190500"/>
              <a:gd name="connsiteY9" fmla="*/ 16259 h 142875"/>
              <a:gd name="connsiteX10" fmla="*/ 8722 w 190500"/>
              <a:gd name="connsiteY10" fmla="*/ 46128 h 142875"/>
              <a:gd name="connsiteX11" fmla="*/ 0 w 190500"/>
              <a:gd name="connsiteY11" fmla="*/ 95250 h 142875"/>
              <a:gd name="connsiteX12" fmla="*/ 93 w 190500"/>
              <a:gd name="connsiteY12" fmla="*/ 96584 h 142875"/>
              <a:gd name="connsiteX13" fmla="*/ 0 w 190500"/>
              <a:gd name="connsiteY13" fmla="*/ 100013 h 142875"/>
              <a:gd name="connsiteX14" fmla="*/ 42863 w 190500"/>
              <a:gd name="connsiteY14" fmla="*/ 142875 h 142875"/>
              <a:gd name="connsiteX15" fmla="*/ 85725 w 190500"/>
              <a:gd name="connsiteY15" fmla="*/ 100013 h 142875"/>
              <a:gd name="connsiteX16" fmla="*/ 81760 w 190500"/>
              <a:gd name="connsiteY16" fmla="*/ 79613 h 142875"/>
              <a:gd name="connsiteX17" fmla="*/ 84031 w 190500"/>
              <a:gd name="connsiteY17" fmla="*/ 78171 h 142875"/>
              <a:gd name="connsiteX18" fmla="*/ 95250 w 190500"/>
              <a:gd name="connsiteY18" fmla="*/ 76200 h 142875"/>
              <a:gd name="connsiteX19" fmla="*/ 106469 w 190500"/>
              <a:gd name="connsiteY19" fmla="*/ 78171 h 142875"/>
              <a:gd name="connsiteX20" fmla="*/ 108740 w 190500"/>
              <a:gd name="connsiteY20" fmla="*/ 79613 h 142875"/>
              <a:gd name="connsiteX21" fmla="*/ 104775 w 190500"/>
              <a:gd name="connsiteY21" fmla="*/ 100013 h 142875"/>
              <a:gd name="connsiteX22" fmla="*/ 147638 w 190500"/>
              <a:gd name="connsiteY22" fmla="*/ 142875 h 142875"/>
              <a:gd name="connsiteX23" fmla="*/ 190500 w 190500"/>
              <a:gd name="connsiteY23" fmla="*/ 100013 h 142875"/>
              <a:gd name="connsiteX24" fmla="*/ 190408 w 190500"/>
              <a:gd name="connsiteY24" fmla="*/ 96584 h 142875"/>
              <a:gd name="connsiteX25" fmla="*/ 190500 w 190500"/>
              <a:gd name="connsiteY25" fmla="*/ 95250 h 142875"/>
              <a:gd name="connsiteX26" fmla="*/ 181779 w 190500"/>
              <a:gd name="connsiteY26" fmla="*/ 46128 h 142875"/>
              <a:gd name="connsiteX27" fmla="*/ 168784 w 190500"/>
              <a:gd name="connsiteY27" fmla="*/ 16259 h 142875"/>
              <a:gd name="connsiteX28" fmla="*/ 142875 w 190500"/>
              <a:gd name="connsiteY28" fmla="*/ 0 h 142875"/>
              <a:gd name="connsiteX29" fmla="*/ 117339 w 190500"/>
              <a:gd name="connsiteY29" fmla="*/ 12065 h 142875"/>
              <a:gd name="connsiteX30" fmla="*/ 117090 w 190500"/>
              <a:gd name="connsiteY30" fmla="*/ 12315 h 142875"/>
              <a:gd name="connsiteX31" fmla="*/ 117090 w 190500"/>
              <a:gd name="connsiteY31" fmla="*/ 25785 h 142875"/>
              <a:gd name="connsiteX32" fmla="*/ 130560 w 190500"/>
              <a:gd name="connsiteY32" fmla="*/ 25785 h 142875"/>
              <a:gd name="connsiteX33" fmla="*/ 142875 w 190500"/>
              <a:gd name="connsiteY33" fmla="*/ 19050 h 142875"/>
              <a:gd name="connsiteX34" fmla="*/ 152983 w 190500"/>
              <a:gd name="connsiteY34" fmla="*/ 26901 h 142875"/>
              <a:gd name="connsiteX35" fmla="*/ 163502 w 190500"/>
              <a:gd name="connsiteY35" fmla="*/ 51503 h 142875"/>
              <a:gd name="connsiteX36" fmla="*/ 165832 w 190500"/>
              <a:gd name="connsiteY36" fmla="*/ 60210 h 142875"/>
              <a:gd name="connsiteX37" fmla="*/ 147638 w 190500"/>
              <a:gd name="connsiteY37" fmla="*/ 57150 h 142875"/>
              <a:gd name="connsiteX38" fmla="*/ 120731 w 190500"/>
              <a:gd name="connsiteY38" fmla="*/ 64810 h 142875"/>
              <a:gd name="connsiteX39" fmla="*/ 114988 w 190500"/>
              <a:gd name="connsiteY39" fmla="*/ 61132 h 142875"/>
              <a:gd name="connsiteX40" fmla="*/ 95250 w 190500"/>
              <a:gd name="connsiteY40" fmla="*/ 57150 h 142875"/>
              <a:gd name="connsiteX41" fmla="*/ 75512 w 190500"/>
              <a:gd name="connsiteY41" fmla="*/ 61132 h 142875"/>
              <a:gd name="connsiteX42" fmla="*/ 69769 w 190500"/>
              <a:gd name="connsiteY42" fmla="*/ 64810 h 142875"/>
              <a:gd name="connsiteX43" fmla="*/ 42863 w 190500"/>
              <a:gd name="connsiteY43" fmla="*/ 57150 h 142875"/>
              <a:gd name="connsiteX44" fmla="*/ 24668 w 190500"/>
              <a:gd name="connsiteY44" fmla="*/ 6021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90500" h="142875">
                <a:moveTo>
                  <a:pt x="24668" y="60210"/>
                </a:moveTo>
                <a:cubicBezTo>
                  <a:pt x="25369" y="57325"/>
                  <a:pt x="26144" y="54404"/>
                  <a:pt x="26997" y="51503"/>
                </a:cubicBezTo>
                <a:cubicBezTo>
                  <a:pt x="29864" y="41757"/>
                  <a:pt x="33402" y="33011"/>
                  <a:pt x="37517" y="26901"/>
                </a:cubicBezTo>
                <a:cubicBezTo>
                  <a:pt x="41758" y="20604"/>
                  <a:pt x="45210" y="19050"/>
                  <a:pt x="47625" y="19050"/>
                </a:cubicBezTo>
                <a:cubicBezTo>
                  <a:pt x="52962" y="19050"/>
                  <a:pt x="55277" y="21123"/>
                  <a:pt x="59940" y="25785"/>
                </a:cubicBezTo>
                <a:cubicBezTo>
                  <a:pt x="63660" y="29505"/>
                  <a:pt x="69690" y="29505"/>
                  <a:pt x="73410" y="25785"/>
                </a:cubicBezTo>
                <a:cubicBezTo>
                  <a:pt x="77130" y="22065"/>
                  <a:pt x="77130" y="16035"/>
                  <a:pt x="73410" y="12315"/>
                </a:cubicBezTo>
                <a:lnTo>
                  <a:pt x="73161" y="12065"/>
                </a:lnTo>
                <a:cubicBezTo>
                  <a:pt x="68301" y="7202"/>
                  <a:pt x="61106" y="0"/>
                  <a:pt x="47625" y="0"/>
                </a:cubicBezTo>
                <a:cubicBezTo>
                  <a:pt x="35752" y="0"/>
                  <a:pt x="27299" y="7971"/>
                  <a:pt x="21716" y="16259"/>
                </a:cubicBezTo>
                <a:cubicBezTo>
                  <a:pt x="16009" y="24735"/>
                  <a:pt x="11808" y="35634"/>
                  <a:pt x="8722" y="46128"/>
                </a:cubicBezTo>
                <a:cubicBezTo>
                  <a:pt x="2563" y="67066"/>
                  <a:pt x="0" y="89412"/>
                  <a:pt x="0" y="95250"/>
                </a:cubicBezTo>
                <a:cubicBezTo>
                  <a:pt x="0" y="95702"/>
                  <a:pt x="32" y="96148"/>
                  <a:pt x="93" y="96584"/>
                </a:cubicBezTo>
                <a:cubicBezTo>
                  <a:pt x="31" y="97707"/>
                  <a:pt x="0" y="98850"/>
                  <a:pt x="0" y="100013"/>
                </a:cubicBezTo>
                <a:cubicBezTo>
                  <a:pt x="0" y="126607"/>
                  <a:pt x="16268" y="142875"/>
                  <a:pt x="42863" y="142875"/>
                </a:cubicBezTo>
                <a:cubicBezTo>
                  <a:pt x="69457" y="142875"/>
                  <a:pt x="85725" y="126607"/>
                  <a:pt x="85725" y="100013"/>
                </a:cubicBezTo>
                <a:cubicBezTo>
                  <a:pt x="85725" y="92294"/>
                  <a:pt x="84354" y="85446"/>
                  <a:pt x="81760" y="79613"/>
                </a:cubicBezTo>
                <a:cubicBezTo>
                  <a:pt x="82488" y="79045"/>
                  <a:pt x="83208" y="78582"/>
                  <a:pt x="84031" y="78171"/>
                </a:cubicBezTo>
                <a:cubicBezTo>
                  <a:pt x="85965" y="77204"/>
                  <a:pt x="89186" y="76200"/>
                  <a:pt x="95250" y="76200"/>
                </a:cubicBezTo>
                <a:cubicBezTo>
                  <a:pt x="101314" y="76200"/>
                  <a:pt x="104535" y="77204"/>
                  <a:pt x="106469" y="78171"/>
                </a:cubicBezTo>
                <a:cubicBezTo>
                  <a:pt x="107292" y="78582"/>
                  <a:pt x="108012" y="79045"/>
                  <a:pt x="108740" y="79613"/>
                </a:cubicBezTo>
                <a:cubicBezTo>
                  <a:pt x="106146" y="85446"/>
                  <a:pt x="104775" y="92294"/>
                  <a:pt x="104775" y="100013"/>
                </a:cubicBezTo>
                <a:cubicBezTo>
                  <a:pt x="104775" y="126607"/>
                  <a:pt x="121043" y="142875"/>
                  <a:pt x="147638" y="142875"/>
                </a:cubicBezTo>
                <a:cubicBezTo>
                  <a:pt x="174232" y="142875"/>
                  <a:pt x="190500" y="126607"/>
                  <a:pt x="190500" y="100013"/>
                </a:cubicBezTo>
                <a:cubicBezTo>
                  <a:pt x="190500" y="98850"/>
                  <a:pt x="190469" y="97707"/>
                  <a:pt x="190408" y="96584"/>
                </a:cubicBezTo>
                <a:cubicBezTo>
                  <a:pt x="190469" y="96148"/>
                  <a:pt x="190500" y="95703"/>
                  <a:pt x="190500" y="95250"/>
                </a:cubicBezTo>
                <a:cubicBezTo>
                  <a:pt x="190500" y="89412"/>
                  <a:pt x="187937" y="67066"/>
                  <a:pt x="181779" y="46128"/>
                </a:cubicBezTo>
                <a:cubicBezTo>
                  <a:pt x="178692" y="35634"/>
                  <a:pt x="174491" y="24735"/>
                  <a:pt x="168784" y="16259"/>
                </a:cubicBezTo>
                <a:cubicBezTo>
                  <a:pt x="163201" y="7971"/>
                  <a:pt x="154748" y="0"/>
                  <a:pt x="142875" y="0"/>
                </a:cubicBezTo>
                <a:cubicBezTo>
                  <a:pt x="129394" y="0"/>
                  <a:pt x="122198" y="7202"/>
                  <a:pt x="117339" y="12065"/>
                </a:cubicBezTo>
                <a:lnTo>
                  <a:pt x="117090" y="12315"/>
                </a:lnTo>
                <a:cubicBezTo>
                  <a:pt x="113370" y="16035"/>
                  <a:pt x="113370" y="22065"/>
                  <a:pt x="117090" y="25785"/>
                </a:cubicBezTo>
                <a:cubicBezTo>
                  <a:pt x="120809" y="29505"/>
                  <a:pt x="126841" y="29505"/>
                  <a:pt x="130560" y="25785"/>
                </a:cubicBezTo>
                <a:cubicBezTo>
                  <a:pt x="135223" y="21123"/>
                  <a:pt x="137538" y="19050"/>
                  <a:pt x="142875" y="19050"/>
                </a:cubicBezTo>
                <a:cubicBezTo>
                  <a:pt x="145290" y="19050"/>
                  <a:pt x="148742" y="20604"/>
                  <a:pt x="152983" y="26901"/>
                </a:cubicBezTo>
                <a:cubicBezTo>
                  <a:pt x="157098" y="33011"/>
                  <a:pt x="160636" y="41757"/>
                  <a:pt x="163502" y="51503"/>
                </a:cubicBezTo>
                <a:cubicBezTo>
                  <a:pt x="164356" y="54404"/>
                  <a:pt x="165131" y="57325"/>
                  <a:pt x="165832" y="60210"/>
                </a:cubicBezTo>
                <a:cubicBezTo>
                  <a:pt x="160501" y="58203"/>
                  <a:pt x="154403" y="57150"/>
                  <a:pt x="147638" y="57150"/>
                </a:cubicBezTo>
                <a:cubicBezTo>
                  <a:pt x="136830" y="57150"/>
                  <a:pt x="127728" y="59836"/>
                  <a:pt x="120731" y="64810"/>
                </a:cubicBezTo>
                <a:cubicBezTo>
                  <a:pt x="119109" y="63527"/>
                  <a:pt x="117215" y="62246"/>
                  <a:pt x="114988" y="61132"/>
                </a:cubicBezTo>
                <a:cubicBezTo>
                  <a:pt x="109778" y="58527"/>
                  <a:pt x="103474" y="57150"/>
                  <a:pt x="95250" y="57150"/>
                </a:cubicBezTo>
                <a:cubicBezTo>
                  <a:pt x="87026" y="57150"/>
                  <a:pt x="80722" y="58527"/>
                  <a:pt x="75512" y="61132"/>
                </a:cubicBezTo>
                <a:cubicBezTo>
                  <a:pt x="73285" y="62246"/>
                  <a:pt x="71391" y="63527"/>
                  <a:pt x="69769" y="64810"/>
                </a:cubicBezTo>
                <a:cubicBezTo>
                  <a:pt x="62771" y="59836"/>
                  <a:pt x="53670" y="57150"/>
                  <a:pt x="42863" y="57150"/>
                </a:cubicBezTo>
                <a:cubicBezTo>
                  <a:pt x="36097" y="57150"/>
                  <a:pt x="29999" y="58203"/>
                  <a:pt x="24668" y="60210"/>
                </a:cubicBezTo>
                <a:close/>
              </a:path>
            </a:pathLst>
          </a:custGeom>
          <a:solidFill>
            <a:srgbClr val="000000"/>
          </a:solidFill>
          <a:ln w="9525" cap="flat">
            <a:noFill/>
            <a:prstDash val="solid"/>
            <a:miter/>
          </a:ln>
        </p:spPr>
        <p:txBody>
          <a:bodyPr rtlCol="0" anchor="ctr"/>
          <a:lstStyle/>
          <a:p>
            <a:endParaRPr lang="ru-RU"/>
          </a:p>
        </p:txBody>
      </p:sp>
      <p:sp>
        <p:nvSpPr>
          <p:cNvPr id="512" name="Рисунок 325">
            <a:extLst>
              <a:ext uri="{FF2B5EF4-FFF2-40B4-BE49-F238E27FC236}">
                <a16:creationId xmlns:a16="http://schemas.microsoft.com/office/drawing/2014/main" id="{EAAB6D8B-2852-65DF-2357-7CDA65FC68C8}"/>
              </a:ext>
            </a:extLst>
          </p:cNvPr>
          <p:cNvSpPr/>
          <p:nvPr/>
        </p:nvSpPr>
        <p:spPr>
          <a:xfrm>
            <a:off x="8671745" y="1844062"/>
            <a:ext cx="133349" cy="171450"/>
          </a:xfrm>
          <a:custGeom>
            <a:avLst/>
            <a:gdLst>
              <a:gd name="connsiteX0" fmla="*/ 66675 w 133349"/>
              <a:gd name="connsiteY0" fmla="*/ 171450 h 171450"/>
              <a:gd name="connsiteX1" fmla="*/ 0 w 133349"/>
              <a:gd name="connsiteY1" fmla="*/ 113247 h 171450"/>
              <a:gd name="connsiteX2" fmla="*/ 0 w 133349"/>
              <a:gd name="connsiteY2" fmla="*/ 76200 h 171450"/>
              <a:gd name="connsiteX3" fmla="*/ 28575 w 133349"/>
              <a:gd name="connsiteY3" fmla="*/ 23813 h 171450"/>
              <a:gd name="connsiteX4" fmla="*/ 66675 w 133349"/>
              <a:gd name="connsiteY4" fmla="*/ 0 h 171450"/>
              <a:gd name="connsiteX5" fmla="*/ 104775 w 133349"/>
              <a:gd name="connsiteY5" fmla="*/ 23813 h 171450"/>
              <a:gd name="connsiteX6" fmla="*/ 133350 w 133349"/>
              <a:gd name="connsiteY6" fmla="*/ 76200 h 171450"/>
              <a:gd name="connsiteX7" fmla="*/ 133350 w 133349"/>
              <a:gd name="connsiteY7" fmla="*/ 113247 h 171450"/>
              <a:gd name="connsiteX8" fmla="*/ 66675 w 133349"/>
              <a:gd name="connsiteY8" fmla="*/ 171450 h 171450"/>
              <a:gd name="connsiteX9" fmla="*/ 66675 w 133349"/>
              <a:gd name="connsiteY9" fmla="*/ 47625 h 171450"/>
              <a:gd name="connsiteX10" fmla="*/ 76200 w 133349"/>
              <a:gd name="connsiteY10" fmla="*/ 38100 h 171450"/>
              <a:gd name="connsiteX11" fmla="*/ 66675 w 133349"/>
              <a:gd name="connsiteY11" fmla="*/ 28575 h 171450"/>
              <a:gd name="connsiteX12" fmla="*/ 57150 w 133349"/>
              <a:gd name="connsiteY12" fmla="*/ 38100 h 171450"/>
              <a:gd name="connsiteX13" fmla="*/ 66675 w 133349"/>
              <a:gd name="connsiteY13" fmla="*/ 47625 h 171450"/>
              <a:gd name="connsiteX14" fmla="*/ 38100 w 133349"/>
              <a:gd name="connsiteY14" fmla="*/ 76200 h 171450"/>
              <a:gd name="connsiteX15" fmla="*/ 28575 w 133349"/>
              <a:gd name="connsiteY15" fmla="*/ 85725 h 171450"/>
              <a:gd name="connsiteX16" fmla="*/ 38100 w 133349"/>
              <a:gd name="connsiteY16" fmla="*/ 95250 h 171450"/>
              <a:gd name="connsiteX17" fmla="*/ 95250 w 133349"/>
              <a:gd name="connsiteY17" fmla="*/ 95250 h 171450"/>
              <a:gd name="connsiteX18" fmla="*/ 104775 w 133349"/>
              <a:gd name="connsiteY18" fmla="*/ 85725 h 171450"/>
              <a:gd name="connsiteX19" fmla="*/ 95250 w 133349"/>
              <a:gd name="connsiteY19" fmla="*/ 76200 h 171450"/>
              <a:gd name="connsiteX20" fmla="*/ 38100 w 133349"/>
              <a:gd name="connsiteY20" fmla="*/ 76200 h 171450"/>
              <a:gd name="connsiteX21" fmla="*/ 28575 w 133349"/>
              <a:gd name="connsiteY21" fmla="*/ 123825 h 171450"/>
              <a:gd name="connsiteX22" fmla="*/ 38100 w 133349"/>
              <a:gd name="connsiteY22" fmla="*/ 133350 h 171450"/>
              <a:gd name="connsiteX23" fmla="*/ 66675 w 133349"/>
              <a:gd name="connsiteY23" fmla="*/ 133350 h 171450"/>
              <a:gd name="connsiteX24" fmla="*/ 76200 w 133349"/>
              <a:gd name="connsiteY24" fmla="*/ 123825 h 171450"/>
              <a:gd name="connsiteX25" fmla="*/ 66675 w 133349"/>
              <a:gd name="connsiteY25" fmla="*/ 114300 h 171450"/>
              <a:gd name="connsiteX26" fmla="*/ 38100 w 133349"/>
              <a:gd name="connsiteY26" fmla="*/ 114300 h 171450"/>
              <a:gd name="connsiteX27" fmla="*/ 28575 w 133349"/>
              <a:gd name="connsiteY27"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49" h="171450">
                <a:moveTo>
                  <a:pt x="66675" y="171450"/>
                </a:moveTo>
                <a:cubicBezTo>
                  <a:pt x="16669" y="171450"/>
                  <a:pt x="0" y="164174"/>
                  <a:pt x="0" y="113247"/>
                </a:cubicBezTo>
                <a:lnTo>
                  <a:pt x="0" y="76200"/>
                </a:lnTo>
                <a:cubicBezTo>
                  <a:pt x="0" y="57150"/>
                  <a:pt x="14288" y="38100"/>
                  <a:pt x="28575" y="23813"/>
                </a:cubicBezTo>
                <a:cubicBezTo>
                  <a:pt x="42862" y="9525"/>
                  <a:pt x="53706" y="0"/>
                  <a:pt x="66675" y="0"/>
                </a:cubicBezTo>
                <a:cubicBezTo>
                  <a:pt x="80116" y="0"/>
                  <a:pt x="90487" y="9525"/>
                  <a:pt x="104775" y="23813"/>
                </a:cubicBezTo>
                <a:cubicBezTo>
                  <a:pt x="119062" y="38100"/>
                  <a:pt x="133350" y="57150"/>
                  <a:pt x="133350" y="76200"/>
                </a:cubicBezTo>
                <a:lnTo>
                  <a:pt x="133350" y="113247"/>
                </a:lnTo>
                <a:cubicBezTo>
                  <a:pt x="133350" y="164175"/>
                  <a:pt x="116681" y="171450"/>
                  <a:pt x="66675" y="171450"/>
                </a:cubicBezTo>
                <a:close/>
                <a:moveTo>
                  <a:pt x="66675" y="47625"/>
                </a:moveTo>
                <a:cubicBezTo>
                  <a:pt x="71935" y="47625"/>
                  <a:pt x="76200" y="43360"/>
                  <a:pt x="76200" y="38100"/>
                </a:cubicBezTo>
                <a:cubicBezTo>
                  <a:pt x="76200" y="32839"/>
                  <a:pt x="71935" y="28575"/>
                  <a:pt x="66675" y="28575"/>
                </a:cubicBezTo>
                <a:cubicBezTo>
                  <a:pt x="61414" y="28575"/>
                  <a:pt x="57150" y="32839"/>
                  <a:pt x="57150" y="38100"/>
                </a:cubicBezTo>
                <a:cubicBezTo>
                  <a:pt x="57150" y="43360"/>
                  <a:pt x="61414" y="47625"/>
                  <a:pt x="66675" y="47625"/>
                </a:cubicBezTo>
                <a:close/>
                <a:moveTo>
                  <a:pt x="38100" y="76200"/>
                </a:moveTo>
                <a:cubicBezTo>
                  <a:pt x="32839" y="76200"/>
                  <a:pt x="28575" y="80464"/>
                  <a:pt x="28575" y="85725"/>
                </a:cubicBezTo>
                <a:cubicBezTo>
                  <a:pt x="28575" y="90986"/>
                  <a:pt x="32839" y="95250"/>
                  <a:pt x="38100" y="95250"/>
                </a:cubicBezTo>
                <a:lnTo>
                  <a:pt x="95250" y="95250"/>
                </a:lnTo>
                <a:cubicBezTo>
                  <a:pt x="100510" y="95250"/>
                  <a:pt x="104775" y="90986"/>
                  <a:pt x="104775" y="85725"/>
                </a:cubicBezTo>
                <a:cubicBezTo>
                  <a:pt x="104775" y="80464"/>
                  <a:pt x="100510" y="76200"/>
                  <a:pt x="95250" y="76200"/>
                </a:cubicBezTo>
                <a:lnTo>
                  <a:pt x="38100" y="76200"/>
                </a:lnTo>
                <a:close/>
                <a:moveTo>
                  <a:pt x="28575" y="123825"/>
                </a:moveTo>
                <a:cubicBezTo>
                  <a:pt x="28575" y="129086"/>
                  <a:pt x="32839" y="133350"/>
                  <a:pt x="38100" y="133350"/>
                </a:cubicBezTo>
                <a:lnTo>
                  <a:pt x="66675" y="133350"/>
                </a:lnTo>
                <a:cubicBezTo>
                  <a:pt x="71935" y="133350"/>
                  <a:pt x="76200" y="129086"/>
                  <a:pt x="76200" y="123825"/>
                </a:cubicBezTo>
                <a:cubicBezTo>
                  <a:pt x="76200" y="118564"/>
                  <a:pt x="71935" y="114300"/>
                  <a:pt x="66675" y="114300"/>
                </a:cubicBezTo>
                <a:lnTo>
                  <a:pt x="38100" y="114300"/>
                </a:lnTo>
                <a:cubicBezTo>
                  <a:pt x="32839" y="114300"/>
                  <a:pt x="28575" y="118564"/>
                  <a:pt x="28575" y="123825"/>
                </a:cubicBezTo>
                <a:close/>
              </a:path>
            </a:pathLst>
          </a:custGeom>
          <a:solidFill>
            <a:srgbClr val="000000"/>
          </a:solidFill>
          <a:ln w="9525" cap="flat">
            <a:noFill/>
            <a:prstDash val="solid"/>
            <a:miter/>
          </a:ln>
        </p:spPr>
        <p:txBody>
          <a:bodyPr rtlCol="0" anchor="ctr"/>
          <a:lstStyle/>
          <a:p>
            <a:endParaRPr lang="ru-RU"/>
          </a:p>
        </p:txBody>
      </p:sp>
      <p:sp>
        <p:nvSpPr>
          <p:cNvPr id="729" name="Полилиния: фигура 728">
            <a:extLst>
              <a:ext uri="{FF2B5EF4-FFF2-40B4-BE49-F238E27FC236}">
                <a16:creationId xmlns:a16="http://schemas.microsoft.com/office/drawing/2014/main" id="{0D6CACD5-292F-7B2A-EC5F-3FC0AAD5E08F}"/>
              </a:ext>
            </a:extLst>
          </p:cNvPr>
          <p:cNvSpPr/>
          <p:nvPr/>
        </p:nvSpPr>
        <p:spPr>
          <a:xfrm>
            <a:off x="8662219" y="2373017"/>
            <a:ext cx="152400" cy="171450"/>
          </a:xfrm>
          <a:custGeom>
            <a:avLst/>
            <a:gdLst>
              <a:gd name="connsiteX0" fmla="*/ 2790 w 152400"/>
              <a:gd name="connsiteY0" fmla="*/ 12315 h 171450"/>
              <a:gd name="connsiteX1" fmla="*/ 16260 w 152400"/>
              <a:gd name="connsiteY1" fmla="*/ 12315 h 171450"/>
              <a:gd name="connsiteX2" fmla="*/ 30851 w 152400"/>
              <a:gd name="connsiteY2" fmla="*/ 26905 h 171450"/>
              <a:gd name="connsiteX3" fmla="*/ 30856 w 152400"/>
              <a:gd name="connsiteY3" fmla="*/ 26876 h 171450"/>
              <a:gd name="connsiteX4" fmla="*/ 123578 w 152400"/>
              <a:gd name="connsiteY4" fmla="*/ 119598 h 171450"/>
              <a:gd name="connsiteX5" fmla="*/ 123577 w 152400"/>
              <a:gd name="connsiteY5" fmla="*/ 119632 h 171450"/>
              <a:gd name="connsiteX6" fmla="*/ 149610 w 152400"/>
              <a:gd name="connsiteY6" fmla="*/ 145665 h 171450"/>
              <a:gd name="connsiteX7" fmla="*/ 149610 w 152400"/>
              <a:gd name="connsiteY7" fmla="*/ 159135 h 171450"/>
              <a:gd name="connsiteX8" fmla="*/ 136140 w 152400"/>
              <a:gd name="connsiteY8" fmla="*/ 159135 h 171450"/>
              <a:gd name="connsiteX9" fmla="*/ 121628 w 152400"/>
              <a:gd name="connsiteY9" fmla="*/ 144623 h 171450"/>
              <a:gd name="connsiteX10" fmla="*/ 76200 w 152400"/>
              <a:gd name="connsiteY10" fmla="*/ 171450 h 171450"/>
              <a:gd name="connsiteX11" fmla="*/ 28575 w 152400"/>
              <a:gd name="connsiteY11" fmla="*/ 85725 h 171450"/>
              <a:gd name="connsiteX12" fmla="*/ 28834 w 152400"/>
              <a:gd name="connsiteY12" fmla="*/ 51829 h 171450"/>
              <a:gd name="connsiteX13" fmla="*/ 2790 w 152400"/>
              <a:gd name="connsiteY13" fmla="*/ 25785 h 171450"/>
              <a:gd name="connsiteX14" fmla="*/ 2790 w 152400"/>
              <a:gd name="connsiteY14" fmla="*/ 12315 h 171450"/>
              <a:gd name="connsiteX15" fmla="*/ 76200 w 152400"/>
              <a:gd name="connsiteY15" fmla="*/ 0 h 171450"/>
              <a:gd name="connsiteX16" fmla="*/ 123825 w 152400"/>
              <a:gd name="connsiteY16" fmla="*/ 85725 h 171450"/>
              <a:gd name="connsiteX17" fmla="*/ 109631 w 152400"/>
              <a:gd name="connsiteY17" fmla="*/ 92180 h 171450"/>
              <a:gd name="connsiteX18" fmla="*/ 41577 w 152400"/>
              <a:gd name="connsiteY18" fmla="*/ 24126 h 171450"/>
              <a:gd name="connsiteX19" fmla="*/ 41577 w 152400"/>
              <a:gd name="connsiteY19" fmla="*/ 6289 h 171450"/>
              <a:gd name="connsiteX20" fmla="*/ 76200 w 152400"/>
              <a:gd name="connsiteY20"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2400" h="171450">
                <a:moveTo>
                  <a:pt x="2790" y="12315"/>
                </a:moveTo>
                <a:cubicBezTo>
                  <a:pt x="6510" y="8595"/>
                  <a:pt x="12540" y="8595"/>
                  <a:pt x="16260" y="12315"/>
                </a:cubicBezTo>
                <a:lnTo>
                  <a:pt x="30851" y="26905"/>
                </a:lnTo>
                <a:lnTo>
                  <a:pt x="30856" y="26876"/>
                </a:lnTo>
                <a:lnTo>
                  <a:pt x="123578" y="119598"/>
                </a:lnTo>
                <a:lnTo>
                  <a:pt x="123577" y="119632"/>
                </a:lnTo>
                <a:lnTo>
                  <a:pt x="149610" y="145665"/>
                </a:lnTo>
                <a:cubicBezTo>
                  <a:pt x="153330" y="149384"/>
                  <a:pt x="153330" y="155416"/>
                  <a:pt x="149610" y="159135"/>
                </a:cubicBezTo>
                <a:cubicBezTo>
                  <a:pt x="145891" y="162855"/>
                  <a:pt x="139859" y="162855"/>
                  <a:pt x="136140" y="159135"/>
                </a:cubicBezTo>
                <a:lnTo>
                  <a:pt x="121628" y="144623"/>
                </a:lnTo>
                <a:cubicBezTo>
                  <a:pt x="117698" y="167532"/>
                  <a:pt x="106743" y="171450"/>
                  <a:pt x="76200" y="171450"/>
                </a:cubicBezTo>
                <a:cubicBezTo>
                  <a:pt x="28575" y="171450"/>
                  <a:pt x="28575" y="160734"/>
                  <a:pt x="28575" y="85725"/>
                </a:cubicBezTo>
                <a:cubicBezTo>
                  <a:pt x="28575" y="72536"/>
                  <a:pt x="28575" y="61334"/>
                  <a:pt x="28834" y="51829"/>
                </a:cubicBezTo>
                <a:lnTo>
                  <a:pt x="2790" y="25785"/>
                </a:lnTo>
                <a:cubicBezTo>
                  <a:pt x="-930" y="22065"/>
                  <a:pt x="-930" y="16035"/>
                  <a:pt x="2790" y="12315"/>
                </a:cubicBezTo>
                <a:close/>
                <a:moveTo>
                  <a:pt x="76200" y="0"/>
                </a:moveTo>
                <a:cubicBezTo>
                  <a:pt x="123825" y="0"/>
                  <a:pt x="123825" y="9525"/>
                  <a:pt x="123825" y="85725"/>
                </a:cubicBezTo>
                <a:cubicBezTo>
                  <a:pt x="123825" y="100013"/>
                  <a:pt x="117518" y="100068"/>
                  <a:pt x="109631" y="92180"/>
                </a:cubicBezTo>
                <a:lnTo>
                  <a:pt x="41577" y="24126"/>
                </a:lnTo>
                <a:cubicBezTo>
                  <a:pt x="34661" y="17211"/>
                  <a:pt x="31887" y="13125"/>
                  <a:pt x="41577" y="6289"/>
                </a:cubicBezTo>
                <a:cubicBezTo>
                  <a:pt x="48617" y="1322"/>
                  <a:pt x="59470" y="0"/>
                  <a:pt x="76200" y="0"/>
                </a:cubicBezTo>
                <a:close/>
              </a:path>
            </a:pathLst>
          </a:custGeom>
          <a:solidFill>
            <a:srgbClr val="000000"/>
          </a:solidFill>
          <a:ln w="9525" cap="flat">
            <a:noFill/>
            <a:prstDash val="solid"/>
            <a:miter/>
          </a:ln>
        </p:spPr>
        <p:txBody>
          <a:bodyPr rtlCol="0" anchor="ctr"/>
          <a:lstStyle/>
          <a:p>
            <a:endParaRPr lang="ru-RU"/>
          </a:p>
        </p:txBody>
      </p:sp>
      <p:sp>
        <p:nvSpPr>
          <p:cNvPr id="516" name="Рисунок 373">
            <a:extLst>
              <a:ext uri="{FF2B5EF4-FFF2-40B4-BE49-F238E27FC236}">
                <a16:creationId xmlns:a16="http://schemas.microsoft.com/office/drawing/2014/main" id="{D8225E17-CB94-4348-FC77-6B3C1103D1E2}"/>
              </a:ext>
            </a:extLst>
          </p:cNvPr>
          <p:cNvSpPr/>
          <p:nvPr/>
        </p:nvSpPr>
        <p:spPr>
          <a:xfrm>
            <a:off x="8662220" y="2891527"/>
            <a:ext cx="152400" cy="142875"/>
          </a:xfrm>
          <a:custGeom>
            <a:avLst/>
            <a:gdLst>
              <a:gd name="connsiteX0" fmla="*/ 0 w 152400"/>
              <a:gd name="connsiteY0" fmla="*/ 19050 h 142875"/>
              <a:gd name="connsiteX1" fmla="*/ 0 w 152400"/>
              <a:gd name="connsiteY1" fmla="*/ 47625 h 142875"/>
              <a:gd name="connsiteX2" fmla="*/ 28575 w 152400"/>
              <a:gd name="connsiteY2" fmla="*/ 85725 h 142875"/>
              <a:gd name="connsiteX3" fmla="*/ 47625 w 152400"/>
              <a:gd name="connsiteY3" fmla="*/ 114300 h 142875"/>
              <a:gd name="connsiteX4" fmla="*/ 47625 w 152400"/>
              <a:gd name="connsiteY4" fmla="*/ 133350 h 142875"/>
              <a:gd name="connsiteX5" fmla="*/ 57150 w 152400"/>
              <a:gd name="connsiteY5" fmla="*/ 142875 h 142875"/>
              <a:gd name="connsiteX6" fmla="*/ 95049 w 152400"/>
              <a:gd name="connsiteY6" fmla="*/ 133441 h 142875"/>
              <a:gd name="connsiteX7" fmla="*/ 104775 w 152400"/>
              <a:gd name="connsiteY7" fmla="*/ 114300 h 142875"/>
              <a:gd name="connsiteX8" fmla="*/ 123825 w 152400"/>
              <a:gd name="connsiteY8" fmla="*/ 85725 h 142875"/>
              <a:gd name="connsiteX9" fmla="*/ 152245 w 152400"/>
              <a:gd name="connsiteY9" fmla="*/ 52388 h 142875"/>
              <a:gd name="connsiteX10" fmla="*/ 142875 w 152400"/>
              <a:gd name="connsiteY10" fmla="*/ 38100 h 142875"/>
              <a:gd name="connsiteX11" fmla="*/ 33338 w 152400"/>
              <a:gd name="connsiteY11" fmla="*/ 38100 h 142875"/>
              <a:gd name="connsiteX12" fmla="*/ 28575 w 152400"/>
              <a:gd name="connsiteY12" fmla="*/ 33338 h 142875"/>
              <a:gd name="connsiteX13" fmla="*/ 33338 w 152400"/>
              <a:gd name="connsiteY13" fmla="*/ 28575 h 142875"/>
              <a:gd name="connsiteX14" fmla="*/ 142875 w 152400"/>
              <a:gd name="connsiteY14" fmla="*/ 28575 h 142875"/>
              <a:gd name="connsiteX15" fmla="*/ 152400 w 152400"/>
              <a:gd name="connsiteY15" fmla="*/ 14288 h 142875"/>
              <a:gd name="connsiteX16" fmla="*/ 133350 w 152400"/>
              <a:gd name="connsiteY16" fmla="*/ 0 h 142875"/>
              <a:gd name="connsiteX17" fmla="*/ 19050 w 152400"/>
              <a:gd name="connsiteY17" fmla="*/ 0 h 142875"/>
              <a:gd name="connsiteX18" fmla="*/ 0 w 152400"/>
              <a:gd name="connsiteY18" fmla="*/ 1905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2400" h="142875">
                <a:moveTo>
                  <a:pt x="0" y="19050"/>
                </a:moveTo>
                <a:lnTo>
                  <a:pt x="0" y="47625"/>
                </a:lnTo>
                <a:cubicBezTo>
                  <a:pt x="0" y="71145"/>
                  <a:pt x="9525" y="76200"/>
                  <a:pt x="28575" y="85725"/>
                </a:cubicBezTo>
                <a:cubicBezTo>
                  <a:pt x="47625" y="95250"/>
                  <a:pt x="47625" y="100013"/>
                  <a:pt x="47625" y="114300"/>
                </a:cubicBezTo>
                <a:lnTo>
                  <a:pt x="47625" y="133350"/>
                </a:lnTo>
                <a:cubicBezTo>
                  <a:pt x="47625" y="138113"/>
                  <a:pt x="47625" y="142875"/>
                  <a:pt x="57150" y="142875"/>
                </a:cubicBezTo>
                <a:cubicBezTo>
                  <a:pt x="61538" y="142875"/>
                  <a:pt x="92952" y="134033"/>
                  <a:pt x="95049" y="133441"/>
                </a:cubicBezTo>
                <a:cubicBezTo>
                  <a:pt x="104547" y="130571"/>
                  <a:pt x="104775" y="123752"/>
                  <a:pt x="104775" y="114300"/>
                </a:cubicBezTo>
                <a:cubicBezTo>
                  <a:pt x="104775" y="100013"/>
                  <a:pt x="104775" y="95250"/>
                  <a:pt x="123825" y="85725"/>
                </a:cubicBezTo>
                <a:cubicBezTo>
                  <a:pt x="142875" y="76200"/>
                  <a:pt x="152037" y="71437"/>
                  <a:pt x="152245" y="52388"/>
                </a:cubicBezTo>
                <a:cubicBezTo>
                  <a:pt x="152400" y="38100"/>
                  <a:pt x="152400" y="38100"/>
                  <a:pt x="142875" y="38100"/>
                </a:cubicBezTo>
                <a:cubicBezTo>
                  <a:pt x="133350" y="38100"/>
                  <a:pt x="33338" y="38100"/>
                  <a:pt x="33338" y="38100"/>
                </a:cubicBezTo>
                <a:cubicBezTo>
                  <a:pt x="30707" y="38100"/>
                  <a:pt x="28575" y="35968"/>
                  <a:pt x="28575" y="33338"/>
                </a:cubicBezTo>
                <a:cubicBezTo>
                  <a:pt x="28575" y="30707"/>
                  <a:pt x="30707" y="28575"/>
                  <a:pt x="33338" y="28575"/>
                </a:cubicBezTo>
                <a:lnTo>
                  <a:pt x="142875" y="28575"/>
                </a:lnTo>
                <a:cubicBezTo>
                  <a:pt x="152400" y="28575"/>
                  <a:pt x="152400" y="28575"/>
                  <a:pt x="152400" y="14288"/>
                </a:cubicBezTo>
                <a:cubicBezTo>
                  <a:pt x="152400" y="2894"/>
                  <a:pt x="147638" y="0"/>
                  <a:pt x="133350" y="0"/>
                </a:cubicBezTo>
                <a:lnTo>
                  <a:pt x="19050" y="0"/>
                </a:lnTo>
                <a:cubicBezTo>
                  <a:pt x="4763" y="0"/>
                  <a:pt x="0" y="4763"/>
                  <a:pt x="0" y="19050"/>
                </a:cubicBezTo>
                <a:close/>
              </a:path>
            </a:pathLst>
          </a:custGeom>
          <a:solidFill>
            <a:srgbClr val="000000"/>
          </a:solidFill>
          <a:ln w="9525" cap="flat">
            <a:noFill/>
            <a:prstDash val="solid"/>
            <a:miter/>
          </a:ln>
        </p:spPr>
        <p:txBody>
          <a:bodyPr rtlCol="0" anchor="ctr"/>
          <a:lstStyle/>
          <a:p>
            <a:endParaRPr lang="ru-RU"/>
          </a:p>
        </p:txBody>
      </p:sp>
      <p:sp>
        <p:nvSpPr>
          <p:cNvPr id="739" name="Полилиния: фигура 738">
            <a:extLst>
              <a:ext uri="{FF2B5EF4-FFF2-40B4-BE49-F238E27FC236}">
                <a16:creationId xmlns:a16="http://schemas.microsoft.com/office/drawing/2014/main" id="{138172E2-8F44-A990-A42C-E377235C98F8}"/>
              </a:ext>
            </a:extLst>
          </p:cNvPr>
          <p:cNvSpPr/>
          <p:nvPr/>
        </p:nvSpPr>
        <p:spPr>
          <a:xfrm>
            <a:off x="8652695" y="3391600"/>
            <a:ext cx="180975" cy="180975"/>
          </a:xfrm>
          <a:custGeom>
            <a:avLst/>
            <a:gdLst>
              <a:gd name="connsiteX0" fmla="*/ 147638 w 180975"/>
              <a:gd name="connsiteY0" fmla="*/ 123825 h 180975"/>
              <a:gd name="connsiteX1" fmla="*/ 142875 w 180975"/>
              <a:gd name="connsiteY1" fmla="*/ 128588 h 180975"/>
              <a:gd name="connsiteX2" fmla="*/ 142875 w 180975"/>
              <a:gd name="connsiteY2" fmla="*/ 147638 h 180975"/>
              <a:gd name="connsiteX3" fmla="*/ 144269 w 180975"/>
              <a:gd name="connsiteY3" fmla="*/ 151006 h 180975"/>
              <a:gd name="connsiteX4" fmla="*/ 153794 w 180975"/>
              <a:gd name="connsiteY4" fmla="*/ 160531 h 180975"/>
              <a:gd name="connsiteX5" fmla="*/ 160531 w 180975"/>
              <a:gd name="connsiteY5" fmla="*/ 160531 h 180975"/>
              <a:gd name="connsiteX6" fmla="*/ 160531 w 180975"/>
              <a:gd name="connsiteY6" fmla="*/ 153794 h 180975"/>
              <a:gd name="connsiteX7" fmla="*/ 152400 w 180975"/>
              <a:gd name="connsiteY7" fmla="*/ 145665 h 180975"/>
              <a:gd name="connsiteX8" fmla="*/ 152400 w 180975"/>
              <a:gd name="connsiteY8" fmla="*/ 128588 h 180975"/>
              <a:gd name="connsiteX9" fmla="*/ 147638 w 180975"/>
              <a:gd name="connsiteY9" fmla="*/ 123825 h 180975"/>
              <a:gd name="connsiteX10" fmla="*/ 147638 w 180975"/>
              <a:gd name="connsiteY10" fmla="*/ 114300 h 180975"/>
              <a:gd name="connsiteX11" fmla="*/ 180975 w 180975"/>
              <a:gd name="connsiteY11" fmla="*/ 147638 h 180975"/>
              <a:gd name="connsiteX12" fmla="*/ 147638 w 180975"/>
              <a:gd name="connsiteY12" fmla="*/ 180975 h 180975"/>
              <a:gd name="connsiteX13" fmla="*/ 114300 w 180975"/>
              <a:gd name="connsiteY13" fmla="*/ 147638 h 180975"/>
              <a:gd name="connsiteX14" fmla="*/ 147638 w 180975"/>
              <a:gd name="connsiteY14" fmla="*/ 114300 h 180975"/>
              <a:gd name="connsiteX15" fmla="*/ 42863 w 180975"/>
              <a:gd name="connsiteY15" fmla="*/ 85725 h 180975"/>
              <a:gd name="connsiteX16" fmla="*/ 34455 w 180975"/>
              <a:gd name="connsiteY16" fmla="*/ 86450 h 180975"/>
              <a:gd name="connsiteX17" fmla="*/ 29300 w 180975"/>
              <a:gd name="connsiteY17" fmla="*/ 91605 h 180975"/>
              <a:gd name="connsiteX18" fmla="*/ 28575 w 180975"/>
              <a:gd name="connsiteY18" fmla="*/ 100013 h 180975"/>
              <a:gd name="connsiteX19" fmla="*/ 29300 w 180975"/>
              <a:gd name="connsiteY19" fmla="*/ 108420 h 180975"/>
              <a:gd name="connsiteX20" fmla="*/ 34455 w 180975"/>
              <a:gd name="connsiteY20" fmla="*/ 113575 h 180975"/>
              <a:gd name="connsiteX21" fmla="*/ 42863 w 180975"/>
              <a:gd name="connsiteY21" fmla="*/ 114300 h 180975"/>
              <a:gd name="connsiteX22" fmla="*/ 51270 w 180975"/>
              <a:gd name="connsiteY22" fmla="*/ 113575 h 180975"/>
              <a:gd name="connsiteX23" fmla="*/ 56425 w 180975"/>
              <a:gd name="connsiteY23" fmla="*/ 108420 h 180975"/>
              <a:gd name="connsiteX24" fmla="*/ 57150 w 180975"/>
              <a:gd name="connsiteY24" fmla="*/ 100013 h 180975"/>
              <a:gd name="connsiteX25" fmla="*/ 56425 w 180975"/>
              <a:gd name="connsiteY25" fmla="*/ 91605 h 180975"/>
              <a:gd name="connsiteX26" fmla="*/ 51270 w 180975"/>
              <a:gd name="connsiteY26" fmla="*/ 86450 h 180975"/>
              <a:gd name="connsiteX27" fmla="*/ 42863 w 180975"/>
              <a:gd name="connsiteY27" fmla="*/ 85725 h 180975"/>
              <a:gd name="connsiteX28" fmla="*/ 9525 w 180975"/>
              <a:gd name="connsiteY28" fmla="*/ 66675 h 180975"/>
              <a:gd name="connsiteX29" fmla="*/ 161925 w 180975"/>
              <a:gd name="connsiteY29" fmla="*/ 66675 h 180975"/>
              <a:gd name="connsiteX30" fmla="*/ 170751 w 180975"/>
              <a:gd name="connsiteY30" fmla="*/ 76200 h 180975"/>
              <a:gd name="connsiteX31" fmla="*/ 171396 w 180975"/>
              <a:gd name="connsiteY31" fmla="*/ 89398 h 180975"/>
              <a:gd name="connsiteX32" fmla="*/ 158692 w 180975"/>
              <a:gd name="connsiteY32" fmla="*/ 104940 h 180975"/>
              <a:gd name="connsiteX33" fmla="*/ 152400 w 180975"/>
              <a:gd name="connsiteY33" fmla="*/ 104775 h 180975"/>
              <a:gd name="connsiteX34" fmla="*/ 104775 w 180975"/>
              <a:gd name="connsiteY34" fmla="*/ 152400 h 180975"/>
              <a:gd name="connsiteX35" fmla="*/ 104798 w 180975"/>
              <a:gd name="connsiteY35" fmla="*/ 156200 h 180975"/>
              <a:gd name="connsiteX36" fmla="*/ 85725 w 180975"/>
              <a:gd name="connsiteY36" fmla="*/ 171450 h 180975"/>
              <a:gd name="connsiteX37" fmla="*/ 0 w 180975"/>
              <a:gd name="connsiteY37" fmla="*/ 95250 h 180975"/>
              <a:gd name="connsiteX38" fmla="*/ 699 w 180975"/>
              <a:gd name="connsiteY38" fmla="*/ 76200 h 180975"/>
              <a:gd name="connsiteX39" fmla="*/ 9525 w 180975"/>
              <a:gd name="connsiteY39" fmla="*/ 66675 h 180975"/>
              <a:gd name="connsiteX40" fmla="*/ 47625 w 180975"/>
              <a:gd name="connsiteY40" fmla="*/ 0 h 180975"/>
              <a:gd name="connsiteX41" fmla="*/ 57150 w 180975"/>
              <a:gd name="connsiteY41" fmla="*/ 19050 h 180975"/>
              <a:gd name="connsiteX42" fmla="*/ 114300 w 180975"/>
              <a:gd name="connsiteY42" fmla="*/ 19050 h 180975"/>
              <a:gd name="connsiteX43" fmla="*/ 123825 w 180975"/>
              <a:gd name="connsiteY43" fmla="*/ 0 h 180975"/>
              <a:gd name="connsiteX44" fmla="*/ 133350 w 180975"/>
              <a:gd name="connsiteY44" fmla="*/ 19050 h 180975"/>
              <a:gd name="connsiteX45" fmla="*/ 171450 w 180975"/>
              <a:gd name="connsiteY45" fmla="*/ 47625 h 180975"/>
              <a:gd name="connsiteX46" fmla="*/ 155168 w 180975"/>
              <a:gd name="connsiteY46" fmla="*/ 57166 h 180975"/>
              <a:gd name="connsiteX47" fmla="*/ 152400 w 180975"/>
              <a:gd name="connsiteY47" fmla="*/ 57150 h 180975"/>
              <a:gd name="connsiteX48" fmla="*/ 19050 w 180975"/>
              <a:gd name="connsiteY48" fmla="*/ 57150 h 180975"/>
              <a:gd name="connsiteX49" fmla="*/ 0 w 180975"/>
              <a:gd name="connsiteY49" fmla="*/ 47625 h 180975"/>
              <a:gd name="connsiteX50" fmla="*/ 38100 w 180975"/>
              <a:gd name="connsiteY50" fmla="*/ 19050 h 180975"/>
              <a:gd name="connsiteX51" fmla="*/ 47625 w 180975"/>
              <a:gd name="connsiteY51"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80975" h="180975">
                <a:moveTo>
                  <a:pt x="147638" y="123825"/>
                </a:moveTo>
                <a:cubicBezTo>
                  <a:pt x="145008" y="123825"/>
                  <a:pt x="142875" y="125958"/>
                  <a:pt x="142875" y="128588"/>
                </a:cubicBezTo>
                <a:lnTo>
                  <a:pt x="142875" y="147638"/>
                </a:lnTo>
                <a:cubicBezTo>
                  <a:pt x="142875" y="148901"/>
                  <a:pt x="143377" y="150112"/>
                  <a:pt x="144269" y="151006"/>
                </a:cubicBezTo>
                <a:lnTo>
                  <a:pt x="153794" y="160531"/>
                </a:lnTo>
                <a:cubicBezTo>
                  <a:pt x="155655" y="162390"/>
                  <a:pt x="158670" y="162390"/>
                  <a:pt x="160531" y="160531"/>
                </a:cubicBezTo>
                <a:cubicBezTo>
                  <a:pt x="162390" y="158670"/>
                  <a:pt x="162390" y="155655"/>
                  <a:pt x="160531" y="153794"/>
                </a:cubicBezTo>
                <a:lnTo>
                  <a:pt x="152400" y="145665"/>
                </a:lnTo>
                <a:lnTo>
                  <a:pt x="152400" y="128588"/>
                </a:lnTo>
                <a:cubicBezTo>
                  <a:pt x="152400" y="125958"/>
                  <a:pt x="150267" y="123825"/>
                  <a:pt x="147638" y="123825"/>
                </a:cubicBezTo>
                <a:close/>
                <a:moveTo>
                  <a:pt x="147638" y="114300"/>
                </a:moveTo>
                <a:cubicBezTo>
                  <a:pt x="166049" y="114300"/>
                  <a:pt x="180975" y="129226"/>
                  <a:pt x="180975" y="147638"/>
                </a:cubicBezTo>
                <a:cubicBezTo>
                  <a:pt x="180975" y="166049"/>
                  <a:pt x="166049" y="180975"/>
                  <a:pt x="147638" y="180975"/>
                </a:cubicBezTo>
                <a:cubicBezTo>
                  <a:pt x="129226" y="180975"/>
                  <a:pt x="114300" y="166049"/>
                  <a:pt x="114300" y="147638"/>
                </a:cubicBezTo>
                <a:cubicBezTo>
                  <a:pt x="114300" y="129226"/>
                  <a:pt x="129226" y="114300"/>
                  <a:pt x="147638" y="114300"/>
                </a:cubicBezTo>
                <a:close/>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099" y="80333"/>
                  <a:pt x="171306" y="84728"/>
                  <a:pt x="171396" y="89398"/>
                </a:cubicBezTo>
                <a:cubicBezTo>
                  <a:pt x="170899" y="105456"/>
                  <a:pt x="168608" y="105359"/>
                  <a:pt x="158692" y="104940"/>
                </a:cubicBezTo>
                <a:cubicBezTo>
                  <a:pt x="156865" y="104863"/>
                  <a:pt x="154780" y="104775"/>
                  <a:pt x="152400" y="104775"/>
                </a:cubicBezTo>
                <a:cubicBezTo>
                  <a:pt x="126098" y="104775"/>
                  <a:pt x="104775" y="126098"/>
                  <a:pt x="104775" y="152400"/>
                </a:cubicBezTo>
                <a:cubicBezTo>
                  <a:pt x="104775" y="153759"/>
                  <a:pt x="104786" y="155026"/>
                  <a:pt x="104798" y="156200"/>
                </a:cubicBezTo>
                <a:cubicBezTo>
                  <a:pt x="104924" y="169689"/>
                  <a:pt x="104941"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rgbClr val="000000"/>
          </a:solidFill>
          <a:ln w="9525" cap="flat">
            <a:noFill/>
            <a:prstDash val="solid"/>
            <a:miter/>
          </a:ln>
        </p:spPr>
        <p:txBody>
          <a:bodyPr rtlCol="0" anchor="ctr"/>
          <a:lstStyle/>
          <a:p>
            <a:endParaRPr lang="ru-RU"/>
          </a:p>
        </p:txBody>
      </p:sp>
      <p:sp>
        <p:nvSpPr>
          <p:cNvPr id="521" name="Рисунок 327">
            <a:extLst>
              <a:ext uri="{FF2B5EF4-FFF2-40B4-BE49-F238E27FC236}">
                <a16:creationId xmlns:a16="http://schemas.microsoft.com/office/drawing/2014/main" id="{56D323E1-A208-A6F1-8463-350F6174CA6C}"/>
              </a:ext>
            </a:extLst>
          </p:cNvPr>
          <p:cNvSpPr/>
          <p:nvPr/>
        </p:nvSpPr>
        <p:spPr>
          <a:xfrm>
            <a:off x="9081056" y="1853588"/>
            <a:ext cx="152400" cy="152400"/>
          </a:xfrm>
          <a:custGeom>
            <a:avLst/>
            <a:gdLst>
              <a:gd name="connsiteX0" fmla="*/ 25603 w 152400"/>
              <a:gd name="connsiteY0" fmla="*/ 48768 h 152400"/>
              <a:gd name="connsiteX1" fmla="*/ 25603 w 152400"/>
              <a:gd name="connsiteY1" fmla="*/ 126797 h 152400"/>
              <a:gd name="connsiteX2" fmla="*/ 103632 w 152400"/>
              <a:gd name="connsiteY2" fmla="*/ 126797 h 152400"/>
              <a:gd name="connsiteX3" fmla="*/ 132893 w 152400"/>
              <a:gd name="connsiteY3" fmla="*/ 97536 h 152400"/>
              <a:gd name="connsiteX4" fmla="*/ 152400 w 152400"/>
              <a:gd name="connsiteY4" fmla="*/ 43891 h 152400"/>
              <a:gd name="connsiteX5" fmla="*/ 146914 w 152400"/>
              <a:gd name="connsiteY5" fmla="*/ 5486 h 152400"/>
              <a:gd name="connsiteX6" fmla="*/ 108509 w 152400"/>
              <a:gd name="connsiteY6" fmla="*/ 0 h 152400"/>
              <a:gd name="connsiteX7" fmla="*/ 54864 w 152400"/>
              <a:gd name="connsiteY7" fmla="*/ 19507 h 152400"/>
              <a:gd name="connsiteX8" fmla="*/ 25603 w 152400"/>
              <a:gd name="connsiteY8" fmla="*/ 48768 h 152400"/>
              <a:gd name="connsiteX9" fmla="*/ 104775 w 152400"/>
              <a:gd name="connsiteY9" fmla="*/ 66675 h 152400"/>
              <a:gd name="connsiteX10" fmla="*/ 85725 w 152400"/>
              <a:gd name="connsiteY10" fmla="*/ 47625 h 152400"/>
              <a:gd name="connsiteX11" fmla="*/ 104775 w 152400"/>
              <a:gd name="connsiteY11" fmla="*/ 28575 h 152400"/>
              <a:gd name="connsiteX12" fmla="*/ 123825 w 152400"/>
              <a:gd name="connsiteY12" fmla="*/ 47625 h 152400"/>
              <a:gd name="connsiteX13" fmla="*/ 104775 w 152400"/>
              <a:gd name="connsiteY13" fmla="*/ 666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400" h="152400">
                <a:moveTo>
                  <a:pt x="25603" y="48768"/>
                </a:moveTo>
                <a:cubicBezTo>
                  <a:pt x="-8534" y="82906"/>
                  <a:pt x="-8535" y="92659"/>
                  <a:pt x="25603" y="126797"/>
                </a:cubicBezTo>
                <a:cubicBezTo>
                  <a:pt x="59741" y="160934"/>
                  <a:pt x="69494" y="160934"/>
                  <a:pt x="103632" y="126797"/>
                </a:cubicBezTo>
                <a:lnTo>
                  <a:pt x="132893" y="97536"/>
                </a:lnTo>
                <a:cubicBezTo>
                  <a:pt x="152400" y="78029"/>
                  <a:pt x="152400" y="68275"/>
                  <a:pt x="152400" y="43891"/>
                </a:cubicBezTo>
                <a:cubicBezTo>
                  <a:pt x="152400" y="21946"/>
                  <a:pt x="152400" y="10973"/>
                  <a:pt x="146914" y="5486"/>
                </a:cubicBezTo>
                <a:cubicBezTo>
                  <a:pt x="141427" y="0"/>
                  <a:pt x="130454" y="0"/>
                  <a:pt x="108509" y="0"/>
                </a:cubicBezTo>
                <a:cubicBezTo>
                  <a:pt x="84125" y="0"/>
                  <a:pt x="74371" y="0"/>
                  <a:pt x="54864" y="19507"/>
                </a:cubicBezTo>
                <a:lnTo>
                  <a:pt x="25603" y="48768"/>
                </a:lnTo>
                <a:close/>
                <a:moveTo>
                  <a:pt x="104775" y="66675"/>
                </a:moveTo>
                <a:cubicBezTo>
                  <a:pt x="94254" y="66675"/>
                  <a:pt x="85725" y="58146"/>
                  <a:pt x="85725" y="47625"/>
                </a:cubicBezTo>
                <a:cubicBezTo>
                  <a:pt x="85725" y="37104"/>
                  <a:pt x="94254" y="28575"/>
                  <a:pt x="104775" y="28575"/>
                </a:cubicBezTo>
                <a:cubicBezTo>
                  <a:pt x="115296" y="28575"/>
                  <a:pt x="123825" y="37104"/>
                  <a:pt x="123825" y="47625"/>
                </a:cubicBezTo>
                <a:cubicBezTo>
                  <a:pt x="123825" y="58146"/>
                  <a:pt x="115296" y="66675"/>
                  <a:pt x="104775" y="66675"/>
                </a:cubicBezTo>
                <a:close/>
              </a:path>
            </a:pathLst>
          </a:custGeom>
          <a:solidFill>
            <a:srgbClr val="000000"/>
          </a:solidFill>
          <a:ln w="9525" cap="flat">
            <a:noFill/>
            <a:prstDash val="solid"/>
            <a:miter/>
          </a:ln>
        </p:spPr>
        <p:txBody>
          <a:bodyPr rtlCol="0" anchor="ctr"/>
          <a:lstStyle/>
          <a:p>
            <a:endParaRPr lang="ru-RU"/>
          </a:p>
        </p:txBody>
      </p:sp>
      <p:sp>
        <p:nvSpPr>
          <p:cNvPr id="735" name="Полилиния: фигура 734">
            <a:extLst>
              <a:ext uri="{FF2B5EF4-FFF2-40B4-BE49-F238E27FC236}">
                <a16:creationId xmlns:a16="http://schemas.microsoft.com/office/drawing/2014/main" id="{341B4971-DBB5-7137-BD80-A97BB7B0B285}"/>
              </a:ext>
            </a:extLst>
          </p:cNvPr>
          <p:cNvSpPr/>
          <p:nvPr/>
        </p:nvSpPr>
        <p:spPr>
          <a:xfrm>
            <a:off x="9071532" y="2373018"/>
            <a:ext cx="180975" cy="180975"/>
          </a:xfrm>
          <a:custGeom>
            <a:avLst/>
            <a:gdLst>
              <a:gd name="connsiteX0" fmla="*/ 152400 w 180975"/>
              <a:gd name="connsiteY0" fmla="*/ 123825 h 180975"/>
              <a:gd name="connsiteX1" fmla="*/ 161925 w 180975"/>
              <a:gd name="connsiteY1" fmla="*/ 133350 h 180975"/>
              <a:gd name="connsiteX2" fmla="*/ 161925 w 180975"/>
              <a:gd name="connsiteY2" fmla="*/ 142875 h 180975"/>
              <a:gd name="connsiteX3" fmla="*/ 171450 w 180975"/>
              <a:gd name="connsiteY3" fmla="*/ 142875 h 180975"/>
              <a:gd name="connsiteX4" fmla="*/ 180975 w 180975"/>
              <a:gd name="connsiteY4" fmla="*/ 152400 h 180975"/>
              <a:gd name="connsiteX5" fmla="*/ 171450 w 180975"/>
              <a:gd name="connsiteY5" fmla="*/ 161925 h 180975"/>
              <a:gd name="connsiteX6" fmla="*/ 161925 w 180975"/>
              <a:gd name="connsiteY6" fmla="*/ 161925 h 180975"/>
              <a:gd name="connsiteX7" fmla="*/ 161925 w 180975"/>
              <a:gd name="connsiteY7" fmla="*/ 171450 h 180975"/>
              <a:gd name="connsiteX8" fmla="*/ 152400 w 180975"/>
              <a:gd name="connsiteY8" fmla="*/ 180975 h 180975"/>
              <a:gd name="connsiteX9" fmla="*/ 142875 w 180975"/>
              <a:gd name="connsiteY9" fmla="*/ 171450 h 180975"/>
              <a:gd name="connsiteX10" fmla="*/ 142875 w 180975"/>
              <a:gd name="connsiteY10" fmla="*/ 161925 h 180975"/>
              <a:gd name="connsiteX11" fmla="*/ 133350 w 180975"/>
              <a:gd name="connsiteY11" fmla="*/ 161925 h 180975"/>
              <a:gd name="connsiteX12" fmla="*/ 123825 w 180975"/>
              <a:gd name="connsiteY12" fmla="*/ 152400 h 180975"/>
              <a:gd name="connsiteX13" fmla="*/ 133350 w 180975"/>
              <a:gd name="connsiteY13" fmla="*/ 142875 h 180975"/>
              <a:gd name="connsiteX14" fmla="*/ 142875 w 180975"/>
              <a:gd name="connsiteY14" fmla="*/ 142875 h 180975"/>
              <a:gd name="connsiteX15" fmla="*/ 142875 w 180975"/>
              <a:gd name="connsiteY15" fmla="*/ 133350 h 180975"/>
              <a:gd name="connsiteX16" fmla="*/ 152400 w 180975"/>
              <a:gd name="connsiteY16" fmla="*/ 123825 h 180975"/>
              <a:gd name="connsiteX17" fmla="*/ 114299 w 180975"/>
              <a:gd name="connsiteY17" fmla="*/ 0 h 180975"/>
              <a:gd name="connsiteX18" fmla="*/ 133350 w 180975"/>
              <a:gd name="connsiteY18" fmla="*/ 0 h 180975"/>
              <a:gd name="connsiteX19" fmla="*/ 171450 w 180975"/>
              <a:gd name="connsiteY19" fmla="*/ 85726 h 180975"/>
              <a:gd name="connsiteX20" fmla="*/ 171262 w 180975"/>
              <a:gd name="connsiteY20" fmla="*/ 104775 h 180975"/>
              <a:gd name="connsiteX21" fmla="*/ 152400 w 180975"/>
              <a:gd name="connsiteY21" fmla="*/ 114301 h 180975"/>
              <a:gd name="connsiteX22" fmla="*/ 114300 w 180975"/>
              <a:gd name="connsiteY22" fmla="*/ 152401 h 180975"/>
              <a:gd name="connsiteX23" fmla="*/ 114594 w 180975"/>
              <a:gd name="connsiteY23" fmla="*/ 157162 h 180975"/>
              <a:gd name="connsiteX24" fmla="*/ 104775 w 180975"/>
              <a:gd name="connsiteY24" fmla="*/ 170697 h 180975"/>
              <a:gd name="connsiteX25" fmla="*/ 95250 w 180975"/>
              <a:gd name="connsiteY25" fmla="*/ 85726 h 180975"/>
              <a:gd name="connsiteX26" fmla="*/ 102709 w 180975"/>
              <a:gd name="connsiteY26" fmla="*/ 1658 h 180975"/>
              <a:gd name="connsiteX27" fmla="*/ 114299 w 180975"/>
              <a:gd name="connsiteY27" fmla="*/ 0 h 180975"/>
              <a:gd name="connsiteX28" fmla="*/ 38100 w 180975"/>
              <a:gd name="connsiteY28" fmla="*/ 0 h 180975"/>
              <a:gd name="connsiteX29" fmla="*/ 57150 w 180975"/>
              <a:gd name="connsiteY29" fmla="*/ 0 h 180975"/>
              <a:gd name="connsiteX30" fmla="*/ 68741 w 180975"/>
              <a:gd name="connsiteY30" fmla="*/ 1658 h 180975"/>
              <a:gd name="connsiteX31" fmla="*/ 76200 w 180975"/>
              <a:gd name="connsiteY31" fmla="*/ 85725 h 180975"/>
              <a:gd name="connsiteX32" fmla="*/ 57150 w 180975"/>
              <a:gd name="connsiteY32" fmla="*/ 171450 h 180975"/>
              <a:gd name="connsiteX33" fmla="*/ 38100 w 180975"/>
              <a:gd name="connsiteY33" fmla="*/ 171450 h 180975"/>
              <a:gd name="connsiteX34" fmla="*/ 0 w 180975"/>
              <a:gd name="connsiteY34" fmla="*/ 85725 h 180975"/>
              <a:gd name="connsiteX35" fmla="*/ 38100 w 180975"/>
              <a:gd name="connsiteY35"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0975" h="180975">
                <a:moveTo>
                  <a:pt x="152400" y="123825"/>
                </a:moveTo>
                <a:cubicBezTo>
                  <a:pt x="157661" y="123825"/>
                  <a:pt x="161925" y="128089"/>
                  <a:pt x="161925" y="133350"/>
                </a:cubicBezTo>
                <a:lnTo>
                  <a:pt x="161925" y="142875"/>
                </a:lnTo>
                <a:lnTo>
                  <a:pt x="171450" y="142875"/>
                </a:lnTo>
                <a:cubicBezTo>
                  <a:pt x="176711" y="142875"/>
                  <a:pt x="180975" y="147139"/>
                  <a:pt x="180975" y="152400"/>
                </a:cubicBezTo>
                <a:cubicBezTo>
                  <a:pt x="180975" y="157661"/>
                  <a:pt x="176711" y="161925"/>
                  <a:pt x="171450" y="161925"/>
                </a:cubicBezTo>
                <a:lnTo>
                  <a:pt x="161925" y="161925"/>
                </a:lnTo>
                <a:lnTo>
                  <a:pt x="161925" y="171450"/>
                </a:lnTo>
                <a:cubicBezTo>
                  <a:pt x="161925" y="176711"/>
                  <a:pt x="157661" y="180975"/>
                  <a:pt x="152400" y="180975"/>
                </a:cubicBezTo>
                <a:cubicBezTo>
                  <a:pt x="147139" y="180975"/>
                  <a:pt x="142875" y="176711"/>
                  <a:pt x="142875" y="171450"/>
                </a:cubicBezTo>
                <a:lnTo>
                  <a:pt x="142875" y="161925"/>
                </a:lnTo>
                <a:lnTo>
                  <a:pt x="133350" y="161925"/>
                </a:lnTo>
                <a:cubicBezTo>
                  <a:pt x="128089" y="161925"/>
                  <a:pt x="123825" y="157661"/>
                  <a:pt x="123825" y="152400"/>
                </a:cubicBezTo>
                <a:cubicBezTo>
                  <a:pt x="123825" y="147139"/>
                  <a:pt x="128089" y="142875"/>
                  <a:pt x="133350" y="142875"/>
                </a:cubicBezTo>
                <a:lnTo>
                  <a:pt x="142875" y="142875"/>
                </a:lnTo>
                <a:lnTo>
                  <a:pt x="142875" y="133350"/>
                </a:lnTo>
                <a:cubicBezTo>
                  <a:pt x="142875" y="128089"/>
                  <a:pt x="147139" y="123825"/>
                  <a:pt x="152400" y="123825"/>
                </a:cubicBezTo>
                <a:close/>
                <a:moveTo>
                  <a:pt x="114299" y="0"/>
                </a:moveTo>
                <a:lnTo>
                  <a:pt x="133350" y="0"/>
                </a:lnTo>
                <a:cubicBezTo>
                  <a:pt x="164522" y="0"/>
                  <a:pt x="171450" y="10716"/>
                  <a:pt x="171450" y="85726"/>
                </a:cubicBezTo>
                <a:cubicBezTo>
                  <a:pt x="171450" y="92602"/>
                  <a:pt x="171392" y="98938"/>
                  <a:pt x="171262" y="104775"/>
                </a:cubicBezTo>
                <a:cubicBezTo>
                  <a:pt x="171262" y="114301"/>
                  <a:pt x="165645" y="114301"/>
                  <a:pt x="152400" y="114301"/>
                </a:cubicBezTo>
                <a:cubicBezTo>
                  <a:pt x="131358" y="114301"/>
                  <a:pt x="114300" y="131358"/>
                  <a:pt x="114300" y="152401"/>
                </a:cubicBezTo>
                <a:cubicBezTo>
                  <a:pt x="114300" y="154013"/>
                  <a:pt x="114400" y="155602"/>
                  <a:pt x="114594" y="157162"/>
                </a:cubicBezTo>
                <a:cubicBezTo>
                  <a:pt x="115346" y="163190"/>
                  <a:pt x="113668" y="173400"/>
                  <a:pt x="104775" y="170697"/>
                </a:cubicBezTo>
                <a:cubicBezTo>
                  <a:pt x="95250" y="167802"/>
                  <a:pt x="95250" y="153765"/>
                  <a:pt x="95250" y="85726"/>
                </a:cubicBezTo>
                <a:cubicBezTo>
                  <a:pt x="95250" y="23010"/>
                  <a:pt x="95250" y="6177"/>
                  <a:pt x="102709" y="1658"/>
                </a:cubicBezTo>
                <a:cubicBezTo>
                  <a:pt x="105446" y="1"/>
                  <a:pt x="109187" y="0"/>
                  <a:pt x="114299" y="0"/>
                </a:cubicBezTo>
                <a:close/>
                <a:moveTo>
                  <a:pt x="38100" y="0"/>
                </a:moveTo>
                <a:lnTo>
                  <a:pt x="57150" y="0"/>
                </a:lnTo>
                <a:cubicBezTo>
                  <a:pt x="62263" y="0"/>
                  <a:pt x="66004" y="1"/>
                  <a:pt x="68741" y="1658"/>
                </a:cubicBezTo>
                <a:cubicBezTo>
                  <a:pt x="76200" y="6177"/>
                  <a:pt x="76200" y="23010"/>
                  <a:pt x="76200" y="85725"/>
                </a:cubicBezTo>
                <a:cubicBezTo>
                  <a:pt x="76200" y="171450"/>
                  <a:pt x="76200" y="171450"/>
                  <a:pt x="57150" y="171450"/>
                </a:cubicBezTo>
                <a:lnTo>
                  <a:pt x="38100" y="171450"/>
                </a:lnTo>
                <a:cubicBezTo>
                  <a:pt x="6927" y="171450"/>
                  <a:pt x="0" y="160734"/>
                  <a:pt x="0" y="85725"/>
                </a:cubicBezTo>
                <a:cubicBezTo>
                  <a:pt x="0" y="10716"/>
                  <a:pt x="6927" y="0"/>
                  <a:pt x="38100" y="0"/>
                </a:cubicBezTo>
                <a:close/>
              </a:path>
            </a:pathLst>
          </a:custGeom>
          <a:solidFill>
            <a:srgbClr val="000000"/>
          </a:solidFill>
          <a:ln w="9525" cap="flat">
            <a:noFill/>
            <a:prstDash val="solid"/>
            <a:miter/>
          </a:ln>
        </p:spPr>
        <p:txBody>
          <a:bodyPr rtlCol="0" anchor="ctr"/>
          <a:lstStyle/>
          <a:p>
            <a:endParaRPr lang="ru-RU"/>
          </a:p>
        </p:txBody>
      </p:sp>
      <p:sp>
        <p:nvSpPr>
          <p:cNvPr id="526" name="Рисунок 375">
            <a:extLst>
              <a:ext uri="{FF2B5EF4-FFF2-40B4-BE49-F238E27FC236}">
                <a16:creationId xmlns:a16="http://schemas.microsoft.com/office/drawing/2014/main" id="{965A7EC1-7788-8C6D-19CC-0CB7CB717016}"/>
              </a:ext>
            </a:extLst>
          </p:cNvPr>
          <p:cNvSpPr/>
          <p:nvPr/>
        </p:nvSpPr>
        <p:spPr>
          <a:xfrm>
            <a:off x="9071532" y="2872477"/>
            <a:ext cx="171450" cy="171450"/>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148825 w 171450"/>
              <a:gd name="connsiteY5" fmla="*/ 74113 h 171450"/>
              <a:gd name="connsiteX6" fmla="*/ 101200 w 171450"/>
              <a:gd name="connsiteY6" fmla="*/ 112213 h 171450"/>
              <a:gd name="connsiteX7" fmla="*/ 88515 w 171450"/>
              <a:gd name="connsiteY7" fmla="*/ 111511 h 171450"/>
              <a:gd name="connsiteX8" fmla="*/ 65781 w 171450"/>
              <a:gd name="connsiteY8" fmla="*/ 88777 h 171450"/>
              <a:gd name="connsiteX9" fmla="*/ 34290 w 171450"/>
              <a:gd name="connsiteY9" fmla="*/ 112395 h 171450"/>
              <a:gd name="connsiteX10" fmla="*/ 20955 w 171450"/>
              <a:gd name="connsiteY10" fmla="*/ 110491 h 171450"/>
              <a:gd name="connsiteX11" fmla="*/ 22860 w 171450"/>
              <a:gd name="connsiteY11" fmla="*/ 97156 h 171450"/>
              <a:gd name="connsiteX12" fmla="*/ 60960 w 171450"/>
              <a:gd name="connsiteY12" fmla="*/ 68581 h 171450"/>
              <a:gd name="connsiteX13" fmla="*/ 73410 w 171450"/>
              <a:gd name="connsiteY13" fmla="*/ 69466 h 171450"/>
              <a:gd name="connsiteX14" fmla="*/ 95957 w 171450"/>
              <a:gd name="connsiteY14" fmla="*/ 92012 h 171450"/>
              <a:gd name="connsiteX15" fmla="*/ 136925 w 171450"/>
              <a:gd name="connsiteY15" fmla="*/ 59237 h 171450"/>
              <a:gd name="connsiteX16" fmla="*/ 150313 w 171450"/>
              <a:gd name="connsiteY16" fmla="*/ 60725 h 171450"/>
              <a:gd name="connsiteX17" fmla="*/ 148825 w 171450"/>
              <a:gd name="connsiteY17" fmla="*/ 7411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71450">
                <a:moveTo>
                  <a:pt x="85725" y="0"/>
                </a:moveTo>
                <a:cubicBezTo>
                  <a:pt x="15130" y="0"/>
                  <a:pt x="0" y="15130"/>
                  <a:pt x="0" y="85725"/>
                </a:cubicBezTo>
                <a:cubicBezTo>
                  <a:pt x="0" y="156320"/>
                  <a:pt x="15130" y="171450"/>
                  <a:pt x="85725" y="171450"/>
                </a:cubicBezTo>
                <a:cubicBezTo>
                  <a:pt x="156320" y="171450"/>
                  <a:pt x="171450" y="156320"/>
                  <a:pt x="171450" y="85725"/>
                </a:cubicBezTo>
                <a:cubicBezTo>
                  <a:pt x="171450" y="15130"/>
                  <a:pt x="156320" y="0"/>
                  <a:pt x="85725" y="0"/>
                </a:cubicBezTo>
                <a:close/>
                <a:moveTo>
                  <a:pt x="148825" y="74113"/>
                </a:moveTo>
                <a:lnTo>
                  <a:pt x="101200" y="112213"/>
                </a:lnTo>
                <a:cubicBezTo>
                  <a:pt x="97410" y="115245"/>
                  <a:pt x="91947" y="114943"/>
                  <a:pt x="88515" y="111511"/>
                </a:cubicBezTo>
                <a:lnTo>
                  <a:pt x="65781" y="88777"/>
                </a:lnTo>
                <a:lnTo>
                  <a:pt x="34290" y="112395"/>
                </a:lnTo>
                <a:cubicBezTo>
                  <a:pt x="30082" y="115551"/>
                  <a:pt x="24111" y="114699"/>
                  <a:pt x="20955" y="110491"/>
                </a:cubicBezTo>
                <a:cubicBezTo>
                  <a:pt x="17799" y="106282"/>
                  <a:pt x="18651" y="100312"/>
                  <a:pt x="22860" y="97156"/>
                </a:cubicBezTo>
                <a:lnTo>
                  <a:pt x="60960" y="68581"/>
                </a:lnTo>
                <a:cubicBezTo>
                  <a:pt x="64752" y="65737"/>
                  <a:pt x="70058" y="66113"/>
                  <a:pt x="73410" y="69466"/>
                </a:cubicBezTo>
                <a:lnTo>
                  <a:pt x="95957" y="92012"/>
                </a:lnTo>
                <a:lnTo>
                  <a:pt x="136925" y="59237"/>
                </a:lnTo>
                <a:cubicBezTo>
                  <a:pt x="141033" y="55951"/>
                  <a:pt x="147027" y="56617"/>
                  <a:pt x="150313" y="60725"/>
                </a:cubicBezTo>
                <a:cubicBezTo>
                  <a:pt x="153599" y="64833"/>
                  <a:pt x="152933" y="70827"/>
                  <a:pt x="148825" y="74113"/>
                </a:cubicBezTo>
                <a:close/>
              </a:path>
            </a:pathLst>
          </a:custGeom>
          <a:solidFill>
            <a:srgbClr val="000000"/>
          </a:solidFill>
          <a:ln w="9525" cap="flat">
            <a:noFill/>
            <a:prstDash val="solid"/>
            <a:miter/>
          </a:ln>
        </p:spPr>
        <p:txBody>
          <a:bodyPr rtlCol="0" anchor="ctr"/>
          <a:lstStyle/>
          <a:p>
            <a:endParaRPr lang="ru-RU"/>
          </a:p>
        </p:txBody>
      </p:sp>
      <p:sp>
        <p:nvSpPr>
          <p:cNvPr id="527" name="Рисунок 399">
            <a:extLst>
              <a:ext uri="{FF2B5EF4-FFF2-40B4-BE49-F238E27FC236}">
                <a16:creationId xmlns:a16="http://schemas.microsoft.com/office/drawing/2014/main" id="{DE156B0E-E04A-C898-0034-6A69F4E34564}"/>
              </a:ext>
            </a:extLst>
          </p:cNvPr>
          <p:cNvSpPr/>
          <p:nvPr/>
        </p:nvSpPr>
        <p:spPr>
          <a:xfrm>
            <a:off x="9071532" y="3391600"/>
            <a:ext cx="171450" cy="171450"/>
          </a:xfrm>
          <a:custGeom>
            <a:avLst/>
            <a:gdLst>
              <a:gd name="connsiteX0" fmla="*/ 141850 w 171450"/>
              <a:gd name="connsiteY0" fmla="*/ 114909 h 171450"/>
              <a:gd name="connsiteX1" fmla="*/ 152400 w 171450"/>
              <a:gd name="connsiteY1" fmla="*/ 76200 h 171450"/>
              <a:gd name="connsiteX2" fmla="*/ 76200 w 171450"/>
              <a:gd name="connsiteY2" fmla="*/ 0 h 171450"/>
              <a:gd name="connsiteX3" fmla="*/ 0 w 171450"/>
              <a:gd name="connsiteY3" fmla="*/ 76200 h 171450"/>
              <a:gd name="connsiteX4" fmla="*/ 76200 w 171450"/>
              <a:gd name="connsiteY4" fmla="*/ 152400 h 171450"/>
              <a:gd name="connsiteX5" fmla="*/ 114910 w 171450"/>
              <a:gd name="connsiteY5" fmla="*/ 141849 h 171450"/>
              <a:gd name="connsiteX6" fmla="*/ 138930 w 171450"/>
              <a:gd name="connsiteY6" fmla="*/ 165870 h 171450"/>
              <a:gd name="connsiteX7" fmla="*/ 165871 w 171450"/>
              <a:gd name="connsiteY7" fmla="*/ 165870 h 171450"/>
              <a:gd name="connsiteX8" fmla="*/ 165871 w 171450"/>
              <a:gd name="connsiteY8" fmla="*/ 138930 h 171450"/>
              <a:gd name="connsiteX9" fmla="*/ 141850 w 171450"/>
              <a:gd name="connsiteY9" fmla="*/ 114909 h 171450"/>
              <a:gd name="connsiteX10" fmla="*/ 76200 w 171450"/>
              <a:gd name="connsiteY10" fmla="*/ 123825 h 171450"/>
              <a:gd name="connsiteX11" fmla="*/ 28575 w 171450"/>
              <a:gd name="connsiteY11" fmla="*/ 76200 h 171450"/>
              <a:gd name="connsiteX12" fmla="*/ 76200 w 171450"/>
              <a:gd name="connsiteY12" fmla="*/ 28575 h 171450"/>
              <a:gd name="connsiteX13" fmla="*/ 123825 w 171450"/>
              <a:gd name="connsiteY13" fmla="*/ 76200 h 171450"/>
              <a:gd name="connsiteX14" fmla="*/ 76200 w 171450"/>
              <a:gd name="connsiteY14"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141850" y="114909"/>
                </a:moveTo>
                <a:cubicBezTo>
                  <a:pt x="148554" y="103564"/>
                  <a:pt x="152400" y="90331"/>
                  <a:pt x="152400" y="76200"/>
                </a:cubicBezTo>
                <a:cubicBezTo>
                  <a:pt x="152400" y="34116"/>
                  <a:pt x="118284" y="0"/>
                  <a:pt x="76200" y="0"/>
                </a:cubicBezTo>
                <a:cubicBezTo>
                  <a:pt x="34116" y="0"/>
                  <a:pt x="0" y="34116"/>
                  <a:pt x="0" y="76200"/>
                </a:cubicBezTo>
                <a:cubicBezTo>
                  <a:pt x="0" y="118284"/>
                  <a:pt x="34116" y="152400"/>
                  <a:pt x="76200" y="152400"/>
                </a:cubicBezTo>
                <a:cubicBezTo>
                  <a:pt x="90331" y="152400"/>
                  <a:pt x="103564" y="148553"/>
                  <a:pt x="114910" y="141849"/>
                </a:cubicBezTo>
                <a:lnTo>
                  <a:pt x="138930" y="165870"/>
                </a:lnTo>
                <a:cubicBezTo>
                  <a:pt x="146370" y="173310"/>
                  <a:pt x="158431" y="173310"/>
                  <a:pt x="165871" y="165870"/>
                </a:cubicBezTo>
                <a:cubicBezTo>
                  <a:pt x="173310" y="158431"/>
                  <a:pt x="173310" y="146369"/>
                  <a:pt x="165871" y="138930"/>
                </a:cubicBezTo>
                <a:lnTo>
                  <a:pt x="141850" y="114909"/>
                </a:lnTo>
                <a:close/>
                <a:moveTo>
                  <a:pt x="76200" y="123825"/>
                </a:moveTo>
                <a:cubicBezTo>
                  <a:pt x="49897" y="123825"/>
                  <a:pt x="28575" y="102502"/>
                  <a:pt x="28575" y="76200"/>
                </a:cubicBezTo>
                <a:cubicBezTo>
                  <a:pt x="28575" y="49897"/>
                  <a:pt x="49897" y="28575"/>
                  <a:pt x="76200" y="28575"/>
                </a:cubicBezTo>
                <a:cubicBezTo>
                  <a:pt x="102502" y="28575"/>
                  <a:pt x="123825" y="49897"/>
                  <a:pt x="123825" y="76200"/>
                </a:cubicBezTo>
                <a:cubicBezTo>
                  <a:pt x="123825" y="102502"/>
                  <a:pt x="102502" y="123825"/>
                  <a:pt x="76200" y="123825"/>
                </a:cubicBezTo>
                <a:close/>
              </a:path>
            </a:pathLst>
          </a:custGeom>
          <a:solidFill>
            <a:srgbClr val="000000"/>
          </a:solidFill>
          <a:ln w="9525" cap="flat">
            <a:noFill/>
            <a:prstDash val="solid"/>
            <a:miter/>
          </a:ln>
        </p:spPr>
        <p:txBody>
          <a:bodyPr rtlCol="0" anchor="ctr"/>
          <a:lstStyle/>
          <a:p>
            <a:endParaRPr lang="ru-RU"/>
          </a:p>
        </p:txBody>
      </p:sp>
      <p:sp>
        <p:nvSpPr>
          <p:cNvPr id="728" name="Полилиния: фигура 727">
            <a:extLst>
              <a:ext uri="{FF2B5EF4-FFF2-40B4-BE49-F238E27FC236}">
                <a16:creationId xmlns:a16="http://schemas.microsoft.com/office/drawing/2014/main" id="{87A39855-A069-7255-EBDA-7FC90378A7F0}"/>
              </a:ext>
            </a:extLst>
          </p:cNvPr>
          <p:cNvSpPr/>
          <p:nvPr/>
        </p:nvSpPr>
        <p:spPr>
          <a:xfrm>
            <a:off x="9490369" y="1834537"/>
            <a:ext cx="171450" cy="171450"/>
          </a:xfrm>
          <a:custGeom>
            <a:avLst/>
            <a:gdLst>
              <a:gd name="connsiteX0" fmla="*/ 28575 w 171450"/>
              <a:gd name="connsiteY0" fmla="*/ 142875 h 171450"/>
              <a:gd name="connsiteX1" fmla="*/ 142875 w 171450"/>
              <a:gd name="connsiteY1" fmla="*/ 142875 h 171450"/>
              <a:gd name="connsiteX2" fmla="*/ 169800 w 171450"/>
              <a:gd name="connsiteY2" fmla="*/ 146174 h 171450"/>
              <a:gd name="connsiteX3" fmla="*/ 171450 w 171450"/>
              <a:gd name="connsiteY3" fmla="*/ 157163 h 171450"/>
              <a:gd name="connsiteX4" fmla="*/ 169800 w 171450"/>
              <a:gd name="connsiteY4" fmla="*/ 168151 h 171450"/>
              <a:gd name="connsiteX5" fmla="*/ 142875 w 171450"/>
              <a:gd name="connsiteY5" fmla="*/ 171450 h 171450"/>
              <a:gd name="connsiteX6" fmla="*/ 28575 w 171450"/>
              <a:gd name="connsiteY6" fmla="*/ 171450 h 171450"/>
              <a:gd name="connsiteX7" fmla="*/ 1650 w 171450"/>
              <a:gd name="connsiteY7" fmla="*/ 168151 h 171450"/>
              <a:gd name="connsiteX8" fmla="*/ 0 w 171450"/>
              <a:gd name="connsiteY8" fmla="*/ 157163 h 171450"/>
              <a:gd name="connsiteX9" fmla="*/ 1650 w 171450"/>
              <a:gd name="connsiteY9" fmla="*/ 146174 h 171450"/>
              <a:gd name="connsiteX10" fmla="*/ 28575 w 171450"/>
              <a:gd name="connsiteY10" fmla="*/ 142875 h 171450"/>
              <a:gd name="connsiteX11" fmla="*/ 132526 w 171450"/>
              <a:gd name="connsiteY11" fmla="*/ 76199 h 171450"/>
              <a:gd name="connsiteX12" fmla="*/ 153208 w 171450"/>
              <a:gd name="connsiteY12" fmla="*/ 76199 h 171450"/>
              <a:gd name="connsiteX13" fmla="*/ 161902 w 171450"/>
              <a:gd name="connsiteY13" fmla="*/ 81391 h 171450"/>
              <a:gd name="connsiteX14" fmla="*/ 159721 w 171450"/>
              <a:gd name="connsiteY14" fmla="*/ 86228 h 171450"/>
              <a:gd name="connsiteX15" fmla="*/ 156211 w 171450"/>
              <a:gd name="connsiteY15" fmla="*/ 89188 h 171450"/>
              <a:gd name="connsiteX16" fmla="*/ 152392 w 171450"/>
              <a:gd name="connsiteY16" fmla="*/ 104775 h 171450"/>
              <a:gd name="connsiteX17" fmla="*/ 156211 w 171450"/>
              <a:gd name="connsiteY17" fmla="*/ 120363 h 171450"/>
              <a:gd name="connsiteX18" fmla="*/ 159721 w 171450"/>
              <a:gd name="connsiteY18" fmla="*/ 123322 h 171450"/>
              <a:gd name="connsiteX19" fmla="*/ 161902 w 171450"/>
              <a:gd name="connsiteY19" fmla="*/ 128159 h 171450"/>
              <a:gd name="connsiteX20" fmla="*/ 153208 w 171450"/>
              <a:gd name="connsiteY20" fmla="*/ 133350 h 171450"/>
              <a:gd name="connsiteX21" fmla="*/ 132526 w 171450"/>
              <a:gd name="connsiteY21" fmla="*/ 133350 h 171450"/>
              <a:gd name="connsiteX22" fmla="*/ 123831 w 171450"/>
              <a:gd name="connsiteY22" fmla="*/ 128159 h 171450"/>
              <a:gd name="connsiteX23" fmla="*/ 126013 w 171450"/>
              <a:gd name="connsiteY23" fmla="*/ 123322 h 171450"/>
              <a:gd name="connsiteX24" fmla="*/ 129523 w 171450"/>
              <a:gd name="connsiteY24" fmla="*/ 120363 h 171450"/>
              <a:gd name="connsiteX25" fmla="*/ 133342 w 171450"/>
              <a:gd name="connsiteY25" fmla="*/ 104775 h 171450"/>
              <a:gd name="connsiteX26" fmla="*/ 129523 w 171450"/>
              <a:gd name="connsiteY26" fmla="*/ 89188 h 171450"/>
              <a:gd name="connsiteX27" fmla="*/ 126013 w 171450"/>
              <a:gd name="connsiteY27" fmla="*/ 86228 h 171450"/>
              <a:gd name="connsiteX28" fmla="*/ 123831 w 171450"/>
              <a:gd name="connsiteY28" fmla="*/ 81391 h 171450"/>
              <a:gd name="connsiteX29" fmla="*/ 132526 w 171450"/>
              <a:gd name="connsiteY29" fmla="*/ 76199 h 171450"/>
              <a:gd name="connsiteX30" fmla="*/ 75376 w 171450"/>
              <a:gd name="connsiteY30" fmla="*/ 76199 h 171450"/>
              <a:gd name="connsiteX31" fmla="*/ 96058 w 171450"/>
              <a:gd name="connsiteY31" fmla="*/ 76199 h 171450"/>
              <a:gd name="connsiteX32" fmla="*/ 104752 w 171450"/>
              <a:gd name="connsiteY32" fmla="*/ 81391 h 171450"/>
              <a:gd name="connsiteX33" fmla="*/ 102571 w 171450"/>
              <a:gd name="connsiteY33" fmla="*/ 86228 h 171450"/>
              <a:gd name="connsiteX34" fmla="*/ 99061 w 171450"/>
              <a:gd name="connsiteY34" fmla="*/ 89188 h 171450"/>
              <a:gd name="connsiteX35" fmla="*/ 95242 w 171450"/>
              <a:gd name="connsiteY35" fmla="*/ 104775 h 171450"/>
              <a:gd name="connsiteX36" fmla="*/ 99061 w 171450"/>
              <a:gd name="connsiteY36" fmla="*/ 120363 h 171450"/>
              <a:gd name="connsiteX37" fmla="*/ 102571 w 171450"/>
              <a:gd name="connsiteY37" fmla="*/ 123322 h 171450"/>
              <a:gd name="connsiteX38" fmla="*/ 104752 w 171450"/>
              <a:gd name="connsiteY38" fmla="*/ 128159 h 171450"/>
              <a:gd name="connsiteX39" fmla="*/ 96058 w 171450"/>
              <a:gd name="connsiteY39" fmla="*/ 133350 h 171450"/>
              <a:gd name="connsiteX40" fmla="*/ 75376 w 171450"/>
              <a:gd name="connsiteY40" fmla="*/ 133350 h 171450"/>
              <a:gd name="connsiteX41" fmla="*/ 66681 w 171450"/>
              <a:gd name="connsiteY41" fmla="*/ 128159 h 171450"/>
              <a:gd name="connsiteX42" fmla="*/ 68863 w 171450"/>
              <a:gd name="connsiteY42" fmla="*/ 123322 h 171450"/>
              <a:gd name="connsiteX43" fmla="*/ 72373 w 171450"/>
              <a:gd name="connsiteY43" fmla="*/ 120363 h 171450"/>
              <a:gd name="connsiteX44" fmla="*/ 76192 w 171450"/>
              <a:gd name="connsiteY44" fmla="*/ 104775 h 171450"/>
              <a:gd name="connsiteX45" fmla="*/ 72373 w 171450"/>
              <a:gd name="connsiteY45" fmla="*/ 89188 h 171450"/>
              <a:gd name="connsiteX46" fmla="*/ 68863 w 171450"/>
              <a:gd name="connsiteY46" fmla="*/ 86228 h 171450"/>
              <a:gd name="connsiteX47" fmla="*/ 66681 w 171450"/>
              <a:gd name="connsiteY47" fmla="*/ 81391 h 171450"/>
              <a:gd name="connsiteX48" fmla="*/ 75376 w 171450"/>
              <a:gd name="connsiteY48" fmla="*/ 76199 h 171450"/>
              <a:gd name="connsiteX49" fmla="*/ 18234 w 171450"/>
              <a:gd name="connsiteY49" fmla="*/ 76199 h 171450"/>
              <a:gd name="connsiteX50" fmla="*/ 38916 w 171450"/>
              <a:gd name="connsiteY50" fmla="*/ 76199 h 171450"/>
              <a:gd name="connsiteX51" fmla="*/ 47610 w 171450"/>
              <a:gd name="connsiteY51" fmla="*/ 81391 h 171450"/>
              <a:gd name="connsiteX52" fmla="*/ 45429 w 171450"/>
              <a:gd name="connsiteY52" fmla="*/ 86228 h 171450"/>
              <a:gd name="connsiteX53" fmla="*/ 41919 w 171450"/>
              <a:gd name="connsiteY53" fmla="*/ 89188 h 171450"/>
              <a:gd name="connsiteX54" fmla="*/ 38100 w 171450"/>
              <a:gd name="connsiteY54" fmla="*/ 104775 h 171450"/>
              <a:gd name="connsiteX55" fmla="*/ 41919 w 171450"/>
              <a:gd name="connsiteY55" fmla="*/ 120363 h 171450"/>
              <a:gd name="connsiteX56" fmla="*/ 45429 w 171450"/>
              <a:gd name="connsiteY56" fmla="*/ 123322 h 171450"/>
              <a:gd name="connsiteX57" fmla="*/ 47610 w 171450"/>
              <a:gd name="connsiteY57" fmla="*/ 128159 h 171450"/>
              <a:gd name="connsiteX58" fmla="*/ 38916 w 171450"/>
              <a:gd name="connsiteY58" fmla="*/ 133350 h 171450"/>
              <a:gd name="connsiteX59" fmla="*/ 18234 w 171450"/>
              <a:gd name="connsiteY59" fmla="*/ 133350 h 171450"/>
              <a:gd name="connsiteX60" fmla="*/ 9539 w 171450"/>
              <a:gd name="connsiteY60" fmla="*/ 128159 h 171450"/>
              <a:gd name="connsiteX61" fmla="*/ 11721 w 171450"/>
              <a:gd name="connsiteY61" fmla="*/ 123322 h 171450"/>
              <a:gd name="connsiteX62" fmla="*/ 15231 w 171450"/>
              <a:gd name="connsiteY62" fmla="*/ 120363 h 171450"/>
              <a:gd name="connsiteX63" fmla="*/ 19050 w 171450"/>
              <a:gd name="connsiteY63" fmla="*/ 104775 h 171450"/>
              <a:gd name="connsiteX64" fmla="*/ 15231 w 171450"/>
              <a:gd name="connsiteY64" fmla="*/ 89188 h 171450"/>
              <a:gd name="connsiteX65" fmla="*/ 11721 w 171450"/>
              <a:gd name="connsiteY65" fmla="*/ 86228 h 171450"/>
              <a:gd name="connsiteX66" fmla="*/ 9539 w 171450"/>
              <a:gd name="connsiteY66" fmla="*/ 81391 h 171450"/>
              <a:gd name="connsiteX67" fmla="*/ 18234 w 171450"/>
              <a:gd name="connsiteY67" fmla="*/ 76199 h 171450"/>
              <a:gd name="connsiteX68" fmla="*/ 85725 w 171450"/>
              <a:gd name="connsiteY68" fmla="*/ 28575 h 171450"/>
              <a:gd name="connsiteX69" fmla="*/ 76200 w 171450"/>
              <a:gd name="connsiteY69" fmla="*/ 38100 h 171450"/>
              <a:gd name="connsiteX70" fmla="*/ 85725 w 171450"/>
              <a:gd name="connsiteY70" fmla="*/ 47625 h 171450"/>
              <a:gd name="connsiteX71" fmla="*/ 95250 w 171450"/>
              <a:gd name="connsiteY71" fmla="*/ 38100 h 171450"/>
              <a:gd name="connsiteX72" fmla="*/ 85725 w 171450"/>
              <a:gd name="connsiteY72" fmla="*/ 28575 h 171450"/>
              <a:gd name="connsiteX73" fmla="*/ 85725 w 171450"/>
              <a:gd name="connsiteY73" fmla="*/ 0 h 171450"/>
              <a:gd name="connsiteX74" fmla="*/ 148128 w 171450"/>
              <a:gd name="connsiteY74" fmla="*/ 26894 h 171450"/>
              <a:gd name="connsiteX75" fmla="*/ 157163 w 171450"/>
              <a:gd name="connsiteY75" fmla="*/ 31750 h 171450"/>
              <a:gd name="connsiteX76" fmla="*/ 158252 w 171450"/>
              <a:gd name="connsiteY76" fmla="*/ 32318 h 171450"/>
              <a:gd name="connsiteX77" fmla="*/ 171450 w 171450"/>
              <a:gd name="connsiteY77" fmla="*/ 52388 h 171450"/>
              <a:gd name="connsiteX78" fmla="*/ 142875 w 171450"/>
              <a:gd name="connsiteY78" fmla="*/ 66675 h 171450"/>
              <a:gd name="connsiteX79" fmla="*/ 28575 w 171450"/>
              <a:gd name="connsiteY79" fmla="*/ 66675 h 171450"/>
              <a:gd name="connsiteX80" fmla="*/ 0 w 171450"/>
              <a:gd name="connsiteY80" fmla="*/ 52388 h 171450"/>
              <a:gd name="connsiteX81" fmla="*/ 13198 w 171450"/>
              <a:gd name="connsiteY81" fmla="*/ 32318 h 171450"/>
              <a:gd name="connsiteX82" fmla="*/ 14288 w 171450"/>
              <a:gd name="connsiteY82" fmla="*/ 31750 h 171450"/>
              <a:gd name="connsiteX83" fmla="*/ 23322 w 171450"/>
              <a:gd name="connsiteY83" fmla="*/ 26894 h 171450"/>
              <a:gd name="connsiteX84" fmla="*/ 85725 w 171450"/>
              <a:gd name="connsiteY84"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71450" h="171450">
                <a:moveTo>
                  <a:pt x="28575" y="142875"/>
                </a:moveTo>
                <a:lnTo>
                  <a:pt x="142875" y="142875"/>
                </a:lnTo>
                <a:cubicBezTo>
                  <a:pt x="160406" y="142875"/>
                  <a:pt x="167182" y="142875"/>
                  <a:pt x="169800" y="146174"/>
                </a:cubicBezTo>
                <a:cubicBezTo>
                  <a:pt x="171450" y="148253"/>
                  <a:pt x="171450" y="151641"/>
                  <a:pt x="171450" y="157163"/>
                </a:cubicBezTo>
                <a:cubicBezTo>
                  <a:pt x="171450" y="162684"/>
                  <a:pt x="171450" y="166072"/>
                  <a:pt x="169800" y="168151"/>
                </a:cubicBezTo>
                <a:cubicBezTo>
                  <a:pt x="167182" y="171450"/>
                  <a:pt x="160406" y="171450"/>
                  <a:pt x="142875" y="171450"/>
                </a:cubicBezTo>
                <a:lnTo>
                  <a:pt x="28575" y="171450"/>
                </a:lnTo>
                <a:cubicBezTo>
                  <a:pt x="11044" y="171450"/>
                  <a:pt x="4268" y="171450"/>
                  <a:pt x="1650" y="168151"/>
                </a:cubicBezTo>
                <a:cubicBezTo>
                  <a:pt x="0" y="166072"/>
                  <a:pt x="0" y="162684"/>
                  <a:pt x="0" y="157163"/>
                </a:cubicBezTo>
                <a:cubicBezTo>
                  <a:pt x="0" y="151641"/>
                  <a:pt x="0" y="148253"/>
                  <a:pt x="1650" y="146174"/>
                </a:cubicBezTo>
                <a:cubicBezTo>
                  <a:pt x="4268" y="142875"/>
                  <a:pt x="11044" y="142875"/>
                  <a:pt x="28575" y="142875"/>
                </a:cubicBezTo>
                <a:close/>
                <a:moveTo>
                  <a:pt x="132526" y="76199"/>
                </a:moveTo>
                <a:lnTo>
                  <a:pt x="153208" y="76199"/>
                </a:lnTo>
                <a:cubicBezTo>
                  <a:pt x="160712" y="76194"/>
                  <a:pt x="161767" y="76193"/>
                  <a:pt x="161902" y="81391"/>
                </a:cubicBezTo>
                <a:cubicBezTo>
                  <a:pt x="161996" y="84980"/>
                  <a:pt x="161157" y="85441"/>
                  <a:pt x="159721" y="86228"/>
                </a:cubicBezTo>
                <a:cubicBezTo>
                  <a:pt x="158777" y="86745"/>
                  <a:pt x="157575" y="87405"/>
                  <a:pt x="156211" y="89188"/>
                </a:cubicBezTo>
                <a:cubicBezTo>
                  <a:pt x="154182" y="91837"/>
                  <a:pt x="152392" y="96516"/>
                  <a:pt x="152392" y="104775"/>
                </a:cubicBezTo>
                <a:cubicBezTo>
                  <a:pt x="152392" y="113034"/>
                  <a:pt x="154182" y="117713"/>
                  <a:pt x="156211" y="120363"/>
                </a:cubicBezTo>
                <a:cubicBezTo>
                  <a:pt x="157575" y="122145"/>
                  <a:pt x="158777" y="122804"/>
                  <a:pt x="159721" y="123322"/>
                </a:cubicBezTo>
                <a:cubicBezTo>
                  <a:pt x="161157" y="124109"/>
                  <a:pt x="161996" y="124569"/>
                  <a:pt x="161902" y="128159"/>
                </a:cubicBezTo>
                <a:cubicBezTo>
                  <a:pt x="161767" y="133358"/>
                  <a:pt x="160712" y="133357"/>
                  <a:pt x="153208" y="133350"/>
                </a:cubicBezTo>
                <a:lnTo>
                  <a:pt x="132526" y="133350"/>
                </a:lnTo>
                <a:cubicBezTo>
                  <a:pt x="125023" y="133357"/>
                  <a:pt x="123966" y="133358"/>
                  <a:pt x="123831" y="128159"/>
                </a:cubicBezTo>
                <a:cubicBezTo>
                  <a:pt x="123738" y="124569"/>
                  <a:pt x="124577" y="124109"/>
                  <a:pt x="126013" y="123322"/>
                </a:cubicBezTo>
                <a:cubicBezTo>
                  <a:pt x="126957" y="122804"/>
                  <a:pt x="128159" y="122145"/>
                  <a:pt x="129523" y="120363"/>
                </a:cubicBezTo>
                <a:cubicBezTo>
                  <a:pt x="131552" y="117713"/>
                  <a:pt x="133342" y="113034"/>
                  <a:pt x="133342" y="104775"/>
                </a:cubicBezTo>
                <a:cubicBezTo>
                  <a:pt x="133342" y="96516"/>
                  <a:pt x="131552" y="91837"/>
                  <a:pt x="129523" y="89188"/>
                </a:cubicBezTo>
                <a:cubicBezTo>
                  <a:pt x="128159" y="87405"/>
                  <a:pt x="126957" y="86745"/>
                  <a:pt x="126013" y="86228"/>
                </a:cubicBezTo>
                <a:cubicBezTo>
                  <a:pt x="124577" y="85441"/>
                  <a:pt x="123738" y="84980"/>
                  <a:pt x="123831" y="81391"/>
                </a:cubicBezTo>
                <a:cubicBezTo>
                  <a:pt x="123966" y="76193"/>
                  <a:pt x="125023" y="76194"/>
                  <a:pt x="132526" y="76199"/>
                </a:cubicBezTo>
                <a:close/>
                <a:moveTo>
                  <a:pt x="75376" y="76199"/>
                </a:moveTo>
                <a:lnTo>
                  <a:pt x="96058" y="76199"/>
                </a:lnTo>
                <a:cubicBezTo>
                  <a:pt x="103562" y="76194"/>
                  <a:pt x="104617" y="76193"/>
                  <a:pt x="104752" y="81391"/>
                </a:cubicBezTo>
                <a:cubicBezTo>
                  <a:pt x="104846" y="84980"/>
                  <a:pt x="104007" y="85441"/>
                  <a:pt x="102571" y="86228"/>
                </a:cubicBezTo>
                <a:cubicBezTo>
                  <a:pt x="101627" y="86745"/>
                  <a:pt x="100425" y="87405"/>
                  <a:pt x="99061" y="89188"/>
                </a:cubicBezTo>
                <a:cubicBezTo>
                  <a:pt x="97032" y="91837"/>
                  <a:pt x="95242" y="96516"/>
                  <a:pt x="95242" y="104775"/>
                </a:cubicBezTo>
                <a:cubicBezTo>
                  <a:pt x="95242" y="113034"/>
                  <a:pt x="97032" y="117713"/>
                  <a:pt x="99061" y="120363"/>
                </a:cubicBezTo>
                <a:cubicBezTo>
                  <a:pt x="100425" y="122145"/>
                  <a:pt x="101627" y="122804"/>
                  <a:pt x="102571" y="123322"/>
                </a:cubicBezTo>
                <a:cubicBezTo>
                  <a:pt x="104007" y="124109"/>
                  <a:pt x="104846" y="124569"/>
                  <a:pt x="104752" y="128159"/>
                </a:cubicBezTo>
                <a:cubicBezTo>
                  <a:pt x="104617" y="133358"/>
                  <a:pt x="103562" y="133357"/>
                  <a:pt x="96058" y="133350"/>
                </a:cubicBezTo>
                <a:lnTo>
                  <a:pt x="75376" y="133350"/>
                </a:lnTo>
                <a:cubicBezTo>
                  <a:pt x="67873" y="133357"/>
                  <a:pt x="66816" y="133358"/>
                  <a:pt x="66681" y="128159"/>
                </a:cubicBezTo>
                <a:cubicBezTo>
                  <a:pt x="66588" y="124569"/>
                  <a:pt x="67427" y="124109"/>
                  <a:pt x="68863" y="123322"/>
                </a:cubicBezTo>
                <a:cubicBezTo>
                  <a:pt x="69807" y="122804"/>
                  <a:pt x="71009" y="122145"/>
                  <a:pt x="72373" y="120363"/>
                </a:cubicBezTo>
                <a:cubicBezTo>
                  <a:pt x="74402" y="117713"/>
                  <a:pt x="76192" y="113034"/>
                  <a:pt x="76192" y="104775"/>
                </a:cubicBezTo>
                <a:cubicBezTo>
                  <a:pt x="76192" y="96516"/>
                  <a:pt x="74402" y="91837"/>
                  <a:pt x="72373" y="89188"/>
                </a:cubicBezTo>
                <a:cubicBezTo>
                  <a:pt x="71009" y="87405"/>
                  <a:pt x="69807" y="86745"/>
                  <a:pt x="68863" y="86228"/>
                </a:cubicBezTo>
                <a:cubicBezTo>
                  <a:pt x="67427" y="85441"/>
                  <a:pt x="66588" y="84980"/>
                  <a:pt x="66681" y="81391"/>
                </a:cubicBezTo>
                <a:cubicBezTo>
                  <a:pt x="66816" y="76193"/>
                  <a:pt x="67873" y="76194"/>
                  <a:pt x="75376" y="76199"/>
                </a:cubicBezTo>
                <a:close/>
                <a:moveTo>
                  <a:pt x="18234" y="76199"/>
                </a:moveTo>
                <a:lnTo>
                  <a:pt x="38916" y="76199"/>
                </a:lnTo>
                <a:cubicBezTo>
                  <a:pt x="46419" y="76194"/>
                  <a:pt x="47475" y="76193"/>
                  <a:pt x="47610" y="81391"/>
                </a:cubicBezTo>
                <a:cubicBezTo>
                  <a:pt x="47704" y="84980"/>
                  <a:pt x="46865" y="85441"/>
                  <a:pt x="45429" y="86228"/>
                </a:cubicBezTo>
                <a:cubicBezTo>
                  <a:pt x="44485" y="86745"/>
                  <a:pt x="43283" y="87405"/>
                  <a:pt x="41919" y="89188"/>
                </a:cubicBezTo>
                <a:cubicBezTo>
                  <a:pt x="39890" y="91837"/>
                  <a:pt x="38100" y="96516"/>
                  <a:pt x="38100" y="104775"/>
                </a:cubicBezTo>
                <a:cubicBezTo>
                  <a:pt x="38100" y="113034"/>
                  <a:pt x="39890" y="117713"/>
                  <a:pt x="41919" y="120363"/>
                </a:cubicBezTo>
                <a:cubicBezTo>
                  <a:pt x="43283" y="122145"/>
                  <a:pt x="44485" y="122804"/>
                  <a:pt x="45429" y="123322"/>
                </a:cubicBezTo>
                <a:cubicBezTo>
                  <a:pt x="46865" y="124109"/>
                  <a:pt x="47704" y="124569"/>
                  <a:pt x="47610" y="128159"/>
                </a:cubicBezTo>
                <a:cubicBezTo>
                  <a:pt x="47475" y="133358"/>
                  <a:pt x="46419" y="133357"/>
                  <a:pt x="38916" y="133350"/>
                </a:cubicBezTo>
                <a:lnTo>
                  <a:pt x="18234" y="133350"/>
                </a:lnTo>
                <a:cubicBezTo>
                  <a:pt x="10730" y="133357"/>
                  <a:pt x="9674" y="133358"/>
                  <a:pt x="9539" y="128159"/>
                </a:cubicBezTo>
                <a:cubicBezTo>
                  <a:pt x="9446" y="124569"/>
                  <a:pt x="10285" y="124109"/>
                  <a:pt x="11721" y="123322"/>
                </a:cubicBezTo>
                <a:cubicBezTo>
                  <a:pt x="12665" y="122804"/>
                  <a:pt x="13867" y="122145"/>
                  <a:pt x="15231" y="120363"/>
                </a:cubicBezTo>
                <a:cubicBezTo>
                  <a:pt x="17259" y="117713"/>
                  <a:pt x="19050" y="113034"/>
                  <a:pt x="19050" y="104775"/>
                </a:cubicBezTo>
                <a:cubicBezTo>
                  <a:pt x="19050" y="96516"/>
                  <a:pt x="17259" y="91837"/>
                  <a:pt x="15231" y="89188"/>
                </a:cubicBezTo>
                <a:cubicBezTo>
                  <a:pt x="13867" y="87405"/>
                  <a:pt x="12665" y="86745"/>
                  <a:pt x="11721" y="86228"/>
                </a:cubicBezTo>
                <a:cubicBezTo>
                  <a:pt x="10285" y="85441"/>
                  <a:pt x="9446" y="84980"/>
                  <a:pt x="9539" y="81391"/>
                </a:cubicBezTo>
                <a:cubicBezTo>
                  <a:pt x="9674" y="76193"/>
                  <a:pt x="10730" y="76194"/>
                  <a:pt x="18234" y="76199"/>
                </a:cubicBezTo>
                <a:close/>
                <a:moveTo>
                  <a:pt x="85725" y="28575"/>
                </a:moveTo>
                <a:cubicBezTo>
                  <a:pt x="79815" y="28575"/>
                  <a:pt x="76200" y="32190"/>
                  <a:pt x="76200" y="38100"/>
                </a:cubicBezTo>
                <a:cubicBezTo>
                  <a:pt x="76200" y="44010"/>
                  <a:pt x="79815" y="47625"/>
                  <a:pt x="85725" y="47625"/>
                </a:cubicBezTo>
                <a:cubicBezTo>
                  <a:pt x="91635" y="47625"/>
                  <a:pt x="95250" y="44010"/>
                  <a:pt x="95250" y="38100"/>
                </a:cubicBezTo>
                <a:cubicBezTo>
                  <a:pt x="95250" y="32190"/>
                  <a:pt x="91635" y="28575"/>
                  <a:pt x="85725" y="28575"/>
                </a:cubicBezTo>
                <a:close/>
                <a:moveTo>
                  <a:pt x="85725" y="0"/>
                </a:moveTo>
                <a:cubicBezTo>
                  <a:pt x="98280" y="0"/>
                  <a:pt x="125543" y="14709"/>
                  <a:pt x="148128" y="26894"/>
                </a:cubicBezTo>
                <a:cubicBezTo>
                  <a:pt x="151246" y="28576"/>
                  <a:pt x="154275" y="30210"/>
                  <a:pt x="157163" y="31750"/>
                </a:cubicBezTo>
                <a:cubicBezTo>
                  <a:pt x="157503" y="31932"/>
                  <a:pt x="157868" y="32120"/>
                  <a:pt x="158252" y="32318"/>
                </a:cubicBezTo>
                <a:cubicBezTo>
                  <a:pt x="163238" y="34889"/>
                  <a:pt x="171450" y="39122"/>
                  <a:pt x="171450" y="52388"/>
                </a:cubicBezTo>
                <a:cubicBezTo>
                  <a:pt x="171450" y="66675"/>
                  <a:pt x="166688" y="66675"/>
                  <a:pt x="142875" y="66675"/>
                </a:cubicBezTo>
                <a:lnTo>
                  <a:pt x="28575" y="66675"/>
                </a:lnTo>
                <a:cubicBezTo>
                  <a:pt x="4763" y="66675"/>
                  <a:pt x="0" y="66675"/>
                  <a:pt x="0" y="52388"/>
                </a:cubicBezTo>
                <a:cubicBezTo>
                  <a:pt x="0" y="39122"/>
                  <a:pt x="8211" y="34889"/>
                  <a:pt x="13198" y="32318"/>
                </a:cubicBezTo>
                <a:cubicBezTo>
                  <a:pt x="13582" y="32120"/>
                  <a:pt x="13947" y="31932"/>
                  <a:pt x="14288" y="31750"/>
                </a:cubicBezTo>
                <a:cubicBezTo>
                  <a:pt x="17176" y="30210"/>
                  <a:pt x="20204" y="28576"/>
                  <a:pt x="23322" y="26894"/>
                </a:cubicBezTo>
                <a:cubicBezTo>
                  <a:pt x="45907" y="14709"/>
                  <a:pt x="73170" y="0"/>
                  <a:pt x="85725" y="0"/>
                </a:cubicBezTo>
                <a:close/>
              </a:path>
            </a:pathLst>
          </a:custGeom>
          <a:solidFill>
            <a:srgbClr val="000000"/>
          </a:solidFill>
          <a:ln w="9525" cap="flat">
            <a:noFill/>
            <a:prstDash val="solid"/>
            <a:miter/>
          </a:ln>
        </p:spPr>
        <p:txBody>
          <a:bodyPr rtlCol="0" anchor="ctr"/>
          <a:lstStyle/>
          <a:p>
            <a:endParaRPr lang="ru-RU"/>
          </a:p>
        </p:txBody>
      </p:sp>
      <p:sp>
        <p:nvSpPr>
          <p:cNvPr id="734" name="Полилиния: фигура 733">
            <a:extLst>
              <a:ext uri="{FF2B5EF4-FFF2-40B4-BE49-F238E27FC236}">
                <a16:creationId xmlns:a16="http://schemas.microsoft.com/office/drawing/2014/main" id="{9AA9CA70-1C7C-CE8C-EB3D-9B98EA6B83D4}"/>
              </a:ext>
            </a:extLst>
          </p:cNvPr>
          <p:cNvSpPr/>
          <p:nvPr/>
        </p:nvSpPr>
        <p:spPr>
          <a:xfrm>
            <a:off x="9480844" y="2373018"/>
            <a:ext cx="180975" cy="180975"/>
          </a:xfrm>
          <a:custGeom>
            <a:avLst/>
            <a:gdLst>
              <a:gd name="connsiteX0" fmla="*/ 28575 w 180975"/>
              <a:gd name="connsiteY0" fmla="*/ 123825 h 180975"/>
              <a:gd name="connsiteX1" fmla="*/ 38100 w 180975"/>
              <a:gd name="connsiteY1" fmla="*/ 133350 h 180975"/>
              <a:gd name="connsiteX2" fmla="*/ 38100 w 180975"/>
              <a:gd name="connsiteY2" fmla="*/ 142875 h 180975"/>
              <a:gd name="connsiteX3" fmla="*/ 47625 w 180975"/>
              <a:gd name="connsiteY3" fmla="*/ 142875 h 180975"/>
              <a:gd name="connsiteX4" fmla="*/ 57150 w 180975"/>
              <a:gd name="connsiteY4" fmla="*/ 152400 h 180975"/>
              <a:gd name="connsiteX5" fmla="*/ 47625 w 180975"/>
              <a:gd name="connsiteY5" fmla="*/ 161925 h 180975"/>
              <a:gd name="connsiteX6" fmla="*/ 38100 w 180975"/>
              <a:gd name="connsiteY6" fmla="*/ 161925 h 180975"/>
              <a:gd name="connsiteX7" fmla="*/ 38100 w 180975"/>
              <a:gd name="connsiteY7" fmla="*/ 171450 h 180975"/>
              <a:gd name="connsiteX8" fmla="*/ 28575 w 180975"/>
              <a:gd name="connsiteY8" fmla="*/ 180975 h 180975"/>
              <a:gd name="connsiteX9" fmla="*/ 19050 w 180975"/>
              <a:gd name="connsiteY9" fmla="*/ 171450 h 180975"/>
              <a:gd name="connsiteX10" fmla="*/ 19050 w 180975"/>
              <a:gd name="connsiteY10" fmla="*/ 161925 h 180975"/>
              <a:gd name="connsiteX11" fmla="*/ 9525 w 180975"/>
              <a:gd name="connsiteY11" fmla="*/ 161925 h 180975"/>
              <a:gd name="connsiteX12" fmla="*/ 0 w 180975"/>
              <a:gd name="connsiteY12" fmla="*/ 152400 h 180975"/>
              <a:gd name="connsiteX13" fmla="*/ 9525 w 180975"/>
              <a:gd name="connsiteY13" fmla="*/ 142875 h 180975"/>
              <a:gd name="connsiteX14" fmla="*/ 19050 w 180975"/>
              <a:gd name="connsiteY14" fmla="*/ 142875 h 180975"/>
              <a:gd name="connsiteX15" fmla="*/ 19050 w 180975"/>
              <a:gd name="connsiteY15" fmla="*/ 133350 h 180975"/>
              <a:gd name="connsiteX16" fmla="*/ 28575 w 180975"/>
              <a:gd name="connsiteY16" fmla="*/ 123825 h 180975"/>
              <a:gd name="connsiteX17" fmla="*/ 123825 w 180975"/>
              <a:gd name="connsiteY17" fmla="*/ 0 h 180975"/>
              <a:gd name="connsiteX18" fmla="*/ 142875 w 180975"/>
              <a:gd name="connsiteY18" fmla="*/ 0 h 180975"/>
              <a:gd name="connsiteX19" fmla="*/ 180975 w 180975"/>
              <a:gd name="connsiteY19" fmla="*/ 85725 h 180975"/>
              <a:gd name="connsiteX20" fmla="*/ 142875 w 180975"/>
              <a:gd name="connsiteY20" fmla="*/ 171450 h 180975"/>
              <a:gd name="connsiteX21" fmla="*/ 123825 w 180975"/>
              <a:gd name="connsiteY21" fmla="*/ 171450 h 180975"/>
              <a:gd name="connsiteX22" fmla="*/ 104775 w 180975"/>
              <a:gd name="connsiteY22" fmla="*/ 85725 h 180975"/>
              <a:gd name="connsiteX23" fmla="*/ 112234 w 180975"/>
              <a:gd name="connsiteY23" fmla="*/ 1658 h 180975"/>
              <a:gd name="connsiteX24" fmla="*/ 123825 w 180975"/>
              <a:gd name="connsiteY24" fmla="*/ 0 h 180975"/>
              <a:gd name="connsiteX25" fmla="*/ 47625 w 180975"/>
              <a:gd name="connsiteY25" fmla="*/ 0 h 180975"/>
              <a:gd name="connsiteX26" fmla="*/ 66675 w 180975"/>
              <a:gd name="connsiteY26" fmla="*/ 0 h 180975"/>
              <a:gd name="connsiteX27" fmla="*/ 78266 w 180975"/>
              <a:gd name="connsiteY27" fmla="*/ 1658 h 180975"/>
              <a:gd name="connsiteX28" fmla="*/ 85725 w 180975"/>
              <a:gd name="connsiteY28" fmla="*/ 85726 h 180975"/>
              <a:gd name="connsiteX29" fmla="*/ 76200 w 180975"/>
              <a:gd name="connsiteY29" fmla="*/ 170697 h 180975"/>
              <a:gd name="connsiteX30" fmla="*/ 66380 w 180975"/>
              <a:gd name="connsiteY30" fmla="*/ 157162 h 180975"/>
              <a:gd name="connsiteX31" fmla="*/ 66675 w 180975"/>
              <a:gd name="connsiteY31" fmla="*/ 152401 h 180975"/>
              <a:gd name="connsiteX32" fmla="*/ 28575 w 180975"/>
              <a:gd name="connsiteY32" fmla="*/ 114301 h 180975"/>
              <a:gd name="connsiteX33" fmla="*/ 9713 w 180975"/>
              <a:gd name="connsiteY33" fmla="*/ 104775 h 180975"/>
              <a:gd name="connsiteX34" fmla="*/ 9525 w 180975"/>
              <a:gd name="connsiteY34" fmla="*/ 85726 h 180975"/>
              <a:gd name="connsiteX35" fmla="*/ 47625 w 180975"/>
              <a:gd name="connsiteY35"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0975" h="180975">
                <a:moveTo>
                  <a:pt x="28575" y="123825"/>
                </a:moveTo>
                <a:cubicBezTo>
                  <a:pt x="33835" y="123825"/>
                  <a:pt x="38100" y="128089"/>
                  <a:pt x="38100" y="133350"/>
                </a:cubicBezTo>
                <a:lnTo>
                  <a:pt x="38100" y="142875"/>
                </a:lnTo>
                <a:lnTo>
                  <a:pt x="47625" y="142875"/>
                </a:lnTo>
                <a:cubicBezTo>
                  <a:pt x="52885" y="142875"/>
                  <a:pt x="57150" y="147139"/>
                  <a:pt x="57150" y="152400"/>
                </a:cubicBezTo>
                <a:cubicBezTo>
                  <a:pt x="57150" y="157661"/>
                  <a:pt x="52885" y="161925"/>
                  <a:pt x="47625" y="161925"/>
                </a:cubicBezTo>
                <a:lnTo>
                  <a:pt x="38100" y="161925"/>
                </a:lnTo>
                <a:lnTo>
                  <a:pt x="38100" y="171450"/>
                </a:lnTo>
                <a:cubicBezTo>
                  <a:pt x="38100" y="176711"/>
                  <a:pt x="33835" y="180975"/>
                  <a:pt x="28575" y="180975"/>
                </a:cubicBezTo>
                <a:cubicBezTo>
                  <a:pt x="23314" y="180975"/>
                  <a:pt x="19050" y="176711"/>
                  <a:pt x="19050" y="171450"/>
                </a:cubicBezTo>
                <a:lnTo>
                  <a:pt x="19050" y="161925"/>
                </a:lnTo>
                <a:lnTo>
                  <a:pt x="9525" y="161925"/>
                </a:lnTo>
                <a:cubicBezTo>
                  <a:pt x="4264" y="161925"/>
                  <a:pt x="0" y="157661"/>
                  <a:pt x="0" y="152400"/>
                </a:cubicBezTo>
                <a:cubicBezTo>
                  <a:pt x="0" y="147139"/>
                  <a:pt x="4264" y="142875"/>
                  <a:pt x="9525" y="142875"/>
                </a:cubicBezTo>
                <a:lnTo>
                  <a:pt x="19050" y="142875"/>
                </a:lnTo>
                <a:lnTo>
                  <a:pt x="19050" y="133350"/>
                </a:lnTo>
                <a:cubicBezTo>
                  <a:pt x="19050" y="128089"/>
                  <a:pt x="23314" y="123825"/>
                  <a:pt x="28575" y="123825"/>
                </a:cubicBezTo>
                <a:close/>
                <a:moveTo>
                  <a:pt x="123825" y="0"/>
                </a:moveTo>
                <a:lnTo>
                  <a:pt x="142875" y="0"/>
                </a:lnTo>
                <a:cubicBezTo>
                  <a:pt x="174047" y="0"/>
                  <a:pt x="180975" y="10716"/>
                  <a:pt x="180975" y="85725"/>
                </a:cubicBezTo>
                <a:cubicBezTo>
                  <a:pt x="180975" y="160734"/>
                  <a:pt x="174047" y="171450"/>
                  <a:pt x="142875" y="171450"/>
                </a:cubicBezTo>
                <a:lnTo>
                  <a:pt x="123825" y="171450"/>
                </a:lnTo>
                <a:cubicBezTo>
                  <a:pt x="104775" y="171450"/>
                  <a:pt x="104775" y="171450"/>
                  <a:pt x="104775" y="85725"/>
                </a:cubicBezTo>
                <a:cubicBezTo>
                  <a:pt x="104775" y="23010"/>
                  <a:pt x="104775" y="6177"/>
                  <a:pt x="112234" y="1658"/>
                </a:cubicBezTo>
                <a:cubicBezTo>
                  <a:pt x="114971" y="1"/>
                  <a:pt x="118712" y="0"/>
                  <a:pt x="123825" y="0"/>
                </a:cubicBezTo>
                <a:close/>
                <a:moveTo>
                  <a:pt x="47625" y="0"/>
                </a:moveTo>
                <a:lnTo>
                  <a:pt x="66675" y="0"/>
                </a:lnTo>
                <a:cubicBezTo>
                  <a:pt x="71788" y="0"/>
                  <a:pt x="75529" y="1"/>
                  <a:pt x="78266" y="1658"/>
                </a:cubicBezTo>
                <a:cubicBezTo>
                  <a:pt x="85725" y="6177"/>
                  <a:pt x="85725" y="23010"/>
                  <a:pt x="85725" y="85726"/>
                </a:cubicBezTo>
                <a:cubicBezTo>
                  <a:pt x="85725" y="153765"/>
                  <a:pt x="85725" y="167802"/>
                  <a:pt x="76200" y="170697"/>
                </a:cubicBezTo>
                <a:cubicBezTo>
                  <a:pt x="67307" y="173400"/>
                  <a:pt x="65629" y="163190"/>
                  <a:pt x="66380" y="157162"/>
                </a:cubicBezTo>
                <a:cubicBezTo>
                  <a:pt x="66575" y="155602"/>
                  <a:pt x="66675" y="154013"/>
                  <a:pt x="66675" y="152401"/>
                </a:cubicBezTo>
                <a:cubicBezTo>
                  <a:pt x="66675" y="131358"/>
                  <a:pt x="49617" y="114301"/>
                  <a:pt x="28575" y="114301"/>
                </a:cubicBezTo>
                <a:cubicBezTo>
                  <a:pt x="15329" y="114301"/>
                  <a:pt x="9713" y="114301"/>
                  <a:pt x="9713" y="104775"/>
                </a:cubicBezTo>
                <a:cubicBezTo>
                  <a:pt x="9583" y="98938"/>
                  <a:pt x="9525" y="92602"/>
                  <a:pt x="9525" y="85726"/>
                </a:cubicBezTo>
                <a:cubicBezTo>
                  <a:pt x="9525" y="10716"/>
                  <a:pt x="16452" y="0"/>
                  <a:pt x="47625" y="0"/>
                </a:cubicBezTo>
                <a:close/>
              </a:path>
            </a:pathLst>
          </a:custGeom>
          <a:solidFill>
            <a:srgbClr val="000000"/>
          </a:solidFill>
          <a:ln w="9525" cap="flat">
            <a:noFill/>
            <a:prstDash val="solid"/>
            <a:miter/>
          </a:ln>
        </p:spPr>
        <p:txBody>
          <a:bodyPr rtlCol="0" anchor="ctr"/>
          <a:lstStyle/>
          <a:p>
            <a:endParaRPr lang="ru-RU"/>
          </a:p>
        </p:txBody>
      </p:sp>
      <p:sp>
        <p:nvSpPr>
          <p:cNvPr id="538" name="Рисунок 377">
            <a:extLst>
              <a:ext uri="{FF2B5EF4-FFF2-40B4-BE49-F238E27FC236}">
                <a16:creationId xmlns:a16="http://schemas.microsoft.com/office/drawing/2014/main" id="{35646F45-A4E8-84D8-08D4-58B50686E6FE}"/>
              </a:ext>
            </a:extLst>
          </p:cNvPr>
          <p:cNvSpPr/>
          <p:nvPr/>
        </p:nvSpPr>
        <p:spPr>
          <a:xfrm>
            <a:off x="9492236" y="2881999"/>
            <a:ext cx="167716" cy="152402"/>
          </a:xfrm>
          <a:custGeom>
            <a:avLst/>
            <a:gdLst>
              <a:gd name="connsiteX0" fmla="*/ 64127 w 167716"/>
              <a:gd name="connsiteY0" fmla="*/ 13065 h 152402"/>
              <a:gd name="connsiteX1" fmla="*/ 58820 w 167716"/>
              <a:gd name="connsiteY1" fmla="*/ 684 h 152402"/>
              <a:gd name="connsiteX2" fmla="*/ 46439 w 167716"/>
              <a:gd name="connsiteY2" fmla="*/ 5990 h 152402"/>
              <a:gd name="connsiteX3" fmla="*/ 29784 w 167716"/>
              <a:gd name="connsiteY3" fmla="*/ 47627 h 152402"/>
              <a:gd name="connsiteX4" fmla="*/ 20154 w 167716"/>
              <a:gd name="connsiteY4" fmla="*/ 47627 h 152402"/>
              <a:gd name="connsiteX5" fmla="*/ 1940 w 167716"/>
              <a:gd name="connsiteY5" fmla="*/ 50921 h 152402"/>
              <a:gd name="connsiteX6" fmla="*/ 1303 w 167716"/>
              <a:gd name="connsiteY6" fmla="*/ 69420 h 152402"/>
              <a:gd name="connsiteX7" fmla="*/ 3885 w 167716"/>
              <a:gd name="connsiteY7" fmla="*/ 87170 h 152402"/>
              <a:gd name="connsiteX8" fmla="*/ 21406 w 167716"/>
              <a:gd name="connsiteY8" fmla="*/ 143116 h 152402"/>
              <a:gd name="connsiteX9" fmla="*/ 79291 w 167716"/>
              <a:gd name="connsiteY9" fmla="*/ 152402 h 152402"/>
              <a:gd name="connsiteX10" fmla="*/ 88425 w 167716"/>
              <a:gd name="connsiteY10" fmla="*/ 152402 h 152402"/>
              <a:gd name="connsiteX11" fmla="*/ 146310 w 167716"/>
              <a:gd name="connsiteY11" fmla="*/ 143116 h 152402"/>
              <a:gd name="connsiteX12" fmla="*/ 163831 w 167716"/>
              <a:gd name="connsiteY12" fmla="*/ 87170 h 152402"/>
              <a:gd name="connsiteX13" fmla="*/ 166414 w 167716"/>
              <a:gd name="connsiteY13" fmla="*/ 69420 h 152402"/>
              <a:gd name="connsiteX14" fmla="*/ 165776 w 167716"/>
              <a:gd name="connsiteY14" fmla="*/ 50921 h 152402"/>
              <a:gd name="connsiteX15" fmla="*/ 147562 w 167716"/>
              <a:gd name="connsiteY15" fmla="*/ 47627 h 152402"/>
              <a:gd name="connsiteX16" fmla="*/ 137931 w 167716"/>
              <a:gd name="connsiteY16" fmla="*/ 47627 h 152402"/>
              <a:gd name="connsiteX17" fmla="*/ 121277 w 167716"/>
              <a:gd name="connsiteY17" fmla="*/ 5990 h 152402"/>
              <a:gd name="connsiteX18" fmla="*/ 108895 w 167716"/>
              <a:gd name="connsiteY18" fmla="*/ 684 h 152402"/>
              <a:gd name="connsiteX19" fmla="*/ 103589 w 167716"/>
              <a:gd name="connsiteY19" fmla="*/ 13065 h 152402"/>
              <a:gd name="connsiteX20" fmla="*/ 117414 w 167716"/>
              <a:gd name="connsiteY20" fmla="*/ 47627 h 152402"/>
              <a:gd name="connsiteX21" fmla="*/ 50302 w 167716"/>
              <a:gd name="connsiteY21" fmla="*/ 47627 h 152402"/>
              <a:gd name="connsiteX22" fmla="*/ 64127 w 167716"/>
              <a:gd name="connsiteY22" fmla="*/ 13065 h 152402"/>
              <a:gd name="connsiteX23" fmla="*/ 74333 w 167716"/>
              <a:gd name="connsiteY23" fmla="*/ 95252 h 152402"/>
              <a:gd name="connsiteX24" fmla="*/ 74333 w 167716"/>
              <a:gd name="connsiteY24" fmla="*/ 114302 h 152402"/>
              <a:gd name="connsiteX25" fmla="*/ 64808 w 167716"/>
              <a:gd name="connsiteY25" fmla="*/ 123827 h 152402"/>
              <a:gd name="connsiteX26" fmla="*/ 55283 w 167716"/>
              <a:gd name="connsiteY26" fmla="*/ 114302 h 152402"/>
              <a:gd name="connsiteX27" fmla="*/ 55283 w 167716"/>
              <a:gd name="connsiteY27" fmla="*/ 95252 h 152402"/>
              <a:gd name="connsiteX28" fmla="*/ 64808 w 167716"/>
              <a:gd name="connsiteY28" fmla="*/ 85727 h 152402"/>
              <a:gd name="connsiteX29" fmla="*/ 74333 w 167716"/>
              <a:gd name="connsiteY29" fmla="*/ 95252 h 152402"/>
              <a:gd name="connsiteX30" fmla="*/ 102908 w 167716"/>
              <a:gd name="connsiteY30" fmla="*/ 85727 h 152402"/>
              <a:gd name="connsiteX31" fmla="*/ 112433 w 167716"/>
              <a:gd name="connsiteY31" fmla="*/ 95252 h 152402"/>
              <a:gd name="connsiteX32" fmla="*/ 112433 w 167716"/>
              <a:gd name="connsiteY32" fmla="*/ 114302 h 152402"/>
              <a:gd name="connsiteX33" fmla="*/ 102908 w 167716"/>
              <a:gd name="connsiteY33" fmla="*/ 123827 h 152402"/>
              <a:gd name="connsiteX34" fmla="*/ 93383 w 167716"/>
              <a:gd name="connsiteY34" fmla="*/ 114302 h 152402"/>
              <a:gd name="connsiteX35" fmla="*/ 93383 w 167716"/>
              <a:gd name="connsiteY35" fmla="*/ 95252 h 152402"/>
              <a:gd name="connsiteX36" fmla="*/ 102908 w 167716"/>
              <a:gd name="connsiteY36" fmla="*/ 85727 h 15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7716" h="152402">
                <a:moveTo>
                  <a:pt x="64127" y="13065"/>
                </a:moveTo>
                <a:cubicBezTo>
                  <a:pt x="66080" y="8181"/>
                  <a:pt x="63705" y="2637"/>
                  <a:pt x="58820" y="684"/>
                </a:cubicBezTo>
                <a:cubicBezTo>
                  <a:pt x="53936" y="-1270"/>
                  <a:pt x="48393" y="1106"/>
                  <a:pt x="46439" y="5990"/>
                </a:cubicBezTo>
                <a:lnTo>
                  <a:pt x="29784" y="47627"/>
                </a:lnTo>
                <a:lnTo>
                  <a:pt x="20154" y="47627"/>
                </a:lnTo>
                <a:cubicBezTo>
                  <a:pt x="9911" y="47627"/>
                  <a:pt x="4789" y="47627"/>
                  <a:pt x="1940" y="50921"/>
                </a:cubicBezTo>
                <a:cubicBezTo>
                  <a:pt x="-909" y="54214"/>
                  <a:pt x="-172" y="59282"/>
                  <a:pt x="1303" y="69420"/>
                </a:cubicBezTo>
                <a:lnTo>
                  <a:pt x="3885" y="87170"/>
                </a:lnTo>
                <a:cubicBezTo>
                  <a:pt x="8410" y="118278"/>
                  <a:pt x="10672" y="133831"/>
                  <a:pt x="21406" y="143116"/>
                </a:cubicBezTo>
                <a:cubicBezTo>
                  <a:pt x="32139" y="152402"/>
                  <a:pt x="47857" y="152402"/>
                  <a:pt x="79291" y="152402"/>
                </a:cubicBezTo>
                <a:lnTo>
                  <a:pt x="88425" y="152402"/>
                </a:lnTo>
                <a:cubicBezTo>
                  <a:pt x="119859" y="152402"/>
                  <a:pt x="135577" y="152402"/>
                  <a:pt x="146310" y="143116"/>
                </a:cubicBezTo>
                <a:cubicBezTo>
                  <a:pt x="157044" y="133831"/>
                  <a:pt x="159307" y="118278"/>
                  <a:pt x="163831" y="87170"/>
                </a:cubicBezTo>
                <a:lnTo>
                  <a:pt x="166414" y="69420"/>
                </a:lnTo>
                <a:cubicBezTo>
                  <a:pt x="167888" y="59282"/>
                  <a:pt x="168625" y="54214"/>
                  <a:pt x="165776" y="50921"/>
                </a:cubicBezTo>
                <a:cubicBezTo>
                  <a:pt x="162927" y="47627"/>
                  <a:pt x="157805" y="47627"/>
                  <a:pt x="147562" y="47627"/>
                </a:cubicBezTo>
                <a:lnTo>
                  <a:pt x="137931" y="47627"/>
                </a:lnTo>
                <a:lnTo>
                  <a:pt x="121277" y="5990"/>
                </a:lnTo>
                <a:cubicBezTo>
                  <a:pt x="119323" y="1106"/>
                  <a:pt x="113780" y="-1270"/>
                  <a:pt x="108895" y="684"/>
                </a:cubicBezTo>
                <a:cubicBezTo>
                  <a:pt x="104011" y="2637"/>
                  <a:pt x="101635" y="8181"/>
                  <a:pt x="103589" y="13065"/>
                </a:cubicBezTo>
                <a:lnTo>
                  <a:pt x="117414" y="47627"/>
                </a:lnTo>
                <a:lnTo>
                  <a:pt x="50302" y="47627"/>
                </a:lnTo>
                <a:lnTo>
                  <a:pt x="64127" y="13065"/>
                </a:lnTo>
                <a:close/>
                <a:moveTo>
                  <a:pt x="74333" y="95252"/>
                </a:moveTo>
                <a:lnTo>
                  <a:pt x="74333" y="114302"/>
                </a:lnTo>
                <a:cubicBezTo>
                  <a:pt x="74333" y="119563"/>
                  <a:pt x="70068" y="123827"/>
                  <a:pt x="64808" y="123827"/>
                </a:cubicBezTo>
                <a:cubicBezTo>
                  <a:pt x="59547" y="123827"/>
                  <a:pt x="55283" y="119563"/>
                  <a:pt x="55283" y="114302"/>
                </a:cubicBezTo>
                <a:lnTo>
                  <a:pt x="55283" y="95252"/>
                </a:lnTo>
                <a:cubicBezTo>
                  <a:pt x="55283" y="89992"/>
                  <a:pt x="59547" y="85727"/>
                  <a:pt x="64808" y="85727"/>
                </a:cubicBezTo>
                <a:cubicBezTo>
                  <a:pt x="70068" y="85727"/>
                  <a:pt x="74333" y="89992"/>
                  <a:pt x="74333" y="95252"/>
                </a:cubicBezTo>
                <a:close/>
                <a:moveTo>
                  <a:pt x="102908" y="85727"/>
                </a:moveTo>
                <a:cubicBezTo>
                  <a:pt x="108168" y="85727"/>
                  <a:pt x="112433" y="89992"/>
                  <a:pt x="112433" y="95252"/>
                </a:cubicBezTo>
                <a:lnTo>
                  <a:pt x="112433" y="114302"/>
                </a:lnTo>
                <a:cubicBezTo>
                  <a:pt x="112433" y="119563"/>
                  <a:pt x="108168" y="123827"/>
                  <a:pt x="102908" y="123827"/>
                </a:cubicBezTo>
                <a:cubicBezTo>
                  <a:pt x="97647" y="123827"/>
                  <a:pt x="93383" y="119563"/>
                  <a:pt x="93383" y="114302"/>
                </a:cubicBezTo>
                <a:lnTo>
                  <a:pt x="93383" y="95252"/>
                </a:lnTo>
                <a:cubicBezTo>
                  <a:pt x="93383" y="89992"/>
                  <a:pt x="97647" y="85727"/>
                  <a:pt x="102908" y="85727"/>
                </a:cubicBezTo>
                <a:close/>
              </a:path>
            </a:pathLst>
          </a:custGeom>
          <a:solidFill>
            <a:srgbClr val="000000"/>
          </a:solidFill>
          <a:ln w="9525" cap="flat">
            <a:noFill/>
            <a:prstDash val="solid"/>
            <a:miter/>
          </a:ln>
        </p:spPr>
        <p:txBody>
          <a:bodyPr rtlCol="0" anchor="ctr"/>
          <a:lstStyle/>
          <a:p>
            <a:endParaRPr lang="ru-RU"/>
          </a:p>
        </p:txBody>
      </p:sp>
      <p:sp>
        <p:nvSpPr>
          <p:cNvPr id="539" name="Рисунок 401">
            <a:extLst>
              <a:ext uri="{FF2B5EF4-FFF2-40B4-BE49-F238E27FC236}">
                <a16:creationId xmlns:a16="http://schemas.microsoft.com/office/drawing/2014/main" id="{4E91F304-3D42-B630-3C40-C7C0462E686A}"/>
              </a:ext>
            </a:extLst>
          </p:cNvPr>
          <p:cNvSpPr/>
          <p:nvPr/>
        </p:nvSpPr>
        <p:spPr>
          <a:xfrm>
            <a:off x="9494874" y="3391600"/>
            <a:ext cx="162439" cy="171450"/>
          </a:xfrm>
          <a:custGeom>
            <a:avLst/>
            <a:gdLst>
              <a:gd name="connsiteX0" fmla="*/ 50546 w 162439"/>
              <a:gd name="connsiteY0" fmla="*/ 32597 h 171450"/>
              <a:gd name="connsiteX1" fmla="*/ 39319 w 162439"/>
              <a:gd name="connsiteY1" fmla="*/ 29281 h 171450"/>
              <a:gd name="connsiteX2" fmla="*/ 6979 w 162439"/>
              <a:gd name="connsiteY2" fmla="*/ 42862 h 171450"/>
              <a:gd name="connsiteX3" fmla="*/ 11388 w 162439"/>
              <a:gd name="connsiteY3" fmla="*/ 77659 h 171450"/>
              <a:gd name="connsiteX4" fmla="*/ 19873 w 162439"/>
              <a:gd name="connsiteY4" fmla="*/ 85725 h 171450"/>
              <a:gd name="connsiteX5" fmla="*/ 11390 w 162439"/>
              <a:gd name="connsiteY5" fmla="*/ 93788 h 171450"/>
              <a:gd name="connsiteX6" fmla="*/ 6979 w 162439"/>
              <a:gd name="connsiteY6" fmla="*/ 128588 h 171450"/>
              <a:gd name="connsiteX7" fmla="*/ 39322 w 162439"/>
              <a:gd name="connsiteY7" fmla="*/ 142167 h 171450"/>
              <a:gd name="connsiteX8" fmla="*/ 50546 w 162439"/>
              <a:gd name="connsiteY8" fmla="*/ 138853 h 171450"/>
              <a:gd name="connsiteX9" fmla="*/ 53288 w 162439"/>
              <a:gd name="connsiteY9" fmla="*/ 150233 h 171450"/>
              <a:gd name="connsiteX10" fmla="*/ 81219 w 162439"/>
              <a:gd name="connsiteY10" fmla="*/ 171450 h 171450"/>
              <a:gd name="connsiteX11" fmla="*/ 109151 w 162439"/>
              <a:gd name="connsiteY11" fmla="*/ 150233 h 171450"/>
              <a:gd name="connsiteX12" fmla="*/ 111893 w 162439"/>
              <a:gd name="connsiteY12" fmla="*/ 138853 h 171450"/>
              <a:gd name="connsiteX13" fmla="*/ 123091 w 162439"/>
              <a:gd name="connsiteY13" fmla="*/ 142160 h 171450"/>
              <a:gd name="connsiteX14" fmla="*/ 155459 w 162439"/>
              <a:gd name="connsiteY14" fmla="*/ 128588 h 171450"/>
              <a:gd name="connsiteX15" fmla="*/ 151051 w 162439"/>
              <a:gd name="connsiteY15" fmla="*/ 93790 h 171450"/>
              <a:gd name="connsiteX16" fmla="*/ 142566 w 162439"/>
              <a:gd name="connsiteY16" fmla="*/ 85725 h 171450"/>
              <a:gd name="connsiteX17" fmla="*/ 151051 w 162439"/>
              <a:gd name="connsiteY17" fmla="*/ 77659 h 171450"/>
              <a:gd name="connsiteX18" fmla="*/ 155460 w 162439"/>
              <a:gd name="connsiteY18" fmla="*/ 42862 h 171450"/>
              <a:gd name="connsiteX19" fmla="*/ 123120 w 162439"/>
              <a:gd name="connsiteY19" fmla="*/ 29281 h 171450"/>
              <a:gd name="connsiteX20" fmla="*/ 111893 w 162439"/>
              <a:gd name="connsiteY20" fmla="*/ 32597 h 171450"/>
              <a:gd name="connsiteX21" fmla="*/ 109151 w 162439"/>
              <a:gd name="connsiteY21" fmla="*/ 21217 h 171450"/>
              <a:gd name="connsiteX22" fmla="*/ 81219 w 162439"/>
              <a:gd name="connsiteY22" fmla="*/ 0 h 171450"/>
              <a:gd name="connsiteX23" fmla="*/ 53285 w 162439"/>
              <a:gd name="connsiteY23" fmla="*/ 21229 h 171450"/>
              <a:gd name="connsiteX24" fmla="*/ 50546 w 162439"/>
              <a:gd name="connsiteY24" fmla="*/ 32597 h 171450"/>
              <a:gd name="connsiteX25" fmla="*/ 81219 w 162439"/>
              <a:gd name="connsiteY25" fmla="*/ 114300 h 171450"/>
              <a:gd name="connsiteX26" fmla="*/ 52644 w 162439"/>
              <a:gd name="connsiteY26" fmla="*/ 85725 h 171450"/>
              <a:gd name="connsiteX27" fmla="*/ 81219 w 162439"/>
              <a:gd name="connsiteY27" fmla="*/ 57150 h 171450"/>
              <a:gd name="connsiteX28" fmla="*/ 109794 w 162439"/>
              <a:gd name="connsiteY28" fmla="*/ 85725 h 171450"/>
              <a:gd name="connsiteX29" fmla="*/ 81219 w 162439"/>
              <a:gd name="connsiteY29"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439" h="171450">
                <a:moveTo>
                  <a:pt x="50546" y="32597"/>
                </a:moveTo>
                <a:cubicBezTo>
                  <a:pt x="46820" y="31438"/>
                  <a:pt x="43068" y="30365"/>
                  <a:pt x="39319" y="29281"/>
                </a:cubicBezTo>
                <a:cubicBezTo>
                  <a:pt x="22605" y="24448"/>
                  <a:pt x="18325" y="23211"/>
                  <a:pt x="6979" y="42862"/>
                </a:cubicBezTo>
                <a:cubicBezTo>
                  <a:pt x="-4366" y="62514"/>
                  <a:pt x="-1155" y="65601"/>
                  <a:pt x="11388" y="77659"/>
                </a:cubicBezTo>
                <a:cubicBezTo>
                  <a:pt x="14201" y="80364"/>
                  <a:pt x="17006" y="83077"/>
                  <a:pt x="19873" y="85725"/>
                </a:cubicBezTo>
                <a:cubicBezTo>
                  <a:pt x="17007" y="88372"/>
                  <a:pt x="14203" y="91084"/>
                  <a:pt x="11390" y="93788"/>
                </a:cubicBezTo>
                <a:cubicBezTo>
                  <a:pt x="-1153" y="105846"/>
                  <a:pt x="-4366" y="108936"/>
                  <a:pt x="6979" y="128588"/>
                </a:cubicBezTo>
                <a:cubicBezTo>
                  <a:pt x="18325" y="148239"/>
                  <a:pt x="22607" y="147000"/>
                  <a:pt x="39322" y="142167"/>
                </a:cubicBezTo>
                <a:cubicBezTo>
                  <a:pt x="43059" y="141086"/>
                  <a:pt x="46831" y="140008"/>
                  <a:pt x="50546" y="138853"/>
                </a:cubicBezTo>
                <a:cubicBezTo>
                  <a:pt x="51405" y="142655"/>
                  <a:pt x="52354" y="146450"/>
                  <a:pt x="53288" y="150233"/>
                </a:cubicBezTo>
                <a:cubicBezTo>
                  <a:pt x="57460" y="167126"/>
                  <a:pt x="58528" y="171450"/>
                  <a:pt x="81219" y="171450"/>
                </a:cubicBezTo>
                <a:cubicBezTo>
                  <a:pt x="103912" y="171450"/>
                  <a:pt x="104980" y="167126"/>
                  <a:pt x="109151" y="150233"/>
                </a:cubicBezTo>
                <a:cubicBezTo>
                  <a:pt x="110087" y="146445"/>
                  <a:pt x="111034" y="142660"/>
                  <a:pt x="111893" y="138853"/>
                </a:cubicBezTo>
                <a:cubicBezTo>
                  <a:pt x="115610" y="140009"/>
                  <a:pt x="119352" y="141079"/>
                  <a:pt x="123091" y="142160"/>
                </a:cubicBezTo>
                <a:cubicBezTo>
                  <a:pt x="139806" y="146994"/>
                  <a:pt x="144113" y="148239"/>
                  <a:pt x="155459" y="128588"/>
                </a:cubicBezTo>
                <a:cubicBezTo>
                  <a:pt x="166805" y="108936"/>
                  <a:pt x="163594" y="105848"/>
                  <a:pt x="151051" y="93790"/>
                </a:cubicBezTo>
                <a:cubicBezTo>
                  <a:pt x="148237" y="91086"/>
                  <a:pt x="145433" y="88373"/>
                  <a:pt x="142566" y="85725"/>
                </a:cubicBezTo>
                <a:cubicBezTo>
                  <a:pt x="145433" y="83077"/>
                  <a:pt x="148238" y="80364"/>
                  <a:pt x="151051" y="77659"/>
                </a:cubicBezTo>
                <a:cubicBezTo>
                  <a:pt x="163595" y="65601"/>
                  <a:pt x="166805" y="62514"/>
                  <a:pt x="155460" y="42862"/>
                </a:cubicBezTo>
                <a:cubicBezTo>
                  <a:pt x="144114" y="23211"/>
                  <a:pt x="139834" y="24448"/>
                  <a:pt x="123120" y="29281"/>
                </a:cubicBezTo>
                <a:cubicBezTo>
                  <a:pt x="119371" y="30365"/>
                  <a:pt x="115620" y="31438"/>
                  <a:pt x="111893" y="32597"/>
                </a:cubicBezTo>
                <a:cubicBezTo>
                  <a:pt x="111033" y="28790"/>
                  <a:pt x="110086" y="25005"/>
                  <a:pt x="109151" y="21217"/>
                </a:cubicBezTo>
                <a:cubicBezTo>
                  <a:pt x="104980" y="4325"/>
                  <a:pt x="103912" y="0"/>
                  <a:pt x="81219" y="0"/>
                </a:cubicBezTo>
                <a:cubicBezTo>
                  <a:pt x="58528" y="0"/>
                  <a:pt x="57457" y="4337"/>
                  <a:pt x="53285" y="21229"/>
                </a:cubicBezTo>
                <a:cubicBezTo>
                  <a:pt x="52351" y="25013"/>
                  <a:pt x="51405" y="28794"/>
                  <a:pt x="50546" y="32597"/>
                </a:cubicBezTo>
                <a:close/>
                <a:moveTo>
                  <a:pt x="81219" y="114300"/>
                </a:moveTo>
                <a:cubicBezTo>
                  <a:pt x="65437" y="114300"/>
                  <a:pt x="52644" y="101507"/>
                  <a:pt x="52644" y="85725"/>
                </a:cubicBezTo>
                <a:cubicBezTo>
                  <a:pt x="52644" y="69943"/>
                  <a:pt x="65437" y="57150"/>
                  <a:pt x="81219" y="57150"/>
                </a:cubicBezTo>
                <a:cubicBezTo>
                  <a:pt x="97001" y="57150"/>
                  <a:pt x="109794" y="69943"/>
                  <a:pt x="109794" y="85725"/>
                </a:cubicBezTo>
                <a:cubicBezTo>
                  <a:pt x="109794" y="101507"/>
                  <a:pt x="97001" y="114300"/>
                  <a:pt x="81219" y="114300"/>
                </a:cubicBezTo>
                <a:close/>
              </a:path>
            </a:pathLst>
          </a:custGeom>
          <a:solidFill>
            <a:srgbClr val="000000"/>
          </a:solidFill>
          <a:ln w="9525" cap="flat">
            <a:noFill/>
            <a:prstDash val="solid"/>
            <a:miter/>
          </a:ln>
        </p:spPr>
        <p:txBody>
          <a:bodyPr rtlCol="0" anchor="ctr"/>
          <a:lstStyle/>
          <a:p>
            <a:endParaRPr lang="ru-RU"/>
          </a:p>
        </p:txBody>
      </p:sp>
      <p:sp>
        <p:nvSpPr>
          <p:cNvPr id="540" name="Рисунок 331">
            <a:extLst>
              <a:ext uri="{FF2B5EF4-FFF2-40B4-BE49-F238E27FC236}">
                <a16:creationId xmlns:a16="http://schemas.microsoft.com/office/drawing/2014/main" id="{A44B9315-B5EB-CC43-0374-AE23695A00A9}"/>
              </a:ext>
            </a:extLst>
          </p:cNvPr>
          <p:cNvSpPr/>
          <p:nvPr/>
        </p:nvSpPr>
        <p:spPr>
          <a:xfrm>
            <a:off x="10347094" y="1844082"/>
            <a:ext cx="133355" cy="171430"/>
          </a:xfrm>
          <a:custGeom>
            <a:avLst/>
            <a:gdLst>
              <a:gd name="connsiteX0" fmla="*/ 47624 w 133355"/>
              <a:gd name="connsiteY0" fmla="*/ 0 h 171430"/>
              <a:gd name="connsiteX1" fmla="*/ 20 w 133355"/>
              <a:gd name="connsiteY1" fmla="*/ 47606 h 171430"/>
              <a:gd name="connsiteX2" fmla="*/ 13 w 133355"/>
              <a:gd name="connsiteY2" fmla="*/ 107228 h 171430"/>
              <a:gd name="connsiteX3" fmla="*/ 20 w 133355"/>
              <a:gd name="connsiteY3" fmla="*/ 123805 h 171430"/>
              <a:gd name="connsiteX4" fmla="*/ 47624 w 133355"/>
              <a:gd name="connsiteY4" fmla="*/ 171430 h 171430"/>
              <a:gd name="connsiteX5" fmla="*/ 85724 w 133355"/>
              <a:gd name="connsiteY5" fmla="*/ 171430 h 171430"/>
              <a:gd name="connsiteX6" fmla="*/ 133328 w 133355"/>
              <a:gd name="connsiteY6" fmla="*/ 123805 h 171430"/>
              <a:gd name="connsiteX7" fmla="*/ 133351 w 133355"/>
              <a:gd name="connsiteY7" fmla="*/ 59325 h 171430"/>
              <a:gd name="connsiteX8" fmla="*/ 133349 w 133355"/>
              <a:gd name="connsiteY8" fmla="*/ 47606 h 171430"/>
              <a:gd name="connsiteX9" fmla="*/ 85725 w 133355"/>
              <a:gd name="connsiteY9" fmla="*/ 0 h 171430"/>
              <a:gd name="connsiteX10" fmla="*/ 47624 w 133355"/>
              <a:gd name="connsiteY10" fmla="*/ 0 h 171430"/>
              <a:gd name="connsiteX11" fmla="*/ 76199 w 133355"/>
              <a:gd name="connsiteY11" fmla="*/ 142855 h 171430"/>
              <a:gd name="connsiteX12" fmla="*/ 66674 w 133355"/>
              <a:gd name="connsiteY12" fmla="*/ 152380 h 171430"/>
              <a:gd name="connsiteX13" fmla="*/ 57149 w 133355"/>
              <a:gd name="connsiteY13" fmla="*/ 142855 h 171430"/>
              <a:gd name="connsiteX14" fmla="*/ 66674 w 133355"/>
              <a:gd name="connsiteY14" fmla="*/ 133330 h 171430"/>
              <a:gd name="connsiteX15" fmla="*/ 76199 w 133355"/>
              <a:gd name="connsiteY15" fmla="*/ 142855 h 171430"/>
              <a:gd name="connsiteX16" fmla="*/ 38099 w 133355"/>
              <a:gd name="connsiteY16" fmla="*/ 38080 h 171430"/>
              <a:gd name="connsiteX17" fmla="*/ 95249 w 133355"/>
              <a:gd name="connsiteY17" fmla="*/ 38080 h 171430"/>
              <a:gd name="connsiteX18" fmla="*/ 104774 w 133355"/>
              <a:gd name="connsiteY18" fmla="*/ 47605 h 171430"/>
              <a:gd name="connsiteX19" fmla="*/ 95249 w 133355"/>
              <a:gd name="connsiteY19" fmla="*/ 57130 h 171430"/>
              <a:gd name="connsiteX20" fmla="*/ 38099 w 133355"/>
              <a:gd name="connsiteY20" fmla="*/ 57130 h 171430"/>
              <a:gd name="connsiteX21" fmla="*/ 28574 w 133355"/>
              <a:gd name="connsiteY21" fmla="*/ 47605 h 171430"/>
              <a:gd name="connsiteX22" fmla="*/ 38099 w 133355"/>
              <a:gd name="connsiteY22" fmla="*/ 38080 h 171430"/>
              <a:gd name="connsiteX23" fmla="*/ 38099 w 133355"/>
              <a:gd name="connsiteY23" fmla="*/ 76180 h 171430"/>
              <a:gd name="connsiteX24" fmla="*/ 66674 w 133355"/>
              <a:gd name="connsiteY24" fmla="*/ 76180 h 171430"/>
              <a:gd name="connsiteX25" fmla="*/ 76199 w 133355"/>
              <a:gd name="connsiteY25" fmla="*/ 85705 h 171430"/>
              <a:gd name="connsiteX26" fmla="*/ 66674 w 133355"/>
              <a:gd name="connsiteY26" fmla="*/ 95230 h 171430"/>
              <a:gd name="connsiteX27" fmla="*/ 38099 w 133355"/>
              <a:gd name="connsiteY27" fmla="*/ 95230 h 171430"/>
              <a:gd name="connsiteX28" fmla="*/ 28574 w 133355"/>
              <a:gd name="connsiteY28" fmla="*/ 85705 h 171430"/>
              <a:gd name="connsiteX29" fmla="*/ 38099 w 133355"/>
              <a:gd name="connsiteY29" fmla="*/ 76180 h 17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3355" h="171430">
                <a:moveTo>
                  <a:pt x="47624" y="0"/>
                </a:moveTo>
                <a:cubicBezTo>
                  <a:pt x="9524" y="0"/>
                  <a:pt x="20" y="0"/>
                  <a:pt x="20" y="47606"/>
                </a:cubicBezTo>
                <a:cubicBezTo>
                  <a:pt x="-13" y="56960"/>
                  <a:pt x="3" y="86982"/>
                  <a:pt x="13" y="107228"/>
                </a:cubicBezTo>
                <a:cubicBezTo>
                  <a:pt x="17" y="114469"/>
                  <a:pt x="20" y="120460"/>
                  <a:pt x="20" y="123805"/>
                </a:cubicBezTo>
                <a:cubicBezTo>
                  <a:pt x="20" y="171411"/>
                  <a:pt x="9524" y="171430"/>
                  <a:pt x="47624" y="171430"/>
                </a:cubicBezTo>
                <a:lnTo>
                  <a:pt x="85724" y="171430"/>
                </a:lnTo>
                <a:cubicBezTo>
                  <a:pt x="123824" y="171430"/>
                  <a:pt x="133157" y="171411"/>
                  <a:pt x="133328" y="123805"/>
                </a:cubicBezTo>
                <a:cubicBezTo>
                  <a:pt x="133364" y="113670"/>
                  <a:pt x="133356" y="79260"/>
                  <a:pt x="133351" y="59325"/>
                </a:cubicBezTo>
                <a:lnTo>
                  <a:pt x="133349" y="47606"/>
                </a:lnTo>
                <a:cubicBezTo>
                  <a:pt x="133349" y="0"/>
                  <a:pt x="123824" y="-1"/>
                  <a:pt x="85725" y="0"/>
                </a:cubicBezTo>
                <a:lnTo>
                  <a:pt x="47624" y="0"/>
                </a:lnTo>
                <a:close/>
                <a:moveTo>
                  <a:pt x="76199" y="142855"/>
                </a:moveTo>
                <a:cubicBezTo>
                  <a:pt x="76199" y="148116"/>
                  <a:pt x="71934" y="152380"/>
                  <a:pt x="66674" y="152380"/>
                </a:cubicBezTo>
                <a:cubicBezTo>
                  <a:pt x="61413" y="152380"/>
                  <a:pt x="57149" y="148116"/>
                  <a:pt x="57149" y="142855"/>
                </a:cubicBezTo>
                <a:cubicBezTo>
                  <a:pt x="57149" y="137595"/>
                  <a:pt x="61413" y="133330"/>
                  <a:pt x="66674" y="133330"/>
                </a:cubicBezTo>
                <a:cubicBezTo>
                  <a:pt x="71934" y="133330"/>
                  <a:pt x="76199" y="137595"/>
                  <a:pt x="76199" y="142855"/>
                </a:cubicBezTo>
                <a:close/>
                <a:moveTo>
                  <a:pt x="38099" y="38080"/>
                </a:moveTo>
                <a:lnTo>
                  <a:pt x="95249" y="38080"/>
                </a:lnTo>
                <a:cubicBezTo>
                  <a:pt x="100509" y="38080"/>
                  <a:pt x="104774" y="42345"/>
                  <a:pt x="104774" y="47605"/>
                </a:cubicBezTo>
                <a:cubicBezTo>
                  <a:pt x="104774" y="52866"/>
                  <a:pt x="100509" y="57130"/>
                  <a:pt x="95249" y="57130"/>
                </a:cubicBezTo>
                <a:lnTo>
                  <a:pt x="38099" y="57130"/>
                </a:lnTo>
                <a:cubicBezTo>
                  <a:pt x="32838" y="57130"/>
                  <a:pt x="28574" y="52866"/>
                  <a:pt x="28574" y="47605"/>
                </a:cubicBezTo>
                <a:cubicBezTo>
                  <a:pt x="28574" y="42345"/>
                  <a:pt x="32838" y="38080"/>
                  <a:pt x="38099" y="38080"/>
                </a:cubicBezTo>
                <a:close/>
                <a:moveTo>
                  <a:pt x="38099" y="76180"/>
                </a:moveTo>
                <a:lnTo>
                  <a:pt x="66674" y="76180"/>
                </a:lnTo>
                <a:cubicBezTo>
                  <a:pt x="71934" y="76180"/>
                  <a:pt x="76199" y="80445"/>
                  <a:pt x="76199" y="85705"/>
                </a:cubicBezTo>
                <a:cubicBezTo>
                  <a:pt x="76199" y="90966"/>
                  <a:pt x="71934" y="95230"/>
                  <a:pt x="66674" y="95230"/>
                </a:cubicBezTo>
                <a:lnTo>
                  <a:pt x="38099" y="95230"/>
                </a:lnTo>
                <a:cubicBezTo>
                  <a:pt x="32838" y="95230"/>
                  <a:pt x="28574" y="90966"/>
                  <a:pt x="28574" y="85705"/>
                </a:cubicBezTo>
                <a:cubicBezTo>
                  <a:pt x="28574" y="80445"/>
                  <a:pt x="32838" y="76180"/>
                  <a:pt x="38099" y="76180"/>
                </a:cubicBezTo>
                <a:close/>
              </a:path>
            </a:pathLst>
          </a:custGeom>
          <a:solidFill>
            <a:srgbClr val="000000"/>
          </a:solidFill>
          <a:ln w="9525" cap="flat">
            <a:noFill/>
            <a:prstDash val="solid"/>
            <a:miter/>
          </a:ln>
        </p:spPr>
        <p:txBody>
          <a:bodyPr rtlCol="0" anchor="ctr"/>
          <a:lstStyle/>
          <a:p>
            <a:endParaRPr lang="ru-RU"/>
          </a:p>
        </p:txBody>
      </p:sp>
      <p:sp>
        <p:nvSpPr>
          <p:cNvPr id="541" name="Рисунок 355">
            <a:extLst>
              <a:ext uri="{FF2B5EF4-FFF2-40B4-BE49-F238E27FC236}">
                <a16:creationId xmlns:a16="http://schemas.microsoft.com/office/drawing/2014/main" id="{7F1C63D9-3490-34E5-BC9A-23938D076C1E}"/>
              </a:ext>
            </a:extLst>
          </p:cNvPr>
          <p:cNvSpPr/>
          <p:nvPr/>
        </p:nvSpPr>
        <p:spPr>
          <a:xfrm>
            <a:off x="10328043" y="2373018"/>
            <a:ext cx="171450" cy="171450"/>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38100 w 171450"/>
              <a:gd name="connsiteY5" fmla="*/ 38100 h 171450"/>
              <a:gd name="connsiteX6" fmla="*/ 66675 w 171450"/>
              <a:gd name="connsiteY6" fmla="*/ 38100 h 171450"/>
              <a:gd name="connsiteX7" fmla="*/ 76200 w 171450"/>
              <a:gd name="connsiteY7" fmla="*/ 47625 h 171450"/>
              <a:gd name="connsiteX8" fmla="*/ 66675 w 171450"/>
              <a:gd name="connsiteY8" fmla="*/ 57150 h 171450"/>
              <a:gd name="connsiteX9" fmla="*/ 38100 w 171450"/>
              <a:gd name="connsiteY9" fmla="*/ 57150 h 171450"/>
              <a:gd name="connsiteX10" fmla="*/ 28575 w 171450"/>
              <a:gd name="connsiteY10" fmla="*/ 47625 h 171450"/>
              <a:gd name="connsiteX11" fmla="*/ 38100 w 171450"/>
              <a:gd name="connsiteY11" fmla="*/ 38100 h 171450"/>
              <a:gd name="connsiteX12" fmla="*/ 38100 w 171450"/>
              <a:gd name="connsiteY12" fmla="*/ 114300 h 171450"/>
              <a:gd name="connsiteX13" fmla="*/ 57150 w 171450"/>
              <a:gd name="connsiteY13" fmla="*/ 114300 h 171450"/>
              <a:gd name="connsiteX14" fmla="*/ 66675 w 171450"/>
              <a:gd name="connsiteY14" fmla="*/ 123825 h 171450"/>
              <a:gd name="connsiteX15" fmla="*/ 57150 w 171450"/>
              <a:gd name="connsiteY15" fmla="*/ 133350 h 171450"/>
              <a:gd name="connsiteX16" fmla="*/ 38100 w 171450"/>
              <a:gd name="connsiteY16" fmla="*/ 133350 h 171450"/>
              <a:gd name="connsiteX17" fmla="*/ 28575 w 171450"/>
              <a:gd name="connsiteY17" fmla="*/ 123825 h 171450"/>
              <a:gd name="connsiteX18" fmla="*/ 38100 w 171450"/>
              <a:gd name="connsiteY18" fmla="*/ 114300 h 171450"/>
              <a:gd name="connsiteX19" fmla="*/ 38100 w 171450"/>
              <a:gd name="connsiteY19" fmla="*/ 76200 h 171450"/>
              <a:gd name="connsiteX20" fmla="*/ 95250 w 171450"/>
              <a:gd name="connsiteY20" fmla="*/ 76200 h 171450"/>
              <a:gd name="connsiteX21" fmla="*/ 104775 w 171450"/>
              <a:gd name="connsiteY21" fmla="*/ 85725 h 171450"/>
              <a:gd name="connsiteX22" fmla="*/ 95250 w 171450"/>
              <a:gd name="connsiteY22" fmla="*/ 95250 h 171450"/>
              <a:gd name="connsiteX23" fmla="*/ 38100 w 171450"/>
              <a:gd name="connsiteY23" fmla="*/ 95250 h 171450"/>
              <a:gd name="connsiteX24" fmla="*/ 28575 w 171450"/>
              <a:gd name="connsiteY24" fmla="*/ 85725 h 171450"/>
              <a:gd name="connsiteX25" fmla="*/ 38100 w 171450"/>
              <a:gd name="connsiteY25" fmla="*/ 76200 h 171450"/>
              <a:gd name="connsiteX26" fmla="*/ 150495 w 171450"/>
              <a:gd name="connsiteY26" fmla="*/ 100965 h 171450"/>
              <a:gd name="connsiteX27" fmla="*/ 121920 w 171450"/>
              <a:gd name="connsiteY27" fmla="*/ 139065 h 171450"/>
              <a:gd name="connsiteX28" fmla="*/ 114975 w 171450"/>
              <a:gd name="connsiteY28" fmla="*/ 142851 h 171450"/>
              <a:gd name="connsiteX29" fmla="*/ 107565 w 171450"/>
              <a:gd name="connsiteY29" fmla="*/ 140085 h 171450"/>
              <a:gd name="connsiteX30" fmla="*/ 88515 w 171450"/>
              <a:gd name="connsiteY30" fmla="*/ 121035 h 171450"/>
              <a:gd name="connsiteX31" fmla="*/ 88515 w 171450"/>
              <a:gd name="connsiteY31" fmla="*/ 107565 h 171450"/>
              <a:gd name="connsiteX32" fmla="*/ 101985 w 171450"/>
              <a:gd name="connsiteY32" fmla="*/ 107565 h 171450"/>
              <a:gd name="connsiteX33" fmla="*/ 113269 w 171450"/>
              <a:gd name="connsiteY33" fmla="*/ 118849 h 171450"/>
              <a:gd name="connsiteX34" fmla="*/ 135255 w 171450"/>
              <a:gd name="connsiteY34" fmla="*/ 89535 h 171450"/>
              <a:gd name="connsiteX35" fmla="*/ 148590 w 171450"/>
              <a:gd name="connsiteY35" fmla="*/ 87630 h 171450"/>
              <a:gd name="connsiteX36" fmla="*/ 150495 w 171450"/>
              <a:gd name="connsiteY36" fmla="*/ 10096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1450" h="171450">
                <a:moveTo>
                  <a:pt x="85725" y="0"/>
                </a:moveTo>
                <a:cubicBezTo>
                  <a:pt x="15130" y="0"/>
                  <a:pt x="0" y="15130"/>
                  <a:pt x="0" y="85725"/>
                </a:cubicBezTo>
                <a:cubicBezTo>
                  <a:pt x="0" y="156320"/>
                  <a:pt x="15130" y="171450"/>
                  <a:pt x="85725" y="171450"/>
                </a:cubicBezTo>
                <a:cubicBezTo>
                  <a:pt x="156320" y="171450"/>
                  <a:pt x="171450" y="156320"/>
                  <a:pt x="171450" y="85725"/>
                </a:cubicBezTo>
                <a:cubicBezTo>
                  <a:pt x="171450" y="15130"/>
                  <a:pt x="156320" y="0"/>
                  <a:pt x="85725" y="0"/>
                </a:cubicBezTo>
                <a:close/>
                <a:moveTo>
                  <a:pt x="38100" y="38100"/>
                </a:moveTo>
                <a:lnTo>
                  <a:pt x="66675" y="38100"/>
                </a:lnTo>
                <a:cubicBezTo>
                  <a:pt x="71936" y="38100"/>
                  <a:pt x="76200" y="42365"/>
                  <a:pt x="76200" y="47625"/>
                </a:cubicBezTo>
                <a:cubicBezTo>
                  <a:pt x="76200" y="52885"/>
                  <a:pt x="71936" y="57150"/>
                  <a:pt x="66675" y="57150"/>
                </a:cubicBezTo>
                <a:lnTo>
                  <a:pt x="38100" y="57150"/>
                </a:lnTo>
                <a:cubicBezTo>
                  <a:pt x="32840" y="57150"/>
                  <a:pt x="28575" y="52885"/>
                  <a:pt x="28575" y="47625"/>
                </a:cubicBezTo>
                <a:cubicBezTo>
                  <a:pt x="28575" y="42365"/>
                  <a:pt x="32840" y="38100"/>
                  <a:pt x="38100" y="38100"/>
                </a:cubicBezTo>
                <a:close/>
                <a:moveTo>
                  <a:pt x="38100" y="114300"/>
                </a:moveTo>
                <a:lnTo>
                  <a:pt x="57150" y="114300"/>
                </a:lnTo>
                <a:cubicBezTo>
                  <a:pt x="62410" y="114300"/>
                  <a:pt x="66675" y="118564"/>
                  <a:pt x="66675" y="123825"/>
                </a:cubicBezTo>
                <a:cubicBezTo>
                  <a:pt x="66675" y="129086"/>
                  <a:pt x="62410" y="133350"/>
                  <a:pt x="57150" y="133350"/>
                </a:cubicBezTo>
                <a:lnTo>
                  <a:pt x="38100" y="133350"/>
                </a:lnTo>
                <a:cubicBezTo>
                  <a:pt x="32840" y="133350"/>
                  <a:pt x="28575" y="129086"/>
                  <a:pt x="28575" y="123825"/>
                </a:cubicBezTo>
                <a:cubicBezTo>
                  <a:pt x="28575" y="118564"/>
                  <a:pt x="32840" y="114300"/>
                  <a:pt x="38100" y="114300"/>
                </a:cubicBezTo>
                <a:close/>
                <a:moveTo>
                  <a:pt x="38100" y="76200"/>
                </a:moveTo>
                <a:lnTo>
                  <a:pt x="95250" y="76200"/>
                </a:lnTo>
                <a:cubicBezTo>
                  <a:pt x="100511" y="76200"/>
                  <a:pt x="104775" y="80464"/>
                  <a:pt x="104775" y="85725"/>
                </a:cubicBezTo>
                <a:cubicBezTo>
                  <a:pt x="104775" y="90986"/>
                  <a:pt x="100511" y="95250"/>
                  <a:pt x="95250" y="95250"/>
                </a:cubicBezTo>
                <a:lnTo>
                  <a:pt x="38100" y="95250"/>
                </a:lnTo>
                <a:cubicBezTo>
                  <a:pt x="32840" y="95250"/>
                  <a:pt x="28575" y="90986"/>
                  <a:pt x="28575" y="85725"/>
                </a:cubicBezTo>
                <a:cubicBezTo>
                  <a:pt x="28575" y="80464"/>
                  <a:pt x="32840" y="76200"/>
                  <a:pt x="38100" y="76200"/>
                </a:cubicBezTo>
                <a:close/>
                <a:moveTo>
                  <a:pt x="150495" y="100965"/>
                </a:moveTo>
                <a:lnTo>
                  <a:pt x="121920" y="139065"/>
                </a:lnTo>
                <a:cubicBezTo>
                  <a:pt x="120264" y="141274"/>
                  <a:pt x="117730" y="142655"/>
                  <a:pt x="114975" y="142851"/>
                </a:cubicBezTo>
                <a:cubicBezTo>
                  <a:pt x="112221" y="143046"/>
                  <a:pt x="109518" y="142038"/>
                  <a:pt x="107565" y="140085"/>
                </a:cubicBezTo>
                <a:lnTo>
                  <a:pt x="88515" y="121035"/>
                </a:lnTo>
                <a:cubicBezTo>
                  <a:pt x="84795" y="117316"/>
                  <a:pt x="84795" y="111284"/>
                  <a:pt x="88515" y="107565"/>
                </a:cubicBezTo>
                <a:cubicBezTo>
                  <a:pt x="92234" y="103845"/>
                  <a:pt x="98266" y="103845"/>
                  <a:pt x="101985" y="107565"/>
                </a:cubicBezTo>
                <a:lnTo>
                  <a:pt x="113269" y="118849"/>
                </a:lnTo>
                <a:lnTo>
                  <a:pt x="135255" y="89535"/>
                </a:lnTo>
                <a:cubicBezTo>
                  <a:pt x="138412" y="85327"/>
                  <a:pt x="144382" y="84473"/>
                  <a:pt x="148590" y="87630"/>
                </a:cubicBezTo>
                <a:cubicBezTo>
                  <a:pt x="152798" y="90787"/>
                  <a:pt x="153652" y="96757"/>
                  <a:pt x="150495" y="100965"/>
                </a:cubicBezTo>
                <a:close/>
              </a:path>
            </a:pathLst>
          </a:custGeom>
          <a:solidFill>
            <a:srgbClr val="000000"/>
          </a:solidFill>
          <a:ln w="9525" cap="flat">
            <a:noFill/>
            <a:prstDash val="solid"/>
            <a:miter/>
          </a:ln>
        </p:spPr>
        <p:txBody>
          <a:bodyPr rtlCol="0" anchor="ctr"/>
          <a:lstStyle/>
          <a:p>
            <a:endParaRPr lang="ru-RU"/>
          </a:p>
        </p:txBody>
      </p:sp>
      <p:sp>
        <p:nvSpPr>
          <p:cNvPr id="737" name="Полилиния: фигура 736">
            <a:extLst>
              <a:ext uri="{FF2B5EF4-FFF2-40B4-BE49-F238E27FC236}">
                <a16:creationId xmlns:a16="http://schemas.microsoft.com/office/drawing/2014/main" id="{B444254E-4F9C-A69A-B072-79D449002797}"/>
              </a:ext>
            </a:extLst>
          </p:cNvPr>
          <p:cNvSpPr/>
          <p:nvPr/>
        </p:nvSpPr>
        <p:spPr>
          <a:xfrm>
            <a:off x="10328043" y="2882002"/>
            <a:ext cx="171450" cy="161925"/>
          </a:xfrm>
          <a:custGeom>
            <a:avLst/>
            <a:gdLst>
              <a:gd name="connsiteX0" fmla="*/ 128588 w 171450"/>
              <a:gd name="connsiteY0" fmla="*/ 57150 h 161925"/>
              <a:gd name="connsiteX1" fmla="*/ 133350 w 171450"/>
              <a:gd name="connsiteY1" fmla="*/ 61913 h 161925"/>
              <a:gd name="connsiteX2" fmla="*/ 133350 w 171450"/>
              <a:gd name="connsiteY2" fmla="*/ 80963 h 161925"/>
              <a:gd name="connsiteX3" fmla="*/ 128588 w 171450"/>
              <a:gd name="connsiteY3" fmla="*/ 85725 h 161925"/>
              <a:gd name="connsiteX4" fmla="*/ 123825 w 171450"/>
              <a:gd name="connsiteY4" fmla="*/ 80963 h 161925"/>
              <a:gd name="connsiteX5" fmla="*/ 123825 w 171450"/>
              <a:gd name="connsiteY5" fmla="*/ 61913 h 161925"/>
              <a:gd name="connsiteX6" fmla="*/ 128588 w 171450"/>
              <a:gd name="connsiteY6" fmla="*/ 57150 h 161925"/>
              <a:gd name="connsiteX7" fmla="*/ 66675 w 171450"/>
              <a:gd name="connsiteY7" fmla="*/ 57150 h 161925"/>
              <a:gd name="connsiteX8" fmla="*/ 71438 w 171450"/>
              <a:gd name="connsiteY8" fmla="*/ 57150 h 161925"/>
              <a:gd name="connsiteX9" fmla="*/ 76200 w 171450"/>
              <a:gd name="connsiteY9" fmla="*/ 61913 h 161925"/>
              <a:gd name="connsiteX10" fmla="*/ 71438 w 171450"/>
              <a:gd name="connsiteY10" fmla="*/ 66675 h 161925"/>
              <a:gd name="connsiteX11" fmla="*/ 66675 w 171450"/>
              <a:gd name="connsiteY11" fmla="*/ 66675 h 161925"/>
              <a:gd name="connsiteX12" fmla="*/ 128588 w 171450"/>
              <a:gd name="connsiteY12" fmla="*/ 38100 h 161925"/>
              <a:gd name="connsiteX13" fmla="*/ 104775 w 171450"/>
              <a:gd name="connsiteY13" fmla="*/ 61913 h 161925"/>
              <a:gd name="connsiteX14" fmla="*/ 104775 w 171450"/>
              <a:gd name="connsiteY14" fmla="*/ 80963 h 161925"/>
              <a:gd name="connsiteX15" fmla="*/ 128588 w 171450"/>
              <a:gd name="connsiteY15" fmla="*/ 104775 h 161925"/>
              <a:gd name="connsiteX16" fmla="*/ 152400 w 171450"/>
              <a:gd name="connsiteY16" fmla="*/ 80963 h 161925"/>
              <a:gd name="connsiteX17" fmla="*/ 152400 w 171450"/>
              <a:gd name="connsiteY17" fmla="*/ 61913 h 161925"/>
              <a:gd name="connsiteX18" fmla="*/ 128588 w 171450"/>
              <a:gd name="connsiteY18" fmla="*/ 38100 h 161925"/>
              <a:gd name="connsiteX19" fmla="*/ 57150 w 171450"/>
              <a:gd name="connsiteY19" fmla="*/ 38100 h 161925"/>
              <a:gd name="connsiteX20" fmla="*/ 47625 w 171450"/>
              <a:gd name="connsiteY20" fmla="*/ 47625 h 161925"/>
              <a:gd name="connsiteX21" fmla="*/ 47625 w 171450"/>
              <a:gd name="connsiteY21" fmla="*/ 95250 h 161925"/>
              <a:gd name="connsiteX22" fmla="*/ 57150 w 171450"/>
              <a:gd name="connsiteY22" fmla="*/ 104775 h 161925"/>
              <a:gd name="connsiteX23" fmla="*/ 66675 w 171450"/>
              <a:gd name="connsiteY23" fmla="*/ 95250 h 161925"/>
              <a:gd name="connsiteX24" fmla="*/ 66675 w 171450"/>
              <a:gd name="connsiteY24" fmla="*/ 85725 h 161925"/>
              <a:gd name="connsiteX25" fmla="*/ 71438 w 171450"/>
              <a:gd name="connsiteY25" fmla="*/ 85725 h 161925"/>
              <a:gd name="connsiteX26" fmla="*/ 95250 w 171450"/>
              <a:gd name="connsiteY26" fmla="*/ 61913 h 161925"/>
              <a:gd name="connsiteX27" fmla="*/ 71438 w 171450"/>
              <a:gd name="connsiteY27" fmla="*/ 38100 h 161925"/>
              <a:gd name="connsiteX28" fmla="*/ 28575 w 171450"/>
              <a:gd name="connsiteY28" fmla="*/ 38100 h 161925"/>
              <a:gd name="connsiteX29" fmla="*/ 19050 w 171450"/>
              <a:gd name="connsiteY29" fmla="*/ 47625 h 161925"/>
              <a:gd name="connsiteX30" fmla="*/ 19050 w 171450"/>
              <a:gd name="connsiteY30" fmla="*/ 95250 h 161925"/>
              <a:gd name="connsiteX31" fmla="*/ 28575 w 171450"/>
              <a:gd name="connsiteY31" fmla="*/ 104775 h 161925"/>
              <a:gd name="connsiteX32" fmla="*/ 38100 w 171450"/>
              <a:gd name="connsiteY32" fmla="*/ 95250 h 161925"/>
              <a:gd name="connsiteX33" fmla="*/ 38100 w 171450"/>
              <a:gd name="connsiteY33" fmla="*/ 47625 h 161925"/>
              <a:gd name="connsiteX34" fmla="*/ 28575 w 171450"/>
              <a:gd name="connsiteY34" fmla="*/ 38100 h 161925"/>
              <a:gd name="connsiteX35" fmla="*/ 85725 w 171450"/>
              <a:gd name="connsiteY35" fmla="*/ 0 h 161925"/>
              <a:gd name="connsiteX36" fmla="*/ 171450 w 171450"/>
              <a:gd name="connsiteY36" fmla="*/ 66675 h 161925"/>
              <a:gd name="connsiteX37" fmla="*/ 166688 w 171450"/>
              <a:gd name="connsiteY37" fmla="*/ 100013 h 161925"/>
              <a:gd name="connsiteX38" fmla="*/ 85725 w 171450"/>
              <a:gd name="connsiteY38" fmla="*/ 161925 h 161925"/>
              <a:gd name="connsiteX39" fmla="*/ 4763 w 171450"/>
              <a:gd name="connsiteY39" fmla="*/ 100013 h 161925"/>
              <a:gd name="connsiteX40" fmla="*/ 0 w 171450"/>
              <a:gd name="connsiteY40" fmla="*/ 66675 h 161925"/>
              <a:gd name="connsiteX41" fmla="*/ 85725 w 171450"/>
              <a:gd name="connsiteY41"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71450" h="161925">
                <a:moveTo>
                  <a:pt x="128588" y="57150"/>
                </a:moveTo>
                <a:cubicBezTo>
                  <a:pt x="131217" y="57150"/>
                  <a:pt x="133350" y="59283"/>
                  <a:pt x="133350" y="61913"/>
                </a:cubicBezTo>
                <a:lnTo>
                  <a:pt x="133350" y="80963"/>
                </a:lnTo>
                <a:cubicBezTo>
                  <a:pt x="133350" y="83592"/>
                  <a:pt x="131217" y="85725"/>
                  <a:pt x="128588" y="85725"/>
                </a:cubicBezTo>
                <a:cubicBezTo>
                  <a:pt x="125958" y="85725"/>
                  <a:pt x="123825" y="83592"/>
                  <a:pt x="123825" y="80963"/>
                </a:cubicBezTo>
                <a:lnTo>
                  <a:pt x="123825" y="61913"/>
                </a:lnTo>
                <a:cubicBezTo>
                  <a:pt x="123825" y="59283"/>
                  <a:pt x="125958" y="57150"/>
                  <a:pt x="128588" y="57150"/>
                </a:cubicBezTo>
                <a:close/>
                <a:moveTo>
                  <a:pt x="66675" y="57150"/>
                </a:moveTo>
                <a:lnTo>
                  <a:pt x="71438" y="57150"/>
                </a:lnTo>
                <a:cubicBezTo>
                  <a:pt x="74067" y="57150"/>
                  <a:pt x="76200" y="59283"/>
                  <a:pt x="76200" y="61913"/>
                </a:cubicBezTo>
                <a:cubicBezTo>
                  <a:pt x="76200" y="64542"/>
                  <a:pt x="74067" y="66675"/>
                  <a:pt x="71438" y="66675"/>
                </a:cubicBezTo>
                <a:lnTo>
                  <a:pt x="66675" y="66675"/>
                </a:lnTo>
                <a:close/>
                <a:moveTo>
                  <a:pt x="128588" y="38100"/>
                </a:moveTo>
                <a:cubicBezTo>
                  <a:pt x="115436" y="38100"/>
                  <a:pt x="104775" y="48761"/>
                  <a:pt x="104775" y="61913"/>
                </a:cubicBezTo>
                <a:lnTo>
                  <a:pt x="104775" y="80963"/>
                </a:lnTo>
                <a:cubicBezTo>
                  <a:pt x="104775" y="94114"/>
                  <a:pt x="115436" y="104775"/>
                  <a:pt x="128588" y="104775"/>
                </a:cubicBezTo>
                <a:cubicBezTo>
                  <a:pt x="141739" y="104775"/>
                  <a:pt x="152400" y="94114"/>
                  <a:pt x="152400" y="80963"/>
                </a:cubicBezTo>
                <a:lnTo>
                  <a:pt x="152400" y="61913"/>
                </a:lnTo>
                <a:cubicBezTo>
                  <a:pt x="152400" y="48761"/>
                  <a:pt x="141739" y="38100"/>
                  <a:pt x="128588" y="38100"/>
                </a:cubicBezTo>
                <a:close/>
                <a:moveTo>
                  <a:pt x="57150" y="38100"/>
                </a:moveTo>
                <a:cubicBezTo>
                  <a:pt x="51890" y="38100"/>
                  <a:pt x="47625" y="42365"/>
                  <a:pt x="47625" y="47625"/>
                </a:cubicBezTo>
                <a:lnTo>
                  <a:pt x="47625" y="95250"/>
                </a:lnTo>
                <a:cubicBezTo>
                  <a:pt x="47625" y="100511"/>
                  <a:pt x="51890" y="104775"/>
                  <a:pt x="57150" y="104775"/>
                </a:cubicBezTo>
                <a:cubicBezTo>
                  <a:pt x="62410" y="104775"/>
                  <a:pt x="66675" y="100511"/>
                  <a:pt x="66675" y="95250"/>
                </a:cubicBezTo>
                <a:lnTo>
                  <a:pt x="66675" y="85725"/>
                </a:lnTo>
                <a:lnTo>
                  <a:pt x="71438" y="85725"/>
                </a:lnTo>
                <a:cubicBezTo>
                  <a:pt x="84589" y="85725"/>
                  <a:pt x="95250" y="75064"/>
                  <a:pt x="95250" y="61913"/>
                </a:cubicBezTo>
                <a:cubicBezTo>
                  <a:pt x="95250" y="48761"/>
                  <a:pt x="84589" y="38100"/>
                  <a:pt x="71438" y="38100"/>
                </a:cubicBezTo>
                <a:close/>
                <a:moveTo>
                  <a:pt x="28575" y="38100"/>
                </a:moveTo>
                <a:cubicBezTo>
                  <a:pt x="23315" y="38100"/>
                  <a:pt x="19050" y="42365"/>
                  <a:pt x="19050" y="47625"/>
                </a:cubicBezTo>
                <a:lnTo>
                  <a:pt x="19050" y="95250"/>
                </a:lnTo>
                <a:cubicBezTo>
                  <a:pt x="19050" y="100511"/>
                  <a:pt x="23315" y="104775"/>
                  <a:pt x="28575" y="104775"/>
                </a:cubicBezTo>
                <a:cubicBezTo>
                  <a:pt x="33835" y="104775"/>
                  <a:pt x="38100" y="100511"/>
                  <a:pt x="38100" y="95250"/>
                </a:cubicBezTo>
                <a:lnTo>
                  <a:pt x="38100" y="47625"/>
                </a:lnTo>
                <a:cubicBezTo>
                  <a:pt x="38100" y="42365"/>
                  <a:pt x="33835" y="38100"/>
                  <a:pt x="28575" y="38100"/>
                </a:cubicBezTo>
                <a:close/>
                <a:moveTo>
                  <a:pt x="85725" y="0"/>
                </a:moveTo>
                <a:cubicBezTo>
                  <a:pt x="146685" y="0"/>
                  <a:pt x="171450" y="12700"/>
                  <a:pt x="171450" y="66675"/>
                </a:cubicBezTo>
                <a:cubicBezTo>
                  <a:pt x="171450" y="79023"/>
                  <a:pt x="171450" y="90488"/>
                  <a:pt x="166688" y="100013"/>
                </a:cubicBezTo>
                <a:cubicBezTo>
                  <a:pt x="147638" y="138113"/>
                  <a:pt x="95382" y="161925"/>
                  <a:pt x="85725" y="161925"/>
                </a:cubicBezTo>
                <a:cubicBezTo>
                  <a:pt x="76068" y="161925"/>
                  <a:pt x="23812" y="138113"/>
                  <a:pt x="4763" y="100013"/>
                </a:cubicBezTo>
                <a:cubicBezTo>
                  <a:pt x="0" y="90488"/>
                  <a:pt x="0" y="79023"/>
                  <a:pt x="0" y="66675"/>
                </a:cubicBezTo>
                <a:cubicBezTo>
                  <a:pt x="0" y="12700"/>
                  <a:pt x="24765" y="0"/>
                  <a:pt x="85725" y="0"/>
                </a:cubicBezTo>
                <a:close/>
              </a:path>
            </a:pathLst>
          </a:custGeom>
          <a:solidFill>
            <a:srgbClr val="000000"/>
          </a:solidFill>
          <a:ln w="9525" cap="flat">
            <a:noFill/>
            <a:prstDash val="solid"/>
            <a:miter/>
          </a:ln>
        </p:spPr>
        <p:txBody>
          <a:bodyPr rtlCol="0" anchor="ctr"/>
          <a:lstStyle/>
          <a:p>
            <a:endParaRPr lang="ru-RU"/>
          </a:p>
        </p:txBody>
      </p:sp>
      <p:sp>
        <p:nvSpPr>
          <p:cNvPr id="741" name="Полилиния: фигура 740">
            <a:extLst>
              <a:ext uri="{FF2B5EF4-FFF2-40B4-BE49-F238E27FC236}">
                <a16:creationId xmlns:a16="http://schemas.microsoft.com/office/drawing/2014/main" id="{8977881E-86F6-2F32-8A48-985BDC7AD1B8}"/>
              </a:ext>
            </a:extLst>
          </p:cNvPr>
          <p:cNvSpPr/>
          <p:nvPr/>
        </p:nvSpPr>
        <p:spPr>
          <a:xfrm>
            <a:off x="10328043" y="3391599"/>
            <a:ext cx="171450" cy="171450"/>
          </a:xfrm>
          <a:custGeom>
            <a:avLst/>
            <a:gdLst>
              <a:gd name="connsiteX0" fmla="*/ 88515 w 171450"/>
              <a:gd name="connsiteY0" fmla="*/ 88515 h 171450"/>
              <a:gd name="connsiteX1" fmla="*/ 88515 w 171450"/>
              <a:gd name="connsiteY1" fmla="*/ 101985 h 171450"/>
              <a:gd name="connsiteX2" fmla="*/ 91305 w 171450"/>
              <a:gd name="connsiteY2" fmla="*/ 104775 h 171450"/>
              <a:gd name="connsiteX3" fmla="*/ 57150 w 171450"/>
              <a:gd name="connsiteY3" fmla="*/ 104775 h 171450"/>
              <a:gd name="connsiteX4" fmla="*/ 47625 w 171450"/>
              <a:gd name="connsiteY4" fmla="*/ 114300 h 171450"/>
              <a:gd name="connsiteX5" fmla="*/ 57150 w 171450"/>
              <a:gd name="connsiteY5" fmla="*/ 123825 h 171450"/>
              <a:gd name="connsiteX6" fmla="*/ 91305 w 171450"/>
              <a:gd name="connsiteY6" fmla="*/ 123825 h 171450"/>
              <a:gd name="connsiteX7" fmla="*/ 88515 w 171450"/>
              <a:gd name="connsiteY7" fmla="*/ 126615 h 171450"/>
              <a:gd name="connsiteX8" fmla="*/ 88515 w 171450"/>
              <a:gd name="connsiteY8" fmla="*/ 140085 h 171450"/>
              <a:gd name="connsiteX9" fmla="*/ 101985 w 171450"/>
              <a:gd name="connsiteY9" fmla="*/ 140085 h 171450"/>
              <a:gd name="connsiteX10" fmla="*/ 121035 w 171450"/>
              <a:gd name="connsiteY10" fmla="*/ 121035 h 171450"/>
              <a:gd name="connsiteX11" fmla="*/ 121035 w 171450"/>
              <a:gd name="connsiteY11" fmla="*/ 107565 h 171450"/>
              <a:gd name="connsiteX12" fmla="*/ 101985 w 171450"/>
              <a:gd name="connsiteY12" fmla="*/ 88515 h 171450"/>
              <a:gd name="connsiteX13" fmla="*/ 88515 w 171450"/>
              <a:gd name="connsiteY13" fmla="*/ 88515 h 171450"/>
              <a:gd name="connsiteX14" fmla="*/ 9525 w 171450"/>
              <a:gd name="connsiteY14" fmla="*/ 66675 h 171450"/>
              <a:gd name="connsiteX15" fmla="*/ 161925 w 171450"/>
              <a:gd name="connsiteY15" fmla="*/ 66675 h 171450"/>
              <a:gd name="connsiteX16" fmla="*/ 170751 w 171450"/>
              <a:gd name="connsiteY16" fmla="*/ 76200 h 171450"/>
              <a:gd name="connsiteX17" fmla="*/ 171450 w 171450"/>
              <a:gd name="connsiteY17" fmla="*/ 95250 h 171450"/>
              <a:gd name="connsiteX18" fmla="*/ 85725 w 171450"/>
              <a:gd name="connsiteY18" fmla="*/ 171450 h 171450"/>
              <a:gd name="connsiteX19" fmla="*/ 0 w 171450"/>
              <a:gd name="connsiteY19" fmla="*/ 95250 h 171450"/>
              <a:gd name="connsiteX20" fmla="*/ 699 w 171450"/>
              <a:gd name="connsiteY20" fmla="*/ 76200 h 171450"/>
              <a:gd name="connsiteX21" fmla="*/ 9525 w 171450"/>
              <a:gd name="connsiteY21" fmla="*/ 66675 h 171450"/>
              <a:gd name="connsiteX22" fmla="*/ 47625 w 171450"/>
              <a:gd name="connsiteY22" fmla="*/ 0 h 171450"/>
              <a:gd name="connsiteX23" fmla="*/ 57150 w 171450"/>
              <a:gd name="connsiteY23" fmla="*/ 19050 h 171450"/>
              <a:gd name="connsiteX24" fmla="*/ 114300 w 171450"/>
              <a:gd name="connsiteY24" fmla="*/ 19050 h 171450"/>
              <a:gd name="connsiteX25" fmla="*/ 123825 w 171450"/>
              <a:gd name="connsiteY25" fmla="*/ 0 h 171450"/>
              <a:gd name="connsiteX26" fmla="*/ 133350 w 171450"/>
              <a:gd name="connsiteY26" fmla="*/ 19050 h 171450"/>
              <a:gd name="connsiteX27" fmla="*/ 171450 w 171450"/>
              <a:gd name="connsiteY27" fmla="*/ 47625 h 171450"/>
              <a:gd name="connsiteX28" fmla="*/ 155168 w 171450"/>
              <a:gd name="connsiteY28" fmla="*/ 57166 h 171450"/>
              <a:gd name="connsiteX29" fmla="*/ 152400 w 171450"/>
              <a:gd name="connsiteY29" fmla="*/ 57150 h 171450"/>
              <a:gd name="connsiteX30" fmla="*/ 19050 w 171450"/>
              <a:gd name="connsiteY30" fmla="*/ 57150 h 171450"/>
              <a:gd name="connsiteX31" fmla="*/ 0 w 171450"/>
              <a:gd name="connsiteY31" fmla="*/ 47625 h 171450"/>
              <a:gd name="connsiteX32" fmla="*/ 38100 w 171450"/>
              <a:gd name="connsiteY32" fmla="*/ 19050 h 171450"/>
              <a:gd name="connsiteX33" fmla="*/ 47625 w 171450"/>
              <a:gd name="connsiteY3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71450">
                <a:moveTo>
                  <a:pt x="88515" y="88515"/>
                </a:moveTo>
                <a:cubicBezTo>
                  <a:pt x="84795" y="92234"/>
                  <a:pt x="84795" y="98266"/>
                  <a:pt x="88515" y="101985"/>
                </a:cubicBezTo>
                <a:lnTo>
                  <a:pt x="91305" y="104775"/>
                </a:lnTo>
                <a:lnTo>
                  <a:pt x="57150" y="104775"/>
                </a:lnTo>
                <a:cubicBezTo>
                  <a:pt x="51889" y="104775"/>
                  <a:pt x="47625" y="109039"/>
                  <a:pt x="47625" y="114300"/>
                </a:cubicBezTo>
                <a:cubicBezTo>
                  <a:pt x="47625" y="119561"/>
                  <a:pt x="51889" y="123825"/>
                  <a:pt x="57150" y="123825"/>
                </a:cubicBezTo>
                <a:lnTo>
                  <a:pt x="91305" y="123825"/>
                </a:lnTo>
                <a:lnTo>
                  <a:pt x="88515" y="126615"/>
                </a:lnTo>
                <a:cubicBezTo>
                  <a:pt x="84795" y="130334"/>
                  <a:pt x="84795" y="136366"/>
                  <a:pt x="88515" y="140085"/>
                </a:cubicBezTo>
                <a:cubicBezTo>
                  <a:pt x="92234" y="143805"/>
                  <a:pt x="98266" y="143805"/>
                  <a:pt x="101985" y="140085"/>
                </a:cubicBezTo>
                <a:lnTo>
                  <a:pt x="121035" y="121035"/>
                </a:lnTo>
                <a:cubicBezTo>
                  <a:pt x="124755" y="117316"/>
                  <a:pt x="124755" y="111284"/>
                  <a:pt x="121035" y="107565"/>
                </a:cubicBezTo>
                <a:lnTo>
                  <a:pt x="101985" y="88515"/>
                </a:lnTo>
                <a:cubicBezTo>
                  <a:pt x="98266" y="84795"/>
                  <a:pt x="92234" y="84795"/>
                  <a:pt x="88515" y="8851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rgbClr val="000000"/>
          </a:solidFill>
          <a:ln w="9525" cap="flat">
            <a:noFill/>
            <a:prstDash val="solid"/>
            <a:miter/>
          </a:ln>
        </p:spPr>
        <p:txBody>
          <a:bodyPr rtlCol="0" anchor="ctr"/>
          <a:lstStyle/>
          <a:p>
            <a:endParaRPr lang="ru-RU"/>
          </a:p>
        </p:txBody>
      </p:sp>
      <p:sp>
        <p:nvSpPr>
          <p:cNvPr id="730" name="Полилиния: фигура 729">
            <a:extLst>
              <a:ext uri="{FF2B5EF4-FFF2-40B4-BE49-F238E27FC236}">
                <a16:creationId xmlns:a16="http://schemas.microsoft.com/office/drawing/2014/main" id="{34B77C75-302F-20F8-9EF8-F8A4136D4177}"/>
              </a:ext>
            </a:extLst>
          </p:cNvPr>
          <p:cNvSpPr/>
          <p:nvPr/>
        </p:nvSpPr>
        <p:spPr>
          <a:xfrm>
            <a:off x="9909206" y="1844062"/>
            <a:ext cx="171450" cy="171450"/>
          </a:xfrm>
          <a:custGeom>
            <a:avLst/>
            <a:gdLst>
              <a:gd name="connsiteX0" fmla="*/ 42863 w 171450"/>
              <a:gd name="connsiteY0" fmla="*/ 85725 h 171450"/>
              <a:gd name="connsiteX1" fmla="*/ 34455 w 171450"/>
              <a:gd name="connsiteY1" fmla="*/ 86450 h 171450"/>
              <a:gd name="connsiteX2" fmla="*/ 29300 w 171450"/>
              <a:gd name="connsiteY2" fmla="*/ 91605 h 171450"/>
              <a:gd name="connsiteX3" fmla="*/ 28575 w 171450"/>
              <a:gd name="connsiteY3" fmla="*/ 100013 h 171450"/>
              <a:gd name="connsiteX4" fmla="*/ 29300 w 171450"/>
              <a:gd name="connsiteY4" fmla="*/ 108420 h 171450"/>
              <a:gd name="connsiteX5" fmla="*/ 34455 w 171450"/>
              <a:gd name="connsiteY5" fmla="*/ 113575 h 171450"/>
              <a:gd name="connsiteX6" fmla="*/ 42863 w 171450"/>
              <a:gd name="connsiteY6" fmla="*/ 114300 h 171450"/>
              <a:gd name="connsiteX7" fmla="*/ 51270 w 171450"/>
              <a:gd name="connsiteY7" fmla="*/ 113575 h 171450"/>
              <a:gd name="connsiteX8" fmla="*/ 56425 w 171450"/>
              <a:gd name="connsiteY8" fmla="*/ 108420 h 171450"/>
              <a:gd name="connsiteX9" fmla="*/ 57150 w 171450"/>
              <a:gd name="connsiteY9" fmla="*/ 100013 h 171450"/>
              <a:gd name="connsiteX10" fmla="*/ 56425 w 171450"/>
              <a:gd name="connsiteY10" fmla="*/ 91605 h 171450"/>
              <a:gd name="connsiteX11" fmla="*/ 51270 w 171450"/>
              <a:gd name="connsiteY11" fmla="*/ 86450 h 171450"/>
              <a:gd name="connsiteX12" fmla="*/ 42863 w 171450"/>
              <a:gd name="connsiteY12" fmla="*/ 85725 h 171450"/>
              <a:gd name="connsiteX13" fmla="*/ 9525 w 171450"/>
              <a:gd name="connsiteY13" fmla="*/ 66675 h 171450"/>
              <a:gd name="connsiteX14" fmla="*/ 161925 w 171450"/>
              <a:gd name="connsiteY14" fmla="*/ 66675 h 171450"/>
              <a:gd name="connsiteX15" fmla="*/ 170751 w 171450"/>
              <a:gd name="connsiteY15" fmla="*/ 76200 h 171450"/>
              <a:gd name="connsiteX16" fmla="*/ 171450 w 171450"/>
              <a:gd name="connsiteY16" fmla="*/ 95250 h 171450"/>
              <a:gd name="connsiteX17" fmla="*/ 85725 w 171450"/>
              <a:gd name="connsiteY17" fmla="*/ 171450 h 171450"/>
              <a:gd name="connsiteX18" fmla="*/ 0 w 171450"/>
              <a:gd name="connsiteY18" fmla="*/ 95250 h 171450"/>
              <a:gd name="connsiteX19" fmla="*/ 699 w 171450"/>
              <a:gd name="connsiteY19" fmla="*/ 76200 h 171450"/>
              <a:gd name="connsiteX20" fmla="*/ 9525 w 171450"/>
              <a:gd name="connsiteY20" fmla="*/ 66675 h 171450"/>
              <a:gd name="connsiteX21" fmla="*/ 47625 w 171450"/>
              <a:gd name="connsiteY21" fmla="*/ 0 h 171450"/>
              <a:gd name="connsiteX22" fmla="*/ 57150 w 171450"/>
              <a:gd name="connsiteY22" fmla="*/ 19050 h 171450"/>
              <a:gd name="connsiteX23" fmla="*/ 114300 w 171450"/>
              <a:gd name="connsiteY23" fmla="*/ 19050 h 171450"/>
              <a:gd name="connsiteX24" fmla="*/ 123825 w 171450"/>
              <a:gd name="connsiteY24" fmla="*/ 0 h 171450"/>
              <a:gd name="connsiteX25" fmla="*/ 133350 w 171450"/>
              <a:gd name="connsiteY25" fmla="*/ 19050 h 171450"/>
              <a:gd name="connsiteX26" fmla="*/ 171450 w 171450"/>
              <a:gd name="connsiteY26" fmla="*/ 47625 h 171450"/>
              <a:gd name="connsiteX27" fmla="*/ 155168 w 171450"/>
              <a:gd name="connsiteY27" fmla="*/ 57166 h 171450"/>
              <a:gd name="connsiteX28" fmla="*/ 152400 w 171450"/>
              <a:gd name="connsiteY28" fmla="*/ 57150 h 171450"/>
              <a:gd name="connsiteX29" fmla="*/ 19050 w 171450"/>
              <a:gd name="connsiteY29" fmla="*/ 57150 h 171450"/>
              <a:gd name="connsiteX30" fmla="*/ 0 w 171450"/>
              <a:gd name="connsiteY30" fmla="*/ 47625 h 171450"/>
              <a:gd name="connsiteX31" fmla="*/ 38100 w 171450"/>
              <a:gd name="connsiteY31" fmla="*/ 19050 h 171450"/>
              <a:gd name="connsiteX32" fmla="*/ 47625 w 171450"/>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rgbClr val="000000"/>
          </a:solidFill>
          <a:ln w="9525" cap="flat">
            <a:noFill/>
            <a:prstDash val="solid"/>
            <a:miter/>
          </a:ln>
        </p:spPr>
        <p:txBody>
          <a:bodyPr rtlCol="0" anchor="ctr"/>
          <a:lstStyle/>
          <a:p>
            <a:endParaRPr lang="ru-RU"/>
          </a:p>
        </p:txBody>
      </p:sp>
      <p:sp>
        <p:nvSpPr>
          <p:cNvPr id="733" name="Полилиния: фигура 732">
            <a:extLst>
              <a:ext uri="{FF2B5EF4-FFF2-40B4-BE49-F238E27FC236}">
                <a16:creationId xmlns:a16="http://schemas.microsoft.com/office/drawing/2014/main" id="{8921F780-54C4-CBBB-2ED3-ACF151E2DF2A}"/>
              </a:ext>
            </a:extLst>
          </p:cNvPr>
          <p:cNvSpPr/>
          <p:nvPr/>
        </p:nvSpPr>
        <p:spPr>
          <a:xfrm>
            <a:off x="9918730" y="2382542"/>
            <a:ext cx="152400" cy="152400"/>
          </a:xfrm>
          <a:custGeom>
            <a:avLst/>
            <a:gdLst>
              <a:gd name="connsiteX0" fmla="*/ 133350 w 152400"/>
              <a:gd name="connsiteY0" fmla="*/ 47624 h 152400"/>
              <a:gd name="connsiteX1" fmla="*/ 152400 w 152400"/>
              <a:gd name="connsiteY1" fmla="*/ 95250 h 152400"/>
              <a:gd name="connsiteX2" fmla="*/ 95250 w 152400"/>
              <a:gd name="connsiteY2" fmla="*/ 152400 h 152400"/>
              <a:gd name="connsiteX3" fmla="*/ 47625 w 152400"/>
              <a:gd name="connsiteY3" fmla="*/ 133350 h 152400"/>
              <a:gd name="connsiteX4" fmla="*/ 57150 w 152400"/>
              <a:gd name="connsiteY4" fmla="*/ 123825 h 152400"/>
              <a:gd name="connsiteX5" fmla="*/ 123825 w 152400"/>
              <a:gd name="connsiteY5" fmla="*/ 57150 h 152400"/>
              <a:gd name="connsiteX6" fmla="*/ 133350 w 152400"/>
              <a:gd name="connsiteY6" fmla="*/ 47624 h 152400"/>
              <a:gd name="connsiteX7" fmla="*/ 57150 w 152400"/>
              <a:gd name="connsiteY7" fmla="*/ 0 h 152400"/>
              <a:gd name="connsiteX8" fmla="*/ 114300 w 152400"/>
              <a:gd name="connsiteY8" fmla="*/ 57150 h 152400"/>
              <a:gd name="connsiteX9" fmla="*/ 57150 w 152400"/>
              <a:gd name="connsiteY9" fmla="*/ 114300 h 152400"/>
              <a:gd name="connsiteX10" fmla="*/ 0 w 152400"/>
              <a:gd name="connsiteY10" fmla="*/ 57150 h 152400"/>
              <a:gd name="connsiteX11" fmla="*/ 57150 w 152400"/>
              <a:gd name="connsiteY11"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52400">
                <a:moveTo>
                  <a:pt x="133350" y="47624"/>
                </a:moveTo>
                <a:cubicBezTo>
                  <a:pt x="152400" y="47623"/>
                  <a:pt x="152400" y="84756"/>
                  <a:pt x="152400" y="95250"/>
                </a:cubicBezTo>
                <a:cubicBezTo>
                  <a:pt x="152400" y="142313"/>
                  <a:pt x="142313" y="152400"/>
                  <a:pt x="95250" y="152400"/>
                </a:cubicBezTo>
                <a:cubicBezTo>
                  <a:pt x="84756" y="152400"/>
                  <a:pt x="47625" y="152399"/>
                  <a:pt x="47625" y="133350"/>
                </a:cubicBezTo>
                <a:cubicBezTo>
                  <a:pt x="47625" y="128587"/>
                  <a:pt x="52388" y="123825"/>
                  <a:pt x="57150" y="123825"/>
                </a:cubicBezTo>
                <a:cubicBezTo>
                  <a:pt x="109538" y="123825"/>
                  <a:pt x="123825" y="109537"/>
                  <a:pt x="123825" y="57150"/>
                </a:cubicBezTo>
                <a:cubicBezTo>
                  <a:pt x="123825" y="52387"/>
                  <a:pt x="128293" y="48029"/>
                  <a:pt x="133350" y="47624"/>
                </a:cubicBezTo>
                <a:close/>
                <a:moveTo>
                  <a:pt x="57150" y="0"/>
                </a:moveTo>
                <a:cubicBezTo>
                  <a:pt x="104213" y="0"/>
                  <a:pt x="114300" y="10087"/>
                  <a:pt x="114300" y="57150"/>
                </a:cubicBezTo>
                <a:cubicBezTo>
                  <a:pt x="114300" y="104213"/>
                  <a:pt x="104213" y="114300"/>
                  <a:pt x="57150" y="114300"/>
                </a:cubicBezTo>
                <a:cubicBezTo>
                  <a:pt x="10087" y="114300"/>
                  <a:pt x="0" y="104213"/>
                  <a:pt x="0" y="57150"/>
                </a:cubicBezTo>
                <a:cubicBezTo>
                  <a:pt x="0" y="10087"/>
                  <a:pt x="10087" y="0"/>
                  <a:pt x="57150" y="0"/>
                </a:cubicBezTo>
                <a:close/>
              </a:path>
            </a:pathLst>
          </a:custGeom>
          <a:solidFill>
            <a:srgbClr val="000000"/>
          </a:solidFill>
          <a:ln w="9525" cap="flat">
            <a:noFill/>
            <a:prstDash val="solid"/>
            <a:miter/>
          </a:ln>
        </p:spPr>
        <p:txBody>
          <a:bodyPr rtlCol="0" anchor="ctr"/>
          <a:lstStyle/>
          <a:p>
            <a:endParaRPr lang="ru-RU"/>
          </a:p>
        </p:txBody>
      </p:sp>
      <p:sp>
        <p:nvSpPr>
          <p:cNvPr id="738" name="Полилиния: фигура 737">
            <a:extLst>
              <a:ext uri="{FF2B5EF4-FFF2-40B4-BE49-F238E27FC236}">
                <a16:creationId xmlns:a16="http://schemas.microsoft.com/office/drawing/2014/main" id="{EC66099E-1ADD-DC76-D394-52FFAFC43FFF}"/>
              </a:ext>
            </a:extLst>
          </p:cNvPr>
          <p:cNvSpPr/>
          <p:nvPr/>
        </p:nvSpPr>
        <p:spPr>
          <a:xfrm>
            <a:off x="9909206" y="2872476"/>
            <a:ext cx="171450" cy="171450"/>
          </a:xfrm>
          <a:custGeom>
            <a:avLst/>
            <a:gdLst>
              <a:gd name="connsiteX0" fmla="*/ 85725 w 171450"/>
              <a:gd name="connsiteY0" fmla="*/ 85725 h 171450"/>
              <a:gd name="connsiteX1" fmla="*/ 76200 w 171450"/>
              <a:gd name="connsiteY1" fmla="*/ 95250 h 171450"/>
              <a:gd name="connsiteX2" fmla="*/ 85725 w 171450"/>
              <a:gd name="connsiteY2" fmla="*/ 104775 h 171450"/>
              <a:gd name="connsiteX3" fmla="*/ 95250 w 171450"/>
              <a:gd name="connsiteY3" fmla="*/ 104775 h 171450"/>
              <a:gd name="connsiteX4" fmla="*/ 95250 w 171450"/>
              <a:gd name="connsiteY4" fmla="*/ 133350 h 171450"/>
              <a:gd name="connsiteX5" fmla="*/ 104775 w 171450"/>
              <a:gd name="connsiteY5" fmla="*/ 142875 h 171450"/>
              <a:gd name="connsiteX6" fmla="*/ 114300 w 171450"/>
              <a:gd name="connsiteY6" fmla="*/ 133350 h 171450"/>
              <a:gd name="connsiteX7" fmla="*/ 114300 w 171450"/>
              <a:gd name="connsiteY7" fmla="*/ 104775 h 171450"/>
              <a:gd name="connsiteX8" fmla="*/ 123825 w 171450"/>
              <a:gd name="connsiteY8" fmla="*/ 104775 h 171450"/>
              <a:gd name="connsiteX9" fmla="*/ 133350 w 171450"/>
              <a:gd name="connsiteY9" fmla="*/ 95250 h 171450"/>
              <a:gd name="connsiteX10" fmla="*/ 123825 w 171450"/>
              <a:gd name="connsiteY10" fmla="*/ 85725 h 171450"/>
              <a:gd name="connsiteX11" fmla="*/ 57150 w 171450"/>
              <a:gd name="connsiteY11" fmla="*/ 85725 h 171450"/>
              <a:gd name="connsiteX12" fmla="*/ 47625 w 171450"/>
              <a:gd name="connsiteY12" fmla="*/ 95250 h 171450"/>
              <a:gd name="connsiteX13" fmla="*/ 47625 w 171450"/>
              <a:gd name="connsiteY13" fmla="*/ 133350 h 171450"/>
              <a:gd name="connsiteX14" fmla="*/ 57150 w 171450"/>
              <a:gd name="connsiteY14" fmla="*/ 142875 h 171450"/>
              <a:gd name="connsiteX15" fmla="*/ 66675 w 171450"/>
              <a:gd name="connsiteY15" fmla="*/ 133350 h 171450"/>
              <a:gd name="connsiteX16" fmla="*/ 66675 w 171450"/>
              <a:gd name="connsiteY16" fmla="*/ 95250 h 171450"/>
              <a:gd name="connsiteX17" fmla="*/ 57150 w 171450"/>
              <a:gd name="connsiteY17" fmla="*/ 85725 h 171450"/>
              <a:gd name="connsiteX18" fmla="*/ 9525 w 171450"/>
              <a:gd name="connsiteY18" fmla="*/ 66675 h 171450"/>
              <a:gd name="connsiteX19" fmla="*/ 161925 w 171450"/>
              <a:gd name="connsiteY19" fmla="*/ 66675 h 171450"/>
              <a:gd name="connsiteX20" fmla="*/ 170751 w 171450"/>
              <a:gd name="connsiteY20" fmla="*/ 76200 h 171450"/>
              <a:gd name="connsiteX21" fmla="*/ 171450 w 171450"/>
              <a:gd name="connsiteY21" fmla="*/ 95250 h 171450"/>
              <a:gd name="connsiteX22" fmla="*/ 85725 w 171450"/>
              <a:gd name="connsiteY22" fmla="*/ 171450 h 171450"/>
              <a:gd name="connsiteX23" fmla="*/ 0 w 171450"/>
              <a:gd name="connsiteY23" fmla="*/ 95250 h 171450"/>
              <a:gd name="connsiteX24" fmla="*/ 699 w 171450"/>
              <a:gd name="connsiteY24" fmla="*/ 76200 h 171450"/>
              <a:gd name="connsiteX25" fmla="*/ 9525 w 171450"/>
              <a:gd name="connsiteY25" fmla="*/ 66675 h 171450"/>
              <a:gd name="connsiteX26" fmla="*/ 47625 w 171450"/>
              <a:gd name="connsiteY26" fmla="*/ 0 h 171450"/>
              <a:gd name="connsiteX27" fmla="*/ 57150 w 171450"/>
              <a:gd name="connsiteY27" fmla="*/ 19050 h 171450"/>
              <a:gd name="connsiteX28" fmla="*/ 114300 w 171450"/>
              <a:gd name="connsiteY28" fmla="*/ 19050 h 171450"/>
              <a:gd name="connsiteX29" fmla="*/ 123825 w 171450"/>
              <a:gd name="connsiteY29" fmla="*/ 0 h 171450"/>
              <a:gd name="connsiteX30" fmla="*/ 133350 w 171450"/>
              <a:gd name="connsiteY30" fmla="*/ 19050 h 171450"/>
              <a:gd name="connsiteX31" fmla="*/ 171450 w 171450"/>
              <a:gd name="connsiteY31" fmla="*/ 47625 h 171450"/>
              <a:gd name="connsiteX32" fmla="*/ 155168 w 171450"/>
              <a:gd name="connsiteY32" fmla="*/ 57166 h 171450"/>
              <a:gd name="connsiteX33" fmla="*/ 152400 w 171450"/>
              <a:gd name="connsiteY33" fmla="*/ 57150 h 171450"/>
              <a:gd name="connsiteX34" fmla="*/ 19050 w 171450"/>
              <a:gd name="connsiteY34" fmla="*/ 57150 h 171450"/>
              <a:gd name="connsiteX35" fmla="*/ 0 w 171450"/>
              <a:gd name="connsiteY35" fmla="*/ 47625 h 171450"/>
              <a:gd name="connsiteX36" fmla="*/ 38100 w 171450"/>
              <a:gd name="connsiteY36" fmla="*/ 19050 h 171450"/>
              <a:gd name="connsiteX37" fmla="*/ 47625 w 171450"/>
              <a:gd name="connsiteY3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50" h="171450">
                <a:moveTo>
                  <a:pt x="85725" y="85725"/>
                </a:moveTo>
                <a:cubicBezTo>
                  <a:pt x="80464" y="85725"/>
                  <a:pt x="76200" y="89989"/>
                  <a:pt x="76200" y="95250"/>
                </a:cubicBezTo>
                <a:cubicBezTo>
                  <a:pt x="76200" y="100511"/>
                  <a:pt x="80464" y="104775"/>
                  <a:pt x="85725" y="104775"/>
                </a:cubicBezTo>
                <a:lnTo>
                  <a:pt x="95250" y="104775"/>
                </a:lnTo>
                <a:lnTo>
                  <a:pt x="95250" y="133350"/>
                </a:lnTo>
                <a:cubicBezTo>
                  <a:pt x="95250" y="138611"/>
                  <a:pt x="99514" y="142875"/>
                  <a:pt x="104775" y="142875"/>
                </a:cubicBezTo>
                <a:cubicBezTo>
                  <a:pt x="110036" y="142875"/>
                  <a:pt x="114300" y="138611"/>
                  <a:pt x="114300" y="133350"/>
                </a:cubicBezTo>
                <a:lnTo>
                  <a:pt x="114300" y="104775"/>
                </a:lnTo>
                <a:lnTo>
                  <a:pt x="123825" y="104775"/>
                </a:lnTo>
                <a:cubicBezTo>
                  <a:pt x="129086" y="104775"/>
                  <a:pt x="133350" y="100511"/>
                  <a:pt x="133350" y="95250"/>
                </a:cubicBezTo>
                <a:cubicBezTo>
                  <a:pt x="133350" y="89989"/>
                  <a:pt x="129086" y="85725"/>
                  <a:pt x="123825" y="85725"/>
                </a:cubicBezTo>
                <a:close/>
                <a:moveTo>
                  <a:pt x="57150" y="85725"/>
                </a:moveTo>
                <a:cubicBezTo>
                  <a:pt x="51890" y="85725"/>
                  <a:pt x="47625" y="89989"/>
                  <a:pt x="47625" y="95250"/>
                </a:cubicBezTo>
                <a:lnTo>
                  <a:pt x="47625" y="133350"/>
                </a:lnTo>
                <a:cubicBezTo>
                  <a:pt x="47625" y="138611"/>
                  <a:pt x="51890" y="142875"/>
                  <a:pt x="57150" y="142875"/>
                </a:cubicBezTo>
                <a:cubicBezTo>
                  <a:pt x="62410" y="142875"/>
                  <a:pt x="66675" y="138611"/>
                  <a:pt x="66675" y="133350"/>
                </a:cubicBezTo>
                <a:lnTo>
                  <a:pt x="66675" y="95250"/>
                </a:lnTo>
                <a:cubicBezTo>
                  <a:pt x="66675" y="89989"/>
                  <a:pt x="62410" y="85725"/>
                  <a:pt x="57150" y="8572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rgbClr val="000000"/>
          </a:solidFill>
          <a:ln w="9525" cap="flat">
            <a:noFill/>
            <a:prstDash val="solid"/>
            <a:miter/>
          </a:ln>
        </p:spPr>
        <p:txBody>
          <a:bodyPr rtlCol="0" anchor="ctr"/>
          <a:lstStyle/>
          <a:p>
            <a:endParaRPr lang="ru-RU"/>
          </a:p>
        </p:txBody>
      </p:sp>
      <p:sp>
        <p:nvSpPr>
          <p:cNvPr id="740" name="Полилиния: фигура 739">
            <a:extLst>
              <a:ext uri="{FF2B5EF4-FFF2-40B4-BE49-F238E27FC236}">
                <a16:creationId xmlns:a16="http://schemas.microsoft.com/office/drawing/2014/main" id="{58D029AD-22E6-011F-FE96-758C28AC4575}"/>
              </a:ext>
            </a:extLst>
          </p:cNvPr>
          <p:cNvSpPr/>
          <p:nvPr/>
        </p:nvSpPr>
        <p:spPr>
          <a:xfrm>
            <a:off x="9909206" y="3382075"/>
            <a:ext cx="171450" cy="180975"/>
          </a:xfrm>
          <a:custGeom>
            <a:avLst/>
            <a:gdLst>
              <a:gd name="connsiteX0" fmla="*/ 109537 w 171450"/>
              <a:gd name="connsiteY0" fmla="*/ 111083 h 180975"/>
              <a:gd name="connsiteX1" fmla="*/ 113784 w 171450"/>
              <a:gd name="connsiteY1" fmla="*/ 123825 h 180975"/>
              <a:gd name="connsiteX2" fmla="*/ 105290 w 171450"/>
              <a:gd name="connsiteY2" fmla="*/ 123825 h 180975"/>
              <a:gd name="connsiteX3" fmla="*/ 104775 w 171450"/>
              <a:gd name="connsiteY3" fmla="*/ 85725 h 180975"/>
              <a:gd name="connsiteX4" fmla="*/ 95739 w 171450"/>
              <a:gd name="connsiteY4" fmla="*/ 92238 h 180975"/>
              <a:gd name="connsiteX5" fmla="*/ 76689 w 171450"/>
              <a:gd name="connsiteY5" fmla="*/ 149388 h 180975"/>
              <a:gd name="connsiteX6" fmla="*/ 82713 w 171450"/>
              <a:gd name="connsiteY6" fmla="*/ 161436 h 180975"/>
              <a:gd name="connsiteX7" fmla="*/ 94761 w 171450"/>
              <a:gd name="connsiteY7" fmla="*/ 155412 h 180975"/>
              <a:gd name="connsiteX8" fmla="*/ 98941 w 171450"/>
              <a:gd name="connsiteY8" fmla="*/ 142875 h 180975"/>
              <a:gd name="connsiteX9" fmla="*/ 120135 w 171450"/>
              <a:gd name="connsiteY9" fmla="*/ 142875 h 180975"/>
              <a:gd name="connsiteX10" fmla="*/ 124314 w 171450"/>
              <a:gd name="connsiteY10" fmla="*/ 155412 h 180975"/>
              <a:gd name="connsiteX11" fmla="*/ 136363 w 171450"/>
              <a:gd name="connsiteY11" fmla="*/ 161436 h 180975"/>
              <a:gd name="connsiteX12" fmla="*/ 142386 w 171450"/>
              <a:gd name="connsiteY12" fmla="*/ 149388 h 180975"/>
              <a:gd name="connsiteX13" fmla="*/ 123336 w 171450"/>
              <a:gd name="connsiteY13" fmla="*/ 92238 h 180975"/>
              <a:gd name="connsiteX14" fmla="*/ 114300 w 171450"/>
              <a:gd name="connsiteY14" fmla="*/ 85725 h 180975"/>
              <a:gd name="connsiteX15" fmla="*/ 49107 w 171450"/>
              <a:gd name="connsiteY15" fmla="*/ 47625 h 180975"/>
              <a:gd name="connsiteX16" fmla="*/ 65192 w 171450"/>
              <a:gd name="connsiteY16" fmla="*/ 47625 h 180975"/>
              <a:gd name="connsiteX17" fmla="*/ 57150 w 171450"/>
              <a:gd name="connsiteY17" fmla="*/ 60943 h 180975"/>
              <a:gd name="connsiteX18" fmla="*/ 49107 w 171450"/>
              <a:gd name="connsiteY18" fmla="*/ 47625 h 180975"/>
              <a:gd name="connsiteX19" fmla="*/ 57150 w 171450"/>
              <a:gd name="connsiteY19" fmla="*/ 19050 h 180975"/>
              <a:gd name="connsiteX20" fmla="*/ 47625 w 171450"/>
              <a:gd name="connsiteY20" fmla="*/ 28575 h 180975"/>
              <a:gd name="connsiteX21" fmla="*/ 28575 w 171450"/>
              <a:gd name="connsiteY21" fmla="*/ 28575 h 180975"/>
              <a:gd name="connsiteX22" fmla="*/ 19050 w 171450"/>
              <a:gd name="connsiteY22" fmla="*/ 38100 h 180975"/>
              <a:gd name="connsiteX23" fmla="*/ 28575 w 171450"/>
              <a:gd name="connsiteY23" fmla="*/ 47625 h 180975"/>
              <a:gd name="connsiteX24" fmla="*/ 29469 w 171450"/>
              <a:gd name="connsiteY24" fmla="*/ 47625 h 180975"/>
              <a:gd name="connsiteX25" fmla="*/ 42149 w 171450"/>
              <a:gd name="connsiteY25" fmla="*/ 72741 h 180975"/>
              <a:gd name="connsiteX26" fmla="*/ 33840 w 171450"/>
              <a:gd name="connsiteY26" fmla="*/ 77206 h 180975"/>
              <a:gd name="connsiteX27" fmla="*/ 29581 w 171450"/>
              <a:gd name="connsiteY27" fmla="*/ 89985 h 180975"/>
              <a:gd name="connsiteX28" fmla="*/ 42360 w 171450"/>
              <a:gd name="connsiteY28" fmla="*/ 94244 h 180975"/>
              <a:gd name="connsiteX29" fmla="*/ 42501 w 171450"/>
              <a:gd name="connsiteY29" fmla="*/ 94174 h 180975"/>
              <a:gd name="connsiteX30" fmla="*/ 57150 w 171450"/>
              <a:gd name="connsiteY30" fmla="*/ 85771 h 180975"/>
              <a:gd name="connsiteX31" fmla="*/ 71799 w 171450"/>
              <a:gd name="connsiteY31" fmla="*/ 94174 h 180975"/>
              <a:gd name="connsiteX32" fmla="*/ 71940 w 171450"/>
              <a:gd name="connsiteY32" fmla="*/ 94244 h 180975"/>
              <a:gd name="connsiteX33" fmla="*/ 84719 w 171450"/>
              <a:gd name="connsiteY33" fmla="*/ 89985 h 180975"/>
              <a:gd name="connsiteX34" fmla="*/ 80460 w 171450"/>
              <a:gd name="connsiteY34" fmla="*/ 77206 h 180975"/>
              <a:gd name="connsiteX35" fmla="*/ 72151 w 171450"/>
              <a:gd name="connsiteY35" fmla="*/ 72741 h 180975"/>
              <a:gd name="connsiteX36" fmla="*/ 84832 w 171450"/>
              <a:gd name="connsiteY36" fmla="*/ 47625 h 180975"/>
              <a:gd name="connsiteX37" fmla="*/ 85725 w 171450"/>
              <a:gd name="connsiteY37" fmla="*/ 47625 h 180975"/>
              <a:gd name="connsiteX38" fmla="*/ 95250 w 171450"/>
              <a:gd name="connsiteY38" fmla="*/ 38100 h 180975"/>
              <a:gd name="connsiteX39" fmla="*/ 85725 w 171450"/>
              <a:gd name="connsiteY39" fmla="*/ 28575 h 180975"/>
              <a:gd name="connsiteX40" fmla="*/ 66675 w 171450"/>
              <a:gd name="connsiteY40" fmla="*/ 28575 h 180975"/>
              <a:gd name="connsiteX41" fmla="*/ 57150 w 171450"/>
              <a:gd name="connsiteY41" fmla="*/ 19050 h 180975"/>
              <a:gd name="connsiteX42" fmla="*/ 61913 w 171450"/>
              <a:gd name="connsiteY42" fmla="*/ 0 h 180975"/>
              <a:gd name="connsiteX43" fmla="*/ 123795 w 171450"/>
              <a:gd name="connsiteY43" fmla="*/ 57515 h 180975"/>
              <a:gd name="connsiteX44" fmla="*/ 171450 w 171450"/>
              <a:gd name="connsiteY44" fmla="*/ 119063 h 180975"/>
              <a:gd name="connsiteX45" fmla="*/ 109538 w 171450"/>
              <a:gd name="connsiteY45" fmla="*/ 180975 h 180975"/>
              <a:gd name="connsiteX46" fmla="*/ 47654 w 171450"/>
              <a:gd name="connsiteY46" fmla="*/ 123460 h 180975"/>
              <a:gd name="connsiteX47" fmla="*/ 0 w 171450"/>
              <a:gd name="connsiteY47" fmla="*/ 61913 h 180975"/>
              <a:gd name="connsiteX48" fmla="*/ 61913 w 171450"/>
              <a:gd name="connsiteY48"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5">
                <a:moveTo>
                  <a:pt x="109537" y="111083"/>
                </a:moveTo>
                <a:lnTo>
                  <a:pt x="113784" y="123825"/>
                </a:lnTo>
                <a:lnTo>
                  <a:pt x="105290" y="123825"/>
                </a:lnTo>
                <a:close/>
                <a:moveTo>
                  <a:pt x="104775" y="85725"/>
                </a:moveTo>
                <a:cubicBezTo>
                  <a:pt x="100675" y="85725"/>
                  <a:pt x="97036" y="88348"/>
                  <a:pt x="95739" y="92238"/>
                </a:cubicBezTo>
                <a:lnTo>
                  <a:pt x="76689" y="149388"/>
                </a:lnTo>
                <a:cubicBezTo>
                  <a:pt x="75026" y="154378"/>
                  <a:pt x="77723" y="159772"/>
                  <a:pt x="82713" y="161436"/>
                </a:cubicBezTo>
                <a:cubicBezTo>
                  <a:pt x="87703" y="163099"/>
                  <a:pt x="93098" y="160403"/>
                  <a:pt x="94761" y="155412"/>
                </a:cubicBezTo>
                <a:lnTo>
                  <a:pt x="98941" y="142875"/>
                </a:lnTo>
                <a:lnTo>
                  <a:pt x="120135" y="142875"/>
                </a:lnTo>
                <a:lnTo>
                  <a:pt x="124314" y="155412"/>
                </a:lnTo>
                <a:cubicBezTo>
                  <a:pt x="125978" y="160403"/>
                  <a:pt x="131372" y="163099"/>
                  <a:pt x="136363" y="161436"/>
                </a:cubicBezTo>
                <a:cubicBezTo>
                  <a:pt x="141353" y="159772"/>
                  <a:pt x="144050" y="154378"/>
                  <a:pt x="142386" y="149388"/>
                </a:cubicBezTo>
                <a:lnTo>
                  <a:pt x="123336" y="92238"/>
                </a:lnTo>
                <a:cubicBezTo>
                  <a:pt x="122040" y="88348"/>
                  <a:pt x="118401" y="85725"/>
                  <a:pt x="114300" y="85725"/>
                </a:cubicBezTo>
                <a:close/>
                <a:moveTo>
                  <a:pt x="49107" y="47625"/>
                </a:moveTo>
                <a:lnTo>
                  <a:pt x="65192" y="47625"/>
                </a:lnTo>
                <a:cubicBezTo>
                  <a:pt x="63564" y="52671"/>
                  <a:pt x="60701" y="57075"/>
                  <a:pt x="57150" y="60943"/>
                </a:cubicBezTo>
                <a:cubicBezTo>
                  <a:pt x="53599" y="57075"/>
                  <a:pt x="50736" y="52671"/>
                  <a:pt x="49107" y="47625"/>
                </a:cubicBezTo>
                <a:close/>
                <a:moveTo>
                  <a:pt x="57150" y="19050"/>
                </a:moveTo>
                <a:cubicBezTo>
                  <a:pt x="51890" y="19050"/>
                  <a:pt x="47625" y="23315"/>
                  <a:pt x="47625" y="28575"/>
                </a:cubicBezTo>
                <a:lnTo>
                  <a:pt x="28575" y="28575"/>
                </a:lnTo>
                <a:cubicBezTo>
                  <a:pt x="23315" y="28575"/>
                  <a:pt x="19050" y="32840"/>
                  <a:pt x="19050" y="38100"/>
                </a:cubicBezTo>
                <a:cubicBezTo>
                  <a:pt x="19050" y="43360"/>
                  <a:pt x="23315" y="47625"/>
                  <a:pt x="28575" y="47625"/>
                </a:cubicBezTo>
                <a:lnTo>
                  <a:pt x="29469" y="47625"/>
                </a:lnTo>
                <a:cubicBezTo>
                  <a:pt x="31426" y="57832"/>
                  <a:pt x="36379" y="66159"/>
                  <a:pt x="42149" y="72741"/>
                </a:cubicBezTo>
                <a:cubicBezTo>
                  <a:pt x="38923" y="74656"/>
                  <a:pt x="36001" y="76125"/>
                  <a:pt x="33840" y="77206"/>
                </a:cubicBezTo>
                <a:cubicBezTo>
                  <a:pt x="29135" y="79559"/>
                  <a:pt x="27228" y="85279"/>
                  <a:pt x="29581" y="89985"/>
                </a:cubicBezTo>
                <a:cubicBezTo>
                  <a:pt x="31933" y="94690"/>
                  <a:pt x="37655" y="96597"/>
                  <a:pt x="42360" y="94244"/>
                </a:cubicBezTo>
                <a:lnTo>
                  <a:pt x="42501" y="94174"/>
                </a:lnTo>
                <a:cubicBezTo>
                  <a:pt x="45633" y="92608"/>
                  <a:pt x="51132" y="89859"/>
                  <a:pt x="57150" y="85771"/>
                </a:cubicBezTo>
                <a:cubicBezTo>
                  <a:pt x="63168" y="89859"/>
                  <a:pt x="68668" y="92608"/>
                  <a:pt x="71799" y="94174"/>
                </a:cubicBezTo>
                <a:lnTo>
                  <a:pt x="71940" y="94244"/>
                </a:lnTo>
                <a:cubicBezTo>
                  <a:pt x="76646" y="96597"/>
                  <a:pt x="82366" y="94690"/>
                  <a:pt x="84719" y="89985"/>
                </a:cubicBezTo>
                <a:cubicBezTo>
                  <a:pt x="87072" y="85279"/>
                  <a:pt x="85165" y="79559"/>
                  <a:pt x="80460" y="77206"/>
                </a:cubicBezTo>
                <a:cubicBezTo>
                  <a:pt x="78299" y="76125"/>
                  <a:pt x="75377" y="74656"/>
                  <a:pt x="72151" y="72741"/>
                </a:cubicBezTo>
                <a:cubicBezTo>
                  <a:pt x="77921" y="66159"/>
                  <a:pt x="82874" y="57832"/>
                  <a:pt x="84832" y="47625"/>
                </a:cubicBezTo>
                <a:lnTo>
                  <a:pt x="85725" y="47625"/>
                </a:lnTo>
                <a:cubicBezTo>
                  <a:pt x="90986" y="47625"/>
                  <a:pt x="95250" y="43360"/>
                  <a:pt x="95250" y="38100"/>
                </a:cubicBezTo>
                <a:cubicBezTo>
                  <a:pt x="95250" y="32840"/>
                  <a:pt x="90986" y="28575"/>
                  <a:pt x="85725" y="28575"/>
                </a:cubicBezTo>
                <a:lnTo>
                  <a:pt x="66675" y="28575"/>
                </a:lnTo>
                <a:cubicBezTo>
                  <a:pt x="66675" y="23315"/>
                  <a:pt x="62410" y="19050"/>
                  <a:pt x="57150" y="19050"/>
                </a:cubicBezTo>
                <a:close/>
                <a:moveTo>
                  <a:pt x="61913" y="0"/>
                </a:moveTo>
                <a:cubicBezTo>
                  <a:pt x="111397" y="0"/>
                  <a:pt x="123147" y="10294"/>
                  <a:pt x="123795" y="57515"/>
                </a:cubicBezTo>
                <a:cubicBezTo>
                  <a:pt x="162619" y="59767"/>
                  <a:pt x="171450" y="73229"/>
                  <a:pt x="171450" y="119063"/>
                </a:cubicBezTo>
                <a:cubicBezTo>
                  <a:pt x="171450" y="170047"/>
                  <a:pt x="160522" y="180975"/>
                  <a:pt x="109538" y="180975"/>
                </a:cubicBezTo>
                <a:cubicBezTo>
                  <a:pt x="60053" y="180975"/>
                  <a:pt x="48303" y="170681"/>
                  <a:pt x="47654" y="123460"/>
                </a:cubicBezTo>
                <a:cubicBezTo>
                  <a:pt x="8831" y="121208"/>
                  <a:pt x="0" y="107746"/>
                  <a:pt x="0" y="61913"/>
                </a:cubicBezTo>
                <a:cubicBezTo>
                  <a:pt x="0" y="10928"/>
                  <a:pt x="10928" y="0"/>
                  <a:pt x="61913" y="0"/>
                </a:cubicBezTo>
                <a:close/>
              </a:path>
            </a:pathLst>
          </a:custGeom>
          <a:solidFill>
            <a:srgbClr val="000000"/>
          </a:solidFill>
          <a:ln w="9525" cap="flat">
            <a:noFill/>
            <a:prstDash val="solid"/>
            <a:miter/>
          </a:ln>
        </p:spPr>
        <p:txBody>
          <a:bodyPr rtlCol="0" anchor="ctr"/>
          <a:lstStyle/>
          <a:p>
            <a:endParaRPr lang="ru-RU"/>
          </a:p>
        </p:txBody>
      </p:sp>
      <p:sp>
        <p:nvSpPr>
          <p:cNvPr id="731" name="Полилиния: фигура 730">
            <a:extLst>
              <a:ext uri="{FF2B5EF4-FFF2-40B4-BE49-F238E27FC236}">
                <a16:creationId xmlns:a16="http://schemas.microsoft.com/office/drawing/2014/main" id="{542D4B53-5D7B-ECDE-65FB-70C4AE4FDA04}"/>
              </a:ext>
            </a:extLst>
          </p:cNvPr>
          <p:cNvSpPr/>
          <p:nvPr/>
        </p:nvSpPr>
        <p:spPr>
          <a:xfrm>
            <a:off x="10746879" y="1844062"/>
            <a:ext cx="180974" cy="180974"/>
          </a:xfrm>
          <a:custGeom>
            <a:avLst/>
            <a:gdLst>
              <a:gd name="connsiteX0" fmla="*/ 126615 w 180974"/>
              <a:gd name="connsiteY0" fmla="*/ 126615 h 180974"/>
              <a:gd name="connsiteX1" fmla="*/ 140085 w 180974"/>
              <a:gd name="connsiteY1" fmla="*/ 126615 h 180974"/>
              <a:gd name="connsiteX2" fmla="*/ 152400 w 180974"/>
              <a:gd name="connsiteY2" fmla="*/ 138930 h 180974"/>
              <a:gd name="connsiteX3" fmla="*/ 164715 w 180974"/>
              <a:gd name="connsiteY3" fmla="*/ 126615 h 180974"/>
              <a:gd name="connsiteX4" fmla="*/ 178185 w 180974"/>
              <a:gd name="connsiteY4" fmla="*/ 126615 h 180974"/>
              <a:gd name="connsiteX5" fmla="*/ 178185 w 180974"/>
              <a:gd name="connsiteY5" fmla="*/ 140085 h 180974"/>
              <a:gd name="connsiteX6" fmla="*/ 165870 w 180974"/>
              <a:gd name="connsiteY6" fmla="*/ 152400 h 180974"/>
              <a:gd name="connsiteX7" fmla="*/ 178185 w 180974"/>
              <a:gd name="connsiteY7" fmla="*/ 164715 h 180974"/>
              <a:gd name="connsiteX8" fmla="*/ 178185 w 180974"/>
              <a:gd name="connsiteY8" fmla="*/ 178185 h 180974"/>
              <a:gd name="connsiteX9" fmla="*/ 164715 w 180974"/>
              <a:gd name="connsiteY9" fmla="*/ 178185 h 180974"/>
              <a:gd name="connsiteX10" fmla="*/ 152400 w 180974"/>
              <a:gd name="connsiteY10" fmla="*/ 165870 h 180974"/>
              <a:gd name="connsiteX11" fmla="*/ 140085 w 180974"/>
              <a:gd name="connsiteY11" fmla="*/ 178185 h 180974"/>
              <a:gd name="connsiteX12" fmla="*/ 126615 w 180974"/>
              <a:gd name="connsiteY12" fmla="*/ 178185 h 180974"/>
              <a:gd name="connsiteX13" fmla="*/ 126615 w 180974"/>
              <a:gd name="connsiteY13" fmla="*/ 164715 h 180974"/>
              <a:gd name="connsiteX14" fmla="*/ 138930 w 180974"/>
              <a:gd name="connsiteY14" fmla="*/ 152400 h 180974"/>
              <a:gd name="connsiteX15" fmla="*/ 126615 w 180974"/>
              <a:gd name="connsiteY15" fmla="*/ 140085 h 180974"/>
              <a:gd name="connsiteX16" fmla="*/ 126615 w 180974"/>
              <a:gd name="connsiteY16" fmla="*/ 126615 h 180974"/>
              <a:gd name="connsiteX17" fmla="*/ 42863 w 180974"/>
              <a:gd name="connsiteY17" fmla="*/ 85725 h 180974"/>
              <a:gd name="connsiteX18" fmla="*/ 34455 w 180974"/>
              <a:gd name="connsiteY18" fmla="*/ 86450 h 180974"/>
              <a:gd name="connsiteX19" fmla="*/ 29300 w 180974"/>
              <a:gd name="connsiteY19" fmla="*/ 91605 h 180974"/>
              <a:gd name="connsiteX20" fmla="*/ 28575 w 180974"/>
              <a:gd name="connsiteY20" fmla="*/ 100013 h 180974"/>
              <a:gd name="connsiteX21" fmla="*/ 29300 w 180974"/>
              <a:gd name="connsiteY21" fmla="*/ 108420 h 180974"/>
              <a:gd name="connsiteX22" fmla="*/ 34455 w 180974"/>
              <a:gd name="connsiteY22" fmla="*/ 113575 h 180974"/>
              <a:gd name="connsiteX23" fmla="*/ 42863 w 180974"/>
              <a:gd name="connsiteY23" fmla="*/ 114300 h 180974"/>
              <a:gd name="connsiteX24" fmla="*/ 51270 w 180974"/>
              <a:gd name="connsiteY24" fmla="*/ 113575 h 180974"/>
              <a:gd name="connsiteX25" fmla="*/ 56425 w 180974"/>
              <a:gd name="connsiteY25" fmla="*/ 108420 h 180974"/>
              <a:gd name="connsiteX26" fmla="*/ 57150 w 180974"/>
              <a:gd name="connsiteY26" fmla="*/ 100013 h 180974"/>
              <a:gd name="connsiteX27" fmla="*/ 56425 w 180974"/>
              <a:gd name="connsiteY27" fmla="*/ 91605 h 180974"/>
              <a:gd name="connsiteX28" fmla="*/ 51270 w 180974"/>
              <a:gd name="connsiteY28" fmla="*/ 86450 h 180974"/>
              <a:gd name="connsiteX29" fmla="*/ 42863 w 180974"/>
              <a:gd name="connsiteY29" fmla="*/ 85725 h 180974"/>
              <a:gd name="connsiteX30" fmla="*/ 9525 w 180974"/>
              <a:gd name="connsiteY30" fmla="*/ 66675 h 180974"/>
              <a:gd name="connsiteX31" fmla="*/ 161925 w 180974"/>
              <a:gd name="connsiteY31" fmla="*/ 66675 h 180974"/>
              <a:gd name="connsiteX32" fmla="*/ 170751 w 180974"/>
              <a:gd name="connsiteY32" fmla="*/ 76200 h 180974"/>
              <a:gd name="connsiteX33" fmla="*/ 171396 w 180974"/>
              <a:gd name="connsiteY33" fmla="*/ 89398 h 180974"/>
              <a:gd name="connsiteX34" fmla="*/ 144426 w 180974"/>
              <a:gd name="connsiteY34" fmla="*/ 114301 h 180974"/>
              <a:gd name="connsiteX35" fmla="*/ 142875 w 180974"/>
              <a:gd name="connsiteY35" fmla="*/ 114300 h 180974"/>
              <a:gd name="connsiteX36" fmla="*/ 114300 w 180974"/>
              <a:gd name="connsiteY36" fmla="*/ 142875 h 180974"/>
              <a:gd name="connsiteX37" fmla="*/ 114301 w 180974"/>
              <a:gd name="connsiteY37" fmla="*/ 144426 h 180974"/>
              <a:gd name="connsiteX38" fmla="*/ 85725 w 180974"/>
              <a:gd name="connsiteY38" fmla="*/ 171450 h 180974"/>
              <a:gd name="connsiteX39" fmla="*/ 0 w 180974"/>
              <a:gd name="connsiteY39" fmla="*/ 95250 h 180974"/>
              <a:gd name="connsiteX40" fmla="*/ 699 w 180974"/>
              <a:gd name="connsiteY40" fmla="*/ 76200 h 180974"/>
              <a:gd name="connsiteX41" fmla="*/ 9525 w 180974"/>
              <a:gd name="connsiteY41" fmla="*/ 66675 h 180974"/>
              <a:gd name="connsiteX42" fmla="*/ 47625 w 180974"/>
              <a:gd name="connsiteY42" fmla="*/ 0 h 180974"/>
              <a:gd name="connsiteX43" fmla="*/ 57150 w 180974"/>
              <a:gd name="connsiteY43" fmla="*/ 19050 h 180974"/>
              <a:gd name="connsiteX44" fmla="*/ 114300 w 180974"/>
              <a:gd name="connsiteY44" fmla="*/ 19050 h 180974"/>
              <a:gd name="connsiteX45" fmla="*/ 123825 w 180974"/>
              <a:gd name="connsiteY45" fmla="*/ 0 h 180974"/>
              <a:gd name="connsiteX46" fmla="*/ 133350 w 180974"/>
              <a:gd name="connsiteY46" fmla="*/ 19050 h 180974"/>
              <a:gd name="connsiteX47" fmla="*/ 171450 w 180974"/>
              <a:gd name="connsiteY47" fmla="*/ 47625 h 180974"/>
              <a:gd name="connsiteX48" fmla="*/ 155168 w 180974"/>
              <a:gd name="connsiteY48" fmla="*/ 57166 h 180974"/>
              <a:gd name="connsiteX49" fmla="*/ 152400 w 180974"/>
              <a:gd name="connsiteY49" fmla="*/ 57150 h 180974"/>
              <a:gd name="connsiteX50" fmla="*/ 19050 w 180974"/>
              <a:gd name="connsiteY50" fmla="*/ 57150 h 180974"/>
              <a:gd name="connsiteX51" fmla="*/ 0 w 180974"/>
              <a:gd name="connsiteY51" fmla="*/ 47625 h 180974"/>
              <a:gd name="connsiteX52" fmla="*/ 38100 w 180974"/>
              <a:gd name="connsiteY52" fmla="*/ 19050 h 180974"/>
              <a:gd name="connsiteX53" fmla="*/ 47625 w 180974"/>
              <a:gd name="connsiteY53"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80974" h="180974">
                <a:moveTo>
                  <a:pt x="126615" y="126615"/>
                </a:moveTo>
                <a:cubicBezTo>
                  <a:pt x="130334" y="122895"/>
                  <a:pt x="136365" y="122895"/>
                  <a:pt x="140085" y="126615"/>
                </a:cubicBezTo>
                <a:lnTo>
                  <a:pt x="152400" y="138930"/>
                </a:lnTo>
                <a:lnTo>
                  <a:pt x="164715" y="126615"/>
                </a:lnTo>
                <a:cubicBezTo>
                  <a:pt x="168434" y="122895"/>
                  <a:pt x="174465" y="122895"/>
                  <a:pt x="178185" y="126615"/>
                </a:cubicBezTo>
                <a:cubicBezTo>
                  <a:pt x="181904" y="130334"/>
                  <a:pt x="181904" y="136365"/>
                  <a:pt x="178185" y="140085"/>
                </a:cubicBezTo>
                <a:lnTo>
                  <a:pt x="165870" y="152400"/>
                </a:lnTo>
                <a:lnTo>
                  <a:pt x="178185" y="164715"/>
                </a:lnTo>
                <a:cubicBezTo>
                  <a:pt x="181904" y="168434"/>
                  <a:pt x="181904" y="174465"/>
                  <a:pt x="178185" y="178185"/>
                </a:cubicBezTo>
                <a:cubicBezTo>
                  <a:pt x="174465" y="181904"/>
                  <a:pt x="168434" y="181904"/>
                  <a:pt x="164715" y="178185"/>
                </a:cubicBezTo>
                <a:lnTo>
                  <a:pt x="152400" y="165870"/>
                </a:lnTo>
                <a:lnTo>
                  <a:pt x="140085" y="178185"/>
                </a:lnTo>
                <a:cubicBezTo>
                  <a:pt x="136365" y="181904"/>
                  <a:pt x="130334" y="181904"/>
                  <a:pt x="126615" y="178185"/>
                </a:cubicBezTo>
                <a:cubicBezTo>
                  <a:pt x="122895" y="174465"/>
                  <a:pt x="122895" y="168434"/>
                  <a:pt x="126615" y="164715"/>
                </a:cubicBezTo>
                <a:lnTo>
                  <a:pt x="138930" y="152400"/>
                </a:lnTo>
                <a:lnTo>
                  <a:pt x="126615" y="140085"/>
                </a:lnTo>
                <a:cubicBezTo>
                  <a:pt x="122895" y="136365"/>
                  <a:pt x="122895" y="130334"/>
                  <a:pt x="126615" y="126615"/>
                </a:cubicBezTo>
                <a:close/>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099" y="80333"/>
                  <a:pt x="171306" y="84728"/>
                  <a:pt x="171396" y="89398"/>
                </a:cubicBezTo>
                <a:cubicBezTo>
                  <a:pt x="170625" y="114333"/>
                  <a:pt x="161635" y="114323"/>
                  <a:pt x="144426" y="114301"/>
                </a:cubicBezTo>
                <a:lnTo>
                  <a:pt x="142875" y="114300"/>
                </a:lnTo>
                <a:cubicBezTo>
                  <a:pt x="119063" y="114300"/>
                  <a:pt x="114300" y="119063"/>
                  <a:pt x="114300" y="142875"/>
                </a:cubicBezTo>
                <a:lnTo>
                  <a:pt x="114301" y="144426"/>
                </a:lnTo>
                <a:cubicBezTo>
                  <a:pt x="114324" y="162442"/>
                  <a:pt x="114334"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rgbClr val="000000"/>
          </a:solidFill>
          <a:ln w="9525" cap="flat">
            <a:noFill/>
            <a:prstDash val="solid"/>
            <a:miter/>
          </a:ln>
        </p:spPr>
        <p:txBody>
          <a:bodyPr rtlCol="0" anchor="ctr"/>
          <a:lstStyle/>
          <a:p>
            <a:endParaRPr lang="ru-RU"/>
          </a:p>
        </p:txBody>
      </p:sp>
      <p:sp>
        <p:nvSpPr>
          <p:cNvPr id="732" name="Полилиния: фигура 731">
            <a:extLst>
              <a:ext uri="{FF2B5EF4-FFF2-40B4-BE49-F238E27FC236}">
                <a16:creationId xmlns:a16="http://schemas.microsoft.com/office/drawing/2014/main" id="{04E6CA0E-CDD9-CE32-EBB9-D62E1A4B559D}"/>
              </a:ext>
            </a:extLst>
          </p:cNvPr>
          <p:cNvSpPr/>
          <p:nvPr/>
        </p:nvSpPr>
        <p:spPr>
          <a:xfrm>
            <a:off x="10746879" y="2373018"/>
            <a:ext cx="171450" cy="171450"/>
          </a:xfrm>
          <a:custGeom>
            <a:avLst/>
            <a:gdLst>
              <a:gd name="connsiteX0" fmla="*/ 85725 w 171450"/>
              <a:gd name="connsiteY0" fmla="*/ 142875 h 171450"/>
              <a:gd name="connsiteX1" fmla="*/ 95250 w 171450"/>
              <a:gd name="connsiteY1" fmla="*/ 152400 h 171450"/>
              <a:gd name="connsiteX2" fmla="*/ 95250 w 171450"/>
              <a:gd name="connsiteY2" fmla="*/ 161925 h 171450"/>
              <a:gd name="connsiteX3" fmla="*/ 85725 w 171450"/>
              <a:gd name="connsiteY3" fmla="*/ 171450 h 171450"/>
              <a:gd name="connsiteX4" fmla="*/ 76200 w 171450"/>
              <a:gd name="connsiteY4" fmla="*/ 161925 h 171450"/>
              <a:gd name="connsiteX5" fmla="*/ 76200 w 171450"/>
              <a:gd name="connsiteY5" fmla="*/ 152400 h 171450"/>
              <a:gd name="connsiteX6" fmla="*/ 85725 w 171450"/>
              <a:gd name="connsiteY6" fmla="*/ 142875 h 171450"/>
              <a:gd name="connsiteX7" fmla="*/ 126615 w 171450"/>
              <a:gd name="connsiteY7" fmla="*/ 126615 h 171450"/>
              <a:gd name="connsiteX8" fmla="*/ 140085 w 171450"/>
              <a:gd name="connsiteY8" fmla="*/ 126615 h 171450"/>
              <a:gd name="connsiteX9" fmla="*/ 149610 w 171450"/>
              <a:gd name="connsiteY9" fmla="*/ 136140 h 171450"/>
              <a:gd name="connsiteX10" fmla="*/ 149610 w 171450"/>
              <a:gd name="connsiteY10" fmla="*/ 149610 h 171450"/>
              <a:gd name="connsiteX11" fmla="*/ 136140 w 171450"/>
              <a:gd name="connsiteY11" fmla="*/ 149610 h 171450"/>
              <a:gd name="connsiteX12" fmla="*/ 126615 w 171450"/>
              <a:gd name="connsiteY12" fmla="*/ 140085 h 171450"/>
              <a:gd name="connsiteX13" fmla="*/ 126615 w 171450"/>
              <a:gd name="connsiteY13" fmla="*/ 126615 h 171450"/>
              <a:gd name="connsiteX14" fmla="*/ 31365 w 171450"/>
              <a:gd name="connsiteY14" fmla="*/ 126615 h 171450"/>
              <a:gd name="connsiteX15" fmla="*/ 44835 w 171450"/>
              <a:gd name="connsiteY15" fmla="*/ 126615 h 171450"/>
              <a:gd name="connsiteX16" fmla="*/ 44835 w 171450"/>
              <a:gd name="connsiteY16" fmla="*/ 140085 h 171450"/>
              <a:gd name="connsiteX17" fmla="*/ 35310 w 171450"/>
              <a:gd name="connsiteY17" fmla="*/ 149610 h 171450"/>
              <a:gd name="connsiteX18" fmla="*/ 21840 w 171450"/>
              <a:gd name="connsiteY18" fmla="*/ 149610 h 171450"/>
              <a:gd name="connsiteX19" fmla="*/ 21840 w 171450"/>
              <a:gd name="connsiteY19" fmla="*/ 136140 h 171450"/>
              <a:gd name="connsiteX20" fmla="*/ 152400 w 171450"/>
              <a:gd name="connsiteY20" fmla="*/ 76200 h 171450"/>
              <a:gd name="connsiteX21" fmla="*/ 161925 w 171450"/>
              <a:gd name="connsiteY21" fmla="*/ 76200 h 171450"/>
              <a:gd name="connsiteX22" fmla="*/ 171450 w 171450"/>
              <a:gd name="connsiteY22" fmla="*/ 85725 h 171450"/>
              <a:gd name="connsiteX23" fmla="*/ 161925 w 171450"/>
              <a:gd name="connsiteY23" fmla="*/ 95250 h 171450"/>
              <a:gd name="connsiteX24" fmla="*/ 152400 w 171450"/>
              <a:gd name="connsiteY24" fmla="*/ 95250 h 171450"/>
              <a:gd name="connsiteX25" fmla="*/ 142875 w 171450"/>
              <a:gd name="connsiteY25" fmla="*/ 85725 h 171450"/>
              <a:gd name="connsiteX26" fmla="*/ 152400 w 171450"/>
              <a:gd name="connsiteY26" fmla="*/ 76200 h 171450"/>
              <a:gd name="connsiteX27" fmla="*/ 9525 w 171450"/>
              <a:gd name="connsiteY27" fmla="*/ 76200 h 171450"/>
              <a:gd name="connsiteX28" fmla="*/ 19050 w 171450"/>
              <a:gd name="connsiteY28" fmla="*/ 76200 h 171450"/>
              <a:gd name="connsiteX29" fmla="*/ 28575 w 171450"/>
              <a:gd name="connsiteY29" fmla="*/ 85725 h 171450"/>
              <a:gd name="connsiteX30" fmla="*/ 19050 w 171450"/>
              <a:gd name="connsiteY30" fmla="*/ 95250 h 171450"/>
              <a:gd name="connsiteX31" fmla="*/ 9525 w 171450"/>
              <a:gd name="connsiteY31" fmla="*/ 95250 h 171450"/>
              <a:gd name="connsiteX32" fmla="*/ 0 w 171450"/>
              <a:gd name="connsiteY32" fmla="*/ 85725 h 171450"/>
              <a:gd name="connsiteX33" fmla="*/ 9525 w 171450"/>
              <a:gd name="connsiteY33" fmla="*/ 76200 h 171450"/>
              <a:gd name="connsiteX34" fmla="*/ 85725 w 171450"/>
              <a:gd name="connsiteY34" fmla="*/ 38100 h 171450"/>
              <a:gd name="connsiteX35" fmla="*/ 133350 w 171450"/>
              <a:gd name="connsiteY35" fmla="*/ 85725 h 171450"/>
              <a:gd name="connsiteX36" fmla="*/ 85725 w 171450"/>
              <a:gd name="connsiteY36" fmla="*/ 133350 h 171450"/>
              <a:gd name="connsiteX37" fmla="*/ 38100 w 171450"/>
              <a:gd name="connsiteY37" fmla="*/ 85725 h 171450"/>
              <a:gd name="connsiteX38" fmla="*/ 85725 w 171450"/>
              <a:gd name="connsiteY38" fmla="*/ 38100 h 171450"/>
              <a:gd name="connsiteX39" fmla="*/ 136140 w 171450"/>
              <a:gd name="connsiteY39" fmla="*/ 21840 h 171450"/>
              <a:gd name="connsiteX40" fmla="*/ 149610 w 171450"/>
              <a:gd name="connsiteY40" fmla="*/ 21840 h 171450"/>
              <a:gd name="connsiteX41" fmla="*/ 149610 w 171450"/>
              <a:gd name="connsiteY41" fmla="*/ 35310 h 171450"/>
              <a:gd name="connsiteX42" fmla="*/ 140085 w 171450"/>
              <a:gd name="connsiteY42" fmla="*/ 44835 h 171450"/>
              <a:gd name="connsiteX43" fmla="*/ 126615 w 171450"/>
              <a:gd name="connsiteY43" fmla="*/ 44835 h 171450"/>
              <a:gd name="connsiteX44" fmla="*/ 126615 w 171450"/>
              <a:gd name="connsiteY44" fmla="*/ 31365 h 171450"/>
              <a:gd name="connsiteX45" fmla="*/ 21840 w 171450"/>
              <a:gd name="connsiteY45" fmla="*/ 21840 h 171450"/>
              <a:gd name="connsiteX46" fmla="*/ 35310 w 171450"/>
              <a:gd name="connsiteY46" fmla="*/ 21840 h 171450"/>
              <a:gd name="connsiteX47" fmla="*/ 44835 w 171450"/>
              <a:gd name="connsiteY47" fmla="*/ 31365 h 171450"/>
              <a:gd name="connsiteX48" fmla="*/ 44835 w 171450"/>
              <a:gd name="connsiteY48" fmla="*/ 44835 h 171450"/>
              <a:gd name="connsiteX49" fmla="*/ 31365 w 171450"/>
              <a:gd name="connsiteY49" fmla="*/ 44835 h 171450"/>
              <a:gd name="connsiteX50" fmla="*/ 21840 w 171450"/>
              <a:gd name="connsiteY50" fmla="*/ 35310 h 171450"/>
              <a:gd name="connsiteX51" fmla="*/ 21840 w 171450"/>
              <a:gd name="connsiteY51" fmla="*/ 21840 h 171450"/>
              <a:gd name="connsiteX52" fmla="*/ 85725 w 171450"/>
              <a:gd name="connsiteY52" fmla="*/ 0 h 171450"/>
              <a:gd name="connsiteX53" fmla="*/ 95250 w 171450"/>
              <a:gd name="connsiteY53" fmla="*/ 9525 h 171450"/>
              <a:gd name="connsiteX54" fmla="*/ 95250 w 171450"/>
              <a:gd name="connsiteY54" fmla="*/ 19050 h 171450"/>
              <a:gd name="connsiteX55" fmla="*/ 85725 w 171450"/>
              <a:gd name="connsiteY55" fmla="*/ 28575 h 171450"/>
              <a:gd name="connsiteX56" fmla="*/ 76200 w 171450"/>
              <a:gd name="connsiteY56" fmla="*/ 19050 h 171450"/>
              <a:gd name="connsiteX57" fmla="*/ 76200 w 171450"/>
              <a:gd name="connsiteY57" fmla="*/ 9525 h 171450"/>
              <a:gd name="connsiteX58" fmla="*/ 85725 w 171450"/>
              <a:gd name="connsiteY58"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71450" h="171450">
                <a:moveTo>
                  <a:pt x="85725" y="142875"/>
                </a:moveTo>
                <a:cubicBezTo>
                  <a:pt x="90986" y="142875"/>
                  <a:pt x="95250" y="147139"/>
                  <a:pt x="95250" y="152400"/>
                </a:cubicBezTo>
                <a:lnTo>
                  <a:pt x="95250" y="161925"/>
                </a:lnTo>
                <a:cubicBezTo>
                  <a:pt x="95250" y="167186"/>
                  <a:pt x="90986" y="171450"/>
                  <a:pt x="85725" y="171450"/>
                </a:cubicBezTo>
                <a:cubicBezTo>
                  <a:pt x="80464" y="171450"/>
                  <a:pt x="76200" y="167186"/>
                  <a:pt x="76200" y="161925"/>
                </a:cubicBezTo>
                <a:lnTo>
                  <a:pt x="76200" y="152400"/>
                </a:lnTo>
                <a:cubicBezTo>
                  <a:pt x="76200" y="147139"/>
                  <a:pt x="80464" y="142875"/>
                  <a:pt x="85725" y="142875"/>
                </a:cubicBezTo>
                <a:close/>
                <a:moveTo>
                  <a:pt x="126615" y="126615"/>
                </a:moveTo>
                <a:cubicBezTo>
                  <a:pt x="130334" y="122895"/>
                  <a:pt x="136365" y="122895"/>
                  <a:pt x="140085" y="126615"/>
                </a:cubicBezTo>
                <a:lnTo>
                  <a:pt x="149610" y="136140"/>
                </a:lnTo>
                <a:cubicBezTo>
                  <a:pt x="153330" y="139859"/>
                  <a:pt x="153330" y="145890"/>
                  <a:pt x="149610" y="149610"/>
                </a:cubicBezTo>
                <a:cubicBezTo>
                  <a:pt x="145890" y="153329"/>
                  <a:pt x="139859" y="153329"/>
                  <a:pt x="136140" y="149610"/>
                </a:cubicBezTo>
                <a:lnTo>
                  <a:pt x="126615" y="140085"/>
                </a:lnTo>
                <a:cubicBezTo>
                  <a:pt x="122895" y="136365"/>
                  <a:pt x="122895" y="130334"/>
                  <a:pt x="126615" y="126615"/>
                </a:cubicBezTo>
                <a:close/>
                <a:moveTo>
                  <a:pt x="31365" y="126615"/>
                </a:moveTo>
                <a:cubicBezTo>
                  <a:pt x="35085" y="122895"/>
                  <a:pt x="41115" y="122895"/>
                  <a:pt x="44835" y="126615"/>
                </a:cubicBezTo>
                <a:cubicBezTo>
                  <a:pt x="48555" y="130334"/>
                  <a:pt x="48555" y="136365"/>
                  <a:pt x="44835" y="140085"/>
                </a:cubicBezTo>
                <a:lnTo>
                  <a:pt x="35310" y="149610"/>
                </a:lnTo>
                <a:cubicBezTo>
                  <a:pt x="31590" y="153330"/>
                  <a:pt x="25560" y="153330"/>
                  <a:pt x="21840" y="149610"/>
                </a:cubicBezTo>
                <a:cubicBezTo>
                  <a:pt x="18120" y="145890"/>
                  <a:pt x="18120" y="139859"/>
                  <a:pt x="21840" y="136140"/>
                </a:cubicBezTo>
                <a:close/>
                <a:moveTo>
                  <a:pt x="152400" y="76200"/>
                </a:moveTo>
                <a:lnTo>
                  <a:pt x="161925" y="76200"/>
                </a:lnTo>
                <a:cubicBezTo>
                  <a:pt x="167186" y="76200"/>
                  <a:pt x="171450" y="80464"/>
                  <a:pt x="171450" y="85725"/>
                </a:cubicBezTo>
                <a:cubicBezTo>
                  <a:pt x="171450" y="90986"/>
                  <a:pt x="167186" y="95250"/>
                  <a:pt x="161925" y="95250"/>
                </a:cubicBezTo>
                <a:lnTo>
                  <a:pt x="152400" y="95250"/>
                </a:lnTo>
                <a:cubicBezTo>
                  <a:pt x="147139" y="95250"/>
                  <a:pt x="142875" y="90986"/>
                  <a:pt x="142875" y="85725"/>
                </a:cubicBezTo>
                <a:cubicBezTo>
                  <a:pt x="142875" y="80464"/>
                  <a:pt x="147139" y="76200"/>
                  <a:pt x="15240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5725" y="38100"/>
                </a:moveTo>
                <a:cubicBezTo>
                  <a:pt x="112027" y="38100"/>
                  <a:pt x="133350" y="59422"/>
                  <a:pt x="133350" y="85725"/>
                </a:cubicBezTo>
                <a:cubicBezTo>
                  <a:pt x="133350" y="112027"/>
                  <a:pt x="112027" y="133350"/>
                  <a:pt x="85725" y="133350"/>
                </a:cubicBezTo>
                <a:cubicBezTo>
                  <a:pt x="59422" y="133350"/>
                  <a:pt x="38100" y="112027"/>
                  <a:pt x="38100" y="85725"/>
                </a:cubicBezTo>
                <a:cubicBezTo>
                  <a:pt x="38100" y="59422"/>
                  <a:pt x="59422" y="38100"/>
                  <a:pt x="85725" y="38100"/>
                </a:cubicBezTo>
                <a:close/>
                <a:moveTo>
                  <a:pt x="136140" y="21840"/>
                </a:moveTo>
                <a:cubicBezTo>
                  <a:pt x="139859" y="18120"/>
                  <a:pt x="145890" y="18120"/>
                  <a:pt x="149610" y="21840"/>
                </a:cubicBezTo>
                <a:cubicBezTo>
                  <a:pt x="153329" y="25560"/>
                  <a:pt x="153329" y="31590"/>
                  <a:pt x="149610" y="35310"/>
                </a:cubicBezTo>
                <a:lnTo>
                  <a:pt x="140085" y="44835"/>
                </a:lnTo>
                <a:cubicBezTo>
                  <a:pt x="136365" y="48555"/>
                  <a:pt x="130334" y="48555"/>
                  <a:pt x="126615" y="44835"/>
                </a:cubicBezTo>
                <a:cubicBezTo>
                  <a:pt x="122895" y="41115"/>
                  <a:pt x="122895" y="35085"/>
                  <a:pt x="126615"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5"/>
                  <a:pt x="95250" y="9525"/>
                </a:cubicBezTo>
                <a:lnTo>
                  <a:pt x="95250" y="19050"/>
                </a:lnTo>
                <a:cubicBezTo>
                  <a:pt x="95250" y="24310"/>
                  <a:pt x="90986" y="28575"/>
                  <a:pt x="85725" y="28575"/>
                </a:cubicBezTo>
                <a:cubicBezTo>
                  <a:pt x="80464" y="28575"/>
                  <a:pt x="76200" y="24310"/>
                  <a:pt x="76200" y="19050"/>
                </a:cubicBezTo>
                <a:lnTo>
                  <a:pt x="76200" y="9525"/>
                </a:lnTo>
                <a:cubicBezTo>
                  <a:pt x="76200" y="4265"/>
                  <a:pt x="80464" y="0"/>
                  <a:pt x="85725" y="0"/>
                </a:cubicBezTo>
                <a:close/>
              </a:path>
            </a:pathLst>
          </a:custGeom>
          <a:solidFill>
            <a:srgbClr val="000000"/>
          </a:solidFill>
          <a:ln w="9525" cap="flat">
            <a:noFill/>
            <a:prstDash val="solid"/>
            <a:miter/>
          </a:ln>
        </p:spPr>
        <p:txBody>
          <a:bodyPr rtlCol="0" anchor="ctr"/>
          <a:lstStyle/>
          <a:p>
            <a:endParaRPr lang="ru-RU"/>
          </a:p>
        </p:txBody>
      </p:sp>
      <p:sp>
        <p:nvSpPr>
          <p:cNvPr id="736" name="Полилиния: фигура 735">
            <a:extLst>
              <a:ext uri="{FF2B5EF4-FFF2-40B4-BE49-F238E27FC236}">
                <a16:creationId xmlns:a16="http://schemas.microsoft.com/office/drawing/2014/main" id="{10D1DF02-7762-6B55-9C31-C60F8D5C16F8}"/>
              </a:ext>
            </a:extLst>
          </p:cNvPr>
          <p:cNvSpPr/>
          <p:nvPr/>
        </p:nvSpPr>
        <p:spPr>
          <a:xfrm>
            <a:off x="10746880" y="2872477"/>
            <a:ext cx="171450" cy="161925"/>
          </a:xfrm>
          <a:custGeom>
            <a:avLst/>
            <a:gdLst>
              <a:gd name="connsiteX0" fmla="*/ 71108 w 171450"/>
              <a:gd name="connsiteY0" fmla="*/ 20541 h 161925"/>
              <a:gd name="connsiteX1" fmla="*/ 75021 w 171450"/>
              <a:gd name="connsiteY1" fmla="*/ 33817 h 161925"/>
              <a:gd name="connsiteX2" fmla="*/ 74738 w 171450"/>
              <a:gd name="connsiteY2" fmla="*/ 34613 h 161925"/>
              <a:gd name="connsiteX3" fmla="*/ 71108 w 171450"/>
              <a:gd name="connsiteY3" fmla="*/ 55831 h 161925"/>
              <a:gd name="connsiteX4" fmla="*/ 134908 w 171450"/>
              <a:gd name="connsiteY4" fmla="*/ 119487 h 161925"/>
              <a:gd name="connsiteX5" fmla="*/ 156175 w 171450"/>
              <a:gd name="connsiteY5" fmla="*/ 115866 h 161925"/>
              <a:gd name="connsiteX6" fmla="*/ 156671 w 171450"/>
              <a:gd name="connsiteY6" fmla="*/ 115690 h 161925"/>
              <a:gd name="connsiteX7" fmla="*/ 170278 w 171450"/>
              <a:gd name="connsiteY7" fmla="*/ 119487 h 161925"/>
              <a:gd name="connsiteX8" fmla="*/ 103008 w 171450"/>
              <a:gd name="connsiteY8" fmla="*/ 161925 h 161925"/>
              <a:gd name="connsiteX9" fmla="*/ 28575 w 171450"/>
              <a:gd name="connsiteY9" fmla="*/ 87659 h 161925"/>
              <a:gd name="connsiteX10" fmla="*/ 71108 w 171450"/>
              <a:gd name="connsiteY10" fmla="*/ 20541 h 161925"/>
              <a:gd name="connsiteX11" fmla="*/ 142875 w 171450"/>
              <a:gd name="connsiteY11" fmla="*/ 19050 h 161925"/>
              <a:gd name="connsiteX12" fmla="*/ 152400 w 171450"/>
              <a:gd name="connsiteY12" fmla="*/ 28575 h 161925"/>
              <a:gd name="connsiteX13" fmla="*/ 152400 w 171450"/>
              <a:gd name="connsiteY13" fmla="*/ 38100 h 161925"/>
              <a:gd name="connsiteX14" fmla="*/ 161925 w 171450"/>
              <a:gd name="connsiteY14" fmla="*/ 38100 h 161925"/>
              <a:gd name="connsiteX15" fmla="*/ 171450 w 171450"/>
              <a:gd name="connsiteY15" fmla="*/ 47625 h 161925"/>
              <a:gd name="connsiteX16" fmla="*/ 161925 w 171450"/>
              <a:gd name="connsiteY16" fmla="*/ 57150 h 161925"/>
              <a:gd name="connsiteX17" fmla="*/ 152400 w 171450"/>
              <a:gd name="connsiteY17" fmla="*/ 57150 h 161925"/>
              <a:gd name="connsiteX18" fmla="*/ 152400 w 171450"/>
              <a:gd name="connsiteY18" fmla="*/ 66675 h 161925"/>
              <a:gd name="connsiteX19" fmla="*/ 142875 w 171450"/>
              <a:gd name="connsiteY19" fmla="*/ 76200 h 161925"/>
              <a:gd name="connsiteX20" fmla="*/ 133350 w 171450"/>
              <a:gd name="connsiteY20" fmla="*/ 66675 h 161925"/>
              <a:gd name="connsiteX21" fmla="*/ 133350 w 171450"/>
              <a:gd name="connsiteY21" fmla="*/ 57150 h 161925"/>
              <a:gd name="connsiteX22" fmla="*/ 123825 w 171450"/>
              <a:gd name="connsiteY22" fmla="*/ 57150 h 161925"/>
              <a:gd name="connsiteX23" fmla="*/ 114300 w 171450"/>
              <a:gd name="connsiteY23" fmla="*/ 47625 h 161925"/>
              <a:gd name="connsiteX24" fmla="*/ 123825 w 171450"/>
              <a:gd name="connsiteY24" fmla="*/ 38100 h 161925"/>
              <a:gd name="connsiteX25" fmla="*/ 133350 w 171450"/>
              <a:gd name="connsiteY25" fmla="*/ 38100 h 161925"/>
              <a:gd name="connsiteX26" fmla="*/ 133350 w 171450"/>
              <a:gd name="connsiteY26" fmla="*/ 28575 h 161925"/>
              <a:gd name="connsiteX27" fmla="*/ 142875 w 171450"/>
              <a:gd name="connsiteY27" fmla="*/ 19050 h 161925"/>
              <a:gd name="connsiteX28" fmla="*/ 19050 w 171450"/>
              <a:gd name="connsiteY28" fmla="*/ 0 h 161925"/>
              <a:gd name="connsiteX29" fmla="*/ 28575 w 171450"/>
              <a:gd name="connsiteY29" fmla="*/ 9525 h 161925"/>
              <a:gd name="connsiteX30" fmla="*/ 38100 w 171450"/>
              <a:gd name="connsiteY30" fmla="*/ 19050 h 161925"/>
              <a:gd name="connsiteX31" fmla="*/ 28575 w 171450"/>
              <a:gd name="connsiteY31" fmla="*/ 28575 h 161925"/>
              <a:gd name="connsiteX32" fmla="*/ 19050 w 171450"/>
              <a:gd name="connsiteY32" fmla="*/ 38100 h 161925"/>
              <a:gd name="connsiteX33" fmla="*/ 9525 w 171450"/>
              <a:gd name="connsiteY33" fmla="*/ 28575 h 161925"/>
              <a:gd name="connsiteX34" fmla="*/ 0 w 171450"/>
              <a:gd name="connsiteY34" fmla="*/ 19050 h 161925"/>
              <a:gd name="connsiteX35" fmla="*/ 9525 w 171450"/>
              <a:gd name="connsiteY35" fmla="*/ 9525 h 161925"/>
              <a:gd name="connsiteX36" fmla="*/ 19050 w 171450"/>
              <a:gd name="connsiteY36"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1450" h="161925">
                <a:moveTo>
                  <a:pt x="71108" y="20541"/>
                </a:moveTo>
                <a:cubicBezTo>
                  <a:pt x="81474" y="15627"/>
                  <a:pt x="78650" y="23587"/>
                  <a:pt x="75021" y="33817"/>
                </a:cubicBezTo>
                <a:lnTo>
                  <a:pt x="74738" y="34613"/>
                </a:lnTo>
                <a:cubicBezTo>
                  <a:pt x="72387" y="41250"/>
                  <a:pt x="71108" y="48392"/>
                  <a:pt x="71108" y="55831"/>
                </a:cubicBezTo>
                <a:cubicBezTo>
                  <a:pt x="71108" y="90987"/>
                  <a:pt x="99672" y="119487"/>
                  <a:pt x="134908" y="119487"/>
                </a:cubicBezTo>
                <a:cubicBezTo>
                  <a:pt x="142364" y="119487"/>
                  <a:pt x="149523" y="118211"/>
                  <a:pt x="156175" y="115866"/>
                </a:cubicBezTo>
                <a:lnTo>
                  <a:pt x="156671" y="115690"/>
                </a:lnTo>
                <a:cubicBezTo>
                  <a:pt x="163425" y="113303"/>
                  <a:pt x="175205" y="109139"/>
                  <a:pt x="170278" y="119487"/>
                </a:cubicBezTo>
                <a:cubicBezTo>
                  <a:pt x="158332" y="144578"/>
                  <a:pt x="132700" y="161925"/>
                  <a:pt x="103008" y="161925"/>
                </a:cubicBezTo>
                <a:cubicBezTo>
                  <a:pt x="61900" y="161925"/>
                  <a:pt x="28575" y="128675"/>
                  <a:pt x="28575" y="87659"/>
                </a:cubicBezTo>
                <a:cubicBezTo>
                  <a:pt x="28575" y="58034"/>
                  <a:pt x="45961" y="32460"/>
                  <a:pt x="71108" y="20541"/>
                </a:cubicBezTo>
                <a:close/>
                <a:moveTo>
                  <a:pt x="142875" y="19050"/>
                </a:moveTo>
                <a:cubicBezTo>
                  <a:pt x="148136" y="19050"/>
                  <a:pt x="152400" y="23315"/>
                  <a:pt x="152400" y="28575"/>
                </a:cubicBezTo>
                <a:lnTo>
                  <a:pt x="152400" y="38100"/>
                </a:lnTo>
                <a:lnTo>
                  <a:pt x="161925" y="38100"/>
                </a:lnTo>
                <a:cubicBezTo>
                  <a:pt x="167186" y="38100"/>
                  <a:pt x="171450" y="42365"/>
                  <a:pt x="171450" y="47625"/>
                </a:cubicBezTo>
                <a:cubicBezTo>
                  <a:pt x="171450" y="52885"/>
                  <a:pt x="167186" y="57150"/>
                  <a:pt x="161925" y="57150"/>
                </a:cubicBezTo>
                <a:lnTo>
                  <a:pt x="152400" y="57150"/>
                </a:lnTo>
                <a:lnTo>
                  <a:pt x="152400" y="66675"/>
                </a:lnTo>
                <a:cubicBezTo>
                  <a:pt x="152400" y="71936"/>
                  <a:pt x="148136" y="76200"/>
                  <a:pt x="142875" y="76200"/>
                </a:cubicBezTo>
                <a:cubicBezTo>
                  <a:pt x="137614" y="76200"/>
                  <a:pt x="133350" y="71936"/>
                  <a:pt x="133350" y="66675"/>
                </a:cubicBezTo>
                <a:lnTo>
                  <a:pt x="133350" y="57150"/>
                </a:lnTo>
                <a:lnTo>
                  <a:pt x="123825" y="57150"/>
                </a:lnTo>
                <a:cubicBezTo>
                  <a:pt x="118564" y="57150"/>
                  <a:pt x="114300" y="52885"/>
                  <a:pt x="114300" y="47625"/>
                </a:cubicBezTo>
                <a:cubicBezTo>
                  <a:pt x="114300" y="42365"/>
                  <a:pt x="118564" y="38100"/>
                  <a:pt x="123825" y="38100"/>
                </a:cubicBezTo>
                <a:lnTo>
                  <a:pt x="133350" y="38100"/>
                </a:lnTo>
                <a:lnTo>
                  <a:pt x="133350" y="28575"/>
                </a:lnTo>
                <a:cubicBezTo>
                  <a:pt x="133350" y="23315"/>
                  <a:pt x="137614" y="19050"/>
                  <a:pt x="142875" y="19050"/>
                </a:cubicBezTo>
                <a:close/>
                <a:moveTo>
                  <a:pt x="19050" y="0"/>
                </a:moveTo>
                <a:cubicBezTo>
                  <a:pt x="24310" y="0"/>
                  <a:pt x="28575" y="4265"/>
                  <a:pt x="28575" y="9525"/>
                </a:cubicBezTo>
                <a:cubicBezTo>
                  <a:pt x="33835" y="9525"/>
                  <a:pt x="38100" y="13790"/>
                  <a:pt x="38100" y="19050"/>
                </a:cubicBezTo>
                <a:cubicBezTo>
                  <a:pt x="38100" y="24310"/>
                  <a:pt x="33835" y="28575"/>
                  <a:pt x="28575" y="28575"/>
                </a:cubicBezTo>
                <a:cubicBezTo>
                  <a:pt x="28575" y="33835"/>
                  <a:pt x="24310" y="38100"/>
                  <a:pt x="19050" y="38100"/>
                </a:cubicBezTo>
                <a:cubicBezTo>
                  <a:pt x="13790" y="38100"/>
                  <a:pt x="9525" y="33835"/>
                  <a:pt x="9525" y="28575"/>
                </a:cubicBezTo>
                <a:cubicBezTo>
                  <a:pt x="4265" y="28575"/>
                  <a:pt x="0" y="24310"/>
                  <a:pt x="0" y="19050"/>
                </a:cubicBezTo>
                <a:cubicBezTo>
                  <a:pt x="0" y="13790"/>
                  <a:pt x="4265" y="9525"/>
                  <a:pt x="9525" y="9525"/>
                </a:cubicBezTo>
                <a:cubicBezTo>
                  <a:pt x="9525" y="4265"/>
                  <a:pt x="13790" y="0"/>
                  <a:pt x="19050" y="0"/>
                </a:cubicBezTo>
                <a:close/>
              </a:path>
            </a:pathLst>
          </a:custGeom>
          <a:solidFill>
            <a:srgbClr val="000000"/>
          </a:solidFill>
          <a:ln w="9525" cap="flat">
            <a:noFill/>
            <a:prstDash val="solid"/>
            <a:miter/>
          </a:ln>
        </p:spPr>
        <p:txBody>
          <a:bodyPr rtlCol="0" anchor="ctr"/>
          <a:lstStyle/>
          <a:p>
            <a:endParaRPr lang="ru-RU"/>
          </a:p>
        </p:txBody>
      </p:sp>
      <p:sp>
        <p:nvSpPr>
          <p:cNvPr id="742" name="Полилиния: фигура 741">
            <a:extLst>
              <a:ext uri="{FF2B5EF4-FFF2-40B4-BE49-F238E27FC236}">
                <a16:creationId xmlns:a16="http://schemas.microsoft.com/office/drawing/2014/main" id="{140C19D6-2FC0-7C64-83A2-61AA8D43A2F2}"/>
              </a:ext>
            </a:extLst>
          </p:cNvPr>
          <p:cNvSpPr/>
          <p:nvPr/>
        </p:nvSpPr>
        <p:spPr>
          <a:xfrm>
            <a:off x="10756405" y="3391599"/>
            <a:ext cx="152400" cy="171450"/>
          </a:xfrm>
          <a:custGeom>
            <a:avLst/>
            <a:gdLst>
              <a:gd name="connsiteX0" fmla="*/ 95250 w 152400"/>
              <a:gd name="connsiteY0" fmla="*/ 95250 h 171450"/>
              <a:gd name="connsiteX1" fmla="*/ 85725 w 152400"/>
              <a:gd name="connsiteY1" fmla="*/ 104775 h 171450"/>
              <a:gd name="connsiteX2" fmla="*/ 85725 w 152400"/>
              <a:gd name="connsiteY2" fmla="*/ 123825 h 171450"/>
              <a:gd name="connsiteX3" fmla="*/ 95250 w 152400"/>
              <a:gd name="connsiteY3" fmla="*/ 133350 h 171450"/>
              <a:gd name="connsiteX4" fmla="*/ 104775 w 152400"/>
              <a:gd name="connsiteY4" fmla="*/ 123825 h 171450"/>
              <a:gd name="connsiteX5" fmla="*/ 104775 w 152400"/>
              <a:gd name="connsiteY5" fmla="*/ 104775 h 171450"/>
              <a:gd name="connsiteX6" fmla="*/ 95250 w 152400"/>
              <a:gd name="connsiteY6" fmla="*/ 95250 h 171450"/>
              <a:gd name="connsiteX7" fmla="*/ 57150 w 152400"/>
              <a:gd name="connsiteY7" fmla="*/ 95250 h 171450"/>
              <a:gd name="connsiteX8" fmla="*/ 47625 w 152400"/>
              <a:gd name="connsiteY8" fmla="*/ 104775 h 171450"/>
              <a:gd name="connsiteX9" fmla="*/ 47625 w 152400"/>
              <a:gd name="connsiteY9" fmla="*/ 123825 h 171450"/>
              <a:gd name="connsiteX10" fmla="*/ 57150 w 152400"/>
              <a:gd name="connsiteY10" fmla="*/ 133350 h 171450"/>
              <a:gd name="connsiteX11" fmla="*/ 66675 w 152400"/>
              <a:gd name="connsiteY11" fmla="*/ 123825 h 171450"/>
              <a:gd name="connsiteX12" fmla="*/ 66675 w 152400"/>
              <a:gd name="connsiteY12" fmla="*/ 104775 h 171450"/>
              <a:gd name="connsiteX13" fmla="*/ 57150 w 152400"/>
              <a:gd name="connsiteY13" fmla="*/ 95250 h 171450"/>
              <a:gd name="connsiteX14" fmla="*/ 19050 w 152400"/>
              <a:gd name="connsiteY14" fmla="*/ 66675 h 171450"/>
              <a:gd name="connsiteX15" fmla="*/ 133350 w 152400"/>
              <a:gd name="connsiteY15" fmla="*/ 66675 h 171450"/>
              <a:gd name="connsiteX16" fmla="*/ 142875 w 152400"/>
              <a:gd name="connsiteY16" fmla="*/ 76200 h 171450"/>
              <a:gd name="connsiteX17" fmla="*/ 76200 w 152400"/>
              <a:gd name="connsiteY17" fmla="*/ 171450 h 171450"/>
              <a:gd name="connsiteX18" fmla="*/ 9525 w 152400"/>
              <a:gd name="connsiteY18" fmla="*/ 76200 h 171450"/>
              <a:gd name="connsiteX19" fmla="*/ 19050 w 152400"/>
              <a:gd name="connsiteY19" fmla="*/ 66675 h 171450"/>
              <a:gd name="connsiteX20" fmla="*/ 70880 w 152400"/>
              <a:gd name="connsiteY20" fmla="*/ 19050 h 171450"/>
              <a:gd name="connsiteX21" fmla="*/ 61845 w 152400"/>
              <a:gd name="connsiteY21" fmla="*/ 25563 h 171450"/>
              <a:gd name="connsiteX22" fmla="*/ 60832 w 152400"/>
              <a:gd name="connsiteY22" fmla="*/ 28601 h 171450"/>
              <a:gd name="connsiteX23" fmla="*/ 76200 w 152400"/>
              <a:gd name="connsiteY23" fmla="*/ 28575 h 171450"/>
              <a:gd name="connsiteX24" fmla="*/ 91569 w 152400"/>
              <a:gd name="connsiteY24" fmla="*/ 28601 h 171450"/>
              <a:gd name="connsiteX25" fmla="*/ 90556 w 152400"/>
              <a:gd name="connsiteY25" fmla="*/ 25563 h 171450"/>
              <a:gd name="connsiteX26" fmla="*/ 81520 w 152400"/>
              <a:gd name="connsiteY26" fmla="*/ 19050 h 171450"/>
              <a:gd name="connsiteX27" fmla="*/ 70880 w 152400"/>
              <a:gd name="connsiteY27" fmla="*/ 0 h 171450"/>
              <a:gd name="connsiteX28" fmla="*/ 81520 w 152400"/>
              <a:gd name="connsiteY28" fmla="*/ 0 h 171450"/>
              <a:gd name="connsiteX29" fmla="*/ 108629 w 152400"/>
              <a:gd name="connsiteY29" fmla="*/ 19539 h 171450"/>
              <a:gd name="connsiteX30" fmla="*/ 111775 w 152400"/>
              <a:gd name="connsiteY30" fmla="*/ 28977 h 171450"/>
              <a:gd name="connsiteX31" fmla="*/ 152400 w 152400"/>
              <a:gd name="connsiteY31" fmla="*/ 46434 h 171450"/>
              <a:gd name="connsiteX32" fmla="*/ 138113 w 152400"/>
              <a:gd name="connsiteY32" fmla="*/ 57150 h 171450"/>
              <a:gd name="connsiteX33" fmla="*/ 14288 w 152400"/>
              <a:gd name="connsiteY33" fmla="*/ 57150 h 171450"/>
              <a:gd name="connsiteX34" fmla="*/ 0 w 152400"/>
              <a:gd name="connsiteY34" fmla="*/ 46434 h 171450"/>
              <a:gd name="connsiteX35" fmla="*/ 40626 w 152400"/>
              <a:gd name="connsiteY35" fmla="*/ 28977 h 171450"/>
              <a:gd name="connsiteX36" fmla="*/ 43772 w 152400"/>
              <a:gd name="connsiteY36" fmla="*/ 19539 h 171450"/>
              <a:gd name="connsiteX37" fmla="*/ 70880 w 152400"/>
              <a:gd name="connsiteY3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2400" h="171450">
                <a:moveTo>
                  <a:pt x="95250" y="95250"/>
                </a:moveTo>
                <a:cubicBezTo>
                  <a:pt x="89989" y="95250"/>
                  <a:pt x="85725" y="99514"/>
                  <a:pt x="85725" y="104775"/>
                </a:cubicBezTo>
                <a:lnTo>
                  <a:pt x="85725" y="123825"/>
                </a:lnTo>
                <a:cubicBezTo>
                  <a:pt x="85725" y="129086"/>
                  <a:pt x="89989" y="133350"/>
                  <a:pt x="95250" y="133350"/>
                </a:cubicBezTo>
                <a:cubicBezTo>
                  <a:pt x="100511" y="133350"/>
                  <a:pt x="104775" y="129086"/>
                  <a:pt x="104775" y="123825"/>
                </a:cubicBezTo>
                <a:lnTo>
                  <a:pt x="104775" y="104775"/>
                </a:lnTo>
                <a:cubicBezTo>
                  <a:pt x="104775" y="99514"/>
                  <a:pt x="100511" y="95250"/>
                  <a:pt x="95250" y="95250"/>
                </a:cubicBezTo>
                <a:close/>
                <a:moveTo>
                  <a:pt x="57150" y="95250"/>
                </a:moveTo>
                <a:cubicBezTo>
                  <a:pt x="51890" y="95250"/>
                  <a:pt x="47625" y="99514"/>
                  <a:pt x="47625" y="104775"/>
                </a:cubicBezTo>
                <a:lnTo>
                  <a:pt x="47625" y="123825"/>
                </a:lnTo>
                <a:cubicBezTo>
                  <a:pt x="47625" y="129086"/>
                  <a:pt x="51890" y="133350"/>
                  <a:pt x="57150" y="133350"/>
                </a:cubicBezTo>
                <a:cubicBezTo>
                  <a:pt x="62411" y="133350"/>
                  <a:pt x="66675" y="129086"/>
                  <a:pt x="66675" y="123825"/>
                </a:cubicBezTo>
                <a:lnTo>
                  <a:pt x="66675" y="104775"/>
                </a:lnTo>
                <a:cubicBezTo>
                  <a:pt x="66675" y="99514"/>
                  <a:pt x="62411" y="95250"/>
                  <a:pt x="57150" y="95250"/>
                </a:cubicBezTo>
                <a:close/>
                <a:moveTo>
                  <a:pt x="19050" y="66675"/>
                </a:moveTo>
                <a:lnTo>
                  <a:pt x="133350" y="66675"/>
                </a:lnTo>
                <a:cubicBezTo>
                  <a:pt x="138113" y="66675"/>
                  <a:pt x="142875" y="69353"/>
                  <a:pt x="142875" y="76200"/>
                </a:cubicBezTo>
                <a:cubicBezTo>
                  <a:pt x="142875" y="152400"/>
                  <a:pt x="138113" y="171450"/>
                  <a:pt x="76200" y="171450"/>
                </a:cubicBezTo>
                <a:cubicBezTo>
                  <a:pt x="14288" y="171450"/>
                  <a:pt x="9525" y="152400"/>
                  <a:pt x="9525" y="76200"/>
                </a:cubicBezTo>
                <a:cubicBezTo>
                  <a:pt x="9525" y="69342"/>
                  <a:pt x="14288" y="66675"/>
                  <a:pt x="19050" y="66675"/>
                </a:cubicBezTo>
                <a:close/>
                <a:moveTo>
                  <a:pt x="70880" y="19050"/>
                </a:moveTo>
                <a:cubicBezTo>
                  <a:pt x="66781" y="19050"/>
                  <a:pt x="63141" y="21673"/>
                  <a:pt x="61845" y="25563"/>
                </a:cubicBezTo>
                <a:lnTo>
                  <a:pt x="60832" y="28601"/>
                </a:lnTo>
                <a:cubicBezTo>
                  <a:pt x="65703" y="28575"/>
                  <a:pt x="70831" y="28575"/>
                  <a:pt x="76200" y="28575"/>
                </a:cubicBezTo>
                <a:cubicBezTo>
                  <a:pt x="81569" y="28575"/>
                  <a:pt x="86697" y="28575"/>
                  <a:pt x="91569" y="28601"/>
                </a:cubicBezTo>
                <a:lnTo>
                  <a:pt x="90556" y="25563"/>
                </a:lnTo>
                <a:cubicBezTo>
                  <a:pt x="89260" y="21673"/>
                  <a:pt x="85619" y="19050"/>
                  <a:pt x="81520" y="19050"/>
                </a:cubicBezTo>
                <a:close/>
                <a:moveTo>
                  <a:pt x="70880" y="0"/>
                </a:moveTo>
                <a:lnTo>
                  <a:pt x="81520" y="0"/>
                </a:lnTo>
                <a:cubicBezTo>
                  <a:pt x="93819" y="0"/>
                  <a:pt x="104739" y="7870"/>
                  <a:pt x="108629" y="19539"/>
                </a:cubicBezTo>
                <a:lnTo>
                  <a:pt x="111775" y="28977"/>
                </a:lnTo>
                <a:cubicBezTo>
                  <a:pt x="137685" y="29999"/>
                  <a:pt x="152400" y="33618"/>
                  <a:pt x="152400" y="46434"/>
                </a:cubicBezTo>
                <a:cubicBezTo>
                  <a:pt x="152400" y="57150"/>
                  <a:pt x="147638" y="57150"/>
                  <a:pt x="138113" y="57150"/>
                </a:cubicBezTo>
                <a:lnTo>
                  <a:pt x="14288" y="57150"/>
                </a:lnTo>
                <a:cubicBezTo>
                  <a:pt x="4763" y="57150"/>
                  <a:pt x="0" y="57150"/>
                  <a:pt x="0" y="46434"/>
                </a:cubicBezTo>
                <a:cubicBezTo>
                  <a:pt x="0" y="33618"/>
                  <a:pt x="14715" y="29999"/>
                  <a:pt x="40626" y="28977"/>
                </a:cubicBezTo>
                <a:lnTo>
                  <a:pt x="43772" y="19539"/>
                </a:lnTo>
                <a:cubicBezTo>
                  <a:pt x="47662" y="7870"/>
                  <a:pt x="58582" y="0"/>
                  <a:pt x="70880" y="0"/>
                </a:cubicBezTo>
                <a:close/>
              </a:path>
            </a:pathLst>
          </a:custGeom>
          <a:solidFill>
            <a:srgbClr val="000000"/>
          </a:solidFill>
          <a:ln w="9525" cap="flat">
            <a:noFill/>
            <a:prstDash val="solid"/>
            <a:miter/>
          </a:ln>
        </p:spPr>
        <p:txBody>
          <a:bodyPr rtlCol="0" anchor="ctr"/>
          <a:lstStyle/>
          <a:p>
            <a:endParaRPr lang="ru-RU"/>
          </a:p>
        </p:txBody>
      </p:sp>
      <p:sp>
        <p:nvSpPr>
          <p:cNvPr id="583" name="Рисунок 337">
            <a:extLst>
              <a:ext uri="{FF2B5EF4-FFF2-40B4-BE49-F238E27FC236}">
                <a16:creationId xmlns:a16="http://schemas.microsoft.com/office/drawing/2014/main" id="{CE6BD8E6-58FA-C095-8FF1-658FA99D5D99}"/>
              </a:ext>
            </a:extLst>
          </p:cNvPr>
          <p:cNvSpPr/>
          <p:nvPr/>
        </p:nvSpPr>
        <p:spPr>
          <a:xfrm>
            <a:off x="11167580" y="1844063"/>
            <a:ext cx="167716" cy="161925"/>
          </a:xfrm>
          <a:custGeom>
            <a:avLst/>
            <a:gdLst>
              <a:gd name="connsiteX0" fmla="*/ 26708 w 167716"/>
              <a:gd name="connsiteY0" fmla="*/ 57150 h 161925"/>
              <a:gd name="connsiteX1" fmla="*/ 41102 w 167716"/>
              <a:gd name="connsiteY1" fmla="*/ 14111 h 161925"/>
              <a:gd name="connsiteX2" fmla="*/ 83858 w 167716"/>
              <a:gd name="connsiteY2" fmla="*/ 0 h 161925"/>
              <a:gd name="connsiteX3" fmla="*/ 126613 w 167716"/>
              <a:gd name="connsiteY3" fmla="*/ 14111 h 161925"/>
              <a:gd name="connsiteX4" fmla="*/ 141008 w 167716"/>
              <a:gd name="connsiteY4" fmla="*/ 57150 h 161925"/>
              <a:gd name="connsiteX5" fmla="*/ 147562 w 167716"/>
              <a:gd name="connsiteY5" fmla="*/ 57150 h 161925"/>
              <a:gd name="connsiteX6" fmla="*/ 165776 w 167716"/>
              <a:gd name="connsiteY6" fmla="*/ 60443 h 161925"/>
              <a:gd name="connsiteX7" fmla="*/ 166414 w 167716"/>
              <a:gd name="connsiteY7" fmla="*/ 78942 h 161925"/>
              <a:gd name="connsiteX8" fmla="*/ 163831 w 167716"/>
              <a:gd name="connsiteY8" fmla="*/ 96693 h 161925"/>
              <a:gd name="connsiteX9" fmla="*/ 146310 w 167716"/>
              <a:gd name="connsiteY9" fmla="*/ 152639 h 161925"/>
              <a:gd name="connsiteX10" fmla="*/ 88425 w 167716"/>
              <a:gd name="connsiteY10" fmla="*/ 161925 h 161925"/>
              <a:gd name="connsiteX11" fmla="*/ 79291 w 167716"/>
              <a:gd name="connsiteY11" fmla="*/ 161925 h 161925"/>
              <a:gd name="connsiteX12" fmla="*/ 21406 w 167716"/>
              <a:gd name="connsiteY12" fmla="*/ 152639 h 161925"/>
              <a:gd name="connsiteX13" fmla="*/ 3885 w 167716"/>
              <a:gd name="connsiteY13" fmla="*/ 96693 h 161925"/>
              <a:gd name="connsiteX14" fmla="*/ 1303 w 167716"/>
              <a:gd name="connsiteY14" fmla="*/ 78942 h 161925"/>
              <a:gd name="connsiteX15" fmla="*/ 1940 w 167716"/>
              <a:gd name="connsiteY15" fmla="*/ 60443 h 161925"/>
              <a:gd name="connsiteX16" fmla="*/ 20154 w 167716"/>
              <a:gd name="connsiteY16" fmla="*/ 57150 h 161925"/>
              <a:gd name="connsiteX17" fmla="*/ 26708 w 167716"/>
              <a:gd name="connsiteY17" fmla="*/ 57150 h 161925"/>
              <a:gd name="connsiteX18" fmla="*/ 45758 w 167716"/>
              <a:gd name="connsiteY18" fmla="*/ 57150 h 161925"/>
              <a:gd name="connsiteX19" fmla="*/ 121958 w 167716"/>
              <a:gd name="connsiteY19" fmla="*/ 57150 h 161925"/>
              <a:gd name="connsiteX20" fmla="*/ 113206 w 167716"/>
              <a:gd name="connsiteY20" fmla="*/ 27645 h 161925"/>
              <a:gd name="connsiteX21" fmla="*/ 83858 w 167716"/>
              <a:gd name="connsiteY21" fmla="*/ 19050 h 161925"/>
              <a:gd name="connsiteX22" fmla="*/ 54509 w 167716"/>
              <a:gd name="connsiteY22" fmla="*/ 27645 h 161925"/>
              <a:gd name="connsiteX23" fmla="*/ 45758 w 167716"/>
              <a:gd name="connsiteY23" fmla="*/ 5715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7716" h="161925">
                <a:moveTo>
                  <a:pt x="26708" y="57150"/>
                </a:moveTo>
                <a:cubicBezTo>
                  <a:pt x="26708" y="39319"/>
                  <a:pt x="30708" y="24408"/>
                  <a:pt x="41102" y="14111"/>
                </a:cubicBezTo>
                <a:cubicBezTo>
                  <a:pt x="51479" y="3832"/>
                  <a:pt x="66366" y="0"/>
                  <a:pt x="83858" y="0"/>
                </a:cubicBezTo>
                <a:cubicBezTo>
                  <a:pt x="101349" y="0"/>
                  <a:pt x="116236" y="3832"/>
                  <a:pt x="126613" y="14111"/>
                </a:cubicBezTo>
                <a:cubicBezTo>
                  <a:pt x="137007" y="24408"/>
                  <a:pt x="141008" y="39319"/>
                  <a:pt x="141008" y="57150"/>
                </a:cubicBezTo>
                <a:lnTo>
                  <a:pt x="147562" y="57150"/>
                </a:lnTo>
                <a:cubicBezTo>
                  <a:pt x="157805" y="57150"/>
                  <a:pt x="162927" y="57150"/>
                  <a:pt x="165776" y="60443"/>
                </a:cubicBezTo>
                <a:cubicBezTo>
                  <a:pt x="168625" y="63737"/>
                  <a:pt x="167888" y="68805"/>
                  <a:pt x="166414" y="78942"/>
                </a:cubicBezTo>
                <a:lnTo>
                  <a:pt x="163831" y="96693"/>
                </a:lnTo>
                <a:cubicBezTo>
                  <a:pt x="159307" y="127801"/>
                  <a:pt x="157044" y="143354"/>
                  <a:pt x="146310" y="152639"/>
                </a:cubicBezTo>
                <a:cubicBezTo>
                  <a:pt x="135577" y="161925"/>
                  <a:pt x="119859" y="161925"/>
                  <a:pt x="88425" y="161925"/>
                </a:cubicBezTo>
                <a:lnTo>
                  <a:pt x="79291" y="161925"/>
                </a:lnTo>
                <a:cubicBezTo>
                  <a:pt x="47857" y="161925"/>
                  <a:pt x="32139" y="161925"/>
                  <a:pt x="21406" y="152639"/>
                </a:cubicBezTo>
                <a:cubicBezTo>
                  <a:pt x="10672" y="143354"/>
                  <a:pt x="8410" y="127801"/>
                  <a:pt x="3885" y="96693"/>
                </a:cubicBezTo>
                <a:lnTo>
                  <a:pt x="1303" y="78942"/>
                </a:lnTo>
                <a:cubicBezTo>
                  <a:pt x="-172" y="68805"/>
                  <a:pt x="-909" y="63737"/>
                  <a:pt x="1940" y="60443"/>
                </a:cubicBezTo>
                <a:cubicBezTo>
                  <a:pt x="4789" y="57150"/>
                  <a:pt x="9911" y="57150"/>
                  <a:pt x="20154" y="57150"/>
                </a:cubicBezTo>
                <a:lnTo>
                  <a:pt x="26708" y="57150"/>
                </a:lnTo>
                <a:close/>
                <a:moveTo>
                  <a:pt x="45758" y="57150"/>
                </a:moveTo>
                <a:lnTo>
                  <a:pt x="121958" y="57150"/>
                </a:lnTo>
                <a:cubicBezTo>
                  <a:pt x="121958" y="41756"/>
                  <a:pt x="118465" y="32854"/>
                  <a:pt x="113206" y="27645"/>
                </a:cubicBezTo>
                <a:cubicBezTo>
                  <a:pt x="107930" y="22418"/>
                  <a:pt x="99004" y="19050"/>
                  <a:pt x="83858" y="19050"/>
                </a:cubicBezTo>
                <a:cubicBezTo>
                  <a:pt x="68711" y="19050"/>
                  <a:pt x="59786" y="22418"/>
                  <a:pt x="54509" y="27645"/>
                </a:cubicBezTo>
                <a:cubicBezTo>
                  <a:pt x="49251" y="32854"/>
                  <a:pt x="45758" y="41756"/>
                  <a:pt x="45758" y="57150"/>
                </a:cubicBezTo>
                <a:close/>
              </a:path>
            </a:pathLst>
          </a:custGeom>
          <a:solidFill>
            <a:srgbClr val="000000"/>
          </a:solidFill>
          <a:ln w="9525" cap="flat">
            <a:noFill/>
            <a:prstDash val="solid"/>
            <a:miter/>
          </a:ln>
        </p:spPr>
        <p:txBody>
          <a:bodyPr rtlCol="0" anchor="ctr"/>
          <a:lstStyle/>
          <a:p>
            <a:endParaRPr lang="ru-RU"/>
          </a:p>
        </p:txBody>
      </p:sp>
      <p:sp>
        <p:nvSpPr>
          <p:cNvPr id="584" name="Рисунок 361">
            <a:extLst>
              <a:ext uri="{FF2B5EF4-FFF2-40B4-BE49-F238E27FC236}">
                <a16:creationId xmlns:a16="http://schemas.microsoft.com/office/drawing/2014/main" id="{2E2C15C2-98D7-5538-F918-2295D4667A1A}"/>
              </a:ext>
            </a:extLst>
          </p:cNvPr>
          <p:cNvSpPr/>
          <p:nvPr/>
        </p:nvSpPr>
        <p:spPr>
          <a:xfrm>
            <a:off x="11165713" y="2382543"/>
            <a:ext cx="161925" cy="152400"/>
          </a:xfrm>
          <a:custGeom>
            <a:avLst/>
            <a:gdLst>
              <a:gd name="connsiteX0" fmla="*/ 161925 w 161925"/>
              <a:gd name="connsiteY0" fmla="*/ 76200 h 152400"/>
              <a:gd name="connsiteX1" fmla="*/ 95250 w 161925"/>
              <a:gd name="connsiteY1" fmla="*/ 152400 h 152400"/>
              <a:gd name="connsiteX2" fmla="*/ 61913 w 161925"/>
              <a:gd name="connsiteY2" fmla="*/ 147638 h 152400"/>
              <a:gd name="connsiteX3" fmla="*/ 0 w 161925"/>
              <a:gd name="connsiteY3" fmla="*/ 76200 h 152400"/>
              <a:gd name="connsiteX4" fmla="*/ 61913 w 161925"/>
              <a:gd name="connsiteY4" fmla="*/ 4763 h 152400"/>
              <a:gd name="connsiteX5" fmla="*/ 95250 w 161925"/>
              <a:gd name="connsiteY5" fmla="*/ 0 h 152400"/>
              <a:gd name="connsiteX6" fmla="*/ 161925 w 161925"/>
              <a:gd name="connsiteY6" fmla="*/ 76200 h 152400"/>
              <a:gd name="connsiteX7" fmla="*/ 82935 w 161925"/>
              <a:gd name="connsiteY7" fmla="*/ 50415 h 152400"/>
              <a:gd name="connsiteX8" fmla="*/ 69465 w 161925"/>
              <a:gd name="connsiteY8" fmla="*/ 50415 h 152400"/>
              <a:gd name="connsiteX9" fmla="*/ 69465 w 161925"/>
              <a:gd name="connsiteY9" fmla="*/ 63885 h 152400"/>
              <a:gd name="connsiteX10" fmla="*/ 81780 w 161925"/>
              <a:gd name="connsiteY10" fmla="*/ 76200 h 152400"/>
              <a:gd name="connsiteX11" fmla="*/ 69465 w 161925"/>
              <a:gd name="connsiteY11" fmla="*/ 88515 h 152400"/>
              <a:gd name="connsiteX12" fmla="*/ 69465 w 161925"/>
              <a:gd name="connsiteY12" fmla="*/ 101985 h 152400"/>
              <a:gd name="connsiteX13" fmla="*/ 82935 w 161925"/>
              <a:gd name="connsiteY13" fmla="*/ 101985 h 152400"/>
              <a:gd name="connsiteX14" fmla="*/ 95250 w 161925"/>
              <a:gd name="connsiteY14" fmla="*/ 89670 h 152400"/>
              <a:gd name="connsiteX15" fmla="*/ 107565 w 161925"/>
              <a:gd name="connsiteY15" fmla="*/ 101985 h 152400"/>
              <a:gd name="connsiteX16" fmla="*/ 121035 w 161925"/>
              <a:gd name="connsiteY16" fmla="*/ 101985 h 152400"/>
              <a:gd name="connsiteX17" fmla="*/ 121035 w 161925"/>
              <a:gd name="connsiteY17" fmla="*/ 88515 h 152400"/>
              <a:gd name="connsiteX18" fmla="*/ 108720 w 161925"/>
              <a:gd name="connsiteY18" fmla="*/ 76200 h 152400"/>
              <a:gd name="connsiteX19" fmla="*/ 121035 w 161925"/>
              <a:gd name="connsiteY19" fmla="*/ 63885 h 152400"/>
              <a:gd name="connsiteX20" fmla="*/ 121035 w 161925"/>
              <a:gd name="connsiteY20" fmla="*/ 50415 h 152400"/>
              <a:gd name="connsiteX21" fmla="*/ 107565 w 161925"/>
              <a:gd name="connsiteY21" fmla="*/ 50415 h 152400"/>
              <a:gd name="connsiteX22" fmla="*/ 95250 w 161925"/>
              <a:gd name="connsiteY22" fmla="*/ 62730 h 152400"/>
              <a:gd name="connsiteX23" fmla="*/ 82935 w 161925"/>
              <a:gd name="connsiteY23" fmla="*/ 5041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925" h="152400">
                <a:moveTo>
                  <a:pt x="161925" y="76200"/>
                </a:moveTo>
                <a:cubicBezTo>
                  <a:pt x="161925" y="137160"/>
                  <a:pt x="149225" y="152400"/>
                  <a:pt x="95250" y="152400"/>
                </a:cubicBezTo>
                <a:cubicBezTo>
                  <a:pt x="82902" y="152400"/>
                  <a:pt x="71438" y="152400"/>
                  <a:pt x="61913" y="147638"/>
                </a:cubicBezTo>
                <a:cubicBezTo>
                  <a:pt x="23813" y="128588"/>
                  <a:pt x="0" y="85857"/>
                  <a:pt x="0" y="76200"/>
                </a:cubicBezTo>
                <a:cubicBezTo>
                  <a:pt x="0" y="66543"/>
                  <a:pt x="23813" y="23812"/>
                  <a:pt x="61913" y="4763"/>
                </a:cubicBezTo>
                <a:cubicBezTo>
                  <a:pt x="71438" y="0"/>
                  <a:pt x="82902" y="0"/>
                  <a:pt x="95250" y="0"/>
                </a:cubicBezTo>
                <a:cubicBezTo>
                  <a:pt x="149225" y="0"/>
                  <a:pt x="161925" y="15240"/>
                  <a:pt x="161925" y="76200"/>
                </a:cubicBezTo>
                <a:close/>
                <a:moveTo>
                  <a:pt x="82935" y="50415"/>
                </a:moveTo>
                <a:cubicBezTo>
                  <a:pt x="79216" y="46695"/>
                  <a:pt x="73184" y="46695"/>
                  <a:pt x="69465" y="50415"/>
                </a:cubicBezTo>
                <a:cubicBezTo>
                  <a:pt x="65745" y="54135"/>
                  <a:pt x="65745" y="60166"/>
                  <a:pt x="69465" y="63885"/>
                </a:cubicBezTo>
                <a:lnTo>
                  <a:pt x="81780" y="76200"/>
                </a:lnTo>
                <a:lnTo>
                  <a:pt x="69465" y="88515"/>
                </a:lnTo>
                <a:cubicBezTo>
                  <a:pt x="65745" y="92234"/>
                  <a:pt x="65745" y="98266"/>
                  <a:pt x="69465" y="101985"/>
                </a:cubicBezTo>
                <a:cubicBezTo>
                  <a:pt x="73184" y="105705"/>
                  <a:pt x="79216" y="105705"/>
                  <a:pt x="82935" y="101985"/>
                </a:cubicBezTo>
                <a:lnTo>
                  <a:pt x="95250" y="89670"/>
                </a:lnTo>
                <a:lnTo>
                  <a:pt x="107565" y="101985"/>
                </a:lnTo>
                <a:cubicBezTo>
                  <a:pt x="111284" y="105705"/>
                  <a:pt x="117316" y="105705"/>
                  <a:pt x="121035" y="101985"/>
                </a:cubicBezTo>
                <a:cubicBezTo>
                  <a:pt x="124755" y="98266"/>
                  <a:pt x="124755" y="92234"/>
                  <a:pt x="121035" y="88515"/>
                </a:cubicBezTo>
                <a:lnTo>
                  <a:pt x="108720" y="76200"/>
                </a:lnTo>
                <a:lnTo>
                  <a:pt x="121035" y="63885"/>
                </a:lnTo>
                <a:cubicBezTo>
                  <a:pt x="124755" y="60166"/>
                  <a:pt x="124755" y="54135"/>
                  <a:pt x="121035" y="50415"/>
                </a:cubicBezTo>
                <a:cubicBezTo>
                  <a:pt x="117316" y="46695"/>
                  <a:pt x="111284" y="46695"/>
                  <a:pt x="107565" y="50415"/>
                </a:cubicBezTo>
                <a:lnTo>
                  <a:pt x="95250" y="62730"/>
                </a:lnTo>
                <a:lnTo>
                  <a:pt x="82935" y="50415"/>
                </a:lnTo>
                <a:close/>
              </a:path>
            </a:pathLst>
          </a:custGeom>
          <a:solidFill>
            <a:srgbClr val="000000"/>
          </a:solidFill>
          <a:ln w="9525" cap="flat">
            <a:noFill/>
            <a:prstDash val="solid"/>
            <a:miter/>
          </a:ln>
        </p:spPr>
        <p:txBody>
          <a:bodyPr rtlCol="0" anchor="ctr"/>
          <a:lstStyle/>
          <a:p>
            <a:endParaRPr lang="ru-RU"/>
          </a:p>
        </p:txBody>
      </p:sp>
      <p:sp>
        <p:nvSpPr>
          <p:cNvPr id="744" name="Полилиния: фигура 743">
            <a:extLst>
              <a:ext uri="{FF2B5EF4-FFF2-40B4-BE49-F238E27FC236}">
                <a16:creationId xmlns:a16="http://schemas.microsoft.com/office/drawing/2014/main" id="{7AFCC0D4-7566-B024-DC4E-1A85A7B324AC}"/>
              </a:ext>
            </a:extLst>
          </p:cNvPr>
          <p:cNvSpPr/>
          <p:nvPr/>
        </p:nvSpPr>
        <p:spPr>
          <a:xfrm>
            <a:off x="11165713" y="2891527"/>
            <a:ext cx="171450" cy="152400"/>
          </a:xfrm>
          <a:custGeom>
            <a:avLst/>
            <a:gdLst>
              <a:gd name="connsiteX0" fmla="*/ 21840 w 171450"/>
              <a:gd name="connsiteY0" fmla="*/ 2790 h 152400"/>
              <a:gd name="connsiteX1" fmla="*/ 35310 w 171450"/>
              <a:gd name="connsiteY1" fmla="*/ 2790 h 152400"/>
              <a:gd name="connsiteX2" fmla="*/ 168660 w 171450"/>
              <a:gd name="connsiteY2" fmla="*/ 136140 h 152400"/>
              <a:gd name="connsiteX3" fmla="*/ 168660 w 171450"/>
              <a:gd name="connsiteY3" fmla="*/ 149610 h 152400"/>
              <a:gd name="connsiteX4" fmla="*/ 155190 w 171450"/>
              <a:gd name="connsiteY4" fmla="*/ 149610 h 152400"/>
              <a:gd name="connsiteX5" fmla="*/ 138930 w 171450"/>
              <a:gd name="connsiteY5" fmla="*/ 133350 h 152400"/>
              <a:gd name="connsiteX6" fmla="*/ 38100 w 171450"/>
              <a:gd name="connsiteY6" fmla="*/ 133350 h 152400"/>
              <a:gd name="connsiteX7" fmla="*/ 4598 w 171450"/>
              <a:gd name="connsiteY7" fmla="*/ 113410 h 152400"/>
              <a:gd name="connsiteX8" fmla="*/ 0 w 171450"/>
              <a:gd name="connsiteY8" fmla="*/ 95250 h 152400"/>
              <a:gd name="connsiteX9" fmla="*/ 28677 w 171450"/>
              <a:gd name="connsiteY9" fmla="*/ 58324 h 152400"/>
              <a:gd name="connsiteX10" fmla="*/ 38100 w 171450"/>
              <a:gd name="connsiteY10" fmla="*/ 57150 h 152400"/>
              <a:gd name="connsiteX11" fmla="*/ 57150 w 171450"/>
              <a:gd name="connsiteY11" fmla="*/ 62247 h 152400"/>
              <a:gd name="connsiteX12" fmla="*/ 60500 w 171450"/>
              <a:gd name="connsiteY12" fmla="*/ 64416 h 152400"/>
              <a:gd name="connsiteX13" fmla="*/ 68409 w 171450"/>
              <a:gd name="connsiteY13" fmla="*/ 64941 h 152400"/>
              <a:gd name="connsiteX14" fmla="*/ 66680 w 171450"/>
              <a:gd name="connsiteY14" fmla="*/ 57150 h 152400"/>
              <a:gd name="connsiteX15" fmla="*/ 38100 w 171450"/>
              <a:gd name="connsiteY15" fmla="*/ 47625 h 152400"/>
              <a:gd name="connsiteX16" fmla="*/ 33338 w 171450"/>
              <a:gd name="connsiteY16" fmla="*/ 38058 h 152400"/>
              <a:gd name="connsiteX17" fmla="*/ 36740 w 171450"/>
              <a:gd name="connsiteY17" fmla="*/ 31161 h 152400"/>
              <a:gd name="connsiteX18" fmla="*/ 21840 w 171450"/>
              <a:gd name="connsiteY18" fmla="*/ 16260 h 152400"/>
              <a:gd name="connsiteX19" fmla="*/ 21840 w 171450"/>
              <a:gd name="connsiteY19" fmla="*/ 2790 h 152400"/>
              <a:gd name="connsiteX20" fmla="*/ 90487 w 171450"/>
              <a:gd name="connsiteY20" fmla="*/ 0 h 152400"/>
              <a:gd name="connsiteX21" fmla="*/ 152400 w 171450"/>
              <a:gd name="connsiteY21" fmla="*/ 61913 h 152400"/>
              <a:gd name="connsiteX22" fmla="*/ 150491 w 171450"/>
              <a:gd name="connsiteY22" fmla="*/ 77226 h 152400"/>
              <a:gd name="connsiteX23" fmla="*/ 171450 w 171450"/>
              <a:gd name="connsiteY23" fmla="*/ 104775 h 152400"/>
              <a:gd name="connsiteX24" fmla="*/ 160251 w 171450"/>
              <a:gd name="connsiteY24" fmla="*/ 114300 h 152400"/>
              <a:gd name="connsiteX25" fmla="*/ 65001 w 171450"/>
              <a:gd name="connsiteY25" fmla="*/ 19050 h 152400"/>
              <a:gd name="connsiteX26" fmla="*/ 66679 w 171450"/>
              <a:gd name="connsiteY26" fmla="*/ 4743 h 152400"/>
              <a:gd name="connsiteX27" fmla="*/ 90487 w 171450"/>
              <a:gd name="connsiteY27"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0" h="152400">
                <a:moveTo>
                  <a:pt x="21840" y="2790"/>
                </a:moveTo>
                <a:cubicBezTo>
                  <a:pt x="25560" y="-930"/>
                  <a:pt x="31590" y="-930"/>
                  <a:pt x="35310" y="2790"/>
                </a:cubicBezTo>
                <a:lnTo>
                  <a:pt x="168660" y="136140"/>
                </a:lnTo>
                <a:cubicBezTo>
                  <a:pt x="172380" y="139859"/>
                  <a:pt x="172380" y="145891"/>
                  <a:pt x="168660" y="149610"/>
                </a:cubicBezTo>
                <a:cubicBezTo>
                  <a:pt x="164941" y="153330"/>
                  <a:pt x="158909" y="153330"/>
                  <a:pt x="155190" y="149610"/>
                </a:cubicBezTo>
                <a:lnTo>
                  <a:pt x="138930" y="133350"/>
                </a:lnTo>
                <a:lnTo>
                  <a:pt x="38100" y="133350"/>
                </a:lnTo>
                <a:cubicBezTo>
                  <a:pt x="23634" y="133350"/>
                  <a:pt x="11050" y="125287"/>
                  <a:pt x="4598" y="113410"/>
                </a:cubicBezTo>
                <a:cubicBezTo>
                  <a:pt x="1666" y="108013"/>
                  <a:pt x="0" y="101826"/>
                  <a:pt x="0" y="95250"/>
                </a:cubicBezTo>
                <a:cubicBezTo>
                  <a:pt x="0" y="77460"/>
                  <a:pt x="12193" y="62518"/>
                  <a:pt x="28677" y="58324"/>
                </a:cubicBezTo>
                <a:cubicBezTo>
                  <a:pt x="31691" y="57558"/>
                  <a:pt x="34848" y="57150"/>
                  <a:pt x="38100" y="57150"/>
                </a:cubicBezTo>
                <a:cubicBezTo>
                  <a:pt x="45040" y="57150"/>
                  <a:pt x="51546" y="59005"/>
                  <a:pt x="57150" y="62247"/>
                </a:cubicBezTo>
                <a:cubicBezTo>
                  <a:pt x="58437" y="62992"/>
                  <a:pt x="59531" y="63746"/>
                  <a:pt x="60500" y="64416"/>
                </a:cubicBezTo>
                <a:cubicBezTo>
                  <a:pt x="63649" y="66589"/>
                  <a:pt x="65490" y="67860"/>
                  <a:pt x="68409" y="64941"/>
                </a:cubicBezTo>
                <a:cubicBezTo>
                  <a:pt x="69912" y="63438"/>
                  <a:pt x="71109" y="60478"/>
                  <a:pt x="66680" y="57150"/>
                </a:cubicBezTo>
                <a:cubicBezTo>
                  <a:pt x="58719" y="51169"/>
                  <a:pt x="48823" y="47625"/>
                  <a:pt x="38100" y="47625"/>
                </a:cubicBezTo>
                <a:cubicBezTo>
                  <a:pt x="33338" y="47625"/>
                  <a:pt x="30912" y="43861"/>
                  <a:pt x="33338" y="38058"/>
                </a:cubicBezTo>
                <a:cubicBezTo>
                  <a:pt x="34331" y="35680"/>
                  <a:pt x="35469" y="33377"/>
                  <a:pt x="36740" y="31161"/>
                </a:cubicBezTo>
                <a:lnTo>
                  <a:pt x="21840" y="16260"/>
                </a:lnTo>
                <a:cubicBezTo>
                  <a:pt x="18120" y="12540"/>
                  <a:pt x="18120" y="6510"/>
                  <a:pt x="21840" y="2790"/>
                </a:cubicBezTo>
                <a:close/>
                <a:moveTo>
                  <a:pt x="90487" y="0"/>
                </a:moveTo>
                <a:cubicBezTo>
                  <a:pt x="124681" y="0"/>
                  <a:pt x="152400" y="27719"/>
                  <a:pt x="152400" y="61913"/>
                </a:cubicBezTo>
                <a:cubicBezTo>
                  <a:pt x="152400" y="67198"/>
                  <a:pt x="151738" y="72329"/>
                  <a:pt x="150491" y="77226"/>
                </a:cubicBezTo>
                <a:cubicBezTo>
                  <a:pt x="162575" y="80560"/>
                  <a:pt x="171450" y="91631"/>
                  <a:pt x="171450" y="104775"/>
                </a:cubicBezTo>
                <a:cubicBezTo>
                  <a:pt x="171450" y="117919"/>
                  <a:pt x="164362" y="118411"/>
                  <a:pt x="160251" y="114300"/>
                </a:cubicBezTo>
                <a:cubicBezTo>
                  <a:pt x="156140" y="110189"/>
                  <a:pt x="69764" y="23813"/>
                  <a:pt x="65001" y="19050"/>
                </a:cubicBezTo>
                <a:cubicBezTo>
                  <a:pt x="60239" y="14288"/>
                  <a:pt x="59350" y="7799"/>
                  <a:pt x="66679" y="4743"/>
                </a:cubicBezTo>
                <a:cubicBezTo>
                  <a:pt x="74008" y="1687"/>
                  <a:pt x="82051" y="0"/>
                  <a:pt x="90487" y="0"/>
                </a:cubicBezTo>
                <a:close/>
              </a:path>
            </a:pathLst>
          </a:custGeom>
          <a:solidFill>
            <a:srgbClr val="000000"/>
          </a:solidFill>
          <a:ln w="9525" cap="flat">
            <a:noFill/>
            <a:prstDash val="solid"/>
            <a:miter/>
          </a:ln>
        </p:spPr>
        <p:txBody>
          <a:bodyPr rtlCol="0" anchor="ctr"/>
          <a:lstStyle/>
          <a:p>
            <a:endParaRPr lang="ru-RU"/>
          </a:p>
        </p:txBody>
      </p:sp>
      <p:sp>
        <p:nvSpPr>
          <p:cNvPr id="743" name="Полилиния: фигура 742">
            <a:extLst>
              <a:ext uri="{FF2B5EF4-FFF2-40B4-BE49-F238E27FC236}">
                <a16:creationId xmlns:a16="http://schemas.microsoft.com/office/drawing/2014/main" id="{E278BFCC-225C-1E0A-3CC1-7F4A60ABC1C7}"/>
              </a:ext>
            </a:extLst>
          </p:cNvPr>
          <p:cNvSpPr/>
          <p:nvPr/>
        </p:nvSpPr>
        <p:spPr>
          <a:xfrm>
            <a:off x="11175238" y="3401125"/>
            <a:ext cx="152400" cy="152400"/>
          </a:xfrm>
          <a:custGeom>
            <a:avLst/>
            <a:gdLst>
              <a:gd name="connsiteX0" fmla="*/ 85725 w 152400"/>
              <a:gd name="connsiteY0" fmla="*/ 133350 h 152400"/>
              <a:gd name="connsiteX1" fmla="*/ 123825 w 152400"/>
              <a:gd name="connsiteY1" fmla="*/ 133350 h 152400"/>
              <a:gd name="connsiteX2" fmla="*/ 133350 w 152400"/>
              <a:gd name="connsiteY2" fmla="*/ 142875 h 152400"/>
              <a:gd name="connsiteX3" fmla="*/ 123825 w 152400"/>
              <a:gd name="connsiteY3" fmla="*/ 152400 h 152400"/>
              <a:gd name="connsiteX4" fmla="*/ 85725 w 152400"/>
              <a:gd name="connsiteY4" fmla="*/ 152400 h 152400"/>
              <a:gd name="connsiteX5" fmla="*/ 76200 w 152400"/>
              <a:gd name="connsiteY5" fmla="*/ 142875 h 152400"/>
              <a:gd name="connsiteX6" fmla="*/ 85725 w 152400"/>
              <a:gd name="connsiteY6" fmla="*/ 133350 h 152400"/>
              <a:gd name="connsiteX7" fmla="*/ 57150 w 152400"/>
              <a:gd name="connsiteY7" fmla="*/ 133350 h 152400"/>
              <a:gd name="connsiteX8" fmla="*/ 66675 w 152400"/>
              <a:gd name="connsiteY8" fmla="*/ 142875 h 152400"/>
              <a:gd name="connsiteX9" fmla="*/ 57150 w 152400"/>
              <a:gd name="connsiteY9" fmla="*/ 152400 h 152400"/>
              <a:gd name="connsiteX10" fmla="*/ 47625 w 152400"/>
              <a:gd name="connsiteY10" fmla="*/ 142875 h 152400"/>
              <a:gd name="connsiteX11" fmla="*/ 57150 w 152400"/>
              <a:gd name="connsiteY11" fmla="*/ 133350 h 152400"/>
              <a:gd name="connsiteX12" fmla="*/ 85725 w 152400"/>
              <a:gd name="connsiteY12" fmla="*/ 95250 h 152400"/>
              <a:gd name="connsiteX13" fmla="*/ 104775 w 152400"/>
              <a:gd name="connsiteY13" fmla="*/ 95250 h 152400"/>
              <a:gd name="connsiteX14" fmla="*/ 114300 w 152400"/>
              <a:gd name="connsiteY14" fmla="*/ 104775 h 152400"/>
              <a:gd name="connsiteX15" fmla="*/ 104775 w 152400"/>
              <a:gd name="connsiteY15" fmla="*/ 114300 h 152400"/>
              <a:gd name="connsiteX16" fmla="*/ 85725 w 152400"/>
              <a:gd name="connsiteY16" fmla="*/ 114300 h 152400"/>
              <a:gd name="connsiteX17" fmla="*/ 76200 w 152400"/>
              <a:gd name="connsiteY17" fmla="*/ 104775 h 152400"/>
              <a:gd name="connsiteX18" fmla="*/ 85725 w 152400"/>
              <a:gd name="connsiteY18" fmla="*/ 95250 h 152400"/>
              <a:gd name="connsiteX19" fmla="*/ 57150 w 152400"/>
              <a:gd name="connsiteY19" fmla="*/ 95250 h 152400"/>
              <a:gd name="connsiteX20" fmla="*/ 66675 w 152400"/>
              <a:gd name="connsiteY20" fmla="*/ 104775 h 152400"/>
              <a:gd name="connsiteX21" fmla="*/ 57150 w 152400"/>
              <a:gd name="connsiteY21" fmla="*/ 114300 h 152400"/>
              <a:gd name="connsiteX22" fmla="*/ 47625 w 152400"/>
              <a:gd name="connsiteY22" fmla="*/ 104775 h 152400"/>
              <a:gd name="connsiteX23" fmla="*/ 57150 w 152400"/>
              <a:gd name="connsiteY23" fmla="*/ 95250 h 152400"/>
              <a:gd name="connsiteX24" fmla="*/ 85725 w 152400"/>
              <a:gd name="connsiteY24" fmla="*/ 57150 h 152400"/>
              <a:gd name="connsiteX25" fmla="*/ 123825 w 152400"/>
              <a:gd name="connsiteY25" fmla="*/ 57150 h 152400"/>
              <a:gd name="connsiteX26" fmla="*/ 133350 w 152400"/>
              <a:gd name="connsiteY26" fmla="*/ 66675 h 152400"/>
              <a:gd name="connsiteX27" fmla="*/ 123825 w 152400"/>
              <a:gd name="connsiteY27" fmla="*/ 76200 h 152400"/>
              <a:gd name="connsiteX28" fmla="*/ 85725 w 152400"/>
              <a:gd name="connsiteY28" fmla="*/ 76200 h 152400"/>
              <a:gd name="connsiteX29" fmla="*/ 76200 w 152400"/>
              <a:gd name="connsiteY29" fmla="*/ 66675 h 152400"/>
              <a:gd name="connsiteX30" fmla="*/ 85725 w 152400"/>
              <a:gd name="connsiteY30" fmla="*/ 57150 h 152400"/>
              <a:gd name="connsiteX31" fmla="*/ 57150 w 152400"/>
              <a:gd name="connsiteY31" fmla="*/ 57150 h 152400"/>
              <a:gd name="connsiteX32" fmla="*/ 66675 w 152400"/>
              <a:gd name="connsiteY32" fmla="*/ 66675 h 152400"/>
              <a:gd name="connsiteX33" fmla="*/ 57150 w 152400"/>
              <a:gd name="connsiteY33" fmla="*/ 76200 h 152400"/>
              <a:gd name="connsiteX34" fmla="*/ 47625 w 152400"/>
              <a:gd name="connsiteY34" fmla="*/ 66675 h 152400"/>
              <a:gd name="connsiteX35" fmla="*/ 57150 w 152400"/>
              <a:gd name="connsiteY35" fmla="*/ 57150 h 152400"/>
              <a:gd name="connsiteX36" fmla="*/ 25400 w 152400"/>
              <a:gd name="connsiteY36" fmla="*/ 0 h 152400"/>
              <a:gd name="connsiteX37" fmla="*/ 127000 w 152400"/>
              <a:gd name="connsiteY37" fmla="*/ 0 h 152400"/>
              <a:gd name="connsiteX38" fmla="*/ 152400 w 152400"/>
              <a:gd name="connsiteY38" fmla="*/ 19050 h 152400"/>
              <a:gd name="connsiteX39" fmla="*/ 127000 w 152400"/>
              <a:gd name="connsiteY39" fmla="*/ 38100 h 152400"/>
              <a:gd name="connsiteX40" fmla="*/ 38100 w 152400"/>
              <a:gd name="connsiteY40" fmla="*/ 38100 h 152400"/>
              <a:gd name="connsiteX41" fmla="*/ 38100 w 152400"/>
              <a:gd name="connsiteY41" fmla="*/ 142875 h 152400"/>
              <a:gd name="connsiteX42" fmla="*/ 28575 w 152400"/>
              <a:gd name="connsiteY42" fmla="*/ 152400 h 152400"/>
              <a:gd name="connsiteX43" fmla="*/ 19050 w 152400"/>
              <a:gd name="connsiteY43" fmla="*/ 142875 h 152400"/>
              <a:gd name="connsiteX44" fmla="*/ 19050 w 152400"/>
              <a:gd name="connsiteY44" fmla="*/ 38076 h 152400"/>
              <a:gd name="connsiteX45" fmla="*/ 0 w 152400"/>
              <a:gd name="connsiteY45" fmla="*/ 19050 h 152400"/>
              <a:gd name="connsiteX46" fmla="*/ 25400 w 152400"/>
              <a:gd name="connsiteY4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52400" h="152400">
                <a:moveTo>
                  <a:pt x="85725" y="133350"/>
                </a:moveTo>
                <a:lnTo>
                  <a:pt x="123825" y="133350"/>
                </a:lnTo>
                <a:cubicBezTo>
                  <a:pt x="129086" y="133350"/>
                  <a:pt x="133350" y="137614"/>
                  <a:pt x="133350" y="142875"/>
                </a:cubicBezTo>
                <a:cubicBezTo>
                  <a:pt x="133350" y="148136"/>
                  <a:pt x="129086" y="152400"/>
                  <a:pt x="123825" y="152400"/>
                </a:cubicBezTo>
                <a:lnTo>
                  <a:pt x="85725" y="152400"/>
                </a:lnTo>
                <a:cubicBezTo>
                  <a:pt x="80464" y="152400"/>
                  <a:pt x="76200" y="148136"/>
                  <a:pt x="76200" y="142875"/>
                </a:cubicBezTo>
                <a:cubicBezTo>
                  <a:pt x="76200" y="137614"/>
                  <a:pt x="80464" y="133350"/>
                  <a:pt x="85725" y="133350"/>
                </a:cubicBezTo>
                <a:close/>
                <a:moveTo>
                  <a:pt x="57150" y="133350"/>
                </a:moveTo>
                <a:cubicBezTo>
                  <a:pt x="63060" y="133350"/>
                  <a:pt x="66675" y="136965"/>
                  <a:pt x="66675" y="142875"/>
                </a:cubicBezTo>
                <a:cubicBezTo>
                  <a:pt x="66675" y="148785"/>
                  <a:pt x="63060" y="152400"/>
                  <a:pt x="57150" y="152400"/>
                </a:cubicBezTo>
                <a:cubicBezTo>
                  <a:pt x="51240" y="152400"/>
                  <a:pt x="47625" y="148785"/>
                  <a:pt x="47625" y="142875"/>
                </a:cubicBezTo>
                <a:cubicBezTo>
                  <a:pt x="47625" y="136965"/>
                  <a:pt x="51240" y="133350"/>
                  <a:pt x="57150" y="133350"/>
                </a:cubicBezTo>
                <a:close/>
                <a:moveTo>
                  <a:pt x="85725" y="95250"/>
                </a:moveTo>
                <a:lnTo>
                  <a:pt x="104775" y="95250"/>
                </a:lnTo>
                <a:cubicBezTo>
                  <a:pt x="110036" y="95250"/>
                  <a:pt x="114300" y="99514"/>
                  <a:pt x="114300" y="104775"/>
                </a:cubicBezTo>
                <a:cubicBezTo>
                  <a:pt x="114300" y="110036"/>
                  <a:pt x="110036" y="114300"/>
                  <a:pt x="104775" y="114300"/>
                </a:cubicBezTo>
                <a:lnTo>
                  <a:pt x="85725" y="114300"/>
                </a:lnTo>
                <a:cubicBezTo>
                  <a:pt x="80464" y="114300"/>
                  <a:pt x="76200" y="110036"/>
                  <a:pt x="76200" y="104775"/>
                </a:cubicBezTo>
                <a:cubicBezTo>
                  <a:pt x="76200" y="99514"/>
                  <a:pt x="80464" y="95250"/>
                  <a:pt x="85725" y="95250"/>
                </a:cubicBezTo>
                <a:close/>
                <a:moveTo>
                  <a:pt x="57150" y="95250"/>
                </a:moveTo>
                <a:cubicBezTo>
                  <a:pt x="63060" y="95250"/>
                  <a:pt x="66675" y="98865"/>
                  <a:pt x="66675" y="104775"/>
                </a:cubicBezTo>
                <a:cubicBezTo>
                  <a:pt x="66675" y="110685"/>
                  <a:pt x="63060" y="114300"/>
                  <a:pt x="57150" y="114300"/>
                </a:cubicBezTo>
                <a:cubicBezTo>
                  <a:pt x="51240" y="114300"/>
                  <a:pt x="47625" y="110685"/>
                  <a:pt x="47625" y="104775"/>
                </a:cubicBezTo>
                <a:cubicBezTo>
                  <a:pt x="47625" y="98865"/>
                  <a:pt x="51240" y="95250"/>
                  <a:pt x="57150" y="95250"/>
                </a:cubicBezTo>
                <a:close/>
                <a:moveTo>
                  <a:pt x="85725" y="57150"/>
                </a:moveTo>
                <a:lnTo>
                  <a:pt x="123825" y="57150"/>
                </a:lnTo>
                <a:cubicBezTo>
                  <a:pt x="129086" y="57150"/>
                  <a:pt x="133350" y="61414"/>
                  <a:pt x="133350" y="66675"/>
                </a:cubicBezTo>
                <a:cubicBezTo>
                  <a:pt x="133350" y="71936"/>
                  <a:pt x="129086" y="76200"/>
                  <a:pt x="123825" y="76200"/>
                </a:cubicBezTo>
                <a:lnTo>
                  <a:pt x="85725" y="76200"/>
                </a:lnTo>
                <a:cubicBezTo>
                  <a:pt x="80464" y="76200"/>
                  <a:pt x="76200" y="71936"/>
                  <a:pt x="76200" y="66675"/>
                </a:cubicBezTo>
                <a:cubicBezTo>
                  <a:pt x="76200" y="61414"/>
                  <a:pt x="80464" y="57150"/>
                  <a:pt x="85725" y="57150"/>
                </a:cubicBezTo>
                <a:close/>
                <a:moveTo>
                  <a:pt x="57150" y="57150"/>
                </a:moveTo>
                <a:cubicBezTo>
                  <a:pt x="63060" y="57150"/>
                  <a:pt x="66675" y="60765"/>
                  <a:pt x="66675" y="66675"/>
                </a:cubicBezTo>
                <a:cubicBezTo>
                  <a:pt x="66675" y="72585"/>
                  <a:pt x="63060" y="76200"/>
                  <a:pt x="57150" y="76200"/>
                </a:cubicBezTo>
                <a:cubicBezTo>
                  <a:pt x="51240" y="76200"/>
                  <a:pt x="47625" y="72585"/>
                  <a:pt x="47625" y="66675"/>
                </a:cubicBezTo>
                <a:cubicBezTo>
                  <a:pt x="47625" y="60765"/>
                  <a:pt x="51240" y="57150"/>
                  <a:pt x="57150" y="57150"/>
                </a:cubicBezTo>
                <a:close/>
                <a:moveTo>
                  <a:pt x="25400" y="0"/>
                </a:moveTo>
                <a:lnTo>
                  <a:pt x="127000" y="0"/>
                </a:lnTo>
                <a:cubicBezTo>
                  <a:pt x="148410" y="0"/>
                  <a:pt x="152400" y="1"/>
                  <a:pt x="152400" y="19050"/>
                </a:cubicBezTo>
                <a:cubicBezTo>
                  <a:pt x="152400" y="38099"/>
                  <a:pt x="148410" y="38100"/>
                  <a:pt x="127000" y="38100"/>
                </a:cubicBezTo>
                <a:lnTo>
                  <a:pt x="38100" y="38100"/>
                </a:lnTo>
                <a:lnTo>
                  <a:pt x="38100" y="142875"/>
                </a:lnTo>
                <a:cubicBezTo>
                  <a:pt x="38100" y="148136"/>
                  <a:pt x="33835" y="152400"/>
                  <a:pt x="28575" y="152400"/>
                </a:cubicBezTo>
                <a:cubicBezTo>
                  <a:pt x="23315" y="152400"/>
                  <a:pt x="19050" y="148136"/>
                  <a:pt x="19050" y="142875"/>
                </a:cubicBezTo>
                <a:lnTo>
                  <a:pt x="19050" y="38076"/>
                </a:lnTo>
                <a:cubicBezTo>
                  <a:pt x="3174" y="37877"/>
                  <a:pt x="0" y="36041"/>
                  <a:pt x="0" y="19050"/>
                </a:cubicBezTo>
                <a:cubicBezTo>
                  <a:pt x="0" y="0"/>
                  <a:pt x="3990" y="0"/>
                  <a:pt x="25400" y="0"/>
                </a:cubicBezTo>
                <a:close/>
              </a:path>
            </a:pathLst>
          </a:custGeom>
          <a:solidFill>
            <a:srgbClr val="000000"/>
          </a:solidFill>
          <a:ln w="9525" cap="flat">
            <a:noFill/>
            <a:prstDash val="solid"/>
            <a:miter/>
          </a:ln>
        </p:spPr>
        <p:txBody>
          <a:bodyPr rtlCol="0" anchor="ctr"/>
          <a:lstStyle/>
          <a:p>
            <a:endParaRPr lang="ru-RU"/>
          </a:p>
        </p:txBody>
      </p:sp>
      <p:sp>
        <p:nvSpPr>
          <p:cNvPr id="714" name="Полилиния: фигура 713">
            <a:extLst>
              <a:ext uri="{FF2B5EF4-FFF2-40B4-BE49-F238E27FC236}">
                <a16:creationId xmlns:a16="http://schemas.microsoft.com/office/drawing/2014/main" id="{C13BB3C2-0121-5976-00A2-EF86BB0B5796}"/>
              </a:ext>
            </a:extLst>
          </p:cNvPr>
          <p:cNvSpPr/>
          <p:nvPr/>
        </p:nvSpPr>
        <p:spPr>
          <a:xfrm>
            <a:off x="7405709" y="1853588"/>
            <a:ext cx="171450" cy="161925"/>
          </a:xfrm>
          <a:custGeom>
            <a:avLst/>
            <a:gdLst>
              <a:gd name="connsiteX0" fmla="*/ 142875 w 171450"/>
              <a:gd name="connsiteY0" fmla="*/ 104775 h 161925"/>
              <a:gd name="connsiteX1" fmla="*/ 152400 w 171450"/>
              <a:gd name="connsiteY1" fmla="*/ 114300 h 161925"/>
              <a:gd name="connsiteX2" fmla="*/ 152400 w 171450"/>
              <a:gd name="connsiteY2" fmla="*/ 123825 h 161925"/>
              <a:gd name="connsiteX3" fmla="*/ 161925 w 171450"/>
              <a:gd name="connsiteY3" fmla="*/ 123825 h 161925"/>
              <a:gd name="connsiteX4" fmla="*/ 171450 w 171450"/>
              <a:gd name="connsiteY4" fmla="*/ 133350 h 161925"/>
              <a:gd name="connsiteX5" fmla="*/ 161925 w 171450"/>
              <a:gd name="connsiteY5" fmla="*/ 142875 h 161925"/>
              <a:gd name="connsiteX6" fmla="*/ 152400 w 171450"/>
              <a:gd name="connsiteY6" fmla="*/ 142875 h 161925"/>
              <a:gd name="connsiteX7" fmla="*/ 152400 w 171450"/>
              <a:gd name="connsiteY7" fmla="*/ 152400 h 161925"/>
              <a:gd name="connsiteX8" fmla="*/ 142875 w 171450"/>
              <a:gd name="connsiteY8" fmla="*/ 161925 h 161925"/>
              <a:gd name="connsiteX9" fmla="*/ 133350 w 171450"/>
              <a:gd name="connsiteY9" fmla="*/ 152400 h 161925"/>
              <a:gd name="connsiteX10" fmla="*/ 133350 w 171450"/>
              <a:gd name="connsiteY10" fmla="*/ 142875 h 161925"/>
              <a:gd name="connsiteX11" fmla="*/ 123825 w 171450"/>
              <a:gd name="connsiteY11" fmla="*/ 142875 h 161925"/>
              <a:gd name="connsiteX12" fmla="*/ 114300 w 171450"/>
              <a:gd name="connsiteY12" fmla="*/ 133350 h 161925"/>
              <a:gd name="connsiteX13" fmla="*/ 123825 w 171450"/>
              <a:gd name="connsiteY13" fmla="*/ 123825 h 161925"/>
              <a:gd name="connsiteX14" fmla="*/ 133350 w 171450"/>
              <a:gd name="connsiteY14" fmla="*/ 123825 h 161925"/>
              <a:gd name="connsiteX15" fmla="*/ 133350 w 171450"/>
              <a:gd name="connsiteY15" fmla="*/ 114300 h 161925"/>
              <a:gd name="connsiteX16" fmla="*/ 142875 w 171450"/>
              <a:gd name="connsiteY16" fmla="*/ 104775 h 161925"/>
              <a:gd name="connsiteX17" fmla="*/ 104775 w 171450"/>
              <a:gd name="connsiteY17" fmla="*/ 28575 h 161925"/>
              <a:gd name="connsiteX18" fmla="*/ 85725 w 171450"/>
              <a:gd name="connsiteY18" fmla="*/ 47625 h 161925"/>
              <a:gd name="connsiteX19" fmla="*/ 104775 w 171450"/>
              <a:gd name="connsiteY19" fmla="*/ 66675 h 161925"/>
              <a:gd name="connsiteX20" fmla="*/ 123825 w 171450"/>
              <a:gd name="connsiteY20" fmla="*/ 47625 h 161925"/>
              <a:gd name="connsiteX21" fmla="*/ 104775 w 171450"/>
              <a:gd name="connsiteY21" fmla="*/ 28575 h 161925"/>
              <a:gd name="connsiteX22" fmla="*/ 108509 w 171450"/>
              <a:gd name="connsiteY22" fmla="*/ 0 h 161925"/>
              <a:gd name="connsiteX23" fmla="*/ 146914 w 171450"/>
              <a:gd name="connsiteY23" fmla="*/ 5486 h 161925"/>
              <a:gd name="connsiteX24" fmla="*/ 152400 w 171450"/>
              <a:gd name="connsiteY24" fmla="*/ 43891 h 161925"/>
              <a:gd name="connsiteX25" fmla="*/ 132893 w 171450"/>
              <a:gd name="connsiteY25" fmla="*/ 97536 h 161925"/>
              <a:gd name="connsiteX26" fmla="*/ 103632 w 171450"/>
              <a:gd name="connsiteY26" fmla="*/ 126797 h 161925"/>
              <a:gd name="connsiteX27" fmla="*/ 25603 w 171450"/>
              <a:gd name="connsiteY27" fmla="*/ 126797 h 161925"/>
              <a:gd name="connsiteX28" fmla="*/ 25603 w 171450"/>
              <a:gd name="connsiteY28" fmla="*/ 48768 h 161925"/>
              <a:gd name="connsiteX29" fmla="*/ 54864 w 171450"/>
              <a:gd name="connsiteY29" fmla="*/ 19507 h 161925"/>
              <a:gd name="connsiteX30" fmla="*/ 108509 w 171450"/>
              <a:gd name="connsiteY30"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450" h="161925">
                <a:moveTo>
                  <a:pt x="142875" y="104775"/>
                </a:moveTo>
                <a:cubicBezTo>
                  <a:pt x="148136" y="104775"/>
                  <a:pt x="152400" y="109039"/>
                  <a:pt x="152400" y="114300"/>
                </a:cubicBezTo>
                <a:lnTo>
                  <a:pt x="152400" y="123825"/>
                </a:lnTo>
                <a:lnTo>
                  <a:pt x="161925" y="123825"/>
                </a:lnTo>
                <a:cubicBezTo>
                  <a:pt x="167186" y="123825"/>
                  <a:pt x="171450" y="128089"/>
                  <a:pt x="171450" y="133350"/>
                </a:cubicBezTo>
                <a:cubicBezTo>
                  <a:pt x="171450" y="138611"/>
                  <a:pt x="167186" y="142875"/>
                  <a:pt x="161925" y="142875"/>
                </a:cubicBezTo>
                <a:lnTo>
                  <a:pt x="152400" y="142875"/>
                </a:lnTo>
                <a:lnTo>
                  <a:pt x="152400" y="152400"/>
                </a:lnTo>
                <a:cubicBezTo>
                  <a:pt x="152400" y="157661"/>
                  <a:pt x="148136" y="161925"/>
                  <a:pt x="142875" y="161925"/>
                </a:cubicBezTo>
                <a:cubicBezTo>
                  <a:pt x="137614" y="161925"/>
                  <a:pt x="133350" y="157661"/>
                  <a:pt x="133350" y="152400"/>
                </a:cubicBezTo>
                <a:lnTo>
                  <a:pt x="133350" y="142875"/>
                </a:lnTo>
                <a:lnTo>
                  <a:pt x="123825" y="142875"/>
                </a:lnTo>
                <a:cubicBezTo>
                  <a:pt x="118564" y="142875"/>
                  <a:pt x="114300" y="138611"/>
                  <a:pt x="114300" y="133350"/>
                </a:cubicBezTo>
                <a:cubicBezTo>
                  <a:pt x="114300" y="128089"/>
                  <a:pt x="118564" y="123825"/>
                  <a:pt x="123825" y="123825"/>
                </a:cubicBezTo>
                <a:lnTo>
                  <a:pt x="133350" y="123825"/>
                </a:lnTo>
                <a:lnTo>
                  <a:pt x="133350" y="114300"/>
                </a:lnTo>
                <a:cubicBezTo>
                  <a:pt x="133350" y="109039"/>
                  <a:pt x="137614" y="104775"/>
                  <a:pt x="142875" y="104775"/>
                </a:cubicBezTo>
                <a:close/>
                <a:moveTo>
                  <a:pt x="104775" y="28575"/>
                </a:moveTo>
                <a:cubicBezTo>
                  <a:pt x="94254" y="28575"/>
                  <a:pt x="85725" y="37104"/>
                  <a:pt x="85725" y="47625"/>
                </a:cubicBezTo>
                <a:cubicBezTo>
                  <a:pt x="85725" y="58146"/>
                  <a:pt x="94254" y="66675"/>
                  <a:pt x="104775" y="66675"/>
                </a:cubicBezTo>
                <a:cubicBezTo>
                  <a:pt x="115296" y="66675"/>
                  <a:pt x="123825" y="58146"/>
                  <a:pt x="123825" y="47625"/>
                </a:cubicBezTo>
                <a:cubicBezTo>
                  <a:pt x="123825" y="37104"/>
                  <a:pt x="115296" y="28575"/>
                  <a:pt x="104775" y="28575"/>
                </a:cubicBezTo>
                <a:close/>
                <a:moveTo>
                  <a:pt x="108509" y="0"/>
                </a:moveTo>
                <a:cubicBezTo>
                  <a:pt x="130454" y="0"/>
                  <a:pt x="141427" y="0"/>
                  <a:pt x="146914" y="5486"/>
                </a:cubicBezTo>
                <a:cubicBezTo>
                  <a:pt x="152400" y="10973"/>
                  <a:pt x="152400" y="21946"/>
                  <a:pt x="152400" y="43891"/>
                </a:cubicBezTo>
                <a:cubicBezTo>
                  <a:pt x="152400" y="68275"/>
                  <a:pt x="152400" y="78029"/>
                  <a:pt x="132893" y="97536"/>
                </a:cubicBezTo>
                <a:lnTo>
                  <a:pt x="103632" y="126797"/>
                </a:lnTo>
                <a:cubicBezTo>
                  <a:pt x="69494" y="160934"/>
                  <a:pt x="59741" y="160934"/>
                  <a:pt x="25603" y="126797"/>
                </a:cubicBezTo>
                <a:cubicBezTo>
                  <a:pt x="-8535" y="92659"/>
                  <a:pt x="-8534" y="82906"/>
                  <a:pt x="25603" y="48768"/>
                </a:cubicBezTo>
                <a:lnTo>
                  <a:pt x="54864" y="19507"/>
                </a:lnTo>
                <a:cubicBezTo>
                  <a:pt x="74371" y="0"/>
                  <a:pt x="84125" y="0"/>
                  <a:pt x="108509" y="0"/>
                </a:cubicBezTo>
                <a:close/>
              </a:path>
            </a:pathLst>
          </a:custGeom>
          <a:solidFill>
            <a:srgbClr val="000000"/>
          </a:solidFill>
          <a:ln w="9525" cap="flat">
            <a:noFill/>
            <a:prstDash val="solid"/>
            <a:miter/>
          </a:ln>
        </p:spPr>
        <p:txBody>
          <a:bodyPr rtlCol="0" anchor="ctr"/>
          <a:lstStyle/>
          <a:p>
            <a:endParaRPr lang="ru-RU"/>
          </a:p>
        </p:txBody>
      </p:sp>
      <p:sp>
        <p:nvSpPr>
          <p:cNvPr id="599" name="Рисунок 343">
            <a:extLst>
              <a:ext uri="{FF2B5EF4-FFF2-40B4-BE49-F238E27FC236}">
                <a16:creationId xmlns:a16="http://schemas.microsoft.com/office/drawing/2014/main" id="{B77BA8FB-9D4D-7C68-6495-DEA836447EFC}"/>
              </a:ext>
            </a:extLst>
          </p:cNvPr>
          <p:cNvSpPr/>
          <p:nvPr/>
        </p:nvSpPr>
        <p:spPr>
          <a:xfrm>
            <a:off x="7396184" y="2373001"/>
            <a:ext cx="171450" cy="171467"/>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000000"/>
          </a:solidFill>
          <a:ln w="9525" cap="flat">
            <a:noFill/>
            <a:prstDash val="solid"/>
            <a:miter/>
          </a:ln>
        </p:spPr>
        <p:txBody>
          <a:bodyPr rtlCol="0" anchor="ctr"/>
          <a:lstStyle/>
          <a:p>
            <a:endParaRPr lang="ru-RU"/>
          </a:p>
        </p:txBody>
      </p:sp>
      <p:sp>
        <p:nvSpPr>
          <p:cNvPr id="719" name="Полилиния: фигура 718">
            <a:extLst>
              <a:ext uri="{FF2B5EF4-FFF2-40B4-BE49-F238E27FC236}">
                <a16:creationId xmlns:a16="http://schemas.microsoft.com/office/drawing/2014/main" id="{7312083C-DEAF-2603-1DCE-42CF8876FDF3}"/>
              </a:ext>
            </a:extLst>
          </p:cNvPr>
          <p:cNvSpPr/>
          <p:nvPr/>
        </p:nvSpPr>
        <p:spPr>
          <a:xfrm>
            <a:off x="7396184" y="2872477"/>
            <a:ext cx="171450" cy="171450"/>
          </a:xfrm>
          <a:custGeom>
            <a:avLst/>
            <a:gdLst>
              <a:gd name="connsiteX0" fmla="*/ 161925 w 171450"/>
              <a:gd name="connsiteY0" fmla="*/ 133350 h 171450"/>
              <a:gd name="connsiteX1" fmla="*/ 171450 w 171450"/>
              <a:gd name="connsiteY1" fmla="*/ 142875 h 171450"/>
              <a:gd name="connsiteX2" fmla="*/ 171450 w 171450"/>
              <a:gd name="connsiteY2" fmla="*/ 143394 h 171450"/>
              <a:gd name="connsiteX3" fmla="*/ 171017 w 171450"/>
              <a:gd name="connsiteY3" fmla="*/ 154596 h 171450"/>
              <a:gd name="connsiteX4" fmla="*/ 165870 w 171450"/>
              <a:gd name="connsiteY4" fmla="*/ 165870 h 171450"/>
              <a:gd name="connsiteX5" fmla="*/ 154596 w 171450"/>
              <a:gd name="connsiteY5" fmla="*/ 171017 h 171450"/>
              <a:gd name="connsiteX6" fmla="*/ 143393 w 171450"/>
              <a:gd name="connsiteY6" fmla="*/ 171450 h 171450"/>
              <a:gd name="connsiteX7" fmla="*/ 142875 w 171450"/>
              <a:gd name="connsiteY7" fmla="*/ 171450 h 171450"/>
              <a:gd name="connsiteX8" fmla="*/ 133350 w 171450"/>
              <a:gd name="connsiteY8" fmla="*/ 161925 h 171450"/>
              <a:gd name="connsiteX9" fmla="*/ 142875 w 171450"/>
              <a:gd name="connsiteY9" fmla="*/ 152400 h 171450"/>
              <a:gd name="connsiteX10" fmla="*/ 152057 w 171450"/>
              <a:gd name="connsiteY10" fmla="*/ 152136 h 171450"/>
              <a:gd name="connsiteX11" fmla="*/ 152127 w 171450"/>
              <a:gd name="connsiteY11" fmla="*/ 152127 h 171450"/>
              <a:gd name="connsiteX12" fmla="*/ 152136 w 171450"/>
              <a:gd name="connsiteY12" fmla="*/ 152057 h 171450"/>
              <a:gd name="connsiteX13" fmla="*/ 152400 w 171450"/>
              <a:gd name="connsiteY13" fmla="*/ 142875 h 171450"/>
              <a:gd name="connsiteX14" fmla="*/ 161925 w 171450"/>
              <a:gd name="connsiteY14" fmla="*/ 133350 h 171450"/>
              <a:gd name="connsiteX15" fmla="*/ 85724 w 171450"/>
              <a:gd name="connsiteY15" fmla="*/ 133350 h 171450"/>
              <a:gd name="connsiteX16" fmla="*/ 95249 w 171450"/>
              <a:gd name="connsiteY16" fmla="*/ 142875 h 171450"/>
              <a:gd name="connsiteX17" fmla="*/ 95513 w 171450"/>
              <a:gd name="connsiteY17" fmla="*/ 152057 h 171450"/>
              <a:gd name="connsiteX18" fmla="*/ 95522 w 171450"/>
              <a:gd name="connsiteY18" fmla="*/ 152127 h 171450"/>
              <a:gd name="connsiteX19" fmla="*/ 95592 w 171450"/>
              <a:gd name="connsiteY19" fmla="*/ 152136 h 171450"/>
              <a:gd name="connsiteX20" fmla="*/ 104774 w 171450"/>
              <a:gd name="connsiteY20" fmla="*/ 152400 h 171450"/>
              <a:gd name="connsiteX21" fmla="*/ 114299 w 171450"/>
              <a:gd name="connsiteY21" fmla="*/ 161925 h 171450"/>
              <a:gd name="connsiteX22" fmla="*/ 104774 w 171450"/>
              <a:gd name="connsiteY22" fmla="*/ 171450 h 171450"/>
              <a:gd name="connsiteX23" fmla="*/ 104255 w 171450"/>
              <a:gd name="connsiteY23" fmla="*/ 171450 h 171450"/>
              <a:gd name="connsiteX24" fmla="*/ 93054 w 171450"/>
              <a:gd name="connsiteY24" fmla="*/ 171017 h 171450"/>
              <a:gd name="connsiteX25" fmla="*/ 81779 w 171450"/>
              <a:gd name="connsiteY25" fmla="*/ 165870 h 171450"/>
              <a:gd name="connsiteX26" fmla="*/ 76632 w 171450"/>
              <a:gd name="connsiteY26" fmla="*/ 154596 h 171450"/>
              <a:gd name="connsiteX27" fmla="*/ 76199 w 171450"/>
              <a:gd name="connsiteY27" fmla="*/ 143393 h 171450"/>
              <a:gd name="connsiteX28" fmla="*/ 76199 w 171450"/>
              <a:gd name="connsiteY28" fmla="*/ 142875 h 171450"/>
              <a:gd name="connsiteX29" fmla="*/ 85724 w 171450"/>
              <a:gd name="connsiteY29" fmla="*/ 133350 h 171450"/>
              <a:gd name="connsiteX30" fmla="*/ 142875 w 171450"/>
              <a:gd name="connsiteY30" fmla="*/ 76199 h 171450"/>
              <a:gd name="connsiteX31" fmla="*/ 143393 w 171450"/>
              <a:gd name="connsiteY31" fmla="*/ 76199 h 171450"/>
              <a:gd name="connsiteX32" fmla="*/ 154596 w 171450"/>
              <a:gd name="connsiteY32" fmla="*/ 76632 h 171450"/>
              <a:gd name="connsiteX33" fmla="*/ 165870 w 171450"/>
              <a:gd name="connsiteY33" fmla="*/ 81779 h 171450"/>
              <a:gd name="connsiteX34" fmla="*/ 171017 w 171450"/>
              <a:gd name="connsiteY34" fmla="*/ 93054 h 171450"/>
              <a:gd name="connsiteX35" fmla="*/ 171450 w 171450"/>
              <a:gd name="connsiteY35" fmla="*/ 104256 h 171450"/>
              <a:gd name="connsiteX36" fmla="*/ 171450 w 171450"/>
              <a:gd name="connsiteY36" fmla="*/ 104774 h 171450"/>
              <a:gd name="connsiteX37" fmla="*/ 161925 w 171450"/>
              <a:gd name="connsiteY37" fmla="*/ 114299 h 171450"/>
              <a:gd name="connsiteX38" fmla="*/ 152400 w 171450"/>
              <a:gd name="connsiteY38" fmla="*/ 104774 h 171450"/>
              <a:gd name="connsiteX39" fmla="*/ 152136 w 171450"/>
              <a:gd name="connsiteY39" fmla="*/ 95592 h 171450"/>
              <a:gd name="connsiteX40" fmla="*/ 152127 w 171450"/>
              <a:gd name="connsiteY40" fmla="*/ 95522 h 171450"/>
              <a:gd name="connsiteX41" fmla="*/ 152057 w 171450"/>
              <a:gd name="connsiteY41" fmla="*/ 95513 h 171450"/>
              <a:gd name="connsiteX42" fmla="*/ 142875 w 171450"/>
              <a:gd name="connsiteY42" fmla="*/ 95249 h 171450"/>
              <a:gd name="connsiteX43" fmla="*/ 133350 w 171450"/>
              <a:gd name="connsiteY43" fmla="*/ 85724 h 171450"/>
              <a:gd name="connsiteX44" fmla="*/ 142875 w 171450"/>
              <a:gd name="connsiteY44" fmla="*/ 76199 h 171450"/>
              <a:gd name="connsiteX45" fmla="*/ 104256 w 171450"/>
              <a:gd name="connsiteY45" fmla="*/ 76199 h 171450"/>
              <a:gd name="connsiteX46" fmla="*/ 104774 w 171450"/>
              <a:gd name="connsiteY46" fmla="*/ 76199 h 171450"/>
              <a:gd name="connsiteX47" fmla="*/ 114299 w 171450"/>
              <a:gd name="connsiteY47" fmla="*/ 85724 h 171450"/>
              <a:gd name="connsiteX48" fmla="*/ 104774 w 171450"/>
              <a:gd name="connsiteY48" fmla="*/ 95249 h 171450"/>
              <a:gd name="connsiteX49" fmla="*/ 95592 w 171450"/>
              <a:gd name="connsiteY49" fmla="*/ 95513 h 171450"/>
              <a:gd name="connsiteX50" fmla="*/ 95522 w 171450"/>
              <a:gd name="connsiteY50" fmla="*/ 95522 h 171450"/>
              <a:gd name="connsiteX51" fmla="*/ 95513 w 171450"/>
              <a:gd name="connsiteY51" fmla="*/ 95592 h 171450"/>
              <a:gd name="connsiteX52" fmla="*/ 95249 w 171450"/>
              <a:gd name="connsiteY52" fmla="*/ 104774 h 171450"/>
              <a:gd name="connsiteX53" fmla="*/ 85724 w 171450"/>
              <a:gd name="connsiteY53" fmla="*/ 114299 h 171450"/>
              <a:gd name="connsiteX54" fmla="*/ 76199 w 171450"/>
              <a:gd name="connsiteY54" fmla="*/ 104774 h 171450"/>
              <a:gd name="connsiteX55" fmla="*/ 76199 w 171450"/>
              <a:gd name="connsiteY55" fmla="*/ 104256 h 171450"/>
              <a:gd name="connsiteX56" fmla="*/ 76632 w 171450"/>
              <a:gd name="connsiteY56" fmla="*/ 93054 h 171450"/>
              <a:gd name="connsiteX57" fmla="*/ 81779 w 171450"/>
              <a:gd name="connsiteY57" fmla="*/ 81779 h 171450"/>
              <a:gd name="connsiteX58" fmla="*/ 93054 w 171450"/>
              <a:gd name="connsiteY58" fmla="*/ 76632 h 171450"/>
              <a:gd name="connsiteX59" fmla="*/ 104256 w 171450"/>
              <a:gd name="connsiteY59" fmla="*/ 76199 h 171450"/>
              <a:gd name="connsiteX60" fmla="*/ 76200 w 171450"/>
              <a:gd name="connsiteY60" fmla="*/ 0 h 171450"/>
              <a:gd name="connsiteX61" fmla="*/ 150976 w 171450"/>
              <a:gd name="connsiteY61" fmla="*/ 47625 h 171450"/>
              <a:gd name="connsiteX62" fmla="*/ 133977 w 171450"/>
              <a:gd name="connsiteY62" fmla="*/ 66675 h 171450"/>
              <a:gd name="connsiteX63" fmla="*/ 113673 w 171450"/>
              <a:gd name="connsiteY63" fmla="*/ 66675 h 171450"/>
              <a:gd name="connsiteX64" fmla="*/ 92128 w 171450"/>
              <a:gd name="connsiteY64" fmla="*/ 67457 h 171450"/>
              <a:gd name="connsiteX65" fmla="*/ 75045 w 171450"/>
              <a:gd name="connsiteY65" fmla="*/ 75045 h 171450"/>
              <a:gd name="connsiteX66" fmla="*/ 67457 w 171450"/>
              <a:gd name="connsiteY66" fmla="*/ 92128 h 171450"/>
              <a:gd name="connsiteX67" fmla="*/ 66675 w 171450"/>
              <a:gd name="connsiteY67" fmla="*/ 113673 h 171450"/>
              <a:gd name="connsiteX68" fmla="*/ 66675 w 171450"/>
              <a:gd name="connsiteY68" fmla="*/ 133977 h 171450"/>
              <a:gd name="connsiteX69" fmla="*/ 47625 w 171450"/>
              <a:gd name="connsiteY69" fmla="*/ 150976 h 171450"/>
              <a:gd name="connsiteX70" fmla="*/ 0 w 171450"/>
              <a:gd name="connsiteY70" fmla="*/ 76200 h 171450"/>
              <a:gd name="connsiteX71" fmla="*/ 76200 w 171450"/>
              <a:gd name="connsiteY71"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71450" h="171450">
                <a:moveTo>
                  <a:pt x="161925" y="133350"/>
                </a:moveTo>
                <a:cubicBezTo>
                  <a:pt x="167186" y="133350"/>
                  <a:pt x="171450" y="137614"/>
                  <a:pt x="171450" y="142875"/>
                </a:cubicBezTo>
                <a:lnTo>
                  <a:pt x="171450" y="143394"/>
                </a:lnTo>
                <a:cubicBezTo>
                  <a:pt x="171451" y="147433"/>
                  <a:pt x="171452" y="151358"/>
                  <a:pt x="171017" y="154596"/>
                </a:cubicBezTo>
                <a:cubicBezTo>
                  <a:pt x="170526" y="158246"/>
                  <a:pt x="169330" y="162411"/>
                  <a:pt x="165870" y="165870"/>
                </a:cubicBezTo>
                <a:cubicBezTo>
                  <a:pt x="162411" y="169330"/>
                  <a:pt x="158246" y="170526"/>
                  <a:pt x="154596" y="171017"/>
                </a:cubicBezTo>
                <a:cubicBezTo>
                  <a:pt x="151358" y="171452"/>
                  <a:pt x="147433" y="171451"/>
                  <a:pt x="143393" y="171450"/>
                </a:cubicBezTo>
                <a:lnTo>
                  <a:pt x="142875" y="171450"/>
                </a:lnTo>
                <a:cubicBezTo>
                  <a:pt x="137614" y="171450"/>
                  <a:pt x="133350" y="167186"/>
                  <a:pt x="133350" y="161925"/>
                </a:cubicBezTo>
                <a:cubicBezTo>
                  <a:pt x="133350" y="156664"/>
                  <a:pt x="137614" y="152400"/>
                  <a:pt x="142875" y="152400"/>
                </a:cubicBezTo>
                <a:cubicBezTo>
                  <a:pt x="147635" y="152400"/>
                  <a:pt x="150245" y="152380"/>
                  <a:pt x="152057" y="152136"/>
                </a:cubicBezTo>
                <a:lnTo>
                  <a:pt x="152127" y="152127"/>
                </a:lnTo>
                <a:lnTo>
                  <a:pt x="152136" y="152057"/>
                </a:lnTo>
                <a:cubicBezTo>
                  <a:pt x="152380" y="150245"/>
                  <a:pt x="152400" y="147635"/>
                  <a:pt x="152400" y="142875"/>
                </a:cubicBezTo>
                <a:cubicBezTo>
                  <a:pt x="152400" y="137614"/>
                  <a:pt x="156664" y="133350"/>
                  <a:pt x="161925" y="133350"/>
                </a:cubicBezTo>
                <a:close/>
                <a:moveTo>
                  <a:pt x="85724" y="133350"/>
                </a:moveTo>
                <a:cubicBezTo>
                  <a:pt x="90985" y="133350"/>
                  <a:pt x="95249" y="137614"/>
                  <a:pt x="95249" y="142875"/>
                </a:cubicBezTo>
                <a:cubicBezTo>
                  <a:pt x="95249" y="147635"/>
                  <a:pt x="95269" y="150245"/>
                  <a:pt x="95513" y="152057"/>
                </a:cubicBezTo>
                <a:lnTo>
                  <a:pt x="95522" y="152127"/>
                </a:lnTo>
                <a:lnTo>
                  <a:pt x="95592" y="152136"/>
                </a:lnTo>
                <a:cubicBezTo>
                  <a:pt x="97404" y="152380"/>
                  <a:pt x="100014" y="152400"/>
                  <a:pt x="104774" y="152400"/>
                </a:cubicBezTo>
                <a:cubicBezTo>
                  <a:pt x="110035" y="152400"/>
                  <a:pt x="114299" y="156664"/>
                  <a:pt x="114299" y="161925"/>
                </a:cubicBezTo>
                <a:cubicBezTo>
                  <a:pt x="114299" y="167186"/>
                  <a:pt x="110035" y="171450"/>
                  <a:pt x="104774" y="171450"/>
                </a:cubicBezTo>
                <a:lnTo>
                  <a:pt x="104255" y="171450"/>
                </a:lnTo>
                <a:cubicBezTo>
                  <a:pt x="100216" y="171451"/>
                  <a:pt x="96291" y="171452"/>
                  <a:pt x="93054" y="171017"/>
                </a:cubicBezTo>
                <a:cubicBezTo>
                  <a:pt x="89404" y="170526"/>
                  <a:pt x="85238" y="169330"/>
                  <a:pt x="81779" y="165870"/>
                </a:cubicBezTo>
                <a:cubicBezTo>
                  <a:pt x="78319" y="162411"/>
                  <a:pt x="77124" y="158246"/>
                  <a:pt x="76632" y="154596"/>
                </a:cubicBezTo>
                <a:cubicBezTo>
                  <a:pt x="76197" y="151358"/>
                  <a:pt x="76198" y="147433"/>
                  <a:pt x="76199" y="143393"/>
                </a:cubicBezTo>
                <a:lnTo>
                  <a:pt x="76199" y="142875"/>
                </a:lnTo>
                <a:cubicBezTo>
                  <a:pt x="76199" y="137614"/>
                  <a:pt x="80463" y="133350"/>
                  <a:pt x="85724" y="133350"/>
                </a:cubicBezTo>
                <a:close/>
                <a:moveTo>
                  <a:pt x="142875" y="76199"/>
                </a:moveTo>
                <a:lnTo>
                  <a:pt x="143393" y="76199"/>
                </a:lnTo>
                <a:cubicBezTo>
                  <a:pt x="147433" y="76198"/>
                  <a:pt x="151358" y="76197"/>
                  <a:pt x="154596" y="76632"/>
                </a:cubicBezTo>
                <a:cubicBezTo>
                  <a:pt x="158246" y="77124"/>
                  <a:pt x="162411" y="78319"/>
                  <a:pt x="165870" y="81779"/>
                </a:cubicBezTo>
                <a:cubicBezTo>
                  <a:pt x="169330" y="85238"/>
                  <a:pt x="170526" y="89404"/>
                  <a:pt x="171017" y="93054"/>
                </a:cubicBezTo>
                <a:cubicBezTo>
                  <a:pt x="171452" y="96291"/>
                  <a:pt x="171451" y="100217"/>
                  <a:pt x="171450" y="104256"/>
                </a:cubicBezTo>
                <a:lnTo>
                  <a:pt x="171450" y="104774"/>
                </a:lnTo>
                <a:cubicBezTo>
                  <a:pt x="171450" y="110035"/>
                  <a:pt x="167186" y="114299"/>
                  <a:pt x="161925" y="114299"/>
                </a:cubicBezTo>
                <a:cubicBezTo>
                  <a:pt x="156664" y="114299"/>
                  <a:pt x="152400" y="110035"/>
                  <a:pt x="152400" y="104774"/>
                </a:cubicBezTo>
                <a:cubicBezTo>
                  <a:pt x="152400" y="100014"/>
                  <a:pt x="152380" y="97404"/>
                  <a:pt x="152136" y="95592"/>
                </a:cubicBezTo>
                <a:lnTo>
                  <a:pt x="152127" y="95522"/>
                </a:lnTo>
                <a:lnTo>
                  <a:pt x="152057" y="95513"/>
                </a:lnTo>
                <a:cubicBezTo>
                  <a:pt x="150245" y="95269"/>
                  <a:pt x="147635" y="95249"/>
                  <a:pt x="142875" y="95249"/>
                </a:cubicBezTo>
                <a:cubicBezTo>
                  <a:pt x="137614" y="95249"/>
                  <a:pt x="133350" y="90985"/>
                  <a:pt x="133350" y="85724"/>
                </a:cubicBezTo>
                <a:cubicBezTo>
                  <a:pt x="133350" y="80463"/>
                  <a:pt x="137614" y="76199"/>
                  <a:pt x="142875" y="76199"/>
                </a:cubicBezTo>
                <a:close/>
                <a:moveTo>
                  <a:pt x="104256" y="76199"/>
                </a:moveTo>
                <a:lnTo>
                  <a:pt x="104774" y="76199"/>
                </a:lnTo>
                <a:cubicBezTo>
                  <a:pt x="110035" y="76199"/>
                  <a:pt x="114299" y="80463"/>
                  <a:pt x="114299" y="85724"/>
                </a:cubicBezTo>
                <a:cubicBezTo>
                  <a:pt x="114299" y="90985"/>
                  <a:pt x="110035" y="95249"/>
                  <a:pt x="104774" y="95249"/>
                </a:cubicBezTo>
                <a:cubicBezTo>
                  <a:pt x="100014" y="95249"/>
                  <a:pt x="97404" y="95269"/>
                  <a:pt x="95592" y="95513"/>
                </a:cubicBezTo>
                <a:lnTo>
                  <a:pt x="95522" y="95522"/>
                </a:lnTo>
                <a:lnTo>
                  <a:pt x="95513" y="95592"/>
                </a:lnTo>
                <a:cubicBezTo>
                  <a:pt x="95269" y="97404"/>
                  <a:pt x="95249" y="100014"/>
                  <a:pt x="95249" y="104774"/>
                </a:cubicBezTo>
                <a:cubicBezTo>
                  <a:pt x="95249" y="110035"/>
                  <a:pt x="90985" y="114299"/>
                  <a:pt x="85724" y="114299"/>
                </a:cubicBezTo>
                <a:cubicBezTo>
                  <a:pt x="80463" y="114299"/>
                  <a:pt x="76199" y="110035"/>
                  <a:pt x="76199" y="104774"/>
                </a:cubicBezTo>
                <a:lnTo>
                  <a:pt x="76199" y="104256"/>
                </a:lnTo>
                <a:cubicBezTo>
                  <a:pt x="76198" y="100216"/>
                  <a:pt x="76197" y="96291"/>
                  <a:pt x="76632" y="93054"/>
                </a:cubicBezTo>
                <a:cubicBezTo>
                  <a:pt x="77124" y="89404"/>
                  <a:pt x="78319" y="85238"/>
                  <a:pt x="81779" y="81779"/>
                </a:cubicBezTo>
                <a:cubicBezTo>
                  <a:pt x="85238" y="78319"/>
                  <a:pt x="89404" y="77124"/>
                  <a:pt x="93054" y="76632"/>
                </a:cubicBezTo>
                <a:cubicBezTo>
                  <a:pt x="96291" y="76197"/>
                  <a:pt x="100216" y="76198"/>
                  <a:pt x="104256" y="76199"/>
                </a:cubicBezTo>
                <a:close/>
                <a:moveTo>
                  <a:pt x="76200" y="0"/>
                </a:moveTo>
                <a:cubicBezTo>
                  <a:pt x="127984" y="0"/>
                  <a:pt x="146193" y="9159"/>
                  <a:pt x="150976" y="47625"/>
                </a:cubicBezTo>
                <a:cubicBezTo>
                  <a:pt x="152752" y="61913"/>
                  <a:pt x="152355" y="66674"/>
                  <a:pt x="133977" y="66675"/>
                </a:cubicBezTo>
                <a:lnTo>
                  <a:pt x="113673" y="66675"/>
                </a:lnTo>
                <a:cubicBezTo>
                  <a:pt x="105229" y="66675"/>
                  <a:pt x="97954" y="66674"/>
                  <a:pt x="92128" y="67457"/>
                </a:cubicBezTo>
                <a:cubicBezTo>
                  <a:pt x="85884" y="68297"/>
                  <a:pt x="79899" y="70190"/>
                  <a:pt x="75045" y="75045"/>
                </a:cubicBezTo>
                <a:cubicBezTo>
                  <a:pt x="70190" y="79899"/>
                  <a:pt x="68297" y="85884"/>
                  <a:pt x="67457" y="92128"/>
                </a:cubicBezTo>
                <a:cubicBezTo>
                  <a:pt x="66674" y="97954"/>
                  <a:pt x="66675" y="105229"/>
                  <a:pt x="66675" y="113673"/>
                </a:cubicBezTo>
                <a:lnTo>
                  <a:pt x="66675" y="133977"/>
                </a:lnTo>
                <a:cubicBezTo>
                  <a:pt x="66674" y="152355"/>
                  <a:pt x="61913" y="152752"/>
                  <a:pt x="47625" y="150976"/>
                </a:cubicBezTo>
                <a:cubicBezTo>
                  <a:pt x="9159" y="146193"/>
                  <a:pt x="0" y="127984"/>
                  <a:pt x="0" y="76200"/>
                </a:cubicBezTo>
                <a:cubicBezTo>
                  <a:pt x="0" y="13449"/>
                  <a:pt x="13449" y="0"/>
                  <a:pt x="76200" y="0"/>
                </a:cubicBezTo>
                <a:close/>
              </a:path>
            </a:pathLst>
          </a:custGeom>
          <a:solidFill>
            <a:srgbClr val="000000"/>
          </a:solidFill>
          <a:ln w="9525" cap="flat">
            <a:noFill/>
            <a:prstDash val="solid"/>
            <a:miter/>
          </a:ln>
        </p:spPr>
        <p:txBody>
          <a:bodyPr rtlCol="0" anchor="ctr"/>
          <a:lstStyle/>
          <a:p>
            <a:endParaRPr lang="ru-RU"/>
          </a:p>
        </p:txBody>
      </p:sp>
      <p:sp>
        <p:nvSpPr>
          <p:cNvPr id="723" name="Полилиния: фигура 722">
            <a:extLst>
              <a:ext uri="{FF2B5EF4-FFF2-40B4-BE49-F238E27FC236}">
                <a16:creationId xmlns:a16="http://schemas.microsoft.com/office/drawing/2014/main" id="{F041B069-74CB-34A9-AB67-4E8F2BF63D4F}"/>
              </a:ext>
            </a:extLst>
          </p:cNvPr>
          <p:cNvSpPr/>
          <p:nvPr/>
        </p:nvSpPr>
        <p:spPr>
          <a:xfrm>
            <a:off x="7405708" y="3401124"/>
            <a:ext cx="152400" cy="152400"/>
          </a:xfrm>
          <a:custGeom>
            <a:avLst/>
            <a:gdLst>
              <a:gd name="connsiteX0" fmla="*/ 85725 w 152400"/>
              <a:gd name="connsiteY0" fmla="*/ 104775 h 152400"/>
              <a:gd name="connsiteX1" fmla="*/ 76200 w 152400"/>
              <a:gd name="connsiteY1" fmla="*/ 114300 h 152400"/>
              <a:gd name="connsiteX2" fmla="*/ 85725 w 152400"/>
              <a:gd name="connsiteY2" fmla="*/ 123825 h 152400"/>
              <a:gd name="connsiteX3" fmla="*/ 114300 w 152400"/>
              <a:gd name="connsiteY3" fmla="*/ 123825 h 152400"/>
              <a:gd name="connsiteX4" fmla="*/ 123825 w 152400"/>
              <a:gd name="connsiteY4" fmla="*/ 114300 h 152400"/>
              <a:gd name="connsiteX5" fmla="*/ 114300 w 152400"/>
              <a:gd name="connsiteY5" fmla="*/ 104775 h 152400"/>
              <a:gd name="connsiteX6" fmla="*/ 9525 w 152400"/>
              <a:gd name="connsiteY6" fmla="*/ 104775 h 152400"/>
              <a:gd name="connsiteX7" fmla="*/ 38100 w 152400"/>
              <a:gd name="connsiteY7" fmla="*/ 104775 h 152400"/>
              <a:gd name="connsiteX8" fmla="*/ 47625 w 152400"/>
              <a:gd name="connsiteY8" fmla="*/ 114300 h 152400"/>
              <a:gd name="connsiteX9" fmla="*/ 47625 w 152400"/>
              <a:gd name="connsiteY9" fmla="*/ 142875 h 152400"/>
              <a:gd name="connsiteX10" fmla="*/ 38100 w 152400"/>
              <a:gd name="connsiteY10" fmla="*/ 152400 h 152400"/>
              <a:gd name="connsiteX11" fmla="*/ 28575 w 152400"/>
              <a:gd name="connsiteY11" fmla="*/ 142875 h 152400"/>
              <a:gd name="connsiteX12" fmla="*/ 28575 w 152400"/>
              <a:gd name="connsiteY12" fmla="*/ 137295 h 152400"/>
              <a:gd name="connsiteX13" fmla="*/ 16260 w 152400"/>
              <a:gd name="connsiteY13" fmla="*/ 149610 h 152400"/>
              <a:gd name="connsiteX14" fmla="*/ 2790 w 152400"/>
              <a:gd name="connsiteY14" fmla="*/ 149610 h 152400"/>
              <a:gd name="connsiteX15" fmla="*/ 2790 w 152400"/>
              <a:gd name="connsiteY15" fmla="*/ 136140 h 152400"/>
              <a:gd name="connsiteX16" fmla="*/ 15105 w 152400"/>
              <a:gd name="connsiteY16" fmla="*/ 123825 h 152400"/>
              <a:gd name="connsiteX17" fmla="*/ 9525 w 152400"/>
              <a:gd name="connsiteY17" fmla="*/ 123825 h 152400"/>
              <a:gd name="connsiteX18" fmla="*/ 0 w 152400"/>
              <a:gd name="connsiteY18" fmla="*/ 114300 h 152400"/>
              <a:gd name="connsiteX19" fmla="*/ 9525 w 152400"/>
              <a:gd name="connsiteY19" fmla="*/ 104775 h 152400"/>
              <a:gd name="connsiteX20" fmla="*/ 66675 w 152400"/>
              <a:gd name="connsiteY20" fmla="*/ 66675 h 152400"/>
              <a:gd name="connsiteX21" fmla="*/ 57150 w 152400"/>
              <a:gd name="connsiteY21" fmla="*/ 76200 h 152400"/>
              <a:gd name="connsiteX22" fmla="*/ 66675 w 152400"/>
              <a:gd name="connsiteY22" fmla="*/ 85725 h 152400"/>
              <a:gd name="connsiteX23" fmla="*/ 114300 w 152400"/>
              <a:gd name="connsiteY23" fmla="*/ 85725 h 152400"/>
              <a:gd name="connsiteX24" fmla="*/ 123825 w 152400"/>
              <a:gd name="connsiteY24" fmla="*/ 76200 h 152400"/>
              <a:gd name="connsiteX25" fmla="*/ 114300 w 152400"/>
              <a:gd name="connsiteY25" fmla="*/ 66675 h 152400"/>
              <a:gd name="connsiteX26" fmla="*/ 109538 w 152400"/>
              <a:gd name="connsiteY26" fmla="*/ 28575 h 152400"/>
              <a:gd name="connsiteX27" fmla="*/ 95250 w 152400"/>
              <a:gd name="connsiteY27" fmla="*/ 42863 h 152400"/>
              <a:gd name="connsiteX28" fmla="*/ 109538 w 152400"/>
              <a:gd name="connsiteY28" fmla="*/ 57150 h 152400"/>
              <a:gd name="connsiteX29" fmla="*/ 123825 w 152400"/>
              <a:gd name="connsiteY29" fmla="*/ 42863 h 152400"/>
              <a:gd name="connsiteX30" fmla="*/ 109538 w 152400"/>
              <a:gd name="connsiteY30" fmla="*/ 28575 h 152400"/>
              <a:gd name="connsiteX31" fmla="*/ 76200 w 152400"/>
              <a:gd name="connsiteY31" fmla="*/ 0 h 152400"/>
              <a:gd name="connsiteX32" fmla="*/ 152400 w 152400"/>
              <a:gd name="connsiteY32" fmla="*/ 76200 h 152400"/>
              <a:gd name="connsiteX33" fmla="*/ 76200 w 152400"/>
              <a:gd name="connsiteY33" fmla="*/ 152400 h 152400"/>
              <a:gd name="connsiteX34" fmla="*/ 57150 w 152400"/>
              <a:gd name="connsiteY34" fmla="*/ 133350 h 152400"/>
              <a:gd name="connsiteX35" fmla="*/ 57150 w 152400"/>
              <a:gd name="connsiteY35" fmla="*/ 123554 h 152400"/>
              <a:gd name="connsiteX36" fmla="*/ 53612 w 152400"/>
              <a:gd name="connsiteY36" fmla="*/ 98788 h 152400"/>
              <a:gd name="connsiteX37" fmla="*/ 28846 w 152400"/>
              <a:gd name="connsiteY37" fmla="*/ 95250 h 152400"/>
              <a:gd name="connsiteX38" fmla="*/ 19050 w 152400"/>
              <a:gd name="connsiteY38" fmla="*/ 95250 h 152400"/>
              <a:gd name="connsiteX39" fmla="*/ 0 w 152400"/>
              <a:gd name="connsiteY39" fmla="*/ 76200 h 152400"/>
              <a:gd name="connsiteX40" fmla="*/ 76200 w 152400"/>
              <a:gd name="connsiteY40"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2400" h="152400">
                <a:moveTo>
                  <a:pt x="85725" y="104775"/>
                </a:moveTo>
                <a:cubicBezTo>
                  <a:pt x="80464" y="104775"/>
                  <a:pt x="76200" y="109039"/>
                  <a:pt x="76200" y="114300"/>
                </a:cubicBezTo>
                <a:cubicBezTo>
                  <a:pt x="76200" y="119561"/>
                  <a:pt x="80464" y="123825"/>
                  <a:pt x="85725" y="123825"/>
                </a:cubicBezTo>
                <a:lnTo>
                  <a:pt x="114300" y="123825"/>
                </a:lnTo>
                <a:cubicBezTo>
                  <a:pt x="119561" y="123825"/>
                  <a:pt x="123825" y="119561"/>
                  <a:pt x="123825" y="114300"/>
                </a:cubicBezTo>
                <a:cubicBezTo>
                  <a:pt x="123825" y="109039"/>
                  <a:pt x="119561" y="104775"/>
                  <a:pt x="114300" y="104775"/>
                </a:cubicBezTo>
                <a:close/>
                <a:moveTo>
                  <a:pt x="9525" y="104775"/>
                </a:moveTo>
                <a:lnTo>
                  <a:pt x="38100" y="104775"/>
                </a:lnTo>
                <a:cubicBezTo>
                  <a:pt x="43360" y="104775"/>
                  <a:pt x="47625" y="109039"/>
                  <a:pt x="47625" y="114300"/>
                </a:cubicBezTo>
                <a:lnTo>
                  <a:pt x="47625" y="142875"/>
                </a:lnTo>
                <a:cubicBezTo>
                  <a:pt x="47625" y="148136"/>
                  <a:pt x="43360" y="152400"/>
                  <a:pt x="38100" y="152400"/>
                </a:cubicBezTo>
                <a:cubicBezTo>
                  <a:pt x="32840" y="152400"/>
                  <a:pt x="28575" y="148136"/>
                  <a:pt x="28575" y="142875"/>
                </a:cubicBezTo>
                <a:lnTo>
                  <a:pt x="28575" y="137295"/>
                </a:lnTo>
                <a:lnTo>
                  <a:pt x="16260" y="149610"/>
                </a:lnTo>
                <a:cubicBezTo>
                  <a:pt x="12540" y="153330"/>
                  <a:pt x="6510" y="153330"/>
                  <a:pt x="2790" y="149610"/>
                </a:cubicBezTo>
                <a:cubicBezTo>
                  <a:pt x="-930" y="145891"/>
                  <a:pt x="-930" y="139859"/>
                  <a:pt x="2790" y="136140"/>
                </a:cubicBezTo>
                <a:lnTo>
                  <a:pt x="15105" y="123825"/>
                </a:lnTo>
                <a:lnTo>
                  <a:pt x="9525" y="123825"/>
                </a:lnTo>
                <a:cubicBezTo>
                  <a:pt x="4265" y="123825"/>
                  <a:pt x="0" y="119561"/>
                  <a:pt x="0" y="114300"/>
                </a:cubicBezTo>
                <a:cubicBezTo>
                  <a:pt x="0" y="109039"/>
                  <a:pt x="4265" y="104775"/>
                  <a:pt x="9525" y="104775"/>
                </a:cubicBezTo>
                <a:close/>
                <a:moveTo>
                  <a:pt x="66675" y="66675"/>
                </a:moveTo>
                <a:cubicBezTo>
                  <a:pt x="61414" y="66675"/>
                  <a:pt x="57150" y="70939"/>
                  <a:pt x="57150" y="76200"/>
                </a:cubicBezTo>
                <a:cubicBezTo>
                  <a:pt x="57150" y="81461"/>
                  <a:pt x="61414" y="85725"/>
                  <a:pt x="66675" y="85725"/>
                </a:cubicBezTo>
                <a:lnTo>
                  <a:pt x="114300" y="85725"/>
                </a:lnTo>
                <a:cubicBezTo>
                  <a:pt x="119561" y="85725"/>
                  <a:pt x="123825" y="81461"/>
                  <a:pt x="123825" y="76200"/>
                </a:cubicBezTo>
                <a:cubicBezTo>
                  <a:pt x="123825" y="70939"/>
                  <a:pt x="119561" y="66675"/>
                  <a:pt x="114300" y="66675"/>
                </a:cubicBezTo>
                <a:close/>
                <a:moveTo>
                  <a:pt x="109538" y="28575"/>
                </a:moveTo>
                <a:cubicBezTo>
                  <a:pt x="101647" y="28575"/>
                  <a:pt x="95250" y="34972"/>
                  <a:pt x="95250" y="42863"/>
                </a:cubicBezTo>
                <a:cubicBezTo>
                  <a:pt x="95250" y="50753"/>
                  <a:pt x="101647" y="57150"/>
                  <a:pt x="109538" y="57150"/>
                </a:cubicBezTo>
                <a:cubicBezTo>
                  <a:pt x="117428" y="57150"/>
                  <a:pt x="123825" y="50753"/>
                  <a:pt x="123825" y="42863"/>
                </a:cubicBezTo>
                <a:cubicBezTo>
                  <a:pt x="123825" y="34972"/>
                  <a:pt x="117428" y="28575"/>
                  <a:pt x="109538" y="28575"/>
                </a:cubicBezTo>
                <a:close/>
                <a:moveTo>
                  <a:pt x="76200" y="0"/>
                </a:moveTo>
                <a:cubicBezTo>
                  <a:pt x="138951" y="0"/>
                  <a:pt x="152400" y="13449"/>
                  <a:pt x="152400" y="76200"/>
                </a:cubicBezTo>
                <a:cubicBezTo>
                  <a:pt x="152400" y="138951"/>
                  <a:pt x="138951" y="152400"/>
                  <a:pt x="76200" y="152400"/>
                </a:cubicBezTo>
                <a:cubicBezTo>
                  <a:pt x="61913" y="152400"/>
                  <a:pt x="57150" y="147638"/>
                  <a:pt x="57150" y="133350"/>
                </a:cubicBezTo>
                <a:lnTo>
                  <a:pt x="57150" y="123554"/>
                </a:lnTo>
                <a:cubicBezTo>
                  <a:pt x="57150" y="109402"/>
                  <a:pt x="57150" y="102326"/>
                  <a:pt x="53612" y="98788"/>
                </a:cubicBezTo>
                <a:cubicBezTo>
                  <a:pt x="50074" y="95250"/>
                  <a:pt x="42998" y="95250"/>
                  <a:pt x="28846" y="95250"/>
                </a:cubicBezTo>
                <a:lnTo>
                  <a:pt x="19050" y="95250"/>
                </a:lnTo>
                <a:cubicBezTo>
                  <a:pt x="4763" y="95250"/>
                  <a:pt x="0" y="90488"/>
                  <a:pt x="0" y="76200"/>
                </a:cubicBezTo>
                <a:cubicBezTo>
                  <a:pt x="0" y="13449"/>
                  <a:pt x="13449" y="0"/>
                  <a:pt x="76200" y="0"/>
                </a:cubicBezTo>
                <a:close/>
              </a:path>
            </a:pathLst>
          </a:custGeom>
          <a:solidFill>
            <a:srgbClr val="000000"/>
          </a:solidFill>
          <a:ln w="9525" cap="flat">
            <a:noFill/>
            <a:prstDash val="solid"/>
            <a:miter/>
          </a:ln>
        </p:spPr>
        <p:txBody>
          <a:bodyPr rtlCol="0" anchor="ctr"/>
          <a:lstStyle/>
          <a:p>
            <a:endParaRPr lang="ru-RU"/>
          </a:p>
        </p:txBody>
      </p:sp>
      <p:sp>
        <p:nvSpPr>
          <p:cNvPr id="727" name="Полилиния: фигура 726">
            <a:extLst>
              <a:ext uri="{FF2B5EF4-FFF2-40B4-BE49-F238E27FC236}">
                <a16:creationId xmlns:a16="http://schemas.microsoft.com/office/drawing/2014/main" id="{10716232-EB21-60FB-853C-0EEC507F3AB7}"/>
              </a:ext>
            </a:extLst>
          </p:cNvPr>
          <p:cNvSpPr/>
          <p:nvPr/>
        </p:nvSpPr>
        <p:spPr>
          <a:xfrm>
            <a:off x="7396184" y="3890752"/>
            <a:ext cx="171450" cy="152400"/>
          </a:xfrm>
          <a:custGeom>
            <a:avLst/>
            <a:gdLst>
              <a:gd name="connsiteX0" fmla="*/ 19050 w 171450"/>
              <a:gd name="connsiteY0" fmla="*/ 66675 h 152400"/>
              <a:gd name="connsiteX1" fmla="*/ 42715 w 171450"/>
              <a:gd name="connsiteY1" fmla="*/ 80666 h 152400"/>
              <a:gd name="connsiteX2" fmla="*/ 42863 w 171450"/>
              <a:gd name="connsiteY2" fmla="*/ 80963 h 152400"/>
              <a:gd name="connsiteX3" fmla="*/ 43641 w 171450"/>
              <a:gd name="connsiteY3" fmla="*/ 82550 h 152400"/>
              <a:gd name="connsiteX4" fmla="*/ 85725 w 171450"/>
              <a:gd name="connsiteY4" fmla="*/ 95250 h 152400"/>
              <a:gd name="connsiteX5" fmla="*/ 127809 w 171450"/>
              <a:gd name="connsiteY5" fmla="*/ 82550 h 152400"/>
              <a:gd name="connsiteX6" fmla="*/ 128588 w 171450"/>
              <a:gd name="connsiteY6" fmla="*/ 80963 h 152400"/>
              <a:gd name="connsiteX7" fmla="*/ 128735 w 171450"/>
              <a:gd name="connsiteY7" fmla="*/ 80666 h 152400"/>
              <a:gd name="connsiteX8" fmla="*/ 152400 w 171450"/>
              <a:gd name="connsiteY8" fmla="*/ 66675 h 152400"/>
              <a:gd name="connsiteX9" fmla="*/ 171450 w 171450"/>
              <a:gd name="connsiteY9" fmla="*/ 85725 h 152400"/>
              <a:gd name="connsiteX10" fmla="*/ 171450 w 171450"/>
              <a:gd name="connsiteY10" fmla="*/ 109538 h 152400"/>
              <a:gd name="connsiteX11" fmla="*/ 85725 w 171450"/>
              <a:gd name="connsiteY11" fmla="*/ 152400 h 152400"/>
              <a:gd name="connsiteX12" fmla="*/ 0 w 171450"/>
              <a:gd name="connsiteY12" fmla="*/ 109538 h 152400"/>
              <a:gd name="connsiteX13" fmla="*/ 0 w 171450"/>
              <a:gd name="connsiteY13" fmla="*/ 85725 h 152400"/>
              <a:gd name="connsiteX14" fmla="*/ 19050 w 171450"/>
              <a:gd name="connsiteY14" fmla="*/ 66675 h 152400"/>
              <a:gd name="connsiteX15" fmla="*/ 85724 w 171450"/>
              <a:gd name="connsiteY15" fmla="*/ 0 h 152400"/>
              <a:gd name="connsiteX16" fmla="*/ 155121 w 171450"/>
              <a:gd name="connsiteY16" fmla="*/ 28575 h 152400"/>
              <a:gd name="connsiteX17" fmla="*/ 163285 w 171450"/>
              <a:gd name="connsiteY17" fmla="*/ 47625 h 152400"/>
              <a:gd name="connsiteX18" fmla="*/ 161924 w 171450"/>
              <a:gd name="connsiteY18" fmla="*/ 57982 h 152400"/>
              <a:gd name="connsiteX19" fmla="*/ 152399 w 171450"/>
              <a:gd name="connsiteY19" fmla="*/ 57150 h 152400"/>
              <a:gd name="connsiteX20" fmla="*/ 130510 w 171450"/>
              <a:gd name="connsiteY20" fmla="*/ 62434 h 152400"/>
              <a:gd name="connsiteX21" fmla="*/ 120571 w 171450"/>
              <a:gd name="connsiteY21" fmla="*/ 75692 h 152400"/>
              <a:gd name="connsiteX22" fmla="*/ 119753 w 171450"/>
              <a:gd name="connsiteY22" fmla="*/ 77517 h 152400"/>
              <a:gd name="connsiteX23" fmla="*/ 115789 w 171450"/>
              <a:gd name="connsiteY23" fmla="*/ 82974 h 152400"/>
              <a:gd name="connsiteX24" fmla="*/ 100853 w 171450"/>
              <a:gd name="connsiteY24" fmla="*/ 85363 h 152400"/>
              <a:gd name="connsiteX25" fmla="*/ 85724 w 171450"/>
              <a:gd name="connsiteY25" fmla="*/ 85725 h 152400"/>
              <a:gd name="connsiteX26" fmla="*/ 55660 w 171450"/>
              <a:gd name="connsiteY26" fmla="*/ 82974 h 152400"/>
              <a:gd name="connsiteX27" fmla="*/ 51742 w 171450"/>
              <a:gd name="connsiteY27" fmla="*/ 77605 h 152400"/>
              <a:gd name="connsiteX28" fmla="*/ 50948 w 171450"/>
              <a:gd name="connsiteY28" fmla="*/ 75831 h 152400"/>
              <a:gd name="connsiteX29" fmla="*/ 41114 w 171450"/>
              <a:gd name="connsiteY29" fmla="*/ 62562 h 152400"/>
              <a:gd name="connsiteX30" fmla="*/ 19049 w 171450"/>
              <a:gd name="connsiteY30" fmla="*/ 57150 h 152400"/>
              <a:gd name="connsiteX31" fmla="*/ 9524 w 171450"/>
              <a:gd name="connsiteY31" fmla="*/ 57982 h 152400"/>
              <a:gd name="connsiteX32" fmla="*/ 8164 w 171450"/>
              <a:gd name="connsiteY32" fmla="*/ 47625 h 152400"/>
              <a:gd name="connsiteX33" fmla="*/ 16328 w 171450"/>
              <a:gd name="connsiteY33" fmla="*/ 28575 h 152400"/>
              <a:gd name="connsiteX34" fmla="*/ 85724 w 171450"/>
              <a:gd name="connsiteY34"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1450" h="152400">
                <a:moveTo>
                  <a:pt x="19050" y="66675"/>
                </a:moveTo>
                <a:cubicBezTo>
                  <a:pt x="35722" y="66675"/>
                  <a:pt x="38053" y="71338"/>
                  <a:pt x="42715" y="80666"/>
                </a:cubicBezTo>
                <a:cubicBezTo>
                  <a:pt x="42764" y="80764"/>
                  <a:pt x="42813" y="80863"/>
                  <a:pt x="42863" y="80963"/>
                </a:cubicBezTo>
                <a:cubicBezTo>
                  <a:pt x="43135" y="81507"/>
                  <a:pt x="43392" y="82036"/>
                  <a:pt x="43641" y="82550"/>
                </a:cubicBezTo>
                <a:cubicBezTo>
                  <a:pt x="47750" y="91017"/>
                  <a:pt x="49804" y="95250"/>
                  <a:pt x="85725" y="95250"/>
                </a:cubicBezTo>
                <a:cubicBezTo>
                  <a:pt x="121646" y="95250"/>
                  <a:pt x="123700" y="91017"/>
                  <a:pt x="127809" y="82550"/>
                </a:cubicBezTo>
                <a:cubicBezTo>
                  <a:pt x="128058" y="82036"/>
                  <a:pt x="128315" y="81507"/>
                  <a:pt x="128588" y="80963"/>
                </a:cubicBezTo>
                <a:lnTo>
                  <a:pt x="128735" y="80666"/>
                </a:lnTo>
                <a:cubicBezTo>
                  <a:pt x="133398" y="71338"/>
                  <a:pt x="135728" y="66675"/>
                  <a:pt x="152400" y="66675"/>
                </a:cubicBezTo>
                <a:cubicBezTo>
                  <a:pt x="166688" y="66675"/>
                  <a:pt x="171450" y="71438"/>
                  <a:pt x="171450" y="85725"/>
                </a:cubicBezTo>
                <a:lnTo>
                  <a:pt x="171450" y="109538"/>
                </a:lnTo>
                <a:cubicBezTo>
                  <a:pt x="171450" y="142875"/>
                  <a:pt x="161925" y="152400"/>
                  <a:pt x="85725" y="152400"/>
                </a:cubicBezTo>
                <a:cubicBezTo>
                  <a:pt x="9525" y="152400"/>
                  <a:pt x="0" y="142875"/>
                  <a:pt x="0" y="109538"/>
                </a:cubicBezTo>
                <a:lnTo>
                  <a:pt x="0" y="85725"/>
                </a:lnTo>
                <a:cubicBezTo>
                  <a:pt x="0" y="71438"/>
                  <a:pt x="4763" y="66675"/>
                  <a:pt x="19050" y="66675"/>
                </a:cubicBezTo>
                <a:close/>
                <a:moveTo>
                  <a:pt x="85724" y="0"/>
                </a:moveTo>
                <a:cubicBezTo>
                  <a:pt x="133349" y="0"/>
                  <a:pt x="142874" y="0"/>
                  <a:pt x="155121" y="28575"/>
                </a:cubicBezTo>
                <a:lnTo>
                  <a:pt x="163285" y="47625"/>
                </a:lnTo>
                <a:cubicBezTo>
                  <a:pt x="167030" y="56363"/>
                  <a:pt x="165048" y="58619"/>
                  <a:pt x="161924" y="57982"/>
                </a:cubicBezTo>
                <a:cubicBezTo>
                  <a:pt x="158800" y="57346"/>
                  <a:pt x="155560" y="57150"/>
                  <a:pt x="152399" y="57150"/>
                </a:cubicBezTo>
                <a:cubicBezTo>
                  <a:pt x="143499" y="57150"/>
                  <a:pt x="136243" y="58320"/>
                  <a:pt x="130510" y="62434"/>
                </a:cubicBezTo>
                <a:cubicBezTo>
                  <a:pt x="125299" y="66174"/>
                  <a:pt x="122591" y="71625"/>
                  <a:pt x="120571" y="75692"/>
                </a:cubicBezTo>
                <a:cubicBezTo>
                  <a:pt x="120290" y="76257"/>
                  <a:pt x="120025" y="76879"/>
                  <a:pt x="119753" y="77517"/>
                </a:cubicBezTo>
                <a:cubicBezTo>
                  <a:pt x="118826" y="79700"/>
                  <a:pt x="117816" y="82074"/>
                  <a:pt x="115789" y="82974"/>
                </a:cubicBezTo>
                <a:cubicBezTo>
                  <a:pt x="113586" y="83953"/>
                  <a:pt x="109399" y="84874"/>
                  <a:pt x="100853" y="85363"/>
                </a:cubicBezTo>
                <a:cubicBezTo>
                  <a:pt x="96849" y="85592"/>
                  <a:pt x="91887" y="85725"/>
                  <a:pt x="85724" y="85725"/>
                </a:cubicBezTo>
                <a:cubicBezTo>
                  <a:pt x="66406" y="85725"/>
                  <a:pt x="58895" y="84412"/>
                  <a:pt x="55660" y="82974"/>
                </a:cubicBezTo>
                <a:cubicBezTo>
                  <a:pt x="53648" y="82081"/>
                  <a:pt x="52656" y="79752"/>
                  <a:pt x="51742" y="77605"/>
                </a:cubicBezTo>
                <a:cubicBezTo>
                  <a:pt x="51479" y="76986"/>
                  <a:pt x="51221" y="76381"/>
                  <a:pt x="50948" y="75831"/>
                </a:cubicBezTo>
                <a:cubicBezTo>
                  <a:pt x="48930" y="71758"/>
                  <a:pt x="46229" y="66307"/>
                  <a:pt x="41114" y="62562"/>
                </a:cubicBezTo>
                <a:cubicBezTo>
                  <a:pt x="35355" y="58344"/>
                  <a:pt x="28044" y="57150"/>
                  <a:pt x="19049" y="57150"/>
                </a:cubicBezTo>
                <a:cubicBezTo>
                  <a:pt x="15889" y="57150"/>
                  <a:pt x="12648" y="57346"/>
                  <a:pt x="9524" y="57982"/>
                </a:cubicBezTo>
                <a:cubicBezTo>
                  <a:pt x="6400" y="58619"/>
                  <a:pt x="4419" y="56363"/>
                  <a:pt x="8164" y="47625"/>
                </a:cubicBezTo>
                <a:lnTo>
                  <a:pt x="16328" y="28575"/>
                </a:lnTo>
                <a:cubicBezTo>
                  <a:pt x="28574" y="0"/>
                  <a:pt x="38099" y="0"/>
                  <a:pt x="85724" y="0"/>
                </a:cubicBezTo>
                <a:close/>
              </a:path>
            </a:pathLst>
          </a:custGeom>
          <a:solidFill>
            <a:srgbClr val="000000"/>
          </a:solidFill>
          <a:ln w="9525" cap="flat">
            <a:noFill/>
            <a:prstDash val="solid"/>
            <a:miter/>
          </a:ln>
        </p:spPr>
        <p:txBody>
          <a:bodyPr rtlCol="0" anchor="ctr"/>
          <a:lstStyle/>
          <a:p>
            <a:endParaRPr lang="ru-RU"/>
          </a:p>
        </p:txBody>
      </p:sp>
      <p:sp>
        <p:nvSpPr>
          <p:cNvPr id="715" name="Полилиния: фигура 714">
            <a:extLst>
              <a:ext uri="{FF2B5EF4-FFF2-40B4-BE49-F238E27FC236}">
                <a16:creationId xmlns:a16="http://schemas.microsoft.com/office/drawing/2014/main" id="{7B4C15CA-FED3-E767-6B2D-3E284AE66326}"/>
              </a:ext>
            </a:extLst>
          </p:cNvPr>
          <p:cNvSpPr/>
          <p:nvPr/>
        </p:nvSpPr>
        <p:spPr>
          <a:xfrm>
            <a:off x="7815021" y="1844063"/>
            <a:ext cx="171450" cy="171450"/>
          </a:xfrm>
          <a:custGeom>
            <a:avLst/>
            <a:gdLst>
              <a:gd name="connsiteX0" fmla="*/ 85725 w 171450"/>
              <a:gd name="connsiteY0" fmla="*/ 85725 h 171450"/>
              <a:gd name="connsiteX1" fmla="*/ 76200 w 171450"/>
              <a:gd name="connsiteY1" fmla="*/ 95250 h 171450"/>
              <a:gd name="connsiteX2" fmla="*/ 76200 w 171450"/>
              <a:gd name="connsiteY2" fmla="*/ 104775 h 171450"/>
              <a:gd name="connsiteX3" fmla="*/ 66675 w 171450"/>
              <a:gd name="connsiteY3" fmla="*/ 104775 h 171450"/>
              <a:gd name="connsiteX4" fmla="*/ 57150 w 171450"/>
              <a:gd name="connsiteY4" fmla="*/ 114300 h 171450"/>
              <a:gd name="connsiteX5" fmla="*/ 66675 w 171450"/>
              <a:gd name="connsiteY5" fmla="*/ 123825 h 171450"/>
              <a:gd name="connsiteX6" fmla="*/ 76200 w 171450"/>
              <a:gd name="connsiteY6" fmla="*/ 123825 h 171450"/>
              <a:gd name="connsiteX7" fmla="*/ 76200 w 171450"/>
              <a:gd name="connsiteY7" fmla="*/ 133350 h 171450"/>
              <a:gd name="connsiteX8" fmla="*/ 85725 w 171450"/>
              <a:gd name="connsiteY8" fmla="*/ 142875 h 171450"/>
              <a:gd name="connsiteX9" fmla="*/ 95250 w 171450"/>
              <a:gd name="connsiteY9" fmla="*/ 133350 h 171450"/>
              <a:gd name="connsiteX10" fmla="*/ 95250 w 171450"/>
              <a:gd name="connsiteY10" fmla="*/ 123825 h 171450"/>
              <a:gd name="connsiteX11" fmla="*/ 104775 w 171450"/>
              <a:gd name="connsiteY11" fmla="*/ 123825 h 171450"/>
              <a:gd name="connsiteX12" fmla="*/ 114300 w 171450"/>
              <a:gd name="connsiteY12" fmla="*/ 114300 h 171450"/>
              <a:gd name="connsiteX13" fmla="*/ 104775 w 171450"/>
              <a:gd name="connsiteY13" fmla="*/ 104775 h 171450"/>
              <a:gd name="connsiteX14" fmla="*/ 95250 w 171450"/>
              <a:gd name="connsiteY14" fmla="*/ 104775 h 171450"/>
              <a:gd name="connsiteX15" fmla="*/ 95250 w 171450"/>
              <a:gd name="connsiteY15" fmla="*/ 95250 h 171450"/>
              <a:gd name="connsiteX16" fmla="*/ 85725 w 171450"/>
              <a:gd name="connsiteY16" fmla="*/ 85725 h 171450"/>
              <a:gd name="connsiteX17" fmla="*/ 85725 w 171450"/>
              <a:gd name="connsiteY17" fmla="*/ 57150 h 171450"/>
              <a:gd name="connsiteX18" fmla="*/ 171450 w 171450"/>
              <a:gd name="connsiteY18" fmla="*/ 114300 h 171450"/>
              <a:gd name="connsiteX19" fmla="*/ 85725 w 171450"/>
              <a:gd name="connsiteY19" fmla="*/ 171450 h 171450"/>
              <a:gd name="connsiteX20" fmla="*/ 0 w 171450"/>
              <a:gd name="connsiteY20" fmla="*/ 114300 h 171450"/>
              <a:gd name="connsiteX21" fmla="*/ 85725 w 171450"/>
              <a:gd name="connsiteY21" fmla="*/ 57150 h 171450"/>
              <a:gd name="connsiteX22" fmla="*/ 85724 w 171450"/>
              <a:gd name="connsiteY22" fmla="*/ 28575 h 171450"/>
              <a:gd name="connsiteX23" fmla="*/ 158958 w 171450"/>
              <a:gd name="connsiteY23" fmla="*/ 48686 h 171450"/>
              <a:gd name="connsiteX24" fmla="*/ 153014 w 171450"/>
              <a:gd name="connsiteY24" fmla="*/ 56191 h 171450"/>
              <a:gd name="connsiteX25" fmla="*/ 132757 w 171450"/>
              <a:gd name="connsiteY25" fmla="*/ 51263 h 171450"/>
              <a:gd name="connsiteX26" fmla="*/ 85724 w 171450"/>
              <a:gd name="connsiteY26" fmla="*/ 48686 h 171450"/>
              <a:gd name="connsiteX27" fmla="*/ 38692 w 171450"/>
              <a:gd name="connsiteY27" fmla="*/ 51263 h 171450"/>
              <a:gd name="connsiteX28" fmla="*/ 18435 w 171450"/>
              <a:gd name="connsiteY28" fmla="*/ 56191 h 171450"/>
              <a:gd name="connsiteX29" fmla="*/ 12491 w 171450"/>
              <a:gd name="connsiteY29" fmla="*/ 48686 h 171450"/>
              <a:gd name="connsiteX30" fmla="*/ 85724 w 171450"/>
              <a:gd name="connsiteY30" fmla="*/ 28575 h 171450"/>
              <a:gd name="connsiteX31" fmla="*/ 85725 w 171450"/>
              <a:gd name="connsiteY31" fmla="*/ 0 h 171450"/>
              <a:gd name="connsiteX32" fmla="*/ 148946 w 171450"/>
              <a:gd name="connsiteY32" fmla="*/ 19050 h 171450"/>
              <a:gd name="connsiteX33" fmla="*/ 140583 w 171450"/>
              <a:gd name="connsiteY33" fmla="*/ 24059 h 171450"/>
              <a:gd name="connsiteX34" fmla="*/ 85725 w 171450"/>
              <a:gd name="connsiteY34" fmla="*/ 19050 h 171450"/>
              <a:gd name="connsiteX35" fmla="*/ 30867 w 171450"/>
              <a:gd name="connsiteY35" fmla="*/ 24059 h 171450"/>
              <a:gd name="connsiteX36" fmla="*/ 22504 w 171450"/>
              <a:gd name="connsiteY36" fmla="*/ 19050 h 171450"/>
              <a:gd name="connsiteX37" fmla="*/ 85725 w 171450"/>
              <a:gd name="connsiteY3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50" h="171450">
                <a:moveTo>
                  <a:pt x="85725" y="85725"/>
                </a:moveTo>
                <a:cubicBezTo>
                  <a:pt x="80464" y="85725"/>
                  <a:pt x="76200" y="89989"/>
                  <a:pt x="76200" y="95250"/>
                </a:cubicBezTo>
                <a:lnTo>
                  <a:pt x="76200" y="104775"/>
                </a:lnTo>
                <a:lnTo>
                  <a:pt x="66675" y="104775"/>
                </a:lnTo>
                <a:cubicBezTo>
                  <a:pt x="61415" y="104775"/>
                  <a:pt x="57150" y="109039"/>
                  <a:pt x="57150" y="114300"/>
                </a:cubicBezTo>
                <a:cubicBezTo>
                  <a:pt x="57150" y="119561"/>
                  <a:pt x="61415" y="123825"/>
                  <a:pt x="66675" y="123825"/>
                </a:cubicBezTo>
                <a:lnTo>
                  <a:pt x="76200" y="123825"/>
                </a:lnTo>
                <a:lnTo>
                  <a:pt x="76200" y="133350"/>
                </a:lnTo>
                <a:cubicBezTo>
                  <a:pt x="76200" y="138611"/>
                  <a:pt x="80464" y="142875"/>
                  <a:pt x="85725" y="142875"/>
                </a:cubicBezTo>
                <a:cubicBezTo>
                  <a:pt x="90986" y="142875"/>
                  <a:pt x="95250" y="138611"/>
                  <a:pt x="95250" y="133350"/>
                </a:cubicBezTo>
                <a:lnTo>
                  <a:pt x="95250" y="123825"/>
                </a:lnTo>
                <a:lnTo>
                  <a:pt x="104775" y="123825"/>
                </a:lnTo>
                <a:cubicBezTo>
                  <a:pt x="110036" y="123825"/>
                  <a:pt x="114300" y="119561"/>
                  <a:pt x="114300" y="114300"/>
                </a:cubicBezTo>
                <a:cubicBezTo>
                  <a:pt x="114300" y="109039"/>
                  <a:pt x="110036" y="104775"/>
                  <a:pt x="104775" y="104775"/>
                </a:cubicBezTo>
                <a:lnTo>
                  <a:pt x="95250" y="104775"/>
                </a:lnTo>
                <a:lnTo>
                  <a:pt x="95250" y="95250"/>
                </a:lnTo>
                <a:cubicBezTo>
                  <a:pt x="95250" y="89989"/>
                  <a:pt x="90986" y="85725"/>
                  <a:pt x="85725" y="85725"/>
                </a:cubicBezTo>
                <a:close/>
                <a:moveTo>
                  <a:pt x="85725" y="57150"/>
                </a:moveTo>
                <a:cubicBezTo>
                  <a:pt x="156320" y="57150"/>
                  <a:pt x="171450" y="67237"/>
                  <a:pt x="171450" y="114300"/>
                </a:cubicBezTo>
                <a:cubicBezTo>
                  <a:pt x="171450" y="161363"/>
                  <a:pt x="156320" y="171450"/>
                  <a:pt x="85725" y="171450"/>
                </a:cubicBezTo>
                <a:cubicBezTo>
                  <a:pt x="15130" y="171450"/>
                  <a:pt x="0" y="161363"/>
                  <a:pt x="0" y="114300"/>
                </a:cubicBezTo>
                <a:cubicBezTo>
                  <a:pt x="0" y="67237"/>
                  <a:pt x="15130" y="57150"/>
                  <a:pt x="85725" y="57150"/>
                </a:cubicBezTo>
                <a:close/>
                <a:moveTo>
                  <a:pt x="85724" y="28575"/>
                </a:moveTo>
                <a:cubicBezTo>
                  <a:pt x="130023" y="28575"/>
                  <a:pt x="150473" y="32742"/>
                  <a:pt x="158958" y="48686"/>
                </a:cubicBezTo>
                <a:cubicBezTo>
                  <a:pt x="162952" y="56191"/>
                  <a:pt x="159882" y="58742"/>
                  <a:pt x="153014" y="56191"/>
                </a:cubicBezTo>
                <a:cubicBezTo>
                  <a:pt x="146951" y="53940"/>
                  <a:pt x="140174" y="52372"/>
                  <a:pt x="132757" y="51263"/>
                </a:cubicBezTo>
                <a:cubicBezTo>
                  <a:pt x="119959" y="49351"/>
                  <a:pt x="104383" y="48686"/>
                  <a:pt x="85724" y="48686"/>
                </a:cubicBezTo>
                <a:cubicBezTo>
                  <a:pt x="67067" y="48686"/>
                  <a:pt x="51490" y="49351"/>
                  <a:pt x="38692" y="51263"/>
                </a:cubicBezTo>
                <a:cubicBezTo>
                  <a:pt x="31275" y="52372"/>
                  <a:pt x="24498" y="53940"/>
                  <a:pt x="18435" y="56191"/>
                </a:cubicBezTo>
                <a:cubicBezTo>
                  <a:pt x="11566" y="58742"/>
                  <a:pt x="8497" y="56191"/>
                  <a:pt x="12491" y="48686"/>
                </a:cubicBezTo>
                <a:cubicBezTo>
                  <a:pt x="20976" y="32742"/>
                  <a:pt x="41426" y="28575"/>
                  <a:pt x="85724" y="28575"/>
                </a:cubicBezTo>
                <a:close/>
                <a:moveTo>
                  <a:pt x="85725" y="0"/>
                </a:moveTo>
                <a:cubicBezTo>
                  <a:pt x="126508" y="0"/>
                  <a:pt x="143186" y="3806"/>
                  <a:pt x="148946" y="19050"/>
                </a:cubicBezTo>
                <a:cubicBezTo>
                  <a:pt x="151555" y="25955"/>
                  <a:pt x="149640" y="26688"/>
                  <a:pt x="140583" y="24059"/>
                </a:cubicBezTo>
                <a:cubicBezTo>
                  <a:pt x="126927" y="20095"/>
                  <a:pt x="108728" y="19050"/>
                  <a:pt x="85725" y="19050"/>
                </a:cubicBezTo>
                <a:cubicBezTo>
                  <a:pt x="62723" y="19050"/>
                  <a:pt x="44523" y="20095"/>
                  <a:pt x="30867" y="24059"/>
                </a:cubicBezTo>
                <a:cubicBezTo>
                  <a:pt x="21809" y="26688"/>
                  <a:pt x="19894" y="25955"/>
                  <a:pt x="22504" y="19050"/>
                </a:cubicBezTo>
                <a:cubicBezTo>
                  <a:pt x="28264" y="3806"/>
                  <a:pt x="44942" y="0"/>
                  <a:pt x="85725" y="0"/>
                </a:cubicBezTo>
                <a:close/>
              </a:path>
            </a:pathLst>
          </a:custGeom>
          <a:solidFill>
            <a:srgbClr val="000000"/>
          </a:solidFill>
          <a:ln w="9525" cap="flat">
            <a:noFill/>
            <a:prstDash val="solid"/>
            <a:miter/>
          </a:ln>
        </p:spPr>
        <p:txBody>
          <a:bodyPr rtlCol="0" anchor="ctr"/>
          <a:lstStyle/>
          <a:p>
            <a:endParaRPr lang="ru-RU"/>
          </a:p>
        </p:txBody>
      </p:sp>
      <p:sp>
        <p:nvSpPr>
          <p:cNvPr id="616" name="Рисунок 345">
            <a:extLst>
              <a:ext uri="{FF2B5EF4-FFF2-40B4-BE49-F238E27FC236}">
                <a16:creationId xmlns:a16="http://schemas.microsoft.com/office/drawing/2014/main" id="{91439C0E-A4BA-CB99-2B57-D26101518A71}"/>
              </a:ext>
            </a:extLst>
          </p:cNvPr>
          <p:cNvSpPr/>
          <p:nvPr/>
        </p:nvSpPr>
        <p:spPr>
          <a:xfrm>
            <a:off x="7815021" y="2392068"/>
            <a:ext cx="171450" cy="133350"/>
          </a:xfrm>
          <a:custGeom>
            <a:avLst/>
            <a:gdLst>
              <a:gd name="connsiteX0" fmla="*/ 152400 w 171450"/>
              <a:gd name="connsiteY0" fmla="*/ 61913 h 133350"/>
              <a:gd name="connsiteX1" fmla="*/ 150491 w 171450"/>
              <a:gd name="connsiteY1" fmla="*/ 77226 h 133350"/>
              <a:gd name="connsiteX2" fmla="*/ 171450 w 171450"/>
              <a:gd name="connsiteY2" fmla="*/ 104775 h 133350"/>
              <a:gd name="connsiteX3" fmla="*/ 142875 w 171450"/>
              <a:gd name="connsiteY3" fmla="*/ 133350 h 133350"/>
              <a:gd name="connsiteX4" fmla="*/ 38100 w 171450"/>
              <a:gd name="connsiteY4" fmla="*/ 133350 h 133350"/>
              <a:gd name="connsiteX5" fmla="*/ 4598 w 171450"/>
              <a:gd name="connsiteY5" fmla="*/ 113410 h 133350"/>
              <a:gd name="connsiteX6" fmla="*/ 0 w 171450"/>
              <a:gd name="connsiteY6" fmla="*/ 95250 h 133350"/>
              <a:gd name="connsiteX7" fmla="*/ 28677 w 171450"/>
              <a:gd name="connsiteY7" fmla="*/ 58324 h 133350"/>
              <a:gd name="connsiteX8" fmla="*/ 38100 w 171450"/>
              <a:gd name="connsiteY8" fmla="*/ 57150 h 133350"/>
              <a:gd name="connsiteX9" fmla="*/ 57150 w 171450"/>
              <a:gd name="connsiteY9" fmla="*/ 62247 h 133350"/>
              <a:gd name="connsiteX10" fmla="*/ 60500 w 171450"/>
              <a:gd name="connsiteY10" fmla="*/ 64416 h 133350"/>
              <a:gd name="connsiteX11" fmla="*/ 68409 w 171450"/>
              <a:gd name="connsiteY11" fmla="*/ 64941 h 133350"/>
              <a:gd name="connsiteX12" fmla="*/ 66680 w 171450"/>
              <a:gd name="connsiteY12" fmla="*/ 57150 h 133350"/>
              <a:gd name="connsiteX13" fmla="*/ 38100 w 171450"/>
              <a:gd name="connsiteY13" fmla="*/ 47625 h 133350"/>
              <a:gd name="connsiteX14" fmla="*/ 33338 w 171450"/>
              <a:gd name="connsiteY14" fmla="*/ 38058 h 133350"/>
              <a:gd name="connsiteX15" fmla="*/ 90488 w 171450"/>
              <a:gd name="connsiteY15" fmla="*/ 0 h 133350"/>
              <a:gd name="connsiteX16" fmla="*/ 152400 w 171450"/>
              <a:gd name="connsiteY16" fmla="*/ 61913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33350">
                <a:moveTo>
                  <a:pt x="152400" y="61913"/>
                </a:moveTo>
                <a:cubicBezTo>
                  <a:pt x="152400" y="67198"/>
                  <a:pt x="151738" y="72329"/>
                  <a:pt x="150491" y="77226"/>
                </a:cubicBezTo>
                <a:cubicBezTo>
                  <a:pt x="162576" y="80560"/>
                  <a:pt x="171450" y="91631"/>
                  <a:pt x="171450" y="104775"/>
                </a:cubicBezTo>
                <a:cubicBezTo>
                  <a:pt x="171450" y="120557"/>
                  <a:pt x="158657" y="133350"/>
                  <a:pt x="142875" y="133350"/>
                </a:cubicBezTo>
                <a:lnTo>
                  <a:pt x="38100" y="133350"/>
                </a:lnTo>
                <a:cubicBezTo>
                  <a:pt x="23634" y="133350"/>
                  <a:pt x="11050" y="125287"/>
                  <a:pt x="4598" y="113410"/>
                </a:cubicBezTo>
                <a:cubicBezTo>
                  <a:pt x="1666" y="108013"/>
                  <a:pt x="0" y="101826"/>
                  <a:pt x="0" y="95250"/>
                </a:cubicBezTo>
                <a:cubicBezTo>
                  <a:pt x="0" y="77460"/>
                  <a:pt x="12193" y="62518"/>
                  <a:pt x="28677" y="58324"/>
                </a:cubicBezTo>
                <a:cubicBezTo>
                  <a:pt x="31691" y="57558"/>
                  <a:pt x="34848" y="57150"/>
                  <a:pt x="38100" y="57150"/>
                </a:cubicBezTo>
                <a:cubicBezTo>
                  <a:pt x="45040" y="57150"/>
                  <a:pt x="51546" y="59005"/>
                  <a:pt x="57150" y="62247"/>
                </a:cubicBezTo>
                <a:cubicBezTo>
                  <a:pt x="58437" y="62992"/>
                  <a:pt x="59531" y="63746"/>
                  <a:pt x="60500" y="64416"/>
                </a:cubicBezTo>
                <a:cubicBezTo>
                  <a:pt x="63649" y="66589"/>
                  <a:pt x="65490" y="67860"/>
                  <a:pt x="68409" y="64941"/>
                </a:cubicBezTo>
                <a:cubicBezTo>
                  <a:pt x="69912" y="63438"/>
                  <a:pt x="71109" y="60478"/>
                  <a:pt x="66680" y="57150"/>
                </a:cubicBezTo>
                <a:cubicBezTo>
                  <a:pt x="58719" y="51169"/>
                  <a:pt x="48823" y="47625"/>
                  <a:pt x="38100" y="47625"/>
                </a:cubicBezTo>
                <a:cubicBezTo>
                  <a:pt x="33338" y="47625"/>
                  <a:pt x="30912" y="43861"/>
                  <a:pt x="33338" y="38058"/>
                </a:cubicBezTo>
                <a:cubicBezTo>
                  <a:pt x="42678" y="15707"/>
                  <a:pt x="64748" y="0"/>
                  <a:pt x="90488" y="0"/>
                </a:cubicBezTo>
                <a:cubicBezTo>
                  <a:pt x="124681" y="0"/>
                  <a:pt x="152400" y="27719"/>
                  <a:pt x="152400" y="61913"/>
                </a:cubicBezTo>
                <a:close/>
              </a:path>
            </a:pathLst>
          </a:custGeom>
          <a:solidFill>
            <a:srgbClr val="000000"/>
          </a:solidFill>
          <a:ln w="9525" cap="flat">
            <a:noFill/>
            <a:prstDash val="solid"/>
            <a:miter/>
          </a:ln>
        </p:spPr>
        <p:txBody>
          <a:bodyPr rtlCol="0" anchor="ctr"/>
          <a:lstStyle/>
          <a:p>
            <a:endParaRPr lang="ru-RU"/>
          </a:p>
        </p:txBody>
      </p:sp>
      <p:sp>
        <p:nvSpPr>
          <p:cNvPr id="720" name="Полилиния: фигура 719">
            <a:extLst>
              <a:ext uri="{FF2B5EF4-FFF2-40B4-BE49-F238E27FC236}">
                <a16:creationId xmlns:a16="http://schemas.microsoft.com/office/drawing/2014/main" id="{E5DADBDD-D9D9-63F5-FB2B-0CA70A82C3E3}"/>
              </a:ext>
            </a:extLst>
          </p:cNvPr>
          <p:cNvSpPr/>
          <p:nvPr/>
        </p:nvSpPr>
        <p:spPr>
          <a:xfrm>
            <a:off x="7824545" y="2882002"/>
            <a:ext cx="152401" cy="152399"/>
          </a:xfrm>
          <a:custGeom>
            <a:avLst/>
            <a:gdLst>
              <a:gd name="connsiteX0" fmla="*/ 91694 w 152401"/>
              <a:gd name="connsiteY0" fmla="*/ 41562 h 152399"/>
              <a:gd name="connsiteX1" fmla="*/ 110731 w 152401"/>
              <a:gd name="connsiteY1" fmla="*/ 60619 h 152399"/>
              <a:gd name="connsiteX2" fmla="*/ 110731 w 152401"/>
              <a:gd name="connsiteY2" fmla="*/ 79676 h 152399"/>
              <a:gd name="connsiteX3" fmla="*/ 47591 w 152401"/>
              <a:gd name="connsiteY3" fmla="*/ 142871 h 152399"/>
              <a:gd name="connsiteX4" fmla="*/ 9518 w 152401"/>
              <a:gd name="connsiteY4" fmla="*/ 152399 h 152399"/>
              <a:gd name="connsiteX5" fmla="*/ 0 w 152401"/>
              <a:gd name="connsiteY5" fmla="*/ 142871 h 152399"/>
              <a:gd name="connsiteX6" fmla="*/ 9518 w 152401"/>
              <a:gd name="connsiteY6" fmla="*/ 104758 h 152399"/>
              <a:gd name="connsiteX7" fmla="*/ 72435 w 152401"/>
              <a:gd name="connsiteY7" fmla="*/ 41786 h 152399"/>
              <a:gd name="connsiteX8" fmla="*/ 91694 w 152401"/>
              <a:gd name="connsiteY8" fmla="*/ 41562 h 152399"/>
              <a:gd name="connsiteX9" fmla="*/ 120359 w 152401"/>
              <a:gd name="connsiteY9" fmla="*/ 299 h 152399"/>
              <a:gd name="connsiteX10" fmla="*/ 142870 w 152401"/>
              <a:gd name="connsiteY10" fmla="*/ 9529 h 152399"/>
              <a:gd name="connsiteX11" fmla="*/ 142870 w 152401"/>
              <a:gd name="connsiteY11" fmla="*/ 47712 h 152399"/>
              <a:gd name="connsiteX12" fmla="*/ 114242 w 152401"/>
              <a:gd name="connsiteY12" fmla="*/ 47711 h 152399"/>
              <a:gd name="connsiteX13" fmla="*/ 104700 w 152401"/>
              <a:gd name="connsiteY13" fmla="*/ 38166 h 152399"/>
              <a:gd name="connsiteX14" fmla="*/ 104700 w 152401"/>
              <a:gd name="connsiteY14" fmla="*/ 9528 h 152399"/>
              <a:gd name="connsiteX15" fmla="*/ 120359 w 152401"/>
              <a:gd name="connsiteY15" fmla="*/ 299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401" h="152399">
                <a:moveTo>
                  <a:pt x="91694" y="41562"/>
                </a:moveTo>
                <a:lnTo>
                  <a:pt x="110731" y="60619"/>
                </a:lnTo>
                <a:cubicBezTo>
                  <a:pt x="115490" y="65382"/>
                  <a:pt x="115490" y="74911"/>
                  <a:pt x="110731" y="79676"/>
                </a:cubicBezTo>
                <a:cubicBezTo>
                  <a:pt x="98238" y="92181"/>
                  <a:pt x="65394" y="125050"/>
                  <a:pt x="47591" y="142871"/>
                </a:cubicBezTo>
                <a:cubicBezTo>
                  <a:pt x="40693" y="149777"/>
                  <a:pt x="23796" y="152399"/>
                  <a:pt x="9518" y="152399"/>
                </a:cubicBezTo>
                <a:cubicBezTo>
                  <a:pt x="4759" y="152399"/>
                  <a:pt x="0" y="147636"/>
                  <a:pt x="0" y="142871"/>
                </a:cubicBezTo>
                <a:cubicBezTo>
                  <a:pt x="0" y="128579"/>
                  <a:pt x="2620" y="111663"/>
                  <a:pt x="9518" y="104758"/>
                </a:cubicBezTo>
                <a:cubicBezTo>
                  <a:pt x="27321" y="86937"/>
                  <a:pt x="59942" y="54292"/>
                  <a:pt x="72435" y="41786"/>
                </a:cubicBezTo>
                <a:cubicBezTo>
                  <a:pt x="77193" y="37022"/>
                  <a:pt x="86935" y="36798"/>
                  <a:pt x="91694" y="41562"/>
                </a:cubicBezTo>
                <a:close/>
                <a:moveTo>
                  <a:pt x="120359" y="299"/>
                </a:moveTo>
                <a:cubicBezTo>
                  <a:pt x="126826" y="-843"/>
                  <a:pt x="134435" y="1092"/>
                  <a:pt x="142870" y="9529"/>
                </a:cubicBezTo>
                <a:cubicBezTo>
                  <a:pt x="159739" y="26403"/>
                  <a:pt x="150624" y="39956"/>
                  <a:pt x="142870" y="47712"/>
                </a:cubicBezTo>
                <a:cubicBezTo>
                  <a:pt x="130309" y="60278"/>
                  <a:pt x="126431" y="60314"/>
                  <a:pt x="114242" y="47711"/>
                </a:cubicBezTo>
                <a:lnTo>
                  <a:pt x="104700" y="38166"/>
                </a:lnTo>
                <a:cubicBezTo>
                  <a:pt x="92103" y="25450"/>
                  <a:pt x="92100" y="22131"/>
                  <a:pt x="104700" y="9528"/>
                </a:cubicBezTo>
                <a:cubicBezTo>
                  <a:pt x="108567" y="5660"/>
                  <a:pt x="113892" y="1441"/>
                  <a:pt x="120359" y="299"/>
                </a:cubicBezTo>
                <a:close/>
              </a:path>
            </a:pathLst>
          </a:custGeom>
          <a:solidFill>
            <a:srgbClr val="000000"/>
          </a:solidFill>
          <a:ln w="9525" cap="flat">
            <a:noFill/>
            <a:prstDash val="solid"/>
            <a:miter/>
          </a:ln>
        </p:spPr>
        <p:txBody>
          <a:bodyPr rtlCol="0" anchor="ctr"/>
          <a:lstStyle/>
          <a:p>
            <a:endParaRPr lang="ru-RU"/>
          </a:p>
        </p:txBody>
      </p:sp>
      <p:sp>
        <p:nvSpPr>
          <p:cNvPr id="724" name="Полилиния: фигура 723">
            <a:extLst>
              <a:ext uri="{FF2B5EF4-FFF2-40B4-BE49-F238E27FC236}">
                <a16:creationId xmlns:a16="http://schemas.microsoft.com/office/drawing/2014/main" id="{896F603A-8130-0E33-7D39-082C3BC5D422}"/>
              </a:ext>
            </a:extLst>
          </p:cNvPr>
          <p:cNvSpPr/>
          <p:nvPr/>
        </p:nvSpPr>
        <p:spPr>
          <a:xfrm>
            <a:off x="7805496" y="3391600"/>
            <a:ext cx="180975" cy="171450"/>
          </a:xfrm>
          <a:custGeom>
            <a:avLst/>
            <a:gdLst>
              <a:gd name="connsiteX0" fmla="*/ 123825 w 180975"/>
              <a:gd name="connsiteY0" fmla="*/ 67013 h 171450"/>
              <a:gd name="connsiteX1" fmla="*/ 180975 w 180975"/>
              <a:gd name="connsiteY1" fmla="*/ 119062 h 171450"/>
              <a:gd name="connsiteX2" fmla="*/ 104775 w 180975"/>
              <a:gd name="connsiteY2" fmla="*/ 171450 h 171450"/>
              <a:gd name="connsiteX3" fmla="*/ 102376 w 180975"/>
              <a:gd name="connsiteY3" fmla="*/ 163930 h 171450"/>
              <a:gd name="connsiteX4" fmla="*/ 112034 w 180975"/>
              <a:gd name="connsiteY4" fmla="*/ 136718 h 171450"/>
              <a:gd name="connsiteX5" fmla="*/ 114300 w 180975"/>
              <a:gd name="connsiteY5" fmla="*/ 95250 h 171450"/>
              <a:gd name="connsiteX6" fmla="*/ 113970 w 180975"/>
              <a:gd name="connsiteY6" fmla="*/ 76200 h 171450"/>
              <a:gd name="connsiteX7" fmla="*/ 123825 w 180975"/>
              <a:gd name="connsiteY7" fmla="*/ 67013 h 171450"/>
              <a:gd name="connsiteX8" fmla="*/ 52388 w 180975"/>
              <a:gd name="connsiteY8" fmla="*/ 19050 h 171450"/>
              <a:gd name="connsiteX9" fmla="*/ 104775 w 180975"/>
              <a:gd name="connsiteY9" fmla="*/ 95250 h 171450"/>
              <a:gd name="connsiteX10" fmla="*/ 52388 w 180975"/>
              <a:gd name="connsiteY10" fmla="*/ 171450 h 171450"/>
              <a:gd name="connsiteX11" fmla="*/ 0 w 180975"/>
              <a:gd name="connsiteY11" fmla="*/ 95250 h 171450"/>
              <a:gd name="connsiteX12" fmla="*/ 52388 w 180975"/>
              <a:gd name="connsiteY12" fmla="*/ 19050 h 171450"/>
              <a:gd name="connsiteX13" fmla="*/ 104775 w 180975"/>
              <a:gd name="connsiteY13" fmla="*/ 0 h 171450"/>
              <a:gd name="connsiteX14" fmla="*/ 141276 w 180975"/>
              <a:gd name="connsiteY14" fmla="*/ 11124 h 171450"/>
              <a:gd name="connsiteX15" fmla="*/ 151343 w 180975"/>
              <a:gd name="connsiteY15" fmla="*/ 32742 h 171450"/>
              <a:gd name="connsiteX16" fmla="*/ 157665 w 180975"/>
              <a:gd name="connsiteY16" fmla="*/ 29581 h 171450"/>
              <a:gd name="connsiteX17" fmla="*/ 170444 w 180975"/>
              <a:gd name="connsiteY17" fmla="*/ 33840 h 171450"/>
              <a:gd name="connsiteX18" fmla="*/ 166185 w 180975"/>
              <a:gd name="connsiteY18" fmla="*/ 46619 h 171450"/>
              <a:gd name="connsiteX19" fmla="*/ 147135 w 180975"/>
              <a:gd name="connsiteY19" fmla="*/ 56144 h 171450"/>
              <a:gd name="connsiteX20" fmla="*/ 138615 w 180975"/>
              <a:gd name="connsiteY20" fmla="*/ 56144 h 171450"/>
              <a:gd name="connsiteX21" fmla="*/ 119565 w 180975"/>
              <a:gd name="connsiteY21" fmla="*/ 46619 h 171450"/>
              <a:gd name="connsiteX22" fmla="*/ 115306 w 180975"/>
              <a:gd name="connsiteY22" fmla="*/ 33840 h 171450"/>
              <a:gd name="connsiteX23" fmla="*/ 128085 w 180975"/>
              <a:gd name="connsiteY23" fmla="*/ 29581 h 171450"/>
              <a:gd name="connsiteX24" fmla="*/ 131511 w 180975"/>
              <a:gd name="connsiteY24" fmla="*/ 31294 h 171450"/>
              <a:gd name="connsiteX25" fmla="*/ 127805 w 180975"/>
              <a:gd name="connsiteY25" fmla="*/ 24595 h 171450"/>
              <a:gd name="connsiteX26" fmla="*/ 104775 w 180975"/>
              <a:gd name="connsiteY26" fmla="*/ 19050 h 171450"/>
              <a:gd name="connsiteX27" fmla="*/ 95250 w 180975"/>
              <a:gd name="connsiteY27" fmla="*/ 9525 h 171450"/>
              <a:gd name="connsiteX28" fmla="*/ 104775 w 180975"/>
              <a:gd name="connsiteY28"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0975" h="171450">
                <a:moveTo>
                  <a:pt x="123825" y="67013"/>
                </a:moveTo>
                <a:cubicBezTo>
                  <a:pt x="173333" y="69024"/>
                  <a:pt x="180975" y="80670"/>
                  <a:pt x="180975" y="119062"/>
                </a:cubicBezTo>
                <a:cubicBezTo>
                  <a:pt x="180975" y="161925"/>
                  <a:pt x="171450" y="171450"/>
                  <a:pt x="104775" y="171450"/>
                </a:cubicBezTo>
                <a:cubicBezTo>
                  <a:pt x="100012" y="171450"/>
                  <a:pt x="100012" y="167203"/>
                  <a:pt x="102376" y="163930"/>
                </a:cubicBezTo>
                <a:cubicBezTo>
                  <a:pt x="107517" y="156813"/>
                  <a:pt x="110369" y="147660"/>
                  <a:pt x="112034" y="136718"/>
                </a:cubicBezTo>
                <a:cubicBezTo>
                  <a:pt x="113706" y="125722"/>
                  <a:pt x="114300" y="112048"/>
                  <a:pt x="114300" y="95250"/>
                </a:cubicBezTo>
                <a:cubicBezTo>
                  <a:pt x="114300" y="88388"/>
                  <a:pt x="114201" y="82048"/>
                  <a:pt x="113970" y="76200"/>
                </a:cubicBezTo>
                <a:cubicBezTo>
                  <a:pt x="113705" y="69509"/>
                  <a:pt x="116091" y="66697"/>
                  <a:pt x="123825" y="67013"/>
                </a:cubicBezTo>
                <a:close/>
                <a:moveTo>
                  <a:pt x="52388" y="19050"/>
                </a:moveTo>
                <a:cubicBezTo>
                  <a:pt x="95250" y="19050"/>
                  <a:pt x="104775" y="28575"/>
                  <a:pt x="104775" y="95250"/>
                </a:cubicBezTo>
                <a:cubicBezTo>
                  <a:pt x="104775" y="161925"/>
                  <a:pt x="95250" y="171450"/>
                  <a:pt x="52388" y="171450"/>
                </a:cubicBezTo>
                <a:cubicBezTo>
                  <a:pt x="9525" y="171450"/>
                  <a:pt x="0" y="161925"/>
                  <a:pt x="0" y="95250"/>
                </a:cubicBezTo>
                <a:cubicBezTo>
                  <a:pt x="0" y="28575"/>
                  <a:pt x="9525" y="19050"/>
                  <a:pt x="52388" y="19050"/>
                </a:cubicBezTo>
                <a:close/>
                <a:moveTo>
                  <a:pt x="104775" y="0"/>
                </a:moveTo>
                <a:cubicBezTo>
                  <a:pt x="119590" y="0"/>
                  <a:pt x="132498" y="2346"/>
                  <a:pt x="141276" y="11124"/>
                </a:cubicBezTo>
                <a:cubicBezTo>
                  <a:pt x="146955" y="16802"/>
                  <a:pt x="149941" y="24209"/>
                  <a:pt x="151343" y="32742"/>
                </a:cubicBezTo>
                <a:lnTo>
                  <a:pt x="157665" y="29581"/>
                </a:lnTo>
                <a:cubicBezTo>
                  <a:pt x="162371" y="27228"/>
                  <a:pt x="168091" y="29135"/>
                  <a:pt x="170444" y="33840"/>
                </a:cubicBezTo>
                <a:cubicBezTo>
                  <a:pt x="172797" y="38545"/>
                  <a:pt x="170890" y="44267"/>
                  <a:pt x="166185" y="46619"/>
                </a:cubicBezTo>
                <a:lnTo>
                  <a:pt x="147135" y="56144"/>
                </a:lnTo>
                <a:cubicBezTo>
                  <a:pt x="144453" y="57485"/>
                  <a:pt x="141297" y="57485"/>
                  <a:pt x="138615" y="56144"/>
                </a:cubicBezTo>
                <a:lnTo>
                  <a:pt x="119565" y="46619"/>
                </a:lnTo>
                <a:cubicBezTo>
                  <a:pt x="114860" y="44267"/>
                  <a:pt x="112953" y="38545"/>
                  <a:pt x="115306" y="33840"/>
                </a:cubicBezTo>
                <a:cubicBezTo>
                  <a:pt x="117659" y="29135"/>
                  <a:pt x="123379" y="27228"/>
                  <a:pt x="128085" y="29581"/>
                </a:cubicBezTo>
                <a:lnTo>
                  <a:pt x="131511" y="31294"/>
                </a:lnTo>
                <a:cubicBezTo>
                  <a:pt x="130538" y="28119"/>
                  <a:pt x="129248" y="26037"/>
                  <a:pt x="127805" y="24595"/>
                </a:cubicBezTo>
                <a:cubicBezTo>
                  <a:pt x="124677" y="21466"/>
                  <a:pt x="118535" y="19050"/>
                  <a:pt x="104775" y="19050"/>
                </a:cubicBezTo>
                <a:cubicBezTo>
                  <a:pt x="99514" y="19050"/>
                  <a:pt x="95250" y="14785"/>
                  <a:pt x="95250" y="9525"/>
                </a:cubicBezTo>
                <a:cubicBezTo>
                  <a:pt x="95250" y="4265"/>
                  <a:pt x="99514" y="0"/>
                  <a:pt x="104775" y="0"/>
                </a:cubicBezTo>
                <a:close/>
              </a:path>
            </a:pathLst>
          </a:custGeom>
          <a:solidFill>
            <a:srgbClr val="000000"/>
          </a:solidFill>
          <a:ln w="9525" cap="flat">
            <a:noFill/>
            <a:prstDash val="solid"/>
            <a:miter/>
          </a:ln>
        </p:spPr>
        <p:txBody>
          <a:bodyPr rtlCol="0" anchor="ctr"/>
          <a:lstStyle/>
          <a:p>
            <a:endParaRPr lang="ru-RU"/>
          </a:p>
        </p:txBody>
      </p:sp>
      <p:sp>
        <p:nvSpPr>
          <p:cNvPr id="624" name="Рисунок 413">
            <a:extLst>
              <a:ext uri="{FF2B5EF4-FFF2-40B4-BE49-F238E27FC236}">
                <a16:creationId xmlns:a16="http://schemas.microsoft.com/office/drawing/2014/main" id="{F5033DBF-48BA-3F2B-1209-0C2CE6110A29}"/>
              </a:ext>
            </a:extLst>
          </p:cNvPr>
          <p:cNvSpPr/>
          <p:nvPr/>
        </p:nvSpPr>
        <p:spPr>
          <a:xfrm>
            <a:off x="7815021" y="3881273"/>
            <a:ext cx="171450" cy="171404"/>
          </a:xfrm>
          <a:custGeom>
            <a:avLst/>
            <a:gdLst>
              <a:gd name="connsiteX0" fmla="*/ 57150 w 171450"/>
              <a:gd name="connsiteY0" fmla="*/ 170384 h 171404"/>
              <a:gd name="connsiteX1" fmla="*/ 0 w 171450"/>
              <a:gd name="connsiteY1" fmla="*/ 85725 h 171404"/>
              <a:gd name="connsiteX2" fmla="*/ 85725 w 171450"/>
              <a:gd name="connsiteY2" fmla="*/ 0 h 171404"/>
              <a:gd name="connsiteX3" fmla="*/ 171450 w 171450"/>
              <a:gd name="connsiteY3" fmla="*/ 85725 h 171404"/>
              <a:gd name="connsiteX4" fmla="*/ 114300 w 171450"/>
              <a:gd name="connsiteY4" fmla="*/ 170384 h 171404"/>
              <a:gd name="connsiteX5" fmla="*/ 95250 w 171450"/>
              <a:gd name="connsiteY5" fmla="*/ 152401 h 171404"/>
              <a:gd name="connsiteX6" fmla="*/ 95250 w 171450"/>
              <a:gd name="connsiteY6" fmla="*/ 76200 h 171404"/>
              <a:gd name="connsiteX7" fmla="*/ 118110 w 171450"/>
              <a:gd name="connsiteY7" fmla="*/ 93345 h 171404"/>
              <a:gd name="connsiteX8" fmla="*/ 131445 w 171450"/>
              <a:gd name="connsiteY8" fmla="*/ 91440 h 171404"/>
              <a:gd name="connsiteX9" fmla="*/ 129540 w 171450"/>
              <a:gd name="connsiteY9" fmla="*/ 78105 h 171404"/>
              <a:gd name="connsiteX10" fmla="*/ 91440 w 171450"/>
              <a:gd name="connsiteY10" fmla="*/ 49530 h 171404"/>
              <a:gd name="connsiteX11" fmla="*/ 80010 w 171450"/>
              <a:gd name="connsiteY11" fmla="*/ 49530 h 171404"/>
              <a:gd name="connsiteX12" fmla="*/ 41910 w 171450"/>
              <a:gd name="connsiteY12" fmla="*/ 78105 h 171404"/>
              <a:gd name="connsiteX13" fmla="*/ 40005 w 171450"/>
              <a:gd name="connsiteY13" fmla="*/ 91440 h 171404"/>
              <a:gd name="connsiteX14" fmla="*/ 53340 w 171450"/>
              <a:gd name="connsiteY14" fmla="*/ 93345 h 171404"/>
              <a:gd name="connsiteX15" fmla="*/ 76200 w 171450"/>
              <a:gd name="connsiteY15" fmla="*/ 76200 h 171404"/>
              <a:gd name="connsiteX16" fmla="*/ 76200 w 171450"/>
              <a:gd name="connsiteY16" fmla="*/ 152401 h 171404"/>
              <a:gd name="connsiteX17" fmla="*/ 57150 w 171450"/>
              <a:gd name="connsiteY17" fmla="*/ 170384 h 171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71404">
                <a:moveTo>
                  <a:pt x="57150" y="170384"/>
                </a:moveTo>
                <a:cubicBezTo>
                  <a:pt x="10867" y="166201"/>
                  <a:pt x="0" y="146685"/>
                  <a:pt x="0" y="85725"/>
                </a:cubicBezTo>
                <a:cubicBezTo>
                  <a:pt x="0" y="19050"/>
                  <a:pt x="9525" y="0"/>
                  <a:pt x="85725" y="0"/>
                </a:cubicBezTo>
                <a:cubicBezTo>
                  <a:pt x="161925" y="0"/>
                  <a:pt x="171450" y="19050"/>
                  <a:pt x="171450" y="85725"/>
                </a:cubicBezTo>
                <a:cubicBezTo>
                  <a:pt x="171450" y="147637"/>
                  <a:pt x="160583" y="166201"/>
                  <a:pt x="114300" y="170384"/>
                </a:cubicBezTo>
                <a:cubicBezTo>
                  <a:pt x="95250" y="172106"/>
                  <a:pt x="95250" y="174308"/>
                  <a:pt x="95250" y="152401"/>
                </a:cubicBezTo>
                <a:lnTo>
                  <a:pt x="95250" y="76200"/>
                </a:lnTo>
                <a:lnTo>
                  <a:pt x="118110" y="93345"/>
                </a:lnTo>
                <a:cubicBezTo>
                  <a:pt x="122318" y="96501"/>
                  <a:pt x="128288" y="95649"/>
                  <a:pt x="131445" y="91440"/>
                </a:cubicBezTo>
                <a:cubicBezTo>
                  <a:pt x="134602" y="87232"/>
                  <a:pt x="133748" y="81261"/>
                  <a:pt x="129540" y="78105"/>
                </a:cubicBezTo>
                <a:lnTo>
                  <a:pt x="91440" y="49530"/>
                </a:lnTo>
                <a:cubicBezTo>
                  <a:pt x="88053" y="46990"/>
                  <a:pt x="83397" y="46990"/>
                  <a:pt x="80010" y="49530"/>
                </a:cubicBezTo>
                <a:lnTo>
                  <a:pt x="41910" y="78105"/>
                </a:lnTo>
                <a:cubicBezTo>
                  <a:pt x="37702" y="81261"/>
                  <a:pt x="36849" y="87232"/>
                  <a:pt x="40005" y="91440"/>
                </a:cubicBezTo>
                <a:cubicBezTo>
                  <a:pt x="43161" y="95649"/>
                  <a:pt x="49132" y="96501"/>
                  <a:pt x="53340" y="93345"/>
                </a:cubicBezTo>
                <a:lnTo>
                  <a:pt x="76200" y="76200"/>
                </a:lnTo>
                <a:lnTo>
                  <a:pt x="76200" y="152401"/>
                </a:lnTo>
                <a:cubicBezTo>
                  <a:pt x="76200" y="174308"/>
                  <a:pt x="76200" y="172106"/>
                  <a:pt x="57150" y="170384"/>
                </a:cubicBezTo>
                <a:close/>
              </a:path>
            </a:pathLst>
          </a:custGeom>
          <a:solidFill>
            <a:srgbClr val="000000"/>
          </a:solidFill>
          <a:ln w="9525" cap="flat">
            <a:noFill/>
            <a:prstDash val="solid"/>
            <a:miter/>
          </a:ln>
        </p:spPr>
        <p:txBody>
          <a:bodyPr rtlCol="0" anchor="ctr"/>
          <a:lstStyle/>
          <a:p>
            <a:endParaRPr lang="ru-RU"/>
          </a:p>
        </p:txBody>
      </p:sp>
      <p:sp>
        <p:nvSpPr>
          <p:cNvPr id="716" name="Полилиния: фигура 715">
            <a:extLst>
              <a:ext uri="{FF2B5EF4-FFF2-40B4-BE49-F238E27FC236}">
                <a16:creationId xmlns:a16="http://schemas.microsoft.com/office/drawing/2014/main" id="{6BB9C794-10F8-3485-6E9B-59E45E441272}"/>
              </a:ext>
            </a:extLst>
          </p:cNvPr>
          <p:cNvSpPr/>
          <p:nvPr/>
        </p:nvSpPr>
        <p:spPr>
          <a:xfrm>
            <a:off x="8233858" y="1863113"/>
            <a:ext cx="171450" cy="142875"/>
          </a:xfrm>
          <a:custGeom>
            <a:avLst/>
            <a:gdLst>
              <a:gd name="connsiteX0" fmla="*/ 66675 w 171450"/>
              <a:gd name="connsiteY0" fmla="*/ 76200 h 142875"/>
              <a:gd name="connsiteX1" fmla="*/ 57150 w 171450"/>
              <a:gd name="connsiteY1" fmla="*/ 85725 h 142875"/>
              <a:gd name="connsiteX2" fmla="*/ 66675 w 171450"/>
              <a:gd name="connsiteY2" fmla="*/ 95250 h 142875"/>
              <a:gd name="connsiteX3" fmla="*/ 104775 w 171450"/>
              <a:gd name="connsiteY3" fmla="*/ 95250 h 142875"/>
              <a:gd name="connsiteX4" fmla="*/ 114300 w 171450"/>
              <a:gd name="connsiteY4" fmla="*/ 85725 h 142875"/>
              <a:gd name="connsiteX5" fmla="*/ 104775 w 171450"/>
              <a:gd name="connsiteY5" fmla="*/ 76200 h 142875"/>
              <a:gd name="connsiteX6" fmla="*/ 19050 w 171450"/>
              <a:gd name="connsiteY6" fmla="*/ 47625 h 142875"/>
              <a:gd name="connsiteX7" fmla="*/ 152400 w 171450"/>
              <a:gd name="connsiteY7" fmla="*/ 47625 h 142875"/>
              <a:gd name="connsiteX8" fmla="*/ 161226 w 171450"/>
              <a:gd name="connsiteY8" fmla="*/ 57150 h 142875"/>
              <a:gd name="connsiteX9" fmla="*/ 161925 w 171450"/>
              <a:gd name="connsiteY9" fmla="*/ 76200 h 142875"/>
              <a:gd name="connsiteX10" fmla="*/ 85725 w 171450"/>
              <a:gd name="connsiteY10" fmla="*/ 142875 h 142875"/>
              <a:gd name="connsiteX11" fmla="*/ 9525 w 171450"/>
              <a:gd name="connsiteY11" fmla="*/ 76200 h 142875"/>
              <a:gd name="connsiteX12" fmla="*/ 10224 w 171450"/>
              <a:gd name="connsiteY12" fmla="*/ 57150 h 142875"/>
              <a:gd name="connsiteX13" fmla="*/ 19050 w 171450"/>
              <a:gd name="connsiteY13" fmla="*/ 47625 h 142875"/>
              <a:gd name="connsiteX14" fmla="*/ 28575 w 171450"/>
              <a:gd name="connsiteY14" fmla="*/ 0 h 142875"/>
              <a:gd name="connsiteX15" fmla="*/ 142875 w 171450"/>
              <a:gd name="connsiteY15" fmla="*/ 0 h 142875"/>
              <a:gd name="connsiteX16" fmla="*/ 171450 w 171450"/>
              <a:gd name="connsiteY16" fmla="*/ 19050 h 142875"/>
              <a:gd name="connsiteX17" fmla="*/ 142875 w 171450"/>
              <a:gd name="connsiteY17" fmla="*/ 38100 h 142875"/>
              <a:gd name="connsiteX18" fmla="*/ 28575 w 171450"/>
              <a:gd name="connsiteY18" fmla="*/ 38100 h 142875"/>
              <a:gd name="connsiteX19" fmla="*/ 0 w 171450"/>
              <a:gd name="connsiteY19" fmla="*/ 19050 h 142875"/>
              <a:gd name="connsiteX20" fmla="*/ 28575 w 171450"/>
              <a:gd name="connsiteY20"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1450" h="142875">
                <a:moveTo>
                  <a:pt x="66675" y="76200"/>
                </a:moveTo>
                <a:cubicBezTo>
                  <a:pt x="61415" y="76200"/>
                  <a:pt x="57150" y="80464"/>
                  <a:pt x="57150" y="85725"/>
                </a:cubicBezTo>
                <a:cubicBezTo>
                  <a:pt x="57150" y="90986"/>
                  <a:pt x="61415" y="95250"/>
                  <a:pt x="66675" y="95250"/>
                </a:cubicBezTo>
                <a:lnTo>
                  <a:pt x="104775" y="95250"/>
                </a:lnTo>
                <a:cubicBezTo>
                  <a:pt x="110036" y="95250"/>
                  <a:pt x="114300" y="90986"/>
                  <a:pt x="114300" y="85725"/>
                </a:cubicBezTo>
                <a:cubicBezTo>
                  <a:pt x="114300" y="80464"/>
                  <a:pt x="110036" y="76200"/>
                  <a:pt x="104775" y="76200"/>
                </a:cubicBezTo>
                <a:close/>
                <a:moveTo>
                  <a:pt x="19050" y="47625"/>
                </a:moveTo>
                <a:lnTo>
                  <a:pt x="152400" y="47625"/>
                </a:lnTo>
                <a:cubicBezTo>
                  <a:pt x="157163" y="47625"/>
                  <a:pt x="160735" y="51332"/>
                  <a:pt x="161226" y="57150"/>
                </a:cubicBezTo>
                <a:cubicBezTo>
                  <a:pt x="161717" y="62968"/>
                  <a:pt x="161925" y="69307"/>
                  <a:pt x="161925" y="76200"/>
                </a:cubicBezTo>
                <a:cubicBezTo>
                  <a:pt x="161925" y="138113"/>
                  <a:pt x="152400" y="142875"/>
                  <a:pt x="85725" y="142875"/>
                </a:cubicBezTo>
                <a:cubicBezTo>
                  <a:pt x="19050" y="142875"/>
                  <a:pt x="9525" y="138113"/>
                  <a:pt x="9525" y="76200"/>
                </a:cubicBezTo>
                <a:cubicBezTo>
                  <a:pt x="9525" y="69307"/>
                  <a:pt x="9733" y="62968"/>
                  <a:pt x="10224" y="57150"/>
                </a:cubicBezTo>
                <a:cubicBezTo>
                  <a:pt x="10715" y="51332"/>
                  <a:pt x="14288" y="47625"/>
                  <a:pt x="19050" y="47625"/>
                </a:cubicBezTo>
                <a:close/>
                <a:moveTo>
                  <a:pt x="28575" y="0"/>
                </a:moveTo>
                <a:lnTo>
                  <a:pt x="142875" y="0"/>
                </a:lnTo>
                <a:cubicBezTo>
                  <a:pt x="165646" y="0"/>
                  <a:pt x="171450" y="0"/>
                  <a:pt x="171450" y="19050"/>
                </a:cubicBezTo>
                <a:cubicBezTo>
                  <a:pt x="171450" y="38100"/>
                  <a:pt x="165646" y="38100"/>
                  <a:pt x="142875" y="38100"/>
                </a:cubicBezTo>
                <a:lnTo>
                  <a:pt x="28575" y="38100"/>
                </a:lnTo>
                <a:cubicBezTo>
                  <a:pt x="5803" y="38100"/>
                  <a:pt x="0" y="38100"/>
                  <a:pt x="0" y="19050"/>
                </a:cubicBezTo>
                <a:cubicBezTo>
                  <a:pt x="0" y="0"/>
                  <a:pt x="5803" y="0"/>
                  <a:pt x="28575" y="0"/>
                </a:cubicBezTo>
                <a:close/>
              </a:path>
            </a:pathLst>
          </a:custGeom>
          <a:solidFill>
            <a:srgbClr val="000000"/>
          </a:solidFill>
          <a:ln w="9525" cap="flat">
            <a:noFill/>
            <a:prstDash val="solid"/>
            <a:miter/>
          </a:ln>
        </p:spPr>
        <p:txBody>
          <a:bodyPr rtlCol="0" anchor="ctr"/>
          <a:lstStyle/>
          <a:p>
            <a:endParaRPr lang="ru-RU"/>
          </a:p>
        </p:txBody>
      </p:sp>
      <p:sp>
        <p:nvSpPr>
          <p:cNvPr id="718" name="Полилиния: фигура 717">
            <a:extLst>
              <a:ext uri="{FF2B5EF4-FFF2-40B4-BE49-F238E27FC236}">
                <a16:creationId xmlns:a16="http://schemas.microsoft.com/office/drawing/2014/main" id="{E573B0A2-C903-0F3E-ADC6-01175F728229}"/>
              </a:ext>
            </a:extLst>
          </p:cNvPr>
          <p:cNvSpPr/>
          <p:nvPr/>
        </p:nvSpPr>
        <p:spPr>
          <a:xfrm>
            <a:off x="8233858" y="2373018"/>
            <a:ext cx="171450" cy="171450"/>
          </a:xfrm>
          <a:custGeom>
            <a:avLst/>
            <a:gdLst>
              <a:gd name="connsiteX0" fmla="*/ 85725 w 171450"/>
              <a:gd name="connsiteY0" fmla="*/ 57150 h 171450"/>
              <a:gd name="connsiteX1" fmla="*/ 171450 w 171450"/>
              <a:gd name="connsiteY1" fmla="*/ 114300 h 171450"/>
              <a:gd name="connsiteX2" fmla="*/ 85725 w 171450"/>
              <a:gd name="connsiteY2" fmla="*/ 171450 h 171450"/>
              <a:gd name="connsiteX3" fmla="*/ 0 w 171450"/>
              <a:gd name="connsiteY3" fmla="*/ 114300 h 171450"/>
              <a:gd name="connsiteX4" fmla="*/ 85725 w 171450"/>
              <a:gd name="connsiteY4" fmla="*/ 57150 h 171450"/>
              <a:gd name="connsiteX5" fmla="*/ 85724 w 171450"/>
              <a:gd name="connsiteY5" fmla="*/ 28575 h 171450"/>
              <a:gd name="connsiteX6" fmla="*/ 158958 w 171450"/>
              <a:gd name="connsiteY6" fmla="*/ 48686 h 171450"/>
              <a:gd name="connsiteX7" fmla="*/ 153014 w 171450"/>
              <a:gd name="connsiteY7" fmla="*/ 56191 h 171450"/>
              <a:gd name="connsiteX8" fmla="*/ 132757 w 171450"/>
              <a:gd name="connsiteY8" fmla="*/ 51263 h 171450"/>
              <a:gd name="connsiteX9" fmla="*/ 85724 w 171450"/>
              <a:gd name="connsiteY9" fmla="*/ 48686 h 171450"/>
              <a:gd name="connsiteX10" fmla="*/ 38692 w 171450"/>
              <a:gd name="connsiteY10" fmla="*/ 51263 h 171450"/>
              <a:gd name="connsiteX11" fmla="*/ 18435 w 171450"/>
              <a:gd name="connsiteY11" fmla="*/ 56191 h 171450"/>
              <a:gd name="connsiteX12" fmla="*/ 12491 w 171450"/>
              <a:gd name="connsiteY12" fmla="*/ 48686 h 171450"/>
              <a:gd name="connsiteX13" fmla="*/ 85724 w 171450"/>
              <a:gd name="connsiteY13" fmla="*/ 28575 h 171450"/>
              <a:gd name="connsiteX14" fmla="*/ 85725 w 171450"/>
              <a:gd name="connsiteY14" fmla="*/ 0 h 171450"/>
              <a:gd name="connsiteX15" fmla="*/ 148946 w 171450"/>
              <a:gd name="connsiteY15" fmla="*/ 19050 h 171450"/>
              <a:gd name="connsiteX16" fmla="*/ 140583 w 171450"/>
              <a:gd name="connsiteY16" fmla="*/ 24059 h 171450"/>
              <a:gd name="connsiteX17" fmla="*/ 85725 w 171450"/>
              <a:gd name="connsiteY17" fmla="*/ 19050 h 171450"/>
              <a:gd name="connsiteX18" fmla="*/ 30867 w 171450"/>
              <a:gd name="connsiteY18" fmla="*/ 24059 h 171450"/>
              <a:gd name="connsiteX19" fmla="*/ 22504 w 171450"/>
              <a:gd name="connsiteY19" fmla="*/ 19050 h 171450"/>
              <a:gd name="connsiteX20" fmla="*/ 85725 w 171450"/>
              <a:gd name="connsiteY20"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1450" h="171450">
                <a:moveTo>
                  <a:pt x="85725" y="57150"/>
                </a:moveTo>
                <a:cubicBezTo>
                  <a:pt x="156320" y="57150"/>
                  <a:pt x="171450" y="67237"/>
                  <a:pt x="171450" y="114300"/>
                </a:cubicBezTo>
                <a:cubicBezTo>
                  <a:pt x="171450" y="161363"/>
                  <a:pt x="156320" y="171450"/>
                  <a:pt x="85725" y="171450"/>
                </a:cubicBezTo>
                <a:cubicBezTo>
                  <a:pt x="15130" y="171450"/>
                  <a:pt x="0" y="161363"/>
                  <a:pt x="0" y="114300"/>
                </a:cubicBezTo>
                <a:cubicBezTo>
                  <a:pt x="0" y="67237"/>
                  <a:pt x="15130" y="57150"/>
                  <a:pt x="85725" y="57150"/>
                </a:cubicBezTo>
                <a:close/>
                <a:moveTo>
                  <a:pt x="85724" y="28575"/>
                </a:moveTo>
                <a:cubicBezTo>
                  <a:pt x="130023" y="28575"/>
                  <a:pt x="150473" y="32742"/>
                  <a:pt x="158958" y="48686"/>
                </a:cubicBezTo>
                <a:cubicBezTo>
                  <a:pt x="162952" y="56191"/>
                  <a:pt x="159882" y="58742"/>
                  <a:pt x="153014" y="56191"/>
                </a:cubicBezTo>
                <a:cubicBezTo>
                  <a:pt x="146951" y="53940"/>
                  <a:pt x="140174" y="52372"/>
                  <a:pt x="132757" y="51263"/>
                </a:cubicBezTo>
                <a:cubicBezTo>
                  <a:pt x="119959" y="49351"/>
                  <a:pt x="104383" y="48686"/>
                  <a:pt x="85724" y="48686"/>
                </a:cubicBezTo>
                <a:cubicBezTo>
                  <a:pt x="67067" y="48686"/>
                  <a:pt x="51490" y="49351"/>
                  <a:pt x="38692" y="51263"/>
                </a:cubicBezTo>
                <a:cubicBezTo>
                  <a:pt x="31275" y="52372"/>
                  <a:pt x="24498" y="53940"/>
                  <a:pt x="18435" y="56191"/>
                </a:cubicBezTo>
                <a:cubicBezTo>
                  <a:pt x="11566" y="58742"/>
                  <a:pt x="8497" y="56191"/>
                  <a:pt x="12491" y="48686"/>
                </a:cubicBezTo>
                <a:cubicBezTo>
                  <a:pt x="20976" y="32742"/>
                  <a:pt x="41426" y="28575"/>
                  <a:pt x="85724" y="28575"/>
                </a:cubicBezTo>
                <a:close/>
                <a:moveTo>
                  <a:pt x="85725" y="0"/>
                </a:moveTo>
                <a:cubicBezTo>
                  <a:pt x="126508" y="0"/>
                  <a:pt x="143186" y="3806"/>
                  <a:pt x="148946" y="19050"/>
                </a:cubicBezTo>
                <a:cubicBezTo>
                  <a:pt x="151555" y="25955"/>
                  <a:pt x="149640" y="26688"/>
                  <a:pt x="140583" y="24059"/>
                </a:cubicBezTo>
                <a:cubicBezTo>
                  <a:pt x="126927" y="20095"/>
                  <a:pt x="108728" y="19050"/>
                  <a:pt x="85725" y="19050"/>
                </a:cubicBezTo>
                <a:cubicBezTo>
                  <a:pt x="62723" y="19050"/>
                  <a:pt x="44523" y="20095"/>
                  <a:pt x="30867" y="24059"/>
                </a:cubicBezTo>
                <a:cubicBezTo>
                  <a:pt x="21809" y="26688"/>
                  <a:pt x="19894" y="25955"/>
                  <a:pt x="22504" y="19050"/>
                </a:cubicBezTo>
                <a:cubicBezTo>
                  <a:pt x="28264" y="3806"/>
                  <a:pt x="44942" y="0"/>
                  <a:pt x="85725" y="0"/>
                </a:cubicBezTo>
                <a:close/>
              </a:path>
            </a:pathLst>
          </a:custGeom>
          <a:solidFill>
            <a:srgbClr val="000000"/>
          </a:solidFill>
          <a:ln w="9525" cap="flat">
            <a:noFill/>
            <a:prstDash val="solid"/>
            <a:miter/>
          </a:ln>
        </p:spPr>
        <p:txBody>
          <a:bodyPr rtlCol="0" anchor="ctr"/>
          <a:lstStyle/>
          <a:p>
            <a:endParaRPr lang="ru-RU"/>
          </a:p>
        </p:txBody>
      </p:sp>
      <p:sp>
        <p:nvSpPr>
          <p:cNvPr id="721" name="Полилиния: фигура 720">
            <a:extLst>
              <a:ext uri="{FF2B5EF4-FFF2-40B4-BE49-F238E27FC236}">
                <a16:creationId xmlns:a16="http://schemas.microsoft.com/office/drawing/2014/main" id="{EA5F1BD8-379E-AC33-3FE6-5687791E2C34}"/>
              </a:ext>
            </a:extLst>
          </p:cNvPr>
          <p:cNvSpPr/>
          <p:nvPr/>
        </p:nvSpPr>
        <p:spPr>
          <a:xfrm>
            <a:off x="8233857" y="2882002"/>
            <a:ext cx="171450" cy="152400"/>
          </a:xfrm>
          <a:custGeom>
            <a:avLst/>
            <a:gdLst>
              <a:gd name="connsiteX0" fmla="*/ 9525 w 171450"/>
              <a:gd name="connsiteY0" fmla="*/ 104775 h 152400"/>
              <a:gd name="connsiteX1" fmla="*/ 57150 w 171450"/>
              <a:gd name="connsiteY1" fmla="*/ 104775 h 152400"/>
              <a:gd name="connsiteX2" fmla="*/ 66675 w 171450"/>
              <a:gd name="connsiteY2" fmla="*/ 114300 h 152400"/>
              <a:gd name="connsiteX3" fmla="*/ 57150 w 171450"/>
              <a:gd name="connsiteY3" fmla="*/ 123825 h 152400"/>
              <a:gd name="connsiteX4" fmla="*/ 9525 w 171450"/>
              <a:gd name="connsiteY4" fmla="*/ 123825 h 152400"/>
              <a:gd name="connsiteX5" fmla="*/ 0 w 171450"/>
              <a:gd name="connsiteY5" fmla="*/ 114300 h 152400"/>
              <a:gd name="connsiteX6" fmla="*/ 9525 w 171450"/>
              <a:gd name="connsiteY6" fmla="*/ 104775 h 152400"/>
              <a:gd name="connsiteX7" fmla="*/ 114300 w 171450"/>
              <a:gd name="connsiteY7" fmla="*/ 76200 h 152400"/>
              <a:gd name="connsiteX8" fmla="*/ 151555 w 171450"/>
              <a:gd name="connsiteY8" fmla="*/ 104775 h 152400"/>
              <a:gd name="connsiteX9" fmla="*/ 161925 w 171450"/>
              <a:gd name="connsiteY9" fmla="*/ 104775 h 152400"/>
              <a:gd name="connsiteX10" fmla="*/ 171450 w 171450"/>
              <a:gd name="connsiteY10" fmla="*/ 114300 h 152400"/>
              <a:gd name="connsiteX11" fmla="*/ 161925 w 171450"/>
              <a:gd name="connsiteY11" fmla="*/ 123825 h 152400"/>
              <a:gd name="connsiteX12" fmla="*/ 151555 w 171450"/>
              <a:gd name="connsiteY12" fmla="*/ 123825 h 152400"/>
              <a:gd name="connsiteX13" fmla="*/ 114300 w 171450"/>
              <a:gd name="connsiteY13" fmla="*/ 152400 h 152400"/>
              <a:gd name="connsiteX14" fmla="*/ 76200 w 171450"/>
              <a:gd name="connsiteY14" fmla="*/ 114300 h 152400"/>
              <a:gd name="connsiteX15" fmla="*/ 114300 w 171450"/>
              <a:gd name="connsiteY15" fmla="*/ 76200 h 152400"/>
              <a:gd name="connsiteX16" fmla="*/ 57150 w 171450"/>
              <a:gd name="connsiteY16" fmla="*/ 0 h 152400"/>
              <a:gd name="connsiteX17" fmla="*/ 94405 w 171450"/>
              <a:gd name="connsiteY17" fmla="*/ 28575 h 152400"/>
              <a:gd name="connsiteX18" fmla="*/ 161925 w 171450"/>
              <a:gd name="connsiteY18" fmla="*/ 28575 h 152400"/>
              <a:gd name="connsiteX19" fmla="*/ 171450 w 171450"/>
              <a:gd name="connsiteY19" fmla="*/ 38100 h 152400"/>
              <a:gd name="connsiteX20" fmla="*/ 161925 w 171450"/>
              <a:gd name="connsiteY20" fmla="*/ 47625 h 152400"/>
              <a:gd name="connsiteX21" fmla="*/ 94405 w 171450"/>
              <a:gd name="connsiteY21" fmla="*/ 47625 h 152400"/>
              <a:gd name="connsiteX22" fmla="*/ 57150 w 171450"/>
              <a:gd name="connsiteY22" fmla="*/ 76200 h 152400"/>
              <a:gd name="connsiteX23" fmla="*/ 19895 w 171450"/>
              <a:gd name="connsiteY23" fmla="*/ 47625 h 152400"/>
              <a:gd name="connsiteX24" fmla="*/ 9525 w 171450"/>
              <a:gd name="connsiteY24" fmla="*/ 47625 h 152400"/>
              <a:gd name="connsiteX25" fmla="*/ 0 w 171450"/>
              <a:gd name="connsiteY25" fmla="*/ 38100 h 152400"/>
              <a:gd name="connsiteX26" fmla="*/ 9525 w 171450"/>
              <a:gd name="connsiteY26" fmla="*/ 28575 h 152400"/>
              <a:gd name="connsiteX27" fmla="*/ 19895 w 171450"/>
              <a:gd name="connsiteY27" fmla="*/ 28575 h 152400"/>
              <a:gd name="connsiteX28" fmla="*/ 57150 w 171450"/>
              <a:gd name="connsiteY28"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1450" h="152400">
                <a:moveTo>
                  <a:pt x="9525" y="104775"/>
                </a:moveTo>
                <a:lnTo>
                  <a:pt x="57150" y="104775"/>
                </a:lnTo>
                <a:cubicBezTo>
                  <a:pt x="62410" y="104775"/>
                  <a:pt x="66675" y="109039"/>
                  <a:pt x="66675" y="114300"/>
                </a:cubicBezTo>
                <a:cubicBezTo>
                  <a:pt x="66675" y="119561"/>
                  <a:pt x="62410" y="123825"/>
                  <a:pt x="57150" y="123825"/>
                </a:cubicBezTo>
                <a:lnTo>
                  <a:pt x="9525" y="123825"/>
                </a:lnTo>
                <a:cubicBezTo>
                  <a:pt x="4265" y="123825"/>
                  <a:pt x="0" y="119561"/>
                  <a:pt x="0" y="114300"/>
                </a:cubicBezTo>
                <a:cubicBezTo>
                  <a:pt x="0" y="109039"/>
                  <a:pt x="4265" y="104775"/>
                  <a:pt x="9525" y="104775"/>
                </a:cubicBezTo>
                <a:close/>
                <a:moveTo>
                  <a:pt x="114300" y="76200"/>
                </a:moveTo>
                <a:cubicBezTo>
                  <a:pt x="134743" y="76200"/>
                  <a:pt x="148165" y="86729"/>
                  <a:pt x="151555" y="104775"/>
                </a:cubicBezTo>
                <a:lnTo>
                  <a:pt x="161925" y="104775"/>
                </a:lnTo>
                <a:cubicBezTo>
                  <a:pt x="167186" y="104775"/>
                  <a:pt x="171450" y="109039"/>
                  <a:pt x="171450" y="114300"/>
                </a:cubicBezTo>
                <a:cubicBezTo>
                  <a:pt x="171450" y="119561"/>
                  <a:pt x="167186" y="123825"/>
                  <a:pt x="161925" y="123825"/>
                </a:cubicBezTo>
                <a:lnTo>
                  <a:pt x="151555" y="123825"/>
                </a:lnTo>
                <a:cubicBezTo>
                  <a:pt x="148165" y="141871"/>
                  <a:pt x="134743" y="152400"/>
                  <a:pt x="114300" y="152400"/>
                </a:cubicBezTo>
                <a:cubicBezTo>
                  <a:pt x="90488" y="152400"/>
                  <a:pt x="76200" y="138113"/>
                  <a:pt x="76200" y="114300"/>
                </a:cubicBezTo>
                <a:cubicBezTo>
                  <a:pt x="76200" y="90488"/>
                  <a:pt x="90488" y="76200"/>
                  <a:pt x="114300" y="76200"/>
                </a:cubicBezTo>
                <a:close/>
                <a:moveTo>
                  <a:pt x="57150" y="0"/>
                </a:moveTo>
                <a:cubicBezTo>
                  <a:pt x="77593" y="0"/>
                  <a:pt x="91015" y="10529"/>
                  <a:pt x="94405" y="28575"/>
                </a:cubicBezTo>
                <a:lnTo>
                  <a:pt x="161925" y="28575"/>
                </a:lnTo>
                <a:cubicBezTo>
                  <a:pt x="167186" y="28575"/>
                  <a:pt x="171450" y="32840"/>
                  <a:pt x="171450" y="38100"/>
                </a:cubicBezTo>
                <a:cubicBezTo>
                  <a:pt x="171450" y="43360"/>
                  <a:pt x="167186" y="47625"/>
                  <a:pt x="161925" y="47625"/>
                </a:cubicBezTo>
                <a:lnTo>
                  <a:pt x="94405" y="47625"/>
                </a:lnTo>
                <a:cubicBezTo>
                  <a:pt x="91015" y="65671"/>
                  <a:pt x="77593" y="76200"/>
                  <a:pt x="57150" y="76200"/>
                </a:cubicBezTo>
                <a:cubicBezTo>
                  <a:pt x="36708" y="76200"/>
                  <a:pt x="23285" y="65671"/>
                  <a:pt x="19895" y="47625"/>
                </a:cubicBezTo>
                <a:lnTo>
                  <a:pt x="9525" y="47625"/>
                </a:lnTo>
                <a:cubicBezTo>
                  <a:pt x="4265" y="47625"/>
                  <a:pt x="0" y="43360"/>
                  <a:pt x="0" y="38100"/>
                </a:cubicBezTo>
                <a:cubicBezTo>
                  <a:pt x="0" y="32840"/>
                  <a:pt x="4265" y="28575"/>
                  <a:pt x="9525" y="28575"/>
                </a:cubicBezTo>
                <a:lnTo>
                  <a:pt x="19895" y="28575"/>
                </a:lnTo>
                <a:cubicBezTo>
                  <a:pt x="23285" y="10529"/>
                  <a:pt x="36708" y="0"/>
                  <a:pt x="57150" y="0"/>
                </a:cubicBezTo>
                <a:close/>
              </a:path>
            </a:pathLst>
          </a:custGeom>
          <a:solidFill>
            <a:srgbClr val="000000"/>
          </a:solidFill>
          <a:ln w="9525" cap="flat">
            <a:noFill/>
            <a:prstDash val="solid"/>
            <a:miter/>
          </a:ln>
        </p:spPr>
        <p:txBody>
          <a:bodyPr rtlCol="0" anchor="ctr"/>
          <a:lstStyle/>
          <a:p>
            <a:endParaRPr lang="ru-RU"/>
          </a:p>
        </p:txBody>
      </p:sp>
      <p:sp>
        <p:nvSpPr>
          <p:cNvPr id="725" name="Полилиния: фигура 724">
            <a:extLst>
              <a:ext uri="{FF2B5EF4-FFF2-40B4-BE49-F238E27FC236}">
                <a16:creationId xmlns:a16="http://schemas.microsoft.com/office/drawing/2014/main" id="{AE43791F-4D62-118E-8598-768EF64A547A}"/>
              </a:ext>
            </a:extLst>
          </p:cNvPr>
          <p:cNvSpPr/>
          <p:nvPr/>
        </p:nvSpPr>
        <p:spPr>
          <a:xfrm>
            <a:off x="8233857" y="3391599"/>
            <a:ext cx="171450" cy="171450"/>
          </a:xfrm>
          <a:custGeom>
            <a:avLst/>
            <a:gdLst>
              <a:gd name="connsiteX0" fmla="*/ 57150 w 171450"/>
              <a:gd name="connsiteY0" fmla="*/ 123825 h 171450"/>
              <a:gd name="connsiteX1" fmla="*/ 34732 w 171450"/>
              <a:gd name="connsiteY1" fmla="*/ 129982 h 171450"/>
              <a:gd name="connsiteX2" fmla="*/ 28575 w 171450"/>
              <a:gd name="connsiteY2" fmla="*/ 152400 h 171450"/>
              <a:gd name="connsiteX3" fmla="*/ 28575 w 171450"/>
              <a:gd name="connsiteY3" fmla="*/ 157162 h 171450"/>
              <a:gd name="connsiteX4" fmla="*/ 33338 w 171450"/>
              <a:gd name="connsiteY4" fmla="*/ 161925 h 171450"/>
              <a:gd name="connsiteX5" fmla="*/ 38100 w 171450"/>
              <a:gd name="connsiteY5" fmla="*/ 157162 h 171450"/>
              <a:gd name="connsiteX6" fmla="*/ 38100 w 171450"/>
              <a:gd name="connsiteY6" fmla="*/ 152400 h 171450"/>
              <a:gd name="connsiteX7" fmla="*/ 41468 w 171450"/>
              <a:gd name="connsiteY7" fmla="*/ 136717 h 171450"/>
              <a:gd name="connsiteX8" fmla="*/ 57150 w 171450"/>
              <a:gd name="connsiteY8" fmla="*/ 133350 h 171450"/>
              <a:gd name="connsiteX9" fmla="*/ 114300 w 171450"/>
              <a:gd name="connsiteY9" fmla="*/ 133350 h 171450"/>
              <a:gd name="connsiteX10" fmla="*/ 129982 w 171450"/>
              <a:gd name="connsiteY10" fmla="*/ 136718 h 171450"/>
              <a:gd name="connsiteX11" fmla="*/ 133350 w 171450"/>
              <a:gd name="connsiteY11" fmla="*/ 152400 h 171450"/>
              <a:gd name="connsiteX12" fmla="*/ 133350 w 171450"/>
              <a:gd name="connsiteY12" fmla="*/ 157162 h 171450"/>
              <a:gd name="connsiteX13" fmla="*/ 138113 w 171450"/>
              <a:gd name="connsiteY13" fmla="*/ 161925 h 171450"/>
              <a:gd name="connsiteX14" fmla="*/ 142875 w 171450"/>
              <a:gd name="connsiteY14" fmla="*/ 157162 h 171450"/>
              <a:gd name="connsiteX15" fmla="*/ 142875 w 171450"/>
              <a:gd name="connsiteY15" fmla="*/ 152400 h 171450"/>
              <a:gd name="connsiteX16" fmla="*/ 136718 w 171450"/>
              <a:gd name="connsiteY16" fmla="*/ 129982 h 171450"/>
              <a:gd name="connsiteX17" fmla="*/ 114300 w 171450"/>
              <a:gd name="connsiteY17" fmla="*/ 123825 h 171450"/>
              <a:gd name="connsiteX18" fmla="*/ 100013 w 171450"/>
              <a:gd name="connsiteY18" fmla="*/ 9525 h 171450"/>
              <a:gd name="connsiteX19" fmla="*/ 95250 w 171450"/>
              <a:gd name="connsiteY19" fmla="*/ 14288 h 171450"/>
              <a:gd name="connsiteX20" fmla="*/ 95250 w 171450"/>
              <a:gd name="connsiteY20" fmla="*/ 33338 h 171450"/>
              <a:gd name="connsiteX21" fmla="*/ 100013 w 171450"/>
              <a:gd name="connsiteY21" fmla="*/ 38100 h 171450"/>
              <a:gd name="connsiteX22" fmla="*/ 104775 w 171450"/>
              <a:gd name="connsiteY22" fmla="*/ 33338 h 171450"/>
              <a:gd name="connsiteX23" fmla="*/ 104775 w 171450"/>
              <a:gd name="connsiteY23" fmla="*/ 14288 h 171450"/>
              <a:gd name="connsiteX24" fmla="*/ 100013 w 171450"/>
              <a:gd name="connsiteY24" fmla="*/ 9525 h 171450"/>
              <a:gd name="connsiteX25" fmla="*/ 26604 w 171450"/>
              <a:gd name="connsiteY25" fmla="*/ 4514 h 171450"/>
              <a:gd name="connsiteX26" fmla="*/ 28575 w 171450"/>
              <a:gd name="connsiteY26" fmla="*/ 9525 h 171450"/>
              <a:gd name="connsiteX27" fmla="*/ 28575 w 171450"/>
              <a:gd name="connsiteY27" fmla="*/ 28575 h 171450"/>
              <a:gd name="connsiteX28" fmla="*/ 34732 w 171450"/>
              <a:gd name="connsiteY28" fmla="*/ 50992 h 171450"/>
              <a:gd name="connsiteX29" fmla="*/ 57150 w 171450"/>
              <a:gd name="connsiteY29" fmla="*/ 57150 h 171450"/>
              <a:gd name="connsiteX30" fmla="*/ 104775 w 171450"/>
              <a:gd name="connsiteY30" fmla="*/ 57150 h 171450"/>
              <a:gd name="connsiteX31" fmla="*/ 127193 w 171450"/>
              <a:gd name="connsiteY31" fmla="*/ 50992 h 171450"/>
              <a:gd name="connsiteX32" fmla="*/ 133350 w 171450"/>
              <a:gd name="connsiteY32" fmla="*/ 28575 h 171450"/>
              <a:gd name="connsiteX33" fmla="*/ 133350 w 171450"/>
              <a:gd name="connsiteY33" fmla="*/ 19300 h 171450"/>
              <a:gd name="connsiteX34" fmla="*/ 142875 w 171450"/>
              <a:gd name="connsiteY34" fmla="*/ 19050 h 171450"/>
              <a:gd name="connsiteX35" fmla="*/ 152400 w 171450"/>
              <a:gd name="connsiteY35" fmla="*/ 28575 h 171450"/>
              <a:gd name="connsiteX36" fmla="*/ 171175 w 171450"/>
              <a:gd name="connsiteY36" fmla="*/ 66675 h 171450"/>
              <a:gd name="connsiteX37" fmla="*/ 171450 w 171450"/>
              <a:gd name="connsiteY37" fmla="*/ 85725 h 171450"/>
              <a:gd name="connsiteX38" fmla="*/ 160597 w 171450"/>
              <a:gd name="connsiteY38" fmla="*/ 160768 h 171450"/>
              <a:gd name="connsiteX39" fmla="*/ 85725 w 171450"/>
              <a:gd name="connsiteY39" fmla="*/ 171450 h 171450"/>
              <a:gd name="connsiteX40" fmla="*/ 0 w 171450"/>
              <a:gd name="connsiteY40" fmla="*/ 85725 h 171450"/>
              <a:gd name="connsiteX41" fmla="*/ 10681 w 171450"/>
              <a:gd name="connsiteY41" fmla="*/ 10956 h 171450"/>
              <a:gd name="connsiteX42" fmla="*/ 19050 w 171450"/>
              <a:gd name="connsiteY42" fmla="*/ 5452 h 171450"/>
              <a:gd name="connsiteX43" fmla="*/ 26604 w 171450"/>
              <a:gd name="connsiteY43" fmla="*/ 4514 h 171450"/>
              <a:gd name="connsiteX44" fmla="*/ 85725 w 171450"/>
              <a:gd name="connsiteY44" fmla="*/ 0 h 171450"/>
              <a:gd name="connsiteX45" fmla="*/ 104775 w 171450"/>
              <a:gd name="connsiteY45" fmla="*/ 275 h 171450"/>
              <a:gd name="connsiteX46" fmla="*/ 114300 w 171450"/>
              <a:gd name="connsiteY46" fmla="*/ 1102 h 171450"/>
              <a:gd name="connsiteX47" fmla="*/ 123825 w 171450"/>
              <a:gd name="connsiteY47" fmla="*/ 9525 h 171450"/>
              <a:gd name="connsiteX48" fmla="*/ 123825 w 171450"/>
              <a:gd name="connsiteY48" fmla="*/ 28575 h 171450"/>
              <a:gd name="connsiteX49" fmla="*/ 120457 w 171450"/>
              <a:gd name="connsiteY49" fmla="*/ 44257 h 171450"/>
              <a:gd name="connsiteX50" fmla="*/ 104775 w 171450"/>
              <a:gd name="connsiteY50" fmla="*/ 47625 h 171450"/>
              <a:gd name="connsiteX51" fmla="*/ 57150 w 171450"/>
              <a:gd name="connsiteY51" fmla="*/ 47625 h 171450"/>
              <a:gd name="connsiteX52" fmla="*/ 41468 w 171450"/>
              <a:gd name="connsiteY52" fmla="*/ 44257 h 171450"/>
              <a:gd name="connsiteX53" fmla="*/ 38100 w 171450"/>
              <a:gd name="connsiteY53" fmla="*/ 28575 h 171450"/>
              <a:gd name="connsiteX54" fmla="*/ 38100 w 171450"/>
              <a:gd name="connsiteY54" fmla="*/ 9525 h 171450"/>
              <a:gd name="connsiteX55" fmla="*/ 47625 w 171450"/>
              <a:gd name="connsiteY55" fmla="*/ 604 h 171450"/>
              <a:gd name="connsiteX56" fmla="*/ 85725 w 171450"/>
              <a:gd name="connsiteY5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71450" h="171450">
                <a:moveTo>
                  <a:pt x="57150" y="123825"/>
                </a:moveTo>
                <a:cubicBezTo>
                  <a:pt x="47659" y="123825"/>
                  <a:pt x="39819" y="124895"/>
                  <a:pt x="34732" y="129982"/>
                </a:cubicBezTo>
                <a:cubicBezTo>
                  <a:pt x="29646" y="135068"/>
                  <a:pt x="28575" y="142908"/>
                  <a:pt x="28575" y="152400"/>
                </a:cubicBezTo>
                <a:lnTo>
                  <a:pt x="28575" y="157162"/>
                </a:lnTo>
                <a:cubicBezTo>
                  <a:pt x="28575" y="159792"/>
                  <a:pt x="30707" y="161925"/>
                  <a:pt x="33338" y="161925"/>
                </a:cubicBezTo>
                <a:cubicBezTo>
                  <a:pt x="35968" y="161925"/>
                  <a:pt x="38100" y="159792"/>
                  <a:pt x="38100" y="157162"/>
                </a:cubicBezTo>
                <a:lnTo>
                  <a:pt x="38100" y="152400"/>
                </a:lnTo>
                <a:cubicBezTo>
                  <a:pt x="38100" y="142841"/>
                  <a:pt x="39410" y="138774"/>
                  <a:pt x="41468" y="136717"/>
                </a:cubicBezTo>
                <a:cubicBezTo>
                  <a:pt x="43525" y="134659"/>
                  <a:pt x="47591" y="133350"/>
                  <a:pt x="57150" y="133350"/>
                </a:cubicBezTo>
                <a:lnTo>
                  <a:pt x="114300" y="133350"/>
                </a:lnTo>
                <a:cubicBezTo>
                  <a:pt x="123859" y="133350"/>
                  <a:pt x="127926" y="134660"/>
                  <a:pt x="129982" y="136718"/>
                </a:cubicBezTo>
                <a:cubicBezTo>
                  <a:pt x="132039" y="138774"/>
                  <a:pt x="133350" y="142841"/>
                  <a:pt x="133350" y="152400"/>
                </a:cubicBezTo>
                <a:lnTo>
                  <a:pt x="133350" y="157162"/>
                </a:lnTo>
                <a:cubicBezTo>
                  <a:pt x="133350" y="159792"/>
                  <a:pt x="135483" y="161925"/>
                  <a:pt x="138113" y="161925"/>
                </a:cubicBezTo>
                <a:cubicBezTo>
                  <a:pt x="140742" y="161925"/>
                  <a:pt x="142875" y="159792"/>
                  <a:pt x="142875" y="157162"/>
                </a:cubicBezTo>
                <a:lnTo>
                  <a:pt x="142875" y="152400"/>
                </a:lnTo>
                <a:cubicBezTo>
                  <a:pt x="142875" y="142909"/>
                  <a:pt x="141804" y="135069"/>
                  <a:pt x="136718" y="129982"/>
                </a:cubicBezTo>
                <a:cubicBezTo>
                  <a:pt x="131631" y="124895"/>
                  <a:pt x="123791" y="123825"/>
                  <a:pt x="114300" y="123825"/>
                </a:cubicBezTo>
                <a:close/>
                <a:moveTo>
                  <a:pt x="100013" y="9525"/>
                </a:moveTo>
                <a:cubicBezTo>
                  <a:pt x="97383" y="9525"/>
                  <a:pt x="95250" y="11657"/>
                  <a:pt x="95250" y="14288"/>
                </a:cubicBezTo>
                <a:lnTo>
                  <a:pt x="95250" y="33338"/>
                </a:lnTo>
                <a:cubicBezTo>
                  <a:pt x="95250" y="35968"/>
                  <a:pt x="97383" y="38100"/>
                  <a:pt x="100013" y="38100"/>
                </a:cubicBezTo>
                <a:cubicBezTo>
                  <a:pt x="102642" y="38100"/>
                  <a:pt x="104775" y="35968"/>
                  <a:pt x="104775" y="33338"/>
                </a:cubicBezTo>
                <a:lnTo>
                  <a:pt x="104775" y="14288"/>
                </a:lnTo>
                <a:cubicBezTo>
                  <a:pt x="104775" y="11657"/>
                  <a:pt x="102642" y="9525"/>
                  <a:pt x="100013" y="9525"/>
                </a:cubicBezTo>
                <a:close/>
                <a:moveTo>
                  <a:pt x="26604" y="4514"/>
                </a:moveTo>
                <a:cubicBezTo>
                  <a:pt x="28055" y="5333"/>
                  <a:pt x="28575" y="7144"/>
                  <a:pt x="28575" y="9525"/>
                </a:cubicBezTo>
                <a:lnTo>
                  <a:pt x="28575" y="28575"/>
                </a:lnTo>
                <a:cubicBezTo>
                  <a:pt x="28575" y="38066"/>
                  <a:pt x="29646" y="45906"/>
                  <a:pt x="34732" y="50992"/>
                </a:cubicBezTo>
                <a:cubicBezTo>
                  <a:pt x="39819" y="56079"/>
                  <a:pt x="47659" y="57150"/>
                  <a:pt x="57150" y="57150"/>
                </a:cubicBezTo>
                <a:lnTo>
                  <a:pt x="104775" y="57150"/>
                </a:lnTo>
                <a:cubicBezTo>
                  <a:pt x="114266" y="57150"/>
                  <a:pt x="122106" y="56079"/>
                  <a:pt x="127193" y="50992"/>
                </a:cubicBezTo>
                <a:cubicBezTo>
                  <a:pt x="132279" y="45906"/>
                  <a:pt x="133350" y="38066"/>
                  <a:pt x="133350" y="28575"/>
                </a:cubicBezTo>
                <a:lnTo>
                  <a:pt x="133350" y="19300"/>
                </a:lnTo>
                <a:cubicBezTo>
                  <a:pt x="133350" y="10956"/>
                  <a:pt x="135440" y="11615"/>
                  <a:pt x="142875" y="19050"/>
                </a:cubicBezTo>
                <a:lnTo>
                  <a:pt x="152400" y="28575"/>
                </a:lnTo>
                <a:cubicBezTo>
                  <a:pt x="165847" y="42022"/>
                  <a:pt x="170526" y="47497"/>
                  <a:pt x="171175" y="66675"/>
                </a:cubicBezTo>
                <a:cubicBezTo>
                  <a:pt x="171372" y="72510"/>
                  <a:pt x="171450" y="78846"/>
                  <a:pt x="171450" y="85725"/>
                </a:cubicBezTo>
                <a:cubicBezTo>
                  <a:pt x="171312" y="128633"/>
                  <a:pt x="171313" y="150064"/>
                  <a:pt x="160597" y="160768"/>
                </a:cubicBezTo>
                <a:cubicBezTo>
                  <a:pt x="149904" y="171450"/>
                  <a:pt x="128542" y="171450"/>
                  <a:pt x="85725" y="171450"/>
                </a:cubicBezTo>
                <a:cubicBezTo>
                  <a:pt x="0" y="171450"/>
                  <a:pt x="0" y="171175"/>
                  <a:pt x="0" y="85725"/>
                </a:cubicBezTo>
                <a:cubicBezTo>
                  <a:pt x="0" y="43046"/>
                  <a:pt x="0" y="21683"/>
                  <a:pt x="10681" y="10956"/>
                </a:cubicBezTo>
                <a:cubicBezTo>
                  <a:pt x="12953" y="8674"/>
                  <a:pt x="15709" y="6874"/>
                  <a:pt x="19050" y="5452"/>
                </a:cubicBezTo>
                <a:cubicBezTo>
                  <a:pt x="22772" y="3868"/>
                  <a:pt x="25153" y="3695"/>
                  <a:pt x="26604" y="4514"/>
                </a:cubicBezTo>
                <a:close/>
                <a:moveTo>
                  <a:pt x="85725" y="0"/>
                </a:moveTo>
                <a:cubicBezTo>
                  <a:pt x="92604" y="0"/>
                  <a:pt x="98940" y="78"/>
                  <a:pt x="104775" y="275"/>
                </a:cubicBezTo>
                <a:cubicBezTo>
                  <a:pt x="108388" y="397"/>
                  <a:pt x="111515" y="662"/>
                  <a:pt x="114300" y="1102"/>
                </a:cubicBezTo>
                <a:cubicBezTo>
                  <a:pt x="121254" y="2201"/>
                  <a:pt x="123825" y="4763"/>
                  <a:pt x="123825" y="9525"/>
                </a:cubicBezTo>
                <a:lnTo>
                  <a:pt x="123825" y="28575"/>
                </a:lnTo>
                <a:cubicBezTo>
                  <a:pt x="123825" y="38134"/>
                  <a:pt x="122514" y="42200"/>
                  <a:pt x="120457" y="44257"/>
                </a:cubicBezTo>
                <a:cubicBezTo>
                  <a:pt x="118401" y="46315"/>
                  <a:pt x="114334" y="47625"/>
                  <a:pt x="104775" y="47625"/>
                </a:cubicBezTo>
                <a:lnTo>
                  <a:pt x="57150" y="47625"/>
                </a:lnTo>
                <a:cubicBezTo>
                  <a:pt x="47591" y="47625"/>
                  <a:pt x="43525" y="46315"/>
                  <a:pt x="41468" y="44257"/>
                </a:cubicBezTo>
                <a:cubicBezTo>
                  <a:pt x="39410" y="42200"/>
                  <a:pt x="38100" y="38134"/>
                  <a:pt x="38100" y="28575"/>
                </a:cubicBezTo>
                <a:lnTo>
                  <a:pt x="38100" y="9525"/>
                </a:lnTo>
                <a:cubicBezTo>
                  <a:pt x="38100" y="4763"/>
                  <a:pt x="38867" y="1041"/>
                  <a:pt x="47625" y="604"/>
                </a:cubicBezTo>
                <a:cubicBezTo>
                  <a:pt x="57933" y="89"/>
                  <a:pt x="70472" y="49"/>
                  <a:pt x="85725" y="0"/>
                </a:cubicBezTo>
                <a:close/>
              </a:path>
            </a:pathLst>
          </a:custGeom>
          <a:solidFill>
            <a:srgbClr val="000000"/>
          </a:solidFill>
          <a:ln w="9525" cap="flat">
            <a:noFill/>
            <a:prstDash val="solid"/>
            <a:miter/>
          </a:ln>
        </p:spPr>
        <p:txBody>
          <a:bodyPr rtlCol="0" anchor="ctr"/>
          <a:lstStyle/>
          <a:p>
            <a:endParaRPr lang="ru-RU"/>
          </a:p>
        </p:txBody>
      </p:sp>
      <p:sp>
        <p:nvSpPr>
          <p:cNvPr id="639" name="Рисунок 341">
            <a:extLst>
              <a:ext uri="{FF2B5EF4-FFF2-40B4-BE49-F238E27FC236}">
                <a16:creationId xmlns:a16="http://schemas.microsoft.com/office/drawing/2014/main" id="{EF190E68-D697-C7BB-5808-4007ED477EA1}"/>
              </a:ext>
            </a:extLst>
          </p:cNvPr>
          <p:cNvSpPr/>
          <p:nvPr/>
        </p:nvSpPr>
        <p:spPr>
          <a:xfrm>
            <a:off x="6977347" y="2373001"/>
            <a:ext cx="171450" cy="171466"/>
          </a:xfrm>
          <a:custGeom>
            <a:avLst/>
            <a:gdLst>
              <a:gd name="connsiteX0" fmla="*/ 66675 w 171450"/>
              <a:gd name="connsiteY0" fmla="*/ 238 h 171466"/>
              <a:gd name="connsiteX1" fmla="*/ 0 w 171450"/>
              <a:gd name="connsiteY1" fmla="*/ 85742 h 171466"/>
              <a:gd name="connsiteX2" fmla="*/ 85725 w 171450"/>
              <a:gd name="connsiteY2" fmla="*/ 171467 h 171466"/>
              <a:gd name="connsiteX3" fmla="*/ 171450 w 171450"/>
              <a:gd name="connsiteY3" fmla="*/ 85742 h 171466"/>
              <a:gd name="connsiteX4" fmla="*/ 104775 w 171450"/>
              <a:gd name="connsiteY4" fmla="*/ 238 h 171466"/>
              <a:gd name="connsiteX5" fmla="*/ 100013 w 171450"/>
              <a:gd name="connsiteY5" fmla="*/ 17 h 171466"/>
              <a:gd name="connsiteX6" fmla="*/ 95250 w 171450"/>
              <a:gd name="connsiteY6" fmla="*/ 9542 h 171466"/>
              <a:gd name="connsiteX7" fmla="*/ 95250 w 171450"/>
              <a:gd name="connsiteY7" fmla="*/ 95267 h 171466"/>
              <a:gd name="connsiteX8" fmla="*/ 118110 w 171450"/>
              <a:gd name="connsiteY8" fmla="*/ 78122 h 171466"/>
              <a:gd name="connsiteX9" fmla="*/ 131445 w 171450"/>
              <a:gd name="connsiteY9" fmla="*/ 80027 h 171466"/>
              <a:gd name="connsiteX10" fmla="*/ 129540 w 171450"/>
              <a:gd name="connsiteY10" fmla="*/ 93362 h 171466"/>
              <a:gd name="connsiteX11" fmla="*/ 91440 w 171450"/>
              <a:gd name="connsiteY11" fmla="*/ 121937 h 171466"/>
              <a:gd name="connsiteX12" fmla="*/ 80010 w 171450"/>
              <a:gd name="connsiteY12" fmla="*/ 121937 h 171466"/>
              <a:gd name="connsiteX13" fmla="*/ 41910 w 171450"/>
              <a:gd name="connsiteY13" fmla="*/ 93362 h 171466"/>
              <a:gd name="connsiteX14" fmla="*/ 40005 w 171450"/>
              <a:gd name="connsiteY14" fmla="*/ 80027 h 171466"/>
              <a:gd name="connsiteX15" fmla="*/ 53340 w 171450"/>
              <a:gd name="connsiteY15" fmla="*/ 78122 h 171466"/>
              <a:gd name="connsiteX16" fmla="*/ 76200 w 171450"/>
              <a:gd name="connsiteY16" fmla="*/ 95267 h 171466"/>
              <a:gd name="connsiteX17" fmla="*/ 76200 w 171450"/>
              <a:gd name="connsiteY17" fmla="*/ 9542 h 171466"/>
              <a:gd name="connsiteX18" fmla="*/ 71438 w 171450"/>
              <a:gd name="connsiteY18" fmla="*/ 17 h 171466"/>
              <a:gd name="connsiteX19" fmla="*/ 66675 w 171450"/>
              <a:gd name="connsiteY19" fmla="*/ 238 h 171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6">
                <a:moveTo>
                  <a:pt x="66675" y="238"/>
                </a:moveTo>
                <a:cubicBezTo>
                  <a:pt x="24872" y="7224"/>
                  <a:pt x="0" y="39236"/>
                  <a:pt x="0" y="85742"/>
                </a:cubicBezTo>
                <a:cubicBezTo>
                  <a:pt x="0" y="138931"/>
                  <a:pt x="32535" y="171467"/>
                  <a:pt x="85725" y="171467"/>
                </a:cubicBezTo>
                <a:cubicBezTo>
                  <a:pt x="138915" y="171467"/>
                  <a:pt x="171450" y="138931"/>
                  <a:pt x="171450" y="85742"/>
                </a:cubicBezTo>
                <a:cubicBezTo>
                  <a:pt x="171450" y="39236"/>
                  <a:pt x="146577" y="7224"/>
                  <a:pt x="104775" y="238"/>
                </a:cubicBezTo>
                <a:cubicBezTo>
                  <a:pt x="102810" y="-90"/>
                  <a:pt x="100013" y="17"/>
                  <a:pt x="100013" y="17"/>
                </a:cubicBezTo>
                <a:cubicBezTo>
                  <a:pt x="95250" y="17"/>
                  <a:pt x="95250" y="5762"/>
                  <a:pt x="95250" y="9542"/>
                </a:cubicBezTo>
                <a:lnTo>
                  <a:pt x="95250" y="95267"/>
                </a:lnTo>
                <a:lnTo>
                  <a:pt x="118110" y="78122"/>
                </a:lnTo>
                <a:cubicBezTo>
                  <a:pt x="122318" y="74965"/>
                  <a:pt x="128288" y="75819"/>
                  <a:pt x="131445" y="80027"/>
                </a:cubicBezTo>
                <a:cubicBezTo>
                  <a:pt x="134602" y="84235"/>
                  <a:pt x="133748" y="90205"/>
                  <a:pt x="129540" y="93362"/>
                </a:cubicBezTo>
                <a:lnTo>
                  <a:pt x="91440" y="121937"/>
                </a:lnTo>
                <a:cubicBezTo>
                  <a:pt x="88053" y="124477"/>
                  <a:pt x="83397" y="124477"/>
                  <a:pt x="80010" y="121937"/>
                </a:cubicBezTo>
                <a:lnTo>
                  <a:pt x="41910" y="93362"/>
                </a:lnTo>
                <a:cubicBezTo>
                  <a:pt x="37702" y="90205"/>
                  <a:pt x="36849" y="84235"/>
                  <a:pt x="40005" y="80027"/>
                </a:cubicBezTo>
                <a:cubicBezTo>
                  <a:pt x="43161" y="75819"/>
                  <a:pt x="49132" y="74965"/>
                  <a:pt x="53340" y="78122"/>
                </a:cubicBezTo>
                <a:lnTo>
                  <a:pt x="76200" y="95267"/>
                </a:lnTo>
                <a:cubicBezTo>
                  <a:pt x="76200" y="95267"/>
                  <a:pt x="76200" y="43019"/>
                  <a:pt x="76200" y="9542"/>
                </a:cubicBezTo>
                <a:cubicBezTo>
                  <a:pt x="76200" y="5762"/>
                  <a:pt x="76200" y="17"/>
                  <a:pt x="71438" y="17"/>
                </a:cubicBezTo>
                <a:cubicBezTo>
                  <a:pt x="71438" y="17"/>
                  <a:pt x="68640" y="-90"/>
                  <a:pt x="66675" y="238"/>
                </a:cubicBezTo>
                <a:close/>
              </a:path>
            </a:pathLst>
          </a:custGeom>
          <a:solidFill>
            <a:srgbClr val="000000"/>
          </a:solidFill>
          <a:ln w="9525" cap="flat">
            <a:noFill/>
            <a:prstDash val="solid"/>
            <a:miter/>
          </a:ln>
        </p:spPr>
        <p:txBody>
          <a:bodyPr rtlCol="0" anchor="ctr"/>
          <a:lstStyle/>
          <a:p>
            <a:endParaRPr lang="ru-RU"/>
          </a:p>
        </p:txBody>
      </p:sp>
      <p:sp>
        <p:nvSpPr>
          <p:cNvPr id="713" name="Полилиния: фигура 712">
            <a:extLst>
              <a:ext uri="{FF2B5EF4-FFF2-40B4-BE49-F238E27FC236}">
                <a16:creationId xmlns:a16="http://schemas.microsoft.com/office/drawing/2014/main" id="{4E00D99D-C185-A764-BEC0-76F0F60176D1}"/>
              </a:ext>
            </a:extLst>
          </p:cNvPr>
          <p:cNvSpPr/>
          <p:nvPr/>
        </p:nvSpPr>
        <p:spPr>
          <a:xfrm>
            <a:off x="6996397" y="1844062"/>
            <a:ext cx="161925" cy="180976"/>
          </a:xfrm>
          <a:custGeom>
            <a:avLst/>
            <a:gdLst>
              <a:gd name="connsiteX0" fmla="*/ 133350 w 161925"/>
              <a:gd name="connsiteY0" fmla="*/ 123826 h 180976"/>
              <a:gd name="connsiteX1" fmla="*/ 142875 w 161925"/>
              <a:gd name="connsiteY1" fmla="*/ 133351 h 180976"/>
              <a:gd name="connsiteX2" fmla="*/ 142875 w 161925"/>
              <a:gd name="connsiteY2" fmla="*/ 142876 h 180976"/>
              <a:gd name="connsiteX3" fmla="*/ 152400 w 161925"/>
              <a:gd name="connsiteY3" fmla="*/ 142876 h 180976"/>
              <a:gd name="connsiteX4" fmla="*/ 161925 w 161925"/>
              <a:gd name="connsiteY4" fmla="*/ 152401 h 180976"/>
              <a:gd name="connsiteX5" fmla="*/ 152400 w 161925"/>
              <a:gd name="connsiteY5" fmla="*/ 161926 h 180976"/>
              <a:gd name="connsiteX6" fmla="*/ 142875 w 161925"/>
              <a:gd name="connsiteY6" fmla="*/ 161926 h 180976"/>
              <a:gd name="connsiteX7" fmla="*/ 142875 w 161925"/>
              <a:gd name="connsiteY7" fmla="*/ 171451 h 180976"/>
              <a:gd name="connsiteX8" fmla="*/ 133350 w 161925"/>
              <a:gd name="connsiteY8" fmla="*/ 180976 h 180976"/>
              <a:gd name="connsiteX9" fmla="*/ 123825 w 161925"/>
              <a:gd name="connsiteY9" fmla="*/ 171451 h 180976"/>
              <a:gd name="connsiteX10" fmla="*/ 123825 w 161925"/>
              <a:gd name="connsiteY10" fmla="*/ 161926 h 180976"/>
              <a:gd name="connsiteX11" fmla="*/ 114300 w 161925"/>
              <a:gd name="connsiteY11" fmla="*/ 161926 h 180976"/>
              <a:gd name="connsiteX12" fmla="*/ 104775 w 161925"/>
              <a:gd name="connsiteY12" fmla="*/ 152401 h 180976"/>
              <a:gd name="connsiteX13" fmla="*/ 114300 w 161925"/>
              <a:gd name="connsiteY13" fmla="*/ 142876 h 180976"/>
              <a:gd name="connsiteX14" fmla="*/ 123825 w 161925"/>
              <a:gd name="connsiteY14" fmla="*/ 142876 h 180976"/>
              <a:gd name="connsiteX15" fmla="*/ 123825 w 161925"/>
              <a:gd name="connsiteY15" fmla="*/ 133351 h 180976"/>
              <a:gd name="connsiteX16" fmla="*/ 133350 w 161925"/>
              <a:gd name="connsiteY16" fmla="*/ 123826 h 180976"/>
              <a:gd name="connsiteX17" fmla="*/ 38100 w 161925"/>
              <a:gd name="connsiteY17" fmla="*/ 114300 h 180976"/>
              <a:gd name="connsiteX18" fmla="*/ 28575 w 161925"/>
              <a:gd name="connsiteY18" fmla="*/ 123825 h 180976"/>
              <a:gd name="connsiteX19" fmla="*/ 38100 w 161925"/>
              <a:gd name="connsiteY19" fmla="*/ 133350 h 180976"/>
              <a:gd name="connsiteX20" fmla="*/ 66675 w 161925"/>
              <a:gd name="connsiteY20" fmla="*/ 133350 h 180976"/>
              <a:gd name="connsiteX21" fmla="*/ 76200 w 161925"/>
              <a:gd name="connsiteY21" fmla="*/ 123825 h 180976"/>
              <a:gd name="connsiteX22" fmla="*/ 66675 w 161925"/>
              <a:gd name="connsiteY22" fmla="*/ 114300 h 180976"/>
              <a:gd name="connsiteX23" fmla="*/ 38100 w 161925"/>
              <a:gd name="connsiteY23" fmla="*/ 76200 h 180976"/>
              <a:gd name="connsiteX24" fmla="*/ 28575 w 161925"/>
              <a:gd name="connsiteY24" fmla="*/ 85725 h 180976"/>
              <a:gd name="connsiteX25" fmla="*/ 38100 w 161925"/>
              <a:gd name="connsiteY25" fmla="*/ 95250 h 180976"/>
              <a:gd name="connsiteX26" fmla="*/ 95250 w 161925"/>
              <a:gd name="connsiteY26" fmla="*/ 95250 h 180976"/>
              <a:gd name="connsiteX27" fmla="*/ 104775 w 161925"/>
              <a:gd name="connsiteY27" fmla="*/ 85725 h 180976"/>
              <a:gd name="connsiteX28" fmla="*/ 95250 w 161925"/>
              <a:gd name="connsiteY28" fmla="*/ 76200 h 180976"/>
              <a:gd name="connsiteX29" fmla="*/ 66675 w 161925"/>
              <a:gd name="connsiteY29" fmla="*/ 28575 h 180976"/>
              <a:gd name="connsiteX30" fmla="*/ 57150 w 161925"/>
              <a:gd name="connsiteY30" fmla="*/ 38100 h 180976"/>
              <a:gd name="connsiteX31" fmla="*/ 66675 w 161925"/>
              <a:gd name="connsiteY31" fmla="*/ 47625 h 180976"/>
              <a:gd name="connsiteX32" fmla="*/ 76200 w 161925"/>
              <a:gd name="connsiteY32" fmla="*/ 38100 h 180976"/>
              <a:gd name="connsiteX33" fmla="*/ 66675 w 161925"/>
              <a:gd name="connsiteY33" fmla="*/ 28575 h 180976"/>
              <a:gd name="connsiteX34" fmla="*/ 66675 w 161925"/>
              <a:gd name="connsiteY34" fmla="*/ 0 h 180976"/>
              <a:gd name="connsiteX35" fmla="*/ 104775 w 161925"/>
              <a:gd name="connsiteY35" fmla="*/ 23813 h 180976"/>
              <a:gd name="connsiteX36" fmla="*/ 133350 w 161925"/>
              <a:gd name="connsiteY36" fmla="*/ 76200 h 180976"/>
              <a:gd name="connsiteX37" fmla="*/ 133350 w 161925"/>
              <a:gd name="connsiteY37" fmla="*/ 85725 h 180976"/>
              <a:gd name="connsiteX38" fmla="*/ 123825 w 161925"/>
              <a:gd name="connsiteY38" fmla="*/ 114300 h 180976"/>
              <a:gd name="connsiteX39" fmla="*/ 95250 w 161925"/>
              <a:gd name="connsiteY39" fmla="*/ 142875 h 180976"/>
              <a:gd name="connsiteX40" fmla="*/ 66675 w 161925"/>
              <a:gd name="connsiteY40" fmla="*/ 171450 h 180976"/>
              <a:gd name="connsiteX41" fmla="*/ 0 w 161925"/>
              <a:gd name="connsiteY41" fmla="*/ 113247 h 180976"/>
              <a:gd name="connsiteX42" fmla="*/ 0 w 161925"/>
              <a:gd name="connsiteY42" fmla="*/ 76200 h 180976"/>
              <a:gd name="connsiteX43" fmla="*/ 28575 w 161925"/>
              <a:gd name="connsiteY43" fmla="*/ 23813 h 180976"/>
              <a:gd name="connsiteX44" fmla="*/ 66675 w 161925"/>
              <a:gd name="connsiteY44" fmla="*/ 0 h 18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61925" h="180976">
                <a:moveTo>
                  <a:pt x="133350" y="123826"/>
                </a:moveTo>
                <a:cubicBezTo>
                  <a:pt x="138611" y="123826"/>
                  <a:pt x="142875" y="128090"/>
                  <a:pt x="142875" y="133351"/>
                </a:cubicBezTo>
                <a:lnTo>
                  <a:pt x="142875" y="142876"/>
                </a:lnTo>
                <a:lnTo>
                  <a:pt x="152400" y="142876"/>
                </a:lnTo>
                <a:cubicBezTo>
                  <a:pt x="157661" y="142876"/>
                  <a:pt x="161925" y="147140"/>
                  <a:pt x="161925" y="152401"/>
                </a:cubicBezTo>
                <a:cubicBezTo>
                  <a:pt x="161925" y="157662"/>
                  <a:pt x="157661" y="161926"/>
                  <a:pt x="152400" y="161926"/>
                </a:cubicBezTo>
                <a:lnTo>
                  <a:pt x="142875" y="161926"/>
                </a:lnTo>
                <a:lnTo>
                  <a:pt x="142875" y="171451"/>
                </a:lnTo>
                <a:cubicBezTo>
                  <a:pt x="142875" y="176712"/>
                  <a:pt x="138611" y="180976"/>
                  <a:pt x="133350" y="180976"/>
                </a:cubicBezTo>
                <a:cubicBezTo>
                  <a:pt x="128089" y="180976"/>
                  <a:pt x="123825" y="176712"/>
                  <a:pt x="123825" y="171451"/>
                </a:cubicBezTo>
                <a:lnTo>
                  <a:pt x="123825" y="161926"/>
                </a:lnTo>
                <a:lnTo>
                  <a:pt x="114300" y="161926"/>
                </a:lnTo>
                <a:cubicBezTo>
                  <a:pt x="109039" y="161926"/>
                  <a:pt x="104775" y="157662"/>
                  <a:pt x="104775" y="152401"/>
                </a:cubicBezTo>
                <a:cubicBezTo>
                  <a:pt x="104775" y="147140"/>
                  <a:pt x="109039" y="142876"/>
                  <a:pt x="114300" y="142876"/>
                </a:cubicBezTo>
                <a:lnTo>
                  <a:pt x="123825" y="142876"/>
                </a:lnTo>
                <a:lnTo>
                  <a:pt x="123825" y="133351"/>
                </a:lnTo>
                <a:cubicBezTo>
                  <a:pt x="123825" y="128090"/>
                  <a:pt x="128089" y="123826"/>
                  <a:pt x="133350" y="123826"/>
                </a:cubicBezTo>
                <a:close/>
                <a:moveTo>
                  <a:pt x="38100" y="114300"/>
                </a:moveTo>
                <a:cubicBezTo>
                  <a:pt x="32840" y="114300"/>
                  <a:pt x="28575" y="118564"/>
                  <a:pt x="28575" y="123825"/>
                </a:cubicBezTo>
                <a:cubicBezTo>
                  <a:pt x="28575" y="129086"/>
                  <a:pt x="32840" y="133350"/>
                  <a:pt x="38100" y="133350"/>
                </a:cubicBezTo>
                <a:lnTo>
                  <a:pt x="66675" y="133350"/>
                </a:lnTo>
                <a:cubicBezTo>
                  <a:pt x="71936" y="133350"/>
                  <a:pt x="76200" y="129086"/>
                  <a:pt x="76200" y="123825"/>
                </a:cubicBezTo>
                <a:cubicBezTo>
                  <a:pt x="76200" y="118564"/>
                  <a:pt x="71936" y="114300"/>
                  <a:pt x="66675" y="114300"/>
                </a:cubicBezTo>
                <a:close/>
                <a:moveTo>
                  <a:pt x="38100" y="76200"/>
                </a:moveTo>
                <a:cubicBezTo>
                  <a:pt x="32840" y="76200"/>
                  <a:pt x="28575" y="80464"/>
                  <a:pt x="28575" y="85725"/>
                </a:cubicBezTo>
                <a:cubicBezTo>
                  <a:pt x="28575" y="90986"/>
                  <a:pt x="32840" y="95250"/>
                  <a:pt x="38100" y="95250"/>
                </a:cubicBezTo>
                <a:lnTo>
                  <a:pt x="95250" y="95250"/>
                </a:lnTo>
                <a:cubicBezTo>
                  <a:pt x="100511" y="95250"/>
                  <a:pt x="104775" y="90986"/>
                  <a:pt x="104775" y="85725"/>
                </a:cubicBezTo>
                <a:cubicBezTo>
                  <a:pt x="104775" y="80464"/>
                  <a:pt x="100511" y="76200"/>
                  <a:pt x="95250" y="76200"/>
                </a:cubicBezTo>
                <a:close/>
                <a:moveTo>
                  <a:pt x="66675" y="28575"/>
                </a:moveTo>
                <a:cubicBezTo>
                  <a:pt x="61414" y="28575"/>
                  <a:pt x="57150" y="32840"/>
                  <a:pt x="57150" y="38100"/>
                </a:cubicBezTo>
                <a:cubicBezTo>
                  <a:pt x="57150" y="43361"/>
                  <a:pt x="61414" y="47625"/>
                  <a:pt x="66675" y="47625"/>
                </a:cubicBezTo>
                <a:cubicBezTo>
                  <a:pt x="71936" y="47625"/>
                  <a:pt x="76200" y="43361"/>
                  <a:pt x="76200" y="38100"/>
                </a:cubicBezTo>
                <a:cubicBezTo>
                  <a:pt x="76200" y="32840"/>
                  <a:pt x="71936" y="28575"/>
                  <a:pt x="66675" y="28575"/>
                </a:cubicBezTo>
                <a:close/>
                <a:moveTo>
                  <a:pt x="66675" y="0"/>
                </a:moveTo>
                <a:cubicBezTo>
                  <a:pt x="80117" y="0"/>
                  <a:pt x="90487" y="9525"/>
                  <a:pt x="104775" y="23813"/>
                </a:cubicBezTo>
                <a:cubicBezTo>
                  <a:pt x="119062" y="38100"/>
                  <a:pt x="133350" y="57150"/>
                  <a:pt x="133350" y="76200"/>
                </a:cubicBezTo>
                <a:lnTo>
                  <a:pt x="133350" y="85725"/>
                </a:lnTo>
                <a:cubicBezTo>
                  <a:pt x="133350" y="99705"/>
                  <a:pt x="133350" y="114300"/>
                  <a:pt x="123825" y="114300"/>
                </a:cubicBezTo>
                <a:cubicBezTo>
                  <a:pt x="100012" y="114300"/>
                  <a:pt x="95250" y="119063"/>
                  <a:pt x="95250" y="142875"/>
                </a:cubicBezTo>
                <a:cubicBezTo>
                  <a:pt x="95250" y="166688"/>
                  <a:pt x="90487" y="171450"/>
                  <a:pt x="66675" y="171450"/>
                </a:cubicBezTo>
                <a:cubicBezTo>
                  <a:pt x="16669" y="171450"/>
                  <a:pt x="0" y="164174"/>
                  <a:pt x="0" y="113247"/>
                </a:cubicBezTo>
                <a:lnTo>
                  <a:pt x="0" y="76200"/>
                </a:lnTo>
                <a:cubicBezTo>
                  <a:pt x="0" y="57150"/>
                  <a:pt x="14288" y="38100"/>
                  <a:pt x="28575" y="23813"/>
                </a:cubicBezTo>
                <a:cubicBezTo>
                  <a:pt x="42862" y="9525"/>
                  <a:pt x="53706" y="0"/>
                  <a:pt x="66675" y="0"/>
                </a:cubicBezTo>
                <a:close/>
              </a:path>
            </a:pathLst>
          </a:custGeom>
          <a:solidFill>
            <a:srgbClr val="000000"/>
          </a:solidFill>
          <a:ln w="9525" cap="flat">
            <a:noFill/>
            <a:prstDash val="solid"/>
            <a:miter/>
          </a:ln>
        </p:spPr>
        <p:txBody>
          <a:bodyPr rtlCol="0" anchor="ctr"/>
          <a:lstStyle/>
          <a:p>
            <a:endParaRPr lang="ru-RU"/>
          </a:p>
        </p:txBody>
      </p:sp>
      <p:sp>
        <p:nvSpPr>
          <p:cNvPr id="643" name="Рисунок 365">
            <a:extLst>
              <a:ext uri="{FF2B5EF4-FFF2-40B4-BE49-F238E27FC236}">
                <a16:creationId xmlns:a16="http://schemas.microsoft.com/office/drawing/2014/main" id="{027DA0E3-FC77-A197-25BC-C074AAAD0B69}"/>
              </a:ext>
            </a:extLst>
          </p:cNvPr>
          <p:cNvSpPr/>
          <p:nvPr/>
        </p:nvSpPr>
        <p:spPr>
          <a:xfrm>
            <a:off x="6977347" y="2872477"/>
            <a:ext cx="171450" cy="171450"/>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38100 w 171450"/>
              <a:gd name="connsiteY5" fmla="*/ 47625 h 171450"/>
              <a:gd name="connsiteX6" fmla="*/ 47625 w 171450"/>
              <a:gd name="connsiteY6" fmla="*/ 38100 h 171450"/>
              <a:gd name="connsiteX7" fmla="*/ 114300 w 171450"/>
              <a:gd name="connsiteY7" fmla="*/ 38100 h 171450"/>
              <a:gd name="connsiteX8" fmla="*/ 123825 w 171450"/>
              <a:gd name="connsiteY8" fmla="*/ 47625 h 171450"/>
              <a:gd name="connsiteX9" fmla="*/ 114300 w 171450"/>
              <a:gd name="connsiteY9" fmla="*/ 57150 h 171450"/>
              <a:gd name="connsiteX10" fmla="*/ 47625 w 171450"/>
              <a:gd name="connsiteY10" fmla="*/ 57150 h 171450"/>
              <a:gd name="connsiteX11" fmla="*/ 38100 w 171450"/>
              <a:gd name="connsiteY11" fmla="*/ 47625 h 171450"/>
              <a:gd name="connsiteX12" fmla="*/ 38100 w 171450"/>
              <a:gd name="connsiteY12" fmla="*/ 85725 h 171450"/>
              <a:gd name="connsiteX13" fmla="*/ 47625 w 171450"/>
              <a:gd name="connsiteY13" fmla="*/ 76200 h 171450"/>
              <a:gd name="connsiteX14" fmla="*/ 66675 w 171450"/>
              <a:gd name="connsiteY14" fmla="*/ 76200 h 171450"/>
              <a:gd name="connsiteX15" fmla="*/ 76200 w 171450"/>
              <a:gd name="connsiteY15" fmla="*/ 85725 h 171450"/>
              <a:gd name="connsiteX16" fmla="*/ 66675 w 171450"/>
              <a:gd name="connsiteY16" fmla="*/ 95250 h 171450"/>
              <a:gd name="connsiteX17" fmla="*/ 47625 w 171450"/>
              <a:gd name="connsiteY17" fmla="*/ 95250 h 171450"/>
              <a:gd name="connsiteX18" fmla="*/ 38100 w 171450"/>
              <a:gd name="connsiteY18" fmla="*/ 85725 h 171450"/>
              <a:gd name="connsiteX19" fmla="*/ 119024 w 171450"/>
              <a:gd name="connsiteY19" fmla="*/ 80963 h 171450"/>
              <a:gd name="connsiteX20" fmla="*/ 138110 w 171450"/>
              <a:gd name="connsiteY20" fmla="*/ 80964 h 171450"/>
              <a:gd name="connsiteX21" fmla="*/ 138110 w 171450"/>
              <a:gd name="connsiteY21" fmla="*/ 100056 h 171450"/>
              <a:gd name="connsiteX22" fmla="*/ 123795 w 171450"/>
              <a:gd name="connsiteY22" fmla="*/ 100055 h 171450"/>
              <a:gd name="connsiteX23" fmla="*/ 119024 w 171450"/>
              <a:gd name="connsiteY23" fmla="*/ 95282 h 171450"/>
              <a:gd name="connsiteX24" fmla="*/ 119024 w 171450"/>
              <a:gd name="connsiteY24" fmla="*/ 80963 h 171450"/>
              <a:gd name="connsiteX25" fmla="*/ 71435 w 171450"/>
              <a:gd name="connsiteY25" fmla="*/ 152400 h 171450"/>
              <a:gd name="connsiteX26" fmla="*/ 66675 w 171450"/>
              <a:gd name="connsiteY26" fmla="*/ 147636 h 171450"/>
              <a:gd name="connsiteX27" fmla="*/ 71435 w 171450"/>
              <a:gd name="connsiteY27" fmla="*/ 128579 h 171450"/>
              <a:gd name="connsiteX28" fmla="*/ 102893 w 171450"/>
              <a:gd name="connsiteY28" fmla="*/ 97093 h 171450"/>
              <a:gd name="connsiteX29" fmla="*/ 112522 w 171450"/>
              <a:gd name="connsiteY29" fmla="*/ 96982 h 171450"/>
              <a:gd name="connsiteX30" fmla="*/ 122040 w 171450"/>
              <a:gd name="connsiteY30" fmla="*/ 106510 h 171450"/>
              <a:gd name="connsiteX31" fmla="*/ 122040 w 171450"/>
              <a:gd name="connsiteY31" fmla="*/ 116038 h 171450"/>
              <a:gd name="connsiteX32" fmla="*/ 90470 w 171450"/>
              <a:gd name="connsiteY32" fmla="*/ 147636 h 171450"/>
              <a:gd name="connsiteX33" fmla="*/ 71435 w 171450"/>
              <a:gd name="connsiteY33" fmla="*/ 1524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71450">
                <a:moveTo>
                  <a:pt x="85725" y="0"/>
                </a:moveTo>
                <a:cubicBezTo>
                  <a:pt x="19050" y="0"/>
                  <a:pt x="0" y="9525"/>
                  <a:pt x="0" y="85725"/>
                </a:cubicBezTo>
                <a:cubicBezTo>
                  <a:pt x="0" y="161925"/>
                  <a:pt x="19050" y="171450"/>
                  <a:pt x="85725" y="171450"/>
                </a:cubicBezTo>
                <a:cubicBezTo>
                  <a:pt x="152400" y="171450"/>
                  <a:pt x="171450" y="161925"/>
                  <a:pt x="171450" y="85725"/>
                </a:cubicBezTo>
                <a:cubicBezTo>
                  <a:pt x="171450" y="9525"/>
                  <a:pt x="152400" y="0"/>
                  <a:pt x="85725" y="0"/>
                </a:cubicBezTo>
                <a:close/>
                <a:moveTo>
                  <a:pt x="38100" y="47625"/>
                </a:moveTo>
                <a:cubicBezTo>
                  <a:pt x="38100" y="42365"/>
                  <a:pt x="42365" y="38100"/>
                  <a:pt x="47625" y="38100"/>
                </a:cubicBezTo>
                <a:lnTo>
                  <a:pt x="114300" y="38100"/>
                </a:lnTo>
                <a:cubicBezTo>
                  <a:pt x="119561" y="38100"/>
                  <a:pt x="123825" y="42365"/>
                  <a:pt x="123825" y="47625"/>
                </a:cubicBezTo>
                <a:cubicBezTo>
                  <a:pt x="123825" y="52886"/>
                  <a:pt x="119561" y="57150"/>
                  <a:pt x="114300" y="57150"/>
                </a:cubicBezTo>
                <a:lnTo>
                  <a:pt x="47625" y="57150"/>
                </a:lnTo>
                <a:cubicBezTo>
                  <a:pt x="42365" y="57150"/>
                  <a:pt x="38100" y="52886"/>
                  <a:pt x="38100" y="47625"/>
                </a:cubicBezTo>
                <a:close/>
                <a:moveTo>
                  <a:pt x="38100" y="85725"/>
                </a:moveTo>
                <a:cubicBezTo>
                  <a:pt x="38100" y="80464"/>
                  <a:pt x="42365" y="76200"/>
                  <a:pt x="47625" y="76200"/>
                </a:cubicBezTo>
                <a:lnTo>
                  <a:pt x="66675" y="76200"/>
                </a:lnTo>
                <a:cubicBezTo>
                  <a:pt x="71936" y="76200"/>
                  <a:pt x="76200" y="80464"/>
                  <a:pt x="76200" y="85725"/>
                </a:cubicBezTo>
                <a:cubicBezTo>
                  <a:pt x="76200" y="90986"/>
                  <a:pt x="71936" y="95250"/>
                  <a:pt x="66675" y="95250"/>
                </a:cubicBezTo>
                <a:lnTo>
                  <a:pt x="47625" y="95250"/>
                </a:lnTo>
                <a:cubicBezTo>
                  <a:pt x="42365" y="95250"/>
                  <a:pt x="38100" y="90986"/>
                  <a:pt x="38100" y="85725"/>
                </a:cubicBezTo>
                <a:close/>
                <a:moveTo>
                  <a:pt x="119024" y="80963"/>
                </a:moveTo>
                <a:cubicBezTo>
                  <a:pt x="122892" y="77095"/>
                  <a:pt x="129675" y="72527"/>
                  <a:pt x="138110" y="80964"/>
                </a:cubicBezTo>
                <a:cubicBezTo>
                  <a:pt x="146544" y="89402"/>
                  <a:pt x="141986" y="96178"/>
                  <a:pt x="138110" y="100056"/>
                </a:cubicBezTo>
                <a:cubicBezTo>
                  <a:pt x="131829" y="106339"/>
                  <a:pt x="129891" y="106357"/>
                  <a:pt x="123795" y="100055"/>
                </a:cubicBezTo>
                <a:lnTo>
                  <a:pt x="119024" y="95282"/>
                </a:lnTo>
                <a:cubicBezTo>
                  <a:pt x="112726" y="88925"/>
                  <a:pt x="112725" y="87266"/>
                  <a:pt x="119024" y="80963"/>
                </a:cubicBezTo>
                <a:close/>
                <a:moveTo>
                  <a:pt x="71435" y="152400"/>
                </a:moveTo>
                <a:cubicBezTo>
                  <a:pt x="69054" y="152400"/>
                  <a:pt x="66675" y="150018"/>
                  <a:pt x="66675" y="147636"/>
                </a:cubicBezTo>
                <a:cubicBezTo>
                  <a:pt x="66675" y="140490"/>
                  <a:pt x="67985" y="132032"/>
                  <a:pt x="71435" y="128579"/>
                </a:cubicBezTo>
                <a:lnTo>
                  <a:pt x="102893" y="97093"/>
                </a:lnTo>
                <a:cubicBezTo>
                  <a:pt x="105272" y="94712"/>
                  <a:pt x="110142" y="94599"/>
                  <a:pt x="112522" y="96982"/>
                </a:cubicBezTo>
                <a:lnTo>
                  <a:pt x="122040" y="106510"/>
                </a:lnTo>
                <a:cubicBezTo>
                  <a:pt x="124420" y="108892"/>
                  <a:pt x="124420" y="113656"/>
                  <a:pt x="122040" y="116038"/>
                </a:cubicBezTo>
                <a:lnTo>
                  <a:pt x="90470" y="147636"/>
                </a:lnTo>
                <a:cubicBezTo>
                  <a:pt x="87021" y="151088"/>
                  <a:pt x="78573" y="152400"/>
                  <a:pt x="71435" y="152400"/>
                </a:cubicBezTo>
                <a:close/>
              </a:path>
            </a:pathLst>
          </a:custGeom>
          <a:solidFill>
            <a:srgbClr val="000000"/>
          </a:solidFill>
          <a:ln w="9525" cap="flat">
            <a:noFill/>
            <a:prstDash val="solid"/>
            <a:miter/>
          </a:ln>
        </p:spPr>
        <p:txBody>
          <a:bodyPr rtlCol="0" anchor="ctr"/>
          <a:lstStyle/>
          <a:p>
            <a:endParaRPr lang="ru-RU"/>
          </a:p>
        </p:txBody>
      </p:sp>
      <p:sp>
        <p:nvSpPr>
          <p:cNvPr id="644" name="Рисунок 389">
            <a:extLst>
              <a:ext uri="{FF2B5EF4-FFF2-40B4-BE49-F238E27FC236}">
                <a16:creationId xmlns:a16="http://schemas.microsoft.com/office/drawing/2014/main" id="{E840DD75-ADC0-1F7B-ECDE-C268FE5A8634}"/>
              </a:ext>
            </a:extLst>
          </p:cNvPr>
          <p:cNvSpPr/>
          <p:nvPr/>
        </p:nvSpPr>
        <p:spPr>
          <a:xfrm>
            <a:off x="6986872" y="3391600"/>
            <a:ext cx="152400" cy="171450"/>
          </a:xfrm>
          <a:custGeom>
            <a:avLst/>
            <a:gdLst>
              <a:gd name="connsiteX0" fmla="*/ 28916 w 152400"/>
              <a:gd name="connsiteY0" fmla="*/ 47625 h 171450"/>
              <a:gd name="connsiteX1" fmla="*/ 39948 w 152400"/>
              <a:gd name="connsiteY1" fmla="*/ 14894 h 171450"/>
              <a:gd name="connsiteX2" fmla="*/ 76200 w 152400"/>
              <a:gd name="connsiteY2" fmla="*/ 0 h 171450"/>
              <a:gd name="connsiteX3" fmla="*/ 112452 w 152400"/>
              <a:gd name="connsiteY3" fmla="*/ 14894 h 171450"/>
              <a:gd name="connsiteX4" fmla="*/ 123483 w 152400"/>
              <a:gd name="connsiteY4" fmla="*/ 47625 h 171450"/>
              <a:gd name="connsiteX5" fmla="*/ 123825 w 152400"/>
              <a:gd name="connsiteY5" fmla="*/ 47625 h 171450"/>
              <a:gd name="connsiteX6" fmla="*/ 152400 w 152400"/>
              <a:gd name="connsiteY6" fmla="*/ 76498 h 171450"/>
              <a:gd name="connsiteX7" fmla="*/ 76200 w 152400"/>
              <a:gd name="connsiteY7" fmla="*/ 171450 h 171450"/>
              <a:gd name="connsiteX8" fmla="*/ 0 w 152400"/>
              <a:gd name="connsiteY8" fmla="*/ 76200 h 171450"/>
              <a:gd name="connsiteX9" fmla="*/ 3572 w 152400"/>
              <a:gd name="connsiteY9" fmla="*/ 51197 h 171450"/>
              <a:gd name="connsiteX10" fmla="*/ 28575 w 152400"/>
              <a:gd name="connsiteY10" fmla="*/ 47625 h 171450"/>
              <a:gd name="connsiteX11" fmla="*/ 28916 w 152400"/>
              <a:gd name="connsiteY11" fmla="*/ 47625 h 171450"/>
              <a:gd name="connsiteX12" fmla="*/ 48033 w 152400"/>
              <a:gd name="connsiteY12" fmla="*/ 47625 h 171450"/>
              <a:gd name="connsiteX13" fmla="*/ 104367 w 152400"/>
              <a:gd name="connsiteY13" fmla="*/ 47625 h 171450"/>
              <a:gd name="connsiteX14" fmla="*/ 97631 w 152400"/>
              <a:gd name="connsiteY14" fmla="*/ 26862 h 171450"/>
              <a:gd name="connsiteX15" fmla="*/ 76200 w 152400"/>
              <a:gd name="connsiteY15" fmla="*/ 19050 h 171450"/>
              <a:gd name="connsiteX16" fmla="*/ 54769 w 152400"/>
              <a:gd name="connsiteY16" fmla="*/ 26862 h 171450"/>
              <a:gd name="connsiteX17" fmla="*/ 48033 w 152400"/>
              <a:gd name="connsiteY17" fmla="*/ 476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171450">
                <a:moveTo>
                  <a:pt x="28916" y="47625"/>
                </a:moveTo>
                <a:cubicBezTo>
                  <a:pt x="29919" y="34401"/>
                  <a:pt x="33214" y="23233"/>
                  <a:pt x="39948" y="14894"/>
                </a:cubicBezTo>
                <a:cubicBezTo>
                  <a:pt x="48622" y="4154"/>
                  <a:pt x="61390" y="0"/>
                  <a:pt x="76200" y="0"/>
                </a:cubicBezTo>
                <a:cubicBezTo>
                  <a:pt x="91010" y="0"/>
                  <a:pt x="103779" y="4154"/>
                  <a:pt x="112452" y="14894"/>
                </a:cubicBezTo>
                <a:cubicBezTo>
                  <a:pt x="119186" y="23233"/>
                  <a:pt x="122481" y="34401"/>
                  <a:pt x="123483" y="47625"/>
                </a:cubicBezTo>
                <a:lnTo>
                  <a:pt x="123825" y="47625"/>
                </a:lnTo>
                <a:cubicBezTo>
                  <a:pt x="152400" y="47625"/>
                  <a:pt x="152400" y="47625"/>
                  <a:pt x="152400" y="76498"/>
                </a:cubicBezTo>
                <a:cubicBezTo>
                  <a:pt x="152400" y="152400"/>
                  <a:pt x="152400" y="171450"/>
                  <a:pt x="76200" y="171450"/>
                </a:cubicBezTo>
                <a:cubicBezTo>
                  <a:pt x="0" y="171450"/>
                  <a:pt x="0" y="152400"/>
                  <a:pt x="0" y="76200"/>
                </a:cubicBezTo>
                <a:cubicBezTo>
                  <a:pt x="0" y="61913"/>
                  <a:pt x="0" y="54769"/>
                  <a:pt x="3572" y="51197"/>
                </a:cubicBezTo>
                <a:cubicBezTo>
                  <a:pt x="7144" y="47625"/>
                  <a:pt x="14288" y="47625"/>
                  <a:pt x="28575" y="47625"/>
                </a:cubicBezTo>
                <a:lnTo>
                  <a:pt x="28916" y="47625"/>
                </a:lnTo>
                <a:close/>
                <a:moveTo>
                  <a:pt x="48033" y="47625"/>
                </a:moveTo>
                <a:lnTo>
                  <a:pt x="104367" y="47625"/>
                </a:lnTo>
                <a:cubicBezTo>
                  <a:pt x="103425" y="37460"/>
                  <a:pt x="100925" y="30941"/>
                  <a:pt x="97631" y="26862"/>
                </a:cubicBezTo>
                <a:cubicBezTo>
                  <a:pt x="93782" y="22096"/>
                  <a:pt x="87500" y="19050"/>
                  <a:pt x="76200" y="19050"/>
                </a:cubicBezTo>
                <a:cubicBezTo>
                  <a:pt x="64900" y="19050"/>
                  <a:pt x="58618" y="22096"/>
                  <a:pt x="54769" y="26862"/>
                </a:cubicBezTo>
                <a:cubicBezTo>
                  <a:pt x="51475" y="30941"/>
                  <a:pt x="48975" y="37460"/>
                  <a:pt x="48033" y="47625"/>
                </a:cubicBezTo>
                <a:close/>
              </a:path>
            </a:pathLst>
          </a:custGeom>
          <a:solidFill>
            <a:srgbClr val="000000"/>
          </a:solidFill>
          <a:ln w="9525" cap="flat">
            <a:noFill/>
            <a:prstDash val="solid"/>
            <a:miter/>
          </a:ln>
        </p:spPr>
        <p:txBody>
          <a:bodyPr rtlCol="0" anchor="ctr"/>
          <a:lstStyle/>
          <a:p>
            <a:endParaRPr lang="ru-RU"/>
          </a:p>
        </p:txBody>
      </p:sp>
      <p:sp>
        <p:nvSpPr>
          <p:cNvPr id="726" name="Полилиния: фигура 725">
            <a:extLst>
              <a:ext uri="{FF2B5EF4-FFF2-40B4-BE49-F238E27FC236}">
                <a16:creationId xmlns:a16="http://schemas.microsoft.com/office/drawing/2014/main" id="{D70DDE03-4424-CBA4-BAC7-3F8B8DD9862F}"/>
              </a:ext>
            </a:extLst>
          </p:cNvPr>
          <p:cNvSpPr/>
          <p:nvPr/>
        </p:nvSpPr>
        <p:spPr>
          <a:xfrm>
            <a:off x="6977348" y="3881227"/>
            <a:ext cx="171449" cy="171450"/>
          </a:xfrm>
          <a:custGeom>
            <a:avLst/>
            <a:gdLst>
              <a:gd name="connsiteX0" fmla="*/ 47316 w 171449"/>
              <a:gd name="connsiteY0" fmla="*/ 10865 h 171450"/>
              <a:gd name="connsiteX1" fmla="*/ 70065 w 171449"/>
              <a:gd name="connsiteY1" fmla="*/ 26935 h 171450"/>
              <a:gd name="connsiteX2" fmla="*/ 64009 w 171449"/>
              <a:gd name="connsiteY2" fmla="*/ 36074 h 171450"/>
              <a:gd name="connsiteX3" fmla="*/ 14697 w 171449"/>
              <a:gd name="connsiteY3" fmla="*/ 25022 h 171450"/>
              <a:gd name="connsiteX4" fmla="*/ 14697 w 171449"/>
              <a:gd name="connsiteY4" fmla="*/ 12667 h 171450"/>
              <a:gd name="connsiteX5" fmla="*/ 47316 w 171449"/>
              <a:gd name="connsiteY5" fmla="*/ 10865 h 171450"/>
              <a:gd name="connsiteX6" fmla="*/ 127633 w 171449"/>
              <a:gd name="connsiteY6" fmla="*/ 0 h 171450"/>
              <a:gd name="connsiteX7" fmla="*/ 164749 w 171449"/>
              <a:gd name="connsiteY7" fmla="*/ 9298 h 171450"/>
              <a:gd name="connsiteX8" fmla="*/ 164504 w 171449"/>
              <a:gd name="connsiteY8" fmla="*/ 21055 h 171450"/>
              <a:gd name="connsiteX9" fmla="*/ 118415 w 171449"/>
              <a:gd name="connsiteY9" fmla="*/ 36095 h 171450"/>
              <a:gd name="connsiteX10" fmla="*/ 164749 w 171449"/>
              <a:gd name="connsiteY10" fmla="*/ 90236 h 171450"/>
              <a:gd name="connsiteX11" fmla="*/ 155287 w 171449"/>
              <a:gd name="connsiteY11" fmla="*/ 93680 h 171450"/>
              <a:gd name="connsiteX12" fmla="*/ 141407 w 171449"/>
              <a:gd name="connsiteY12" fmla="*/ 84844 h 171450"/>
              <a:gd name="connsiteX13" fmla="*/ 104588 w 171449"/>
              <a:gd name="connsiteY13" fmla="*/ 63166 h 171450"/>
              <a:gd name="connsiteX14" fmla="*/ 99767 w 171449"/>
              <a:gd name="connsiteY14" fmla="*/ 144963 h 171450"/>
              <a:gd name="connsiteX15" fmla="*/ 145683 w 171449"/>
              <a:gd name="connsiteY15" fmla="*/ 157914 h 171450"/>
              <a:gd name="connsiteX16" fmla="*/ 76934 w 171449"/>
              <a:gd name="connsiteY16" fmla="*/ 171450 h 171450"/>
              <a:gd name="connsiteX17" fmla="*/ 8186 w 171449"/>
              <a:gd name="connsiteY17" fmla="*/ 157914 h 171450"/>
              <a:gd name="connsiteX18" fmla="*/ 44820 w 171449"/>
              <a:gd name="connsiteY18" fmla="*/ 145565 h 171450"/>
              <a:gd name="connsiteX19" fmla="*/ 50141 w 171449"/>
              <a:gd name="connsiteY19" fmla="*/ 150874 h 171450"/>
              <a:gd name="connsiteX20" fmla="*/ 50874 w 171449"/>
              <a:gd name="connsiteY20" fmla="*/ 157214 h 171450"/>
              <a:gd name="connsiteX21" fmla="*/ 57351 w 171449"/>
              <a:gd name="connsiteY21" fmla="*/ 156496 h 171450"/>
              <a:gd name="connsiteX22" fmla="*/ 72347 w 171449"/>
              <a:gd name="connsiteY22" fmla="*/ 127337 h 171450"/>
              <a:gd name="connsiteX23" fmla="*/ 76251 w 171449"/>
              <a:gd name="connsiteY23" fmla="*/ 113058 h 171450"/>
              <a:gd name="connsiteX24" fmla="*/ 79634 w 171449"/>
              <a:gd name="connsiteY24" fmla="*/ 93770 h 171450"/>
              <a:gd name="connsiteX25" fmla="*/ 79648 w 171449"/>
              <a:gd name="connsiteY25" fmla="*/ 92738 h 171450"/>
              <a:gd name="connsiteX26" fmla="*/ 81543 w 171449"/>
              <a:gd name="connsiteY26" fmla="*/ 72189 h 171450"/>
              <a:gd name="connsiteX27" fmla="*/ 81533 w 171449"/>
              <a:gd name="connsiteY27" fmla="*/ 72192 h 171450"/>
              <a:gd name="connsiteX28" fmla="*/ 7800 w 171449"/>
              <a:gd name="connsiteY28" fmla="*/ 88634 h 171450"/>
              <a:gd name="connsiteX29" fmla="*/ 2373 w 171449"/>
              <a:gd name="connsiteY29" fmla="*/ 81213 h 171450"/>
              <a:gd name="connsiteX30" fmla="*/ 72326 w 171449"/>
              <a:gd name="connsiteY30" fmla="*/ 45118 h 171450"/>
              <a:gd name="connsiteX31" fmla="*/ 83314 w 171449"/>
              <a:gd name="connsiteY31" fmla="*/ 36095 h 171450"/>
              <a:gd name="connsiteX32" fmla="*/ 127633 w 171449"/>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49" h="171450">
                <a:moveTo>
                  <a:pt x="47316" y="10865"/>
                </a:moveTo>
                <a:cubicBezTo>
                  <a:pt x="57146" y="13648"/>
                  <a:pt x="65331" y="19410"/>
                  <a:pt x="70065" y="26935"/>
                </a:cubicBezTo>
                <a:cubicBezTo>
                  <a:pt x="73871" y="32986"/>
                  <a:pt x="73505" y="36390"/>
                  <a:pt x="64009" y="36074"/>
                </a:cubicBezTo>
                <a:cubicBezTo>
                  <a:pt x="36264" y="35151"/>
                  <a:pt x="23136" y="30297"/>
                  <a:pt x="14697" y="25022"/>
                </a:cubicBezTo>
                <a:cubicBezTo>
                  <a:pt x="5161" y="19061"/>
                  <a:pt x="5848" y="16100"/>
                  <a:pt x="14697" y="12667"/>
                </a:cubicBezTo>
                <a:cubicBezTo>
                  <a:pt x="26012" y="8277"/>
                  <a:pt x="37487" y="8081"/>
                  <a:pt x="47316" y="10865"/>
                </a:cubicBezTo>
                <a:close/>
                <a:moveTo>
                  <a:pt x="127633" y="0"/>
                </a:moveTo>
                <a:cubicBezTo>
                  <a:pt x="142939" y="0"/>
                  <a:pt x="155777" y="3710"/>
                  <a:pt x="164749" y="9298"/>
                </a:cubicBezTo>
                <a:cubicBezTo>
                  <a:pt x="173723" y="14885"/>
                  <a:pt x="173723" y="18047"/>
                  <a:pt x="164504" y="21055"/>
                </a:cubicBezTo>
                <a:lnTo>
                  <a:pt x="118415" y="36095"/>
                </a:lnTo>
                <a:cubicBezTo>
                  <a:pt x="134087" y="38884"/>
                  <a:pt x="163500" y="53573"/>
                  <a:pt x="164749" y="90236"/>
                </a:cubicBezTo>
                <a:cubicBezTo>
                  <a:pt x="164504" y="99261"/>
                  <a:pt x="159896" y="96540"/>
                  <a:pt x="155287" y="93680"/>
                </a:cubicBezTo>
                <a:cubicBezTo>
                  <a:pt x="150550" y="90742"/>
                  <a:pt x="145961" y="87781"/>
                  <a:pt x="141407" y="84844"/>
                </a:cubicBezTo>
                <a:cubicBezTo>
                  <a:pt x="129537" y="77186"/>
                  <a:pt x="117913" y="69688"/>
                  <a:pt x="104588" y="63166"/>
                </a:cubicBezTo>
                <a:cubicBezTo>
                  <a:pt x="108787" y="87824"/>
                  <a:pt x="112985" y="116227"/>
                  <a:pt x="99767" y="144963"/>
                </a:cubicBezTo>
                <a:cubicBezTo>
                  <a:pt x="131902" y="146651"/>
                  <a:pt x="145683" y="151811"/>
                  <a:pt x="145683" y="157914"/>
                </a:cubicBezTo>
                <a:cubicBezTo>
                  <a:pt x="145683" y="165390"/>
                  <a:pt x="120207" y="171450"/>
                  <a:pt x="76934" y="171450"/>
                </a:cubicBezTo>
                <a:cubicBezTo>
                  <a:pt x="33662" y="171450"/>
                  <a:pt x="8186" y="165390"/>
                  <a:pt x="8186" y="157914"/>
                </a:cubicBezTo>
                <a:cubicBezTo>
                  <a:pt x="8186" y="152416"/>
                  <a:pt x="17562" y="147683"/>
                  <a:pt x="44820" y="145565"/>
                </a:cubicBezTo>
                <a:cubicBezTo>
                  <a:pt x="52554" y="144964"/>
                  <a:pt x="52613" y="147836"/>
                  <a:pt x="50141" y="150874"/>
                </a:cubicBezTo>
                <a:cubicBezTo>
                  <a:pt x="48555" y="152823"/>
                  <a:pt x="48883" y="155662"/>
                  <a:pt x="50874" y="157214"/>
                </a:cubicBezTo>
                <a:cubicBezTo>
                  <a:pt x="52866" y="158767"/>
                  <a:pt x="55765" y="158446"/>
                  <a:pt x="57351" y="156496"/>
                </a:cubicBezTo>
                <a:cubicBezTo>
                  <a:pt x="64032" y="148284"/>
                  <a:pt x="68854" y="138014"/>
                  <a:pt x="72347" y="127337"/>
                </a:cubicBezTo>
                <a:cubicBezTo>
                  <a:pt x="73906" y="122669"/>
                  <a:pt x="75188" y="117861"/>
                  <a:pt x="76251" y="113058"/>
                </a:cubicBezTo>
                <a:cubicBezTo>
                  <a:pt x="77762" y="106369"/>
                  <a:pt x="78847" y="99806"/>
                  <a:pt x="79634" y="93770"/>
                </a:cubicBezTo>
                <a:cubicBezTo>
                  <a:pt x="79679" y="93420"/>
                  <a:pt x="79683" y="93074"/>
                  <a:pt x="79648" y="92738"/>
                </a:cubicBezTo>
                <a:cubicBezTo>
                  <a:pt x="80585" y="85048"/>
                  <a:pt x="81122" y="77963"/>
                  <a:pt x="81543" y="72189"/>
                </a:cubicBezTo>
                <a:lnTo>
                  <a:pt x="81533" y="72192"/>
                </a:lnTo>
                <a:cubicBezTo>
                  <a:pt x="65080" y="76219"/>
                  <a:pt x="33956" y="83835"/>
                  <a:pt x="7800" y="88634"/>
                </a:cubicBezTo>
                <a:cubicBezTo>
                  <a:pt x="-1417" y="90325"/>
                  <a:pt x="-1396" y="88634"/>
                  <a:pt x="2373" y="81213"/>
                </a:cubicBezTo>
                <a:cubicBezTo>
                  <a:pt x="17710" y="51011"/>
                  <a:pt x="50772" y="44679"/>
                  <a:pt x="72326" y="45118"/>
                </a:cubicBezTo>
                <a:cubicBezTo>
                  <a:pt x="76934" y="45212"/>
                  <a:pt x="81543" y="42368"/>
                  <a:pt x="83314" y="36095"/>
                </a:cubicBezTo>
                <a:cubicBezTo>
                  <a:pt x="87720" y="20483"/>
                  <a:pt x="100249" y="0"/>
                  <a:pt x="127633" y="0"/>
                </a:cubicBezTo>
                <a:close/>
              </a:path>
            </a:pathLst>
          </a:custGeom>
          <a:solidFill>
            <a:srgbClr val="000000"/>
          </a:solidFill>
          <a:ln w="9525" cap="flat">
            <a:noFill/>
            <a:prstDash val="solid"/>
            <a:miter/>
          </a:ln>
        </p:spPr>
        <p:txBody>
          <a:bodyPr rtlCol="0" anchor="ctr"/>
          <a:lstStyle/>
          <a:p>
            <a:endParaRPr lang="ru-RU"/>
          </a:p>
        </p:txBody>
      </p:sp>
      <p:sp>
        <p:nvSpPr>
          <p:cNvPr id="712" name="Полилиния: фигура 711">
            <a:extLst>
              <a:ext uri="{FF2B5EF4-FFF2-40B4-BE49-F238E27FC236}">
                <a16:creationId xmlns:a16="http://schemas.microsoft.com/office/drawing/2014/main" id="{31E3EAB6-41D6-5E2E-8DC4-0A72AA0DC0CF}"/>
              </a:ext>
            </a:extLst>
          </p:cNvPr>
          <p:cNvSpPr/>
          <p:nvPr/>
        </p:nvSpPr>
        <p:spPr>
          <a:xfrm>
            <a:off x="6558509" y="1844062"/>
            <a:ext cx="171450" cy="171450"/>
          </a:xfrm>
          <a:custGeom>
            <a:avLst/>
            <a:gdLst>
              <a:gd name="connsiteX0" fmla="*/ 36762 w 171450"/>
              <a:gd name="connsiteY0" fmla="*/ 123825 h 171450"/>
              <a:gd name="connsiteX1" fmla="*/ 55527 w 171450"/>
              <a:gd name="connsiteY1" fmla="*/ 127148 h 171450"/>
              <a:gd name="connsiteX2" fmla="*/ 71431 w 171450"/>
              <a:gd name="connsiteY2" fmla="*/ 140338 h 171450"/>
              <a:gd name="connsiteX3" fmla="*/ 76199 w 171450"/>
              <a:gd name="connsiteY3" fmla="*/ 152400 h 171450"/>
              <a:gd name="connsiteX4" fmla="*/ 76199 w 171450"/>
              <a:gd name="connsiteY4" fmla="*/ 157163 h 171450"/>
              <a:gd name="connsiteX5" fmla="*/ 61756 w 171450"/>
              <a:gd name="connsiteY5" fmla="*/ 171450 h 171450"/>
              <a:gd name="connsiteX6" fmla="*/ 38874 w 171450"/>
              <a:gd name="connsiteY6" fmla="*/ 154186 h 171450"/>
              <a:gd name="connsiteX7" fmla="*/ 29934 w 171450"/>
              <a:gd name="connsiteY7" fmla="*/ 133402 h 171450"/>
              <a:gd name="connsiteX8" fmla="*/ 36762 w 171450"/>
              <a:gd name="connsiteY8" fmla="*/ 123825 h 171450"/>
              <a:gd name="connsiteX9" fmla="*/ 104775 w 171450"/>
              <a:gd name="connsiteY9" fmla="*/ 57150 h 171450"/>
              <a:gd name="connsiteX10" fmla="*/ 123825 w 171450"/>
              <a:gd name="connsiteY10" fmla="*/ 76200 h 171450"/>
              <a:gd name="connsiteX11" fmla="*/ 104775 w 171450"/>
              <a:gd name="connsiteY11" fmla="*/ 95250 h 171450"/>
              <a:gd name="connsiteX12" fmla="*/ 95250 w 171450"/>
              <a:gd name="connsiteY12" fmla="*/ 76200 h 171450"/>
              <a:gd name="connsiteX13" fmla="*/ 104775 w 171450"/>
              <a:gd name="connsiteY13" fmla="*/ 57150 h 171450"/>
              <a:gd name="connsiteX14" fmla="*/ 114300 w 171450"/>
              <a:gd name="connsiteY14" fmla="*/ 19050 h 171450"/>
              <a:gd name="connsiteX15" fmla="*/ 76200 w 171450"/>
              <a:gd name="connsiteY15" fmla="*/ 76200 h 171450"/>
              <a:gd name="connsiteX16" fmla="*/ 114300 w 171450"/>
              <a:gd name="connsiteY16" fmla="*/ 133350 h 171450"/>
              <a:gd name="connsiteX17" fmla="*/ 152400 w 171450"/>
              <a:gd name="connsiteY17" fmla="*/ 76200 h 171450"/>
              <a:gd name="connsiteX18" fmla="*/ 114300 w 171450"/>
              <a:gd name="connsiteY18" fmla="*/ 19050 h 171450"/>
              <a:gd name="connsiteX19" fmla="*/ 114301 w 171450"/>
              <a:gd name="connsiteY19" fmla="*/ 0 h 171450"/>
              <a:gd name="connsiteX20" fmla="*/ 171450 w 171450"/>
              <a:gd name="connsiteY20" fmla="*/ 76200 h 171450"/>
              <a:gd name="connsiteX21" fmla="*/ 114301 w 171450"/>
              <a:gd name="connsiteY21" fmla="*/ 152400 h 171450"/>
              <a:gd name="connsiteX22" fmla="*/ 82080 w 171450"/>
              <a:gd name="connsiteY22" fmla="*/ 137668 h 171450"/>
              <a:gd name="connsiteX23" fmla="*/ 38100 w 171450"/>
              <a:gd name="connsiteY23" fmla="*/ 114300 h 171450"/>
              <a:gd name="connsiteX24" fmla="*/ 0 w 171450"/>
              <a:gd name="connsiteY24" fmla="*/ 76200 h 171450"/>
              <a:gd name="connsiteX25" fmla="*/ 38100 w 171450"/>
              <a:gd name="connsiteY25" fmla="*/ 38100 h 171450"/>
              <a:gd name="connsiteX26" fmla="*/ 82080 w 171450"/>
              <a:gd name="connsiteY26" fmla="*/ 14729 h 171450"/>
              <a:gd name="connsiteX27" fmla="*/ 114301 w 171450"/>
              <a:gd name="connsiteY2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0" h="171450">
                <a:moveTo>
                  <a:pt x="36762" y="123825"/>
                </a:moveTo>
                <a:cubicBezTo>
                  <a:pt x="45535" y="123825"/>
                  <a:pt x="51268" y="124801"/>
                  <a:pt x="55527" y="127148"/>
                </a:cubicBezTo>
                <a:cubicBezTo>
                  <a:pt x="61483" y="130431"/>
                  <a:pt x="66570" y="135409"/>
                  <a:pt x="71431" y="140338"/>
                </a:cubicBezTo>
                <a:cubicBezTo>
                  <a:pt x="75715" y="144682"/>
                  <a:pt x="76199" y="146285"/>
                  <a:pt x="76199" y="152400"/>
                </a:cubicBezTo>
                <a:cubicBezTo>
                  <a:pt x="76199" y="153953"/>
                  <a:pt x="76199" y="155594"/>
                  <a:pt x="76199" y="157163"/>
                </a:cubicBezTo>
                <a:cubicBezTo>
                  <a:pt x="76199" y="164839"/>
                  <a:pt x="76199" y="171450"/>
                  <a:pt x="61756" y="171450"/>
                </a:cubicBezTo>
                <a:cubicBezTo>
                  <a:pt x="46161" y="171450"/>
                  <a:pt x="42876" y="163077"/>
                  <a:pt x="38874" y="154186"/>
                </a:cubicBezTo>
                <a:lnTo>
                  <a:pt x="29934" y="133402"/>
                </a:lnTo>
                <a:cubicBezTo>
                  <a:pt x="27748" y="128290"/>
                  <a:pt x="27077" y="123825"/>
                  <a:pt x="36762" y="123825"/>
                </a:cubicBezTo>
                <a:close/>
                <a:moveTo>
                  <a:pt x="104775" y="57150"/>
                </a:moveTo>
                <a:cubicBezTo>
                  <a:pt x="116355" y="57150"/>
                  <a:pt x="123825" y="66692"/>
                  <a:pt x="123825" y="76200"/>
                </a:cubicBezTo>
                <a:cubicBezTo>
                  <a:pt x="123825" y="85707"/>
                  <a:pt x="116355" y="95250"/>
                  <a:pt x="104775" y="95250"/>
                </a:cubicBezTo>
                <a:cubicBezTo>
                  <a:pt x="100693" y="95250"/>
                  <a:pt x="95250" y="88900"/>
                  <a:pt x="95250" y="76200"/>
                </a:cubicBezTo>
                <a:cubicBezTo>
                  <a:pt x="95250" y="63500"/>
                  <a:pt x="100693" y="57150"/>
                  <a:pt x="104775" y="57150"/>
                </a:cubicBezTo>
                <a:close/>
                <a:moveTo>
                  <a:pt x="114300" y="19050"/>
                </a:moveTo>
                <a:cubicBezTo>
                  <a:pt x="95250" y="19050"/>
                  <a:pt x="76200" y="43468"/>
                  <a:pt x="76200" y="76200"/>
                </a:cubicBezTo>
                <a:cubicBezTo>
                  <a:pt x="76200" y="108932"/>
                  <a:pt x="95250" y="133350"/>
                  <a:pt x="114300" y="133350"/>
                </a:cubicBezTo>
                <a:cubicBezTo>
                  <a:pt x="133350" y="133350"/>
                  <a:pt x="152400" y="108932"/>
                  <a:pt x="152400" y="76200"/>
                </a:cubicBezTo>
                <a:cubicBezTo>
                  <a:pt x="152400" y="43468"/>
                  <a:pt x="133350" y="19050"/>
                  <a:pt x="114300" y="19050"/>
                </a:cubicBezTo>
                <a:close/>
                <a:moveTo>
                  <a:pt x="114301" y="0"/>
                </a:moveTo>
                <a:cubicBezTo>
                  <a:pt x="145866" y="0"/>
                  <a:pt x="171450" y="29440"/>
                  <a:pt x="171450" y="76200"/>
                </a:cubicBezTo>
                <a:cubicBezTo>
                  <a:pt x="171450" y="122960"/>
                  <a:pt x="145866" y="152400"/>
                  <a:pt x="114301" y="152400"/>
                </a:cubicBezTo>
                <a:cubicBezTo>
                  <a:pt x="102346" y="152400"/>
                  <a:pt x="91252" y="146963"/>
                  <a:pt x="82080" y="137668"/>
                </a:cubicBezTo>
                <a:cubicBezTo>
                  <a:pt x="63198" y="118533"/>
                  <a:pt x="57150" y="114301"/>
                  <a:pt x="38100" y="114300"/>
                </a:cubicBezTo>
                <a:cubicBezTo>
                  <a:pt x="19050" y="114299"/>
                  <a:pt x="0" y="104774"/>
                  <a:pt x="0" y="76200"/>
                </a:cubicBezTo>
                <a:cubicBezTo>
                  <a:pt x="0" y="47625"/>
                  <a:pt x="19050" y="38100"/>
                  <a:pt x="38100" y="38100"/>
                </a:cubicBezTo>
                <a:cubicBezTo>
                  <a:pt x="57150" y="38100"/>
                  <a:pt x="63192" y="33867"/>
                  <a:pt x="82080" y="14729"/>
                </a:cubicBezTo>
                <a:cubicBezTo>
                  <a:pt x="91252" y="5436"/>
                  <a:pt x="102350" y="0"/>
                  <a:pt x="114301" y="0"/>
                </a:cubicBezTo>
                <a:close/>
              </a:path>
            </a:pathLst>
          </a:custGeom>
          <a:solidFill>
            <a:srgbClr val="000000"/>
          </a:solidFill>
          <a:ln w="9525" cap="flat">
            <a:noFill/>
            <a:prstDash val="solid"/>
            <a:miter/>
          </a:ln>
        </p:spPr>
        <p:txBody>
          <a:bodyPr rtlCol="0" anchor="ctr"/>
          <a:lstStyle/>
          <a:p>
            <a:endParaRPr lang="ru-RU"/>
          </a:p>
        </p:txBody>
      </p:sp>
      <p:sp>
        <p:nvSpPr>
          <p:cNvPr id="717" name="Полилиния: фигура 716">
            <a:extLst>
              <a:ext uri="{FF2B5EF4-FFF2-40B4-BE49-F238E27FC236}">
                <a16:creationId xmlns:a16="http://schemas.microsoft.com/office/drawing/2014/main" id="{5ECED940-AAAA-77B7-78A9-B4F6DEE92985}"/>
              </a:ext>
            </a:extLst>
          </p:cNvPr>
          <p:cNvSpPr/>
          <p:nvPr/>
        </p:nvSpPr>
        <p:spPr>
          <a:xfrm>
            <a:off x="6558508" y="2373017"/>
            <a:ext cx="171450" cy="171450"/>
          </a:xfrm>
          <a:custGeom>
            <a:avLst/>
            <a:gdLst>
              <a:gd name="connsiteX0" fmla="*/ 104304 w 171450"/>
              <a:gd name="connsiteY0" fmla="*/ 316 h 171450"/>
              <a:gd name="connsiteX1" fmla="*/ 171450 w 171450"/>
              <a:gd name="connsiteY1" fmla="*/ 85725 h 171450"/>
              <a:gd name="connsiteX2" fmla="*/ 85119 w 171450"/>
              <a:gd name="connsiteY2" fmla="*/ 171450 h 171450"/>
              <a:gd name="connsiteX3" fmla="*/ 316 w 171450"/>
              <a:gd name="connsiteY3" fmla="*/ 104304 h 171450"/>
              <a:gd name="connsiteX4" fmla="*/ 8380 w 171450"/>
              <a:gd name="connsiteY4" fmla="*/ 94711 h 171450"/>
              <a:gd name="connsiteX5" fmla="*/ 27565 w 171450"/>
              <a:gd name="connsiteY5" fmla="*/ 94711 h 171450"/>
              <a:gd name="connsiteX6" fmla="*/ 40334 w 171450"/>
              <a:gd name="connsiteY6" fmla="*/ 104304 h 171450"/>
              <a:gd name="connsiteX7" fmla="*/ 50224 w 171450"/>
              <a:gd name="connsiteY7" fmla="*/ 120014 h 171450"/>
              <a:gd name="connsiteX8" fmla="*/ 85725 w 171450"/>
              <a:gd name="connsiteY8" fmla="*/ 133350 h 171450"/>
              <a:gd name="connsiteX9" fmla="*/ 120014 w 171450"/>
              <a:gd name="connsiteY9" fmla="*/ 120014 h 171450"/>
              <a:gd name="connsiteX10" fmla="*/ 133350 w 171450"/>
              <a:gd name="connsiteY10" fmla="*/ 85725 h 171450"/>
              <a:gd name="connsiteX11" fmla="*/ 120014 w 171450"/>
              <a:gd name="connsiteY11" fmla="*/ 50224 h 171450"/>
              <a:gd name="connsiteX12" fmla="*/ 104304 w 171450"/>
              <a:gd name="connsiteY12" fmla="*/ 40334 h 171450"/>
              <a:gd name="connsiteX13" fmla="*/ 94711 w 171450"/>
              <a:gd name="connsiteY13" fmla="*/ 27565 h 171450"/>
              <a:gd name="connsiteX14" fmla="*/ 94711 w 171450"/>
              <a:gd name="connsiteY14" fmla="*/ 8380 h 171450"/>
              <a:gd name="connsiteX15" fmla="*/ 104304 w 171450"/>
              <a:gd name="connsiteY15" fmla="*/ 316 h 171450"/>
              <a:gd name="connsiteX16" fmla="*/ 65934 w 171450"/>
              <a:gd name="connsiteY16" fmla="*/ 315 h 171450"/>
              <a:gd name="connsiteX17" fmla="*/ 75527 w 171450"/>
              <a:gd name="connsiteY17" fmla="*/ 8379 h 171450"/>
              <a:gd name="connsiteX18" fmla="*/ 75527 w 171450"/>
              <a:gd name="connsiteY18" fmla="*/ 27564 h 171450"/>
              <a:gd name="connsiteX19" fmla="*/ 65934 w 171450"/>
              <a:gd name="connsiteY19" fmla="*/ 40333 h 171450"/>
              <a:gd name="connsiteX20" fmla="*/ 50224 w 171450"/>
              <a:gd name="connsiteY20" fmla="*/ 50223 h 171450"/>
              <a:gd name="connsiteX21" fmla="*/ 40334 w 171450"/>
              <a:gd name="connsiteY21" fmla="*/ 65933 h 171450"/>
              <a:gd name="connsiteX22" fmla="*/ 27565 w 171450"/>
              <a:gd name="connsiteY22" fmla="*/ 75526 h 171450"/>
              <a:gd name="connsiteX23" fmla="*/ 8380 w 171450"/>
              <a:gd name="connsiteY23" fmla="*/ 75526 h 171450"/>
              <a:gd name="connsiteX24" fmla="*/ 316 w 171450"/>
              <a:gd name="connsiteY24" fmla="*/ 65933 h 171450"/>
              <a:gd name="connsiteX25" fmla="*/ 65934 w 171450"/>
              <a:gd name="connsiteY25" fmla="*/ 31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1450" h="171450">
                <a:moveTo>
                  <a:pt x="104304" y="316"/>
                </a:moveTo>
                <a:cubicBezTo>
                  <a:pt x="146402" y="7351"/>
                  <a:pt x="171450" y="38891"/>
                  <a:pt x="171450" y="85725"/>
                </a:cubicBezTo>
                <a:cubicBezTo>
                  <a:pt x="171450" y="139291"/>
                  <a:pt x="138684" y="171450"/>
                  <a:pt x="85119" y="171450"/>
                </a:cubicBezTo>
                <a:cubicBezTo>
                  <a:pt x="38285" y="171450"/>
                  <a:pt x="7351" y="146402"/>
                  <a:pt x="316" y="104304"/>
                </a:cubicBezTo>
                <a:cubicBezTo>
                  <a:pt x="-1253" y="94914"/>
                  <a:pt x="3584" y="94711"/>
                  <a:pt x="8380" y="94711"/>
                </a:cubicBezTo>
                <a:lnTo>
                  <a:pt x="27565" y="94711"/>
                </a:lnTo>
                <a:cubicBezTo>
                  <a:pt x="37157" y="94711"/>
                  <a:pt x="36971" y="95059"/>
                  <a:pt x="40334" y="104304"/>
                </a:cubicBezTo>
                <a:cubicBezTo>
                  <a:pt x="42502" y="110264"/>
                  <a:pt x="45789" y="115579"/>
                  <a:pt x="50224" y="120014"/>
                </a:cubicBezTo>
                <a:cubicBezTo>
                  <a:pt x="59008" y="128798"/>
                  <a:pt x="71851" y="133350"/>
                  <a:pt x="85725" y="133350"/>
                </a:cubicBezTo>
                <a:cubicBezTo>
                  <a:pt x="99599" y="133350"/>
                  <a:pt x="111230" y="128798"/>
                  <a:pt x="120014" y="120014"/>
                </a:cubicBezTo>
                <a:cubicBezTo>
                  <a:pt x="128798" y="111230"/>
                  <a:pt x="133350" y="99599"/>
                  <a:pt x="133350" y="85725"/>
                </a:cubicBezTo>
                <a:cubicBezTo>
                  <a:pt x="133350" y="71851"/>
                  <a:pt x="128798" y="59008"/>
                  <a:pt x="120014" y="50224"/>
                </a:cubicBezTo>
                <a:cubicBezTo>
                  <a:pt x="115579" y="45789"/>
                  <a:pt x="110264" y="42502"/>
                  <a:pt x="104304" y="40334"/>
                </a:cubicBezTo>
                <a:cubicBezTo>
                  <a:pt x="94683" y="36835"/>
                  <a:pt x="94711" y="37157"/>
                  <a:pt x="94711" y="27565"/>
                </a:cubicBezTo>
                <a:cubicBezTo>
                  <a:pt x="94711" y="20073"/>
                  <a:pt x="94711" y="15872"/>
                  <a:pt x="94711" y="8380"/>
                </a:cubicBezTo>
                <a:cubicBezTo>
                  <a:pt x="94711" y="3584"/>
                  <a:pt x="94617" y="-1302"/>
                  <a:pt x="104304" y="316"/>
                </a:cubicBezTo>
                <a:close/>
                <a:moveTo>
                  <a:pt x="65934" y="315"/>
                </a:moveTo>
                <a:cubicBezTo>
                  <a:pt x="75621" y="-1303"/>
                  <a:pt x="75527" y="3583"/>
                  <a:pt x="75527" y="8379"/>
                </a:cubicBezTo>
                <a:cubicBezTo>
                  <a:pt x="75527" y="15871"/>
                  <a:pt x="75527" y="20072"/>
                  <a:pt x="75527" y="27564"/>
                </a:cubicBezTo>
                <a:cubicBezTo>
                  <a:pt x="75527" y="37156"/>
                  <a:pt x="75554" y="36834"/>
                  <a:pt x="65934" y="40333"/>
                </a:cubicBezTo>
                <a:cubicBezTo>
                  <a:pt x="59973" y="42501"/>
                  <a:pt x="54658" y="45788"/>
                  <a:pt x="50224" y="50223"/>
                </a:cubicBezTo>
                <a:cubicBezTo>
                  <a:pt x="45789" y="54657"/>
                  <a:pt x="42502" y="59972"/>
                  <a:pt x="40334" y="65933"/>
                </a:cubicBezTo>
                <a:cubicBezTo>
                  <a:pt x="36835" y="75552"/>
                  <a:pt x="36707" y="75526"/>
                  <a:pt x="27565" y="75526"/>
                </a:cubicBezTo>
                <a:cubicBezTo>
                  <a:pt x="20073" y="75526"/>
                  <a:pt x="15872" y="75526"/>
                  <a:pt x="8380" y="75526"/>
                </a:cubicBezTo>
                <a:cubicBezTo>
                  <a:pt x="3584" y="75526"/>
                  <a:pt x="-1303" y="75620"/>
                  <a:pt x="316" y="65933"/>
                </a:cubicBezTo>
                <a:cubicBezTo>
                  <a:pt x="6340" y="29885"/>
                  <a:pt x="29886" y="6339"/>
                  <a:pt x="65934" y="315"/>
                </a:cubicBezTo>
                <a:close/>
              </a:path>
            </a:pathLst>
          </a:custGeom>
          <a:solidFill>
            <a:srgbClr val="000000"/>
          </a:solidFill>
          <a:ln w="9525" cap="flat">
            <a:noFill/>
            <a:prstDash val="solid"/>
            <a:miter/>
          </a:ln>
        </p:spPr>
        <p:txBody>
          <a:bodyPr rtlCol="0" anchor="ctr"/>
          <a:lstStyle/>
          <a:p>
            <a:endParaRPr lang="ru-RU"/>
          </a:p>
        </p:txBody>
      </p:sp>
      <p:sp>
        <p:nvSpPr>
          <p:cNvPr id="655" name="Рисунок 363">
            <a:extLst>
              <a:ext uri="{FF2B5EF4-FFF2-40B4-BE49-F238E27FC236}">
                <a16:creationId xmlns:a16="http://schemas.microsoft.com/office/drawing/2014/main" id="{F56B3090-A7A9-CB42-BEAF-9CA12B0BDB07}"/>
              </a:ext>
            </a:extLst>
          </p:cNvPr>
          <p:cNvSpPr/>
          <p:nvPr/>
        </p:nvSpPr>
        <p:spPr>
          <a:xfrm>
            <a:off x="6558510" y="2872522"/>
            <a:ext cx="171450" cy="171404"/>
          </a:xfrm>
          <a:custGeom>
            <a:avLst/>
            <a:gdLst>
              <a:gd name="connsiteX0" fmla="*/ 57150 w 171450"/>
              <a:gd name="connsiteY0" fmla="*/ 1020 h 171404"/>
              <a:gd name="connsiteX1" fmla="*/ 0 w 171450"/>
              <a:gd name="connsiteY1" fmla="*/ 85679 h 171404"/>
              <a:gd name="connsiteX2" fmla="*/ 85725 w 171450"/>
              <a:gd name="connsiteY2" fmla="*/ 171404 h 171404"/>
              <a:gd name="connsiteX3" fmla="*/ 171450 w 171450"/>
              <a:gd name="connsiteY3" fmla="*/ 85679 h 171404"/>
              <a:gd name="connsiteX4" fmla="*/ 114300 w 171450"/>
              <a:gd name="connsiteY4" fmla="*/ 1020 h 171404"/>
              <a:gd name="connsiteX5" fmla="*/ 95250 w 171450"/>
              <a:gd name="connsiteY5" fmla="*/ 19004 h 171404"/>
              <a:gd name="connsiteX6" fmla="*/ 95250 w 171450"/>
              <a:gd name="connsiteY6" fmla="*/ 95204 h 171404"/>
              <a:gd name="connsiteX7" fmla="*/ 118110 w 171450"/>
              <a:gd name="connsiteY7" fmla="*/ 78059 h 171404"/>
              <a:gd name="connsiteX8" fmla="*/ 131445 w 171450"/>
              <a:gd name="connsiteY8" fmla="*/ 79964 h 171404"/>
              <a:gd name="connsiteX9" fmla="*/ 129540 w 171450"/>
              <a:gd name="connsiteY9" fmla="*/ 93299 h 171404"/>
              <a:gd name="connsiteX10" fmla="*/ 91440 w 171450"/>
              <a:gd name="connsiteY10" fmla="*/ 121874 h 171404"/>
              <a:gd name="connsiteX11" fmla="*/ 80010 w 171450"/>
              <a:gd name="connsiteY11" fmla="*/ 121874 h 171404"/>
              <a:gd name="connsiteX12" fmla="*/ 41910 w 171450"/>
              <a:gd name="connsiteY12" fmla="*/ 93299 h 171404"/>
              <a:gd name="connsiteX13" fmla="*/ 40005 w 171450"/>
              <a:gd name="connsiteY13" fmla="*/ 79964 h 171404"/>
              <a:gd name="connsiteX14" fmla="*/ 53340 w 171450"/>
              <a:gd name="connsiteY14" fmla="*/ 78059 h 171404"/>
              <a:gd name="connsiteX15" fmla="*/ 76200 w 171450"/>
              <a:gd name="connsiteY15" fmla="*/ 95204 h 171404"/>
              <a:gd name="connsiteX16" fmla="*/ 76200 w 171450"/>
              <a:gd name="connsiteY16" fmla="*/ 19004 h 171404"/>
              <a:gd name="connsiteX17" fmla="*/ 57150 w 171450"/>
              <a:gd name="connsiteY17" fmla="*/ 1020 h 171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71404">
                <a:moveTo>
                  <a:pt x="57150" y="1020"/>
                </a:moveTo>
                <a:cubicBezTo>
                  <a:pt x="10867" y="5204"/>
                  <a:pt x="0" y="24720"/>
                  <a:pt x="0" y="85679"/>
                </a:cubicBezTo>
                <a:cubicBezTo>
                  <a:pt x="0" y="152355"/>
                  <a:pt x="9525" y="171404"/>
                  <a:pt x="85725" y="171404"/>
                </a:cubicBezTo>
                <a:cubicBezTo>
                  <a:pt x="161925" y="171404"/>
                  <a:pt x="171450" y="152355"/>
                  <a:pt x="171450" y="85679"/>
                </a:cubicBezTo>
                <a:cubicBezTo>
                  <a:pt x="171450" y="23767"/>
                  <a:pt x="160583" y="5204"/>
                  <a:pt x="114300" y="1020"/>
                </a:cubicBezTo>
                <a:cubicBezTo>
                  <a:pt x="95250" y="-702"/>
                  <a:pt x="95250" y="-2904"/>
                  <a:pt x="95250" y="19004"/>
                </a:cubicBezTo>
                <a:lnTo>
                  <a:pt x="95250" y="95204"/>
                </a:lnTo>
                <a:lnTo>
                  <a:pt x="118110" y="78059"/>
                </a:lnTo>
                <a:cubicBezTo>
                  <a:pt x="122318" y="74902"/>
                  <a:pt x="128288" y="75756"/>
                  <a:pt x="131445" y="79964"/>
                </a:cubicBezTo>
                <a:cubicBezTo>
                  <a:pt x="134602" y="84172"/>
                  <a:pt x="133748" y="90142"/>
                  <a:pt x="129540" y="93299"/>
                </a:cubicBezTo>
                <a:lnTo>
                  <a:pt x="91440" y="121874"/>
                </a:lnTo>
                <a:cubicBezTo>
                  <a:pt x="88053" y="124414"/>
                  <a:pt x="83397" y="124414"/>
                  <a:pt x="80010" y="121874"/>
                </a:cubicBezTo>
                <a:lnTo>
                  <a:pt x="41910" y="93299"/>
                </a:lnTo>
                <a:cubicBezTo>
                  <a:pt x="37702" y="90142"/>
                  <a:pt x="36849" y="84172"/>
                  <a:pt x="40005" y="79964"/>
                </a:cubicBezTo>
                <a:cubicBezTo>
                  <a:pt x="43161" y="75756"/>
                  <a:pt x="49132" y="74902"/>
                  <a:pt x="53340" y="78059"/>
                </a:cubicBezTo>
                <a:lnTo>
                  <a:pt x="76200" y="95204"/>
                </a:lnTo>
                <a:lnTo>
                  <a:pt x="76200" y="19004"/>
                </a:lnTo>
                <a:cubicBezTo>
                  <a:pt x="76200" y="-2904"/>
                  <a:pt x="76200" y="-702"/>
                  <a:pt x="57150" y="1020"/>
                </a:cubicBezTo>
                <a:close/>
              </a:path>
            </a:pathLst>
          </a:custGeom>
          <a:solidFill>
            <a:srgbClr val="000000"/>
          </a:solidFill>
          <a:ln w="9525" cap="flat">
            <a:noFill/>
            <a:prstDash val="solid"/>
            <a:miter/>
          </a:ln>
        </p:spPr>
        <p:txBody>
          <a:bodyPr rtlCol="0" anchor="ctr"/>
          <a:lstStyle/>
          <a:p>
            <a:endParaRPr lang="ru-RU"/>
          </a:p>
        </p:txBody>
      </p:sp>
      <p:sp>
        <p:nvSpPr>
          <p:cNvPr id="722" name="Полилиния: фигура 721">
            <a:extLst>
              <a:ext uri="{FF2B5EF4-FFF2-40B4-BE49-F238E27FC236}">
                <a16:creationId xmlns:a16="http://schemas.microsoft.com/office/drawing/2014/main" id="{7E0E1F5A-812D-1B37-E839-4B108E6DF267}"/>
              </a:ext>
            </a:extLst>
          </p:cNvPr>
          <p:cNvSpPr/>
          <p:nvPr/>
        </p:nvSpPr>
        <p:spPr>
          <a:xfrm>
            <a:off x="6568035" y="3401125"/>
            <a:ext cx="171450" cy="171450"/>
          </a:xfrm>
          <a:custGeom>
            <a:avLst/>
            <a:gdLst>
              <a:gd name="connsiteX0" fmla="*/ 65766 w 171450"/>
              <a:gd name="connsiteY0" fmla="*/ 57378 h 171450"/>
              <a:gd name="connsiteX1" fmla="*/ 123998 w 171450"/>
              <a:gd name="connsiteY1" fmla="*/ 76974 h 171450"/>
              <a:gd name="connsiteX2" fmla="*/ 170283 w 171450"/>
              <a:gd name="connsiteY2" fmla="*/ 110402 h 171450"/>
              <a:gd name="connsiteX3" fmla="*/ 147140 w 171450"/>
              <a:gd name="connsiteY3" fmla="*/ 117186 h 171450"/>
              <a:gd name="connsiteX4" fmla="*/ 123998 w 171450"/>
              <a:gd name="connsiteY4" fmla="*/ 123969 h 171450"/>
              <a:gd name="connsiteX5" fmla="*/ 117213 w 171450"/>
              <a:gd name="connsiteY5" fmla="*/ 147127 h 171450"/>
              <a:gd name="connsiteX6" fmla="*/ 110426 w 171450"/>
              <a:gd name="connsiteY6" fmla="*/ 170286 h 171450"/>
              <a:gd name="connsiteX7" fmla="*/ 76973 w 171450"/>
              <a:gd name="connsiteY7" fmla="*/ 123969 h 171450"/>
              <a:gd name="connsiteX8" fmla="*/ 58126 w 171450"/>
              <a:gd name="connsiteY8" fmla="*/ 58125 h 171450"/>
              <a:gd name="connsiteX9" fmla="*/ 65766 w 171450"/>
              <a:gd name="connsiteY9" fmla="*/ 57378 h 171450"/>
              <a:gd name="connsiteX10" fmla="*/ 76200 w 171450"/>
              <a:gd name="connsiteY10" fmla="*/ 0 h 171450"/>
              <a:gd name="connsiteX11" fmla="*/ 152323 w 171450"/>
              <a:gd name="connsiteY11" fmla="*/ 72018 h 171450"/>
              <a:gd name="connsiteX12" fmla="*/ 145673 w 171450"/>
              <a:gd name="connsiteY12" fmla="*/ 76941 h 171450"/>
              <a:gd name="connsiteX13" fmla="*/ 142875 w 171450"/>
              <a:gd name="connsiteY13" fmla="*/ 75507 h 171450"/>
              <a:gd name="connsiteX14" fmla="*/ 128046 w 171450"/>
              <a:gd name="connsiteY14" fmla="*/ 68351 h 171450"/>
              <a:gd name="connsiteX15" fmla="*/ 83601 w 171450"/>
              <a:gd name="connsiteY15" fmla="*/ 51493 h 171450"/>
              <a:gd name="connsiteX16" fmla="*/ 66855 w 171450"/>
              <a:gd name="connsiteY16" fmla="*/ 47916 h 171450"/>
              <a:gd name="connsiteX17" fmla="*/ 59947 w 171450"/>
              <a:gd name="connsiteY17" fmla="*/ 47727 h 171450"/>
              <a:gd name="connsiteX18" fmla="*/ 51391 w 171450"/>
              <a:gd name="connsiteY18" fmla="*/ 51389 h 171450"/>
              <a:gd name="connsiteX19" fmla="*/ 47727 w 171450"/>
              <a:gd name="connsiteY19" fmla="*/ 59943 h 171450"/>
              <a:gd name="connsiteX20" fmla="*/ 47915 w 171450"/>
              <a:gd name="connsiteY20" fmla="*/ 66850 h 171450"/>
              <a:gd name="connsiteX21" fmla="*/ 51490 w 171450"/>
              <a:gd name="connsiteY21" fmla="*/ 83591 h 171450"/>
              <a:gd name="connsiteX22" fmla="*/ 68352 w 171450"/>
              <a:gd name="connsiteY22" fmla="*/ 128020 h 171450"/>
              <a:gd name="connsiteX23" fmla="*/ 75526 w 171450"/>
              <a:gd name="connsiteY23" fmla="*/ 142875 h 171450"/>
              <a:gd name="connsiteX24" fmla="*/ 76942 w 171450"/>
              <a:gd name="connsiteY24" fmla="*/ 145638 h 171450"/>
              <a:gd name="connsiteX25" fmla="*/ 71997 w 171450"/>
              <a:gd name="connsiteY25" fmla="*/ 152322 h 171450"/>
              <a:gd name="connsiteX26" fmla="*/ 0 w 171450"/>
              <a:gd name="connsiteY26" fmla="*/ 76200 h 171450"/>
              <a:gd name="connsiteX27" fmla="*/ 76200 w 171450"/>
              <a:gd name="connsiteY2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0" h="171450">
                <a:moveTo>
                  <a:pt x="65766" y="57378"/>
                </a:moveTo>
                <a:cubicBezTo>
                  <a:pt x="77652" y="58746"/>
                  <a:pt x="100971" y="66164"/>
                  <a:pt x="123998" y="76974"/>
                </a:cubicBezTo>
                <a:cubicBezTo>
                  <a:pt x="153290" y="90725"/>
                  <a:pt x="177070" y="103619"/>
                  <a:pt x="170283" y="110402"/>
                </a:cubicBezTo>
                <a:cubicBezTo>
                  <a:pt x="166889" y="113794"/>
                  <a:pt x="157015" y="115490"/>
                  <a:pt x="147140" y="117186"/>
                </a:cubicBezTo>
                <a:cubicBezTo>
                  <a:pt x="137266" y="118881"/>
                  <a:pt x="127391" y="120577"/>
                  <a:pt x="123998" y="123969"/>
                </a:cubicBezTo>
                <a:cubicBezTo>
                  <a:pt x="120605" y="127360"/>
                  <a:pt x="118909" y="137243"/>
                  <a:pt x="117213" y="147127"/>
                </a:cubicBezTo>
                <a:cubicBezTo>
                  <a:pt x="115516" y="157010"/>
                  <a:pt x="113819" y="166894"/>
                  <a:pt x="110426" y="170286"/>
                </a:cubicBezTo>
                <a:cubicBezTo>
                  <a:pt x="103640" y="177069"/>
                  <a:pt x="90731" y="153248"/>
                  <a:pt x="76973" y="123969"/>
                </a:cubicBezTo>
                <a:cubicBezTo>
                  <a:pt x="62553" y="93280"/>
                  <a:pt x="54178" y="62072"/>
                  <a:pt x="58126" y="58125"/>
                </a:cubicBezTo>
                <a:cubicBezTo>
                  <a:pt x="59113" y="57138"/>
                  <a:pt x="61804" y="56922"/>
                  <a:pt x="65766" y="57378"/>
                </a:cubicBezTo>
                <a:close/>
                <a:moveTo>
                  <a:pt x="76200" y="0"/>
                </a:moveTo>
                <a:cubicBezTo>
                  <a:pt x="122070" y="0"/>
                  <a:pt x="150658" y="27221"/>
                  <a:pt x="152323" y="72018"/>
                </a:cubicBezTo>
                <a:cubicBezTo>
                  <a:pt x="152641" y="80568"/>
                  <a:pt x="151719" y="80088"/>
                  <a:pt x="145673" y="76941"/>
                </a:cubicBezTo>
                <a:cubicBezTo>
                  <a:pt x="144841" y="76508"/>
                  <a:pt x="143911" y="76024"/>
                  <a:pt x="142875" y="75507"/>
                </a:cubicBezTo>
                <a:cubicBezTo>
                  <a:pt x="138128" y="73136"/>
                  <a:pt x="133134" y="70740"/>
                  <a:pt x="128046" y="68351"/>
                </a:cubicBezTo>
                <a:cubicBezTo>
                  <a:pt x="112265" y="60943"/>
                  <a:pt x="96291" y="55052"/>
                  <a:pt x="83601" y="51493"/>
                </a:cubicBezTo>
                <a:cubicBezTo>
                  <a:pt x="77294" y="49724"/>
                  <a:pt x="71521" y="48453"/>
                  <a:pt x="66855" y="47916"/>
                </a:cubicBezTo>
                <a:cubicBezTo>
                  <a:pt x="64553" y="47651"/>
                  <a:pt x="62161" y="47520"/>
                  <a:pt x="59947" y="47727"/>
                </a:cubicBezTo>
                <a:cubicBezTo>
                  <a:pt x="58243" y="47885"/>
                  <a:pt x="54380" y="48401"/>
                  <a:pt x="51391" y="51389"/>
                </a:cubicBezTo>
                <a:cubicBezTo>
                  <a:pt x="48404" y="54376"/>
                  <a:pt x="47886" y="58239"/>
                  <a:pt x="47727" y="59943"/>
                </a:cubicBezTo>
                <a:cubicBezTo>
                  <a:pt x="47520" y="62157"/>
                  <a:pt x="47650" y="64549"/>
                  <a:pt x="47915" y="66850"/>
                </a:cubicBezTo>
                <a:cubicBezTo>
                  <a:pt x="48451" y="71516"/>
                  <a:pt x="49722" y="77287"/>
                  <a:pt x="51490" y="83591"/>
                </a:cubicBezTo>
                <a:cubicBezTo>
                  <a:pt x="55049" y="96277"/>
                  <a:pt x="60940" y="112245"/>
                  <a:pt x="68352" y="128020"/>
                </a:cubicBezTo>
                <a:cubicBezTo>
                  <a:pt x="70747" y="133115"/>
                  <a:pt x="73148" y="138119"/>
                  <a:pt x="75526" y="142875"/>
                </a:cubicBezTo>
                <a:cubicBezTo>
                  <a:pt x="76036" y="143897"/>
                  <a:pt x="76513" y="144815"/>
                  <a:pt x="76942" y="145638"/>
                </a:cubicBezTo>
                <a:cubicBezTo>
                  <a:pt x="80113" y="151737"/>
                  <a:pt x="80584" y="152643"/>
                  <a:pt x="71997" y="152322"/>
                </a:cubicBezTo>
                <a:cubicBezTo>
                  <a:pt x="27212" y="150649"/>
                  <a:pt x="0" y="122062"/>
                  <a:pt x="0" y="76200"/>
                </a:cubicBezTo>
                <a:cubicBezTo>
                  <a:pt x="0" y="28920"/>
                  <a:pt x="28920" y="0"/>
                  <a:pt x="76200" y="0"/>
                </a:cubicBezTo>
                <a:close/>
              </a:path>
            </a:pathLst>
          </a:custGeom>
          <a:solidFill>
            <a:srgbClr val="000000"/>
          </a:solidFill>
          <a:ln w="9525" cap="flat">
            <a:noFill/>
            <a:prstDash val="solid"/>
            <a:miter/>
          </a:ln>
        </p:spPr>
        <p:txBody>
          <a:bodyPr rtlCol="0" anchor="ctr"/>
          <a:lstStyle/>
          <a:p>
            <a:endParaRPr lang="ru-RU"/>
          </a:p>
        </p:txBody>
      </p:sp>
      <p:sp>
        <p:nvSpPr>
          <p:cNvPr id="659" name="Рисунок 417">
            <a:extLst>
              <a:ext uri="{FF2B5EF4-FFF2-40B4-BE49-F238E27FC236}">
                <a16:creationId xmlns:a16="http://schemas.microsoft.com/office/drawing/2014/main" id="{16C4D204-A8FD-9E07-7A0A-D03A54D01416}"/>
              </a:ext>
            </a:extLst>
          </p:cNvPr>
          <p:cNvSpPr/>
          <p:nvPr/>
        </p:nvSpPr>
        <p:spPr>
          <a:xfrm>
            <a:off x="6558510" y="3881228"/>
            <a:ext cx="171450" cy="171450"/>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38100 w 171450"/>
              <a:gd name="connsiteY5" fmla="*/ 47625 h 171450"/>
              <a:gd name="connsiteX6" fmla="*/ 47625 w 171450"/>
              <a:gd name="connsiteY6" fmla="*/ 38100 h 171450"/>
              <a:gd name="connsiteX7" fmla="*/ 114300 w 171450"/>
              <a:gd name="connsiteY7" fmla="*/ 38100 h 171450"/>
              <a:gd name="connsiteX8" fmla="*/ 123825 w 171450"/>
              <a:gd name="connsiteY8" fmla="*/ 47625 h 171450"/>
              <a:gd name="connsiteX9" fmla="*/ 114300 w 171450"/>
              <a:gd name="connsiteY9" fmla="*/ 57150 h 171450"/>
              <a:gd name="connsiteX10" fmla="*/ 47625 w 171450"/>
              <a:gd name="connsiteY10" fmla="*/ 57150 h 171450"/>
              <a:gd name="connsiteX11" fmla="*/ 38100 w 171450"/>
              <a:gd name="connsiteY11" fmla="*/ 47625 h 171450"/>
              <a:gd name="connsiteX12" fmla="*/ 38100 w 171450"/>
              <a:gd name="connsiteY12" fmla="*/ 85725 h 171450"/>
              <a:gd name="connsiteX13" fmla="*/ 47625 w 171450"/>
              <a:gd name="connsiteY13" fmla="*/ 76200 h 171450"/>
              <a:gd name="connsiteX14" fmla="*/ 66675 w 171450"/>
              <a:gd name="connsiteY14" fmla="*/ 76200 h 171450"/>
              <a:gd name="connsiteX15" fmla="*/ 76200 w 171450"/>
              <a:gd name="connsiteY15" fmla="*/ 85725 h 171450"/>
              <a:gd name="connsiteX16" fmla="*/ 66675 w 171450"/>
              <a:gd name="connsiteY16" fmla="*/ 95250 h 171450"/>
              <a:gd name="connsiteX17" fmla="*/ 47625 w 171450"/>
              <a:gd name="connsiteY17" fmla="*/ 95250 h 171450"/>
              <a:gd name="connsiteX18" fmla="*/ 38100 w 171450"/>
              <a:gd name="connsiteY18" fmla="*/ 85725 h 171450"/>
              <a:gd name="connsiteX19" fmla="*/ 112888 w 171450"/>
              <a:gd name="connsiteY19" fmla="*/ 150438 h 171450"/>
              <a:gd name="connsiteX20" fmla="*/ 102004 w 171450"/>
              <a:gd name="connsiteY20" fmla="*/ 143280 h 171450"/>
              <a:gd name="connsiteX21" fmla="*/ 85725 w 171450"/>
              <a:gd name="connsiteY21" fmla="*/ 113511 h 171450"/>
              <a:gd name="connsiteX22" fmla="*/ 103909 w 171450"/>
              <a:gd name="connsiteY22" fmla="*/ 95250 h 171450"/>
              <a:gd name="connsiteX23" fmla="*/ 119063 w 171450"/>
              <a:gd name="connsiteY23" fmla="*/ 103065 h 171450"/>
              <a:gd name="connsiteX24" fmla="*/ 134216 w 171450"/>
              <a:gd name="connsiteY24" fmla="*/ 95250 h 171450"/>
              <a:gd name="connsiteX25" fmla="*/ 152400 w 171450"/>
              <a:gd name="connsiteY25" fmla="*/ 113511 h 171450"/>
              <a:gd name="connsiteX26" fmla="*/ 136109 w 171450"/>
              <a:gd name="connsiteY26" fmla="*/ 143281 h 171450"/>
              <a:gd name="connsiteX27" fmla="*/ 125224 w 171450"/>
              <a:gd name="connsiteY27" fmla="*/ 150438 h 171450"/>
              <a:gd name="connsiteX28" fmla="*/ 119063 w 171450"/>
              <a:gd name="connsiteY28" fmla="*/ 152400 h 171450"/>
              <a:gd name="connsiteX29" fmla="*/ 112888 w 171450"/>
              <a:gd name="connsiteY29" fmla="*/ 150438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450" h="171450">
                <a:moveTo>
                  <a:pt x="85725" y="0"/>
                </a:moveTo>
                <a:cubicBezTo>
                  <a:pt x="15130" y="0"/>
                  <a:pt x="0" y="15130"/>
                  <a:pt x="0" y="85725"/>
                </a:cubicBezTo>
                <a:cubicBezTo>
                  <a:pt x="0" y="156320"/>
                  <a:pt x="15130" y="171450"/>
                  <a:pt x="85725" y="171450"/>
                </a:cubicBezTo>
                <a:cubicBezTo>
                  <a:pt x="156320" y="171450"/>
                  <a:pt x="171450" y="156320"/>
                  <a:pt x="171450" y="85725"/>
                </a:cubicBezTo>
                <a:cubicBezTo>
                  <a:pt x="171450" y="15130"/>
                  <a:pt x="156320" y="0"/>
                  <a:pt x="85725" y="0"/>
                </a:cubicBezTo>
                <a:close/>
                <a:moveTo>
                  <a:pt x="38100" y="47625"/>
                </a:moveTo>
                <a:cubicBezTo>
                  <a:pt x="38100" y="42365"/>
                  <a:pt x="42365" y="38100"/>
                  <a:pt x="47625" y="38100"/>
                </a:cubicBezTo>
                <a:lnTo>
                  <a:pt x="114300" y="38100"/>
                </a:lnTo>
                <a:cubicBezTo>
                  <a:pt x="119561" y="38100"/>
                  <a:pt x="123825" y="42365"/>
                  <a:pt x="123825" y="47625"/>
                </a:cubicBezTo>
                <a:cubicBezTo>
                  <a:pt x="123825" y="52885"/>
                  <a:pt x="119561" y="57150"/>
                  <a:pt x="114300" y="57150"/>
                </a:cubicBezTo>
                <a:lnTo>
                  <a:pt x="47625" y="57150"/>
                </a:lnTo>
                <a:cubicBezTo>
                  <a:pt x="42365" y="57150"/>
                  <a:pt x="38100" y="52885"/>
                  <a:pt x="38100" y="47625"/>
                </a:cubicBezTo>
                <a:close/>
                <a:moveTo>
                  <a:pt x="38100" y="85725"/>
                </a:moveTo>
                <a:cubicBezTo>
                  <a:pt x="38100" y="80464"/>
                  <a:pt x="42365" y="76200"/>
                  <a:pt x="47625" y="76200"/>
                </a:cubicBezTo>
                <a:lnTo>
                  <a:pt x="66675" y="76200"/>
                </a:lnTo>
                <a:cubicBezTo>
                  <a:pt x="71936" y="76200"/>
                  <a:pt x="76200" y="80464"/>
                  <a:pt x="76200" y="85725"/>
                </a:cubicBezTo>
                <a:cubicBezTo>
                  <a:pt x="76200" y="90986"/>
                  <a:pt x="71936" y="95250"/>
                  <a:pt x="66675" y="95250"/>
                </a:cubicBezTo>
                <a:lnTo>
                  <a:pt x="47625" y="95250"/>
                </a:lnTo>
                <a:cubicBezTo>
                  <a:pt x="42365" y="95250"/>
                  <a:pt x="38100" y="90986"/>
                  <a:pt x="38100" y="85725"/>
                </a:cubicBezTo>
                <a:close/>
                <a:moveTo>
                  <a:pt x="112888" y="150438"/>
                </a:moveTo>
                <a:cubicBezTo>
                  <a:pt x="109931" y="148854"/>
                  <a:pt x="105975" y="146472"/>
                  <a:pt x="102004" y="143280"/>
                </a:cubicBezTo>
                <a:cubicBezTo>
                  <a:pt x="94142" y="136961"/>
                  <a:pt x="85725" y="127049"/>
                  <a:pt x="85725" y="113511"/>
                </a:cubicBezTo>
                <a:cubicBezTo>
                  <a:pt x="85725" y="103431"/>
                  <a:pt x="93866" y="95250"/>
                  <a:pt x="103909" y="95250"/>
                </a:cubicBezTo>
                <a:cubicBezTo>
                  <a:pt x="110050" y="95250"/>
                  <a:pt x="115673" y="98320"/>
                  <a:pt x="119063" y="103065"/>
                </a:cubicBezTo>
                <a:cubicBezTo>
                  <a:pt x="122452" y="98320"/>
                  <a:pt x="128075" y="95250"/>
                  <a:pt x="134216" y="95250"/>
                </a:cubicBezTo>
                <a:cubicBezTo>
                  <a:pt x="144259" y="95250"/>
                  <a:pt x="152400" y="103431"/>
                  <a:pt x="152400" y="113511"/>
                </a:cubicBezTo>
                <a:cubicBezTo>
                  <a:pt x="152400" y="127050"/>
                  <a:pt x="143974" y="136962"/>
                  <a:pt x="136109" y="143281"/>
                </a:cubicBezTo>
                <a:cubicBezTo>
                  <a:pt x="132137" y="146473"/>
                  <a:pt x="128180" y="148854"/>
                  <a:pt x="125224" y="150438"/>
                </a:cubicBezTo>
                <a:cubicBezTo>
                  <a:pt x="122784" y="151745"/>
                  <a:pt x="120923" y="152399"/>
                  <a:pt x="119063" y="152400"/>
                </a:cubicBezTo>
                <a:cubicBezTo>
                  <a:pt x="117198" y="152401"/>
                  <a:pt x="115334" y="151748"/>
                  <a:pt x="112888" y="150438"/>
                </a:cubicBezTo>
                <a:close/>
              </a:path>
            </a:pathLst>
          </a:custGeom>
          <a:solidFill>
            <a:srgbClr val="000000"/>
          </a:solidFill>
          <a:ln w="9525" cap="flat">
            <a:noFill/>
            <a:prstDash val="solid"/>
            <a:miter/>
          </a:ln>
        </p:spPr>
        <p:txBody>
          <a:bodyPr rtlCol="0" anchor="ctr"/>
          <a:lstStyle/>
          <a:p>
            <a:endParaRPr lang="ru-RU"/>
          </a:p>
        </p:txBody>
      </p:sp>
      <p:sp>
        <p:nvSpPr>
          <p:cNvPr id="140" name="Объект 4">
            <a:extLst>
              <a:ext uri="{FF2B5EF4-FFF2-40B4-BE49-F238E27FC236}">
                <a16:creationId xmlns:a16="http://schemas.microsoft.com/office/drawing/2014/main" id="{10568A0F-C38E-07D4-1542-DDEA45D418A1}"/>
              </a:ext>
            </a:extLst>
          </p:cNvPr>
          <p:cNvSpPr txBox="1">
            <a:spLocks/>
          </p:cNvSpPr>
          <p:nvPr/>
        </p:nvSpPr>
        <p:spPr>
          <a:xfrm>
            <a:off x="639764" y="4341136"/>
            <a:ext cx="4816436"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Стрелки/навигация</a:t>
            </a:r>
          </a:p>
        </p:txBody>
      </p:sp>
      <p:sp>
        <p:nvSpPr>
          <p:cNvPr id="472" name="Объект 4">
            <a:extLst>
              <a:ext uri="{FF2B5EF4-FFF2-40B4-BE49-F238E27FC236}">
                <a16:creationId xmlns:a16="http://schemas.microsoft.com/office/drawing/2014/main" id="{63BB38B9-D6FC-3840-18C3-AD765F19517F}"/>
              </a:ext>
            </a:extLst>
          </p:cNvPr>
          <p:cNvSpPr txBox="1">
            <a:spLocks/>
          </p:cNvSpPr>
          <p:nvPr/>
        </p:nvSpPr>
        <p:spPr>
          <a:xfrm>
            <a:off x="6546126" y="4341136"/>
            <a:ext cx="4816436"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Безопасность</a:t>
            </a:r>
          </a:p>
        </p:txBody>
      </p:sp>
      <p:sp>
        <p:nvSpPr>
          <p:cNvPr id="680" name="Рисунок 473">
            <a:extLst>
              <a:ext uri="{FF2B5EF4-FFF2-40B4-BE49-F238E27FC236}">
                <a16:creationId xmlns:a16="http://schemas.microsoft.com/office/drawing/2014/main" id="{8E313544-6CD3-EC9E-121A-14A0A7A104CB}"/>
              </a:ext>
            </a:extLst>
          </p:cNvPr>
          <p:cNvSpPr/>
          <p:nvPr/>
        </p:nvSpPr>
        <p:spPr>
          <a:xfrm>
            <a:off x="604837" y="4710870"/>
            <a:ext cx="190500" cy="171433"/>
          </a:xfrm>
          <a:custGeom>
            <a:avLst/>
            <a:gdLst>
              <a:gd name="connsiteX0" fmla="*/ 169713 w 190500"/>
              <a:gd name="connsiteY0" fmla="*/ 11878 h 171433"/>
              <a:gd name="connsiteX1" fmla="*/ 109538 w 190500"/>
              <a:gd name="connsiteY1" fmla="*/ 9516 h 171433"/>
              <a:gd name="connsiteX2" fmla="*/ 107968 w 190500"/>
              <a:gd name="connsiteY2" fmla="*/ 19042 h 171433"/>
              <a:gd name="connsiteX3" fmla="*/ 94623 w 190500"/>
              <a:gd name="connsiteY3" fmla="*/ 19042 h 171433"/>
              <a:gd name="connsiteX4" fmla="*/ 73078 w 190500"/>
              <a:gd name="connsiteY4" fmla="*/ 19824 h 171433"/>
              <a:gd name="connsiteX5" fmla="*/ 55994 w 190500"/>
              <a:gd name="connsiteY5" fmla="*/ 27411 h 171433"/>
              <a:gd name="connsiteX6" fmla="*/ 48407 w 190500"/>
              <a:gd name="connsiteY6" fmla="*/ 44495 h 171433"/>
              <a:gd name="connsiteX7" fmla="*/ 47625 w 190500"/>
              <a:gd name="connsiteY7" fmla="*/ 66040 h 171433"/>
              <a:gd name="connsiteX8" fmla="*/ 47625 w 190500"/>
              <a:gd name="connsiteY8" fmla="*/ 76192 h 171433"/>
              <a:gd name="connsiteX9" fmla="*/ 32520 w 190500"/>
              <a:gd name="connsiteY9" fmla="*/ 76192 h 171433"/>
              <a:gd name="connsiteX10" fmla="*/ 35310 w 190500"/>
              <a:gd name="connsiteY10" fmla="*/ 73402 h 171433"/>
              <a:gd name="connsiteX11" fmla="*/ 35310 w 190500"/>
              <a:gd name="connsiteY11" fmla="*/ 59932 h 171433"/>
              <a:gd name="connsiteX12" fmla="*/ 21840 w 190500"/>
              <a:gd name="connsiteY12" fmla="*/ 59932 h 171433"/>
              <a:gd name="connsiteX13" fmla="*/ 2790 w 190500"/>
              <a:gd name="connsiteY13" fmla="*/ 78982 h 171433"/>
              <a:gd name="connsiteX14" fmla="*/ 2790 w 190500"/>
              <a:gd name="connsiteY14" fmla="*/ 92452 h 171433"/>
              <a:gd name="connsiteX15" fmla="*/ 21840 w 190500"/>
              <a:gd name="connsiteY15" fmla="*/ 111502 h 171433"/>
              <a:gd name="connsiteX16" fmla="*/ 35310 w 190500"/>
              <a:gd name="connsiteY16" fmla="*/ 111502 h 171433"/>
              <a:gd name="connsiteX17" fmla="*/ 35310 w 190500"/>
              <a:gd name="connsiteY17" fmla="*/ 98032 h 171433"/>
              <a:gd name="connsiteX18" fmla="*/ 32520 w 190500"/>
              <a:gd name="connsiteY18" fmla="*/ 95242 h 171433"/>
              <a:gd name="connsiteX19" fmla="*/ 76200 w 190500"/>
              <a:gd name="connsiteY19" fmla="*/ 95242 h 171433"/>
              <a:gd name="connsiteX20" fmla="*/ 85725 w 190500"/>
              <a:gd name="connsiteY20" fmla="*/ 85717 h 171433"/>
              <a:gd name="connsiteX21" fmla="*/ 76200 w 190500"/>
              <a:gd name="connsiteY21" fmla="*/ 76192 h 171433"/>
              <a:gd name="connsiteX22" fmla="*/ 66675 w 190500"/>
              <a:gd name="connsiteY22" fmla="*/ 76192 h 171433"/>
              <a:gd name="connsiteX23" fmla="*/ 66675 w 190500"/>
              <a:gd name="connsiteY23" fmla="*/ 66667 h 171433"/>
              <a:gd name="connsiteX24" fmla="*/ 67288 w 190500"/>
              <a:gd name="connsiteY24" fmla="*/ 47033 h 171433"/>
              <a:gd name="connsiteX25" fmla="*/ 69465 w 190500"/>
              <a:gd name="connsiteY25" fmla="*/ 40882 h 171433"/>
              <a:gd name="connsiteX26" fmla="*/ 75616 w 190500"/>
              <a:gd name="connsiteY26" fmla="*/ 38704 h 171433"/>
              <a:gd name="connsiteX27" fmla="*/ 95250 w 190500"/>
              <a:gd name="connsiteY27" fmla="*/ 38092 h 171433"/>
              <a:gd name="connsiteX28" fmla="*/ 106170 w 190500"/>
              <a:gd name="connsiteY28" fmla="*/ 38092 h 171433"/>
              <a:gd name="connsiteX29" fmla="*/ 104775 w 190500"/>
              <a:gd name="connsiteY29" fmla="*/ 85717 h 171433"/>
              <a:gd name="connsiteX30" fmla="*/ 105900 w 190500"/>
              <a:gd name="connsiteY30" fmla="*/ 133342 h 171433"/>
              <a:gd name="connsiteX31" fmla="*/ 76200 w 190500"/>
              <a:gd name="connsiteY31" fmla="*/ 133342 h 171433"/>
              <a:gd name="connsiteX32" fmla="*/ 66675 w 190500"/>
              <a:gd name="connsiteY32" fmla="*/ 123817 h 171433"/>
              <a:gd name="connsiteX33" fmla="*/ 66675 w 190500"/>
              <a:gd name="connsiteY33" fmla="*/ 114292 h 171433"/>
              <a:gd name="connsiteX34" fmla="*/ 57150 w 190500"/>
              <a:gd name="connsiteY34" fmla="*/ 104767 h 171433"/>
              <a:gd name="connsiteX35" fmla="*/ 47625 w 190500"/>
              <a:gd name="connsiteY35" fmla="*/ 114292 h 171433"/>
              <a:gd name="connsiteX36" fmla="*/ 47625 w 190500"/>
              <a:gd name="connsiteY36" fmla="*/ 123817 h 171433"/>
              <a:gd name="connsiteX37" fmla="*/ 76200 w 190500"/>
              <a:gd name="connsiteY37" fmla="*/ 152392 h 171433"/>
              <a:gd name="connsiteX38" fmla="*/ 107574 w 190500"/>
              <a:gd name="connsiteY38" fmla="*/ 152392 h 171433"/>
              <a:gd name="connsiteX39" fmla="*/ 109538 w 190500"/>
              <a:gd name="connsiteY39" fmla="*/ 161917 h 171433"/>
              <a:gd name="connsiteX40" fmla="*/ 169677 w 190500"/>
              <a:gd name="connsiteY40" fmla="*/ 159570 h 171433"/>
              <a:gd name="connsiteX41" fmla="*/ 183967 w 190500"/>
              <a:gd name="connsiteY41" fmla="*/ 150779 h 171433"/>
              <a:gd name="connsiteX42" fmla="*/ 188319 w 190500"/>
              <a:gd name="connsiteY42" fmla="*/ 134989 h 171433"/>
              <a:gd name="connsiteX43" fmla="*/ 190500 w 190500"/>
              <a:gd name="connsiteY43" fmla="*/ 85653 h 171433"/>
              <a:gd name="connsiteX44" fmla="*/ 188323 w 190500"/>
              <a:gd name="connsiteY44" fmla="*/ 36409 h 171433"/>
              <a:gd name="connsiteX45" fmla="*/ 183973 w 190500"/>
              <a:gd name="connsiteY45" fmla="*/ 20658 h 171433"/>
              <a:gd name="connsiteX46" fmla="*/ 169713 w 190500"/>
              <a:gd name="connsiteY46" fmla="*/ 11878 h 17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0500" h="171433">
                <a:moveTo>
                  <a:pt x="169713" y="11878"/>
                </a:moveTo>
                <a:cubicBezTo>
                  <a:pt x="148355" y="3091"/>
                  <a:pt x="112847" y="-8554"/>
                  <a:pt x="109538" y="9516"/>
                </a:cubicBezTo>
                <a:cubicBezTo>
                  <a:pt x="109538" y="9516"/>
                  <a:pt x="108834" y="12331"/>
                  <a:pt x="107968" y="19042"/>
                </a:cubicBezTo>
                <a:lnTo>
                  <a:pt x="94623" y="19042"/>
                </a:lnTo>
                <a:cubicBezTo>
                  <a:pt x="86179" y="19041"/>
                  <a:pt x="78904" y="19041"/>
                  <a:pt x="73078" y="19824"/>
                </a:cubicBezTo>
                <a:cubicBezTo>
                  <a:pt x="66834" y="20664"/>
                  <a:pt x="60849" y="22557"/>
                  <a:pt x="55994" y="27411"/>
                </a:cubicBezTo>
                <a:cubicBezTo>
                  <a:pt x="51140" y="32266"/>
                  <a:pt x="49247" y="38251"/>
                  <a:pt x="48407" y="44495"/>
                </a:cubicBezTo>
                <a:cubicBezTo>
                  <a:pt x="47624" y="50321"/>
                  <a:pt x="47625" y="57596"/>
                  <a:pt x="47625" y="66040"/>
                </a:cubicBezTo>
                <a:lnTo>
                  <a:pt x="47625" y="76192"/>
                </a:lnTo>
                <a:lnTo>
                  <a:pt x="32520" y="76192"/>
                </a:lnTo>
                <a:lnTo>
                  <a:pt x="35310" y="73402"/>
                </a:lnTo>
                <a:cubicBezTo>
                  <a:pt x="39030" y="69682"/>
                  <a:pt x="39030" y="63651"/>
                  <a:pt x="35310" y="59932"/>
                </a:cubicBezTo>
                <a:cubicBezTo>
                  <a:pt x="31590" y="56212"/>
                  <a:pt x="25560" y="56212"/>
                  <a:pt x="21840" y="59932"/>
                </a:cubicBezTo>
                <a:lnTo>
                  <a:pt x="2790" y="78982"/>
                </a:lnTo>
                <a:cubicBezTo>
                  <a:pt x="-930" y="82701"/>
                  <a:pt x="-930" y="88732"/>
                  <a:pt x="2790" y="92452"/>
                </a:cubicBezTo>
                <a:lnTo>
                  <a:pt x="21840" y="111502"/>
                </a:lnTo>
                <a:cubicBezTo>
                  <a:pt x="25560" y="115221"/>
                  <a:pt x="31590" y="115221"/>
                  <a:pt x="35310" y="111502"/>
                </a:cubicBezTo>
                <a:cubicBezTo>
                  <a:pt x="39030" y="107782"/>
                  <a:pt x="39030" y="101751"/>
                  <a:pt x="35310" y="98032"/>
                </a:cubicBezTo>
                <a:lnTo>
                  <a:pt x="32520" y="95242"/>
                </a:lnTo>
                <a:lnTo>
                  <a:pt x="76200" y="95242"/>
                </a:lnTo>
                <a:cubicBezTo>
                  <a:pt x="81461" y="95242"/>
                  <a:pt x="85725" y="90978"/>
                  <a:pt x="85725" y="85717"/>
                </a:cubicBezTo>
                <a:cubicBezTo>
                  <a:pt x="85725" y="80456"/>
                  <a:pt x="81461" y="76192"/>
                  <a:pt x="76200" y="76192"/>
                </a:cubicBezTo>
                <a:lnTo>
                  <a:pt x="66675" y="76192"/>
                </a:lnTo>
                <a:lnTo>
                  <a:pt x="66675" y="66667"/>
                </a:lnTo>
                <a:cubicBezTo>
                  <a:pt x="66675" y="57417"/>
                  <a:pt x="66695" y="51438"/>
                  <a:pt x="67288" y="47033"/>
                </a:cubicBezTo>
                <a:cubicBezTo>
                  <a:pt x="67843" y="42902"/>
                  <a:pt x="68740" y="41607"/>
                  <a:pt x="69465" y="40882"/>
                </a:cubicBezTo>
                <a:cubicBezTo>
                  <a:pt x="70190" y="40157"/>
                  <a:pt x="71485" y="39260"/>
                  <a:pt x="75616" y="38704"/>
                </a:cubicBezTo>
                <a:cubicBezTo>
                  <a:pt x="80022" y="38112"/>
                  <a:pt x="86000" y="38092"/>
                  <a:pt x="95250" y="38092"/>
                </a:cubicBezTo>
                <a:lnTo>
                  <a:pt x="106170" y="38092"/>
                </a:lnTo>
                <a:cubicBezTo>
                  <a:pt x="105387" y="49662"/>
                  <a:pt x="104775" y="65245"/>
                  <a:pt x="104775" y="85717"/>
                </a:cubicBezTo>
                <a:cubicBezTo>
                  <a:pt x="104775" y="106766"/>
                  <a:pt x="105250" y="122152"/>
                  <a:pt x="105900" y="133342"/>
                </a:cubicBezTo>
                <a:lnTo>
                  <a:pt x="76200" y="133342"/>
                </a:lnTo>
                <a:cubicBezTo>
                  <a:pt x="70940" y="133342"/>
                  <a:pt x="66675" y="129078"/>
                  <a:pt x="66675" y="123817"/>
                </a:cubicBezTo>
                <a:lnTo>
                  <a:pt x="66675" y="114292"/>
                </a:lnTo>
                <a:cubicBezTo>
                  <a:pt x="66675" y="109031"/>
                  <a:pt x="62410" y="104767"/>
                  <a:pt x="57150" y="104767"/>
                </a:cubicBezTo>
                <a:cubicBezTo>
                  <a:pt x="51890" y="104767"/>
                  <a:pt x="47625" y="109031"/>
                  <a:pt x="47625" y="114292"/>
                </a:cubicBezTo>
                <a:lnTo>
                  <a:pt x="47625" y="123817"/>
                </a:lnTo>
                <a:cubicBezTo>
                  <a:pt x="47625" y="139599"/>
                  <a:pt x="60419" y="152392"/>
                  <a:pt x="76200" y="152392"/>
                </a:cubicBezTo>
                <a:lnTo>
                  <a:pt x="107574" y="152392"/>
                </a:lnTo>
                <a:cubicBezTo>
                  <a:pt x="108611" y="160222"/>
                  <a:pt x="109538" y="162061"/>
                  <a:pt x="109538" y="161917"/>
                </a:cubicBezTo>
                <a:cubicBezTo>
                  <a:pt x="112846" y="179977"/>
                  <a:pt x="148317" y="168355"/>
                  <a:pt x="169677" y="159570"/>
                </a:cubicBezTo>
                <a:cubicBezTo>
                  <a:pt x="177105" y="156516"/>
                  <a:pt x="180818" y="154988"/>
                  <a:pt x="183967" y="150779"/>
                </a:cubicBezTo>
                <a:cubicBezTo>
                  <a:pt x="187115" y="146569"/>
                  <a:pt x="187517" y="142709"/>
                  <a:pt x="188319" y="134989"/>
                </a:cubicBezTo>
                <a:cubicBezTo>
                  <a:pt x="189439" y="124218"/>
                  <a:pt x="190500" y="108096"/>
                  <a:pt x="190500" y="85653"/>
                </a:cubicBezTo>
                <a:cubicBezTo>
                  <a:pt x="190500" y="63233"/>
                  <a:pt x="189442" y="47149"/>
                  <a:pt x="188323" y="36409"/>
                </a:cubicBezTo>
                <a:cubicBezTo>
                  <a:pt x="187522" y="28714"/>
                  <a:pt x="187121" y="24867"/>
                  <a:pt x="183973" y="20658"/>
                </a:cubicBezTo>
                <a:cubicBezTo>
                  <a:pt x="180825" y="16450"/>
                  <a:pt x="177121" y="14926"/>
                  <a:pt x="169713" y="11878"/>
                </a:cubicBezTo>
                <a:close/>
              </a:path>
            </a:pathLst>
          </a:custGeom>
          <a:solidFill>
            <a:srgbClr val="000000"/>
          </a:solidFill>
          <a:ln w="9525" cap="flat">
            <a:noFill/>
            <a:prstDash val="solid"/>
            <a:miter/>
          </a:ln>
        </p:spPr>
        <p:txBody>
          <a:bodyPr rtlCol="0" anchor="ctr"/>
          <a:lstStyle/>
          <a:p>
            <a:endParaRPr lang="ru-RU"/>
          </a:p>
        </p:txBody>
      </p:sp>
      <p:sp>
        <p:nvSpPr>
          <p:cNvPr id="681" name="Рисунок 475">
            <a:extLst>
              <a:ext uri="{FF2B5EF4-FFF2-40B4-BE49-F238E27FC236}">
                <a16:creationId xmlns:a16="http://schemas.microsoft.com/office/drawing/2014/main" id="{EA6CF824-4C7E-5845-3DFB-012175BE61F6}"/>
              </a:ext>
            </a:extLst>
          </p:cNvPr>
          <p:cNvSpPr/>
          <p:nvPr/>
        </p:nvSpPr>
        <p:spPr>
          <a:xfrm>
            <a:off x="1060781" y="4720387"/>
            <a:ext cx="152404" cy="152400"/>
          </a:xfrm>
          <a:custGeom>
            <a:avLst/>
            <a:gdLst>
              <a:gd name="connsiteX0" fmla="*/ 57152 w 152404"/>
              <a:gd name="connsiteY0" fmla="*/ 119063 h 152400"/>
              <a:gd name="connsiteX1" fmla="*/ 76201 w 152404"/>
              <a:gd name="connsiteY1" fmla="*/ 95307 h 152400"/>
              <a:gd name="connsiteX2" fmla="*/ 95252 w 152404"/>
              <a:gd name="connsiteY2" fmla="*/ 119063 h 152400"/>
              <a:gd name="connsiteX3" fmla="*/ 95249 w 152404"/>
              <a:gd name="connsiteY3" fmla="*/ 133372 h 152400"/>
              <a:gd name="connsiteX4" fmla="*/ 98038 w 152404"/>
              <a:gd name="connsiteY4" fmla="*/ 149613 h 152400"/>
              <a:gd name="connsiteX5" fmla="*/ 114302 w 152404"/>
              <a:gd name="connsiteY5" fmla="*/ 152400 h 152400"/>
              <a:gd name="connsiteX6" fmla="*/ 147635 w 152404"/>
              <a:gd name="connsiteY6" fmla="*/ 147641 h 152400"/>
              <a:gd name="connsiteX7" fmla="*/ 152402 w 152404"/>
              <a:gd name="connsiteY7" fmla="*/ 100013 h 152400"/>
              <a:gd name="connsiteX8" fmla="*/ 148992 w 152404"/>
              <a:gd name="connsiteY8" fmla="*/ 58775 h 152400"/>
              <a:gd name="connsiteX9" fmla="*/ 123824 w 152404"/>
              <a:gd name="connsiteY9" fmla="*/ 28681 h 152400"/>
              <a:gd name="connsiteX10" fmla="*/ 76201 w 152404"/>
              <a:gd name="connsiteY10" fmla="*/ 0 h 152400"/>
              <a:gd name="connsiteX11" fmla="*/ 28577 w 152404"/>
              <a:gd name="connsiteY11" fmla="*/ 28681 h 152400"/>
              <a:gd name="connsiteX12" fmla="*/ 3407 w 152404"/>
              <a:gd name="connsiteY12" fmla="*/ 58775 h 152400"/>
              <a:gd name="connsiteX13" fmla="*/ 2 w 152404"/>
              <a:gd name="connsiteY13" fmla="*/ 100013 h 152400"/>
              <a:gd name="connsiteX14" fmla="*/ 4765 w 152404"/>
              <a:gd name="connsiteY14" fmla="*/ 147641 h 152400"/>
              <a:gd name="connsiteX15" fmla="*/ 38102 w 152404"/>
              <a:gd name="connsiteY15" fmla="*/ 152400 h 152400"/>
              <a:gd name="connsiteX16" fmla="*/ 54362 w 152404"/>
              <a:gd name="connsiteY16" fmla="*/ 149613 h 152400"/>
              <a:gd name="connsiteX17" fmla="*/ 57152 w 152404"/>
              <a:gd name="connsiteY17" fmla="*/ 133372 h 152400"/>
              <a:gd name="connsiteX18" fmla="*/ 57152 w 152404"/>
              <a:gd name="connsiteY18" fmla="*/ 119063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2404" h="152400">
                <a:moveTo>
                  <a:pt x="57152" y="119063"/>
                </a:moveTo>
                <a:cubicBezTo>
                  <a:pt x="57151" y="104743"/>
                  <a:pt x="57152" y="95231"/>
                  <a:pt x="76201" y="95307"/>
                </a:cubicBezTo>
                <a:cubicBezTo>
                  <a:pt x="95250" y="95382"/>
                  <a:pt x="95257" y="104743"/>
                  <a:pt x="95252" y="119063"/>
                </a:cubicBezTo>
                <a:lnTo>
                  <a:pt x="95249" y="133372"/>
                </a:lnTo>
                <a:cubicBezTo>
                  <a:pt x="95252" y="142875"/>
                  <a:pt x="95249" y="146825"/>
                  <a:pt x="98038" y="149613"/>
                </a:cubicBezTo>
                <a:cubicBezTo>
                  <a:pt x="100828" y="152400"/>
                  <a:pt x="104777" y="152400"/>
                  <a:pt x="114302" y="152400"/>
                </a:cubicBezTo>
                <a:cubicBezTo>
                  <a:pt x="133352" y="152400"/>
                  <a:pt x="142873" y="152400"/>
                  <a:pt x="147635" y="147641"/>
                </a:cubicBezTo>
                <a:cubicBezTo>
                  <a:pt x="152398" y="142883"/>
                  <a:pt x="152402" y="126930"/>
                  <a:pt x="152402" y="100013"/>
                </a:cubicBezTo>
                <a:cubicBezTo>
                  <a:pt x="152402" y="90495"/>
                  <a:pt x="152614" y="66748"/>
                  <a:pt x="148992" y="58775"/>
                </a:cubicBezTo>
                <a:cubicBezTo>
                  <a:pt x="145576" y="51251"/>
                  <a:pt x="137165" y="40291"/>
                  <a:pt x="123824" y="28681"/>
                </a:cubicBezTo>
                <a:cubicBezTo>
                  <a:pt x="107426" y="14412"/>
                  <a:pt x="85260" y="0"/>
                  <a:pt x="76201" y="0"/>
                </a:cubicBezTo>
                <a:cubicBezTo>
                  <a:pt x="67143" y="0"/>
                  <a:pt x="44974" y="14412"/>
                  <a:pt x="28577" y="28681"/>
                </a:cubicBezTo>
                <a:cubicBezTo>
                  <a:pt x="15234" y="40291"/>
                  <a:pt x="6824" y="51251"/>
                  <a:pt x="3407" y="58775"/>
                </a:cubicBezTo>
                <a:cubicBezTo>
                  <a:pt x="-214" y="66748"/>
                  <a:pt x="2" y="90495"/>
                  <a:pt x="2" y="100013"/>
                </a:cubicBezTo>
                <a:cubicBezTo>
                  <a:pt x="2" y="126930"/>
                  <a:pt x="2" y="142883"/>
                  <a:pt x="4765" y="147641"/>
                </a:cubicBezTo>
                <a:cubicBezTo>
                  <a:pt x="9528" y="152400"/>
                  <a:pt x="19052" y="152400"/>
                  <a:pt x="38102" y="152400"/>
                </a:cubicBezTo>
                <a:cubicBezTo>
                  <a:pt x="47627" y="152400"/>
                  <a:pt x="51572" y="152400"/>
                  <a:pt x="54362" y="149613"/>
                </a:cubicBezTo>
                <a:cubicBezTo>
                  <a:pt x="57152" y="146825"/>
                  <a:pt x="57152" y="142875"/>
                  <a:pt x="57152" y="133372"/>
                </a:cubicBezTo>
                <a:lnTo>
                  <a:pt x="57152" y="119063"/>
                </a:lnTo>
                <a:close/>
              </a:path>
            </a:pathLst>
          </a:custGeom>
          <a:solidFill>
            <a:srgbClr val="000000"/>
          </a:solidFill>
          <a:ln w="9525" cap="flat">
            <a:noFill/>
            <a:prstDash val="solid"/>
            <a:miter/>
          </a:ln>
        </p:spPr>
        <p:txBody>
          <a:bodyPr rtlCol="0" anchor="ctr"/>
          <a:lstStyle/>
          <a:p>
            <a:endParaRPr lang="ru-RU"/>
          </a:p>
        </p:txBody>
      </p:sp>
      <p:sp>
        <p:nvSpPr>
          <p:cNvPr id="748" name="Полилиния: фигура 747">
            <a:extLst>
              <a:ext uri="{FF2B5EF4-FFF2-40B4-BE49-F238E27FC236}">
                <a16:creationId xmlns:a16="http://schemas.microsoft.com/office/drawing/2014/main" id="{2481F297-A193-DA50-5826-EBBA5096A635}"/>
              </a:ext>
            </a:extLst>
          </p:cNvPr>
          <p:cNvSpPr/>
          <p:nvPr/>
        </p:nvSpPr>
        <p:spPr>
          <a:xfrm>
            <a:off x="1478630" y="4710862"/>
            <a:ext cx="171450" cy="171450"/>
          </a:xfrm>
          <a:custGeom>
            <a:avLst/>
            <a:gdLst>
              <a:gd name="connsiteX0" fmla="*/ 133350 w 171450"/>
              <a:gd name="connsiteY0" fmla="*/ 95250 h 171450"/>
              <a:gd name="connsiteX1" fmla="*/ 171450 w 171450"/>
              <a:gd name="connsiteY1" fmla="*/ 133350 h 171450"/>
              <a:gd name="connsiteX2" fmla="*/ 133350 w 171450"/>
              <a:gd name="connsiteY2" fmla="*/ 171450 h 171450"/>
              <a:gd name="connsiteX3" fmla="*/ 95250 w 171450"/>
              <a:gd name="connsiteY3" fmla="*/ 133350 h 171450"/>
              <a:gd name="connsiteX4" fmla="*/ 133350 w 171450"/>
              <a:gd name="connsiteY4" fmla="*/ 95250 h 171450"/>
              <a:gd name="connsiteX5" fmla="*/ 38100 w 171450"/>
              <a:gd name="connsiteY5" fmla="*/ 95250 h 171450"/>
              <a:gd name="connsiteX6" fmla="*/ 76200 w 171450"/>
              <a:gd name="connsiteY6" fmla="*/ 133350 h 171450"/>
              <a:gd name="connsiteX7" fmla="*/ 38100 w 171450"/>
              <a:gd name="connsiteY7" fmla="*/ 171450 h 171450"/>
              <a:gd name="connsiteX8" fmla="*/ 0 w 171450"/>
              <a:gd name="connsiteY8" fmla="*/ 133350 h 171450"/>
              <a:gd name="connsiteX9" fmla="*/ 38100 w 171450"/>
              <a:gd name="connsiteY9" fmla="*/ 95250 h 171450"/>
              <a:gd name="connsiteX10" fmla="*/ 133350 w 171450"/>
              <a:gd name="connsiteY10" fmla="*/ 0 h 171450"/>
              <a:gd name="connsiteX11" fmla="*/ 171450 w 171450"/>
              <a:gd name="connsiteY11" fmla="*/ 38100 h 171450"/>
              <a:gd name="connsiteX12" fmla="*/ 133350 w 171450"/>
              <a:gd name="connsiteY12" fmla="*/ 76200 h 171450"/>
              <a:gd name="connsiteX13" fmla="*/ 95250 w 171450"/>
              <a:gd name="connsiteY13" fmla="*/ 38100 h 171450"/>
              <a:gd name="connsiteX14" fmla="*/ 133350 w 171450"/>
              <a:gd name="connsiteY14" fmla="*/ 0 h 171450"/>
              <a:gd name="connsiteX15" fmla="*/ 38100 w 171450"/>
              <a:gd name="connsiteY15" fmla="*/ 0 h 171450"/>
              <a:gd name="connsiteX16" fmla="*/ 76200 w 171450"/>
              <a:gd name="connsiteY16" fmla="*/ 38100 h 171450"/>
              <a:gd name="connsiteX17" fmla="*/ 38100 w 171450"/>
              <a:gd name="connsiteY17" fmla="*/ 76200 h 171450"/>
              <a:gd name="connsiteX18" fmla="*/ 0 w 171450"/>
              <a:gd name="connsiteY18" fmla="*/ 38100 h 171450"/>
              <a:gd name="connsiteX19" fmla="*/ 38100 w 171450"/>
              <a:gd name="connsiteY19"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50">
                <a:moveTo>
                  <a:pt x="133350" y="95250"/>
                </a:moveTo>
                <a:cubicBezTo>
                  <a:pt x="164725" y="95250"/>
                  <a:pt x="171450" y="101975"/>
                  <a:pt x="171450" y="133350"/>
                </a:cubicBezTo>
                <a:cubicBezTo>
                  <a:pt x="171450" y="164725"/>
                  <a:pt x="164725" y="171450"/>
                  <a:pt x="133350" y="171450"/>
                </a:cubicBezTo>
                <a:cubicBezTo>
                  <a:pt x="101975" y="171450"/>
                  <a:pt x="95250" y="164725"/>
                  <a:pt x="95250" y="133350"/>
                </a:cubicBezTo>
                <a:cubicBezTo>
                  <a:pt x="95250" y="101975"/>
                  <a:pt x="101975" y="95250"/>
                  <a:pt x="133350" y="95250"/>
                </a:cubicBezTo>
                <a:close/>
                <a:moveTo>
                  <a:pt x="38100" y="95250"/>
                </a:moveTo>
                <a:cubicBezTo>
                  <a:pt x="69475" y="95250"/>
                  <a:pt x="76200" y="101975"/>
                  <a:pt x="76200" y="133350"/>
                </a:cubicBezTo>
                <a:cubicBezTo>
                  <a:pt x="76200" y="164725"/>
                  <a:pt x="69475" y="171450"/>
                  <a:pt x="38100" y="171450"/>
                </a:cubicBezTo>
                <a:cubicBezTo>
                  <a:pt x="6725" y="171450"/>
                  <a:pt x="0" y="164725"/>
                  <a:pt x="0" y="133350"/>
                </a:cubicBezTo>
                <a:cubicBezTo>
                  <a:pt x="0" y="101975"/>
                  <a:pt x="6725" y="95250"/>
                  <a:pt x="38100" y="95250"/>
                </a:cubicBezTo>
                <a:close/>
                <a:moveTo>
                  <a:pt x="133350" y="0"/>
                </a:moveTo>
                <a:cubicBezTo>
                  <a:pt x="164725" y="0"/>
                  <a:pt x="171450" y="6725"/>
                  <a:pt x="171450" y="38100"/>
                </a:cubicBezTo>
                <a:cubicBezTo>
                  <a:pt x="171450" y="69475"/>
                  <a:pt x="164725" y="76200"/>
                  <a:pt x="133350" y="76200"/>
                </a:cubicBezTo>
                <a:cubicBezTo>
                  <a:pt x="101975" y="76200"/>
                  <a:pt x="95250" y="69475"/>
                  <a:pt x="95250" y="38100"/>
                </a:cubicBezTo>
                <a:cubicBezTo>
                  <a:pt x="95250" y="6725"/>
                  <a:pt x="101975" y="0"/>
                  <a:pt x="133350" y="0"/>
                </a:cubicBezTo>
                <a:close/>
                <a:moveTo>
                  <a:pt x="38100" y="0"/>
                </a:moveTo>
                <a:cubicBezTo>
                  <a:pt x="69475" y="0"/>
                  <a:pt x="76200" y="6725"/>
                  <a:pt x="76200" y="38100"/>
                </a:cubicBezTo>
                <a:cubicBezTo>
                  <a:pt x="76200" y="69475"/>
                  <a:pt x="69475" y="76200"/>
                  <a:pt x="38100" y="76200"/>
                </a:cubicBezTo>
                <a:cubicBezTo>
                  <a:pt x="6725" y="76200"/>
                  <a:pt x="0" y="69475"/>
                  <a:pt x="0" y="38100"/>
                </a:cubicBezTo>
                <a:cubicBezTo>
                  <a:pt x="0" y="6725"/>
                  <a:pt x="6725" y="0"/>
                  <a:pt x="38100" y="0"/>
                </a:cubicBezTo>
                <a:close/>
              </a:path>
            </a:pathLst>
          </a:custGeom>
          <a:solidFill>
            <a:srgbClr val="000000"/>
          </a:solidFill>
          <a:ln w="9525" cap="flat">
            <a:noFill/>
            <a:prstDash val="solid"/>
            <a:miter/>
          </a:ln>
        </p:spPr>
        <p:txBody>
          <a:bodyPr rtlCol="0" anchor="ctr"/>
          <a:lstStyle/>
          <a:p>
            <a:endParaRPr lang="ru-RU"/>
          </a:p>
        </p:txBody>
      </p:sp>
      <p:sp>
        <p:nvSpPr>
          <p:cNvPr id="749" name="Полилиния: фигура 748">
            <a:extLst>
              <a:ext uri="{FF2B5EF4-FFF2-40B4-BE49-F238E27FC236}">
                <a16:creationId xmlns:a16="http://schemas.microsoft.com/office/drawing/2014/main" id="{6E9BE7F2-A618-DEE4-0887-AF3E6E48A881}"/>
              </a:ext>
            </a:extLst>
          </p:cNvPr>
          <p:cNvSpPr/>
          <p:nvPr/>
        </p:nvSpPr>
        <p:spPr>
          <a:xfrm>
            <a:off x="1906001" y="4710862"/>
            <a:ext cx="171450" cy="171450"/>
          </a:xfrm>
          <a:custGeom>
            <a:avLst/>
            <a:gdLst>
              <a:gd name="connsiteX0" fmla="*/ 85725 w 171450"/>
              <a:gd name="connsiteY0" fmla="*/ 95250 h 171450"/>
              <a:gd name="connsiteX1" fmla="*/ 171450 w 171450"/>
              <a:gd name="connsiteY1" fmla="*/ 133350 h 171450"/>
              <a:gd name="connsiteX2" fmla="*/ 85725 w 171450"/>
              <a:gd name="connsiteY2" fmla="*/ 171450 h 171450"/>
              <a:gd name="connsiteX3" fmla="*/ 0 w 171450"/>
              <a:gd name="connsiteY3" fmla="*/ 133350 h 171450"/>
              <a:gd name="connsiteX4" fmla="*/ 85725 w 171450"/>
              <a:gd name="connsiteY4" fmla="*/ 95250 h 171450"/>
              <a:gd name="connsiteX5" fmla="*/ 85725 w 171450"/>
              <a:gd name="connsiteY5" fmla="*/ 0 h 171450"/>
              <a:gd name="connsiteX6" fmla="*/ 171450 w 171450"/>
              <a:gd name="connsiteY6" fmla="*/ 38100 h 171450"/>
              <a:gd name="connsiteX7" fmla="*/ 85725 w 171450"/>
              <a:gd name="connsiteY7" fmla="*/ 76200 h 171450"/>
              <a:gd name="connsiteX8" fmla="*/ 0 w 171450"/>
              <a:gd name="connsiteY8" fmla="*/ 38100 h 171450"/>
              <a:gd name="connsiteX9" fmla="*/ 85725 w 171450"/>
              <a:gd name="connsiteY9"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450" h="171450">
                <a:moveTo>
                  <a:pt x="85725" y="95250"/>
                </a:moveTo>
                <a:cubicBezTo>
                  <a:pt x="166688" y="95250"/>
                  <a:pt x="171450" y="100013"/>
                  <a:pt x="171450" y="133350"/>
                </a:cubicBezTo>
                <a:cubicBezTo>
                  <a:pt x="171450" y="166688"/>
                  <a:pt x="166688" y="171450"/>
                  <a:pt x="85725" y="171450"/>
                </a:cubicBezTo>
                <a:cubicBezTo>
                  <a:pt x="4763" y="171450"/>
                  <a:pt x="0" y="166688"/>
                  <a:pt x="0" y="133350"/>
                </a:cubicBezTo>
                <a:cubicBezTo>
                  <a:pt x="0" y="100013"/>
                  <a:pt x="4763" y="95250"/>
                  <a:pt x="85725" y="95250"/>
                </a:cubicBezTo>
                <a:close/>
                <a:moveTo>
                  <a:pt x="85725" y="0"/>
                </a:moveTo>
                <a:cubicBezTo>
                  <a:pt x="166688" y="0"/>
                  <a:pt x="171450" y="4763"/>
                  <a:pt x="171450" y="38100"/>
                </a:cubicBezTo>
                <a:cubicBezTo>
                  <a:pt x="171450" y="71438"/>
                  <a:pt x="166688" y="76200"/>
                  <a:pt x="85725" y="76200"/>
                </a:cubicBezTo>
                <a:cubicBezTo>
                  <a:pt x="4763" y="76200"/>
                  <a:pt x="0" y="71438"/>
                  <a:pt x="0" y="38100"/>
                </a:cubicBezTo>
                <a:cubicBezTo>
                  <a:pt x="0" y="4763"/>
                  <a:pt x="4763" y="0"/>
                  <a:pt x="85725" y="0"/>
                </a:cubicBezTo>
                <a:close/>
              </a:path>
            </a:pathLst>
          </a:custGeom>
          <a:solidFill>
            <a:srgbClr val="000000"/>
          </a:solidFill>
          <a:ln w="9525" cap="flat">
            <a:noFill/>
            <a:prstDash val="solid"/>
            <a:miter/>
          </a:ln>
        </p:spPr>
        <p:txBody>
          <a:bodyPr rtlCol="0" anchor="ctr"/>
          <a:lstStyle/>
          <a:p>
            <a:endParaRPr lang="ru-RU"/>
          </a:p>
        </p:txBody>
      </p:sp>
      <p:sp>
        <p:nvSpPr>
          <p:cNvPr id="750" name="Полилиния: фигура 749">
            <a:extLst>
              <a:ext uri="{FF2B5EF4-FFF2-40B4-BE49-F238E27FC236}">
                <a16:creationId xmlns:a16="http://schemas.microsoft.com/office/drawing/2014/main" id="{2062B537-AEDE-A630-6BA8-DEA0EE90DACF}"/>
              </a:ext>
            </a:extLst>
          </p:cNvPr>
          <p:cNvSpPr/>
          <p:nvPr/>
        </p:nvSpPr>
        <p:spPr>
          <a:xfrm>
            <a:off x="2333371" y="4710861"/>
            <a:ext cx="171450" cy="171450"/>
          </a:xfrm>
          <a:custGeom>
            <a:avLst/>
            <a:gdLst>
              <a:gd name="connsiteX0" fmla="*/ 23813 w 171450"/>
              <a:gd name="connsiteY0" fmla="*/ 142875 h 171450"/>
              <a:gd name="connsiteX1" fmla="*/ 100013 w 171450"/>
              <a:gd name="connsiteY1" fmla="*/ 142875 h 171450"/>
              <a:gd name="connsiteX2" fmla="*/ 114300 w 171450"/>
              <a:gd name="connsiteY2" fmla="*/ 157163 h 171450"/>
              <a:gd name="connsiteX3" fmla="*/ 100013 w 171450"/>
              <a:gd name="connsiteY3" fmla="*/ 171450 h 171450"/>
              <a:gd name="connsiteX4" fmla="*/ 23813 w 171450"/>
              <a:gd name="connsiteY4" fmla="*/ 171450 h 171450"/>
              <a:gd name="connsiteX5" fmla="*/ 9525 w 171450"/>
              <a:gd name="connsiteY5" fmla="*/ 157163 h 171450"/>
              <a:gd name="connsiteX6" fmla="*/ 23813 w 171450"/>
              <a:gd name="connsiteY6" fmla="*/ 142875 h 171450"/>
              <a:gd name="connsiteX7" fmla="*/ 85725 w 171450"/>
              <a:gd name="connsiteY7" fmla="*/ 0 h 171450"/>
              <a:gd name="connsiteX8" fmla="*/ 171450 w 171450"/>
              <a:gd name="connsiteY8" fmla="*/ 61913 h 171450"/>
              <a:gd name="connsiteX9" fmla="*/ 85725 w 171450"/>
              <a:gd name="connsiteY9" fmla="*/ 123825 h 171450"/>
              <a:gd name="connsiteX10" fmla="*/ 0 w 171450"/>
              <a:gd name="connsiteY10" fmla="*/ 61913 h 171450"/>
              <a:gd name="connsiteX11" fmla="*/ 85725 w 171450"/>
              <a:gd name="connsiteY11"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50" h="171450">
                <a:moveTo>
                  <a:pt x="23813" y="142875"/>
                </a:moveTo>
                <a:lnTo>
                  <a:pt x="100013" y="142875"/>
                </a:lnTo>
                <a:cubicBezTo>
                  <a:pt x="107903" y="142875"/>
                  <a:pt x="114300" y="149272"/>
                  <a:pt x="114300" y="157163"/>
                </a:cubicBezTo>
                <a:cubicBezTo>
                  <a:pt x="114300" y="165053"/>
                  <a:pt x="107903" y="171450"/>
                  <a:pt x="100013" y="171450"/>
                </a:cubicBezTo>
                <a:lnTo>
                  <a:pt x="23813" y="171450"/>
                </a:lnTo>
                <a:cubicBezTo>
                  <a:pt x="15922" y="171450"/>
                  <a:pt x="9525" y="165053"/>
                  <a:pt x="9525" y="157163"/>
                </a:cubicBezTo>
                <a:cubicBezTo>
                  <a:pt x="9525" y="149272"/>
                  <a:pt x="15922" y="142875"/>
                  <a:pt x="23813" y="142875"/>
                </a:cubicBezTo>
                <a:close/>
                <a:moveTo>
                  <a:pt x="85725" y="0"/>
                </a:moveTo>
                <a:cubicBezTo>
                  <a:pt x="166688" y="0"/>
                  <a:pt x="171450" y="7739"/>
                  <a:pt x="171450" y="61913"/>
                </a:cubicBezTo>
                <a:cubicBezTo>
                  <a:pt x="171450" y="116086"/>
                  <a:pt x="166688" y="123825"/>
                  <a:pt x="85725" y="123825"/>
                </a:cubicBezTo>
                <a:cubicBezTo>
                  <a:pt x="4763" y="123825"/>
                  <a:pt x="0" y="116086"/>
                  <a:pt x="0" y="61913"/>
                </a:cubicBezTo>
                <a:cubicBezTo>
                  <a:pt x="0" y="7739"/>
                  <a:pt x="4763" y="0"/>
                  <a:pt x="85725" y="0"/>
                </a:cubicBezTo>
                <a:close/>
              </a:path>
            </a:pathLst>
          </a:custGeom>
          <a:solidFill>
            <a:srgbClr val="000000"/>
          </a:solidFill>
          <a:ln w="9525" cap="flat">
            <a:noFill/>
            <a:prstDash val="solid"/>
            <a:miter/>
          </a:ln>
        </p:spPr>
        <p:txBody>
          <a:bodyPr rtlCol="0" anchor="ctr"/>
          <a:lstStyle/>
          <a:p>
            <a:endParaRPr lang="ru-RU"/>
          </a:p>
        </p:txBody>
      </p:sp>
      <p:sp>
        <p:nvSpPr>
          <p:cNvPr id="751" name="Полилиния: фигура 750">
            <a:extLst>
              <a:ext uri="{FF2B5EF4-FFF2-40B4-BE49-F238E27FC236}">
                <a16:creationId xmlns:a16="http://schemas.microsoft.com/office/drawing/2014/main" id="{4E10FFF0-9074-831C-FD30-1BAA7DAD47D2}"/>
              </a:ext>
            </a:extLst>
          </p:cNvPr>
          <p:cNvSpPr/>
          <p:nvPr/>
        </p:nvSpPr>
        <p:spPr>
          <a:xfrm>
            <a:off x="2770268" y="4710861"/>
            <a:ext cx="161925" cy="171451"/>
          </a:xfrm>
          <a:custGeom>
            <a:avLst/>
            <a:gdLst>
              <a:gd name="connsiteX0" fmla="*/ 119063 w 161925"/>
              <a:gd name="connsiteY0" fmla="*/ 133351 h 171451"/>
              <a:gd name="connsiteX1" fmla="*/ 133350 w 161925"/>
              <a:gd name="connsiteY1" fmla="*/ 147639 h 171451"/>
              <a:gd name="connsiteX2" fmla="*/ 119063 w 161925"/>
              <a:gd name="connsiteY2" fmla="*/ 161926 h 171451"/>
              <a:gd name="connsiteX3" fmla="*/ 104775 w 161925"/>
              <a:gd name="connsiteY3" fmla="*/ 147639 h 171451"/>
              <a:gd name="connsiteX4" fmla="*/ 119063 w 161925"/>
              <a:gd name="connsiteY4" fmla="*/ 133351 h 171451"/>
              <a:gd name="connsiteX5" fmla="*/ 147638 w 161925"/>
              <a:gd name="connsiteY5" fmla="*/ 95251 h 171451"/>
              <a:gd name="connsiteX6" fmla="*/ 161925 w 161925"/>
              <a:gd name="connsiteY6" fmla="*/ 109539 h 171451"/>
              <a:gd name="connsiteX7" fmla="*/ 147638 w 161925"/>
              <a:gd name="connsiteY7" fmla="*/ 123826 h 171451"/>
              <a:gd name="connsiteX8" fmla="*/ 133350 w 161925"/>
              <a:gd name="connsiteY8" fmla="*/ 109539 h 171451"/>
              <a:gd name="connsiteX9" fmla="*/ 147638 w 161925"/>
              <a:gd name="connsiteY9" fmla="*/ 95251 h 171451"/>
              <a:gd name="connsiteX10" fmla="*/ 138113 w 161925"/>
              <a:gd name="connsiteY10" fmla="*/ 47626 h 171451"/>
              <a:gd name="connsiteX11" fmla="*/ 152400 w 161925"/>
              <a:gd name="connsiteY11" fmla="*/ 61914 h 171451"/>
              <a:gd name="connsiteX12" fmla="*/ 138113 w 161925"/>
              <a:gd name="connsiteY12" fmla="*/ 76201 h 171451"/>
              <a:gd name="connsiteX13" fmla="*/ 123825 w 161925"/>
              <a:gd name="connsiteY13" fmla="*/ 61914 h 171451"/>
              <a:gd name="connsiteX14" fmla="*/ 138113 w 161925"/>
              <a:gd name="connsiteY14" fmla="*/ 47626 h 171451"/>
              <a:gd name="connsiteX15" fmla="*/ 50809 w 161925"/>
              <a:gd name="connsiteY15" fmla="*/ 88 h 171451"/>
              <a:gd name="connsiteX16" fmla="*/ 61312 w 161925"/>
              <a:gd name="connsiteY16" fmla="*/ 3131 h 171451"/>
              <a:gd name="connsiteX17" fmla="*/ 85125 w 161925"/>
              <a:gd name="connsiteY17" fmla="*/ 22181 h 171451"/>
              <a:gd name="connsiteX18" fmla="*/ 88979 w 161925"/>
              <a:gd name="connsiteY18" fmla="*/ 39728 h 171451"/>
              <a:gd name="connsiteX19" fmla="*/ 74691 w 161925"/>
              <a:gd name="connsiteY19" fmla="*/ 68302 h 171451"/>
              <a:gd name="connsiteX20" fmla="*/ 55523 w 161925"/>
              <a:gd name="connsiteY20" fmla="*/ 74692 h 171451"/>
              <a:gd name="connsiteX21" fmla="*/ 48767 w 161925"/>
              <a:gd name="connsiteY21" fmla="*/ 56316 h 171451"/>
              <a:gd name="connsiteX22" fmla="*/ 28575 w 161925"/>
              <a:gd name="connsiteY22" fmla="*/ 95251 h 171451"/>
              <a:gd name="connsiteX23" fmla="*/ 76200 w 161925"/>
              <a:gd name="connsiteY23" fmla="*/ 142876 h 171451"/>
              <a:gd name="connsiteX24" fmla="*/ 90488 w 161925"/>
              <a:gd name="connsiteY24" fmla="*/ 157163 h 171451"/>
              <a:gd name="connsiteX25" fmla="*/ 76200 w 161925"/>
              <a:gd name="connsiteY25" fmla="*/ 171451 h 171451"/>
              <a:gd name="connsiteX26" fmla="*/ 0 w 161925"/>
              <a:gd name="connsiteY26" fmla="*/ 95251 h 171451"/>
              <a:gd name="connsiteX27" fmla="*/ 44232 w 161925"/>
              <a:gd name="connsiteY27" fmla="*/ 26060 h 171451"/>
              <a:gd name="connsiteX28" fmla="*/ 43462 w 161925"/>
              <a:gd name="connsiteY28" fmla="*/ 25445 h 171451"/>
              <a:gd name="connsiteX29" fmla="*/ 41231 w 161925"/>
              <a:gd name="connsiteY29" fmla="*/ 5363 h 171451"/>
              <a:gd name="connsiteX30" fmla="*/ 50809 w 161925"/>
              <a:gd name="connsiteY30" fmla="*/ 88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1925" h="171451">
                <a:moveTo>
                  <a:pt x="119063" y="133351"/>
                </a:moveTo>
                <a:cubicBezTo>
                  <a:pt x="126953" y="133351"/>
                  <a:pt x="133350" y="139748"/>
                  <a:pt x="133350" y="147639"/>
                </a:cubicBezTo>
                <a:cubicBezTo>
                  <a:pt x="133350" y="155529"/>
                  <a:pt x="126953" y="161926"/>
                  <a:pt x="119063" y="161926"/>
                </a:cubicBezTo>
                <a:cubicBezTo>
                  <a:pt x="111172" y="161926"/>
                  <a:pt x="104775" y="155529"/>
                  <a:pt x="104775" y="147639"/>
                </a:cubicBezTo>
                <a:cubicBezTo>
                  <a:pt x="104775" y="139748"/>
                  <a:pt x="111172" y="133351"/>
                  <a:pt x="119063" y="133351"/>
                </a:cubicBezTo>
                <a:close/>
                <a:moveTo>
                  <a:pt x="147638" y="95251"/>
                </a:moveTo>
                <a:cubicBezTo>
                  <a:pt x="155528" y="95251"/>
                  <a:pt x="161925" y="101648"/>
                  <a:pt x="161925" y="109539"/>
                </a:cubicBezTo>
                <a:cubicBezTo>
                  <a:pt x="161925" y="117429"/>
                  <a:pt x="155528" y="123826"/>
                  <a:pt x="147638" y="123826"/>
                </a:cubicBezTo>
                <a:cubicBezTo>
                  <a:pt x="139747" y="123826"/>
                  <a:pt x="133350" y="117429"/>
                  <a:pt x="133350" y="109539"/>
                </a:cubicBezTo>
                <a:cubicBezTo>
                  <a:pt x="133350" y="101648"/>
                  <a:pt x="139747" y="95251"/>
                  <a:pt x="147638" y="95251"/>
                </a:cubicBezTo>
                <a:close/>
                <a:moveTo>
                  <a:pt x="138113" y="47626"/>
                </a:moveTo>
                <a:cubicBezTo>
                  <a:pt x="146003" y="47626"/>
                  <a:pt x="152400" y="54023"/>
                  <a:pt x="152400" y="61914"/>
                </a:cubicBezTo>
                <a:cubicBezTo>
                  <a:pt x="152400" y="69804"/>
                  <a:pt x="146003" y="76201"/>
                  <a:pt x="138113" y="76201"/>
                </a:cubicBezTo>
                <a:cubicBezTo>
                  <a:pt x="130222" y="76201"/>
                  <a:pt x="123825" y="69804"/>
                  <a:pt x="123825" y="61914"/>
                </a:cubicBezTo>
                <a:cubicBezTo>
                  <a:pt x="123825" y="54023"/>
                  <a:pt x="130222" y="47626"/>
                  <a:pt x="138113" y="47626"/>
                </a:cubicBezTo>
                <a:close/>
                <a:moveTo>
                  <a:pt x="50809" y="88"/>
                </a:moveTo>
                <a:cubicBezTo>
                  <a:pt x="54443" y="-316"/>
                  <a:pt x="58231" y="666"/>
                  <a:pt x="61312" y="3131"/>
                </a:cubicBezTo>
                <a:lnTo>
                  <a:pt x="85125" y="22181"/>
                </a:lnTo>
                <a:cubicBezTo>
                  <a:pt x="90387" y="26390"/>
                  <a:pt x="91992" y="33702"/>
                  <a:pt x="88979" y="39728"/>
                </a:cubicBezTo>
                <a:lnTo>
                  <a:pt x="74691" y="68302"/>
                </a:lnTo>
                <a:cubicBezTo>
                  <a:pt x="71163" y="75360"/>
                  <a:pt x="62580" y="78221"/>
                  <a:pt x="55523" y="74692"/>
                </a:cubicBezTo>
                <a:cubicBezTo>
                  <a:pt x="48727" y="71294"/>
                  <a:pt x="45823" y="63212"/>
                  <a:pt x="48767" y="56316"/>
                </a:cubicBezTo>
                <a:cubicBezTo>
                  <a:pt x="36552" y="64938"/>
                  <a:pt x="28575" y="79163"/>
                  <a:pt x="28575" y="95251"/>
                </a:cubicBezTo>
                <a:cubicBezTo>
                  <a:pt x="28575" y="121553"/>
                  <a:pt x="49897" y="142876"/>
                  <a:pt x="76200" y="142876"/>
                </a:cubicBezTo>
                <a:cubicBezTo>
                  <a:pt x="84091" y="142876"/>
                  <a:pt x="90488" y="149273"/>
                  <a:pt x="90488" y="157163"/>
                </a:cubicBezTo>
                <a:cubicBezTo>
                  <a:pt x="90488" y="165054"/>
                  <a:pt x="84091" y="171451"/>
                  <a:pt x="76200" y="171451"/>
                </a:cubicBezTo>
                <a:cubicBezTo>
                  <a:pt x="34116" y="171451"/>
                  <a:pt x="0" y="137335"/>
                  <a:pt x="0" y="95251"/>
                </a:cubicBezTo>
                <a:cubicBezTo>
                  <a:pt x="0" y="64583"/>
                  <a:pt x="18117" y="38147"/>
                  <a:pt x="44232" y="26060"/>
                </a:cubicBezTo>
                <a:lnTo>
                  <a:pt x="43462" y="25445"/>
                </a:lnTo>
                <a:cubicBezTo>
                  <a:pt x="37300" y="20515"/>
                  <a:pt x="36301" y="11524"/>
                  <a:pt x="41231" y="5363"/>
                </a:cubicBezTo>
                <a:cubicBezTo>
                  <a:pt x="43695" y="2282"/>
                  <a:pt x="47175" y="492"/>
                  <a:pt x="50809" y="88"/>
                </a:cubicBezTo>
                <a:close/>
              </a:path>
            </a:pathLst>
          </a:custGeom>
          <a:solidFill>
            <a:srgbClr val="000000"/>
          </a:solidFill>
          <a:ln w="9525" cap="flat">
            <a:noFill/>
            <a:prstDash val="solid"/>
            <a:miter/>
          </a:ln>
        </p:spPr>
        <p:txBody>
          <a:bodyPr rtlCol="0" anchor="ctr"/>
          <a:lstStyle/>
          <a:p>
            <a:endParaRPr lang="ru-RU"/>
          </a:p>
        </p:txBody>
      </p:sp>
      <p:sp>
        <p:nvSpPr>
          <p:cNvPr id="752" name="Полилиния: фигура 751">
            <a:extLst>
              <a:ext uri="{FF2B5EF4-FFF2-40B4-BE49-F238E27FC236}">
                <a16:creationId xmlns:a16="http://schemas.microsoft.com/office/drawing/2014/main" id="{0A780CA5-458C-B7B0-94B8-644C5DD17EB6}"/>
              </a:ext>
            </a:extLst>
          </p:cNvPr>
          <p:cNvSpPr/>
          <p:nvPr/>
        </p:nvSpPr>
        <p:spPr>
          <a:xfrm>
            <a:off x="3188114" y="4710861"/>
            <a:ext cx="161925" cy="171451"/>
          </a:xfrm>
          <a:custGeom>
            <a:avLst/>
            <a:gdLst>
              <a:gd name="connsiteX0" fmla="*/ 42863 w 161925"/>
              <a:gd name="connsiteY0" fmla="*/ 133351 h 171451"/>
              <a:gd name="connsiteX1" fmla="*/ 57150 w 161925"/>
              <a:gd name="connsiteY1" fmla="*/ 147639 h 171451"/>
              <a:gd name="connsiteX2" fmla="*/ 42863 w 161925"/>
              <a:gd name="connsiteY2" fmla="*/ 161926 h 171451"/>
              <a:gd name="connsiteX3" fmla="*/ 28575 w 161925"/>
              <a:gd name="connsiteY3" fmla="*/ 147639 h 171451"/>
              <a:gd name="connsiteX4" fmla="*/ 42863 w 161925"/>
              <a:gd name="connsiteY4" fmla="*/ 133351 h 171451"/>
              <a:gd name="connsiteX5" fmla="*/ 14288 w 161925"/>
              <a:gd name="connsiteY5" fmla="*/ 95251 h 171451"/>
              <a:gd name="connsiteX6" fmla="*/ 28575 w 161925"/>
              <a:gd name="connsiteY6" fmla="*/ 109539 h 171451"/>
              <a:gd name="connsiteX7" fmla="*/ 14288 w 161925"/>
              <a:gd name="connsiteY7" fmla="*/ 123826 h 171451"/>
              <a:gd name="connsiteX8" fmla="*/ 0 w 161925"/>
              <a:gd name="connsiteY8" fmla="*/ 109539 h 171451"/>
              <a:gd name="connsiteX9" fmla="*/ 14288 w 161925"/>
              <a:gd name="connsiteY9" fmla="*/ 95251 h 171451"/>
              <a:gd name="connsiteX10" fmla="*/ 23813 w 161925"/>
              <a:gd name="connsiteY10" fmla="*/ 47626 h 171451"/>
              <a:gd name="connsiteX11" fmla="*/ 38100 w 161925"/>
              <a:gd name="connsiteY11" fmla="*/ 61914 h 171451"/>
              <a:gd name="connsiteX12" fmla="*/ 23813 w 161925"/>
              <a:gd name="connsiteY12" fmla="*/ 76201 h 171451"/>
              <a:gd name="connsiteX13" fmla="*/ 9525 w 161925"/>
              <a:gd name="connsiteY13" fmla="*/ 61914 h 171451"/>
              <a:gd name="connsiteX14" fmla="*/ 23813 w 161925"/>
              <a:gd name="connsiteY14" fmla="*/ 47626 h 171451"/>
              <a:gd name="connsiteX15" fmla="*/ 111116 w 161925"/>
              <a:gd name="connsiteY15" fmla="*/ 88 h 171451"/>
              <a:gd name="connsiteX16" fmla="*/ 120694 w 161925"/>
              <a:gd name="connsiteY16" fmla="*/ 5363 h 171451"/>
              <a:gd name="connsiteX17" fmla="*/ 118462 w 161925"/>
              <a:gd name="connsiteY17" fmla="*/ 25445 h 171451"/>
              <a:gd name="connsiteX18" fmla="*/ 117692 w 161925"/>
              <a:gd name="connsiteY18" fmla="*/ 26060 h 171451"/>
              <a:gd name="connsiteX19" fmla="*/ 161925 w 161925"/>
              <a:gd name="connsiteY19" fmla="*/ 95251 h 171451"/>
              <a:gd name="connsiteX20" fmla="*/ 85725 w 161925"/>
              <a:gd name="connsiteY20" fmla="*/ 171451 h 171451"/>
              <a:gd name="connsiteX21" fmla="*/ 71437 w 161925"/>
              <a:gd name="connsiteY21" fmla="*/ 157163 h 171451"/>
              <a:gd name="connsiteX22" fmla="*/ 85725 w 161925"/>
              <a:gd name="connsiteY22" fmla="*/ 142876 h 171451"/>
              <a:gd name="connsiteX23" fmla="*/ 133350 w 161925"/>
              <a:gd name="connsiteY23" fmla="*/ 95251 h 171451"/>
              <a:gd name="connsiteX24" fmla="*/ 113158 w 161925"/>
              <a:gd name="connsiteY24" fmla="*/ 56316 h 171451"/>
              <a:gd name="connsiteX25" fmla="*/ 106401 w 161925"/>
              <a:gd name="connsiteY25" fmla="*/ 74692 h 171451"/>
              <a:gd name="connsiteX26" fmla="*/ 87233 w 161925"/>
              <a:gd name="connsiteY26" fmla="*/ 68302 h 171451"/>
              <a:gd name="connsiteX27" fmla="*/ 72946 w 161925"/>
              <a:gd name="connsiteY27" fmla="*/ 39728 h 171451"/>
              <a:gd name="connsiteX28" fmla="*/ 76800 w 161925"/>
              <a:gd name="connsiteY28" fmla="*/ 22181 h 171451"/>
              <a:gd name="connsiteX29" fmla="*/ 100612 w 161925"/>
              <a:gd name="connsiteY29" fmla="*/ 3131 h 171451"/>
              <a:gd name="connsiteX30" fmla="*/ 111116 w 161925"/>
              <a:gd name="connsiteY30" fmla="*/ 88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1925" h="171451">
                <a:moveTo>
                  <a:pt x="42863" y="133351"/>
                </a:moveTo>
                <a:cubicBezTo>
                  <a:pt x="50753" y="133351"/>
                  <a:pt x="57150" y="139748"/>
                  <a:pt x="57150" y="147639"/>
                </a:cubicBezTo>
                <a:cubicBezTo>
                  <a:pt x="57150" y="155529"/>
                  <a:pt x="50753" y="161926"/>
                  <a:pt x="42863" y="161926"/>
                </a:cubicBezTo>
                <a:cubicBezTo>
                  <a:pt x="34972" y="161926"/>
                  <a:pt x="28575" y="155529"/>
                  <a:pt x="28575" y="147639"/>
                </a:cubicBezTo>
                <a:cubicBezTo>
                  <a:pt x="28575" y="139748"/>
                  <a:pt x="34972" y="133351"/>
                  <a:pt x="42863" y="133351"/>
                </a:cubicBezTo>
                <a:close/>
                <a:moveTo>
                  <a:pt x="14288" y="95251"/>
                </a:moveTo>
                <a:cubicBezTo>
                  <a:pt x="22178" y="95251"/>
                  <a:pt x="28575" y="101648"/>
                  <a:pt x="28575" y="109539"/>
                </a:cubicBezTo>
                <a:cubicBezTo>
                  <a:pt x="28575" y="117429"/>
                  <a:pt x="22178" y="123826"/>
                  <a:pt x="14288" y="123826"/>
                </a:cubicBezTo>
                <a:cubicBezTo>
                  <a:pt x="6397" y="123826"/>
                  <a:pt x="0" y="117429"/>
                  <a:pt x="0" y="109539"/>
                </a:cubicBezTo>
                <a:cubicBezTo>
                  <a:pt x="0" y="101648"/>
                  <a:pt x="6397" y="95251"/>
                  <a:pt x="14288" y="95251"/>
                </a:cubicBezTo>
                <a:close/>
                <a:moveTo>
                  <a:pt x="23813" y="47626"/>
                </a:moveTo>
                <a:cubicBezTo>
                  <a:pt x="31703" y="47626"/>
                  <a:pt x="38100" y="54023"/>
                  <a:pt x="38100" y="61914"/>
                </a:cubicBezTo>
                <a:cubicBezTo>
                  <a:pt x="38100" y="69804"/>
                  <a:pt x="31703" y="76201"/>
                  <a:pt x="23813" y="76201"/>
                </a:cubicBezTo>
                <a:cubicBezTo>
                  <a:pt x="15922" y="76201"/>
                  <a:pt x="9525" y="69804"/>
                  <a:pt x="9525" y="61914"/>
                </a:cubicBezTo>
                <a:cubicBezTo>
                  <a:pt x="9525" y="54023"/>
                  <a:pt x="15922" y="47626"/>
                  <a:pt x="23813" y="47626"/>
                </a:cubicBezTo>
                <a:close/>
                <a:moveTo>
                  <a:pt x="111116" y="88"/>
                </a:moveTo>
                <a:cubicBezTo>
                  <a:pt x="114750" y="492"/>
                  <a:pt x="118230" y="2282"/>
                  <a:pt x="120694" y="5363"/>
                </a:cubicBezTo>
                <a:cubicBezTo>
                  <a:pt x="125623" y="11524"/>
                  <a:pt x="124624" y="20515"/>
                  <a:pt x="118462" y="25445"/>
                </a:cubicBezTo>
                <a:lnTo>
                  <a:pt x="117692" y="26060"/>
                </a:lnTo>
                <a:cubicBezTo>
                  <a:pt x="143808" y="38147"/>
                  <a:pt x="161925" y="64583"/>
                  <a:pt x="161925" y="95251"/>
                </a:cubicBezTo>
                <a:cubicBezTo>
                  <a:pt x="161925" y="137335"/>
                  <a:pt x="127809" y="171451"/>
                  <a:pt x="85725" y="171451"/>
                </a:cubicBezTo>
                <a:cubicBezTo>
                  <a:pt x="77834" y="171451"/>
                  <a:pt x="71437" y="165054"/>
                  <a:pt x="71437" y="157163"/>
                </a:cubicBezTo>
                <a:cubicBezTo>
                  <a:pt x="71437" y="149273"/>
                  <a:pt x="77834" y="142876"/>
                  <a:pt x="85725" y="142876"/>
                </a:cubicBezTo>
                <a:cubicBezTo>
                  <a:pt x="112027" y="142876"/>
                  <a:pt x="133350" y="121553"/>
                  <a:pt x="133350" y="95251"/>
                </a:cubicBezTo>
                <a:cubicBezTo>
                  <a:pt x="133350" y="79163"/>
                  <a:pt x="125372" y="64938"/>
                  <a:pt x="113158" y="56316"/>
                </a:cubicBezTo>
                <a:cubicBezTo>
                  <a:pt x="116102" y="63212"/>
                  <a:pt x="113198" y="71294"/>
                  <a:pt x="106401" y="74692"/>
                </a:cubicBezTo>
                <a:cubicBezTo>
                  <a:pt x="99344" y="78221"/>
                  <a:pt x="90761" y="75360"/>
                  <a:pt x="87233" y="68302"/>
                </a:cubicBezTo>
                <a:lnTo>
                  <a:pt x="72946" y="39728"/>
                </a:lnTo>
                <a:cubicBezTo>
                  <a:pt x="69932" y="33702"/>
                  <a:pt x="71538" y="26390"/>
                  <a:pt x="76800" y="22181"/>
                </a:cubicBezTo>
                <a:lnTo>
                  <a:pt x="100612" y="3131"/>
                </a:lnTo>
                <a:cubicBezTo>
                  <a:pt x="103693" y="666"/>
                  <a:pt x="107481" y="-316"/>
                  <a:pt x="111116" y="88"/>
                </a:cubicBezTo>
                <a:close/>
              </a:path>
            </a:pathLst>
          </a:custGeom>
          <a:solidFill>
            <a:srgbClr val="000000"/>
          </a:solidFill>
          <a:ln w="9525" cap="flat">
            <a:noFill/>
            <a:prstDash val="solid"/>
            <a:miter/>
          </a:ln>
        </p:spPr>
        <p:txBody>
          <a:bodyPr rtlCol="0" anchor="ctr"/>
          <a:lstStyle/>
          <a:p>
            <a:endParaRPr lang="ru-RU"/>
          </a:p>
        </p:txBody>
      </p:sp>
      <p:sp>
        <p:nvSpPr>
          <p:cNvPr id="703" name="Рисунок 487">
            <a:extLst>
              <a:ext uri="{FF2B5EF4-FFF2-40B4-BE49-F238E27FC236}">
                <a16:creationId xmlns:a16="http://schemas.microsoft.com/office/drawing/2014/main" id="{F203882E-274A-E3E9-F5C7-94F149E8979A}"/>
              </a:ext>
            </a:extLst>
          </p:cNvPr>
          <p:cNvSpPr/>
          <p:nvPr/>
        </p:nvSpPr>
        <p:spPr>
          <a:xfrm>
            <a:off x="3605960" y="4710870"/>
            <a:ext cx="180975" cy="171433"/>
          </a:xfrm>
          <a:custGeom>
            <a:avLst/>
            <a:gdLst>
              <a:gd name="connsiteX0" fmla="*/ 160188 w 180975"/>
              <a:gd name="connsiteY0" fmla="*/ 11878 h 171433"/>
              <a:gd name="connsiteX1" fmla="*/ 100013 w 180975"/>
              <a:gd name="connsiteY1" fmla="*/ 9516 h 171433"/>
              <a:gd name="connsiteX2" fmla="*/ 98443 w 180975"/>
              <a:gd name="connsiteY2" fmla="*/ 19042 h 171433"/>
              <a:gd name="connsiteX3" fmla="*/ 66048 w 180975"/>
              <a:gd name="connsiteY3" fmla="*/ 19042 h 171433"/>
              <a:gd name="connsiteX4" fmla="*/ 44503 w 180975"/>
              <a:gd name="connsiteY4" fmla="*/ 19824 h 171433"/>
              <a:gd name="connsiteX5" fmla="*/ 27419 w 180975"/>
              <a:gd name="connsiteY5" fmla="*/ 27411 h 171433"/>
              <a:gd name="connsiteX6" fmla="*/ 19832 w 180975"/>
              <a:gd name="connsiteY6" fmla="*/ 44495 h 171433"/>
              <a:gd name="connsiteX7" fmla="*/ 19050 w 180975"/>
              <a:gd name="connsiteY7" fmla="*/ 66040 h 171433"/>
              <a:gd name="connsiteX8" fmla="*/ 19050 w 180975"/>
              <a:gd name="connsiteY8" fmla="*/ 76192 h 171433"/>
              <a:gd name="connsiteX9" fmla="*/ 9525 w 180975"/>
              <a:gd name="connsiteY9" fmla="*/ 76192 h 171433"/>
              <a:gd name="connsiteX10" fmla="*/ 0 w 180975"/>
              <a:gd name="connsiteY10" fmla="*/ 85717 h 171433"/>
              <a:gd name="connsiteX11" fmla="*/ 9525 w 180975"/>
              <a:gd name="connsiteY11" fmla="*/ 95242 h 171433"/>
              <a:gd name="connsiteX12" fmla="*/ 53205 w 180975"/>
              <a:gd name="connsiteY12" fmla="*/ 95242 h 171433"/>
              <a:gd name="connsiteX13" fmla="*/ 50415 w 180975"/>
              <a:gd name="connsiteY13" fmla="*/ 98032 h 171433"/>
              <a:gd name="connsiteX14" fmla="*/ 50415 w 180975"/>
              <a:gd name="connsiteY14" fmla="*/ 111502 h 171433"/>
              <a:gd name="connsiteX15" fmla="*/ 63885 w 180975"/>
              <a:gd name="connsiteY15" fmla="*/ 111502 h 171433"/>
              <a:gd name="connsiteX16" fmla="*/ 82935 w 180975"/>
              <a:gd name="connsiteY16" fmla="*/ 92452 h 171433"/>
              <a:gd name="connsiteX17" fmla="*/ 82935 w 180975"/>
              <a:gd name="connsiteY17" fmla="*/ 78982 h 171433"/>
              <a:gd name="connsiteX18" fmla="*/ 63885 w 180975"/>
              <a:gd name="connsiteY18" fmla="*/ 59932 h 171433"/>
              <a:gd name="connsiteX19" fmla="*/ 50415 w 180975"/>
              <a:gd name="connsiteY19" fmla="*/ 59932 h 171433"/>
              <a:gd name="connsiteX20" fmla="*/ 50415 w 180975"/>
              <a:gd name="connsiteY20" fmla="*/ 73402 h 171433"/>
              <a:gd name="connsiteX21" fmla="*/ 53205 w 180975"/>
              <a:gd name="connsiteY21" fmla="*/ 76192 h 171433"/>
              <a:gd name="connsiteX22" fmla="*/ 38100 w 180975"/>
              <a:gd name="connsiteY22" fmla="*/ 76192 h 171433"/>
              <a:gd name="connsiteX23" fmla="*/ 38100 w 180975"/>
              <a:gd name="connsiteY23" fmla="*/ 66667 h 171433"/>
              <a:gd name="connsiteX24" fmla="*/ 38713 w 180975"/>
              <a:gd name="connsiteY24" fmla="*/ 47033 h 171433"/>
              <a:gd name="connsiteX25" fmla="*/ 40890 w 180975"/>
              <a:gd name="connsiteY25" fmla="*/ 40882 h 171433"/>
              <a:gd name="connsiteX26" fmla="*/ 47041 w 180975"/>
              <a:gd name="connsiteY26" fmla="*/ 38704 h 171433"/>
              <a:gd name="connsiteX27" fmla="*/ 66675 w 180975"/>
              <a:gd name="connsiteY27" fmla="*/ 38092 h 171433"/>
              <a:gd name="connsiteX28" fmla="*/ 96645 w 180975"/>
              <a:gd name="connsiteY28" fmla="*/ 38092 h 171433"/>
              <a:gd name="connsiteX29" fmla="*/ 95250 w 180975"/>
              <a:gd name="connsiteY29" fmla="*/ 85717 h 171433"/>
              <a:gd name="connsiteX30" fmla="*/ 96375 w 180975"/>
              <a:gd name="connsiteY30" fmla="*/ 133342 h 171433"/>
              <a:gd name="connsiteX31" fmla="*/ 47625 w 180975"/>
              <a:gd name="connsiteY31" fmla="*/ 133342 h 171433"/>
              <a:gd name="connsiteX32" fmla="*/ 38100 w 180975"/>
              <a:gd name="connsiteY32" fmla="*/ 123817 h 171433"/>
              <a:gd name="connsiteX33" fmla="*/ 38100 w 180975"/>
              <a:gd name="connsiteY33" fmla="*/ 114292 h 171433"/>
              <a:gd name="connsiteX34" fmla="*/ 28575 w 180975"/>
              <a:gd name="connsiteY34" fmla="*/ 104767 h 171433"/>
              <a:gd name="connsiteX35" fmla="*/ 19050 w 180975"/>
              <a:gd name="connsiteY35" fmla="*/ 114292 h 171433"/>
              <a:gd name="connsiteX36" fmla="*/ 19050 w 180975"/>
              <a:gd name="connsiteY36" fmla="*/ 123817 h 171433"/>
              <a:gd name="connsiteX37" fmla="*/ 47625 w 180975"/>
              <a:gd name="connsiteY37" fmla="*/ 152392 h 171433"/>
              <a:gd name="connsiteX38" fmla="*/ 98049 w 180975"/>
              <a:gd name="connsiteY38" fmla="*/ 152392 h 171433"/>
              <a:gd name="connsiteX39" fmla="*/ 100013 w 180975"/>
              <a:gd name="connsiteY39" fmla="*/ 161917 h 171433"/>
              <a:gd name="connsiteX40" fmla="*/ 160152 w 180975"/>
              <a:gd name="connsiteY40" fmla="*/ 159570 h 171433"/>
              <a:gd name="connsiteX41" fmla="*/ 174442 w 180975"/>
              <a:gd name="connsiteY41" fmla="*/ 150779 h 171433"/>
              <a:gd name="connsiteX42" fmla="*/ 178794 w 180975"/>
              <a:gd name="connsiteY42" fmla="*/ 134989 h 171433"/>
              <a:gd name="connsiteX43" fmla="*/ 180975 w 180975"/>
              <a:gd name="connsiteY43" fmla="*/ 85653 h 171433"/>
              <a:gd name="connsiteX44" fmla="*/ 178798 w 180975"/>
              <a:gd name="connsiteY44" fmla="*/ 36409 h 171433"/>
              <a:gd name="connsiteX45" fmla="*/ 174448 w 180975"/>
              <a:gd name="connsiteY45" fmla="*/ 20658 h 171433"/>
              <a:gd name="connsiteX46" fmla="*/ 160188 w 180975"/>
              <a:gd name="connsiteY46" fmla="*/ 11878 h 17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0975" h="171433">
                <a:moveTo>
                  <a:pt x="160188" y="11878"/>
                </a:moveTo>
                <a:cubicBezTo>
                  <a:pt x="138830" y="3091"/>
                  <a:pt x="103322" y="-8554"/>
                  <a:pt x="100013" y="9516"/>
                </a:cubicBezTo>
                <a:cubicBezTo>
                  <a:pt x="100013" y="9516"/>
                  <a:pt x="99309" y="12331"/>
                  <a:pt x="98443" y="19042"/>
                </a:cubicBezTo>
                <a:lnTo>
                  <a:pt x="66048" y="19042"/>
                </a:lnTo>
                <a:cubicBezTo>
                  <a:pt x="57604" y="19041"/>
                  <a:pt x="50329" y="19041"/>
                  <a:pt x="44503" y="19824"/>
                </a:cubicBezTo>
                <a:cubicBezTo>
                  <a:pt x="38259" y="20664"/>
                  <a:pt x="32274" y="22557"/>
                  <a:pt x="27419" y="27411"/>
                </a:cubicBezTo>
                <a:cubicBezTo>
                  <a:pt x="22565" y="32266"/>
                  <a:pt x="20672" y="38251"/>
                  <a:pt x="19832" y="44495"/>
                </a:cubicBezTo>
                <a:cubicBezTo>
                  <a:pt x="19049" y="50321"/>
                  <a:pt x="19050" y="57596"/>
                  <a:pt x="19050" y="66040"/>
                </a:cubicBezTo>
                <a:lnTo>
                  <a:pt x="19050" y="76192"/>
                </a:lnTo>
                <a:lnTo>
                  <a:pt x="9525" y="76192"/>
                </a:lnTo>
                <a:cubicBezTo>
                  <a:pt x="4265" y="76192"/>
                  <a:pt x="0" y="80456"/>
                  <a:pt x="0" y="85717"/>
                </a:cubicBezTo>
                <a:cubicBezTo>
                  <a:pt x="0" y="90978"/>
                  <a:pt x="4265" y="95242"/>
                  <a:pt x="9525" y="95242"/>
                </a:cubicBezTo>
                <a:lnTo>
                  <a:pt x="53205" y="95242"/>
                </a:lnTo>
                <a:lnTo>
                  <a:pt x="50415" y="98032"/>
                </a:lnTo>
                <a:cubicBezTo>
                  <a:pt x="46695" y="101751"/>
                  <a:pt x="46695" y="107782"/>
                  <a:pt x="50415" y="111502"/>
                </a:cubicBezTo>
                <a:cubicBezTo>
                  <a:pt x="54135" y="115221"/>
                  <a:pt x="60165" y="115221"/>
                  <a:pt x="63885" y="111502"/>
                </a:cubicBezTo>
                <a:lnTo>
                  <a:pt x="82935" y="92452"/>
                </a:lnTo>
                <a:cubicBezTo>
                  <a:pt x="86655" y="88732"/>
                  <a:pt x="86655" y="82701"/>
                  <a:pt x="82935" y="78982"/>
                </a:cubicBezTo>
                <a:lnTo>
                  <a:pt x="63885" y="59932"/>
                </a:lnTo>
                <a:cubicBezTo>
                  <a:pt x="60165" y="56212"/>
                  <a:pt x="54135" y="56212"/>
                  <a:pt x="50415" y="59932"/>
                </a:cubicBezTo>
                <a:cubicBezTo>
                  <a:pt x="46695" y="63651"/>
                  <a:pt x="46695" y="69682"/>
                  <a:pt x="50415" y="73402"/>
                </a:cubicBezTo>
                <a:lnTo>
                  <a:pt x="53205" y="76192"/>
                </a:lnTo>
                <a:lnTo>
                  <a:pt x="38100" y="76192"/>
                </a:lnTo>
                <a:lnTo>
                  <a:pt x="38100" y="66667"/>
                </a:lnTo>
                <a:cubicBezTo>
                  <a:pt x="38100" y="57417"/>
                  <a:pt x="38120" y="51438"/>
                  <a:pt x="38713" y="47033"/>
                </a:cubicBezTo>
                <a:cubicBezTo>
                  <a:pt x="39268" y="42902"/>
                  <a:pt x="40165" y="41607"/>
                  <a:pt x="40890" y="40882"/>
                </a:cubicBezTo>
                <a:cubicBezTo>
                  <a:pt x="41615" y="40157"/>
                  <a:pt x="42910" y="39260"/>
                  <a:pt x="47041" y="38704"/>
                </a:cubicBezTo>
                <a:cubicBezTo>
                  <a:pt x="51447" y="38112"/>
                  <a:pt x="57425" y="38092"/>
                  <a:pt x="66675" y="38092"/>
                </a:cubicBezTo>
                <a:lnTo>
                  <a:pt x="96645" y="38092"/>
                </a:lnTo>
                <a:cubicBezTo>
                  <a:pt x="95862" y="49662"/>
                  <a:pt x="95250" y="65245"/>
                  <a:pt x="95250" y="85717"/>
                </a:cubicBezTo>
                <a:cubicBezTo>
                  <a:pt x="95250" y="106766"/>
                  <a:pt x="95725" y="122152"/>
                  <a:pt x="96375" y="133342"/>
                </a:cubicBezTo>
                <a:lnTo>
                  <a:pt x="47625" y="133342"/>
                </a:lnTo>
                <a:cubicBezTo>
                  <a:pt x="42365" y="133342"/>
                  <a:pt x="38100" y="129078"/>
                  <a:pt x="38100" y="123817"/>
                </a:cubicBezTo>
                <a:lnTo>
                  <a:pt x="38100" y="114292"/>
                </a:lnTo>
                <a:cubicBezTo>
                  <a:pt x="38100" y="109031"/>
                  <a:pt x="33835" y="104767"/>
                  <a:pt x="28575" y="104767"/>
                </a:cubicBezTo>
                <a:cubicBezTo>
                  <a:pt x="23315" y="104767"/>
                  <a:pt x="19050" y="109031"/>
                  <a:pt x="19050" y="114292"/>
                </a:cubicBezTo>
                <a:lnTo>
                  <a:pt x="19050" y="123817"/>
                </a:lnTo>
                <a:cubicBezTo>
                  <a:pt x="19050" y="139599"/>
                  <a:pt x="31844" y="152392"/>
                  <a:pt x="47625" y="152392"/>
                </a:cubicBezTo>
                <a:lnTo>
                  <a:pt x="98049" y="152392"/>
                </a:lnTo>
                <a:cubicBezTo>
                  <a:pt x="99086" y="160222"/>
                  <a:pt x="100013" y="162061"/>
                  <a:pt x="100013" y="161917"/>
                </a:cubicBezTo>
                <a:cubicBezTo>
                  <a:pt x="103321" y="179977"/>
                  <a:pt x="138792" y="168355"/>
                  <a:pt x="160152" y="159570"/>
                </a:cubicBezTo>
                <a:cubicBezTo>
                  <a:pt x="167580" y="156516"/>
                  <a:pt x="171293" y="154988"/>
                  <a:pt x="174442" y="150779"/>
                </a:cubicBezTo>
                <a:cubicBezTo>
                  <a:pt x="177590" y="146569"/>
                  <a:pt x="177992" y="142709"/>
                  <a:pt x="178794" y="134989"/>
                </a:cubicBezTo>
                <a:cubicBezTo>
                  <a:pt x="179914" y="124218"/>
                  <a:pt x="180975" y="108096"/>
                  <a:pt x="180975" y="85653"/>
                </a:cubicBezTo>
                <a:cubicBezTo>
                  <a:pt x="180975" y="63233"/>
                  <a:pt x="179917" y="47149"/>
                  <a:pt x="178798" y="36409"/>
                </a:cubicBezTo>
                <a:cubicBezTo>
                  <a:pt x="177997" y="28714"/>
                  <a:pt x="177596" y="24867"/>
                  <a:pt x="174448" y="20658"/>
                </a:cubicBezTo>
                <a:cubicBezTo>
                  <a:pt x="171300" y="16450"/>
                  <a:pt x="167596" y="14926"/>
                  <a:pt x="160188" y="11878"/>
                </a:cubicBezTo>
                <a:close/>
              </a:path>
            </a:pathLst>
          </a:custGeom>
          <a:solidFill>
            <a:srgbClr val="000000"/>
          </a:solidFill>
          <a:ln w="9525" cap="flat">
            <a:noFill/>
            <a:prstDash val="solid"/>
            <a:miter/>
          </a:ln>
        </p:spPr>
        <p:txBody>
          <a:bodyPr rtlCol="0" anchor="ctr"/>
          <a:lstStyle/>
          <a:p>
            <a:endParaRPr lang="ru-RU"/>
          </a:p>
        </p:txBody>
      </p:sp>
      <p:sp>
        <p:nvSpPr>
          <p:cNvPr id="753" name="Полилиния: фигура 752">
            <a:extLst>
              <a:ext uri="{FF2B5EF4-FFF2-40B4-BE49-F238E27FC236}">
                <a16:creationId xmlns:a16="http://schemas.microsoft.com/office/drawing/2014/main" id="{D752124E-0553-E04A-BAF6-8A871CD7A3D9}"/>
              </a:ext>
            </a:extLst>
          </p:cNvPr>
          <p:cNvSpPr/>
          <p:nvPr/>
        </p:nvSpPr>
        <p:spPr>
          <a:xfrm>
            <a:off x="4052380" y="4710862"/>
            <a:ext cx="152400" cy="171450"/>
          </a:xfrm>
          <a:custGeom>
            <a:avLst/>
            <a:gdLst>
              <a:gd name="connsiteX0" fmla="*/ 112712 w 152400"/>
              <a:gd name="connsiteY0" fmla="*/ 38100 h 171450"/>
              <a:gd name="connsiteX1" fmla="*/ 152400 w 152400"/>
              <a:gd name="connsiteY1" fmla="*/ 85725 h 171450"/>
              <a:gd name="connsiteX2" fmla="*/ 112712 w 152400"/>
              <a:gd name="connsiteY2" fmla="*/ 133350 h 171450"/>
              <a:gd name="connsiteX3" fmla="*/ 104775 w 152400"/>
              <a:gd name="connsiteY3" fmla="*/ 85725 h 171450"/>
              <a:gd name="connsiteX4" fmla="*/ 112712 w 152400"/>
              <a:gd name="connsiteY4" fmla="*/ 38100 h 171450"/>
              <a:gd name="connsiteX5" fmla="*/ 39688 w 152400"/>
              <a:gd name="connsiteY5" fmla="*/ 38100 h 171450"/>
              <a:gd name="connsiteX6" fmla="*/ 47625 w 152400"/>
              <a:gd name="connsiteY6" fmla="*/ 85725 h 171450"/>
              <a:gd name="connsiteX7" fmla="*/ 39688 w 152400"/>
              <a:gd name="connsiteY7" fmla="*/ 133350 h 171450"/>
              <a:gd name="connsiteX8" fmla="*/ 0 w 152400"/>
              <a:gd name="connsiteY8" fmla="*/ 85725 h 171450"/>
              <a:gd name="connsiteX9" fmla="*/ 39688 w 152400"/>
              <a:gd name="connsiteY9" fmla="*/ 38100 h 171450"/>
              <a:gd name="connsiteX10" fmla="*/ 76200 w 152400"/>
              <a:gd name="connsiteY10" fmla="*/ 0 h 171450"/>
              <a:gd name="connsiteX11" fmla="*/ 85725 w 152400"/>
              <a:gd name="connsiteY11" fmla="*/ 9525 h 171450"/>
              <a:gd name="connsiteX12" fmla="*/ 85725 w 152400"/>
              <a:gd name="connsiteY12" fmla="*/ 161925 h 171450"/>
              <a:gd name="connsiteX13" fmla="*/ 76200 w 152400"/>
              <a:gd name="connsiteY13" fmla="*/ 171450 h 171450"/>
              <a:gd name="connsiteX14" fmla="*/ 66675 w 152400"/>
              <a:gd name="connsiteY14" fmla="*/ 161925 h 171450"/>
              <a:gd name="connsiteX15" fmla="*/ 66675 w 152400"/>
              <a:gd name="connsiteY15" fmla="*/ 9525 h 171450"/>
              <a:gd name="connsiteX16" fmla="*/ 76200 w 152400"/>
              <a:gd name="connsiteY1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0" h="171450">
                <a:moveTo>
                  <a:pt x="112712" y="38100"/>
                </a:moveTo>
                <a:cubicBezTo>
                  <a:pt x="121217" y="38100"/>
                  <a:pt x="152400" y="66675"/>
                  <a:pt x="152400" y="85725"/>
                </a:cubicBezTo>
                <a:cubicBezTo>
                  <a:pt x="152400" y="104774"/>
                  <a:pt x="121217" y="133350"/>
                  <a:pt x="112712" y="133350"/>
                </a:cubicBezTo>
                <a:cubicBezTo>
                  <a:pt x="104775" y="133350"/>
                  <a:pt x="104775" y="114300"/>
                  <a:pt x="104775" y="85725"/>
                </a:cubicBezTo>
                <a:cubicBezTo>
                  <a:pt x="104775" y="57149"/>
                  <a:pt x="104775" y="38100"/>
                  <a:pt x="112712" y="38100"/>
                </a:cubicBezTo>
                <a:close/>
                <a:moveTo>
                  <a:pt x="39688" y="38100"/>
                </a:moveTo>
                <a:cubicBezTo>
                  <a:pt x="47625" y="38100"/>
                  <a:pt x="47625" y="57149"/>
                  <a:pt x="47625" y="85725"/>
                </a:cubicBezTo>
                <a:cubicBezTo>
                  <a:pt x="47625" y="114300"/>
                  <a:pt x="47625" y="133350"/>
                  <a:pt x="39688" y="133350"/>
                </a:cubicBezTo>
                <a:cubicBezTo>
                  <a:pt x="31183" y="133350"/>
                  <a:pt x="0" y="104774"/>
                  <a:pt x="0" y="85725"/>
                </a:cubicBezTo>
                <a:cubicBezTo>
                  <a:pt x="0" y="66675"/>
                  <a:pt x="31183" y="38100"/>
                  <a:pt x="39688" y="38100"/>
                </a:cubicBezTo>
                <a:close/>
                <a:moveTo>
                  <a:pt x="76200" y="0"/>
                </a:moveTo>
                <a:cubicBezTo>
                  <a:pt x="81461" y="0"/>
                  <a:pt x="85725" y="4265"/>
                  <a:pt x="85725" y="9525"/>
                </a:cubicBezTo>
                <a:lnTo>
                  <a:pt x="85725" y="161925"/>
                </a:lnTo>
                <a:cubicBezTo>
                  <a:pt x="85725" y="167186"/>
                  <a:pt x="81461" y="171450"/>
                  <a:pt x="76200" y="171450"/>
                </a:cubicBezTo>
                <a:cubicBezTo>
                  <a:pt x="70939" y="171450"/>
                  <a:pt x="66675" y="167186"/>
                  <a:pt x="66675" y="161925"/>
                </a:cubicBezTo>
                <a:lnTo>
                  <a:pt x="66675" y="9525"/>
                </a:lnTo>
                <a:cubicBezTo>
                  <a:pt x="66675" y="4265"/>
                  <a:pt x="70939" y="0"/>
                  <a:pt x="76200" y="0"/>
                </a:cubicBezTo>
                <a:close/>
              </a:path>
            </a:pathLst>
          </a:custGeom>
          <a:solidFill>
            <a:srgbClr val="000000"/>
          </a:solidFill>
          <a:ln w="9525" cap="flat">
            <a:noFill/>
            <a:prstDash val="solid"/>
            <a:miter/>
          </a:ln>
        </p:spPr>
        <p:txBody>
          <a:bodyPr rtlCol="0" anchor="ctr"/>
          <a:lstStyle/>
          <a:p>
            <a:endParaRPr lang="ru-RU"/>
          </a:p>
        </p:txBody>
      </p:sp>
      <p:sp>
        <p:nvSpPr>
          <p:cNvPr id="754" name="Полилиния: фигура 753">
            <a:extLst>
              <a:ext uri="{FF2B5EF4-FFF2-40B4-BE49-F238E27FC236}">
                <a16:creationId xmlns:a16="http://schemas.microsoft.com/office/drawing/2014/main" id="{E050B8AF-6377-8C28-2ABF-CF1F03F773A2}"/>
              </a:ext>
            </a:extLst>
          </p:cNvPr>
          <p:cNvSpPr/>
          <p:nvPr/>
        </p:nvSpPr>
        <p:spPr>
          <a:xfrm>
            <a:off x="4470227" y="4720386"/>
            <a:ext cx="171450" cy="152400"/>
          </a:xfrm>
          <a:custGeom>
            <a:avLst/>
            <a:gdLst>
              <a:gd name="connsiteX0" fmla="*/ 85725 w 171450"/>
              <a:gd name="connsiteY0" fmla="*/ 104775 h 152400"/>
              <a:gd name="connsiteX1" fmla="*/ 133350 w 171450"/>
              <a:gd name="connsiteY1" fmla="*/ 112712 h 152400"/>
              <a:gd name="connsiteX2" fmla="*/ 85725 w 171450"/>
              <a:gd name="connsiteY2" fmla="*/ 152400 h 152400"/>
              <a:gd name="connsiteX3" fmla="*/ 38100 w 171450"/>
              <a:gd name="connsiteY3" fmla="*/ 112712 h 152400"/>
              <a:gd name="connsiteX4" fmla="*/ 85725 w 171450"/>
              <a:gd name="connsiteY4" fmla="*/ 104775 h 152400"/>
              <a:gd name="connsiteX5" fmla="*/ 9525 w 171450"/>
              <a:gd name="connsiteY5" fmla="*/ 66675 h 152400"/>
              <a:gd name="connsiteX6" fmla="*/ 161925 w 171450"/>
              <a:gd name="connsiteY6" fmla="*/ 66675 h 152400"/>
              <a:gd name="connsiteX7" fmla="*/ 171450 w 171450"/>
              <a:gd name="connsiteY7" fmla="*/ 76200 h 152400"/>
              <a:gd name="connsiteX8" fmla="*/ 161925 w 171450"/>
              <a:gd name="connsiteY8" fmla="*/ 85725 h 152400"/>
              <a:gd name="connsiteX9" fmla="*/ 9525 w 171450"/>
              <a:gd name="connsiteY9" fmla="*/ 85725 h 152400"/>
              <a:gd name="connsiteX10" fmla="*/ 0 w 171450"/>
              <a:gd name="connsiteY10" fmla="*/ 76200 h 152400"/>
              <a:gd name="connsiteX11" fmla="*/ 9525 w 171450"/>
              <a:gd name="connsiteY11" fmla="*/ 66675 h 152400"/>
              <a:gd name="connsiteX12" fmla="*/ 85725 w 171450"/>
              <a:gd name="connsiteY12" fmla="*/ 0 h 152400"/>
              <a:gd name="connsiteX13" fmla="*/ 133350 w 171450"/>
              <a:gd name="connsiteY13" fmla="*/ 39688 h 152400"/>
              <a:gd name="connsiteX14" fmla="*/ 85725 w 171450"/>
              <a:gd name="connsiteY14" fmla="*/ 47625 h 152400"/>
              <a:gd name="connsiteX15" fmla="*/ 38100 w 171450"/>
              <a:gd name="connsiteY15" fmla="*/ 39688 h 152400"/>
              <a:gd name="connsiteX16" fmla="*/ 85725 w 171450"/>
              <a:gd name="connsiteY1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52400">
                <a:moveTo>
                  <a:pt x="85725" y="104775"/>
                </a:moveTo>
                <a:cubicBezTo>
                  <a:pt x="114301" y="104775"/>
                  <a:pt x="133350" y="104775"/>
                  <a:pt x="133350" y="112712"/>
                </a:cubicBezTo>
                <a:cubicBezTo>
                  <a:pt x="133350" y="121217"/>
                  <a:pt x="104775" y="152400"/>
                  <a:pt x="85725" y="152400"/>
                </a:cubicBezTo>
                <a:cubicBezTo>
                  <a:pt x="66676" y="152400"/>
                  <a:pt x="38100" y="121217"/>
                  <a:pt x="38100" y="112712"/>
                </a:cubicBezTo>
                <a:cubicBezTo>
                  <a:pt x="38100" y="104775"/>
                  <a:pt x="57150" y="104775"/>
                  <a:pt x="85725" y="104775"/>
                </a:cubicBezTo>
                <a:close/>
                <a:moveTo>
                  <a:pt x="9525" y="66675"/>
                </a:moveTo>
                <a:lnTo>
                  <a:pt x="161925" y="66675"/>
                </a:lnTo>
                <a:cubicBezTo>
                  <a:pt x="167186" y="66675"/>
                  <a:pt x="171450" y="70939"/>
                  <a:pt x="171450" y="76200"/>
                </a:cubicBezTo>
                <a:cubicBezTo>
                  <a:pt x="171450" y="81461"/>
                  <a:pt x="167186" y="85725"/>
                  <a:pt x="161925" y="85725"/>
                </a:cubicBezTo>
                <a:lnTo>
                  <a:pt x="9525" y="85725"/>
                </a:lnTo>
                <a:cubicBezTo>
                  <a:pt x="4265" y="85725"/>
                  <a:pt x="0" y="81461"/>
                  <a:pt x="0" y="76200"/>
                </a:cubicBezTo>
                <a:cubicBezTo>
                  <a:pt x="0" y="70939"/>
                  <a:pt x="4265" y="66675"/>
                  <a:pt x="9525" y="66675"/>
                </a:cubicBezTo>
                <a:close/>
                <a:moveTo>
                  <a:pt x="85725" y="0"/>
                </a:moveTo>
                <a:cubicBezTo>
                  <a:pt x="104775" y="0"/>
                  <a:pt x="133350" y="31183"/>
                  <a:pt x="133350" y="39688"/>
                </a:cubicBezTo>
                <a:cubicBezTo>
                  <a:pt x="133350" y="47625"/>
                  <a:pt x="114301" y="47625"/>
                  <a:pt x="85725" y="47625"/>
                </a:cubicBezTo>
                <a:cubicBezTo>
                  <a:pt x="57150" y="47625"/>
                  <a:pt x="38100" y="47625"/>
                  <a:pt x="38100" y="39688"/>
                </a:cubicBezTo>
                <a:cubicBezTo>
                  <a:pt x="38100" y="31183"/>
                  <a:pt x="66676" y="0"/>
                  <a:pt x="85725" y="0"/>
                </a:cubicBezTo>
                <a:close/>
              </a:path>
            </a:pathLst>
          </a:custGeom>
          <a:solidFill>
            <a:srgbClr val="000000"/>
          </a:solidFill>
          <a:ln w="9525" cap="flat">
            <a:noFill/>
            <a:prstDash val="solid"/>
            <a:miter/>
          </a:ln>
        </p:spPr>
        <p:txBody>
          <a:bodyPr rtlCol="0" anchor="ctr"/>
          <a:lstStyle/>
          <a:p>
            <a:endParaRPr lang="ru-RU"/>
          </a:p>
        </p:txBody>
      </p:sp>
      <p:sp>
        <p:nvSpPr>
          <p:cNvPr id="660" name="Рисунок 494">
            <a:extLst>
              <a:ext uri="{FF2B5EF4-FFF2-40B4-BE49-F238E27FC236}">
                <a16:creationId xmlns:a16="http://schemas.microsoft.com/office/drawing/2014/main" id="{352B54A5-73EE-54EF-2DF7-2197B42B575F}"/>
              </a:ext>
            </a:extLst>
          </p:cNvPr>
          <p:cNvSpPr/>
          <p:nvPr/>
        </p:nvSpPr>
        <p:spPr>
          <a:xfrm>
            <a:off x="6568034" y="4710862"/>
            <a:ext cx="161924" cy="171450"/>
          </a:xfrm>
          <a:custGeom>
            <a:avLst/>
            <a:gdLst>
              <a:gd name="connsiteX0" fmla="*/ 54020 w 161924"/>
              <a:gd name="connsiteY0" fmla="*/ 20644 h 171450"/>
              <a:gd name="connsiteX1" fmla="*/ 133621 w 161924"/>
              <a:gd name="connsiteY1" fmla="*/ 27734 h 171450"/>
              <a:gd name="connsiteX2" fmla="*/ 140858 w 161924"/>
              <a:gd name="connsiteY2" fmla="*/ 105734 h 171450"/>
              <a:gd name="connsiteX3" fmla="*/ 84400 w 161924"/>
              <a:gd name="connsiteY3" fmla="*/ 118511 h 171450"/>
              <a:gd name="connsiteX4" fmla="*/ 46784 w 161924"/>
              <a:gd name="connsiteY4" fmla="*/ 155371 h 171450"/>
              <a:gd name="connsiteX5" fmla="*/ 10601 w 161924"/>
              <a:gd name="connsiteY5" fmla="*/ 162461 h 171450"/>
              <a:gd name="connsiteX6" fmla="*/ 4206 w 161924"/>
              <a:gd name="connsiteY6" fmla="*/ 114300 h 171450"/>
              <a:gd name="connsiteX7" fmla="*/ 10601 w 161924"/>
              <a:gd name="connsiteY7" fmla="*/ 105734 h 171450"/>
              <a:gd name="connsiteX8" fmla="*/ 19239 w 161924"/>
              <a:gd name="connsiteY8" fmla="*/ 104098 h 171450"/>
              <a:gd name="connsiteX9" fmla="*/ 28692 w 161924"/>
              <a:gd name="connsiteY9" fmla="*/ 102189 h 171450"/>
              <a:gd name="connsiteX10" fmla="*/ 31602 w 161924"/>
              <a:gd name="connsiteY10" fmla="*/ 90441 h 171450"/>
              <a:gd name="connsiteX11" fmla="*/ 32311 w 161924"/>
              <a:gd name="connsiteY11" fmla="*/ 84462 h 171450"/>
              <a:gd name="connsiteX12" fmla="*/ 40981 w 161924"/>
              <a:gd name="connsiteY12" fmla="*/ 75966 h 171450"/>
              <a:gd name="connsiteX13" fmla="*/ 54020 w 161924"/>
              <a:gd name="connsiteY13" fmla="*/ 20644 h 171450"/>
              <a:gd name="connsiteX14" fmla="*/ 111911 w 161924"/>
              <a:gd name="connsiteY14" fmla="*/ 77373 h 171450"/>
              <a:gd name="connsiteX15" fmla="*/ 111911 w 161924"/>
              <a:gd name="connsiteY15" fmla="*/ 49009 h 171450"/>
              <a:gd name="connsiteX16" fmla="*/ 82966 w 161924"/>
              <a:gd name="connsiteY16" fmla="*/ 49009 h 171450"/>
              <a:gd name="connsiteX17" fmla="*/ 82966 w 161924"/>
              <a:gd name="connsiteY17" fmla="*/ 77373 h 171450"/>
              <a:gd name="connsiteX18" fmla="*/ 111911 w 161924"/>
              <a:gd name="connsiteY18" fmla="*/ 7737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924" h="171450">
                <a:moveTo>
                  <a:pt x="54020" y="20644"/>
                </a:moveTo>
                <a:cubicBezTo>
                  <a:pt x="83816" y="-8553"/>
                  <a:pt x="97866" y="-7302"/>
                  <a:pt x="133621" y="27734"/>
                </a:cubicBezTo>
                <a:cubicBezTo>
                  <a:pt x="169376" y="62770"/>
                  <a:pt x="170654" y="76537"/>
                  <a:pt x="140858" y="105734"/>
                </a:cubicBezTo>
                <a:cubicBezTo>
                  <a:pt x="118441" y="127699"/>
                  <a:pt x="104938" y="132431"/>
                  <a:pt x="84400" y="118511"/>
                </a:cubicBezTo>
                <a:lnTo>
                  <a:pt x="46784" y="155371"/>
                </a:lnTo>
                <a:cubicBezTo>
                  <a:pt x="27904" y="173870"/>
                  <a:pt x="25074" y="176643"/>
                  <a:pt x="10601" y="162461"/>
                </a:cubicBezTo>
                <a:cubicBezTo>
                  <a:pt x="-949" y="151144"/>
                  <a:pt x="-3030" y="121390"/>
                  <a:pt x="4206" y="114300"/>
                </a:cubicBezTo>
                <a:lnTo>
                  <a:pt x="10601" y="105734"/>
                </a:lnTo>
                <a:cubicBezTo>
                  <a:pt x="12365" y="104006"/>
                  <a:pt x="15760" y="104051"/>
                  <a:pt x="19239" y="104098"/>
                </a:cubicBezTo>
                <a:cubicBezTo>
                  <a:pt x="22895" y="104146"/>
                  <a:pt x="26644" y="104196"/>
                  <a:pt x="28692" y="102189"/>
                </a:cubicBezTo>
                <a:cubicBezTo>
                  <a:pt x="32931" y="98035"/>
                  <a:pt x="32204" y="93881"/>
                  <a:pt x="31602" y="90441"/>
                </a:cubicBezTo>
                <a:cubicBezTo>
                  <a:pt x="31176" y="88007"/>
                  <a:pt x="30812" y="85931"/>
                  <a:pt x="32311" y="84462"/>
                </a:cubicBezTo>
                <a:lnTo>
                  <a:pt x="40981" y="75966"/>
                </a:lnTo>
                <a:cubicBezTo>
                  <a:pt x="26775" y="55840"/>
                  <a:pt x="31604" y="42608"/>
                  <a:pt x="54020" y="20644"/>
                </a:cubicBezTo>
                <a:close/>
                <a:moveTo>
                  <a:pt x="111911" y="77373"/>
                </a:moveTo>
                <a:cubicBezTo>
                  <a:pt x="119905" y="69540"/>
                  <a:pt x="119905" y="56841"/>
                  <a:pt x="111911" y="49009"/>
                </a:cubicBezTo>
                <a:cubicBezTo>
                  <a:pt x="103919" y="41177"/>
                  <a:pt x="90959" y="41177"/>
                  <a:pt x="82966" y="49009"/>
                </a:cubicBezTo>
                <a:cubicBezTo>
                  <a:pt x="74972" y="56841"/>
                  <a:pt x="74972" y="69540"/>
                  <a:pt x="82966" y="77373"/>
                </a:cubicBezTo>
                <a:cubicBezTo>
                  <a:pt x="90959" y="85205"/>
                  <a:pt x="103919" y="85205"/>
                  <a:pt x="111911" y="77373"/>
                </a:cubicBezTo>
                <a:close/>
              </a:path>
            </a:pathLst>
          </a:custGeom>
          <a:solidFill>
            <a:srgbClr val="000000"/>
          </a:solidFill>
          <a:ln w="9525" cap="flat">
            <a:noFill/>
            <a:prstDash val="solid"/>
            <a:miter/>
          </a:ln>
        </p:spPr>
        <p:txBody>
          <a:bodyPr rtlCol="0" anchor="ctr"/>
          <a:lstStyle/>
          <a:p>
            <a:endParaRPr lang="ru-RU"/>
          </a:p>
        </p:txBody>
      </p:sp>
      <p:sp>
        <p:nvSpPr>
          <p:cNvPr id="661" name="Рисунок 496">
            <a:extLst>
              <a:ext uri="{FF2B5EF4-FFF2-40B4-BE49-F238E27FC236}">
                <a16:creationId xmlns:a16="http://schemas.microsoft.com/office/drawing/2014/main" id="{B032D058-AF82-1814-3885-438895180083}"/>
              </a:ext>
            </a:extLst>
          </p:cNvPr>
          <p:cNvSpPr/>
          <p:nvPr/>
        </p:nvSpPr>
        <p:spPr>
          <a:xfrm>
            <a:off x="6986872" y="4710862"/>
            <a:ext cx="152400" cy="161925"/>
          </a:xfrm>
          <a:custGeom>
            <a:avLst/>
            <a:gdLst>
              <a:gd name="connsiteX0" fmla="*/ 28575 w 152400"/>
              <a:gd name="connsiteY0" fmla="*/ 47625 h 161925"/>
              <a:gd name="connsiteX1" fmla="*/ 28575 w 152400"/>
              <a:gd name="connsiteY1" fmla="*/ 60763 h 161925"/>
              <a:gd name="connsiteX2" fmla="*/ 0 w 152400"/>
              <a:gd name="connsiteY2" fmla="*/ 109538 h 161925"/>
              <a:gd name="connsiteX3" fmla="*/ 76200 w 152400"/>
              <a:gd name="connsiteY3" fmla="*/ 161925 h 161925"/>
              <a:gd name="connsiteX4" fmla="*/ 152400 w 152400"/>
              <a:gd name="connsiteY4" fmla="*/ 109538 h 161925"/>
              <a:gd name="connsiteX5" fmla="*/ 123825 w 152400"/>
              <a:gd name="connsiteY5" fmla="*/ 60763 h 161925"/>
              <a:gd name="connsiteX6" fmla="*/ 123825 w 152400"/>
              <a:gd name="connsiteY6" fmla="*/ 47625 h 161925"/>
              <a:gd name="connsiteX7" fmla="*/ 112701 w 152400"/>
              <a:gd name="connsiteY7" fmla="*/ 11124 h 161925"/>
              <a:gd name="connsiteX8" fmla="*/ 76200 w 152400"/>
              <a:gd name="connsiteY8" fmla="*/ 0 h 161925"/>
              <a:gd name="connsiteX9" fmla="*/ 39689 w 152400"/>
              <a:gd name="connsiteY9" fmla="*/ 11190 h 161925"/>
              <a:gd name="connsiteX10" fmla="*/ 28575 w 152400"/>
              <a:gd name="connsiteY10" fmla="*/ 47625 h 161925"/>
              <a:gd name="connsiteX11" fmla="*/ 53180 w 152400"/>
              <a:gd name="connsiteY11" fmla="*/ 24640 h 161925"/>
              <a:gd name="connsiteX12" fmla="*/ 76200 w 152400"/>
              <a:gd name="connsiteY12" fmla="*/ 19050 h 161925"/>
              <a:gd name="connsiteX13" fmla="*/ 99231 w 152400"/>
              <a:gd name="connsiteY13" fmla="*/ 24595 h 161925"/>
              <a:gd name="connsiteX14" fmla="*/ 104775 w 152400"/>
              <a:gd name="connsiteY14" fmla="*/ 47625 h 161925"/>
              <a:gd name="connsiteX15" fmla="*/ 104775 w 152400"/>
              <a:gd name="connsiteY15" fmla="*/ 58037 h 161925"/>
              <a:gd name="connsiteX16" fmla="*/ 76200 w 152400"/>
              <a:gd name="connsiteY16" fmla="*/ 57150 h 161925"/>
              <a:gd name="connsiteX17" fmla="*/ 47625 w 152400"/>
              <a:gd name="connsiteY17" fmla="*/ 58037 h 161925"/>
              <a:gd name="connsiteX18" fmla="*/ 47625 w 152400"/>
              <a:gd name="connsiteY18" fmla="*/ 47625 h 161925"/>
              <a:gd name="connsiteX19" fmla="*/ 53180 w 152400"/>
              <a:gd name="connsiteY19" fmla="*/ 24640 h 161925"/>
              <a:gd name="connsiteX20" fmla="*/ 76200 w 152400"/>
              <a:gd name="connsiteY20" fmla="*/ 133350 h 161925"/>
              <a:gd name="connsiteX21" fmla="*/ 66675 w 152400"/>
              <a:gd name="connsiteY21" fmla="*/ 119063 h 161925"/>
              <a:gd name="connsiteX22" fmla="*/ 76200 w 152400"/>
              <a:gd name="connsiteY22" fmla="*/ 104775 h 161925"/>
              <a:gd name="connsiteX23" fmla="*/ 85725 w 152400"/>
              <a:gd name="connsiteY23" fmla="*/ 119063 h 161925"/>
              <a:gd name="connsiteX24" fmla="*/ 76200 w 152400"/>
              <a:gd name="connsiteY24" fmla="*/ 13335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400" h="161925">
                <a:moveTo>
                  <a:pt x="28575" y="47625"/>
                </a:moveTo>
                <a:lnTo>
                  <a:pt x="28575" y="60763"/>
                </a:lnTo>
                <a:cubicBezTo>
                  <a:pt x="4452" y="66512"/>
                  <a:pt x="0" y="80234"/>
                  <a:pt x="0" y="109538"/>
                </a:cubicBezTo>
                <a:cubicBezTo>
                  <a:pt x="0" y="152400"/>
                  <a:pt x="9525" y="161925"/>
                  <a:pt x="76200" y="161925"/>
                </a:cubicBezTo>
                <a:cubicBezTo>
                  <a:pt x="142875" y="161925"/>
                  <a:pt x="152400" y="152400"/>
                  <a:pt x="152400" y="109538"/>
                </a:cubicBezTo>
                <a:cubicBezTo>
                  <a:pt x="152400" y="80234"/>
                  <a:pt x="147948" y="66512"/>
                  <a:pt x="123825" y="60763"/>
                </a:cubicBezTo>
                <a:lnTo>
                  <a:pt x="123825" y="47625"/>
                </a:lnTo>
                <a:cubicBezTo>
                  <a:pt x="123825" y="32810"/>
                  <a:pt x="121479" y="19902"/>
                  <a:pt x="112701" y="11124"/>
                </a:cubicBezTo>
                <a:cubicBezTo>
                  <a:pt x="103923" y="2346"/>
                  <a:pt x="91015" y="0"/>
                  <a:pt x="76200" y="0"/>
                </a:cubicBezTo>
                <a:cubicBezTo>
                  <a:pt x="61354" y="0"/>
                  <a:pt x="48457" y="2395"/>
                  <a:pt x="39689" y="11190"/>
                </a:cubicBezTo>
                <a:cubicBezTo>
                  <a:pt x="30927" y="19979"/>
                  <a:pt x="28575" y="32869"/>
                  <a:pt x="28575" y="47625"/>
                </a:cubicBezTo>
                <a:close/>
                <a:moveTo>
                  <a:pt x="53180" y="24640"/>
                </a:moveTo>
                <a:cubicBezTo>
                  <a:pt x="56318" y="21492"/>
                  <a:pt x="62471" y="19050"/>
                  <a:pt x="76200" y="19050"/>
                </a:cubicBezTo>
                <a:cubicBezTo>
                  <a:pt x="89960" y="19050"/>
                  <a:pt x="96102" y="21466"/>
                  <a:pt x="99231" y="24595"/>
                </a:cubicBezTo>
                <a:cubicBezTo>
                  <a:pt x="102359" y="27723"/>
                  <a:pt x="104775" y="33865"/>
                  <a:pt x="104775" y="47625"/>
                </a:cubicBezTo>
                <a:lnTo>
                  <a:pt x="104775" y="58037"/>
                </a:lnTo>
                <a:cubicBezTo>
                  <a:pt x="96666" y="57410"/>
                  <a:pt x="87213" y="57150"/>
                  <a:pt x="76200" y="57150"/>
                </a:cubicBezTo>
                <a:cubicBezTo>
                  <a:pt x="65187" y="57150"/>
                  <a:pt x="55734" y="57410"/>
                  <a:pt x="47625" y="58037"/>
                </a:cubicBezTo>
                <a:lnTo>
                  <a:pt x="47625" y="47625"/>
                </a:lnTo>
                <a:cubicBezTo>
                  <a:pt x="47625" y="33955"/>
                  <a:pt x="50035" y="27795"/>
                  <a:pt x="53180" y="24640"/>
                </a:cubicBezTo>
                <a:close/>
                <a:moveTo>
                  <a:pt x="76200" y="133350"/>
                </a:moveTo>
                <a:cubicBezTo>
                  <a:pt x="70939" y="133350"/>
                  <a:pt x="66675" y="128588"/>
                  <a:pt x="66675" y="119063"/>
                </a:cubicBezTo>
                <a:cubicBezTo>
                  <a:pt x="66675" y="109538"/>
                  <a:pt x="66675" y="104775"/>
                  <a:pt x="76200" y="104775"/>
                </a:cubicBezTo>
                <a:cubicBezTo>
                  <a:pt x="85725" y="104775"/>
                  <a:pt x="85725" y="109538"/>
                  <a:pt x="85725" y="119063"/>
                </a:cubicBezTo>
                <a:cubicBezTo>
                  <a:pt x="85725" y="128588"/>
                  <a:pt x="81461" y="133350"/>
                  <a:pt x="76200" y="133350"/>
                </a:cubicBezTo>
                <a:close/>
              </a:path>
            </a:pathLst>
          </a:custGeom>
          <a:solidFill>
            <a:srgbClr val="000000"/>
          </a:solidFill>
          <a:ln w="9525" cap="flat">
            <a:noFill/>
            <a:prstDash val="solid"/>
            <a:miter/>
          </a:ln>
        </p:spPr>
        <p:txBody>
          <a:bodyPr rtlCol="0" anchor="ctr"/>
          <a:lstStyle/>
          <a:p>
            <a:endParaRPr lang="ru-RU"/>
          </a:p>
        </p:txBody>
      </p:sp>
      <p:sp>
        <p:nvSpPr>
          <p:cNvPr id="662" name="Рисунок 498">
            <a:extLst>
              <a:ext uri="{FF2B5EF4-FFF2-40B4-BE49-F238E27FC236}">
                <a16:creationId xmlns:a16="http://schemas.microsoft.com/office/drawing/2014/main" id="{1CBD543E-68BB-23D2-8445-FE550D93C162}"/>
              </a:ext>
            </a:extLst>
          </p:cNvPr>
          <p:cNvSpPr/>
          <p:nvPr/>
        </p:nvSpPr>
        <p:spPr>
          <a:xfrm>
            <a:off x="7405709" y="4701337"/>
            <a:ext cx="152400" cy="171450"/>
          </a:xfrm>
          <a:custGeom>
            <a:avLst/>
            <a:gdLst>
              <a:gd name="connsiteX0" fmla="*/ 76200 w 152400"/>
              <a:gd name="connsiteY0" fmla="*/ 0 h 171450"/>
              <a:gd name="connsiteX1" fmla="*/ 42891 w 152400"/>
              <a:gd name="connsiteY1" fmla="*/ 8183 h 171450"/>
              <a:gd name="connsiteX2" fmla="*/ 28624 w 152400"/>
              <a:gd name="connsiteY2" fmla="*/ 37143 h 171450"/>
              <a:gd name="connsiteX3" fmla="*/ 37144 w 152400"/>
              <a:gd name="connsiteY3" fmla="*/ 47577 h 171450"/>
              <a:gd name="connsiteX4" fmla="*/ 47577 w 152400"/>
              <a:gd name="connsiteY4" fmla="*/ 39057 h 171450"/>
              <a:gd name="connsiteX5" fmla="*/ 54169 w 152400"/>
              <a:gd name="connsiteY5" fmla="*/ 23535 h 171450"/>
              <a:gd name="connsiteX6" fmla="*/ 76200 w 152400"/>
              <a:gd name="connsiteY6" fmla="*/ 19050 h 171450"/>
              <a:gd name="connsiteX7" fmla="*/ 99231 w 152400"/>
              <a:gd name="connsiteY7" fmla="*/ 24595 h 171450"/>
              <a:gd name="connsiteX8" fmla="*/ 104776 w 152400"/>
              <a:gd name="connsiteY8" fmla="*/ 47625 h 171450"/>
              <a:gd name="connsiteX9" fmla="*/ 104775 w 152400"/>
              <a:gd name="connsiteY9" fmla="*/ 67562 h 171450"/>
              <a:gd name="connsiteX10" fmla="*/ 76200 w 152400"/>
              <a:gd name="connsiteY10" fmla="*/ 66675 h 171450"/>
              <a:gd name="connsiteX11" fmla="*/ 0 w 152400"/>
              <a:gd name="connsiteY11" fmla="*/ 119063 h 171450"/>
              <a:gd name="connsiteX12" fmla="*/ 76200 w 152400"/>
              <a:gd name="connsiteY12" fmla="*/ 171450 h 171450"/>
              <a:gd name="connsiteX13" fmla="*/ 152400 w 152400"/>
              <a:gd name="connsiteY13" fmla="*/ 119063 h 171450"/>
              <a:gd name="connsiteX14" fmla="*/ 123825 w 152400"/>
              <a:gd name="connsiteY14" fmla="*/ 70288 h 171450"/>
              <a:gd name="connsiteX15" fmla="*/ 123826 w 152400"/>
              <a:gd name="connsiteY15" fmla="*/ 47625 h 171450"/>
              <a:gd name="connsiteX16" fmla="*/ 112701 w 152400"/>
              <a:gd name="connsiteY16" fmla="*/ 11124 h 171450"/>
              <a:gd name="connsiteX17" fmla="*/ 76200 w 152400"/>
              <a:gd name="connsiteY17" fmla="*/ 0 h 171450"/>
              <a:gd name="connsiteX18" fmla="*/ 76200 w 152400"/>
              <a:gd name="connsiteY18" fmla="*/ 142875 h 171450"/>
              <a:gd name="connsiteX19" fmla="*/ 66675 w 152400"/>
              <a:gd name="connsiteY19" fmla="*/ 128588 h 171450"/>
              <a:gd name="connsiteX20" fmla="*/ 76200 w 152400"/>
              <a:gd name="connsiteY20" fmla="*/ 114300 h 171450"/>
              <a:gd name="connsiteX21" fmla="*/ 85725 w 152400"/>
              <a:gd name="connsiteY21" fmla="*/ 128588 h 171450"/>
              <a:gd name="connsiteX22" fmla="*/ 76200 w 152400"/>
              <a:gd name="connsiteY22" fmla="*/ 1428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2400" h="171450">
                <a:moveTo>
                  <a:pt x="76200" y="0"/>
                </a:moveTo>
                <a:cubicBezTo>
                  <a:pt x="63098" y="0"/>
                  <a:pt x="51533" y="1834"/>
                  <a:pt x="42891" y="8183"/>
                </a:cubicBezTo>
                <a:cubicBezTo>
                  <a:pt x="33757" y="14893"/>
                  <a:pt x="29838" y="25118"/>
                  <a:pt x="28624" y="37143"/>
                </a:cubicBezTo>
                <a:cubicBezTo>
                  <a:pt x="28095" y="42377"/>
                  <a:pt x="31910" y="47048"/>
                  <a:pt x="37144" y="47577"/>
                </a:cubicBezTo>
                <a:cubicBezTo>
                  <a:pt x="42377" y="48105"/>
                  <a:pt x="47049" y="44291"/>
                  <a:pt x="47577" y="39057"/>
                </a:cubicBezTo>
                <a:cubicBezTo>
                  <a:pt x="48505" y="29873"/>
                  <a:pt x="51072" y="25811"/>
                  <a:pt x="54169" y="23535"/>
                </a:cubicBezTo>
                <a:cubicBezTo>
                  <a:pt x="57759" y="20899"/>
                  <a:pt x="64172" y="19050"/>
                  <a:pt x="76200" y="19050"/>
                </a:cubicBezTo>
                <a:cubicBezTo>
                  <a:pt x="89960" y="19050"/>
                  <a:pt x="96102" y="21466"/>
                  <a:pt x="99231" y="24595"/>
                </a:cubicBezTo>
                <a:cubicBezTo>
                  <a:pt x="102359" y="27723"/>
                  <a:pt x="104775" y="33865"/>
                  <a:pt x="104776" y="47625"/>
                </a:cubicBezTo>
                <a:lnTo>
                  <a:pt x="104775" y="67562"/>
                </a:lnTo>
                <a:cubicBezTo>
                  <a:pt x="96666" y="66935"/>
                  <a:pt x="87213" y="66675"/>
                  <a:pt x="76200" y="66675"/>
                </a:cubicBezTo>
                <a:cubicBezTo>
                  <a:pt x="9525" y="66675"/>
                  <a:pt x="0" y="76200"/>
                  <a:pt x="0" y="119063"/>
                </a:cubicBezTo>
                <a:cubicBezTo>
                  <a:pt x="0" y="161925"/>
                  <a:pt x="9525" y="171450"/>
                  <a:pt x="76200" y="171450"/>
                </a:cubicBezTo>
                <a:cubicBezTo>
                  <a:pt x="142875" y="171450"/>
                  <a:pt x="152400" y="161925"/>
                  <a:pt x="152400" y="119063"/>
                </a:cubicBezTo>
                <a:cubicBezTo>
                  <a:pt x="152400" y="89759"/>
                  <a:pt x="147948" y="76037"/>
                  <a:pt x="123825" y="70288"/>
                </a:cubicBezTo>
                <a:lnTo>
                  <a:pt x="123826" y="47625"/>
                </a:lnTo>
                <a:cubicBezTo>
                  <a:pt x="123825" y="32810"/>
                  <a:pt x="121479" y="19902"/>
                  <a:pt x="112701" y="11124"/>
                </a:cubicBezTo>
                <a:cubicBezTo>
                  <a:pt x="103923" y="2346"/>
                  <a:pt x="91015" y="0"/>
                  <a:pt x="76200" y="0"/>
                </a:cubicBezTo>
                <a:close/>
                <a:moveTo>
                  <a:pt x="76200" y="142875"/>
                </a:moveTo>
                <a:cubicBezTo>
                  <a:pt x="70939" y="142875"/>
                  <a:pt x="66675" y="138113"/>
                  <a:pt x="66675" y="128588"/>
                </a:cubicBezTo>
                <a:cubicBezTo>
                  <a:pt x="66675" y="119063"/>
                  <a:pt x="66675" y="114300"/>
                  <a:pt x="76200" y="114300"/>
                </a:cubicBezTo>
                <a:cubicBezTo>
                  <a:pt x="85725" y="114300"/>
                  <a:pt x="85725" y="119063"/>
                  <a:pt x="85725" y="128588"/>
                </a:cubicBezTo>
                <a:cubicBezTo>
                  <a:pt x="85725" y="138113"/>
                  <a:pt x="81461" y="142875"/>
                  <a:pt x="76200" y="142875"/>
                </a:cubicBezTo>
                <a:close/>
              </a:path>
            </a:pathLst>
          </a:custGeom>
          <a:solidFill>
            <a:srgbClr val="000000"/>
          </a:solidFill>
          <a:ln w="9525" cap="flat">
            <a:noFill/>
            <a:prstDash val="solid"/>
            <a:miter/>
          </a:ln>
        </p:spPr>
        <p:txBody>
          <a:bodyPr rtlCol="0" anchor="ctr"/>
          <a:lstStyle/>
          <a:p>
            <a:endParaRPr lang="ru-RU"/>
          </a:p>
        </p:txBody>
      </p:sp>
      <p:sp>
        <p:nvSpPr>
          <p:cNvPr id="745" name="Полилиния: фигура 744">
            <a:extLst>
              <a:ext uri="{FF2B5EF4-FFF2-40B4-BE49-F238E27FC236}">
                <a16:creationId xmlns:a16="http://schemas.microsoft.com/office/drawing/2014/main" id="{9F84BBD8-4406-5E8F-2ACB-AFD911617384}"/>
              </a:ext>
            </a:extLst>
          </p:cNvPr>
          <p:cNvSpPr/>
          <p:nvPr/>
        </p:nvSpPr>
        <p:spPr>
          <a:xfrm>
            <a:off x="7815021" y="4729911"/>
            <a:ext cx="171450" cy="133350"/>
          </a:xfrm>
          <a:custGeom>
            <a:avLst/>
            <a:gdLst>
              <a:gd name="connsiteX0" fmla="*/ 52900 w 171450"/>
              <a:gd name="connsiteY0" fmla="*/ 47320 h 133350"/>
              <a:gd name="connsiteX1" fmla="*/ 47625 w 171450"/>
              <a:gd name="connsiteY1" fmla="*/ 66675 h 133350"/>
              <a:gd name="connsiteX2" fmla="*/ 85725 w 171450"/>
              <a:gd name="connsiteY2" fmla="*/ 104775 h 133350"/>
              <a:gd name="connsiteX3" fmla="*/ 105080 w 171450"/>
              <a:gd name="connsiteY3" fmla="*/ 99500 h 133350"/>
              <a:gd name="connsiteX4" fmla="*/ 90659 w 171450"/>
              <a:gd name="connsiteY4" fmla="*/ 85080 h 133350"/>
              <a:gd name="connsiteX5" fmla="*/ 85725 w 171450"/>
              <a:gd name="connsiteY5" fmla="*/ 85725 h 133350"/>
              <a:gd name="connsiteX6" fmla="*/ 66675 w 171450"/>
              <a:gd name="connsiteY6" fmla="*/ 66675 h 133350"/>
              <a:gd name="connsiteX7" fmla="*/ 67320 w 171450"/>
              <a:gd name="connsiteY7" fmla="*/ 61741 h 133350"/>
              <a:gd name="connsiteX8" fmla="*/ 21840 w 171450"/>
              <a:gd name="connsiteY8" fmla="*/ 2790 h 133350"/>
              <a:gd name="connsiteX9" fmla="*/ 35310 w 171450"/>
              <a:gd name="connsiteY9" fmla="*/ 2790 h 133350"/>
              <a:gd name="connsiteX10" fmla="*/ 149610 w 171450"/>
              <a:gd name="connsiteY10" fmla="*/ 117090 h 133350"/>
              <a:gd name="connsiteX11" fmla="*/ 149610 w 171450"/>
              <a:gd name="connsiteY11" fmla="*/ 130560 h 133350"/>
              <a:gd name="connsiteX12" fmla="*/ 136140 w 171450"/>
              <a:gd name="connsiteY12" fmla="*/ 130560 h 133350"/>
              <a:gd name="connsiteX13" fmla="*/ 127086 w 171450"/>
              <a:gd name="connsiteY13" fmla="*/ 121507 h 133350"/>
              <a:gd name="connsiteX14" fmla="*/ 85725 w 171450"/>
              <a:gd name="connsiteY14" fmla="*/ 133350 h 133350"/>
              <a:gd name="connsiteX15" fmla="*/ 0 w 171450"/>
              <a:gd name="connsiteY15" fmla="*/ 66675 h 133350"/>
              <a:gd name="connsiteX16" fmla="*/ 28595 w 171450"/>
              <a:gd name="connsiteY16" fmla="*/ 23015 h 133350"/>
              <a:gd name="connsiteX17" fmla="*/ 21840 w 171450"/>
              <a:gd name="connsiteY17" fmla="*/ 16260 h 133350"/>
              <a:gd name="connsiteX18" fmla="*/ 21840 w 171450"/>
              <a:gd name="connsiteY18" fmla="*/ 2790 h 133350"/>
              <a:gd name="connsiteX19" fmla="*/ 85725 w 171450"/>
              <a:gd name="connsiteY19" fmla="*/ 0 h 133350"/>
              <a:gd name="connsiteX20" fmla="*/ 171450 w 171450"/>
              <a:gd name="connsiteY20" fmla="*/ 66675 h 133350"/>
              <a:gd name="connsiteX21" fmla="*/ 157612 w 171450"/>
              <a:gd name="connsiteY21" fmla="*/ 95250 h 133350"/>
              <a:gd name="connsiteX22" fmla="*/ 141003 w 171450"/>
              <a:gd name="connsiteY22" fmla="*/ 95250 h 133350"/>
              <a:gd name="connsiteX23" fmla="*/ 128587 w 171450"/>
              <a:gd name="connsiteY23" fmla="*/ 82834 h 133350"/>
              <a:gd name="connsiteX24" fmla="*/ 123825 w 171450"/>
              <a:gd name="connsiteY24" fmla="*/ 66675 h 133350"/>
              <a:gd name="connsiteX25" fmla="*/ 85725 w 171450"/>
              <a:gd name="connsiteY25" fmla="*/ 28575 h 133350"/>
              <a:gd name="connsiteX26" fmla="*/ 69597 w 171450"/>
              <a:gd name="connsiteY26" fmla="*/ 23813 h 133350"/>
              <a:gd name="connsiteX27" fmla="*/ 60041 w 171450"/>
              <a:gd name="connsiteY27" fmla="*/ 14288 h 133350"/>
              <a:gd name="connsiteX28" fmla="*/ 61912 w 171450"/>
              <a:gd name="connsiteY28" fmla="*/ 3914 h 133350"/>
              <a:gd name="connsiteX29" fmla="*/ 85725 w 171450"/>
              <a:gd name="connsiteY29"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450" h="133350">
                <a:moveTo>
                  <a:pt x="52900" y="47320"/>
                </a:moveTo>
                <a:cubicBezTo>
                  <a:pt x="49548" y="52992"/>
                  <a:pt x="47625" y="59609"/>
                  <a:pt x="47625" y="66675"/>
                </a:cubicBezTo>
                <a:cubicBezTo>
                  <a:pt x="47625" y="87717"/>
                  <a:pt x="64683" y="104775"/>
                  <a:pt x="85725" y="104775"/>
                </a:cubicBezTo>
                <a:cubicBezTo>
                  <a:pt x="92791" y="104775"/>
                  <a:pt x="99408" y="102852"/>
                  <a:pt x="105080" y="99500"/>
                </a:cubicBezTo>
                <a:lnTo>
                  <a:pt x="90659" y="85080"/>
                </a:lnTo>
                <a:cubicBezTo>
                  <a:pt x="89085" y="85500"/>
                  <a:pt x="87432" y="85725"/>
                  <a:pt x="85725" y="85725"/>
                </a:cubicBezTo>
                <a:cubicBezTo>
                  <a:pt x="75204" y="85725"/>
                  <a:pt x="66675" y="77196"/>
                  <a:pt x="66675" y="66675"/>
                </a:cubicBezTo>
                <a:cubicBezTo>
                  <a:pt x="66675" y="64968"/>
                  <a:pt x="66900" y="63315"/>
                  <a:pt x="67320" y="61741"/>
                </a:cubicBezTo>
                <a:close/>
                <a:moveTo>
                  <a:pt x="21840" y="2790"/>
                </a:moveTo>
                <a:cubicBezTo>
                  <a:pt x="25560" y="-930"/>
                  <a:pt x="31590" y="-930"/>
                  <a:pt x="35310" y="2790"/>
                </a:cubicBezTo>
                <a:lnTo>
                  <a:pt x="149610" y="117090"/>
                </a:lnTo>
                <a:cubicBezTo>
                  <a:pt x="153330" y="120809"/>
                  <a:pt x="153330" y="126841"/>
                  <a:pt x="149610" y="130560"/>
                </a:cubicBezTo>
                <a:cubicBezTo>
                  <a:pt x="145891" y="134280"/>
                  <a:pt x="139859" y="134280"/>
                  <a:pt x="136140" y="130560"/>
                </a:cubicBezTo>
                <a:lnTo>
                  <a:pt x="127086" y="121507"/>
                </a:lnTo>
                <a:cubicBezTo>
                  <a:pt x="114848" y="128603"/>
                  <a:pt x="100761" y="133350"/>
                  <a:pt x="85725" y="133350"/>
                </a:cubicBezTo>
                <a:cubicBezTo>
                  <a:pt x="38100" y="133350"/>
                  <a:pt x="0" y="85725"/>
                  <a:pt x="0" y="66675"/>
                </a:cubicBezTo>
                <a:cubicBezTo>
                  <a:pt x="0" y="56434"/>
                  <a:pt x="11011" y="37934"/>
                  <a:pt x="28595" y="23015"/>
                </a:cubicBezTo>
                <a:lnTo>
                  <a:pt x="21840" y="16260"/>
                </a:lnTo>
                <a:cubicBezTo>
                  <a:pt x="18120" y="12540"/>
                  <a:pt x="18120" y="6510"/>
                  <a:pt x="21840" y="2790"/>
                </a:cubicBezTo>
                <a:close/>
                <a:moveTo>
                  <a:pt x="85725" y="0"/>
                </a:moveTo>
                <a:cubicBezTo>
                  <a:pt x="133350" y="0"/>
                  <a:pt x="171450" y="47625"/>
                  <a:pt x="171450" y="66675"/>
                </a:cubicBezTo>
                <a:cubicBezTo>
                  <a:pt x="171450" y="73628"/>
                  <a:pt x="166374" y="84389"/>
                  <a:pt x="157612" y="95250"/>
                </a:cubicBezTo>
                <a:cubicBezTo>
                  <a:pt x="152393" y="101718"/>
                  <a:pt x="148010" y="101947"/>
                  <a:pt x="141003" y="95250"/>
                </a:cubicBezTo>
                <a:lnTo>
                  <a:pt x="128587" y="82834"/>
                </a:lnTo>
                <a:cubicBezTo>
                  <a:pt x="123825" y="78072"/>
                  <a:pt x="123825" y="75275"/>
                  <a:pt x="123825" y="66675"/>
                </a:cubicBezTo>
                <a:cubicBezTo>
                  <a:pt x="123825" y="45633"/>
                  <a:pt x="106766" y="28575"/>
                  <a:pt x="85725" y="28575"/>
                </a:cubicBezTo>
                <a:cubicBezTo>
                  <a:pt x="76555" y="28575"/>
                  <a:pt x="74360" y="28575"/>
                  <a:pt x="69597" y="23813"/>
                </a:cubicBezTo>
                <a:cubicBezTo>
                  <a:pt x="66436" y="20642"/>
                  <a:pt x="62689" y="16896"/>
                  <a:pt x="60041" y="14288"/>
                </a:cubicBezTo>
                <a:cubicBezTo>
                  <a:pt x="54572" y="8899"/>
                  <a:pt x="58080" y="5170"/>
                  <a:pt x="61912" y="3914"/>
                </a:cubicBezTo>
                <a:cubicBezTo>
                  <a:pt x="69463" y="1438"/>
                  <a:pt x="77449" y="0"/>
                  <a:pt x="85725" y="0"/>
                </a:cubicBezTo>
                <a:close/>
              </a:path>
            </a:pathLst>
          </a:custGeom>
          <a:solidFill>
            <a:srgbClr val="000000"/>
          </a:solidFill>
          <a:ln w="9525" cap="flat">
            <a:noFill/>
            <a:prstDash val="solid"/>
            <a:miter/>
          </a:ln>
        </p:spPr>
        <p:txBody>
          <a:bodyPr rtlCol="0" anchor="ctr"/>
          <a:lstStyle/>
          <a:p>
            <a:endParaRPr lang="ru-RU"/>
          </a:p>
        </p:txBody>
      </p:sp>
      <p:sp>
        <p:nvSpPr>
          <p:cNvPr id="666" name="Рисунок 502">
            <a:extLst>
              <a:ext uri="{FF2B5EF4-FFF2-40B4-BE49-F238E27FC236}">
                <a16:creationId xmlns:a16="http://schemas.microsoft.com/office/drawing/2014/main" id="{5137F67E-2BBE-FE01-FFEB-265FC40067B9}"/>
              </a:ext>
            </a:extLst>
          </p:cNvPr>
          <p:cNvSpPr/>
          <p:nvPr/>
        </p:nvSpPr>
        <p:spPr>
          <a:xfrm>
            <a:off x="8243383" y="4710862"/>
            <a:ext cx="152400" cy="171450"/>
          </a:xfrm>
          <a:custGeom>
            <a:avLst/>
            <a:gdLst>
              <a:gd name="connsiteX0" fmla="*/ 20693 w 152400"/>
              <a:gd name="connsiteY0" fmla="*/ 25465 h 171450"/>
              <a:gd name="connsiteX1" fmla="*/ 0 w 152400"/>
              <a:gd name="connsiteY1" fmla="*/ 38100 h 171450"/>
              <a:gd name="connsiteX2" fmla="*/ 76200 w 152400"/>
              <a:gd name="connsiteY2" fmla="*/ 171450 h 171450"/>
              <a:gd name="connsiteX3" fmla="*/ 152400 w 152400"/>
              <a:gd name="connsiteY3" fmla="*/ 38100 h 171450"/>
              <a:gd name="connsiteX4" fmla="*/ 131707 w 152400"/>
              <a:gd name="connsiteY4" fmla="*/ 25465 h 171450"/>
              <a:gd name="connsiteX5" fmla="*/ 114300 w 152400"/>
              <a:gd name="connsiteY5" fmla="*/ 19050 h 171450"/>
              <a:gd name="connsiteX6" fmla="*/ 99182 w 152400"/>
              <a:gd name="connsiteY6" fmla="*/ 10346 h 171450"/>
              <a:gd name="connsiteX7" fmla="*/ 76200 w 152400"/>
              <a:gd name="connsiteY7" fmla="*/ 0 h 171450"/>
              <a:gd name="connsiteX8" fmla="*/ 53218 w 152400"/>
              <a:gd name="connsiteY8" fmla="*/ 10346 h 171450"/>
              <a:gd name="connsiteX9" fmla="*/ 38100 w 152400"/>
              <a:gd name="connsiteY9" fmla="*/ 19050 h 171450"/>
              <a:gd name="connsiteX10" fmla="*/ 20693 w 152400"/>
              <a:gd name="connsiteY10" fmla="*/ 25465 h 171450"/>
              <a:gd name="connsiteX11" fmla="*/ 66675 w 152400"/>
              <a:gd name="connsiteY11" fmla="*/ 47625 h 171450"/>
              <a:gd name="connsiteX12" fmla="*/ 76200 w 152400"/>
              <a:gd name="connsiteY12" fmla="*/ 38100 h 171450"/>
              <a:gd name="connsiteX13" fmla="*/ 85725 w 152400"/>
              <a:gd name="connsiteY13" fmla="*/ 47625 h 171450"/>
              <a:gd name="connsiteX14" fmla="*/ 85725 w 152400"/>
              <a:gd name="connsiteY14" fmla="*/ 85725 h 171450"/>
              <a:gd name="connsiteX15" fmla="*/ 76200 w 152400"/>
              <a:gd name="connsiteY15" fmla="*/ 95250 h 171450"/>
              <a:gd name="connsiteX16" fmla="*/ 66675 w 152400"/>
              <a:gd name="connsiteY16" fmla="*/ 85725 h 171450"/>
              <a:gd name="connsiteX17" fmla="*/ 66675 w 152400"/>
              <a:gd name="connsiteY17" fmla="*/ 47625 h 171450"/>
              <a:gd name="connsiteX18" fmla="*/ 85725 w 152400"/>
              <a:gd name="connsiteY18" fmla="*/ 123825 h 171450"/>
              <a:gd name="connsiteX19" fmla="*/ 76200 w 152400"/>
              <a:gd name="connsiteY19" fmla="*/ 133350 h 171450"/>
              <a:gd name="connsiteX20" fmla="*/ 66675 w 152400"/>
              <a:gd name="connsiteY20" fmla="*/ 123825 h 171450"/>
              <a:gd name="connsiteX21" fmla="*/ 76200 w 152400"/>
              <a:gd name="connsiteY21" fmla="*/ 114300 h 171450"/>
              <a:gd name="connsiteX22" fmla="*/ 85725 w 152400"/>
              <a:gd name="connsiteY22"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2400" h="171450">
                <a:moveTo>
                  <a:pt x="20693" y="25465"/>
                </a:moveTo>
                <a:cubicBezTo>
                  <a:pt x="9768" y="28874"/>
                  <a:pt x="0" y="31922"/>
                  <a:pt x="0" y="38100"/>
                </a:cubicBezTo>
                <a:cubicBezTo>
                  <a:pt x="0" y="142875"/>
                  <a:pt x="57150" y="171450"/>
                  <a:pt x="76200" y="171450"/>
                </a:cubicBezTo>
                <a:cubicBezTo>
                  <a:pt x="95250" y="171450"/>
                  <a:pt x="152400" y="133350"/>
                  <a:pt x="152400" y="38100"/>
                </a:cubicBezTo>
                <a:cubicBezTo>
                  <a:pt x="152400" y="31922"/>
                  <a:pt x="142632" y="28874"/>
                  <a:pt x="131707" y="25465"/>
                </a:cubicBezTo>
                <a:cubicBezTo>
                  <a:pt x="125788" y="23618"/>
                  <a:pt x="119529" y="21664"/>
                  <a:pt x="114300" y="19050"/>
                </a:cubicBezTo>
                <a:cubicBezTo>
                  <a:pt x="109071" y="16436"/>
                  <a:pt x="103988" y="13306"/>
                  <a:pt x="99182" y="10346"/>
                </a:cubicBezTo>
                <a:cubicBezTo>
                  <a:pt x="90310" y="4884"/>
                  <a:pt x="82378" y="0"/>
                  <a:pt x="76200" y="0"/>
                </a:cubicBezTo>
                <a:cubicBezTo>
                  <a:pt x="70022" y="0"/>
                  <a:pt x="62090" y="4884"/>
                  <a:pt x="53218" y="10346"/>
                </a:cubicBezTo>
                <a:cubicBezTo>
                  <a:pt x="48411" y="13306"/>
                  <a:pt x="43329" y="16436"/>
                  <a:pt x="38100" y="19050"/>
                </a:cubicBezTo>
                <a:cubicBezTo>
                  <a:pt x="32871" y="21664"/>
                  <a:pt x="26612" y="23618"/>
                  <a:pt x="20693" y="25465"/>
                </a:cubicBezTo>
                <a:close/>
                <a:moveTo>
                  <a:pt x="66675" y="47625"/>
                </a:moveTo>
                <a:cubicBezTo>
                  <a:pt x="66675" y="42365"/>
                  <a:pt x="70939" y="38100"/>
                  <a:pt x="76200" y="38100"/>
                </a:cubicBezTo>
                <a:cubicBezTo>
                  <a:pt x="81461" y="38100"/>
                  <a:pt x="85725" y="42365"/>
                  <a:pt x="85725" y="47625"/>
                </a:cubicBezTo>
                <a:lnTo>
                  <a:pt x="85725" y="85725"/>
                </a:lnTo>
                <a:cubicBezTo>
                  <a:pt x="85725" y="90986"/>
                  <a:pt x="81461" y="95250"/>
                  <a:pt x="76200" y="95250"/>
                </a:cubicBezTo>
                <a:cubicBezTo>
                  <a:pt x="70939" y="95250"/>
                  <a:pt x="66675" y="90986"/>
                  <a:pt x="66675" y="85725"/>
                </a:cubicBezTo>
                <a:lnTo>
                  <a:pt x="66675" y="47625"/>
                </a:lnTo>
                <a:close/>
                <a:moveTo>
                  <a:pt x="85725" y="123825"/>
                </a:moveTo>
                <a:cubicBezTo>
                  <a:pt x="85725" y="129086"/>
                  <a:pt x="81461" y="133350"/>
                  <a:pt x="76200" y="133350"/>
                </a:cubicBezTo>
                <a:cubicBezTo>
                  <a:pt x="70939" y="133350"/>
                  <a:pt x="66675" y="129086"/>
                  <a:pt x="66675" y="123825"/>
                </a:cubicBezTo>
                <a:cubicBezTo>
                  <a:pt x="66675" y="118564"/>
                  <a:pt x="70939" y="114300"/>
                  <a:pt x="76200" y="114300"/>
                </a:cubicBezTo>
                <a:cubicBezTo>
                  <a:pt x="81461" y="114300"/>
                  <a:pt x="85725" y="118564"/>
                  <a:pt x="85725" y="123825"/>
                </a:cubicBezTo>
                <a:close/>
              </a:path>
            </a:pathLst>
          </a:custGeom>
          <a:solidFill>
            <a:srgbClr val="000000"/>
          </a:solidFill>
          <a:ln w="9525" cap="flat">
            <a:noFill/>
            <a:prstDash val="solid"/>
            <a:miter/>
          </a:ln>
        </p:spPr>
        <p:txBody>
          <a:bodyPr rtlCol="0" anchor="ctr"/>
          <a:lstStyle/>
          <a:p>
            <a:endParaRPr lang="ru-RU"/>
          </a:p>
        </p:txBody>
      </p:sp>
      <p:sp>
        <p:nvSpPr>
          <p:cNvPr id="667" name="Рисунок 504">
            <a:extLst>
              <a:ext uri="{FF2B5EF4-FFF2-40B4-BE49-F238E27FC236}">
                <a16:creationId xmlns:a16="http://schemas.microsoft.com/office/drawing/2014/main" id="{36430077-F9A2-FF67-C659-2E49E3E371E7}"/>
              </a:ext>
            </a:extLst>
          </p:cNvPr>
          <p:cNvSpPr/>
          <p:nvPr/>
        </p:nvSpPr>
        <p:spPr>
          <a:xfrm>
            <a:off x="8662220" y="4710862"/>
            <a:ext cx="152400" cy="171450"/>
          </a:xfrm>
          <a:custGeom>
            <a:avLst/>
            <a:gdLst>
              <a:gd name="connsiteX0" fmla="*/ 0 w 152400"/>
              <a:gd name="connsiteY0" fmla="*/ 38100 h 171450"/>
              <a:gd name="connsiteX1" fmla="*/ 38100 w 152400"/>
              <a:gd name="connsiteY1" fmla="*/ 19050 h 171450"/>
              <a:gd name="connsiteX2" fmla="*/ 76200 w 152400"/>
              <a:gd name="connsiteY2" fmla="*/ 0 h 171450"/>
              <a:gd name="connsiteX3" fmla="*/ 114300 w 152400"/>
              <a:gd name="connsiteY3" fmla="*/ 19050 h 171450"/>
              <a:gd name="connsiteX4" fmla="*/ 152400 w 152400"/>
              <a:gd name="connsiteY4" fmla="*/ 38100 h 171450"/>
              <a:gd name="connsiteX5" fmla="*/ 76200 w 152400"/>
              <a:gd name="connsiteY5" fmla="*/ 171450 h 171450"/>
              <a:gd name="connsiteX6" fmla="*/ 0 w 152400"/>
              <a:gd name="connsiteY6" fmla="*/ 381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171450">
                <a:moveTo>
                  <a:pt x="0" y="38100"/>
                </a:moveTo>
                <a:cubicBezTo>
                  <a:pt x="0" y="28575"/>
                  <a:pt x="23221" y="26490"/>
                  <a:pt x="38100" y="19050"/>
                </a:cubicBezTo>
                <a:cubicBezTo>
                  <a:pt x="52979" y="11610"/>
                  <a:pt x="66675" y="0"/>
                  <a:pt x="76200" y="0"/>
                </a:cubicBezTo>
                <a:cubicBezTo>
                  <a:pt x="85725" y="0"/>
                  <a:pt x="99421" y="11610"/>
                  <a:pt x="114300" y="19050"/>
                </a:cubicBezTo>
                <a:cubicBezTo>
                  <a:pt x="129179" y="26490"/>
                  <a:pt x="152400" y="28575"/>
                  <a:pt x="152400" y="38100"/>
                </a:cubicBezTo>
                <a:cubicBezTo>
                  <a:pt x="152400" y="133350"/>
                  <a:pt x="95250" y="171450"/>
                  <a:pt x="76200" y="171450"/>
                </a:cubicBezTo>
                <a:cubicBezTo>
                  <a:pt x="57150" y="171450"/>
                  <a:pt x="0" y="142875"/>
                  <a:pt x="0" y="38100"/>
                </a:cubicBezTo>
                <a:close/>
              </a:path>
            </a:pathLst>
          </a:custGeom>
          <a:solidFill>
            <a:srgbClr val="000000"/>
          </a:solidFill>
          <a:ln w="9525" cap="flat">
            <a:noFill/>
            <a:prstDash val="solid"/>
            <a:miter/>
          </a:ln>
        </p:spPr>
        <p:txBody>
          <a:bodyPr rtlCol="0" anchor="ctr"/>
          <a:lstStyle/>
          <a:p>
            <a:endParaRPr lang="ru-RU"/>
          </a:p>
        </p:txBody>
      </p:sp>
      <p:sp>
        <p:nvSpPr>
          <p:cNvPr id="668" name="Рисунок 506">
            <a:extLst>
              <a:ext uri="{FF2B5EF4-FFF2-40B4-BE49-F238E27FC236}">
                <a16:creationId xmlns:a16="http://schemas.microsoft.com/office/drawing/2014/main" id="{3B6A6467-8D45-1A71-A0A6-D576232BF6A0}"/>
              </a:ext>
            </a:extLst>
          </p:cNvPr>
          <p:cNvSpPr/>
          <p:nvPr/>
        </p:nvSpPr>
        <p:spPr>
          <a:xfrm>
            <a:off x="9081057" y="4710862"/>
            <a:ext cx="152400" cy="171450"/>
          </a:xfrm>
          <a:custGeom>
            <a:avLst/>
            <a:gdLst>
              <a:gd name="connsiteX0" fmla="*/ 20693 w 152400"/>
              <a:gd name="connsiteY0" fmla="*/ 25465 h 171450"/>
              <a:gd name="connsiteX1" fmla="*/ 0 w 152400"/>
              <a:gd name="connsiteY1" fmla="*/ 38100 h 171450"/>
              <a:gd name="connsiteX2" fmla="*/ 76200 w 152400"/>
              <a:gd name="connsiteY2" fmla="*/ 171450 h 171450"/>
              <a:gd name="connsiteX3" fmla="*/ 152400 w 152400"/>
              <a:gd name="connsiteY3" fmla="*/ 38100 h 171450"/>
              <a:gd name="connsiteX4" fmla="*/ 131707 w 152400"/>
              <a:gd name="connsiteY4" fmla="*/ 25465 h 171450"/>
              <a:gd name="connsiteX5" fmla="*/ 114300 w 152400"/>
              <a:gd name="connsiteY5" fmla="*/ 19050 h 171450"/>
              <a:gd name="connsiteX6" fmla="*/ 99182 w 152400"/>
              <a:gd name="connsiteY6" fmla="*/ 10346 h 171450"/>
              <a:gd name="connsiteX7" fmla="*/ 76200 w 152400"/>
              <a:gd name="connsiteY7" fmla="*/ 0 h 171450"/>
              <a:gd name="connsiteX8" fmla="*/ 53218 w 152400"/>
              <a:gd name="connsiteY8" fmla="*/ 10346 h 171450"/>
              <a:gd name="connsiteX9" fmla="*/ 38100 w 152400"/>
              <a:gd name="connsiteY9" fmla="*/ 19050 h 171450"/>
              <a:gd name="connsiteX10" fmla="*/ 20693 w 152400"/>
              <a:gd name="connsiteY10" fmla="*/ 25465 h 171450"/>
              <a:gd name="connsiteX11" fmla="*/ 112395 w 152400"/>
              <a:gd name="connsiteY11" fmla="*/ 72391 h 171450"/>
              <a:gd name="connsiteX12" fmla="*/ 83820 w 152400"/>
              <a:gd name="connsiteY12" fmla="*/ 110491 h 171450"/>
              <a:gd name="connsiteX13" fmla="*/ 76875 w 152400"/>
              <a:gd name="connsiteY13" fmla="*/ 114276 h 171450"/>
              <a:gd name="connsiteX14" fmla="*/ 69465 w 152400"/>
              <a:gd name="connsiteY14" fmla="*/ 111511 h 171450"/>
              <a:gd name="connsiteX15" fmla="*/ 50415 w 152400"/>
              <a:gd name="connsiteY15" fmla="*/ 92461 h 171450"/>
              <a:gd name="connsiteX16" fmla="*/ 50415 w 152400"/>
              <a:gd name="connsiteY16" fmla="*/ 78991 h 171450"/>
              <a:gd name="connsiteX17" fmla="*/ 63885 w 152400"/>
              <a:gd name="connsiteY17" fmla="*/ 78991 h 171450"/>
              <a:gd name="connsiteX18" fmla="*/ 75169 w 152400"/>
              <a:gd name="connsiteY18" fmla="*/ 90275 h 171450"/>
              <a:gd name="connsiteX19" fmla="*/ 97155 w 152400"/>
              <a:gd name="connsiteY19" fmla="*/ 60961 h 171450"/>
              <a:gd name="connsiteX20" fmla="*/ 110490 w 152400"/>
              <a:gd name="connsiteY20" fmla="*/ 59056 h 171450"/>
              <a:gd name="connsiteX21" fmla="*/ 112395 w 152400"/>
              <a:gd name="connsiteY21" fmla="*/ 72391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400" h="171450">
                <a:moveTo>
                  <a:pt x="20693" y="25465"/>
                </a:moveTo>
                <a:cubicBezTo>
                  <a:pt x="9768" y="28874"/>
                  <a:pt x="0" y="31922"/>
                  <a:pt x="0" y="38100"/>
                </a:cubicBezTo>
                <a:cubicBezTo>
                  <a:pt x="0" y="142875"/>
                  <a:pt x="57150" y="171450"/>
                  <a:pt x="76200" y="171450"/>
                </a:cubicBezTo>
                <a:cubicBezTo>
                  <a:pt x="95250" y="171450"/>
                  <a:pt x="152400" y="133350"/>
                  <a:pt x="152400" y="38100"/>
                </a:cubicBezTo>
                <a:cubicBezTo>
                  <a:pt x="152400" y="31922"/>
                  <a:pt x="142632" y="28874"/>
                  <a:pt x="131707" y="25465"/>
                </a:cubicBezTo>
                <a:cubicBezTo>
                  <a:pt x="125788" y="23618"/>
                  <a:pt x="119529" y="21664"/>
                  <a:pt x="114300" y="19050"/>
                </a:cubicBezTo>
                <a:cubicBezTo>
                  <a:pt x="109071" y="16436"/>
                  <a:pt x="103988" y="13306"/>
                  <a:pt x="99182" y="10346"/>
                </a:cubicBezTo>
                <a:cubicBezTo>
                  <a:pt x="90310" y="4884"/>
                  <a:pt x="82378" y="0"/>
                  <a:pt x="76200" y="0"/>
                </a:cubicBezTo>
                <a:cubicBezTo>
                  <a:pt x="70022" y="0"/>
                  <a:pt x="62090" y="4884"/>
                  <a:pt x="53218" y="10346"/>
                </a:cubicBezTo>
                <a:cubicBezTo>
                  <a:pt x="48411" y="13306"/>
                  <a:pt x="43329" y="16436"/>
                  <a:pt x="38100" y="19050"/>
                </a:cubicBezTo>
                <a:cubicBezTo>
                  <a:pt x="32871" y="21664"/>
                  <a:pt x="26612" y="23618"/>
                  <a:pt x="20693" y="25465"/>
                </a:cubicBezTo>
                <a:close/>
                <a:moveTo>
                  <a:pt x="112395" y="72391"/>
                </a:moveTo>
                <a:lnTo>
                  <a:pt x="83820" y="110491"/>
                </a:lnTo>
                <a:cubicBezTo>
                  <a:pt x="82164" y="112700"/>
                  <a:pt x="79629" y="114081"/>
                  <a:pt x="76875" y="114276"/>
                </a:cubicBezTo>
                <a:cubicBezTo>
                  <a:pt x="74121" y="114472"/>
                  <a:pt x="71418" y="113464"/>
                  <a:pt x="69465" y="111511"/>
                </a:cubicBezTo>
                <a:lnTo>
                  <a:pt x="50415" y="92461"/>
                </a:lnTo>
                <a:cubicBezTo>
                  <a:pt x="46695" y="88741"/>
                  <a:pt x="46695" y="82710"/>
                  <a:pt x="50415" y="78991"/>
                </a:cubicBezTo>
                <a:cubicBezTo>
                  <a:pt x="54135" y="75270"/>
                  <a:pt x="60166" y="75270"/>
                  <a:pt x="63885" y="78991"/>
                </a:cubicBezTo>
                <a:lnTo>
                  <a:pt x="75169" y="90275"/>
                </a:lnTo>
                <a:lnTo>
                  <a:pt x="97155" y="60961"/>
                </a:lnTo>
                <a:cubicBezTo>
                  <a:pt x="100312" y="56752"/>
                  <a:pt x="106282" y="55899"/>
                  <a:pt x="110490" y="59056"/>
                </a:cubicBezTo>
                <a:cubicBezTo>
                  <a:pt x="114698" y="62212"/>
                  <a:pt x="115552" y="68182"/>
                  <a:pt x="112395" y="72391"/>
                </a:cubicBezTo>
                <a:close/>
              </a:path>
            </a:pathLst>
          </a:custGeom>
          <a:solidFill>
            <a:srgbClr val="000000"/>
          </a:solidFill>
          <a:ln w="9525" cap="flat">
            <a:noFill/>
            <a:prstDash val="solid"/>
            <a:miter/>
          </a:ln>
        </p:spPr>
        <p:txBody>
          <a:bodyPr rtlCol="0" anchor="ctr"/>
          <a:lstStyle/>
          <a:p>
            <a:endParaRPr lang="ru-RU"/>
          </a:p>
        </p:txBody>
      </p:sp>
      <p:sp>
        <p:nvSpPr>
          <p:cNvPr id="746" name="Полилиния: фигура 745">
            <a:extLst>
              <a:ext uri="{FF2B5EF4-FFF2-40B4-BE49-F238E27FC236}">
                <a16:creationId xmlns:a16="http://schemas.microsoft.com/office/drawing/2014/main" id="{81AD9112-A2EA-F7F4-8720-9767CEBB781C}"/>
              </a:ext>
            </a:extLst>
          </p:cNvPr>
          <p:cNvSpPr/>
          <p:nvPr/>
        </p:nvSpPr>
        <p:spPr>
          <a:xfrm>
            <a:off x="9480844" y="4701337"/>
            <a:ext cx="190500" cy="171450"/>
          </a:xfrm>
          <a:custGeom>
            <a:avLst/>
            <a:gdLst>
              <a:gd name="connsiteX0" fmla="*/ 95250 w 190500"/>
              <a:gd name="connsiteY0" fmla="*/ 133350 h 171450"/>
              <a:gd name="connsiteX1" fmla="*/ 171450 w 190500"/>
              <a:gd name="connsiteY1" fmla="*/ 152400 h 171450"/>
              <a:gd name="connsiteX2" fmla="*/ 95250 w 190500"/>
              <a:gd name="connsiteY2" fmla="*/ 171450 h 171450"/>
              <a:gd name="connsiteX3" fmla="*/ 19050 w 190500"/>
              <a:gd name="connsiteY3" fmla="*/ 152400 h 171450"/>
              <a:gd name="connsiteX4" fmla="*/ 95250 w 190500"/>
              <a:gd name="connsiteY4" fmla="*/ 133350 h 171450"/>
              <a:gd name="connsiteX5" fmla="*/ 171450 w 190500"/>
              <a:gd name="connsiteY5" fmla="*/ 76200 h 171450"/>
              <a:gd name="connsiteX6" fmla="*/ 180975 w 190500"/>
              <a:gd name="connsiteY6" fmla="*/ 76200 h 171450"/>
              <a:gd name="connsiteX7" fmla="*/ 190500 w 190500"/>
              <a:gd name="connsiteY7" fmla="*/ 85725 h 171450"/>
              <a:gd name="connsiteX8" fmla="*/ 180975 w 190500"/>
              <a:gd name="connsiteY8" fmla="*/ 95250 h 171450"/>
              <a:gd name="connsiteX9" fmla="*/ 171450 w 190500"/>
              <a:gd name="connsiteY9" fmla="*/ 95250 h 171450"/>
              <a:gd name="connsiteX10" fmla="*/ 161925 w 190500"/>
              <a:gd name="connsiteY10" fmla="*/ 85725 h 171450"/>
              <a:gd name="connsiteX11" fmla="*/ 171450 w 190500"/>
              <a:gd name="connsiteY11" fmla="*/ 76200 h 171450"/>
              <a:gd name="connsiteX12" fmla="*/ 9525 w 190500"/>
              <a:gd name="connsiteY12" fmla="*/ 76200 h 171450"/>
              <a:gd name="connsiteX13" fmla="*/ 19050 w 190500"/>
              <a:gd name="connsiteY13" fmla="*/ 76200 h 171450"/>
              <a:gd name="connsiteX14" fmla="*/ 28575 w 190500"/>
              <a:gd name="connsiteY14" fmla="*/ 85725 h 171450"/>
              <a:gd name="connsiteX15" fmla="*/ 19050 w 190500"/>
              <a:gd name="connsiteY15" fmla="*/ 95250 h 171450"/>
              <a:gd name="connsiteX16" fmla="*/ 9525 w 190500"/>
              <a:gd name="connsiteY16" fmla="*/ 95250 h 171450"/>
              <a:gd name="connsiteX17" fmla="*/ 0 w 190500"/>
              <a:gd name="connsiteY17" fmla="*/ 85725 h 171450"/>
              <a:gd name="connsiteX18" fmla="*/ 9525 w 190500"/>
              <a:gd name="connsiteY18" fmla="*/ 76200 h 171450"/>
              <a:gd name="connsiteX19" fmla="*/ 89666 w 190500"/>
              <a:gd name="connsiteY19" fmla="*/ 38100 h 171450"/>
              <a:gd name="connsiteX20" fmla="*/ 100934 w 190500"/>
              <a:gd name="connsiteY20" fmla="*/ 38100 h 171450"/>
              <a:gd name="connsiteX21" fmla="*/ 141816 w 190500"/>
              <a:gd name="connsiteY21" fmla="*/ 67316 h 171450"/>
              <a:gd name="connsiteX22" fmla="*/ 150733 w 190500"/>
              <a:gd name="connsiteY22" fmla="*/ 102375 h 171450"/>
              <a:gd name="connsiteX23" fmla="*/ 137449 w 190500"/>
              <a:gd name="connsiteY23" fmla="*/ 123814 h 171450"/>
              <a:gd name="connsiteX24" fmla="*/ 53017 w 190500"/>
              <a:gd name="connsiteY24" fmla="*/ 123814 h 171450"/>
              <a:gd name="connsiteX25" fmla="*/ 39867 w 190500"/>
              <a:gd name="connsiteY25" fmla="*/ 102375 h 171450"/>
              <a:gd name="connsiteX26" fmla="*/ 48784 w 190500"/>
              <a:gd name="connsiteY26" fmla="*/ 67316 h 171450"/>
              <a:gd name="connsiteX27" fmla="*/ 89666 w 190500"/>
              <a:gd name="connsiteY27" fmla="*/ 38100 h 171450"/>
              <a:gd name="connsiteX28" fmla="*/ 155190 w 190500"/>
              <a:gd name="connsiteY28" fmla="*/ 21840 h 171450"/>
              <a:gd name="connsiteX29" fmla="*/ 168660 w 190500"/>
              <a:gd name="connsiteY29" fmla="*/ 21840 h 171450"/>
              <a:gd name="connsiteX30" fmla="*/ 168660 w 190500"/>
              <a:gd name="connsiteY30" fmla="*/ 35310 h 171450"/>
              <a:gd name="connsiteX31" fmla="*/ 159135 w 190500"/>
              <a:gd name="connsiteY31" fmla="*/ 44835 h 171450"/>
              <a:gd name="connsiteX32" fmla="*/ 145665 w 190500"/>
              <a:gd name="connsiteY32" fmla="*/ 44835 h 171450"/>
              <a:gd name="connsiteX33" fmla="*/ 145665 w 190500"/>
              <a:gd name="connsiteY33" fmla="*/ 31365 h 171450"/>
              <a:gd name="connsiteX34" fmla="*/ 21840 w 190500"/>
              <a:gd name="connsiteY34" fmla="*/ 21840 h 171450"/>
              <a:gd name="connsiteX35" fmla="*/ 35310 w 190500"/>
              <a:gd name="connsiteY35" fmla="*/ 21840 h 171450"/>
              <a:gd name="connsiteX36" fmla="*/ 44835 w 190500"/>
              <a:gd name="connsiteY36" fmla="*/ 31365 h 171450"/>
              <a:gd name="connsiteX37" fmla="*/ 44835 w 190500"/>
              <a:gd name="connsiteY37" fmla="*/ 44835 h 171450"/>
              <a:gd name="connsiteX38" fmla="*/ 31365 w 190500"/>
              <a:gd name="connsiteY38" fmla="*/ 44835 h 171450"/>
              <a:gd name="connsiteX39" fmla="*/ 21840 w 190500"/>
              <a:gd name="connsiteY39" fmla="*/ 35310 h 171450"/>
              <a:gd name="connsiteX40" fmla="*/ 21840 w 190500"/>
              <a:gd name="connsiteY40" fmla="*/ 21840 h 171450"/>
              <a:gd name="connsiteX41" fmla="*/ 95250 w 190500"/>
              <a:gd name="connsiteY41" fmla="*/ 0 h 171450"/>
              <a:gd name="connsiteX42" fmla="*/ 104775 w 190500"/>
              <a:gd name="connsiteY42" fmla="*/ 9525 h 171450"/>
              <a:gd name="connsiteX43" fmla="*/ 104775 w 190500"/>
              <a:gd name="connsiteY43" fmla="*/ 19050 h 171450"/>
              <a:gd name="connsiteX44" fmla="*/ 95250 w 190500"/>
              <a:gd name="connsiteY44" fmla="*/ 28575 h 171450"/>
              <a:gd name="connsiteX45" fmla="*/ 85725 w 190500"/>
              <a:gd name="connsiteY45" fmla="*/ 19050 h 171450"/>
              <a:gd name="connsiteX46" fmla="*/ 85725 w 190500"/>
              <a:gd name="connsiteY46" fmla="*/ 9525 h 171450"/>
              <a:gd name="connsiteX47" fmla="*/ 95250 w 190500"/>
              <a:gd name="connsiteY4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0500" h="171450">
                <a:moveTo>
                  <a:pt x="95250" y="133350"/>
                </a:moveTo>
                <a:cubicBezTo>
                  <a:pt x="161925" y="133350"/>
                  <a:pt x="171450" y="133350"/>
                  <a:pt x="171450" y="152400"/>
                </a:cubicBezTo>
                <a:cubicBezTo>
                  <a:pt x="171450" y="171450"/>
                  <a:pt x="161925" y="171450"/>
                  <a:pt x="95250" y="171450"/>
                </a:cubicBezTo>
                <a:cubicBezTo>
                  <a:pt x="28575" y="171450"/>
                  <a:pt x="19050" y="171450"/>
                  <a:pt x="19050" y="152400"/>
                </a:cubicBezTo>
                <a:cubicBezTo>
                  <a:pt x="19050" y="133350"/>
                  <a:pt x="28575" y="133350"/>
                  <a:pt x="95250" y="133350"/>
                </a:cubicBezTo>
                <a:close/>
                <a:moveTo>
                  <a:pt x="171450" y="76200"/>
                </a:moveTo>
                <a:lnTo>
                  <a:pt x="180975" y="76200"/>
                </a:lnTo>
                <a:cubicBezTo>
                  <a:pt x="186236" y="76200"/>
                  <a:pt x="190500" y="80464"/>
                  <a:pt x="190500" y="85725"/>
                </a:cubicBezTo>
                <a:cubicBezTo>
                  <a:pt x="190500" y="90986"/>
                  <a:pt x="186236" y="95250"/>
                  <a:pt x="180975" y="95250"/>
                </a:cubicBezTo>
                <a:lnTo>
                  <a:pt x="171450" y="95250"/>
                </a:lnTo>
                <a:cubicBezTo>
                  <a:pt x="166189" y="95250"/>
                  <a:pt x="161925" y="90986"/>
                  <a:pt x="161925" y="85725"/>
                </a:cubicBezTo>
                <a:cubicBezTo>
                  <a:pt x="161925" y="80464"/>
                  <a:pt x="166189" y="76200"/>
                  <a:pt x="171450" y="76200"/>
                </a:cubicBezTo>
                <a:close/>
                <a:moveTo>
                  <a:pt x="9525" y="76200"/>
                </a:moveTo>
                <a:lnTo>
                  <a:pt x="19050" y="76200"/>
                </a:lnTo>
                <a:cubicBezTo>
                  <a:pt x="24310" y="76200"/>
                  <a:pt x="28575" y="80464"/>
                  <a:pt x="28575" y="85725"/>
                </a:cubicBezTo>
                <a:cubicBezTo>
                  <a:pt x="28575" y="90986"/>
                  <a:pt x="24310" y="95250"/>
                  <a:pt x="19050" y="95250"/>
                </a:cubicBezTo>
                <a:lnTo>
                  <a:pt x="9525" y="95250"/>
                </a:lnTo>
                <a:cubicBezTo>
                  <a:pt x="4265" y="95250"/>
                  <a:pt x="0" y="90986"/>
                  <a:pt x="0" y="85725"/>
                </a:cubicBezTo>
                <a:cubicBezTo>
                  <a:pt x="0" y="80464"/>
                  <a:pt x="4265" y="76200"/>
                  <a:pt x="9525" y="76200"/>
                </a:cubicBezTo>
                <a:close/>
                <a:moveTo>
                  <a:pt x="89666" y="38100"/>
                </a:moveTo>
                <a:lnTo>
                  <a:pt x="100934" y="38100"/>
                </a:lnTo>
                <a:cubicBezTo>
                  <a:pt x="126199" y="38100"/>
                  <a:pt x="136259" y="50484"/>
                  <a:pt x="141816" y="67316"/>
                </a:cubicBezTo>
                <a:cubicBezTo>
                  <a:pt x="145448" y="78315"/>
                  <a:pt x="148428" y="90694"/>
                  <a:pt x="150733" y="102375"/>
                </a:cubicBezTo>
                <a:cubicBezTo>
                  <a:pt x="154988" y="123933"/>
                  <a:pt x="151287" y="123908"/>
                  <a:pt x="137449" y="123814"/>
                </a:cubicBezTo>
                <a:cubicBezTo>
                  <a:pt x="109309" y="123622"/>
                  <a:pt x="81157" y="123629"/>
                  <a:pt x="53017" y="123814"/>
                </a:cubicBezTo>
                <a:cubicBezTo>
                  <a:pt x="38675" y="123908"/>
                  <a:pt x="35614" y="123928"/>
                  <a:pt x="39867" y="102375"/>
                </a:cubicBezTo>
                <a:cubicBezTo>
                  <a:pt x="42172" y="90694"/>
                  <a:pt x="45153" y="78315"/>
                  <a:pt x="48784" y="67316"/>
                </a:cubicBezTo>
                <a:cubicBezTo>
                  <a:pt x="54342" y="50484"/>
                  <a:pt x="64402" y="38100"/>
                  <a:pt x="89666" y="38100"/>
                </a:cubicBezTo>
                <a:close/>
                <a:moveTo>
                  <a:pt x="155190" y="21840"/>
                </a:moveTo>
                <a:cubicBezTo>
                  <a:pt x="158909" y="18120"/>
                  <a:pt x="164940" y="18120"/>
                  <a:pt x="168660" y="21840"/>
                </a:cubicBezTo>
                <a:cubicBezTo>
                  <a:pt x="172379" y="25560"/>
                  <a:pt x="172379" y="31590"/>
                  <a:pt x="168660" y="35310"/>
                </a:cubicBezTo>
                <a:lnTo>
                  <a:pt x="159135" y="44835"/>
                </a:lnTo>
                <a:cubicBezTo>
                  <a:pt x="155415" y="48555"/>
                  <a:pt x="149384" y="48555"/>
                  <a:pt x="145665" y="44835"/>
                </a:cubicBezTo>
                <a:cubicBezTo>
                  <a:pt x="141945" y="41115"/>
                  <a:pt x="141945" y="35085"/>
                  <a:pt x="145665"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95250" y="0"/>
                </a:moveTo>
                <a:cubicBezTo>
                  <a:pt x="100511" y="0"/>
                  <a:pt x="104775" y="4265"/>
                  <a:pt x="104775" y="9525"/>
                </a:cubicBezTo>
                <a:lnTo>
                  <a:pt x="104775" y="19050"/>
                </a:lnTo>
                <a:cubicBezTo>
                  <a:pt x="104775" y="24310"/>
                  <a:pt x="100511" y="28575"/>
                  <a:pt x="95250" y="28575"/>
                </a:cubicBezTo>
                <a:cubicBezTo>
                  <a:pt x="89989" y="28575"/>
                  <a:pt x="85725" y="24310"/>
                  <a:pt x="85725" y="19050"/>
                </a:cubicBezTo>
                <a:lnTo>
                  <a:pt x="85725" y="9525"/>
                </a:lnTo>
                <a:cubicBezTo>
                  <a:pt x="85725" y="4265"/>
                  <a:pt x="89989" y="0"/>
                  <a:pt x="95250" y="0"/>
                </a:cubicBezTo>
                <a:close/>
              </a:path>
            </a:pathLst>
          </a:custGeom>
          <a:solidFill>
            <a:srgbClr val="000000"/>
          </a:solidFill>
          <a:ln w="9525" cap="flat">
            <a:noFill/>
            <a:prstDash val="solid"/>
            <a:miter/>
          </a:ln>
        </p:spPr>
        <p:txBody>
          <a:bodyPr rtlCol="0" anchor="ctr"/>
          <a:lstStyle/>
          <a:p>
            <a:endParaRPr lang="ru-RU"/>
          </a:p>
        </p:txBody>
      </p:sp>
      <p:sp>
        <p:nvSpPr>
          <p:cNvPr id="747" name="Полилиния: фигура 746">
            <a:extLst>
              <a:ext uri="{FF2B5EF4-FFF2-40B4-BE49-F238E27FC236}">
                <a16:creationId xmlns:a16="http://schemas.microsoft.com/office/drawing/2014/main" id="{0D9EFE29-A4FB-C949-903C-F0D3F123B714}"/>
              </a:ext>
            </a:extLst>
          </p:cNvPr>
          <p:cNvSpPr/>
          <p:nvPr/>
        </p:nvSpPr>
        <p:spPr>
          <a:xfrm>
            <a:off x="9909206" y="4729912"/>
            <a:ext cx="171450" cy="133350"/>
          </a:xfrm>
          <a:custGeom>
            <a:avLst/>
            <a:gdLst>
              <a:gd name="connsiteX0" fmla="*/ 85725 w 171450"/>
              <a:gd name="connsiteY0" fmla="*/ 47625 h 133350"/>
              <a:gd name="connsiteX1" fmla="*/ 104775 w 171450"/>
              <a:gd name="connsiteY1" fmla="*/ 66675 h 133350"/>
              <a:gd name="connsiteX2" fmla="*/ 85725 w 171450"/>
              <a:gd name="connsiteY2" fmla="*/ 85725 h 133350"/>
              <a:gd name="connsiteX3" fmla="*/ 66675 w 171450"/>
              <a:gd name="connsiteY3" fmla="*/ 66675 h 133350"/>
              <a:gd name="connsiteX4" fmla="*/ 85725 w 171450"/>
              <a:gd name="connsiteY4" fmla="*/ 47625 h 133350"/>
              <a:gd name="connsiteX5" fmla="*/ 85725 w 171450"/>
              <a:gd name="connsiteY5" fmla="*/ 28575 h 133350"/>
              <a:gd name="connsiteX6" fmla="*/ 47625 w 171450"/>
              <a:gd name="connsiteY6" fmla="*/ 66675 h 133350"/>
              <a:gd name="connsiteX7" fmla="*/ 85725 w 171450"/>
              <a:gd name="connsiteY7" fmla="*/ 104775 h 133350"/>
              <a:gd name="connsiteX8" fmla="*/ 123825 w 171450"/>
              <a:gd name="connsiteY8" fmla="*/ 66675 h 133350"/>
              <a:gd name="connsiteX9" fmla="*/ 85725 w 171450"/>
              <a:gd name="connsiteY9" fmla="*/ 28575 h 133350"/>
              <a:gd name="connsiteX10" fmla="*/ 85725 w 171450"/>
              <a:gd name="connsiteY10" fmla="*/ 0 h 133350"/>
              <a:gd name="connsiteX11" fmla="*/ 171450 w 171450"/>
              <a:gd name="connsiteY11" fmla="*/ 66675 h 133350"/>
              <a:gd name="connsiteX12" fmla="*/ 85725 w 171450"/>
              <a:gd name="connsiteY12" fmla="*/ 133350 h 133350"/>
              <a:gd name="connsiteX13" fmla="*/ 0 w 171450"/>
              <a:gd name="connsiteY13" fmla="*/ 66675 h 133350"/>
              <a:gd name="connsiteX14" fmla="*/ 85725 w 171450"/>
              <a:gd name="connsiteY14"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33350">
                <a:moveTo>
                  <a:pt x="85725" y="47625"/>
                </a:moveTo>
                <a:cubicBezTo>
                  <a:pt x="96246" y="47625"/>
                  <a:pt x="104775" y="56154"/>
                  <a:pt x="104775" y="66675"/>
                </a:cubicBezTo>
                <a:cubicBezTo>
                  <a:pt x="104775" y="77196"/>
                  <a:pt x="96246" y="85725"/>
                  <a:pt x="85725" y="85725"/>
                </a:cubicBezTo>
                <a:cubicBezTo>
                  <a:pt x="75204" y="85725"/>
                  <a:pt x="66675" y="77196"/>
                  <a:pt x="66675" y="66675"/>
                </a:cubicBezTo>
                <a:cubicBezTo>
                  <a:pt x="66675" y="56154"/>
                  <a:pt x="75204" y="47625"/>
                  <a:pt x="85725" y="47625"/>
                </a:cubicBezTo>
                <a:close/>
                <a:moveTo>
                  <a:pt x="85725" y="28575"/>
                </a:moveTo>
                <a:cubicBezTo>
                  <a:pt x="64683" y="28575"/>
                  <a:pt x="47625" y="45633"/>
                  <a:pt x="47625" y="66675"/>
                </a:cubicBezTo>
                <a:cubicBezTo>
                  <a:pt x="47625" y="87717"/>
                  <a:pt x="64683" y="104775"/>
                  <a:pt x="85725" y="104775"/>
                </a:cubicBezTo>
                <a:cubicBezTo>
                  <a:pt x="106767" y="104775"/>
                  <a:pt x="123825" y="87717"/>
                  <a:pt x="123825" y="66675"/>
                </a:cubicBezTo>
                <a:cubicBezTo>
                  <a:pt x="123825" y="45633"/>
                  <a:pt x="106767" y="28575"/>
                  <a:pt x="85725" y="28575"/>
                </a:cubicBezTo>
                <a:close/>
                <a:moveTo>
                  <a:pt x="85725" y="0"/>
                </a:moveTo>
                <a:cubicBezTo>
                  <a:pt x="133350" y="0"/>
                  <a:pt x="171450" y="47625"/>
                  <a:pt x="171450" y="66675"/>
                </a:cubicBezTo>
                <a:cubicBezTo>
                  <a:pt x="171450" y="85725"/>
                  <a:pt x="133350" y="133350"/>
                  <a:pt x="85725" y="133350"/>
                </a:cubicBezTo>
                <a:cubicBezTo>
                  <a:pt x="38100" y="133350"/>
                  <a:pt x="0" y="85725"/>
                  <a:pt x="0" y="66675"/>
                </a:cubicBezTo>
                <a:cubicBezTo>
                  <a:pt x="0" y="47625"/>
                  <a:pt x="38100" y="0"/>
                  <a:pt x="85725" y="0"/>
                </a:cubicBezTo>
                <a:close/>
              </a:path>
            </a:pathLst>
          </a:custGeom>
          <a:solidFill>
            <a:srgbClr val="000000"/>
          </a:solidFill>
          <a:ln w="9525" cap="flat">
            <a:noFill/>
            <a:prstDash val="solid"/>
            <a:miter/>
          </a:ln>
        </p:spPr>
        <p:txBody>
          <a:bodyPr rtlCol="0" anchor="ctr"/>
          <a:lstStyle/>
          <a:p>
            <a:endParaRPr lang="ru-RU"/>
          </a:p>
        </p:txBody>
      </p:sp>
      <p:sp>
        <p:nvSpPr>
          <p:cNvPr id="756" name="Объект 4">
            <a:extLst>
              <a:ext uri="{FF2B5EF4-FFF2-40B4-BE49-F238E27FC236}">
                <a16:creationId xmlns:a16="http://schemas.microsoft.com/office/drawing/2014/main" id="{156E30E6-C8FD-7830-09BC-156604BD7C43}"/>
              </a:ext>
            </a:extLst>
          </p:cNvPr>
          <p:cNvSpPr txBox="1">
            <a:spLocks/>
          </p:cNvSpPr>
          <p:nvPr/>
        </p:nvSpPr>
        <p:spPr>
          <a:xfrm>
            <a:off x="639764" y="5161244"/>
            <a:ext cx="4816436"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Объекты </a:t>
            </a:r>
          </a:p>
        </p:txBody>
      </p:sp>
      <p:sp>
        <p:nvSpPr>
          <p:cNvPr id="788" name="Полилиния: фигура 787">
            <a:extLst>
              <a:ext uri="{FF2B5EF4-FFF2-40B4-BE49-F238E27FC236}">
                <a16:creationId xmlns:a16="http://schemas.microsoft.com/office/drawing/2014/main" id="{88C64B66-91AC-B5CC-1B41-838800E818B2}"/>
              </a:ext>
            </a:extLst>
          </p:cNvPr>
          <p:cNvSpPr/>
          <p:nvPr/>
        </p:nvSpPr>
        <p:spPr>
          <a:xfrm>
            <a:off x="668339" y="5603084"/>
            <a:ext cx="171450" cy="161925"/>
          </a:xfrm>
          <a:custGeom>
            <a:avLst/>
            <a:gdLst>
              <a:gd name="connsiteX0" fmla="*/ 47625 w 171450"/>
              <a:gd name="connsiteY0" fmla="*/ 142875 h 161925"/>
              <a:gd name="connsiteX1" fmla="*/ 123825 w 171450"/>
              <a:gd name="connsiteY1" fmla="*/ 142875 h 161925"/>
              <a:gd name="connsiteX2" fmla="*/ 133350 w 171450"/>
              <a:gd name="connsiteY2" fmla="*/ 152400 h 161925"/>
              <a:gd name="connsiteX3" fmla="*/ 123825 w 171450"/>
              <a:gd name="connsiteY3" fmla="*/ 161925 h 161925"/>
              <a:gd name="connsiteX4" fmla="*/ 47625 w 171450"/>
              <a:gd name="connsiteY4" fmla="*/ 161925 h 161925"/>
              <a:gd name="connsiteX5" fmla="*/ 38100 w 171450"/>
              <a:gd name="connsiteY5" fmla="*/ 152400 h 161925"/>
              <a:gd name="connsiteX6" fmla="*/ 47625 w 171450"/>
              <a:gd name="connsiteY6" fmla="*/ 142875 h 161925"/>
              <a:gd name="connsiteX7" fmla="*/ 85725 w 171450"/>
              <a:gd name="connsiteY7" fmla="*/ 19050 h 161925"/>
              <a:gd name="connsiteX8" fmla="*/ 76200 w 171450"/>
              <a:gd name="connsiteY8" fmla="*/ 28575 h 161925"/>
              <a:gd name="connsiteX9" fmla="*/ 85725 w 171450"/>
              <a:gd name="connsiteY9" fmla="*/ 38100 h 161925"/>
              <a:gd name="connsiteX10" fmla="*/ 95250 w 171450"/>
              <a:gd name="connsiteY10" fmla="*/ 28575 h 161925"/>
              <a:gd name="connsiteX11" fmla="*/ 85725 w 171450"/>
              <a:gd name="connsiteY11" fmla="*/ 19050 h 161925"/>
              <a:gd name="connsiteX12" fmla="*/ 85725 w 171450"/>
              <a:gd name="connsiteY12" fmla="*/ 0 h 161925"/>
              <a:gd name="connsiteX13" fmla="*/ 163203 w 171450"/>
              <a:gd name="connsiteY13" fmla="*/ 10604 h 161925"/>
              <a:gd name="connsiteX14" fmla="*/ 171450 w 171450"/>
              <a:gd name="connsiteY14" fmla="*/ 66675 h 161925"/>
              <a:gd name="connsiteX15" fmla="*/ 163203 w 171450"/>
              <a:gd name="connsiteY15" fmla="*/ 122747 h 161925"/>
              <a:gd name="connsiteX16" fmla="*/ 85725 w 171450"/>
              <a:gd name="connsiteY16" fmla="*/ 133350 h 161925"/>
              <a:gd name="connsiteX17" fmla="*/ 8247 w 171450"/>
              <a:gd name="connsiteY17" fmla="*/ 122747 h 161925"/>
              <a:gd name="connsiteX18" fmla="*/ 0 w 171450"/>
              <a:gd name="connsiteY18" fmla="*/ 66675 h 161925"/>
              <a:gd name="connsiteX19" fmla="*/ 8247 w 171450"/>
              <a:gd name="connsiteY19" fmla="*/ 10604 h 161925"/>
              <a:gd name="connsiteX20" fmla="*/ 85725 w 171450"/>
              <a:gd name="connsiteY20"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1450" h="161925">
                <a:moveTo>
                  <a:pt x="47625" y="142875"/>
                </a:moveTo>
                <a:lnTo>
                  <a:pt x="123825" y="142875"/>
                </a:lnTo>
                <a:cubicBezTo>
                  <a:pt x="129086" y="142875"/>
                  <a:pt x="133350" y="147139"/>
                  <a:pt x="133350" y="152400"/>
                </a:cubicBezTo>
                <a:cubicBezTo>
                  <a:pt x="133350" y="157661"/>
                  <a:pt x="129086" y="161925"/>
                  <a:pt x="123825" y="161925"/>
                </a:cubicBezTo>
                <a:lnTo>
                  <a:pt x="47625" y="161925"/>
                </a:lnTo>
                <a:cubicBezTo>
                  <a:pt x="42365" y="161925"/>
                  <a:pt x="38100" y="157661"/>
                  <a:pt x="38100" y="152400"/>
                </a:cubicBezTo>
                <a:cubicBezTo>
                  <a:pt x="38100" y="147139"/>
                  <a:pt x="42365" y="142875"/>
                  <a:pt x="47625" y="142875"/>
                </a:cubicBezTo>
                <a:close/>
                <a:moveTo>
                  <a:pt x="85725" y="19050"/>
                </a:moveTo>
                <a:cubicBezTo>
                  <a:pt x="80464" y="19050"/>
                  <a:pt x="76200" y="23315"/>
                  <a:pt x="76200" y="28575"/>
                </a:cubicBezTo>
                <a:cubicBezTo>
                  <a:pt x="76200" y="33835"/>
                  <a:pt x="80464" y="38100"/>
                  <a:pt x="85725" y="38100"/>
                </a:cubicBezTo>
                <a:cubicBezTo>
                  <a:pt x="90986" y="38100"/>
                  <a:pt x="95250" y="33835"/>
                  <a:pt x="95250" y="28575"/>
                </a:cubicBezTo>
                <a:cubicBezTo>
                  <a:pt x="95250" y="23315"/>
                  <a:pt x="90986" y="19050"/>
                  <a:pt x="85725" y="19050"/>
                </a:cubicBezTo>
                <a:close/>
                <a:moveTo>
                  <a:pt x="85725" y="0"/>
                </a:moveTo>
                <a:cubicBezTo>
                  <a:pt x="132170" y="0"/>
                  <a:pt x="153452" y="0"/>
                  <a:pt x="163203" y="10604"/>
                </a:cubicBezTo>
                <a:cubicBezTo>
                  <a:pt x="171450" y="19571"/>
                  <a:pt x="171450" y="36124"/>
                  <a:pt x="171450" y="66675"/>
                </a:cubicBezTo>
                <a:cubicBezTo>
                  <a:pt x="171450" y="97226"/>
                  <a:pt x="171450" y="113779"/>
                  <a:pt x="163203" y="122747"/>
                </a:cubicBezTo>
                <a:cubicBezTo>
                  <a:pt x="153452" y="133350"/>
                  <a:pt x="132170" y="133350"/>
                  <a:pt x="85725" y="133350"/>
                </a:cubicBezTo>
                <a:cubicBezTo>
                  <a:pt x="39280" y="133350"/>
                  <a:pt x="17999" y="133350"/>
                  <a:pt x="8247" y="122747"/>
                </a:cubicBezTo>
                <a:cubicBezTo>
                  <a:pt x="0" y="113779"/>
                  <a:pt x="0" y="97226"/>
                  <a:pt x="0" y="66675"/>
                </a:cubicBezTo>
                <a:cubicBezTo>
                  <a:pt x="0" y="36124"/>
                  <a:pt x="0" y="19571"/>
                  <a:pt x="8247" y="10604"/>
                </a:cubicBezTo>
                <a:cubicBezTo>
                  <a:pt x="17999" y="0"/>
                  <a:pt x="39280" y="0"/>
                  <a:pt x="85725" y="0"/>
                </a:cubicBezTo>
                <a:close/>
              </a:path>
            </a:pathLst>
          </a:custGeom>
          <a:solidFill>
            <a:srgbClr val="000000"/>
          </a:solidFill>
          <a:ln w="9525" cap="flat">
            <a:noFill/>
            <a:prstDash val="solid"/>
            <a:miter/>
          </a:ln>
        </p:spPr>
        <p:txBody>
          <a:bodyPr rtlCol="0" anchor="ctr"/>
          <a:lstStyle/>
          <a:p>
            <a:endParaRPr lang="ru-RU"/>
          </a:p>
        </p:txBody>
      </p:sp>
      <p:sp>
        <p:nvSpPr>
          <p:cNvPr id="787" name="Полилиния: фигура 786">
            <a:extLst>
              <a:ext uri="{FF2B5EF4-FFF2-40B4-BE49-F238E27FC236}">
                <a16:creationId xmlns:a16="http://schemas.microsoft.com/office/drawing/2014/main" id="{70F513FB-553A-382C-C2DD-03AF18D97A95}"/>
              </a:ext>
            </a:extLst>
          </p:cNvPr>
          <p:cNvSpPr/>
          <p:nvPr/>
        </p:nvSpPr>
        <p:spPr>
          <a:xfrm>
            <a:off x="1110836" y="5593559"/>
            <a:ext cx="114300" cy="171449"/>
          </a:xfrm>
          <a:custGeom>
            <a:avLst/>
            <a:gdLst>
              <a:gd name="connsiteX0" fmla="*/ 1099 w 114300"/>
              <a:gd name="connsiteY0" fmla="*/ 80214 h 171449"/>
              <a:gd name="connsiteX1" fmla="*/ 9953 w 114300"/>
              <a:gd name="connsiteY1" fmla="*/ 80681 h 171449"/>
              <a:gd name="connsiteX2" fmla="*/ 18532 w 114300"/>
              <a:gd name="connsiteY2" fmla="*/ 82845 h 171449"/>
              <a:gd name="connsiteX3" fmla="*/ 57166 w 114300"/>
              <a:gd name="connsiteY3" fmla="*/ 85723 h 171449"/>
              <a:gd name="connsiteX4" fmla="*/ 95537 w 114300"/>
              <a:gd name="connsiteY4" fmla="*/ 82845 h 171449"/>
              <a:gd name="connsiteX5" fmla="*/ 103840 w 114300"/>
              <a:gd name="connsiteY5" fmla="*/ 80799 h 171449"/>
              <a:gd name="connsiteX6" fmla="*/ 107983 w 114300"/>
              <a:gd name="connsiteY6" fmla="*/ 95249 h 171449"/>
              <a:gd name="connsiteX7" fmla="*/ 89972 w 114300"/>
              <a:gd name="connsiteY7" fmla="*/ 129024 h 171449"/>
              <a:gd name="connsiteX8" fmla="*/ 89966 w 114300"/>
              <a:gd name="connsiteY8" fmla="*/ 129034 h 171449"/>
              <a:gd name="connsiteX9" fmla="*/ 84748 w 114300"/>
              <a:gd name="connsiteY9" fmla="*/ 138461 h 171449"/>
              <a:gd name="connsiteX10" fmla="*/ 34156 w 114300"/>
              <a:gd name="connsiteY10" fmla="*/ 146598 h 171449"/>
              <a:gd name="connsiteX11" fmla="*/ 35895 w 114300"/>
              <a:gd name="connsiteY11" fmla="*/ 136343 h 171449"/>
              <a:gd name="connsiteX12" fmla="*/ 40506 w 114300"/>
              <a:gd name="connsiteY12" fmla="*/ 132681 h 171449"/>
              <a:gd name="connsiteX13" fmla="*/ 47695 w 114300"/>
              <a:gd name="connsiteY13" fmla="*/ 133285 h 171449"/>
              <a:gd name="connsiteX14" fmla="*/ 57850 w 114300"/>
              <a:gd name="connsiteY14" fmla="*/ 150089 h 171449"/>
              <a:gd name="connsiteX15" fmla="*/ 64431 w 114300"/>
              <a:gd name="connsiteY15" fmla="*/ 151722 h 171449"/>
              <a:gd name="connsiteX16" fmla="*/ 66076 w 114300"/>
              <a:gd name="connsiteY16" fmla="*/ 145188 h 171449"/>
              <a:gd name="connsiteX17" fmla="*/ 55376 w 114300"/>
              <a:gd name="connsiteY17" fmla="*/ 127483 h 171449"/>
              <a:gd name="connsiteX18" fmla="*/ 57166 w 114300"/>
              <a:gd name="connsiteY18" fmla="*/ 119447 h 171449"/>
              <a:gd name="connsiteX19" fmla="*/ 64959 w 114300"/>
              <a:gd name="connsiteY19" fmla="*/ 113257 h 171449"/>
              <a:gd name="connsiteX20" fmla="*/ 65708 w 114300"/>
              <a:gd name="connsiteY20" fmla="*/ 106564 h 171449"/>
              <a:gd name="connsiteX21" fmla="*/ 58966 w 114300"/>
              <a:gd name="connsiteY21" fmla="*/ 105820 h 171449"/>
              <a:gd name="connsiteX22" fmla="*/ 51782 w 114300"/>
              <a:gd name="connsiteY22" fmla="*/ 111525 h 171449"/>
              <a:gd name="connsiteX23" fmla="*/ 45217 w 114300"/>
              <a:gd name="connsiteY23" fmla="*/ 110671 h 171449"/>
              <a:gd name="connsiteX24" fmla="*/ 37296 w 114300"/>
              <a:gd name="connsiteY24" fmla="*/ 97562 h 171449"/>
              <a:gd name="connsiteX25" fmla="*/ 30715 w 114300"/>
              <a:gd name="connsiteY25" fmla="*/ 95929 h 171449"/>
              <a:gd name="connsiteX26" fmla="*/ 29070 w 114300"/>
              <a:gd name="connsiteY26" fmla="*/ 102463 h 171449"/>
              <a:gd name="connsiteX27" fmla="*/ 37296 w 114300"/>
              <a:gd name="connsiteY27" fmla="*/ 116076 h 171449"/>
              <a:gd name="connsiteX28" fmla="*/ 37536 w 114300"/>
              <a:gd name="connsiteY28" fmla="*/ 116473 h 171449"/>
              <a:gd name="connsiteX29" fmla="*/ 39329 w 114300"/>
              <a:gd name="connsiteY29" fmla="*/ 120640 h 171449"/>
              <a:gd name="connsiteX30" fmla="*/ 36268 w 114300"/>
              <a:gd name="connsiteY30" fmla="*/ 123849 h 171449"/>
              <a:gd name="connsiteX31" fmla="*/ 35915 w 114300"/>
              <a:gd name="connsiteY31" fmla="*/ 124130 h 171449"/>
              <a:gd name="connsiteX32" fmla="*/ 31693 w 114300"/>
              <a:gd name="connsiteY32" fmla="*/ 127483 h 171449"/>
              <a:gd name="connsiteX33" fmla="*/ 31043 w 114300"/>
              <a:gd name="connsiteY33" fmla="*/ 128000 h 171449"/>
              <a:gd name="connsiteX34" fmla="*/ 22786 w 114300"/>
              <a:gd name="connsiteY34" fmla="*/ 126017 h 171449"/>
              <a:gd name="connsiteX35" fmla="*/ 6839 w 114300"/>
              <a:gd name="connsiteY35" fmla="*/ 95249 h 171449"/>
              <a:gd name="connsiteX36" fmla="*/ 1099 w 114300"/>
              <a:gd name="connsiteY36" fmla="*/ 80214 h 171449"/>
              <a:gd name="connsiteX37" fmla="*/ 28387 w 114300"/>
              <a:gd name="connsiteY37" fmla="*/ 38100 h 171449"/>
              <a:gd name="connsiteX38" fmla="*/ 55959 w 114300"/>
              <a:gd name="connsiteY38" fmla="*/ 57150 h 171449"/>
              <a:gd name="connsiteX39" fmla="*/ 58373 w 114300"/>
              <a:gd name="connsiteY39" fmla="*/ 57150 h 171449"/>
              <a:gd name="connsiteX40" fmla="*/ 85945 w 114300"/>
              <a:gd name="connsiteY40" fmla="*/ 38100 h 171449"/>
              <a:gd name="connsiteX41" fmla="*/ 113518 w 114300"/>
              <a:gd name="connsiteY41" fmla="*/ 57150 h 171449"/>
              <a:gd name="connsiteX42" fmla="*/ 101123 w 114300"/>
              <a:gd name="connsiteY42" fmla="*/ 71659 h 171449"/>
              <a:gd name="connsiteX43" fmla="*/ 66759 w 114300"/>
              <a:gd name="connsiteY43" fmla="*/ 76146 h 171449"/>
              <a:gd name="connsiteX44" fmla="*/ 66759 w 114300"/>
              <a:gd name="connsiteY44" fmla="*/ 76200 h 171449"/>
              <a:gd name="connsiteX45" fmla="*/ 47573 w 114300"/>
              <a:gd name="connsiteY45" fmla="*/ 76200 h 171449"/>
              <a:gd name="connsiteX46" fmla="*/ 47573 w 114300"/>
              <a:gd name="connsiteY46" fmla="*/ 76152 h 171449"/>
              <a:gd name="connsiteX47" fmla="*/ 12698 w 114300"/>
              <a:gd name="connsiteY47" fmla="*/ 71551 h 171449"/>
              <a:gd name="connsiteX48" fmla="*/ 815 w 114300"/>
              <a:gd name="connsiteY48" fmla="*/ 57150 h 171449"/>
              <a:gd name="connsiteX49" fmla="*/ 28387 w 114300"/>
              <a:gd name="connsiteY49" fmla="*/ 38100 h 171449"/>
              <a:gd name="connsiteX50" fmla="*/ 57167 w 114300"/>
              <a:gd name="connsiteY50" fmla="*/ 0 h 171449"/>
              <a:gd name="connsiteX51" fmla="*/ 84739 w 114300"/>
              <a:gd name="connsiteY51" fmla="*/ 19050 h 171449"/>
              <a:gd name="connsiteX52" fmla="*/ 78988 w 114300"/>
              <a:gd name="connsiteY52" fmla="*/ 29005 h 171449"/>
              <a:gd name="connsiteX53" fmla="*/ 76353 w 114300"/>
              <a:gd name="connsiteY53" fmla="*/ 29513 h 171449"/>
              <a:gd name="connsiteX54" fmla="*/ 66760 w 114300"/>
              <a:gd name="connsiteY54" fmla="*/ 32788 h 171449"/>
              <a:gd name="connsiteX55" fmla="*/ 47574 w 114300"/>
              <a:gd name="connsiteY55" fmla="*/ 32788 h 171449"/>
              <a:gd name="connsiteX56" fmla="*/ 37981 w 114300"/>
              <a:gd name="connsiteY56" fmla="*/ 29513 h 171449"/>
              <a:gd name="connsiteX57" fmla="*/ 35345 w 114300"/>
              <a:gd name="connsiteY57" fmla="*/ 29005 h 171449"/>
              <a:gd name="connsiteX58" fmla="*/ 29595 w 114300"/>
              <a:gd name="connsiteY58" fmla="*/ 19050 h 171449"/>
              <a:gd name="connsiteX59" fmla="*/ 57167 w 114300"/>
              <a:gd name="connsiteY59"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14300" h="171449">
                <a:moveTo>
                  <a:pt x="1099" y="80214"/>
                </a:moveTo>
                <a:cubicBezTo>
                  <a:pt x="1570" y="78415"/>
                  <a:pt x="4475" y="79200"/>
                  <a:pt x="9953" y="80681"/>
                </a:cubicBezTo>
                <a:cubicBezTo>
                  <a:pt x="12326" y="81323"/>
                  <a:pt x="15181" y="82096"/>
                  <a:pt x="18532" y="82845"/>
                </a:cubicBezTo>
                <a:cubicBezTo>
                  <a:pt x="31397" y="85723"/>
                  <a:pt x="44263" y="85723"/>
                  <a:pt x="57166" y="85723"/>
                </a:cubicBezTo>
                <a:cubicBezTo>
                  <a:pt x="69263" y="85723"/>
                  <a:pt x="82403" y="85723"/>
                  <a:pt x="95537" y="82845"/>
                </a:cubicBezTo>
                <a:cubicBezTo>
                  <a:pt x="98727" y="82146"/>
                  <a:pt x="101496" y="81417"/>
                  <a:pt x="103840" y="80799"/>
                </a:cubicBezTo>
                <a:cubicBezTo>
                  <a:pt x="115068" y="77841"/>
                  <a:pt x="116551" y="77450"/>
                  <a:pt x="107983" y="95249"/>
                </a:cubicBezTo>
                <a:cubicBezTo>
                  <a:pt x="103126" y="105339"/>
                  <a:pt x="96333" y="117571"/>
                  <a:pt x="89972" y="129024"/>
                </a:cubicBezTo>
                <a:lnTo>
                  <a:pt x="89966" y="129034"/>
                </a:lnTo>
                <a:cubicBezTo>
                  <a:pt x="88175" y="132260"/>
                  <a:pt x="86418" y="135424"/>
                  <a:pt x="84748" y="138461"/>
                </a:cubicBezTo>
                <a:cubicBezTo>
                  <a:pt x="62161" y="179541"/>
                  <a:pt x="54740" y="182254"/>
                  <a:pt x="34156" y="146598"/>
                </a:cubicBezTo>
                <a:cubicBezTo>
                  <a:pt x="30817" y="140815"/>
                  <a:pt x="30671" y="140493"/>
                  <a:pt x="35895" y="136343"/>
                </a:cubicBezTo>
                <a:lnTo>
                  <a:pt x="40506" y="132681"/>
                </a:lnTo>
                <a:cubicBezTo>
                  <a:pt x="44872" y="129213"/>
                  <a:pt x="45121" y="129024"/>
                  <a:pt x="47695" y="133285"/>
                </a:cubicBezTo>
                <a:lnTo>
                  <a:pt x="57850" y="150089"/>
                </a:lnTo>
                <a:cubicBezTo>
                  <a:pt x="59213" y="152344"/>
                  <a:pt x="62159" y="153076"/>
                  <a:pt x="64431" y="151722"/>
                </a:cubicBezTo>
                <a:cubicBezTo>
                  <a:pt x="66701" y="150369"/>
                  <a:pt x="67439" y="147444"/>
                  <a:pt x="66076" y="145188"/>
                </a:cubicBezTo>
                <a:lnTo>
                  <a:pt x="55376" y="127483"/>
                </a:lnTo>
                <a:cubicBezTo>
                  <a:pt x="52797" y="123213"/>
                  <a:pt x="52801" y="122915"/>
                  <a:pt x="57166" y="119447"/>
                </a:cubicBezTo>
                <a:lnTo>
                  <a:pt x="64959" y="113257"/>
                </a:lnTo>
                <a:cubicBezTo>
                  <a:pt x="67027" y="111614"/>
                  <a:pt x="67362" y="108617"/>
                  <a:pt x="65708" y="106564"/>
                </a:cubicBezTo>
                <a:cubicBezTo>
                  <a:pt x="64053" y="104509"/>
                  <a:pt x="61035" y="104177"/>
                  <a:pt x="58966" y="105820"/>
                </a:cubicBezTo>
                <a:lnTo>
                  <a:pt x="51782" y="111525"/>
                </a:lnTo>
                <a:cubicBezTo>
                  <a:pt x="47694" y="114772"/>
                  <a:pt x="47694" y="114772"/>
                  <a:pt x="45217" y="110671"/>
                </a:cubicBezTo>
                <a:lnTo>
                  <a:pt x="37296" y="97562"/>
                </a:lnTo>
                <a:cubicBezTo>
                  <a:pt x="35933" y="95308"/>
                  <a:pt x="32987" y="94576"/>
                  <a:pt x="30715" y="95929"/>
                </a:cubicBezTo>
                <a:cubicBezTo>
                  <a:pt x="28444" y="97282"/>
                  <a:pt x="27707" y="100208"/>
                  <a:pt x="29070" y="102463"/>
                </a:cubicBezTo>
                <a:lnTo>
                  <a:pt x="37296" y="116076"/>
                </a:lnTo>
                <a:cubicBezTo>
                  <a:pt x="37378" y="116212"/>
                  <a:pt x="37458" y="116345"/>
                  <a:pt x="37536" y="116473"/>
                </a:cubicBezTo>
                <a:cubicBezTo>
                  <a:pt x="38847" y="118638"/>
                  <a:pt x="39499" y="119715"/>
                  <a:pt x="39329" y="120640"/>
                </a:cubicBezTo>
                <a:cubicBezTo>
                  <a:pt x="39162" y="121555"/>
                  <a:pt x="38193" y="122323"/>
                  <a:pt x="36268" y="123849"/>
                </a:cubicBezTo>
                <a:cubicBezTo>
                  <a:pt x="36153" y="123940"/>
                  <a:pt x="36036" y="124033"/>
                  <a:pt x="35915" y="124130"/>
                </a:cubicBezTo>
                <a:lnTo>
                  <a:pt x="31693" y="127483"/>
                </a:lnTo>
                <a:lnTo>
                  <a:pt x="31043" y="128000"/>
                </a:lnTo>
                <a:cubicBezTo>
                  <a:pt x="26166" y="131889"/>
                  <a:pt x="26026" y="132000"/>
                  <a:pt x="22786" y="126017"/>
                </a:cubicBezTo>
                <a:cubicBezTo>
                  <a:pt x="17110" y="115535"/>
                  <a:pt x="11248" y="104432"/>
                  <a:pt x="6839" y="95249"/>
                </a:cubicBezTo>
                <a:cubicBezTo>
                  <a:pt x="2588" y="86395"/>
                  <a:pt x="627" y="82012"/>
                  <a:pt x="1099" y="80214"/>
                </a:cubicBezTo>
                <a:close/>
                <a:moveTo>
                  <a:pt x="28387" y="38100"/>
                </a:moveTo>
                <a:cubicBezTo>
                  <a:pt x="42774" y="38100"/>
                  <a:pt x="52660" y="45141"/>
                  <a:pt x="55959" y="57150"/>
                </a:cubicBezTo>
                <a:cubicBezTo>
                  <a:pt x="56582" y="59419"/>
                  <a:pt x="57749" y="59425"/>
                  <a:pt x="58373" y="57150"/>
                </a:cubicBezTo>
                <a:cubicBezTo>
                  <a:pt x="61672" y="45141"/>
                  <a:pt x="71558" y="38100"/>
                  <a:pt x="85945" y="38100"/>
                </a:cubicBezTo>
                <a:cubicBezTo>
                  <a:pt x="100333" y="38100"/>
                  <a:pt x="110219" y="45141"/>
                  <a:pt x="113518" y="57150"/>
                </a:cubicBezTo>
                <a:cubicBezTo>
                  <a:pt x="116133" y="66675"/>
                  <a:pt x="112241" y="68727"/>
                  <a:pt x="101123" y="71659"/>
                </a:cubicBezTo>
                <a:cubicBezTo>
                  <a:pt x="89825" y="74640"/>
                  <a:pt x="78460" y="75960"/>
                  <a:pt x="66759" y="76146"/>
                </a:cubicBezTo>
                <a:lnTo>
                  <a:pt x="66759" y="76200"/>
                </a:lnTo>
                <a:lnTo>
                  <a:pt x="47573" y="76200"/>
                </a:lnTo>
                <a:lnTo>
                  <a:pt x="47573" y="76152"/>
                </a:lnTo>
                <a:cubicBezTo>
                  <a:pt x="35674" y="75983"/>
                  <a:pt x="24166" y="74654"/>
                  <a:pt x="12698" y="71551"/>
                </a:cubicBezTo>
                <a:cubicBezTo>
                  <a:pt x="1805" y="68604"/>
                  <a:pt x="-1801" y="66675"/>
                  <a:pt x="815" y="57150"/>
                </a:cubicBezTo>
                <a:cubicBezTo>
                  <a:pt x="4114" y="45141"/>
                  <a:pt x="14000" y="38100"/>
                  <a:pt x="28387" y="38100"/>
                </a:cubicBezTo>
                <a:close/>
                <a:moveTo>
                  <a:pt x="57167" y="0"/>
                </a:moveTo>
                <a:cubicBezTo>
                  <a:pt x="71554" y="0"/>
                  <a:pt x="81440" y="7041"/>
                  <a:pt x="84739" y="19050"/>
                </a:cubicBezTo>
                <a:cubicBezTo>
                  <a:pt x="87060" y="27504"/>
                  <a:pt x="85334" y="27825"/>
                  <a:pt x="78988" y="29005"/>
                </a:cubicBezTo>
                <a:cubicBezTo>
                  <a:pt x="78185" y="29155"/>
                  <a:pt x="77306" y="29318"/>
                  <a:pt x="76353" y="29513"/>
                </a:cubicBezTo>
                <a:cubicBezTo>
                  <a:pt x="72958" y="30209"/>
                  <a:pt x="69740" y="31295"/>
                  <a:pt x="66760" y="32788"/>
                </a:cubicBezTo>
                <a:cubicBezTo>
                  <a:pt x="57167" y="37592"/>
                  <a:pt x="56534" y="37275"/>
                  <a:pt x="47574" y="32788"/>
                </a:cubicBezTo>
                <a:cubicBezTo>
                  <a:pt x="44594" y="31295"/>
                  <a:pt x="41375" y="30209"/>
                  <a:pt x="37981" y="29513"/>
                </a:cubicBezTo>
                <a:cubicBezTo>
                  <a:pt x="37027" y="29318"/>
                  <a:pt x="36149" y="29155"/>
                  <a:pt x="35345" y="29005"/>
                </a:cubicBezTo>
                <a:cubicBezTo>
                  <a:pt x="28999" y="27825"/>
                  <a:pt x="27273" y="27504"/>
                  <a:pt x="29595" y="19050"/>
                </a:cubicBezTo>
                <a:cubicBezTo>
                  <a:pt x="32893" y="7041"/>
                  <a:pt x="42779" y="0"/>
                  <a:pt x="57167" y="0"/>
                </a:cubicBezTo>
                <a:close/>
              </a:path>
            </a:pathLst>
          </a:custGeom>
          <a:solidFill>
            <a:srgbClr val="000000"/>
          </a:solidFill>
          <a:ln w="9525" cap="flat">
            <a:noFill/>
            <a:prstDash val="solid"/>
            <a:miter/>
          </a:ln>
        </p:spPr>
        <p:txBody>
          <a:bodyPr rtlCol="0" anchor="ctr"/>
          <a:lstStyle/>
          <a:p>
            <a:endParaRPr lang="ru-RU"/>
          </a:p>
        </p:txBody>
      </p:sp>
      <p:sp>
        <p:nvSpPr>
          <p:cNvPr id="776" name="Рисунок 761">
            <a:extLst>
              <a:ext uri="{FF2B5EF4-FFF2-40B4-BE49-F238E27FC236}">
                <a16:creationId xmlns:a16="http://schemas.microsoft.com/office/drawing/2014/main" id="{A0D993BA-C6B3-F4F3-5A96-8E5516059F9D}"/>
              </a:ext>
            </a:extLst>
          </p:cNvPr>
          <p:cNvSpPr/>
          <p:nvPr/>
        </p:nvSpPr>
        <p:spPr>
          <a:xfrm>
            <a:off x="1524139" y="5593578"/>
            <a:ext cx="114305" cy="171430"/>
          </a:xfrm>
          <a:custGeom>
            <a:avLst/>
            <a:gdLst>
              <a:gd name="connsiteX0" fmla="*/ 47624 w 114305"/>
              <a:gd name="connsiteY0" fmla="*/ 0 h 171430"/>
              <a:gd name="connsiteX1" fmla="*/ 20 w 114305"/>
              <a:gd name="connsiteY1" fmla="*/ 47606 h 171430"/>
              <a:gd name="connsiteX2" fmla="*/ 13 w 114305"/>
              <a:gd name="connsiteY2" fmla="*/ 107228 h 171430"/>
              <a:gd name="connsiteX3" fmla="*/ 20 w 114305"/>
              <a:gd name="connsiteY3" fmla="*/ 123805 h 171430"/>
              <a:gd name="connsiteX4" fmla="*/ 47624 w 114305"/>
              <a:gd name="connsiteY4" fmla="*/ 171430 h 171430"/>
              <a:gd name="connsiteX5" fmla="*/ 66674 w 114305"/>
              <a:gd name="connsiteY5" fmla="*/ 171430 h 171430"/>
              <a:gd name="connsiteX6" fmla="*/ 114278 w 114305"/>
              <a:gd name="connsiteY6" fmla="*/ 123805 h 171430"/>
              <a:gd name="connsiteX7" fmla="*/ 114301 w 114305"/>
              <a:gd name="connsiteY7" fmla="*/ 59325 h 171430"/>
              <a:gd name="connsiteX8" fmla="*/ 114299 w 114305"/>
              <a:gd name="connsiteY8" fmla="*/ 47606 h 171430"/>
              <a:gd name="connsiteX9" fmla="*/ 66675 w 114305"/>
              <a:gd name="connsiteY9" fmla="*/ 0 h 171430"/>
              <a:gd name="connsiteX10" fmla="*/ 47624 w 114305"/>
              <a:gd name="connsiteY10" fmla="*/ 0 h 171430"/>
              <a:gd name="connsiteX11" fmla="*/ 47624 w 114305"/>
              <a:gd name="connsiteY11" fmla="*/ 38080 h 171430"/>
              <a:gd name="connsiteX12" fmla="*/ 38099 w 114305"/>
              <a:gd name="connsiteY12" fmla="*/ 28555 h 171430"/>
              <a:gd name="connsiteX13" fmla="*/ 47624 w 114305"/>
              <a:gd name="connsiteY13" fmla="*/ 19030 h 171430"/>
              <a:gd name="connsiteX14" fmla="*/ 66674 w 114305"/>
              <a:gd name="connsiteY14" fmla="*/ 19030 h 171430"/>
              <a:gd name="connsiteX15" fmla="*/ 76199 w 114305"/>
              <a:gd name="connsiteY15" fmla="*/ 28555 h 171430"/>
              <a:gd name="connsiteX16" fmla="*/ 66674 w 114305"/>
              <a:gd name="connsiteY16" fmla="*/ 38080 h 171430"/>
              <a:gd name="connsiteX17" fmla="*/ 47624 w 114305"/>
              <a:gd name="connsiteY17" fmla="*/ 38080 h 171430"/>
              <a:gd name="connsiteX18" fmla="*/ 33336 w 114305"/>
              <a:gd name="connsiteY18" fmla="*/ 152380 h 171430"/>
              <a:gd name="connsiteX19" fmla="*/ 80961 w 114305"/>
              <a:gd name="connsiteY19" fmla="*/ 152380 h 171430"/>
              <a:gd name="connsiteX20" fmla="*/ 85724 w 114305"/>
              <a:gd name="connsiteY20" fmla="*/ 157143 h 171430"/>
              <a:gd name="connsiteX21" fmla="*/ 80961 w 114305"/>
              <a:gd name="connsiteY21" fmla="*/ 161905 h 171430"/>
              <a:gd name="connsiteX22" fmla="*/ 33336 w 114305"/>
              <a:gd name="connsiteY22" fmla="*/ 161905 h 171430"/>
              <a:gd name="connsiteX23" fmla="*/ 28574 w 114305"/>
              <a:gd name="connsiteY23" fmla="*/ 157143 h 171430"/>
              <a:gd name="connsiteX24" fmla="*/ 33336 w 114305"/>
              <a:gd name="connsiteY24" fmla="*/ 152380 h 17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305" h="171430">
                <a:moveTo>
                  <a:pt x="47624" y="0"/>
                </a:moveTo>
                <a:cubicBezTo>
                  <a:pt x="9524" y="0"/>
                  <a:pt x="20" y="0"/>
                  <a:pt x="20" y="47606"/>
                </a:cubicBezTo>
                <a:cubicBezTo>
                  <a:pt x="-13" y="56960"/>
                  <a:pt x="3" y="86982"/>
                  <a:pt x="13" y="107228"/>
                </a:cubicBezTo>
                <a:cubicBezTo>
                  <a:pt x="17" y="114469"/>
                  <a:pt x="20" y="120460"/>
                  <a:pt x="20" y="123805"/>
                </a:cubicBezTo>
                <a:cubicBezTo>
                  <a:pt x="20" y="171411"/>
                  <a:pt x="9524" y="171430"/>
                  <a:pt x="47624" y="171430"/>
                </a:cubicBezTo>
                <a:lnTo>
                  <a:pt x="66674" y="171430"/>
                </a:lnTo>
                <a:cubicBezTo>
                  <a:pt x="104774" y="171430"/>
                  <a:pt x="114107" y="171411"/>
                  <a:pt x="114278" y="123805"/>
                </a:cubicBezTo>
                <a:cubicBezTo>
                  <a:pt x="114314" y="113670"/>
                  <a:pt x="114306" y="79260"/>
                  <a:pt x="114301" y="59325"/>
                </a:cubicBezTo>
                <a:lnTo>
                  <a:pt x="114299" y="47606"/>
                </a:lnTo>
                <a:cubicBezTo>
                  <a:pt x="114299" y="0"/>
                  <a:pt x="104774" y="-1"/>
                  <a:pt x="66675" y="0"/>
                </a:cubicBezTo>
                <a:lnTo>
                  <a:pt x="47624" y="0"/>
                </a:lnTo>
                <a:close/>
                <a:moveTo>
                  <a:pt x="47624" y="38080"/>
                </a:moveTo>
                <a:cubicBezTo>
                  <a:pt x="42363" y="38080"/>
                  <a:pt x="38099" y="33816"/>
                  <a:pt x="38099" y="28555"/>
                </a:cubicBezTo>
                <a:cubicBezTo>
                  <a:pt x="38099" y="23295"/>
                  <a:pt x="42363" y="19030"/>
                  <a:pt x="47624" y="19030"/>
                </a:cubicBezTo>
                <a:lnTo>
                  <a:pt x="66674" y="19030"/>
                </a:lnTo>
                <a:cubicBezTo>
                  <a:pt x="71934" y="19030"/>
                  <a:pt x="76199" y="23295"/>
                  <a:pt x="76199" y="28555"/>
                </a:cubicBezTo>
                <a:cubicBezTo>
                  <a:pt x="76199" y="33816"/>
                  <a:pt x="71934" y="38080"/>
                  <a:pt x="66674" y="38080"/>
                </a:cubicBezTo>
                <a:lnTo>
                  <a:pt x="47624" y="38080"/>
                </a:lnTo>
                <a:close/>
                <a:moveTo>
                  <a:pt x="33336" y="152380"/>
                </a:moveTo>
                <a:lnTo>
                  <a:pt x="80961" y="152380"/>
                </a:lnTo>
                <a:cubicBezTo>
                  <a:pt x="83591" y="152380"/>
                  <a:pt x="85724" y="154513"/>
                  <a:pt x="85724" y="157143"/>
                </a:cubicBezTo>
                <a:cubicBezTo>
                  <a:pt x="85724" y="159773"/>
                  <a:pt x="83591" y="161905"/>
                  <a:pt x="80961" y="161905"/>
                </a:cubicBezTo>
                <a:lnTo>
                  <a:pt x="33336" y="161905"/>
                </a:lnTo>
                <a:cubicBezTo>
                  <a:pt x="30706" y="161905"/>
                  <a:pt x="28574" y="159773"/>
                  <a:pt x="28574" y="157143"/>
                </a:cubicBezTo>
                <a:cubicBezTo>
                  <a:pt x="28574" y="154513"/>
                  <a:pt x="30706" y="152380"/>
                  <a:pt x="33336" y="152380"/>
                </a:cubicBezTo>
                <a:close/>
              </a:path>
            </a:pathLst>
          </a:custGeom>
          <a:solidFill>
            <a:srgbClr val="000000"/>
          </a:solidFill>
          <a:ln w="9525" cap="flat">
            <a:noFill/>
            <a:prstDash val="solid"/>
            <a:miter/>
          </a:ln>
        </p:spPr>
        <p:txBody>
          <a:bodyPr rtlCol="0" anchor="ctr"/>
          <a:lstStyle/>
          <a:p>
            <a:endParaRPr lang="ru-RU"/>
          </a:p>
        </p:txBody>
      </p:sp>
      <p:sp>
        <p:nvSpPr>
          <p:cNvPr id="786" name="Полилиния: фигура 785">
            <a:extLst>
              <a:ext uri="{FF2B5EF4-FFF2-40B4-BE49-F238E27FC236}">
                <a16:creationId xmlns:a16="http://schemas.microsoft.com/office/drawing/2014/main" id="{887D851F-6F30-593B-6724-CA28F1F0AD5A}"/>
              </a:ext>
            </a:extLst>
          </p:cNvPr>
          <p:cNvSpPr/>
          <p:nvPr/>
        </p:nvSpPr>
        <p:spPr>
          <a:xfrm>
            <a:off x="1909175" y="5603084"/>
            <a:ext cx="171448" cy="161925"/>
          </a:xfrm>
          <a:custGeom>
            <a:avLst/>
            <a:gdLst>
              <a:gd name="connsiteX0" fmla="*/ 85724 w 171448"/>
              <a:gd name="connsiteY0" fmla="*/ 104775 h 161925"/>
              <a:gd name="connsiteX1" fmla="*/ 76199 w 171448"/>
              <a:gd name="connsiteY1" fmla="*/ 114300 h 161925"/>
              <a:gd name="connsiteX2" fmla="*/ 85724 w 171448"/>
              <a:gd name="connsiteY2" fmla="*/ 123825 h 161925"/>
              <a:gd name="connsiteX3" fmla="*/ 95249 w 171448"/>
              <a:gd name="connsiteY3" fmla="*/ 114300 h 161925"/>
              <a:gd name="connsiteX4" fmla="*/ 85724 w 171448"/>
              <a:gd name="connsiteY4" fmla="*/ 104775 h 161925"/>
              <a:gd name="connsiteX5" fmla="*/ 123825 w 171448"/>
              <a:gd name="connsiteY5" fmla="*/ 71437 h 161925"/>
              <a:gd name="connsiteX6" fmla="*/ 134474 w 171448"/>
              <a:gd name="connsiteY6" fmla="*/ 76200 h 161925"/>
              <a:gd name="connsiteX7" fmla="*/ 133429 w 171448"/>
              <a:gd name="connsiteY7" fmla="*/ 91452 h 161925"/>
              <a:gd name="connsiteX8" fmla="*/ 123825 w 171448"/>
              <a:gd name="connsiteY8" fmla="*/ 100012 h 161925"/>
              <a:gd name="connsiteX9" fmla="*/ 109537 w 171448"/>
              <a:gd name="connsiteY9" fmla="*/ 85725 h 161925"/>
              <a:gd name="connsiteX10" fmla="*/ 123825 w 171448"/>
              <a:gd name="connsiteY10" fmla="*/ 71437 h 161925"/>
              <a:gd name="connsiteX11" fmla="*/ 61912 w 171448"/>
              <a:gd name="connsiteY11" fmla="*/ 57150 h 161925"/>
              <a:gd name="connsiteX12" fmla="*/ 47624 w 171448"/>
              <a:gd name="connsiteY12" fmla="*/ 71438 h 161925"/>
              <a:gd name="connsiteX13" fmla="*/ 61912 w 171448"/>
              <a:gd name="connsiteY13" fmla="*/ 85725 h 161925"/>
              <a:gd name="connsiteX14" fmla="*/ 76199 w 171448"/>
              <a:gd name="connsiteY14" fmla="*/ 71438 h 161925"/>
              <a:gd name="connsiteX15" fmla="*/ 61912 w 171448"/>
              <a:gd name="connsiteY15" fmla="*/ 57150 h 161925"/>
              <a:gd name="connsiteX16" fmla="*/ 85724 w 171448"/>
              <a:gd name="connsiteY16" fmla="*/ 0 h 161925"/>
              <a:gd name="connsiteX17" fmla="*/ 156400 w 171448"/>
              <a:gd name="connsiteY17" fmla="*/ 10916 h 161925"/>
              <a:gd name="connsiteX18" fmla="*/ 165234 w 171448"/>
              <a:gd name="connsiteY18" fmla="*/ 38104 h 161925"/>
              <a:gd name="connsiteX19" fmla="*/ 149973 w 171448"/>
              <a:gd name="connsiteY19" fmla="*/ 63700 h 161925"/>
              <a:gd name="connsiteX20" fmla="*/ 138113 w 171448"/>
              <a:gd name="connsiteY20" fmla="*/ 66675 h 161925"/>
              <a:gd name="connsiteX21" fmla="*/ 123824 w 171448"/>
              <a:gd name="connsiteY21" fmla="*/ 61913 h 161925"/>
              <a:gd name="connsiteX22" fmla="*/ 100012 w 171448"/>
              <a:gd name="connsiteY22" fmla="*/ 85725 h 161925"/>
              <a:gd name="connsiteX23" fmla="*/ 114299 w 171448"/>
              <a:gd name="connsiteY23" fmla="*/ 107556 h 161925"/>
              <a:gd name="connsiteX24" fmla="*/ 116967 w 171448"/>
              <a:gd name="connsiteY24" fmla="*/ 119063 h 161925"/>
              <a:gd name="connsiteX25" fmla="*/ 97083 w 171448"/>
              <a:gd name="connsiteY25" fmla="*/ 152415 h 161925"/>
              <a:gd name="connsiteX26" fmla="*/ 74365 w 171448"/>
              <a:gd name="connsiteY26" fmla="*/ 152415 h 161925"/>
              <a:gd name="connsiteX27" fmla="*/ 17569 w 171448"/>
              <a:gd name="connsiteY27" fmla="*/ 57150 h 161925"/>
              <a:gd name="connsiteX28" fmla="*/ 21791 w 171448"/>
              <a:gd name="connsiteY28" fmla="*/ 47625 h 161925"/>
              <a:gd name="connsiteX29" fmla="*/ 80962 w 171448"/>
              <a:gd name="connsiteY29" fmla="*/ 38100 h 161925"/>
              <a:gd name="connsiteX30" fmla="*/ 127377 w 171448"/>
              <a:gd name="connsiteY30" fmla="*/ 43612 h 161925"/>
              <a:gd name="connsiteX31" fmla="*/ 133193 w 171448"/>
              <a:gd name="connsiteY31" fmla="*/ 40215 h 161925"/>
              <a:gd name="connsiteX32" fmla="*/ 129796 w 171448"/>
              <a:gd name="connsiteY32" fmla="*/ 34399 h 161925"/>
              <a:gd name="connsiteX33" fmla="*/ 80962 w 171448"/>
              <a:gd name="connsiteY33" fmla="*/ 28575 h 161925"/>
              <a:gd name="connsiteX34" fmla="*/ 19049 w 171448"/>
              <a:gd name="connsiteY34" fmla="*/ 38484 h 161925"/>
              <a:gd name="connsiteX35" fmla="*/ 6214 w 171448"/>
              <a:gd name="connsiteY35" fmla="*/ 38104 h 161925"/>
              <a:gd name="connsiteX36" fmla="*/ 15049 w 171448"/>
              <a:gd name="connsiteY36" fmla="*/ 10916 h 161925"/>
              <a:gd name="connsiteX37" fmla="*/ 85724 w 171448"/>
              <a:gd name="connsiteY37"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48" h="161925">
                <a:moveTo>
                  <a:pt x="85724" y="104775"/>
                </a:moveTo>
                <a:cubicBezTo>
                  <a:pt x="80463" y="104775"/>
                  <a:pt x="76199" y="109039"/>
                  <a:pt x="76199" y="114300"/>
                </a:cubicBezTo>
                <a:cubicBezTo>
                  <a:pt x="76199" y="119561"/>
                  <a:pt x="80463" y="123825"/>
                  <a:pt x="85724" y="123825"/>
                </a:cubicBezTo>
                <a:cubicBezTo>
                  <a:pt x="90985" y="123825"/>
                  <a:pt x="95249" y="119561"/>
                  <a:pt x="95249" y="114300"/>
                </a:cubicBezTo>
                <a:cubicBezTo>
                  <a:pt x="95249" y="109039"/>
                  <a:pt x="90985" y="104775"/>
                  <a:pt x="85724" y="104775"/>
                </a:cubicBezTo>
                <a:close/>
                <a:moveTo>
                  <a:pt x="123825" y="71437"/>
                </a:moveTo>
                <a:cubicBezTo>
                  <a:pt x="128056" y="71437"/>
                  <a:pt x="131858" y="73276"/>
                  <a:pt x="134474" y="76200"/>
                </a:cubicBezTo>
                <a:cubicBezTo>
                  <a:pt x="139657" y="81990"/>
                  <a:pt x="136838" y="85734"/>
                  <a:pt x="133429" y="91452"/>
                </a:cubicBezTo>
                <a:cubicBezTo>
                  <a:pt x="130740" y="95961"/>
                  <a:pt x="129580" y="100012"/>
                  <a:pt x="123825" y="100012"/>
                </a:cubicBezTo>
                <a:cubicBezTo>
                  <a:pt x="115934" y="100012"/>
                  <a:pt x="109537" y="93615"/>
                  <a:pt x="109537" y="85725"/>
                </a:cubicBezTo>
                <a:cubicBezTo>
                  <a:pt x="109537" y="77834"/>
                  <a:pt x="115934" y="71437"/>
                  <a:pt x="123825" y="71437"/>
                </a:cubicBezTo>
                <a:close/>
                <a:moveTo>
                  <a:pt x="61912" y="57150"/>
                </a:moveTo>
                <a:cubicBezTo>
                  <a:pt x="54021" y="57150"/>
                  <a:pt x="47624" y="63547"/>
                  <a:pt x="47624" y="71438"/>
                </a:cubicBezTo>
                <a:cubicBezTo>
                  <a:pt x="47624" y="79328"/>
                  <a:pt x="54021" y="85725"/>
                  <a:pt x="61912" y="85725"/>
                </a:cubicBezTo>
                <a:cubicBezTo>
                  <a:pt x="69802" y="85725"/>
                  <a:pt x="76199" y="79328"/>
                  <a:pt x="76199" y="71438"/>
                </a:cubicBezTo>
                <a:cubicBezTo>
                  <a:pt x="76199" y="63547"/>
                  <a:pt x="69802" y="57150"/>
                  <a:pt x="61912" y="57150"/>
                </a:cubicBezTo>
                <a:close/>
                <a:moveTo>
                  <a:pt x="85724" y="0"/>
                </a:moveTo>
                <a:cubicBezTo>
                  <a:pt x="116198" y="0"/>
                  <a:pt x="140591" y="5738"/>
                  <a:pt x="156400" y="10916"/>
                </a:cubicBezTo>
                <a:cubicBezTo>
                  <a:pt x="172208" y="16093"/>
                  <a:pt x="176248" y="19629"/>
                  <a:pt x="165234" y="38104"/>
                </a:cubicBezTo>
                <a:cubicBezTo>
                  <a:pt x="165234" y="38104"/>
                  <a:pt x="152399" y="59632"/>
                  <a:pt x="149973" y="63700"/>
                </a:cubicBezTo>
                <a:cubicBezTo>
                  <a:pt x="146039" y="70299"/>
                  <a:pt x="142874" y="70252"/>
                  <a:pt x="138113" y="66675"/>
                </a:cubicBezTo>
                <a:cubicBezTo>
                  <a:pt x="134134" y="63684"/>
                  <a:pt x="129186" y="61913"/>
                  <a:pt x="123824" y="61913"/>
                </a:cubicBezTo>
                <a:cubicBezTo>
                  <a:pt x="110673" y="61913"/>
                  <a:pt x="100012" y="72574"/>
                  <a:pt x="100012" y="85725"/>
                </a:cubicBezTo>
                <a:cubicBezTo>
                  <a:pt x="100012" y="95490"/>
                  <a:pt x="105888" y="103882"/>
                  <a:pt x="114299" y="107556"/>
                </a:cubicBezTo>
                <a:cubicBezTo>
                  <a:pt x="121626" y="110757"/>
                  <a:pt x="119806" y="114300"/>
                  <a:pt x="116967" y="119063"/>
                </a:cubicBezTo>
                <a:cubicBezTo>
                  <a:pt x="113636" y="124649"/>
                  <a:pt x="97083" y="152415"/>
                  <a:pt x="97083" y="152415"/>
                </a:cubicBezTo>
                <a:cubicBezTo>
                  <a:pt x="89544" y="165062"/>
                  <a:pt x="81945" y="165128"/>
                  <a:pt x="74365" y="152415"/>
                </a:cubicBezTo>
                <a:cubicBezTo>
                  <a:pt x="74365" y="152415"/>
                  <a:pt x="20409" y="61913"/>
                  <a:pt x="17569" y="57150"/>
                </a:cubicBezTo>
                <a:cubicBezTo>
                  <a:pt x="15049" y="52922"/>
                  <a:pt x="16476" y="49592"/>
                  <a:pt x="21791" y="47625"/>
                </a:cubicBezTo>
                <a:cubicBezTo>
                  <a:pt x="34872" y="42783"/>
                  <a:pt x="53949" y="38100"/>
                  <a:pt x="80962" y="38100"/>
                </a:cubicBezTo>
                <a:cubicBezTo>
                  <a:pt x="100297" y="38100"/>
                  <a:pt x="115540" y="40503"/>
                  <a:pt x="127377" y="43612"/>
                </a:cubicBezTo>
                <a:cubicBezTo>
                  <a:pt x="129921" y="44280"/>
                  <a:pt x="132524" y="42759"/>
                  <a:pt x="133193" y="40215"/>
                </a:cubicBezTo>
                <a:cubicBezTo>
                  <a:pt x="133861" y="37671"/>
                  <a:pt x="132340" y="35067"/>
                  <a:pt x="129796" y="34399"/>
                </a:cubicBezTo>
                <a:cubicBezTo>
                  <a:pt x="117160" y="31081"/>
                  <a:pt x="101105" y="28575"/>
                  <a:pt x="80962" y="28575"/>
                </a:cubicBezTo>
                <a:cubicBezTo>
                  <a:pt x="52936" y="28575"/>
                  <a:pt x="32878" y="33433"/>
                  <a:pt x="19049" y="38484"/>
                </a:cubicBezTo>
                <a:cubicBezTo>
                  <a:pt x="12498" y="40877"/>
                  <a:pt x="9051" y="42863"/>
                  <a:pt x="6214" y="38104"/>
                </a:cubicBezTo>
                <a:cubicBezTo>
                  <a:pt x="-4800" y="19629"/>
                  <a:pt x="-760" y="16093"/>
                  <a:pt x="15049" y="10916"/>
                </a:cubicBezTo>
                <a:cubicBezTo>
                  <a:pt x="30857" y="5738"/>
                  <a:pt x="55250" y="0"/>
                  <a:pt x="85724" y="0"/>
                </a:cubicBezTo>
                <a:close/>
              </a:path>
            </a:pathLst>
          </a:custGeom>
          <a:solidFill>
            <a:srgbClr val="000000"/>
          </a:solidFill>
          <a:ln w="9525" cap="flat">
            <a:noFill/>
            <a:prstDash val="solid"/>
            <a:miter/>
          </a:ln>
        </p:spPr>
        <p:txBody>
          <a:bodyPr rtlCol="0" anchor="ctr"/>
          <a:lstStyle/>
          <a:p>
            <a:endParaRPr lang="ru-RU"/>
          </a:p>
        </p:txBody>
      </p:sp>
      <p:sp>
        <p:nvSpPr>
          <p:cNvPr id="780" name="Рисунок 765">
            <a:extLst>
              <a:ext uri="{FF2B5EF4-FFF2-40B4-BE49-F238E27FC236}">
                <a16:creationId xmlns:a16="http://schemas.microsoft.com/office/drawing/2014/main" id="{3F527481-5EDC-8727-CC3F-5676611D315E}"/>
              </a:ext>
            </a:extLst>
          </p:cNvPr>
          <p:cNvSpPr/>
          <p:nvPr/>
        </p:nvSpPr>
        <p:spPr>
          <a:xfrm>
            <a:off x="2332313" y="5593578"/>
            <a:ext cx="152405" cy="171430"/>
          </a:xfrm>
          <a:custGeom>
            <a:avLst/>
            <a:gdLst>
              <a:gd name="connsiteX0" fmla="*/ 47624 w 152405"/>
              <a:gd name="connsiteY0" fmla="*/ 0 h 171430"/>
              <a:gd name="connsiteX1" fmla="*/ 20 w 152405"/>
              <a:gd name="connsiteY1" fmla="*/ 47606 h 171430"/>
              <a:gd name="connsiteX2" fmla="*/ 13 w 152405"/>
              <a:gd name="connsiteY2" fmla="*/ 107228 h 171430"/>
              <a:gd name="connsiteX3" fmla="*/ 20 w 152405"/>
              <a:gd name="connsiteY3" fmla="*/ 123805 h 171430"/>
              <a:gd name="connsiteX4" fmla="*/ 47624 w 152405"/>
              <a:gd name="connsiteY4" fmla="*/ 171430 h 171430"/>
              <a:gd name="connsiteX5" fmla="*/ 104774 w 152405"/>
              <a:gd name="connsiteY5" fmla="*/ 171430 h 171430"/>
              <a:gd name="connsiteX6" fmla="*/ 152378 w 152405"/>
              <a:gd name="connsiteY6" fmla="*/ 123805 h 171430"/>
              <a:gd name="connsiteX7" fmla="*/ 152401 w 152405"/>
              <a:gd name="connsiteY7" fmla="*/ 59325 h 171430"/>
              <a:gd name="connsiteX8" fmla="*/ 152399 w 152405"/>
              <a:gd name="connsiteY8" fmla="*/ 47606 h 171430"/>
              <a:gd name="connsiteX9" fmla="*/ 104775 w 152405"/>
              <a:gd name="connsiteY9" fmla="*/ 0 h 171430"/>
              <a:gd name="connsiteX10" fmla="*/ 47624 w 152405"/>
              <a:gd name="connsiteY10" fmla="*/ 0 h 171430"/>
              <a:gd name="connsiteX11" fmla="*/ 57149 w 152405"/>
              <a:gd name="connsiteY11" fmla="*/ 38080 h 171430"/>
              <a:gd name="connsiteX12" fmla="*/ 47624 w 152405"/>
              <a:gd name="connsiteY12" fmla="*/ 28555 h 171430"/>
              <a:gd name="connsiteX13" fmla="*/ 57149 w 152405"/>
              <a:gd name="connsiteY13" fmla="*/ 19030 h 171430"/>
              <a:gd name="connsiteX14" fmla="*/ 95249 w 152405"/>
              <a:gd name="connsiteY14" fmla="*/ 19030 h 171430"/>
              <a:gd name="connsiteX15" fmla="*/ 104774 w 152405"/>
              <a:gd name="connsiteY15" fmla="*/ 28555 h 171430"/>
              <a:gd name="connsiteX16" fmla="*/ 95249 w 152405"/>
              <a:gd name="connsiteY16" fmla="*/ 38080 h 171430"/>
              <a:gd name="connsiteX17" fmla="*/ 57149 w 152405"/>
              <a:gd name="connsiteY17" fmla="*/ 38080 h 171430"/>
              <a:gd name="connsiteX18" fmla="*/ 52386 w 152405"/>
              <a:gd name="connsiteY18" fmla="*/ 152380 h 171430"/>
              <a:gd name="connsiteX19" fmla="*/ 100011 w 152405"/>
              <a:gd name="connsiteY19" fmla="*/ 152380 h 171430"/>
              <a:gd name="connsiteX20" fmla="*/ 104774 w 152405"/>
              <a:gd name="connsiteY20" fmla="*/ 157143 h 171430"/>
              <a:gd name="connsiteX21" fmla="*/ 100011 w 152405"/>
              <a:gd name="connsiteY21" fmla="*/ 161905 h 171430"/>
              <a:gd name="connsiteX22" fmla="*/ 52386 w 152405"/>
              <a:gd name="connsiteY22" fmla="*/ 161905 h 171430"/>
              <a:gd name="connsiteX23" fmla="*/ 47624 w 152405"/>
              <a:gd name="connsiteY23" fmla="*/ 157143 h 171430"/>
              <a:gd name="connsiteX24" fmla="*/ 52386 w 152405"/>
              <a:gd name="connsiteY24" fmla="*/ 152380 h 17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405" h="171430">
                <a:moveTo>
                  <a:pt x="47624" y="0"/>
                </a:moveTo>
                <a:cubicBezTo>
                  <a:pt x="9524" y="0"/>
                  <a:pt x="20" y="0"/>
                  <a:pt x="20" y="47606"/>
                </a:cubicBezTo>
                <a:cubicBezTo>
                  <a:pt x="-13" y="56960"/>
                  <a:pt x="3" y="86982"/>
                  <a:pt x="13" y="107228"/>
                </a:cubicBezTo>
                <a:cubicBezTo>
                  <a:pt x="17" y="114469"/>
                  <a:pt x="20" y="120460"/>
                  <a:pt x="20" y="123805"/>
                </a:cubicBezTo>
                <a:cubicBezTo>
                  <a:pt x="20" y="171411"/>
                  <a:pt x="9524" y="171430"/>
                  <a:pt x="47624" y="171430"/>
                </a:cubicBezTo>
                <a:lnTo>
                  <a:pt x="104774" y="171430"/>
                </a:lnTo>
                <a:cubicBezTo>
                  <a:pt x="142874" y="171430"/>
                  <a:pt x="152207" y="171411"/>
                  <a:pt x="152378" y="123805"/>
                </a:cubicBezTo>
                <a:cubicBezTo>
                  <a:pt x="152414" y="113670"/>
                  <a:pt x="152406" y="79260"/>
                  <a:pt x="152401" y="59325"/>
                </a:cubicBezTo>
                <a:lnTo>
                  <a:pt x="152399" y="47606"/>
                </a:lnTo>
                <a:cubicBezTo>
                  <a:pt x="152399" y="0"/>
                  <a:pt x="142874" y="-1"/>
                  <a:pt x="104775" y="0"/>
                </a:cubicBezTo>
                <a:lnTo>
                  <a:pt x="47624" y="0"/>
                </a:lnTo>
                <a:close/>
                <a:moveTo>
                  <a:pt x="57149" y="38080"/>
                </a:moveTo>
                <a:cubicBezTo>
                  <a:pt x="51888" y="38080"/>
                  <a:pt x="47624" y="33816"/>
                  <a:pt x="47624" y="28555"/>
                </a:cubicBezTo>
                <a:cubicBezTo>
                  <a:pt x="47624" y="23295"/>
                  <a:pt x="51888" y="19030"/>
                  <a:pt x="57149" y="19030"/>
                </a:cubicBezTo>
                <a:lnTo>
                  <a:pt x="95249" y="19030"/>
                </a:lnTo>
                <a:cubicBezTo>
                  <a:pt x="100509" y="19030"/>
                  <a:pt x="104774" y="23295"/>
                  <a:pt x="104774" y="28555"/>
                </a:cubicBezTo>
                <a:cubicBezTo>
                  <a:pt x="104774" y="33816"/>
                  <a:pt x="100509" y="38080"/>
                  <a:pt x="95249" y="38080"/>
                </a:cubicBezTo>
                <a:lnTo>
                  <a:pt x="57149" y="38080"/>
                </a:lnTo>
                <a:close/>
                <a:moveTo>
                  <a:pt x="52386" y="152380"/>
                </a:moveTo>
                <a:lnTo>
                  <a:pt x="100011" y="152380"/>
                </a:lnTo>
                <a:cubicBezTo>
                  <a:pt x="102641" y="152380"/>
                  <a:pt x="104774" y="154513"/>
                  <a:pt x="104774" y="157143"/>
                </a:cubicBezTo>
                <a:cubicBezTo>
                  <a:pt x="104774" y="159773"/>
                  <a:pt x="102641" y="161905"/>
                  <a:pt x="100011" y="161905"/>
                </a:cubicBezTo>
                <a:lnTo>
                  <a:pt x="52386" y="161905"/>
                </a:lnTo>
                <a:cubicBezTo>
                  <a:pt x="49756" y="161905"/>
                  <a:pt x="47624" y="159773"/>
                  <a:pt x="47624" y="157143"/>
                </a:cubicBezTo>
                <a:cubicBezTo>
                  <a:pt x="47624" y="154513"/>
                  <a:pt x="49756" y="152380"/>
                  <a:pt x="52386" y="152380"/>
                </a:cubicBezTo>
                <a:close/>
              </a:path>
            </a:pathLst>
          </a:custGeom>
          <a:solidFill>
            <a:srgbClr val="000000"/>
          </a:solidFill>
          <a:ln w="9525" cap="flat">
            <a:noFill/>
            <a:prstDash val="solid"/>
            <a:miter/>
          </a:ln>
        </p:spPr>
        <p:txBody>
          <a:bodyPr rtlCol="0" anchor="ctr"/>
          <a:lstStyle/>
          <a:p>
            <a:endParaRPr lang="ru-RU"/>
          </a:p>
        </p:txBody>
      </p:sp>
      <p:sp>
        <p:nvSpPr>
          <p:cNvPr id="785" name="Полилиния: фигура 784">
            <a:extLst>
              <a:ext uri="{FF2B5EF4-FFF2-40B4-BE49-F238E27FC236}">
                <a16:creationId xmlns:a16="http://schemas.microsoft.com/office/drawing/2014/main" id="{8D477BCA-B382-E974-5806-4069D37BE03F}"/>
              </a:ext>
            </a:extLst>
          </p:cNvPr>
          <p:cNvSpPr/>
          <p:nvPr/>
        </p:nvSpPr>
        <p:spPr>
          <a:xfrm>
            <a:off x="2745900" y="5584034"/>
            <a:ext cx="161950" cy="180975"/>
          </a:xfrm>
          <a:custGeom>
            <a:avLst/>
            <a:gdLst>
              <a:gd name="connsiteX0" fmla="*/ 123850 w 161950"/>
              <a:gd name="connsiteY0" fmla="*/ 85724 h 180975"/>
              <a:gd name="connsiteX1" fmla="*/ 123850 w 161950"/>
              <a:gd name="connsiteY1" fmla="*/ 114300 h 180975"/>
              <a:gd name="connsiteX2" fmla="*/ 123560 w 161950"/>
              <a:gd name="connsiteY2" fmla="*/ 129409 h 180975"/>
              <a:gd name="connsiteX3" fmla="*/ 126745 w 161950"/>
              <a:gd name="connsiteY3" fmla="*/ 128772 h 180975"/>
              <a:gd name="connsiteX4" fmla="*/ 138559 w 161950"/>
              <a:gd name="connsiteY4" fmla="*/ 123203 h 180975"/>
              <a:gd name="connsiteX5" fmla="*/ 142900 w 161950"/>
              <a:gd name="connsiteY5" fmla="*/ 104774 h 180975"/>
              <a:gd name="connsiteX6" fmla="*/ 139141 w 161950"/>
              <a:gd name="connsiteY6" fmla="*/ 88292 h 180975"/>
              <a:gd name="connsiteX7" fmla="*/ 128612 w 161950"/>
              <a:gd name="connsiteY7" fmla="*/ 85724 h 180975"/>
              <a:gd name="connsiteX8" fmla="*/ 15129 w 161950"/>
              <a:gd name="connsiteY8" fmla="*/ 57136 h 180975"/>
              <a:gd name="connsiteX9" fmla="*/ 19075 w 161950"/>
              <a:gd name="connsiteY9" fmla="*/ 57150 h 180975"/>
              <a:gd name="connsiteX10" fmla="*/ 104800 w 161950"/>
              <a:gd name="connsiteY10" fmla="*/ 57150 h 180975"/>
              <a:gd name="connsiteX11" fmla="*/ 108746 w 161950"/>
              <a:gd name="connsiteY11" fmla="*/ 57136 h 180975"/>
              <a:gd name="connsiteX12" fmla="*/ 122036 w 161950"/>
              <a:gd name="connsiteY12" fmla="*/ 58963 h 180975"/>
              <a:gd name="connsiteX13" fmla="*/ 123851 w 161950"/>
              <a:gd name="connsiteY13" fmla="*/ 66674 h 180975"/>
              <a:gd name="connsiteX14" fmla="*/ 128612 w 161950"/>
              <a:gd name="connsiteY14" fmla="*/ 66674 h 180975"/>
              <a:gd name="connsiteX15" fmla="*/ 152612 w 161950"/>
              <a:gd name="connsiteY15" fmla="*/ 74822 h 180975"/>
              <a:gd name="connsiteX16" fmla="*/ 161950 w 161950"/>
              <a:gd name="connsiteY16" fmla="*/ 104774 h 180975"/>
              <a:gd name="connsiteX17" fmla="*/ 153194 w 161950"/>
              <a:gd name="connsiteY17" fmla="*/ 135399 h 180975"/>
              <a:gd name="connsiteX18" fmla="*/ 130480 w 161950"/>
              <a:gd name="connsiteY18" fmla="*/ 147452 h 180975"/>
              <a:gd name="connsiteX19" fmla="*/ 121460 w 161950"/>
              <a:gd name="connsiteY19" fmla="*/ 149256 h 180975"/>
              <a:gd name="connsiteX20" fmla="*/ 61937 w 161950"/>
              <a:gd name="connsiteY20" fmla="*/ 180975 h 180975"/>
              <a:gd name="connsiteX21" fmla="*/ 25 w 161950"/>
              <a:gd name="connsiteY21" fmla="*/ 114300 h 180975"/>
              <a:gd name="connsiteX22" fmla="*/ 25 w 161950"/>
              <a:gd name="connsiteY22" fmla="*/ 76200 h 180975"/>
              <a:gd name="connsiteX23" fmla="*/ 11 w 161950"/>
              <a:gd name="connsiteY23" fmla="*/ 72254 h 180975"/>
              <a:gd name="connsiteX24" fmla="*/ 1838 w 161950"/>
              <a:gd name="connsiteY24" fmla="*/ 58963 h 180975"/>
              <a:gd name="connsiteX25" fmla="*/ 15129 w 161950"/>
              <a:gd name="connsiteY25" fmla="*/ 57136 h 180975"/>
              <a:gd name="connsiteX26" fmla="*/ 47650 w 161950"/>
              <a:gd name="connsiteY26" fmla="*/ 9525 h 180975"/>
              <a:gd name="connsiteX27" fmla="*/ 57175 w 161950"/>
              <a:gd name="connsiteY27" fmla="*/ 19050 h 180975"/>
              <a:gd name="connsiteX28" fmla="*/ 53193 w 161950"/>
              <a:gd name="connsiteY28" fmla="*/ 32835 h 180975"/>
              <a:gd name="connsiteX29" fmla="*/ 44860 w 161950"/>
              <a:gd name="connsiteY29" fmla="*/ 44835 h 180975"/>
              <a:gd name="connsiteX30" fmla="*/ 31390 w 161950"/>
              <a:gd name="connsiteY30" fmla="*/ 44835 h 180975"/>
              <a:gd name="connsiteX31" fmla="*/ 31390 w 161950"/>
              <a:gd name="connsiteY31" fmla="*/ 31365 h 180975"/>
              <a:gd name="connsiteX32" fmla="*/ 36154 w 161950"/>
              <a:gd name="connsiteY32" fmla="*/ 24315 h 180975"/>
              <a:gd name="connsiteX33" fmla="*/ 37755 w 161950"/>
              <a:gd name="connsiteY33" fmla="*/ 20478 h 180975"/>
              <a:gd name="connsiteX34" fmla="*/ 38118 w 161950"/>
              <a:gd name="connsiteY34" fmla="*/ 19038 h 180975"/>
              <a:gd name="connsiteX35" fmla="*/ 38124 w 161950"/>
              <a:gd name="connsiteY35" fmla="*/ 19004 h 180975"/>
              <a:gd name="connsiteX36" fmla="*/ 38125 w 161950"/>
              <a:gd name="connsiteY36" fmla="*/ 19050 h 180975"/>
              <a:gd name="connsiteX37" fmla="*/ 47650 w 161950"/>
              <a:gd name="connsiteY37" fmla="*/ 9525 h 180975"/>
              <a:gd name="connsiteX38" fmla="*/ 95275 w 161950"/>
              <a:gd name="connsiteY38" fmla="*/ 0 h 180975"/>
              <a:gd name="connsiteX39" fmla="*/ 104800 w 161950"/>
              <a:gd name="connsiteY39" fmla="*/ 9525 h 180975"/>
              <a:gd name="connsiteX40" fmla="*/ 97248 w 161950"/>
              <a:gd name="connsiteY40" fmla="*/ 34454 h 180975"/>
              <a:gd name="connsiteX41" fmla="*/ 76225 w 161950"/>
              <a:gd name="connsiteY41" fmla="*/ 47625 h 180975"/>
              <a:gd name="connsiteX42" fmla="*/ 66700 w 161950"/>
              <a:gd name="connsiteY42" fmla="*/ 38100 h 180975"/>
              <a:gd name="connsiteX43" fmla="*/ 76225 w 161950"/>
              <a:gd name="connsiteY43" fmla="*/ 28575 h 180975"/>
              <a:gd name="connsiteX44" fmla="*/ 81396 w 161950"/>
              <a:gd name="connsiteY44" fmla="*/ 23887 h 180975"/>
              <a:gd name="connsiteX45" fmla="*/ 85750 w 161950"/>
              <a:gd name="connsiteY45" fmla="*/ 9525 h 180975"/>
              <a:gd name="connsiteX46" fmla="*/ 95275 w 161950"/>
              <a:gd name="connsiteY46"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61950" h="180975">
                <a:moveTo>
                  <a:pt x="123850" y="85724"/>
                </a:moveTo>
                <a:lnTo>
                  <a:pt x="123850" y="114300"/>
                </a:lnTo>
                <a:cubicBezTo>
                  <a:pt x="123850" y="119760"/>
                  <a:pt x="123763" y="124785"/>
                  <a:pt x="123560" y="129409"/>
                </a:cubicBezTo>
                <a:lnTo>
                  <a:pt x="126745" y="128772"/>
                </a:lnTo>
                <a:cubicBezTo>
                  <a:pt x="133053" y="127511"/>
                  <a:pt x="136445" y="125741"/>
                  <a:pt x="138559" y="123203"/>
                </a:cubicBezTo>
                <a:cubicBezTo>
                  <a:pt x="140709" y="120623"/>
                  <a:pt x="142900" y="115593"/>
                  <a:pt x="142900" y="104774"/>
                </a:cubicBezTo>
                <a:cubicBezTo>
                  <a:pt x="142900" y="93743"/>
                  <a:pt x="140621" y="89772"/>
                  <a:pt x="139141" y="88292"/>
                </a:cubicBezTo>
                <a:cubicBezTo>
                  <a:pt x="137740" y="86891"/>
                  <a:pt x="135075" y="85724"/>
                  <a:pt x="128612" y="85724"/>
                </a:cubicBezTo>
                <a:close/>
                <a:moveTo>
                  <a:pt x="15129" y="57136"/>
                </a:moveTo>
                <a:cubicBezTo>
                  <a:pt x="16344" y="57143"/>
                  <a:pt x="17657" y="57150"/>
                  <a:pt x="19075" y="57150"/>
                </a:cubicBezTo>
                <a:lnTo>
                  <a:pt x="104800" y="57150"/>
                </a:lnTo>
                <a:cubicBezTo>
                  <a:pt x="106217" y="57150"/>
                  <a:pt x="107531" y="57143"/>
                  <a:pt x="108746" y="57136"/>
                </a:cubicBezTo>
                <a:cubicBezTo>
                  <a:pt x="116346" y="57094"/>
                  <a:pt x="120147" y="57074"/>
                  <a:pt x="122036" y="58963"/>
                </a:cubicBezTo>
                <a:cubicBezTo>
                  <a:pt x="123392" y="60319"/>
                  <a:pt x="123764" y="62657"/>
                  <a:pt x="123851" y="66674"/>
                </a:cubicBezTo>
                <a:lnTo>
                  <a:pt x="128612" y="66674"/>
                </a:lnTo>
                <a:cubicBezTo>
                  <a:pt x="136437" y="66674"/>
                  <a:pt x="145678" y="67889"/>
                  <a:pt x="152612" y="74822"/>
                </a:cubicBezTo>
                <a:cubicBezTo>
                  <a:pt x="159467" y="81677"/>
                  <a:pt x="161950" y="91994"/>
                  <a:pt x="161950" y="104774"/>
                </a:cubicBezTo>
                <a:cubicBezTo>
                  <a:pt x="161950" y="117768"/>
                  <a:pt x="159378" y="127978"/>
                  <a:pt x="153194" y="135399"/>
                </a:cubicBezTo>
                <a:cubicBezTo>
                  <a:pt x="146974" y="142863"/>
                  <a:pt x="138459" y="145856"/>
                  <a:pt x="130480" y="147452"/>
                </a:cubicBezTo>
                <a:lnTo>
                  <a:pt x="121460" y="149256"/>
                </a:lnTo>
                <a:cubicBezTo>
                  <a:pt x="116245" y="175674"/>
                  <a:pt x="101018" y="180975"/>
                  <a:pt x="61937" y="180975"/>
                </a:cubicBezTo>
                <a:cubicBezTo>
                  <a:pt x="9550" y="180975"/>
                  <a:pt x="25" y="171449"/>
                  <a:pt x="25" y="114300"/>
                </a:cubicBezTo>
                <a:lnTo>
                  <a:pt x="25" y="76200"/>
                </a:lnTo>
                <a:cubicBezTo>
                  <a:pt x="25" y="74782"/>
                  <a:pt x="18" y="73470"/>
                  <a:pt x="11" y="72254"/>
                </a:cubicBezTo>
                <a:cubicBezTo>
                  <a:pt x="-31" y="64653"/>
                  <a:pt x="-51" y="60853"/>
                  <a:pt x="1838" y="58963"/>
                </a:cubicBezTo>
                <a:cubicBezTo>
                  <a:pt x="3728" y="57074"/>
                  <a:pt x="7528" y="57094"/>
                  <a:pt x="15129" y="57136"/>
                </a:cubicBezTo>
                <a:close/>
                <a:moveTo>
                  <a:pt x="47650" y="9525"/>
                </a:moveTo>
                <a:cubicBezTo>
                  <a:pt x="52910" y="9525"/>
                  <a:pt x="57175" y="13790"/>
                  <a:pt x="57175" y="19050"/>
                </a:cubicBezTo>
                <a:cubicBezTo>
                  <a:pt x="57175" y="23743"/>
                  <a:pt x="55124" y="28973"/>
                  <a:pt x="53193" y="32835"/>
                </a:cubicBezTo>
                <a:cubicBezTo>
                  <a:pt x="51111" y="36998"/>
                  <a:pt x="48184" y="41512"/>
                  <a:pt x="44860" y="44835"/>
                </a:cubicBezTo>
                <a:cubicBezTo>
                  <a:pt x="41140" y="48555"/>
                  <a:pt x="35110" y="48555"/>
                  <a:pt x="31390" y="44835"/>
                </a:cubicBezTo>
                <a:cubicBezTo>
                  <a:pt x="27670" y="41115"/>
                  <a:pt x="27670" y="35085"/>
                  <a:pt x="31390" y="31365"/>
                </a:cubicBezTo>
                <a:cubicBezTo>
                  <a:pt x="32829" y="29926"/>
                  <a:pt x="34664" y="27296"/>
                  <a:pt x="36154" y="24315"/>
                </a:cubicBezTo>
                <a:cubicBezTo>
                  <a:pt x="36870" y="22883"/>
                  <a:pt x="37411" y="21558"/>
                  <a:pt x="37755" y="20478"/>
                </a:cubicBezTo>
                <a:cubicBezTo>
                  <a:pt x="38026" y="19625"/>
                  <a:pt x="38099" y="19161"/>
                  <a:pt x="38118" y="19038"/>
                </a:cubicBezTo>
                <a:cubicBezTo>
                  <a:pt x="38122" y="19015"/>
                  <a:pt x="38124" y="19004"/>
                  <a:pt x="38124" y="19004"/>
                </a:cubicBezTo>
                <a:cubicBezTo>
                  <a:pt x="38124" y="19004"/>
                  <a:pt x="38125" y="19019"/>
                  <a:pt x="38125" y="19050"/>
                </a:cubicBezTo>
                <a:cubicBezTo>
                  <a:pt x="38125" y="13790"/>
                  <a:pt x="42389" y="9525"/>
                  <a:pt x="47650" y="9525"/>
                </a:cubicBezTo>
                <a:close/>
                <a:moveTo>
                  <a:pt x="95275" y="0"/>
                </a:moveTo>
                <a:cubicBezTo>
                  <a:pt x="100536" y="0"/>
                  <a:pt x="104800" y="4265"/>
                  <a:pt x="104800" y="9525"/>
                </a:cubicBezTo>
                <a:cubicBezTo>
                  <a:pt x="104800" y="18649"/>
                  <a:pt x="101805" y="27617"/>
                  <a:pt x="97248" y="34454"/>
                </a:cubicBezTo>
                <a:cubicBezTo>
                  <a:pt x="92966" y="40875"/>
                  <a:pt x="85696" y="47625"/>
                  <a:pt x="76225" y="47625"/>
                </a:cubicBezTo>
                <a:cubicBezTo>
                  <a:pt x="70964" y="47625"/>
                  <a:pt x="66700" y="43360"/>
                  <a:pt x="66700" y="38100"/>
                </a:cubicBezTo>
                <a:cubicBezTo>
                  <a:pt x="66700" y="32840"/>
                  <a:pt x="70964" y="28575"/>
                  <a:pt x="76225" y="28575"/>
                </a:cubicBezTo>
                <a:cubicBezTo>
                  <a:pt x="76279" y="28575"/>
                  <a:pt x="78534" y="28181"/>
                  <a:pt x="81396" y="23887"/>
                </a:cubicBezTo>
                <a:cubicBezTo>
                  <a:pt x="83982" y="20008"/>
                  <a:pt x="85750" y="14689"/>
                  <a:pt x="85750" y="9525"/>
                </a:cubicBezTo>
                <a:cubicBezTo>
                  <a:pt x="85750" y="4265"/>
                  <a:pt x="90014" y="0"/>
                  <a:pt x="95275" y="0"/>
                </a:cubicBezTo>
                <a:close/>
              </a:path>
            </a:pathLst>
          </a:custGeom>
          <a:solidFill>
            <a:srgbClr val="000000"/>
          </a:solidFill>
          <a:ln w="9525" cap="flat">
            <a:noFill/>
            <a:prstDash val="solid"/>
            <a:miter/>
          </a:ln>
        </p:spPr>
        <p:txBody>
          <a:bodyPr rtlCol="0" anchor="ctr"/>
          <a:lstStyle/>
          <a:p>
            <a:endParaRPr lang="ru-RU"/>
          </a:p>
        </p:txBody>
      </p:sp>
      <p:sp>
        <p:nvSpPr>
          <p:cNvPr id="15" name="Прямоугольник: скругленные углы 14">
            <a:extLst>
              <a:ext uri="{FF2B5EF4-FFF2-40B4-BE49-F238E27FC236}">
                <a16:creationId xmlns:a16="http://schemas.microsoft.com/office/drawing/2014/main" id="{46DD7D9C-A801-CEC7-AFC9-29A79571B903}"/>
              </a:ext>
            </a:extLst>
          </p:cNvPr>
          <p:cNvSpPr/>
          <p:nvPr/>
        </p:nvSpPr>
        <p:spPr>
          <a:xfrm>
            <a:off x="633413" y="400061"/>
            <a:ext cx="10917237" cy="810759"/>
          </a:xfrm>
          <a:prstGeom prst="roundRect">
            <a:avLst>
              <a:gd name="adj" fmla="val 208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a:extLst>
              <a:ext uri="{FF2B5EF4-FFF2-40B4-BE49-F238E27FC236}">
                <a16:creationId xmlns:a16="http://schemas.microsoft.com/office/drawing/2014/main" id="{979CF4F6-DAD5-6F31-4777-5F5E97074201}"/>
              </a:ext>
            </a:extLst>
          </p:cNvPr>
          <p:cNvSpPr txBox="1"/>
          <p:nvPr/>
        </p:nvSpPr>
        <p:spPr>
          <a:xfrm>
            <a:off x="822756" y="549810"/>
            <a:ext cx="8910207" cy="545026"/>
          </a:xfrm>
          <a:prstGeom prst="rect">
            <a:avLst/>
          </a:prstGeom>
          <a:noFill/>
        </p:spPr>
        <p:txBody>
          <a:bodyPr wrap="square" lIns="0" tIns="0" rIns="0" bIns="0" rtlCol="0">
            <a:noAutofit/>
          </a:bodyPr>
          <a:lstStyle/>
          <a:p>
            <a:pPr algn="l">
              <a:lnSpc>
                <a:spcPct val="110000"/>
              </a:lnSpc>
              <a:spcAft>
                <a:spcPts val="600"/>
              </a:spcAft>
            </a:pPr>
            <a:r>
              <a:rPr lang="ru-RU" sz="1200">
                <a:solidFill>
                  <a:schemeClr val="bg1"/>
                </a:solidFill>
              </a:rPr>
              <a:t>Нужно перекрасить иконку? Выбери «Заливку». Хочешь поменять размер? Зажми Shift и потяни иконку. </a:t>
            </a:r>
          </a:p>
          <a:p>
            <a:pPr algn="l">
              <a:lnSpc>
                <a:spcPct val="110000"/>
              </a:lnSpc>
              <a:spcAft>
                <a:spcPts val="600"/>
              </a:spcAft>
            </a:pPr>
            <a:r>
              <a:rPr lang="ru-RU" sz="1200">
                <a:solidFill>
                  <a:schemeClr val="bg1"/>
                </a:solidFill>
              </a:rPr>
              <a:t>Не переборщи! Для большой иллюстрации лучше подбери 3D-иллюстрацию. </a:t>
            </a:r>
          </a:p>
          <a:p>
            <a:pPr algn="l">
              <a:lnSpc>
                <a:spcPct val="110000"/>
              </a:lnSpc>
              <a:spcAft>
                <a:spcPts val="600"/>
              </a:spcAft>
            </a:pPr>
            <a:endParaRPr lang="ru-RU" sz="1200">
              <a:solidFill>
                <a:schemeClr val="bg1"/>
              </a:solidFill>
            </a:endParaRPr>
          </a:p>
          <a:p>
            <a:pPr algn="l">
              <a:lnSpc>
                <a:spcPct val="110000"/>
              </a:lnSpc>
              <a:spcAft>
                <a:spcPts val="600"/>
              </a:spcAft>
            </a:pPr>
            <a:endParaRPr lang="ru-RU" sz="1200">
              <a:solidFill>
                <a:schemeClr val="bg1"/>
              </a:solidFill>
            </a:endParaRPr>
          </a:p>
          <a:p>
            <a:pPr algn="l">
              <a:lnSpc>
                <a:spcPct val="110000"/>
              </a:lnSpc>
              <a:spcAft>
                <a:spcPts val="600"/>
              </a:spcAft>
            </a:pPr>
            <a:endParaRPr lang="ru-RU" sz="1200">
              <a:solidFill>
                <a:schemeClr val="bg1"/>
              </a:solidFill>
            </a:endParaRPr>
          </a:p>
        </p:txBody>
      </p:sp>
      <p:grpSp>
        <p:nvGrpSpPr>
          <p:cNvPr id="11" name="Группа 10">
            <a:extLst>
              <a:ext uri="{FF2B5EF4-FFF2-40B4-BE49-F238E27FC236}">
                <a16:creationId xmlns:a16="http://schemas.microsoft.com/office/drawing/2014/main" id="{6F4BD028-F8C0-0422-1565-8E6C42F9EACB}"/>
              </a:ext>
            </a:extLst>
          </p:cNvPr>
          <p:cNvGrpSpPr/>
          <p:nvPr/>
        </p:nvGrpSpPr>
        <p:grpSpPr>
          <a:xfrm>
            <a:off x="9156541" y="3910662"/>
            <a:ext cx="188347" cy="223638"/>
            <a:chOff x="9130914" y="4772026"/>
            <a:chExt cx="188347" cy="223638"/>
          </a:xfrm>
        </p:grpSpPr>
        <p:pic>
          <p:nvPicPr>
            <p:cNvPr id="12" name="Рисунок 11">
              <a:extLst>
                <a:ext uri="{FF2B5EF4-FFF2-40B4-BE49-F238E27FC236}">
                  <a16:creationId xmlns:a16="http://schemas.microsoft.com/office/drawing/2014/main" id="{3F9AB444-C892-89E6-FDAF-62D5494C2EB4}"/>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38957" y="4772026"/>
              <a:ext cx="180304" cy="180304"/>
            </a:xfrm>
            <a:prstGeom prst="rect">
              <a:avLst/>
            </a:prstGeom>
          </p:spPr>
        </p:pic>
        <p:sp>
          <p:nvSpPr>
            <p:cNvPr id="13" name="Прямоугольник: скругленные углы 12">
              <a:extLst>
                <a:ext uri="{FF2B5EF4-FFF2-40B4-BE49-F238E27FC236}">
                  <a16:creationId xmlns:a16="http://schemas.microsoft.com/office/drawing/2014/main" id="{8D9CBF39-BA6D-FA78-D848-01C31F2B7E3D}"/>
                </a:ext>
              </a:extLst>
            </p:cNvPr>
            <p:cNvSpPr/>
            <p:nvPr/>
          </p:nvSpPr>
          <p:spPr>
            <a:xfrm>
              <a:off x="9130914" y="4970464"/>
              <a:ext cx="187980" cy="252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grpSp>
        <p:nvGrpSpPr>
          <p:cNvPr id="4" name="Группа 3">
            <a:extLst>
              <a:ext uri="{FF2B5EF4-FFF2-40B4-BE49-F238E27FC236}">
                <a16:creationId xmlns:a16="http://schemas.microsoft.com/office/drawing/2014/main" id="{A772308C-9FBE-0FF2-945E-40AD96C1A8EE}"/>
              </a:ext>
            </a:extLst>
          </p:cNvPr>
          <p:cNvGrpSpPr/>
          <p:nvPr/>
        </p:nvGrpSpPr>
        <p:grpSpPr>
          <a:xfrm>
            <a:off x="3484044" y="6404991"/>
            <a:ext cx="7158056" cy="252000"/>
            <a:chOff x="2015782" y="6404991"/>
            <a:chExt cx="7158056" cy="252000"/>
          </a:xfrm>
        </p:grpSpPr>
        <p:sp>
          <p:nvSpPr>
            <p:cNvPr id="7" name="Прямоугольник: скругленные углы 6">
              <a:extLst>
                <a:ext uri="{FF2B5EF4-FFF2-40B4-BE49-F238E27FC236}">
                  <a16:creationId xmlns:a16="http://schemas.microsoft.com/office/drawing/2014/main" id="{4B923B18-CC97-CF7A-7702-2E2926354825}"/>
                </a:ext>
              </a:extLst>
            </p:cNvPr>
            <p:cNvSpPr/>
            <p:nvPr/>
          </p:nvSpPr>
          <p:spPr>
            <a:xfrm>
              <a:off x="2015782" y="6404991"/>
              <a:ext cx="7158056" cy="252000"/>
            </a:xfrm>
            <a:prstGeom prst="roundRect">
              <a:avLst>
                <a:gd name="adj" fmla="val 27273"/>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tIns="0" rIns="0" bIns="0" rtlCol="0" anchor="ctr"/>
            <a:lstStyle/>
            <a:p>
              <a:pPr>
                <a:lnSpc>
                  <a:spcPct val="85000"/>
                </a:lnSpc>
              </a:pPr>
              <a:r>
                <a:rPr lang="ru-RU" sz="1000">
                  <a:solidFill>
                    <a:schemeClr val="tx1"/>
                  </a:solidFill>
                </a:rPr>
                <a:t>Чтобы изменить цвет иконки нажми вверху на панели «Заливка  фигуры» и выбери подходящий цвет из палитры  </a:t>
              </a:r>
            </a:p>
          </p:txBody>
        </p:sp>
        <p:pic>
          <p:nvPicPr>
            <p:cNvPr id="8" name="Рисунок 7" descr="Изображение выглядит как текст&#10;&#10;Автоматически созданное описание">
              <a:extLst>
                <a:ext uri="{FF2B5EF4-FFF2-40B4-BE49-F238E27FC236}">
                  <a16:creationId xmlns:a16="http://schemas.microsoft.com/office/drawing/2014/main" id="{EAD1E15C-6504-BFA7-752E-0F2EC10EE8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12618" y="6460471"/>
              <a:ext cx="111205" cy="130829"/>
            </a:xfrm>
            <a:prstGeom prst="rect">
              <a:avLst/>
            </a:prstGeom>
          </p:spPr>
        </p:pic>
      </p:grpSp>
      <p:pic>
        <p:nvPicPr>
          <p:cNvPr id="155" name="Рисунок 154">
            <a:extLst>
              <a:ext uri="{FF2B5EF4-FFF2-40B4-BE49-F238E27FC236}">
                <a16:creationId xmlns:a16="http://schemas.microsoft.com/office/drawing/2014/main" id="{87405279-3B3D-4587-B931-EB0401F0C239}"/>
              </a:ext>
            </a:extLst>
          </p:cNvPr>
          <p:cNvPicPr>
            <a:picLocks noChangeAspect="1"/>
          </p:cNvPicPr>
          <p:nvPr/>
        </p:nvPicPr>
        <p:blipFill rotWithShape="1">
          <a:blip r:embed="rId5">
            <a:extLst>
              <a:ext uri="{28A0092B-C50C-407E-A947-70E740481C1C}">
                <a14:useLocalDpi xmlns:a14="http://schemas.microsoft.com/office/drawing/2010/main" val="0"/>
              </a:ext>
            </a:extLst>
          </a:blip>
          <a:srcRect b="18346"/>
          <a:stretch/>
        </p:blipFill>
        <p:spPr>
          <a:xfrm>
            <a:off x="9428641" y="244552"/>
            <a:ext cx="1036227" cy="966268"/>
          </a:xfrm>
          <a:prstGeom prst="rect">
            <a:avLst/>
          </a:prstGeom>
        </p:spPr>
      </p:pic>
    </p:spTree>
    <p:extLst>
      <p:ext uri="{BB962C8B-B14F-4D97-AF65-F5344CB8AC3E}">
        <p14:creationId xmlns:p14="http://schemas.microsoft.com/office/powerpoint/2010/main" val="2054386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B7351E8E-B07A-AE2B-FE37-BA11E386EB41}"/>
              </a:ext>
            </a:extLst>
          </p:cNvPr>
          <p:cNvSpPr>
            <a:spLocks noGrp="1"/>
          </p:cNvSpPr>
          <p:nvPr>
            <p:ph idx="1"/>
          </p:nvPr>
        </p:nvSpPr>
        <p:spPr>
          <a:xfrm>
            <a:off x="639764" y="411163"/>
            <a:ext cx="4816436" cy="257176"/>
          </a:xfrm>
        </p:spPr>
        <p:txBody>
          <a:bodyPr/>
          <a:lstStyle/>
          <a:p>
            <a:r>
              <a:rPr lang="ru-RU" sz="1600" b="1"/>
              <a:t>Коллаборации</a:t>
            </a:r>
          </a:p>
        </p:txBody>
      </p:sp>
      <p:sp>
        <p:nvSpPr>
          <p:cNvPr id="3" name="Номер слайда 2">
            <a:extLst>
              <a:ext uri="{FF2B5EF4-FFF2-40B4-BE49-F238E27FC236}">
                <a16:creationId xmlns:a16="http://schemas.microsoft.com/office/drawing/2014/main" id="{2FA18A34-B900-3398-EA3E-6751BE6221F1}"/>
              </a:ext>
            </a:extLst>
          </p:cNvPr>
          <p:cNvSpPr>
            <a:spLocks noGrp="1"/>
          </p:cNvSpPr>
          <p:nvPr>
            <p:ph type="sldNum" sz="quarter" idx="12"/>
          </p:nvPr>
        </p:nvSpPr>
        <p:spPr/>
        <p:txBody>
          <a:bodyPr/>
          <a:lstStyle/>
          <a:p>
            <a:fld id="{EB5249F5-0093-48B0-B996-C4E44A87EAFB}" type="slidenum">
              <a:rPr lang="ru-RU" smtClean="0"/>
              <a:pPr/>
              <a:t>6</a:t>
            </a:fld>
            <a:endParaRPr lang="ru-RU"/>
          </a:p>
        </p:txBody>
      </p:sp>
      <p:sp>
        <p:nvSpPr>
          <p:cNvPr id="6" name="Объект 4">
            <a:extLst>
              <a:ext uri="{FF2B5EF4-FFF2-40B4-BE49-F238E27FC236}">
                <a16:creationId xmlns:a16="http://schemas.microsoft.com/office/drawing/2014/main" id="{6DA787DA-1331-1C50-44E0-EA8363A778D1}"/>
              </a:ext>
            </a:extLst>
          </p:cNvPr>
          <p:cNvSpPr txBox="1">
            <a:spLocks/>
          </p:cNvSpPr>
          <p:nvPr/>
        </p:nvSpPr>
        <p:spPr>
          <a:xfrm>
            <a:off x="6554165" y="411163"/>
            <a:ext cx="5011629"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Доставка </a:t>
            </a:r>
          </a:p>
          <a:p>
            <a:r>
              <a:rPr lang="ru-RU" sz="1600" b="1"/>
              <a:t> </a:t>
            </a:r>
          </a:p>
        </p:txBody>
      </p:sp>
      <p:sp>
        <p:nvSpPr>
          <p:cNvPr id="250" name="Объект 4">
            <a:extLst>
              <a:ext uri="{FF2B5EF4-FFF2-40B4-BE49-F238E27FC236}">
                <a16:creationId xmlns:a16="http://schemas.microsoft.com/office/drawing/2014/main" id="{43460182-FB7F-F8EB-3362-B3067B764B90}"/>
              </a:ext>
            </a:extLst>
          </p:cNvPr>
          <p:cNvSpPr txBox="1">
            <a:spLocks/>
          </p:cNvSpPr>
          <p:nvPr/>
        </p:nvSpPr>
        <p:spPr>
          <a:xfrm>
            <a:off x="639764" y="4159838"/>
            <a:ext cx="4816436"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Медиа</a:t>
            </a:r>
          </a:p>
        </p:txBody>
      </p:sp>
      <p:sp>
        <p:nvSpPr>
          <p:cNvPr id="251" name="Объект 4">
            <a:extLst>
              <a:ext uri="{FF2B5EF4-FFF2-40B4-BE49-F238E27FC236}">
                <a16:creationId xmlns:a16="http://schemas.microsoft.com/office/drawing/2014/main" id="{F2965E5E-A939-654A-2278-23341E5C746D}"/>
              </a:ext>
            </a:extLst>
          </p:cNvPr>
          <p:cNvSpPr txBox="1">
            <a:spLocks/>
          </p:cNvSpPr>
          <p:nvPr/>
        </p:nvSpPr>
        <p:spPr>
          <a:xfrm>
            <a:off x="6554165" y="4159838"/>
            <a:ext cx="5011629"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Документы </a:t>
            </a:r>
          </a:p>
          <a:p>
            <a:r>
              <a:rPr lang="ru-RU" sz="1600" b="1"/>
              <a:t> </a:t>
            </a:r>
          </a:p>
        </p:txBody>
      </p:sp>
      <p:sp>
        <p:nvSpPr>
          <p:cNvPr id="1346" name="Полилиния: фигура 1345">
            <a:extLst>
              <a:ext uri="{FF2B5EF4-FFF2-40B4-BE49-F238E27FC236}">
                <a16:creationId xmlns:a16="http://schemas.microsoft.com/office/drawing/2014/main" id="{088D224B-9E8B-8A48-E785-DD209C40D186}"/>
              </a:ext>
            </a:extLst>
          </p:cNvPr>
          <p:cNvSpPr/>
          <p:nvPr/>
        </p:nvSpPr>
        <p:spPr>
          <a:xfrm>
            <a:off x="642654" y="846817"/>
            <a:ext cx="180975" cy="171450"/>
          </a:xfrm>
          <a:custGeom>
            <a:avLst/>
            <a:gdLst>
              <a:gd name="connsiteX0" fmla="*/ 157163 w 180975"/>
              <a:gd name="connsiteY0" fmla="*/ 142875 h 171450"/>
              <a:gd name="connsiteX1" fmla="*/ 152400 w 180975"/>
              <a:gd name="connsiteY1" fmla="*/ 147638 h 171450"/>
              <a:gd name="connsiteX2" fmla="*/ 157163 w 180975"/>
              <a:gd name="connsiteY2" fmla="*/ 152400 h 171450"/>
              <a:gd name="connsiteX3" fmla="*/ 161925 w 180975"/>
              <a:gd name="connsiteY3" fmla="*/ 147638 h 171450"/>
              <a:gd name="connsiteX4" fmla="*/ 157163 w 180975"/>
              <a:gd name="connsiteY4" fmla="*/ 142875 h 171450"/>
              <a:gd name="connsiteX5" fmla="*/ 157163 w 180975"/>
              <a:gd name="connsiteY5" fmla="*/ 123825 h 171450"/>
              <a:gd name="connsiteX6" fmla="*/ 180975 w 180975"/>
              <a:gd name="connsiteY6" fmla="*/ 147638 h 171450"/>
              <a:gd name="connsiteX7" fmla="*/ 157163 w 180975"/>
              <a:gd name="connsiteY7" fmla="*/ 171450 h 171450"/>
              <a:gd name="connsiteX8" fmla="*/ 134911 w 180975"/>
              <a:gd name="connsiteY8" fmla="*/ 161814 h 171450"/>
              <a:gd name="connsiteX9" fmla="*/ 130499 w 180975"/>
              <a:gd name="connsiteY9" fmla="*/ 161814 h 171450"/>
              <a:gd name="connsiteX10" fmla="*/ 125323 w 180975"/>
              <a:gd name="connsiteY10" fmla="*/ 161878 h 171450"/>
              <a:gd name="connsiteX11" fmla="*/ 106687 w 180975"/>
              <a:gd name="connsiteY11" fmla="*/ 147581 h 171450"/>
              <a:gd name="connsiteX12" fmla="*/ 104775 w 180975"/>
              <a:gd name="connsiteY12" fmla="*/ 139452 h 171450"/>
              <a:gd name="connsiteX13" fmla="*/ 112640 w 180975"/>
              <a:gd name="connsiteY13" fmla="*/ 133350 h 171450"/>
              <a:gd name="connsiteX14" fmla="*/ 134948 w 180975"/>
              <a:gd name="connsiteY14" fmla="*/ 133350 h 171450"/>
              <a:gd name="connsiteX15" fmla="*/ 157163 w 180975"/>
              <a:gd name="connsiteY15" fmla="*/ 123825 h 171450"/>
              <a:gd name="connsiteX16" fmla="*/ 33338 w 180975"/>
              <a:gd name="connsiteY16" fmla="*/ 104774 h 171450"/>
              <a:gd name="connsiteX17" fmla="*/ 46759 w 180975"/>
              <a:gd name="connsiteY17" fmla="*/ 108331 h 171450"/>
              <a:gd name="connsiteX18" fmla="*/ 76200 w 180975"/>
              <a:gd name="connsiteY18" fmla="*/ 114299 h 171450"/>
              <a:gd name="connsiteX19" fmla="*/ 105616 w 180975"/>
              <a:gd name="connsiteY19" fmla="*/ 108323 h 171450"/>
              <a:gd name="connsiteX20" fmla="*/ 119063 w 180975"/>
              <a:gd name="connsiteY20" fmla="*/ 104774 h 171450"/>
              <a:gd name="connsiteX21" fmla="*/ 123825 w 180975"/>
              <a:gd name="connsiteY21" fmla="*/ 115600 h 171450"/>
              <a:gd name="connsiteX22" fmla="*/ 95250 w 180975"/>
              <a:gd name="connsiteY22" fmla="*/ 142874 h 171450"/>
              <a:gd name="connsiteX23" fmla="*/ 79041 w 180975"/>
              <a:gd name="connsiteY23" fmla="*/ 171424 h 171450"/>
              <a:gd name="connsiteX24" fmla="*/ 76117 w 180975"/>
              <a:gd name="connsiteY24" fmla="*/ 171449 h 171450"/>
              <a:gd name="connsiteX25" fmla="*/ 0 w 180975"/>
              <a:gd name="connsiteY25" fmla="*/ 138112 h 171450"/>
              <a:gd name="connsiteX26" fmla="*/ 33338 w 180975"/>
              <a:gd name="connsiteY26" fmla="*/ 104774 h 171450"/>
              <a:gd name="connsiteX27" fmla="*/ 76200 w 180975"/>
              <a:gd name="connsiteY27" fmla="*/ 0 h 171450"/>
              <a:gd name="connsiteX28" fmla="*/ 123825 w 180975"/>
              <a:gd name="connsiteY28" fmla="*/ 47625 h 171450"/>
              <a:gd name="connsiteX29" fmla="*/ 76200 w 180975"/>
              <a:gd name="connsiteY29" fmla="*/ 95250 h 171450"/>
              <a:gd name="connsiteX30" fmla="*/ 28575 w 180975"/>
              <a:gd name="connsiteY30" fmla="*/ 47625 h 171450"/>
              <a:gd name="connsiteX31" fmla="*/ 76200 w 180975"/>
              <a:gd name="connsiteY31"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0975" h="171450">
                <a:moveTo>
                  <a:pt x="157163" y="142875"/>
                </a:moveTo>
                <a:cubicBezTo>
                  <a:pt x="154533" y="142875"/>
                  <a:pt x="152400" y="145008"/>
                  <a:pt x="152400" y="147638"/>
                </a:cubicBezTo>
                <a:cubicBezTo>
                  <a:pt x="152400" y="150267"/>
                  <a:pt x="154533" y="152400"/>
                  <a:pt x="157163" y="152400"/>
                </a:cubicBezTo>
                <a:cubicBezTo>
                  <a:pt x="159792" y="152400"/>
                  <a:pt x="161925" y="150267"/>
                  <a:pt x="161925" y="147638"/>
                </a:cubicBezTo>
                <a:cubicBezTo>
                  <a:pt x="161925" y="145008"/>
                  <a:pt x="159792" y="142875"/>
                  <a:pt x="157163" y="142875"/>
                </a:cubicBezTo>
                <a:close/>
                <a:moveTo>
                  <a:pt x="157163" y="123825"/>
                </a:moveTo>
                <a:cubicBezTo>
                  <a:pt x="176773" y="123825"/>
                  <a:pt x="180975" y="128027"/>
                  <a:pt x="180975" y="147638"/>
                </a:cubicBezTo>
                <a:cubicBezTo>
                  <a:pt x="180975" y="167248"/>
                  <a:pt x="176773" y="171450"/>
                  <a:pt x="157163" y="171450"/>
                </a:cubicBezTo>
                <a:cubicBezTo>
                  <a:pt x="143660" y="171450"/>
                  <a:pt x="137462" y="169457"/>
                  <a:pt x="134911" y="161814"/>
                </a:cubicBezTo>
                <a:lnTo>
                  <a:pt x="130499" y="161814"/>
                </a:lnTo>
                <a:cubicBezTo>
                  <a:pt x="128566" y="161814"/>
                  <a:pt x="126853" y="161848"/>
                  <a:pt x="125323" y="161878"/>
                </a:cubicBezTo>
                <a:cubicBezTo>
                  <a:pt x="114242" y="162099"/>
                  <a:pt x="112771" y="162129"/>
                  <a:pt x="106687" y="147581"/>
                </a:cubicBezTo>
                <a:cubicBezTo>
                  <a:pt x="105253" y="144154"/>
                  <a:pt x="104775" y="141800"/>
                  <a:pt x="104775" y="139452"/>
                </a:cubicBezTo>
                <a:cubicBezTo>
                  <a:pt x="104775" y="134351"/>
                  <a:pt x="108500" y="133350"/>
                  <a:pt x="112640" y="133350"/>
                </a:cubicBezTo>
                <a:lnTo>
                  <a:pt x="134948" y="133350"/>
                </a:lnTo>
                <a:cubicBezTo>
                  <a:pt x="137522" y="125799"/>
                  <a:pt x="143726" y="123825"/>
                  <a:pt x="157163" y="123825"/>
                </a:cubicBezTo>
                <a:close/>
                <a:moveTo>
                  <a:pt x="33338" y="104774"/>
                </a:moveTo>
                <a:cubicBezTo>
                  <a:pt x="39244" y="104793"/>
                  <a:pt x="42708" y="106425"/>
                  <a:pt x="46759" y="108331"/>
                </a:cubicBezTo>
                <a:cubicBezTo>
                  <a:pt x="52508" y="111038"/>
                  <a:pt x="59437" y="114299"/>
                  <a:pt x="76200" y="114299"/>
                </a:cubicBezTo>
                <a:cubicBezTo>
                  <a:pt x="92939" y="114299"/>
                  <a:pt x="99872" y="111031"/>
                  <a:pt x="105616" y="108323"/>
                </a:cubicBezTo>
                <a:cubicBezTo>
                  <a:pt x="109678" y="106409"/>
                  <a:pt x="113145" y="104774"/>
                  <a:pt x="119063" y="104774"/>
                </a:cubicBezTo>
                <a:cubicBezTo>
                  <a:pt x="132088" y="104774"/>
                  <a:pt x="130751" y="114299"/>
                  <a:pt x="123825" y="115600"/>
                </a:cubicBezTo>
                <a:cubicBezTo>
                  <a:pt x="109879" y="118220"/>
                  <a:pt x="95250" y="125442"/>
                  <a:pt x="95250" y="142874"/>
                </a:cubicBezTo>
                <a:cubicBezTo>
                  <a:pt x="95250" y="165707"/>
                  <a:pt x="90488" y="171449"/>
                  <a:pt x="79041" y="171424"/>
                </a:cubicBezTo>
                <a:cubicBezTo>
                  <a:pt x="78076" y="171440"/>
                  <a:pt x="7710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rgbClr val="000000"/>
          </a:solidFill>
          <a:ln w="9525" cap="flat">
            <a:noFill/>
            <a:prstDash val="solid"/>
            <a:miter/>
          </a:ln>
        </p:spPr>
        <p:txBody>
          <a:bodyPr rtlCol="0" anchor="ctr"/>
          <a:lstStyle/>
          <a:p>
            <a:endParaRPr lang="ru-RU"/>
          </a:p>
        </p:txBody>
      </p:sp>
      <p:sp>
        <p:nvSpPr>
          <p:cNvPr id="1347" name="Полилиния: фигура 1346">
            <a:extLst>
              <a:ext uri="{FF2B5EF4-FFF2-40B4-BE49-F238E27FC236}">
                <a16:creationId xmlns:a16="http://schemas.microsoft.com/office/drawing/2014/main" id="{663D1A76-CBDD-33EE-AEFD-80FCF839D52B}"/>
              </a:ext>
            </a:extLst>
          </p:cNvPr>
          <p:cNvSpPr/>
          <p:nvPr/>
        </p:nvSpPr>
        <p:spPr>
          <a:xfrm>
            <a:off x="633126" y="1396636"/>
            <a:ext cx="171455" cy="161927"/>
          </a:xfrm>
          <a:custGeom>
            <a:avLst/>
            <a:gdLst>
              <a:gd name="connsiteX0" fmla="*/ 38103 w 171455"/>
              <a:gd name="connsiteY0" fmla="*/ 142877 h 161927"/>
              <a:gd name="connsiteX1" fmla="*/ 47628 w 171455"/>
              <a:gd name="connsiteY1" fmla="*/ 152402 h 161927"/>
              <a:gd name="connsiteX2" fmla="*/ 38103 w 171455"/>
              <a:gd name="connsiteY2" fmla="*/ 161927 h 161927"/>
              <a:gd name="connsiteX3" fmla="*/ 28578 w 171455"/>
              <a:gd name="connsiteY3" fmla="*/ 152402 h 161927"/>
              <a:gd name="connsiteX4" fmla="*/ 38103 w 171455"/>
              <a:gd name="connsiteY4" fmla="*/ 142877 h 161927"/>
              <a:gd name="connsiteX5" fmla="*/ 147641 w 171455"/>
              <a:gd name="connsiteY5" fmla="*/ 133352 h 161927"/>
              <a:gd name="connsiteX6" fmla="*/ 161928 w 171455"/>
              <a:gd name="connsiteY6" fmla="*/ 147640 h 161927"/>
              <a:gd name="connsiteX7" fmla="*/ 147641 w 171455"/>
              <a:gd name="connsiteY7" fmla="*/ 161927 h 161927"/>
              <a:gd name="connsiteX8" fmla="*/ 133353 w 171455"/>
              <a:gd name="connsiteY8" fmla="*/ 147640 h 161927"/>
              <a:gd name="connsiteX9" fmla="*/ 147641 w 171455"/>
              <a:gd name="connsiteY9" fmla="*/ 133352 h 161927"/>
              <a:gd name="connsiteX10" fmla="*/ 66678 w 171455"/>
              <a:gd name="connsiteY10" fmla="*/ 95252 h 161927"/>
              <a:gd name="connsiteX11" fmla="*/ 76203 w 171455"/>
              <a:gd name="connsiteY11" fmla="*/ 104777 h 161927"/>
              <a:gd name="connsiteX12" fmla="*/ 66678 w 171455"/>
              <a:gd name="connsiteY12" fmla="*/ 114302 h 161927"/>
              <a:gd name="connsiteX13" fmla="*/ 57153 w 171455"/>
              <a:gd name="connsiteY13" fmla="*/ 104777 h 161927"/>
              <a:gd name="connsiteX14" fmla="*/ 66678 w 171455"/>
              <a:gd name="connsiteY14" fmla="*/ 95252 h 161927"/>
              <a:gd name="connsiteX15" fmla="*/ 66677 w 171455"/>
              <a:gd name="connsiteY15" fmla="*/ 85726 h 161927"/>
              <a:gd name="connsiteX16" fmla="*/ 47627 w 171455"/>
              <a:gd name="connsiteY16" fmla="*/ 104776 h 161927"/>
              <a:gd name="connsiteX17" fmla="*/ 66677 w 171455"/>
              <a:gd name="connsiteY17" fmla="*/ 123826 h 161927"/>
              <a:gd name="connsiteX18" fmla="*/ 85727 w 171455"/>
              <a:gd name="connsiteY18" fmla="*/ 104776 h 161927"/>
              <a:gd name="connsiteX19" fmla="*/ 66677 w 171455"/>
              <a:gd name="connsiteY19" fmla="*/ 85726 h 161927"/>
              <a:gd name="connsiteX20" fmla="*/ 119065 w 171455"/>
              <a:gd name="connsiteY20" fmla="*/ 76201 h 161927"/>
              <a:gd name="connsiteX21" fmla="*/ 104777 w 171455"/>
              <a:gd name="connsiteY21" fmla="*/ 90489 h 161927"/>
              <a:gd name="connsiteX22" fmla="*/ 119065 w 171455"/>
              <a:gd name="connsiteY22" fmla="*/ 104776 h 161927"/>
              <a:gd name="connsiteX23" fmla="*/ 133352 w 171455"/>
              <a:gd name="connsiteY23" fmla="*/ 90489 h 161927"/>
              <a:gd name="connsiteX24" fmla="*/ 119065 w 171455"/>
              <a:gd name="connsiteY24" fmla="*/ 76201 h 161927"/>
              <a:gd name="connsiteX25" fmla="*/ 76202 w 171455"/>
              <a:gd name="connsiteY25" fmla="*/ 47626 h 161927"/>
              <a:gd name="connsiteX26" fmla="*/ 66677 w 171455"/>
              <a:gd name="connsiteY26" fmla="*/ 57151 h 161927"/>
              <a:gd name="connsiteX27" fmla="*/ 76202 w 171455"/>
              <a:gd name="connsiteY27" fmla="*/ 66676 h 161927"/>
              <a:gd name="connsiteX28" fmla="*/ 85727 w 171455"/>
              <a:gd name="connsiteY28" fmla="*/ 57151 h 161927"/>
              <a:gd name="connsiteX29" fmla="*/ 76202 w 171455"/>
              <a:gd name="connsiteY29" fmla="*/ 47626 h 161927"/>
              <a:gd name="connsiteX30" fmla="*/ 138116 w 171455"/>
              <a:gd name="connsiteY30" fmla="*/ 9527 h 161927"/>
              <a:gd name="connsiteX31" fmla="*/ 161928 w 171455"/>
              <a:gd name="connsiteY31" fmla="*/ 33340 h 161927"/>
              <a:gd name="connsiteX32" fmla="*/ 138116 w 171455"/>
              <a:gd name="connsiteY32" fmla="*/ 57152 h 161927"/>
              <a:gd name="connsiteX33" fmla="*/ 114303 w 171455"/>
              <a:gd name="connsiteY33" fmla="*/ 33340 h 161927"/>
              <a:gd name="connsiteX34" fmla="*/ 138116 w 171455"/>
              <a:gd name="connsiteY34" fmla="*/ 9527 h 161927"/>
              <a:gd name="connsiteX35" fmla="*/ 23816 w 171455"/>
              <a:gd name="connsiteY35" fmla="*/ 9527 h 161927"/>
              <a:gd name="connsiteX36" fmla="*/ 38103 w 171455"/>
              <a:gd name="connsiteY36" fmla="*/ 23815 h 161927"/>
              <a:gd name="connsiteX37" fmla="*/ 23816 w 171455"/>
              <a:gd name="connsiteY37" fmla="*/ 38102 h 161927"/>
              <a:gd name="connsiteX38" fmla="*/ 9528 w 171455"/>
              <a:gd name="connsiteY38" fmla="*/ 23815 h 161927"/>
              <a:gd name="connsiteX39" fmla="*/ 23816 w 171455"/>
              <a:gd name="connsiteY39" fmla="*/ 9527 h 161927"/>
              <a:gd name="connsiteX40" fmla="*/ 74636 w 171455"/>
              <a:gd name="connsiteY40" fmla="*/ 131 h 161927"/>
              <a:gd name="connsiteX41" fmla="*/ 85598 w 171455"/>
              <a:gd name="connsiteY41" fmla="*/ 7961 h 161927"/>
              <a:gd name="connsiteX42" fmla="*/ 87450 w 171455"/>
              <a:gd name="connsiteY42" fmla="*/ 19073 h 161927"/>
              <a:gd name="connsiteX43" fmla="*/ 100015 w 171455"/>
              <a:gd name="connsiteY43" fmla="*/ 20586 h 161927"/>
              <a:gd name="connsiteX44" fmla="*/ 105115 w 171455"/>
              <a:gd name="connsiteY44" fmla="*/ 28576 h 161927"/>
              <a:gd name="connsiteX45" fmla="*/ 104777 w 171455"/>
              <a:gd name="connsiteY45" fmla="*/ 33339 h 161927"/>
              <a:gd name="connsiteX46" fmla="*/ 138115 w 171455"/>
              <a:gd name="connsiteY46" fmla="*/ 66676 h 161927"/>
              <a:gd name="connsiteX47" fmla="*/ 142877 w 171455"/>
              <a:gd name="connsiteY47" fmla="*/ 66339 h 161927"/>
              <a:gd name="connsiteX48" fmla="*/ 150868 w 171455"/>
              <a:gd name="connsiteY48" fmla="*/ 71439 h 161927"/>
              <a:gd name="connsiteX49" fmla="*/ 152402 w 171455"/>
              <a:gd name="connsiteY49" fmla="*/ 85726 h 161927"/>
              <a:gd name="connsiteX50" fmla="*/ 150752 w 171455"/>
              <a:gd name="connsiteY50" fmla="*/ 100536 h 161927"/>
              <a:gd name="connsiteX51" fmla="*/ 164940 w 171455"/>
              <a:gd name="connsiteY51" fmla="*/ 105265 h 161927"/>
              <a:gd name="connsiteX52" fmla="*/ 170964 w 171455"/>
              <a:gd name="connsiteY52" fmla="*/ 117314 h 161927"/>
              <a:gd name="connsiteX53" fmla="*/ 158916 w 171455"/>
              <a:gd name="connsiteY53" fmla="*/ 123338 h 161927"/>
              <a:gd name="connsiteX54" fmla="*/ 143899 w 171455"/>
              <a:gd name="connsiteY54" fmla="*/ 118332 h 161927"/>
              <a:gd name="connsiteX55" fmla="*/ 85727 w 171455"/>
              <a:gd name="connsiteY55" fmla="*/ 152401 h 161927"/>
              <a:gd name="connsiteX56" fmla="*/ 30038 w 171455"/>
              <a:gd name="connsiteY56" fmla="*/ 122403 h 161927"/>
              <a:gd name="connsiteX57" fmla="*/ 23815 w 171455"/>
              <a:gd name="connsiteY57" fmla="*/ 123826 h 161927"/>
              <a:gd name="connsiteX58" fmla="*/ 9527 w 171455"/>
              <a:gd name="connsiteY58" fmla="*/ 109539 h 161927"/>
              <a:gd name="connsiteX59" fmla="*/ 19811 w 171455"/>
              <a:gd name="connsiteY59" fmla="*/ 95820 h 161927"/>
              <a:gd name="connsiteX60" fmla="*/ 19052 w 171455"/>
              <a:gd name="connsiteY60" fmla="*/ 85726 h 161927"/>
              <a:gd name="connsiteX61" fmla="*/ 19297 w 171455"/>
              <a:gd name="connsiteY61" fmla="*/ 79973 h 161927"/>
              <a:gd name="connsiteX62" fmla="*/ 6516 w 171455"/>
              <a:gd name="connsiteY62" fmla="*/ 75713 h 161927"/>
              <a:gd name="connsiteX63" fmla="*/ 491 w 171455"/>
              <a:gd name="connsiteY63" fmla="*/ 63664 h 161927"/>
              <a:gd name="connsiteX64" fmla="*/ 12540 w 171455"/>
              <a:gd name="connsiteY64" fmla="*/ 57640 h 161927"/>
              <a:gd name="connsiteX65" fmla="*/ 23651 w 171455"/>
              <a:gd name="connsiteY65" fmla="*/ 61344 h 161927"/>
              <a:gd name="connsiteX66" fmla="*/ 68508 w 171455"/>
              <a:gd name="connsiteY66" fmla="*/ 21296 h 161927"/>
              <a:gd name="connsiteX67" fmla="*/ 66807 w 171455"/>
              <a:gd name="connsiteY67" fmla="*/ 11092 h 161927"/>
              <a:gd name="connsiteX68" fmla="*/ 74636 w 171455"/>
              <a:gd name="connsiteY68" fmla="*/ 131 h 161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71455" h="161927">
                <a:moveTo>
                  <a:pt x="38103" y="142877"/>
                </a:moveTo>
                <a:cubicBezTo>
                  <a:pt x="43363" y="142877"/>
                  <a:pt x="47628" y="147141"/>
                  <a:pt x="47628" y="152402"/>
                </a:cubicBezTo>
                <a:cubicBezTo>
                  <a:pt x="47628" y="157663"/>
                  <a:pt x="43363" y="161927"/>
                  <a:pt x="38103" y="161927"/>
                </a:cubicBezTo>
                <a:cubicBezTo>
                  <a:pt x="32843" y="161927"/>
                  <a:pt x="28578" y="157663"/>
                  <a:pt x="28578" y="152402"/>
                </a:cubicBezTo>
                <a:cubicBezTo>
                  <a:pt x="28578" y="147141"/>
                  <a:pt x="32843" y="142877"/>
                  <a:pt x="38103" y="142877"/>
                </a:cubicBezTo>
                <a:close/>
                <a:moveTo>
                  <a:pt x="147641" y="133352"/>
                </a:moveTo>
                <a:cubicBezTo>
                  <a:pt x="155531" y="133352"/>
                  <a:pt x="161928" y="139749"/>
                  <a:pt x="161928" y="147640"/>
                </a:cubicBezTo>
                <a:cubicBezTo>
                  <a:pt x="161928" y="155530"/>
                  <a:pt x="155531" y="161927"/>
                  <a:pt x="147641" y="161927"/>
                </a:cubicBezTo>
                <a:cubicBezTo>
                  <a:pt x="139750" y="161927"/>
                  <a:pt x="133353" y="155530"/>
                  <a:pt x="133353" y="147640"/>
                </a:cubicBezTo>
                <a:cubicBezTo>
                  <a:pt x="133353" y="139749"/>
                  <a:pt x="139750" y="133352"/>
                  <a:pt x="147641" y="133352"/>
                </a:cubicBezTo>
                <a:close/>
                <a:moveTo>
                  <a:pt x="66678" y="95252"/>
                </a:moveTo>
                <a:cubicBezTo>
                  <a:pt x="71939" y="95252"/>
                  <a:pt x="76203" y="99516"/>
                  <a:pt x="76203" y="104777"/>
                </a:cubicBezTo>
                <a:cubicBezTo>
                  <a:pt x="76203" y="110038"/>
                  <a:pt x="71939" y="114302"/>
                  <a:pt x="66678" y="114302"/>
                </a:cubicBezTo>
                <a:cubicBezTo>
                  <a:pt x="61418" y="114302"/>
                  <a:pt x="57153" y="110038"/>
                  <a:pt x="57153" y="104777"/>
                </a:cubicBezTo>
                <a:cubicBezTo>
                  <a:pt x="57153" y="99516"/>
                  <a:pt x="61418" y="95252"/>
                  <a:pt x="66678" y="95252"/>
                </a:cubicBezTo>
                <a:close/>
                <a:moveTo>
                  <a:pt x="66677" y="85726"/>
                </a:moveTo>
                <a:cubicBezTo>
                  <a:pt x="56156" y="85726"/>
                  <a:pt x="47627" y="94255"/>
                  <a:pt x="47627" y="104776"/>
                </a:cubicBezTo>
                <a:cubicBezTo>
                  <a:pt x="47627" y="115297"/>
                  <a:pt x="56156" y="123826"/>
                  <a:pt x="66677" y="123826"/>
                </a:cubicBezTo>
                <a:cubicBezTo>
                  <a:pt x="77199" y="123826"/>
                  <a:pt x="85727" y="115297"/>
                  <a:pt x="85727" y="104776"/>
                </a:cubicBezTo>
                <a:cubicBezTo>
                  <a:pt x="85727" y="94255"/>
                  <a:pt x="77199" y="85726"/>
                  <a:pt x="66677" y="85726"/>
                </a:cubicBezTo>
                <a:close/>
                <a:moveTo>
                  <a:pt x="119065" y="76201"/>
                </a:moveTo>
                <a:cubicBezTo>
                  <a:pt x="111174" y="76201"/>
                  <a:pt x="104777" y="82598"/>
                  <a:pt x="104777" y="90489"/>
                </a:cubicBezTo>
                <a:cubicBezTo>
                  <a:pt x="104777" y="98379"/>
                  <a:pt x="111174" y="104776"/>
                  <a:pt x="119065" y="104776"/>
                </a:cubicBezTo>
                <a:cubicBezTo>
                  <a:pt x="126955" y="104776"/>
                  <a:pt x="133352" y="98379"/>
                  <a:pt x="133352" y="90489"/>
                </a:cubicBezTo>
                <a:cubicBezTo>
                  <a:pt x="133352" y="82598"/>
                  <a:pt x="126955" y="76201"/>
                  <a:pt x="119065" y="76201"/>
                </a:cubicBezTo>
                <a:close/>
                <a:moveTo>
                  <a:pt x="76202" y="47626"/>
                </a:moveTo>
                <a:cubicBezTo>
                  <a:pt x="70942" y="47626"/>
                  <a:pt x="66677" y="51891"/>
                  <a:pt x="66677" y="57151"/>
                </a:cubicBezTo>
                <a:cubicBezTo>
                  <a:pt x="66677" y="62412"/>
                  <a:pt x="70942" y="66676"/>
                  <a:pt x="76202" y="66676"/>
                </a:cubicBezTo>
                <a:cubicBezTo>
                  <a:pt x="81463" y="66676"/>
                  <a:pt x="85727" y="62412"/>
                  <a:pt x="85727" y="57151"/>
                </a:cubicBezTo>
                <a:cubicBezTo>
                  <a:pt x="85727" y="51891"/>
                  <a:pt x="81463" y="47626"/>
                  <a:pt x="76202" y="47626"/>
                </a:cubicBezTo>
                <a:close/>
                <a:moveTo>
                  <a:pt x="138116" y="9527"/>
                </a:moveTo>
                <a:cubicBezTo>
                  <a:pt x="151267" y="9527"/>
                  <a:pt x="161928" y="20188"/>
                  <a:pt x="161928" y="33340"/>
                </a:cubicBezTo>
                <a:cubicBezTo>
                  <a:pt x="161928" y="46491"/>
                  <a:pt x="151267" y="57152"/>
                  <a:pt x="138116" y="57152"/>
                </a:cubicBezTo>
                <a:cubicBezTo>
                  <a:pt x="124964" y="57152"/>
                  <a:pt x="114303" y="46491"/>
                  <a:pt x="114303" y="33340"/>
                </a:cubicBezTo>
                <a:cubicBezTo>
                  <a:pt x="114303" y="20188"/>
                  <a:pt x="124964" y="9527"/>
                  <a:pt x="138116" y="9527"/>
                </a:cubicBezTo>
                <a:close/>
                <a:moveTo>
                  <a:pt x="23816" y="9527"/>
                </a:moveTo>
                <a:cubicBezTo>
                  <a:pt x="31706" y="9527"/>
                  <a:pt x="38103" y="15924"/>
                  <a:pt x="38103" y="23815"/>
                </a:cubicBezTo>
                <a:cubicBezTo>
                  <a:pt x="38103" y="31705"/>
                  <a:pt x="31706" y="38102"/>
                  <a:pt x="23816" y="38102"/>
                </a:cubicBezTo>
                <a:cubicBezTo>
                  <a:pt x="15925" y="38102"/>
                  <a:pt x="9528" y="31705"/>
                  <a:pt x="9528" y="23815"/>
                </a:cubicBezTo>
                <a:cubicBezTo>
                  <a:pt x="9528" y="15924"/>
                  <a:pt x="15925" y="9527"/>
                  <a:pt x="23816" y="9527"/>
                </a:cubicBezTo>
                <a:close/>
                <a:moveTo>
                  <a:pt x="74636" y="131"/>
                </a:moveTo>
                <a:cubicBezTo>
                  <a:pt x="79826" y="-734"/>
                  <a:pt x="84733" y="2772"/>
                  <a:pt x="85598" y="7961"/>
                </a:cubicBezTo>
                <a:lnTo>
                  <a:pt x="87450" y="19073"/>
                </a:lnTo>
                <a:cubicBezTo>
                  <a:pt x="91752" y="19182"/>
                  <a:pt x="95952" y="19699"/>
                  <a:pt x="100015" y="20586"/>
                </a:cubicBezTo>
                <a:cubicBezTo>
                  <a:pt x="104777" y="21625"/>
                  <a:pt x="106012" y="22308"/>
                  <a:pt x="105115" y="28576"/>
                </a:cubicBezTo>
                <a:cubicBezTo>
                  <a:pt x="104893" y="30132"/>
                  <a:pt x="104777" y="31722"/>
                  <a:pt x="104777" y="33339"/>
                </a:cubicBezTo>
                <a:cubicBezTo>
                  <a:pt x="104777" y="51750"/>
                  <a:pt x="119703" y="66676"/>
                  <a:pt x="138115" y="66676"/>
                </a:cubicBezTo>
                <a:cubicBezTo>
                  <a:pt x="139732" y="66676"/>
                  <a:pt x="141322" y="66561"/>
                  <a:pt x="142877" y="66339"/>
                </a:cubicBezTo>
                <a:cubicBezTo>
                  <a:pt x="149146" y="65442"/>
                  <a:pt x="149828" y="66676"/>
                  <a:pt x="150868" y="71439"/>
                </a:cubicBezTo>
                <a:cubicBezTo>
                  <a:pt x="151908" y="76201"/>
                  <a:pt x="152402" y="80822"/>
                  <a:pt x="152402" y="85726"/>
                </a:cubicBezTo>
                <a:cubicBezTo>
                  <a:pt x="152402" y="90816"/>
                  <a:pt x="151832" y="95773"/>
                  <a:pt x="150752" y="100536"/>
                </a:cubicBezTo>
                <a:lnTo>
                  <a:pt x="164940" y="105265"/>
                </a:lnTo>
                <a:cubicBezTo>
                  <a:pt x="169930" y="106929"/>
                  <a:pt x="172628" y="112323"/>
                  <a:pt x="170964" y="117314"/>
                </a:cubicBezTo>
                <a:cubicBezTo>
                  <a:pt x="169301" y="122304"/>
                  <a:pt x="163906" y="125002"/>
                  <a:pt x="158916" y="123338"/>
                </a:cubicBezTo>
                <a:lnTo>
                  <a:pt x="143899" y="118332"/>
                </a:lnTo>
                <a:cubicBezTo>
                  <a:pt x="132479" y="138664"/>
                  <a:pt x="110708" y="152401"/>
                  <a:pt x="85727" y="152401"/>
                </a:cubicBezTo>
                <a:cubicBezTo>
                  <a:pt x="62453" y="152401"/>
                  <a:pt x="41965" y="140477"/>
                  <a:pt x="30038" y="122403"/>
                </a:cubicBezTo>
                <a:cubicBezTo>
                  <a:pt x="28157" y="123315"/>
                  <a:pt x="26045" y="123826"/>
                  <a:pt x="23815" y="123826"/>
                </a:cubicBezTo>
                <a:cubicBezTo>
                  <a:pt x="15924" y="123826"/>
                  <a:pt x="9527" y="117429"/>
                  <a:pt x="9527" y="109539"/>
                </a:cubicBezTo>
                <a:cubicBezTo>
                  <a:pt x="9527" y="103038"/>
                  <a:pt x="13869" y="97550"/>
                  <a:pt x="19811" y="95820"/>
                </a:cubicBezTo>
                <a:cubicBezTo>
                  <a:pt x="19312" y="92528"/>
                  <a:pt x="19052" y="89157"/>
                  <a:pt x="19052" y="85726"/>
                </a:cubicBezTo>
                <a:cubicBezTo>
                  <a:pt x="19052" y="83788"/>
                  <a:pt x="19135" y="81869"/>
                  <a:pt x="19297" y="79973"/>
                </a:cubicBezTo>
                <a:lnTo>
                  <a:pt x="6516" y="75713"/>
                </a:lnTo>
                <a:cubicBezTo>
                  <a:pt x="1525" y="74049"/>
                  <a:pt x="-1172" y="68654"/>
                  <a:pt x="491" y="63664"/>
                </a:cubicBezTo>
                <a:cubicBezTo>
                  <a:pt x="2155" y="58674"/>
                  <a:pt x="7549" y="55977"/>
                  <a:pt x="12540" y="57640"/>
                </a:cubicBezTo>
                <a:lnTo>
                  <a:pt x="23651" y="61344"/>
                </a:lnTo>
                <a:cubicBezTo>
                  <a:pt x="31331" y="41806"/>
                  <a:pt x="47969" y="26771"/>
                  <a:pt x="68508" y="21296"/>
                </a:cubicBezTo>
                <a:lnTo>
                  <a:pt x="66807" y="11092"/>
                </a:lnTo>
                <a:cubicBezTo>
                  <a:pt x="65942" y="5903"/>
                  <a:pt x="69448" y="996"/>
                  <a:pt x="74636" y="131"/>
                </a:cubicBezTo>
                <a:close/>
              </a:path>
            </a:pathLst>
          </a:custGeom>
          <a:solidFill>
            <a:srgbClr val="000000"/>
          </a:solidFill>
          <a:ln w="9525" cap="flat">
            <a:noFill/>
            <a:prstDash val="solid"/>
            <a:miter/>
          </a:ln>
        </p:spPr>
        <p:txBody>
          <a:bodyPr rtlCol="0" anchor="ctr"/>
          <a:lstStyle/>
          <a:p>
            <a:endParaRPr lang="ru-RU"/>
          </a:p>
        </p:txBody>
      </p:sp>
      <p:sp>
        <p:nvSpPr>
          <p:cNvPr id="1348" name="Полилиния: фигура 1347">
            <a:extLst>
              <a:ext uri="{FF2B5EF4-FFF2-40B4-BE49-F238E27FC236}">
                <a16:creationId xmlns:a16="http://schemas.microsoft.com/office/drawing/2014/main" id="{B8FB6BB2-F614-6004-7718-2C213DA5394E}"/>
              </a:ext>
            </a:extLst>
          </p:cNvPr>
          <p:cNvSpPr/>
          <p:nvPr/>
        </p:nvSpPr>
        <p:spPr>
          <a:xfrm>
            <a:off x="633128" y="1946456"/>
            <a:ext cx="171450" cy="171450"/>
          </a:xfrm>
          <a:custGeom>
            <a:avLst/>
            <a:gdLst>
              <a:gd name="connsiteX0" fmla="*/ 50234 w 171450"/>
              <a:gd name="connsiteY0" fmla="*/ 107609 h 171450"/>
              <a:gd name="connsiteX1" fmla="*/ 31168 w 171450"/>
              <a:gd name="connsiteY1" fmla="*/ 126645 h 171450"/>
              <a:gd name="connsiteX2" fmla="*/ 31168 w 171450"/>
              <a:gd name="connsiteY2" fmla="*/ 140107 h 171450"/>
              <a:gd name="connsiteX3" fmla="*/ 50234 w 171450"/>
              <a:gd name="connsiteY3" fmla="*/ 159144 h 171450"/>
              <a:gd name="connsiteX4" fmla="*/ 63715 w 171450"/>
              <a:gd name="connsiteY4" fmla="*/ 159144 h 171450"/>
              <a:gd name="connsiteX5" fmla="*/ 63715 w 171450"/>
              <a:gd name="connsiteY5" fmla="*/ 145683 h 171450"/>
              <a:gd name="connsiteX6" fmla="*/ 60923 w 171450"/>
              <a:gd name="connsiteY6" fmla="*/ 142895 h 171450"/>
              <a:gd name="connsiteX7" fmla="*/ 85574 w 171450"/>
              <a:gd name="connsiteY7" fmla="*/ 142895 h 171450"/>
              <a:gd name="connsiteX8" fmla="*/ 95106 w 171450"/>
              <a:gd name="connsiteY8" fmla="*/ 133376 h 171450"/>
              <a:gd name="connsiteX9" fmla="*/ 85574 w 171450"/>
              <a:gd name="connsiteY9" fmla="*/ 123857 h 171450"/>
              <a:gd name="connsiteX10" fmla="*/ 60923 w 171450"/>
              <a:gd name="connsiteY10" fmla="*/ 123857 h 171450"/>
              <a:gd name="connsiteX11" fmla="*/ 63715 w 171450"/>
              <a:gd name="connsiteY11" fmla="*/ 121069 h 171450"/>
              <a:gd name="connsiteX12" fmla="*/ 63715 w 171450"/>
              <a:gd name="connsiteY12" fmla="*/ 107609 h 171450"/>
              <a:gd name="connsiteX13" fmla="*/ 50234 w 171450"/>
              <a:gd name="connsiteY13" fmla="*/ 107609 h 171450"/>
              <a:gd name="connsiteX14" fmla="*/ 107432 w 171450"/>
              <a:gd name="connsiteY14" fmla="*/ 79053 h 171450"/>
              <a:gd name="connsiteX15" fmla="*/ 107432 w 171450"/>
              <a:gd name="connsiteY15" fmla="*/ 92514 h 171450"/>
              <a:gd name="connsiteX16" fmla="*/ 110224 w 171450"/>
              <a:gd name="connsiteY16" fmla="*/ 95302 h 171450"/>
              <a:gd name="connsiteX17" fmla="*/ 85574 w 171450"/>
              <a:gd name="connsiteY17" fmla="*/ 95302 h 171450"/>
              <a:gd name="connsiteX18" fmla="*/ 76041 w 171450"/>
              <a:gd name="connsiteY18" fmla="*/ 104821 h 171450"/>
              <a:gd name="connsiteX19" fmla="*/ 85574 w 171450"/>
              <a:gd name="connsiteY19" fmla="*/ 114339 h 171450"/>
              <a:gd name="connsiteX20" fmla="*/ 110224 w 171450"/>
              <a:gd name="connsiteY20" fmla="*/ 114339 h 171450"/>
              <a:gd name="connsiteX21" fmla="*/ 107432 w 171450"/>
              <a:gd name="connsiteY21" fmla="*/ 117127 h 171450"/>
              <a:gd name="connsiteX22" fmla="*/ 107432 w 171450"/>
              <a:gd name="connsiteY22" fmla="*/ 130588 h 171450"/>
              <a:gd name="connsiteX23" fmla="*/ 120913 w 171450"/>
              <a:gd name="connsiteY23" fmla="*/ 130588 h 171450"/>
              <a:gd name="connsiteX24" fmla="*/ 139979 w 171450"/>
              <a:gd name="connsiteY24" fmla="*/ 111551 h 171450"/>
              <a:gd name="connsiteX25" fmla="*/ 139979 w 171450"/>
              <a:gd name="connsiteY25" fmla="*/ 98089 h 171450"/>
              <a:gd name="connsiteX26" fmla="*/ 120913 w 171450"/>
              <a:gd name="connsiteY26" fmla="*/ 79053 h 171450"/>
              <a:gd name="connsiteX27" fmla="*/ 107432 w 171450"/>
              <a:gd name="connsiteY27" fmla="*/ 79053 h 171450"/>
              <a:gd name="connsiteX28" fmla="*/ 114300 w 171450"/>
              <a:gd name="connsiteY28" fmla="*/ 66746 h 171450"/>
              <a:gd name="connsiteX29" fmla="*/ 123417 w 171450"/>
              <a:gd name="connsiteY29" fmla="*/ 66762 h 171450"/>
              <a:gd name="connsiteX30" fmla="*/ 129336 w 171450"/>
              <a:gd name="connsiteY30" fmla="*/ 66746 h 171450"/>
              <a:gd name="connsiteX31" fmla="*/ 164622 w 171450"/>
              <a:gd name="connsiteY31" fmla="*/ 95302 h 171450"/>
              <a:gd name="connsiteX32" fmla="*/ 166704 w 171450"/>
              <a:gd name="connsiteY32" fmla="*/ 105803 h 171450"/>
              <a:gd name="connsiteX33" fmla="*/ 125419 w 171450"/>
              <a:gd name="connsiteY33" fmla="*/ 171450 h 171450"/>
              <a:gd name="connsiteX34" fmla="*/ 45869 w 171450"/>
              <a:gd name="connsiteY34" fmla="*/ 171450 h 171450"/>
              <a:gd name="connsiteX35" fmla="*/ 2163 w 171450"/>
              <a:gd name="connsiteY35" fmla="*/ 125829 h 171450"/>
              <a:gd name="connsiteX36" fmla="*/ 4832 w 171450"/>
              <a:gd name="connsiteY36" fmla="*/ 114338 h 171450"/>
              <a:gd name="connsiteX37" fmla="*/ 41323 w 171450"/>
              <a:gd name="connsiteY37" fmla="*/ 85783 h 171450"/>
              <a:gd name="connsiteX38" fmla="*/ 55813 w 171450"/>
              <a:gd name="connsiteY38" fmla="*/ 85783 h 171450"/>
              <a:gd name="connsiteX39" fmla="*/ 80080 w 171450"/>
              <a:gd name="connsiteY39" fmla="*/ 76348 h 171450"/>
              <a:gd name="connsiteX40" fmla="*/ 85486 w 171450"/>
              <a:gd name="connsiteY40" fmla="*/ 71020 h 171450"/>
              <a:gd name="connsiteX41" fmla="*/ 114300 w 171450"/>
              <a:gd name="connsiteY41" fmla="*/ 66746 h 171450"/>
              <a:gd name="connsiteX42" fmla="*/ 47626 w 171450"/>
              <a:gd name="connsiteY42" fmla="*/ 38100 h 171450"/>
              <a:gd name="connsiteX43" fmla="*/ 66676 w 171450"/>
              <a:gd name="connsiteY43" fmla="*/ 57150 h 171450"/>
              <a:gd name="connsiteX44" fmla="*/ 47626 w 171450"/>
              <a:gd name="connsiteY44" fmla="*/ 76200 h 171450"/>
              <a:gd name="connsiteX45" fmla="*/ 28576 w 171450"/>
              <a:gd name="connsiteY45" fmla="*/ 57150 h 171450"/>
              <a:gd name="connsiteX46" fmla="*/ 47626 w 171450"/>
              <a:gd name="connsiteY46" fmla="*/ 38100 h 171450"/>
              <a:gd name="connsiteX47" fmla="*/ 114300 w 171450"/>
              <a:gd name="connsiteY47" fmla="*/ 0 h 171450"/>
              <a:gd name="connsiteX48" fmla="*/ 142875 w 171450"/>
              <a:gd name="connsiteY48" fmla="*/ 28575 h 171450"/>
              <a:gd name="connsiteX49" fmla="*/ 114300 w 171450"/>
              <a:gd name="connsiteY49" fmla="*/ 57150 h 171450"/>
              <a:gd name="connsiteX50" fmla="*/ 85710 w 171450"/>
              <a:gd name="connsiteY50" fmla="*/ 28575 h 171450"/>
              <a:gd name="connsiteX51" fmla="*/ 114300 w 171450"/>
              <a:gd name="connsiteY51"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71450" h="171450">
                <a:moveTo>
                  <a:pt x="50234" y="107609"/>
                </a:moveTo>
                <a:lnTo>
                  <a:pt x="31168" y="126645"/>
                </a:lnTo>
                <a:cubicBezTo>
                  <a:pt x="27445" y="130363"/>
                  <a:pt x="27445" y="136390"/>
                  <a:pt x="31168" y="140107"/>
                </a:cubicBezTo>
                <a:lnTo>
                  <a:pt x="50234" y="159144"/>
                </a:lnTo>
                <a:cubicBezTo>
                  <a:pt x="53957" y="162861"/>
                  <a:pt x="59993" y="162861"/>
                  <a:pt x="63715" y="159144"/>
                </a:cubicBezTo>
                <a:cubicBezTo>
                  <a:pt x="67438" y="155426"/>
                  <a:pt x="67438" y="149400"/>
                  <a:pt x="63715" y="145683"/>
                </a:cubicBezTo>
                <a:lnTo>
                  <a:pt x="60923" y="142895"/>
                </a:lnTo>
                <a:lnTo>
                  <a:pt x="85574" y="142895"/>
                </a:lnTo>
                <a:cubicBezTo>
                  <a:pt x="90838" y="142895"/>
                  <a:pt x="95106" y="138633"/>
                  <a:pt x="95106" y="133376"/>
                </a:cubicBezTo>
                <a:cubicBezTo>
                  <a:pt x="95106" y="128119"/>
                  <a:pt x="90838" y="123857"/>
                  <a:pt x="85574" y="123857"/>
                </a:cubicBezTo>
                <a:lnTo>
                  <a:pt x="60923" y="123857"/>
                </a:lnTo>
                <a:lnTo>
                  <a:pt x="63715" y="121069"/>
                </a:lnTo>
                <a:cubicBezTo>
                  <a:pt x="67438" y="117353"/>
                  <a:pt x="67438" y="111325"/>
                  <a:pt x="63715" y="107609"/>
                </a:cubicBezTo>
                <a:cubicBezTo>
                  <a:pt x="59993" y="103891"/>
                  <a:pt x="53957" y="103891"/>
                  <a:pt x="50234" y="107609"/>
                </a:cubicBezTo>
                <a:close/>
                <a:moveTo>
                  <a:pt x="107432" y="79053"/>
                </a:moveTo>
                <a:cubicBezTo>
                  <a:pt x="103709" y="82769"/>
                  <a:pt x="103709" y="88797"/>
                  <a:pt x="107432" y="92514"/>
                </a:cubicBezTo>
                <a:lnTo>
                  <a:pt x="110224" y="95302"/>
                </a:lnTo>
                <a:lnTo>
                  <a:pt x="85574" y="95302"/>
                </a:lnTo>
                <a:cubicBezTo>
                  <a:pt x="80309" y="95302"/>
                  <a:pt x="76041" y="99563"/>
                  <a:pt x="76041" y="104821"/>
                </a:cubicBezTo>
                <a:cubicBezTo>
                  <a:pt x="76041" y="110078"/>
                  <a:pt x="80309" y="114339"/>
                  <a:pt x="85574" y="114339"/>
                </a:cubicBezTo>
                <a:lnTo>
                  <a:pt x="110224" y="114339"/>
                </a:lnTo>
                <a:lnTo>
                  <a:pt x="107432" y="117127"/>
                </a:lnTo>
                <a:cubicBezTo>
                  <a:pt x="103709" y="120844"/>
                  <a:pt x="103709" y="126871"/>
                  <a:pt x="107432" y="130588"/>
                </a:cubicBezTo>
                <a:cubicBezTo>
                  <a:pt x="111155" y="134305"/>
                  <a:pt x="117191" y="134305"/>
                  <a:pt x="120913" y="130588"/>
                </a:cubicBezTo>
                <a:lnTo>
                  <a:pt x="139979" y="111551"/>
                </a:lnTo>
                <a:cubicBezTo>
                  <a:pt x="143702" y="107834"/>
                  <a:pt x="143702" y="101807"/>
                  <a:pt x="139979" y="98089"/>
                </a:cubicBezTo>
                <a:lnTo>
                  <a:pt x="120913" y="79053"/>
                </a:lnTo>
                <a:cubicBezTo>
                  <a:pt x="117191" y="75335"/>
                  <a:pt x="111155" y="75335"/>
                  <a:pt x="107432" y="79053"/>
                </a:cubicBezTo>
                <a:close/>
                <a:moveTo>
                  <a:pt x="114300" y="66746"/>
                </a:moveTo>
                <a:cubicBezTo>
                  <a:pt x="118650" y="66786"/>
                  <a:pt x="120742" y="66775"/>
                  <a:pt x="123417" y="66762"/>
                </a:cubicBezTo>
                <a:cubicBezTo>
                  <a:pt x="124994" y="66754"/>
                  <a:pt x="126773" y="66746"/>
                  <a:pt x="129336" y="66746"/>
                </a:cubicBezTo>
                <a:cubicBezTo>
                  <a:pt x="150034" y="66706"/>
                  <a:pt x="160991" y="76200"/>
                  <a:pt x="164622" y="95302"/>
                </a:cubicBezTo>
                <a:cubicBezTo>
                  <a:pt x="165298" y="98860"/>
                  <a:pt x="166008" y="102369"/>
                  <a:pt x="166704" y="105803"/>
                </a:cubicBezTo>
                <a:cubicBezTo>
                  <a:pt x="174177" y="142718"/>
                  <a:pt x="179994" y="171450"/>
                  <a:pt x="125419" y="171450"/>
                </a:cubicBezTo>
                <a:lnTo>
                  <a:pt x="45869" y="171450"/>
                </a:lnTo>
                <a:cubicBezTo>
                  <a:pt x="7859" y="171450"/>
                  <a:pt x="-5746" y="159872"/>
                  <a:pt x="2163" y="125829"/>
                </a:cubicBezTo>
                <a:lnTo>
                  <a:pt x="4832" y="114338"/>
                </a:lnTo>
                <a:cubicBezTo>
                  <a:pt x="9256" y="95302"/>
                  <a:pt x="16333" y="85781"/>
                  <a:pt x="41323" y="85783"/>
                </a:cubicBezTo>
                <a:lnTo>
                  <a:pt x="55813" y="85783"/>
                </a:lnTo>
                <a:cubicBezTo>
                  <a:pt x="71217" y="85738"/>
                  <a:pt x="74778" y="81965"/>
                  <a:pt x="80080" y="76348"/>
                </a:cubicBezTo>
                <a:cubicBezTo>
                  <a:pt x="81623" y="74712"/>
                  <a:pt x="83313" y="72922"/>
                  <a:pt x="85486" y="71020"/>
                </a:cubicBezTo>
                <a:cubicBezTo>
                  <a:pt x="90608" y="66540"/>
                  <a:pt x="102231" y="66634"/>
                  <a:pt x="114300" y="66746"/>
                </a:cubicBezTo>
                <a:close/>
                <a:moveTo>
                  <a:pt x="47626" y="38100"/>
                </a:moveTo>
                <a:cubicBezTo>
                  <a:pt x="59493" y="38100"/>
                  <a:pt x="66676" y="45330"/>
                  <a:pt x="66676" y="57150"/>
                </a:cubicBezTo>
                <a:cubicBezTo>
                  <a:pt x="66676" y="68970"/>
                  <a:pt x="59493" y="76200"/>
                  <a:pt x="47626" y="76200"/>
                </a:cubicBezTo>
                <a:cubicBezTo>
                  <a:pt x="35759" y="76200"/>
                  <a:pt x="28576" y="68970"/>
                  <a:pt x="28576" y="57150"/>
                </a:cubicBezTo>
                <a:cubicBezTo>
                  <a:pt x="28576" y="45330"/>
                  <a:pt x="35759" y="38100"/>
                  <a:pt x="47626" y="38100"/>
                </a:cubicBezTo>
                <a:close/>
                <a:moveTo>
                  <a:pt x="114300" y="0"/>
                </a:moveTo>
                <a:cubicBezTo>
                  <a:pt x="132102" y="0"/>
                  <a:pt x="142875" y="10845"/>
                  <a:pt x="142875" y="28575"/>
                </a:cubicBezTo>
                <a:cubicBezTo>
                  <a:pt x="142875" y="46305"/>
                  <a:pt x="132102" y="57150"/>
                  <a:pt x="114300" y="57150"/>
                </a:cubicBezTo>
                <a:cubicBezTo>
                  <a:pt x="96499" y="57150"/>
                  <a:pt x="85710" y="46305"/>
                  <a:pt x="85710" y="28575"/>
                </a:cubicBezTo>
                <a:cubicBezTo>
                  <a:pt x="85710" y="10845"/>
                  <a:pt x="96499" y="0"/>
                  <a:pt x="114300" y="0"/>
                </a:cubicBezTo>
                <a:close/>
              </a:path>
            </a:pathLst>
          </a:custGeom>
          <a:solidFill>
            <a:srgbClr val="000000"/>
          </a:solidFill>
          <a:ln w="9525" cap="flat">
            <a:noFill/>
            <a:prstDash val="solid"/>
            <a:miter/>
          </a:ln>
        </p:spPr>
        <p:txBody>
          <a:bodyPr rtlCol="0" anchor="ctr"/>
          <a:lstStyle/>
          <a:p>
            <a:endParaRPr lang="ru-RU"/>
          </a:p>
        </p:txBody>
      </p:sp>
      <p:sp>
        <p:nvSpPr>
          <p:cNvPr id="837" name="Рисунок 494">
            <a:extLst>
              <a:ext uri="{FF2B5EF4-FFF2-40B4-BE49-F238E27FC236}">
                <a16:creationId xmlns:a16="http://schemas.microsoft.com/office/drawing/2014/main" id="{8FAB3F37-DAA5-CBEC-0E7F-7A2FC2281A6C}"/>
              </a:ext>
            </a:extLst>
          </p:cNvPr>
          <p:cNvSpPr/>
          <p:nvPr/>
        </p:nvSpPr>
        <p:spPr>
          <a:xfrm>
            <a:off x="633129" y="2496277"/>
            <a:ext cx="171450" cy="171450"/>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rgbClr val="000000"/>
          </a:solidFill>
          <a:ln w="9525" cap="flat">
            <a:noFill/>
            <a:prstDash val="solid"/>
            <a:miter/>
          </a:ln>
        </p:spPr>
        <p:txBody>
          <a:bodyPr rtlCol="0" anchor="ctr"/>
          <a:lstStyle/>
          <a:p>
            <a:endParaRPr lang="ru-RU"/>
          </a:p>
        </p:txBody>
      </p:sp>
      <p:sp>
        <p:nvSpPr>
          <p:cNvPr id="1362" name="Полилиния: фигура 1361">
            <a:extLst>
              <a:ext uri="{FF2B5EF4-FFF2-40B4-BE49-F238E27FC236}">
                <a16:creationId xmlns:a16="http://schemas.microsoft.com/office/drawing/2014/main" id="{95B404CF-4D4F-1FD0-3107-228353BEF36F}"/>
              </a:ext>
            </a:extLst>
          </p:cNvPr>
          <p:cNvSpPr/>
          <p:nvPr/>
        </p:nvSpPr>
        <p:spPr>
          <a:xfrm>
            <a:off x="623603" y="3055622"/>
            <a:ext cx="190500" cy="152400"/>
          </a:xfrm>
          <a:custGeom>
            <a:avLst/>
            <a:gdLst>
              <a:gd name="connsiteX0" fmla="*/ 142876 w 190500"/>
              <a:gd name="connsiteY0" fmla="*/ 66675 h 152400"/>
              <a:gd name="connsiteX1" fmla="*/ 183377 w 190500"/>
              <a:gd name="connsiteY1" fmla="*/ 109538 h 152400"/>
              <a:gd name="connsiteX2" fmla="*/ 159557 w 190500"/>
              <a:gd name="connsiteY2" fmla="*/ 152400 h 152400"/>
              <a:gd name="connsiteX3" fmla="*/ 159524 w 190500"/>
              <a:gd name="connsiteY3" fmla="*/ 152400 h 152400"/>
              <a:gd name="connsiteX4" fmla="*/ 123826 w 190500"/>
              <a:gd name="connsiteY4" fmla="*/ 133350 h 152400"/>
              <a:gd name="connsiteX5" fmla="*/ 142957 w 190500"/>
              <a:gd name="connsiteY5" fmla="*/ 123825 h 152400"/>
              <a:gd name="connsiteX6" fmla="*/ 161051 w 190500"/>
              <a:gd name="connsiteY6" fmla="*/ 110734 h 152400"/>
              <a:gd name="connsiteX7" fmla="*/ 165659 w 190500"/>
              <a:gd name="connsiteY7" fmla="*/ 96740 h 152400"/>
              <a:gd name="connsiteX8" fmla="*/ 162625 w 190500"/>
              <a:gd name="connsiteY8" fmla="*/ 90727 h 152400"/>
              <a:gd name="connsiteX9" fmla="*/ 156612 w 190500"/>
              <a:gd name="connsiteY9" fmla="*/ 93760 h 152400"/>
              <a:gd name="connsiteX10" fmla="*/ 152004 w 190500"/>
              <a:gd name="connsiteY10" fmla="*/ 107754 h 152400"/>
              <a:gd name="connsiteX11" fmla="*/ 142957 w 190500"/>
              <a:gd name="connsiteY11" fmla="*/ 114300 h 152400"/>
              <a:gd name="connsiteX12" fmla="*/ 114301 w 190500"/>
              <a:gd name="connsiteY12" fmla="*/ 114300 h 152400"/>
              <a:gd name="connsiteX13" fmla="*/ 104776 w 190500"/>
              <a:gd name="connsiteY13" fmla="*/ 104775 h 152400"/>
              <a:gd name="connsiteX14" fmla="*/ 114301 w 190500"/>
              <a:gd name="connsiteY14" fmla="*/ 95250 h 152400"/>
              <a:gd name="connsiteX15" fmla="*/ 123864 w 190500"/>
              <a:gd name="connsiteY15" fmla="*/ 95250 h 152400"/>
              <a:gd name="connsiteX16" fmla="*/ 124079 w 190500"/>
              <a:gd name="connsiteY16" fmla="*/ 85725 h 152400"/>
              <a:gd name="connsiteX17" fmla="*/ 128634 w 190500"/>
              <a:gd name="connsiteY17" fmla="*/ 68811 h 152400"/>
              <a:gd name="connsiteX18" fmla="*/ 142876 w 190500"/>
              <a:gd name="connsiteY18" fmla="*/ 66675 h 152400"/>
              <a:gd name="connsiteX19" fmla="*/ 47625 w 190500"/>
              <a:gd name="connsiteY19" fmla="*/ 66675 h 152400"/>
              <a:gd name="connsiteX20" fmla="*/ 61867 w 190500"/>
              <a:gd name="connsiteY20" fmla="*/ 68811 h 152400"/>
              <a:gd name="connsiteX21" fmla="*/ 66422 w 190500"/>
              <a:gd name="connsiteY21" fmla="*/ 85725 h 152400"/>
              <a:gd name="connsiteX22" fmla="*/ 66637 w 190500"/>
              <a:gd name="connsiteY22" fmla="*/ 95250 h 152400"/>
              <a:gd name="connsiteX23" fmla="*/ 76200 w 190500"/>
              <a:gd name="connsiteY23" fmla="*/ 95250 h 152400"/>
              <a:gd name="connsiteX24" fmla="*/ 85725 w 190500"/>
              <a:gd name="connsiteY24" fmla="*/ 104775 h 152400"/>
              <a:gd name="connsiteX25" fmla="*/ 76200 w 190500"/>
              <a:gd name="connsiteY25" fmla="*/ 114300 h 152400"/>
              <a:gd name="connsiteX26" fmla="*/ 47544 w 190500"/>
              <a:gd name="connsiteY26" fmla="*/ 114300 h 152400"/>
              <a:gd name="connsiteX27" fmla="*/ 38497 w 190500"/>
              <a:gd name="connsiteY27" fmla="*/ 107754 h 152400"/>
              <a:gd name="connsiteX28" fmla="*/ 33889 w 190500"/>
              <a:gd name="connsiteY28" fmla="*/ 93760 h 152400"/>
              <a:gd name="connsiteX29" fmla="*/ 27876 w 190500"/>
              <a:gd name="connsiteY29" fmla="*/ 90727 h 152400"/>
              <a:gd name="connsiteX30" fmla="*/ 24842 w 190500"/>
              <a:gd name="connsiteY30" fmla="*/ 96740 h 152400"/>
              <a:gd name="connsiteX31" fmla="*/ 29450 w 190500"/>
              <a:gd name="connsiteY31" fmla="*/ 110734 h 152400"/>
              <a:gd name="connsiteX32" fmla="*/ 47544 w 190500"/>
              <a:gd name="connsiteY32" fmla="*/ 123825 h 152400"/>
              <a:gd name="connsiteX33" fmla="*/ 66675 w 190500"/>
              <a:gd name="connsiteY33" fmla="*/ 133350 h 152400"/>
              <a:gd name="connsiteX34" fmla="*/ 30977 w 190500"/>
              <a:gd name="connsiteY34" fmla="*/ 152400 h 152400"/>
              <a:gd name="connsiteX35" fmla="*/ 30944 w 190500"/>
              <a:gd name="connsiteY35" fmla="*/ 152400 h 152400"/>
              <a:gd name="connsiteX36" fmla="*/ 7123 w 190500"/>
              <a:gd name="connsiteY36" fmla="*/ 109538 h 152400"/>
              <a:gd name="connsiteX37" fmla="*/ 47625 w 190500"/>
              <a:gd name="connsiteY37" fmla="*/ 66675 h 152400"/>
              <a:gd name="connsiteX38" fmla="*/ 142876 w 190500"/>
              <a:gd name="connsiteY38" fmla="*/ 0 h 152400"/>
              <a:gd name="connsiteX39" fmla="*/ 171451 w 190500"/>
              <a:gd name="connsiteY39" fmla="*/ 28575 h 152400"/>
              <a:gd name="connsiteX40" fmla="*/ 142876 w 190500"/>
              <a:gd name="connsiteY40" fmla="*/ 57150 h 152400"/>
              <a:gd name="connsiteX41" fmla="*/ 114301 w 190500"/>
              <a:gd name="connsiteY41" fmla="*/ 28575 h 152400"/>
              <a:gd name="connsiteX42" fmla="*/ 142876 w 190500"/>
              <a:gd name="connsiteY42" fmla="*/ 0 h 152400"/>
              <a:gd name="connsiteX43" fmla="*/ 47626 w 190500"/>
              <a:gd name="connsiteY43" fmla="*/ 0 h 152400"/>
              <a:gd name="connsiteX44" fmla="*/ 76201 w 190500"/>
              <a:gd name="connsiteY44" fmla="*/ 28575 h 152400"/>
              <a:gd name="connsiteX45" fmla="*/ 47626 w 190500"/>
              <a:gd name="connsiteY45" fmla="*/ 57150 h 152400"/>
              <a:gd name="connsiteX46" fmla="*/ 19051 w 190500"/>
              <a:gd name="connsiteY46" fmla="*/ 28575 h 152400"/>
              <a:gd name="connsiteX47" fmla="*/ 47626 w 190500"/>
              <a:gd name="connsiteY47"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0500" h="152400">
                <a:moveTo>
                  <a:pt x="142876" y="66675"/>
                </a:moveTo>
                <a:cubicBezTo>
                  <a:pt x="166697" y="66675"/>
                  <a:pt x="171467" y="66675"/>
                  <a:pt x="183377" y="109538"/>
                </a:cubicBezTo>
                <a:cubicBezTo>
                  <a:pt x="195288" y="152400"/>
                  <a:pt x="195287" y="152400"/>
                  <a:pt x="159557" y="152400"/>
                </a:cubicBezTo>
                <a:lnTo>
                  <a:pt x="159524" y="152400"/>
                </a:lnTo>
                <a:cubicBezTo>
                  <a:pt x="123826" y="152400"/>
                  <a:pt x="123826" y="152400"/>
                  <a:pt x="123826" y="133350"/>
                </a:cubicBezTo>
                <a:cubicBezTo>
                  <a:pt x="123864" y="123825"/>
                  <a:pt x="129110" y="123825"/>
                  <a:pt x="142957" y="123825"/>
                </a:cubicBezTo>
                <a:cubicBezTo>
                  <a:pt x="151182" y="123825"/>
                  <a:pt x="158478" y="118546"/>
                  <a:pt x="161051" y="110734"/>
                </a:cubicBezTo>
                <a:lnTo>
                  <a:pt x="165659" y="96740"/>
                </a:lnTo>
                <a:cubicBezTo>
                  <a:pt x="166482" y="94241"/>
                  <a:pt x="165124" y="91550"/>
                  <a:pt x="162625" y="90727"/>
                </a:cubicBezTo>
                <a:cubicBezTo>
                  <a:pt x="160127" y="89904"/>
                  <a:pt x="157434" y="91262"/>
                  <a:pt x="156612" y="93760"/>
                </a:cubicBezTo>
                <a:lnTo>
                  <a:pt x="152004" y="107754"/>
                </a:lnTo>
                <a:cubicBezTo>
                  <a:pt x="150717" y="111661"/>
                  <a:pt x="147069" y="114300"/>
                  <a:pt x="142957" y="114300"/>
                </a:cubicBezTo>
                <a:lnTo>
                  <a:pt x="114301" y="114300"/>
                </a:lnTo>
                <a:cubicBezTo>
                  <a:pt x="109040" y="114300"/>
                  <a:pt x="104776" y="110036"/>
                  <a:pt x="104776" y="104775"/>
                </a:cubicBezTo>
                <a:cubicBezTo>
                  <a:pt x="104776" y="99514"/>
                  <a:pt x="109040" y="95250"/>
                  <a:pt x="114301" y="95250"/>
                </a:cubicBezTo>
                <a:lnTo>
                  <a:pt x="123864" y="95250"/>
                </a:lnTo>
                <a:cubicBezTo>
                  <a:pt x="123898" y="91637"/>
                  <a:pt x="123961" y="88482"/>
                  <a:pt x="124079" y="85725"/>
                </a:cubicBezTo>
                <a:cubicBezTo>
                  <a:pt x="124501" y="75862"/>
                  <a:pt x="125628" y="71106"/>
                  <a:pt x="128634" y="68811"/>
                </a:cubicBezTo>
                <a:cubicBezTo>
                  <a:pt x="131434" y="66675"/>
                  <a:pt x="135865" y="66675"/>
                  <a:pt x="142876" y="66675"/>
                </a:cubicBezTo>
                <a:close/>
                <a:moveTo>
                  <a:pt x="47625" y="66675"/>
                </a:moveTo>
                <a:cubicBezTo>
                  <a:pt x="54636" y="66675"/>
                  <a:pt x="59067" y="66675"/>
                  <a:pt x="61867" y="68811"/>
                </a:cubicBezTo>
                <a:cubicBezTo>
                  <a:pt x="64873" y="71106"/>
                  <a:pt x="66000" y="75862"/>
                  <a:pt x="66422" y="85725"/>
                </a:cubicBezTo>
                <a:cubicBezTo>
                  <a:pt x="66540" y="88482"/>
                  <a:pt x="66603" y="91637"/>
                  <a:pt x="66637" y="95250"/>
                </a:cubicBezTo>
                <a:lnTo>
                  <a:pt x="76200" y="95250"/>
                </a:lnTo>
                <a:cubicBezTo>
                  <a:pt x="81461" y="95250"/>
                  <a:pt x="85725" y="99514"/>
                  <a:pt x="85725" y="104775"/>
                </a:cubicBezTo>
                <a:cubicBezTo>
                  <a:pt x="85725" y="110036"/>
                  <a:pt x="81461" y="114300"/>
                  <a:pt x="76200" y="114300"/>
                </a:cubicBezTo>
                <a:lnTo>
                  <a:pt x="47544" y="114300"/>
                </a:lnTo>
                <a:cubicBezTo>
                  <a:pt x="43432" y="114300"/>
                  <a:pt x="39784" y="111661"/>
                  <a:pt x="38497" y="107754"/>
                </a:cubicBezTo>
                <a:lnTo>
                  <a:pt x="33889" y="93760"/>
                </a:lnTo>
                <a:cubicBezTo>
                  <a:pt x="33067" y="91262"/>
                  <a:pt x="30374" y="89904"/>
                  <a:pt x="27876" y="90727"/>
                </a:cubicBezTo>
                <a:cubicBezTo>
                  <a:pt x="25378" y="91550"/>
                  <a:pt x="24020" y="94241"/>
                  <a:pt x="24842" y="96740"/>
                </a:cubicBezTo>
                <a:lnTo>
                  <a:pt x="29450" y="110734"/>
                </a:lnTo>
                <a:cubicBezTo>
                  <a:pt x="32023" y="118546"/>
                  <a:pt x="39319" y="123825"/>
                  <a:pt x="47544" y="123825"/>
                </a:cubicBezTo>
                <a:cubicBezTo>
                  <a:pt x="61391" y="123825"/>
                  <a:pt x="66637" y="123825"/>
                  <a:pt x="66675" y="133350"/>
                </a:cubicBezTo>
                <a:cubicBezTo>
                  <a:pt x="66675" y="152400"/>
                  <a:pt x="66675" y="152400"/>
                  <a:pt x="30977" y="152400"/>
                </a:cubicBezTo>
                <a:lnTo>
                  <a:pt x="30944" y="152400"/>
                </a:lnTo>
                <a:cubicBezTo>
                  <a:pt x="-4787" y="152400"/>
                  <a:pt x="-4787" y="152400"/>
                  <a:pt x="7123" y="109538"/>
                </a:cubicBezTo>
                <a:cubicBezTo>
                  <a:pt x="19034" y="66675"/>
                  <a:pt x="23804" y="66675"/>
                  <a:pt x="47625" y="66675"/>
                </a:cubicBezTo>
                <a:close/>
                <a:moveTo>
                  <a:pt x="142876" y="0"/>
                </a:moveTo>
                <a:cubicBezTo>
                  <a:pt x="158658" y="0"/>
                  <a:pt x="171451" y="12794"/>
                  <a:pt x="171451" y="28575"/>
                </a:cubicBezTo>
                <a:cubicBezTo>
                  <a:pt x="171451" y="44356"/>
                  <a:pt x="158658" y="57150"/>
                  <a:pt x="142876" y="57150"/>
                </a:cubicBezTo>
                <a:cubicBezTo>
                  <a:pt x="127094" y="57150"/>
                  <a:pt x="114301" y="44356"/>
                  <a:pt x="114301" y="28575"/>
                </a:cubicBezTo>
                <a:cubicBezTo>
                  <a:pt x="114301" y="12794"/>
                  <a:pt x="127094" y="0"/>
                  <a:pt x="142876" y="0"/>
                </a:cubicBezTo>
                <a:close/>
                <a:moveTo>
                  <a:pt x="47626" y="0"/>
                </a:moveTo>
                <a:cubicBezTo>
                  <a:pt x="63407" y="0"/>
                  <a:pt x="76201" y="12794"/>
                  <a:pt x="76201" y="28575"/>
                </a:cubicBezTo>
                <a:cubicBezTo>
                  <a:pt x="76201" y="44356"/>
                  <a:pt x="63407" y="57150"/>
                  <a:pt x="47626" y="57150"/>
                </a:cubicBezTo>
                <a:cubicBezTo>
                  <a:pt x="31845" y="57150"/>
                  <a:pt x="19051" y="44356"/>
                  <a:pt x="19051" y="28575"/>
                </a:cubicBezTo>
                <a:cubicBezTo>
                  <a:pt x="19051" y="12794"/>
                  <a:pt x="31845" y="0"/>
                  <a:pt x="47626" y="0"/>
                </a:cubicBezTo>
                <a:close/>
              </a:path>
            </a:pathLst>
          </a:custGeom>
          <a:solidFill>
            <a:srgbClr val="000000"/>
          </a:solidFill>
          <a:ln w="9525" cap="flat">
            <a:noFill/>
            <a:prstDash val="solid"/>
            <a:miter/>
          </a:ln>
        </p:spPr>
        <p:txBody>
          <a:bodyPr rtlCol="0" anchor="ctr"/>
          <a:lstStyle/>
          <a:p>
            <a:endParaRPr lang="ru-RU"/>
          </a:p>
        </p:txBody>
      </p:sp>
      <p:sp>
        <p:nvSpPr>
          <p:cNvPr id="843" name="Рисунок 551">
            <a:extLst>
              <a:ext uri="{FF2B5EF4-FFF2-40B4-BE49-F238E27FC236}">
                <a16:creationId xmlns:a16="http://schemas.microsoft.com/office/drawing/2014/main" id="{650D1DCC-77DD-B15C-2E85-BE2473F77EE6}"/>
              </a:ext>
            </a:extLst>
          </p:cNvPr>
          <p:cNvSpPr/>
          <p:nvPr/>
        </p:nvSpPr>
        <p:spPr>
          <a:xfrm>
            <a:off x="633130" y="3595916"/>
            <a:ext cx="85723" cy="161925"/>
          </a:xfrm>
          <a:custGeom>
            <a:avLst/>
            <a:gdLst>
              <a:gd name="connsiteX0" fmla="*/ 60554 w 85723"/>
              <a:gd name="connsiteY0" fmla="*/ 29867 h 161925"/>
              <a:gd name="connsiteX1" fmla="*/ 85724 w 85723"/>
              <a:gd name="connsiteY1" fmla="*/ 0 h 161925"/>
              <a:gd name="connsiteX2" fmla="*/ 85724 w 85723"/>
              <a:gd name="connsiteY2" fmla="*/ 142875 h 161925"/>
              <a:gd name="connsiteX3" fmla="*/ 73760 w 85723"/>
              <a:gd name="connsiteY3" fmla="*/ 147116 h 161925"/>
              <a:gd name="connsiteX4" fmla="*/ 32246 w 85723"/>
              <a:gd name="connsiteY4" fmla="*/ 159099 h 161925"/>
              <a:gd name="connsiteX5" fmla="*/ 30295 w 85723"/>
              <a:gd name="connsiteY5" fmla="*/ 118055 h 161925"/>
              <a:gd name="connsiteX6" fmla="*/ 30709 w 85723"/>
              <a:gd name="connsiteY6" fmla="*/ 104896 h 161925"/>
              <a:gd name="connsiteX7" fmla="*/ 22405 w 85723"/>
              <a:gd name="connsiteY7" fmla="*/ 93952 h 161925"/>
              <a:gd name="connsiteX8" fmla="*/ 295 w 85723"/>
              <a:gd name="connsiteY8" fmla="*/ 62400 h 161925"/>
              <a:gd name="connsiteX9" fmla="*/ 835 w 85723"/>
              <a:gd name="connsiteY9" fmla="*/ 60664 h 161925"/>
              <a:gd name="connsiteX10" fmla="*/ 37435 w 85723"/>
              <a:gd name="connsiteY10" fmla="*/ 46785 h 161925"/>
              <a:gd name="connsiteX11" fmla="*/ 51743 w 85723"/>
              <a:gd name="connsiteY11" fmla="*/ 42769 h 161925"/>
              <a:gd name="connsiteX12" fmla="*/ 60554 w 85723"/>
              <a:gd name="connsiteY12" fmla="*/ 29867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723" h="161925">
                <a:moveTo>
                  <a:pt x="60554" y="29867"/>
                </a:moveTo>
                <a:cubicBezTo>
                  <a:pt x="71726" y="9956"/>
                  <a:pt x="77312" y="0"/>
                  <a:pt x="85724" y="0"/>
                </a:cubicBezTo>
                <a:cubicBezTo>
                  <a:pt x="85724" y="38100"/>
                  <a:pt x="85724" y="104896"/>
                  <a:pt x="85724" y="142875"/>
                </a:cubicBezTo>
                <a:cubicBezTo>
                  <a:pt x="82594" y="142875"/>
                  <a:pt x="79649" y="144399"/>
                  <a:pt x="73760" y="147116"/>
                </a:cubicBezTo>
                <a:cubicBezTo>
                  <a:pt x="63094" y="152037"/>
                  <a:pt x="44052" y="168443"/>
                  <a:pt x="32246" y="159099"/>
                </a:cubicBezTo>
                <a:cubicBezTo>
                  <a:pt x="25654" y="153882"/>
                  <a:pt x="27218" y="141106"/>
                  <a:pt x="30295" y="118055"/>
                </a:cubicBezTo>
                <a:cubicBezTo>
                  <a:pt x="31191" y="111346"/>
                  <a:pt x="31639" y="107992"/>
                  <a:pt x="30709" y="104896"/>
                </a:cubicBezTo>
                <a:cubicBezTo>
                  <a:pt x="29706" y="101556"/>
                  <a:pt x="27425" y="99112"/>
                  <a:pt x="22405" y="93952"/>
                </a:cubicBezTo>
                <a:cubicBezTo>
                  <a:pt x="6363" y="77458"/>
                  <a:pt x="-1684" y="70461"/>
                  <a:pt x="295" y="62400"/>
                </a:cubicBezTo>
                <a:cubicBezTo>
                  <a:pt x="440" y="61811"/>
                  <a:pt x="620" y="61231"/>
                  <a:pt x="835" y="60664"/>
                </a:cubicBezTo>
                <a:cubicBezTo>
                  <a:pt x="3773" y="52913"/>
                  <a:pt x="14994" y="50870"/>
                  <a:pt x="37435" y="46785"/>
                </a:cubicBezTo>
                <a:cubicBezTo>
                  <a:pt x="42159" y="45925"/>
                  <a:pt x="47743" y="45642"/>
                  <a:pt x="51743" y="42769"/>
                </a:cubicBezTo>
                <a:cubicBezTo>
                  <a:pt x="55942" y="39753"/>
                  <a:pt x="58086" y="34266"/>
                  <a:pt x="60554" y="29867"/>
                </a:cubicBezTo>
                <a:close/>
              </a:path>
            </a:pathLst>
          </a:custGeom>
          <a:solidFill>
            <a:srgbClr val="000000"/>
          </a:solidFill>
          <a:ln w="9525" cap="flat">
            <a:noFill/>
            <a:prstDash val="solid"/>
            <a:miter/>
          </a:ln>
        </p:spPr>
        <p:txBody>
          <a:bodyPr rtlCol="0" anchor="ctr"/>
          <a:lstStyle/>
          <a:p>
            <a:endParaRPr lang="ru-RU"/>
          </a:p>
        </p:txBody>
      </p:sp>
      <p:sp>
        <p:nvSpPr>
          <p:cNvPr id="844" name="Рисунок 252">
            <a:extLst>
              <a:ext uri="{FF2B5EF4-FFF2-40B4-BE49-F238E27FC236}">
                <a16:creationId xmlns:a16="http://schemas.microsoft.com/office/drawing/2014/main" id="{D207DFD6-D880-F6B3-83F4-C2B4E398F74B}"/>
              </a:ext>
            </a:extLst>
          </p:cNvPr>
          <p:cNvSpPr/>
          <p:nvPr/>
        </p:nvSpPr>
        <p:spPr>
          <a:xfrm>
            <a:off x="633129" y="4600117"/>
            <a:ext cx="171450" cy="161925"/>
          </a:xfrm>
          <a:custGeom>
            <a:avLst/>
            <a:gdLst>
              <a:gd name="connsiteX0" fmla="*/ 36501 w 171450"/>
              <a:gd name="connsiteY0" fmla="*/ 36501 h 161925"/>
              <a:gd name="connsiteX1" fmla="*/ 19050 w 171450"/>
              <a:gd name="connsiteY1" fmla="*/ 76200 h 161925"/>
              <a:gd name="connsiteX2" fmla="*/ 57406 w 171450"/>
              <a:gd name="connsiteY2" fmla="*/ 104939 h 161925"/>
              <a:gd name="connsiteX3" fmla="*/ 65664 w 171450"/>
              <a:gd name="connsiteY3" fmla="*/ 133443 h 161925"/>
              <a:gd name="connsiteX4" fmla="*/ 43061 w 171450"/>
              <a:gd name="connsiteY4" fmla="*/ 161242 h 161925"/>
              <a:gd name="connsiteX5" fmla="*/ 9339 w 171450"/>
              <a:gd name="connsiteY5" fmla="*/ 133443 h 161925"/>
              <a:gd name="connsiteX6" fmla="*/ 0 w 171450"/>
              <a:gd name="connsiteY6" fmla="*/ 85725 h 161925"/>
              <a:gd name="connsiteX7" fmla="*/ 23030 w 171450"/>
              <a:gd name="connsiteY7" fmla="*/ 23030 h 161925"/>
              <a:gd name="connsiteX8" fmla="*/ 85725 w 171450"/>
              <a:gd name="connsiteY8" fmla="*/ 0 h 161925"/>
              <a:gd name="connsiteX9" fmla="*/ 148420 w 171450"/>
              <a:gd name="connsiteY9" fmla="*/ 23030 h 161925"/>
              <a:gd name="connsiteX10" fmla="*/ 171450 w 171450"/>
              <a:gd name="connsiteY10" fmla="*/ 85725 h 161925"/>
              <a:gd name="connsiteX11" fmla="*/ 162112 w 171450"/>
              <a:gd name="connsiteY11" fmla="*/ 133443 h 161925"/>
              <a:gd name="connsiteX12" fmla="*/ 128389 w 171450"/>
              <a:gd name="connsiteY12" fmla="*/ 161242 h 161925"/>
              <a:gd name="connsiteX13" fmla="*/ 105786 w 171450"/>
              <a:gd name="connsiteY13" fmla="*/ 133443 h 161925"/>
              <a:gd name="connsiteX14" fmla="*/ 114045 w 171450"/>
              <a:gd name="connsiteY14" fmla="*/ 104939 h 161925"/>
              <a:gd name="connsiteX15" fmla="*/ 152400 w 171450"/>
              <a:gd name="connsiteY15" fmla="*/ 76200 h 161925"/>
              <a:gd name="connsiteX16" fmla="*/ 134949 w 171450"/>
              <a:gd name="connsiteY16" fmla="*/ 36501 h 161925"/>
              <a:gd name="connsiteX17" fmla="*/ 85725 w 171450"/>
              <a:gd name="connsiteY17" fmla="*/ 19050 h 161925"/>
              <a:gd name="connsiteX18" fmla="*/ 36501 w 171450"/>
              <a:gd name="connsiteY18" fmla="*/ 36501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1450" h="161925">
                <a:moveTo>
                  <a:pt x="36501" y="36501"/>
                </a:moveTo>
                <a:cubicBezTo>
                  <a:pt x="27186" y="45815"/>
                  <a:pt x="20647" y="58890"/>
                  <a:pt x="19050" y="76200"/>
                </a:cubicBezTo>
                <a:cubicBezTo>
                  <a:pt x="38768" y="76126"/>
                  <a:pt x="47956" y="71957"/>
                  <a:pt x="57406" y="104939"/>
                </a:cubicBezTo>
                <a:cubicBezTo>
                  <a:pt x="60597" y="116077"/>
                  <a:pt x="62440" y="122314"/>
                  <a:pt x="65664" y="133443"/>
                </a:cubicBezTo>
                <a:cubicBezTo>
                  <a:pt x="71170" y="152446"/>
                  <a:pt x="52846" y="157419"/>
                  <a:pt x="43061" y="161242"/>
                </a:cubicBezTo>
                <a:cubicBezTo>
                  <a:pt x="33275" y="165064"/>
                  <a:pt x="18973" y="152446"/>
                  <a:pt x="9339" y="133443"/>
                </a:cubicBezTo>
                <a:cubicBezTo>
                  <a:pt x="1570" y="118121"/>
                  <a:pt x="5" y="102497"/>
                  <a:pt x="0" y="85725"/>
                </a:cubicBezTo>
                <a:cubicBezTo>
                  <a:pt x="0" y="60003"/>
                  <a:pt x="7754" y="38307"/>
                  <a:pt x="23030" y="23030"/>
                </a:cubicBezTo>
                <a:cubicBezTo>
                  <a:pt x="38307" y="7754"/>
                  <a:pt x="60003" y="0"/>
                  <a:pt x="85725" y="0"/>
                </a:cubicBezTo>
                <a:cubicBezTo>
                  <a:pt x="111447" y="0"/>
                  <a:pt x="133143" y="7754"/>
                  <a:pt x="148420" y="23030"/>
                </a:cubicBezTo>
                <a:cubicBezTo>
                  <a:pt x="163696" y="38307"/>
                  <a:pt x="171450" y="60003"/>
                  <a:pt x="171450" y="85725"/>
                </a:cubicBezTo>
                <a:cubicBezTo>
                  <a:pt x="171450" y="102662"/>
                  <a:pt x="170117" y="117655"/>
                  <a:pt x="162112" y="133443"/>
                </a:cubicBezTo>
                <a:cubicBezTo>
                  <a:pt x="152476" y="152446"/>
                  <a:pt x="138174" y="165064"/>
                  <a:pt x="128389" y="161242"/>
                </a:cubicBezTo>
                <a:cubicBezTo>
                  <a:pt x="118604" y="157419"/>
                  <a:pt x="100280" y="152446"/>
                  <a:pt x="105786" y="133443"/>
                </a:cubicBezTo>
                <a:cubicBezTo>
                  <a:pt x="109011" y="122311"/>
                  <a:pt x="110853" y="116079"/>
                  <a:pt x="114045" y="104939"/>
                </a:cubicBezTo>
                <a:cubicBezTo>
                  <a:pt x="123494" y="71957"/>
                  <a:pt x="132682" y="76126"/>
                  <a:pt x="152400" y="76200"/>
                </a:cubicBezTo>
                <a:cubicBezTo>
                  <a:pt x="150803" y="58890"/>
                  <a:pt x="144264" y="45815"/>
                  <a:pt x="134949" y="36501"/>
                </a:cubicBezTo>
                <a:cubicBezTo>
                  <a:pt x="124032" y="25583"/>
                  <a:pt x="107628" y="19050"/>
                  <a:pt x="85725" y="19050"/>
                </a:cubicBezTo>
                <a:cubicBezTo>
                  <a:pt x="63822" y="19050"/>
                  <a:pt x="47418" y="25583"/>
                  <a:pt x="36501" y="36501"/>
                </a:cubicBezTo>
                <a:close/>
              </a:path>
            </a:pathLst>
          </a:custGeom>
          <a:solidFill>
            <a:srgbClr val="000000"/>
          </a:solidFill>
          <a:ln w="9525" cap="flat">
            <a:noFill/>
            <a:prstDash val="solid"/>
            <a:miter/>
          </a:ln>
        </p:spPr>
        <p:txBody>
          <a:bodyPr rtlCol="0" anchor="ctr"/>
          <a:lstStyle/>
          <a:p>
            <a:endParaRPr lang="ru-RU"/>
          </a:p>
        </p:txBody>
      </p:sp>
      <p:sp>
        <p:nvSpPr>
          <p:cNvPr id="845" name="Рисунок 670">
            <a:extLst>
              <a:ext uri="{FF2B5EF4-FFF2-40B4-BE49-F238E27FC236}">
                <a16:creationId xmlns:a16="http://schemas.microsoft.com/office/drawing/2014/main" id="{255780DF-AAFF-8CC0-2B40-80B61DA96170}"/>
              </a:ext>
            </a:extLst>
          </p:cNvPr>
          <p:cNvSpPr/>
          <p:nvPr/>
        </p:nvSpPr>
        <p:spPr>
          <a:xfrm>
            <a:off x="633129" y="5110285"/>
            <a:ext cx="171450" cy="152400"/>
          </a:xfrm>
          <a:custGeom>
            <a:avLst/>
            <a:gdLst>
              <a:gd name="connsiteX0" fmla="*/ 35949 w 171450"/>
              <a:gd name="connsiteY0" fmla="*/ 3460 h 152400"/>
              <a:gd name="connsiteX1" fmla="*/ 47932 w 171450"/>
              <a:gd name="connsiteY1" fmla="*/ 1640 h 152400"/>
              <a:gd name="connsiteX2" fmla="*/ 84635 w 171450"/>
              <a:gd name="connsiteY2" fmla="*/ 28223 h 152400"/>
              <a:gd name="connsiteX3" fmla="*/ 85725 w 171450"/>
              <a:gd name="connsiteY3" fmla="*/ 28222 h 152400"/>
              <a:gd name="connsiteX4" fmla="*/ 86815 w 171450"/>
              <a:gd name="connsiteY4" fmla="*/ 28223 h 152400"/>
              <a:gd name="connsiteX5" fmla="*/ 123518 w 171450"/>
              <a:gd name="connsiteY5" fmla="*/ 1640 h 152400"/>
              <a:gd name="connsiteX6" fmla="*/ 135501 w 171450"/>
              <a:gd name="connsiteY6" fmla="*/ 3460 h 152400"/>
              <a:gd name="connsiteX7" fmla="*/ 133657 w 171450"/>
              <a:gd name="connsiteY7" fmla="*/ 15295 h 152400"/>
              <a:gd name="connsiteX8" fmla="*/ 114274 w 171450"/>
              <a:gd name="connsiteY8" fmla="*/ 29333 h 152400"/>
              <a:gd name="connsiteX9" fmla="*/ 171450 w 171450"/>
              <a:gd name="connsiteY9" fmla="*/ 90311 h 152400"/>
              <a:gd name="connsiteX10" fmla="*/ 85725 w 171450"/>
              <a:gd name="connsiteY10" fmla="*/ 152400 h 152400"/>
              <a:gd name="connsiteX11" fmla="*/ 0 w 171450"/>
              <a:gd name="connsiteY11" fmla="*/ 90311 h 152400"/>
              <a:gd name="connsiteX12" fmla="*/ 57175 w 171450"/>
              <a:gd name="connsiteY12" fmla="*/ 29333 h 152400"/>
              <a:gd name="connsiteX13" fmla="*/ 37793 w 171450"/>
              <a:gd name="connsiteY13" fmla="*/ 15295 h 152400"/>
              <a:gd name="connsiteX14" fmla="*/ 35949 w 171450"/>
              <a:gd name="connsiteY14" fmla="*/ 3460 h 152400"/>
              <a:gd name="connsiteX15" fmla="*/ 85583 w 171450"/>
              <a:gd name="connsiteY15" fmla="*/ 70284 h 152400"/>
              <a:gd name="connsiteX16" fmla="*/ 79807 w 171450"/>
              <a:gd name="connsiteY16" fmla="*/ 66818 h 152400"/>
              <a:gd name="connsiteX17" fmla="*/ 76342 w 171450"/>
              <a:gd name="connsiteY17" fmla="*/ 72594 h 152400"/>
              <a:gd name="connsiteX18" fmla="*/ 85867 w 171450"/>
              <a:gd name="connsiteY18" fmla="*/ 110694 h 152400"/>
              <a:gd name="connsiteX19" fmla="*/ 90488 w 171450"/>
              <a:gd name="connsiteY19" fmla="*/ 114301 h 152400"/>
              <a:gd name="connsiteX20" fmla="*/ 100013 w 171450"/>
              <a:gd name="connsiteY20" fmla="*/ 114301 h 152400"/>
              <a:gd name="connsiteX21" fmla="*/ 104633 w 171450"/>
              <a:gd name="connsiteY21" fmla="*/ 110694 h 152400"/>
              <a:gd name="connsiteX22" fmla="*/ 114158 w 171450"/>
              <a:gd name="connsiteY22" fmla="*/ 72594 h 152400"/>
              <a:gd name="connsiteX23" fmla="*/ 110693 w 171450"/>
              <a:gd name="connsiteY23" fmla="*/ 66818 h 152400"/>
              <a:gd name="connsiteX24" fmla="*/ 104917 w 171450"/>
              <a:gd name="connsiteY24" fmla="*/ 70284 h 152400"/>
              <a:gd name="connsiteX25" fmla="*/ 96294 w 171450"/>
              <a:gd name="connsiteY25" fmla="*/ 104776 h 152400"/>
              <a:gd name="connsiteX26" fmla="*/ 94206 w 171450"/>
              <a:gd name="connsiteY26" fmla="*/ 104776 h 152400"/>
              <a:gd name="connsiteX27" fmla="*/ 85583 w 171450"/>
              <a:gd name="connsiteY27" fmla="*/ 70284 h 152400"/>
              <a:gd name="connsiteX28" fmla="*/ 28575 w 171450"/>
              <a:gd name="connsiteY28" fmla="*/ 71438 h 152400"/>
              <a:gd name="connsiteX29" fmla="*/ 23813 w 171450"/>
              <a:gd name="connsiteY29" fmla="*/ 66676 h 152400"/>
              <a:gd name="connsiteX30" fmla="*/ 19050 w 171450"/>
              <a:gd name="connsiteY30" fmla="*/ 71438 h 152400"/>
              <a:gd name="connsiteX31" fmla="*/ 19050 w 171450"/>
              <a:gd name="connsiteY31" fmla="*/ 109538 h 152400"/>
              <a:gd name="connsiteX32" fmla="*/ 23813 w 171450"/>
              <a:gd name="connsiteY32" fmla="*/ 114301 h 152400"/>
              <a:gd name="connsiteX33" fmla="*/ 42863 w 171450"/>
              <a:gd name="connsiteY33" fmla="*/ 114301 h 152400"/>
              <a:gd name="connsiteX34" fmla="*/ 47625 w 171450"/>
              <a:gd name="connsiteY34" fmla="*/ 109538 h 152400"/>
              <a:gd name="connsiteX35" fmla="*/ 42863 w 171450"/>
              <a:gd name="connsiteY35" fmla="*/ 104776 h 152400"/>
              <a:gd name="connsiteX36" fmla="*/ 28575 w 171450"/>
              <a:gd name="connsiteY36" fmla="*/ 104776 h 152400"/>
              <a:gd name="connsiteX37" fmla="*/ 28575 w 171450"/>
              <a:gd name="connsiteY37" fmla="*/ 71438 h 152400"/>
              <a:gd name="connsiteX38" fmla="*/ 66675 w 171450"/>
              <a:gd name="connsiteY38" fmla="*/ 71438 h 152400"/>
              <a:gd name="connsiteX39" fmla="*/ 61913 w 171450"/>
              <a:gd name="connsiteY39" fmla="*/ 66676 h 152400"/>
              <a:gd name="connsiteX40" fmla="*/ 57150 w 171450"/>
              <a:gd name="connsiteY40" fmla="*/ 71438 h 152400"/>
              <a:gd name="connsiteX41" fmla="*/ 57150 w 171450"/>
              <a:gd name="connsiteY41" fmla="*/ 109538 h 152400"/>
              <a:gd name="connsiteX42" fmla="*/ 61913 w 171450"/>
              <a:gd name="connsiteY42" fmla="*/ 114301 h 152400"/>
              <a:gd name="connsiteX43" fmla="*/ 66675 w 171450"/>
              <a:gd name="connsiteY43" fmla="*/ 109538 h 152400"/>
              <a:gd name="connsiteX44" fmla="*/ 66675 w 171450"/>
              <a:gd name="connsiteY44" fmla="*/ 71438 h 152400"/>
              <a:gd name="connsiteX45" fmla="*/ 128588 w 171450"/>
              <a:gd name="connsiteY45" fmla="*/ 66676 h 152400"/>
              <a:gd name="connsiteX46" fmla="*/ 123825 w 171450"/>
              <a:gd name="connsiteY46" fmla="*/ 71438 h 152400"/>
              <a:gd name="connsiteX47" fmla="*/ 123825 w 171450"/>
              <a:gd name="connsiteY47" fmla="*/ 109538 h 152400"/>
              <a:gd name="connsiteX48" fmla="*/ 128588 w 171450"/>
              <a:gd name="connsiteY48" fmla="*/ 114301 h 152400"/>
              <a:gd name="connsiteX49" fmla="*/ 147638 w 171450"/>
              <a:gd name="connsiteY49" fmla="*/ 114301 h 152400"/>
              <a:gd name="connsiteX50" fmla="*/ 152400 w 171450"/>
              <a:gd name="connsiteY50" fmla="*/ 109538 h 152400"/>
              <a:gd name="connsiteX51" fmla="*/ 147638 w 171450"/>
              <a:gd name="connsiteY51" fmla="*/ 104776 h 152400"/>
              <a:gd name="connsiteX52" fmla="*/ 133350 w 171450"/>
              <a:gd name="connsiteY52" fmla="*/ 104776 h 152400"/>
              <a:gd name="connsiteX53" fmla="*/ 133350 w 171450"/>
              <a:gd name="connsiteY53" fmla="*/ 95251 h 152400"/>
              <a:gd name="connsiteX54" fmla="*/ 138113 w 171450"/>
              <a:gd name="connsiteY54" fmla="*/ 95251 h 152400"/>
              <a:gd name="connsiteX55" fmla="*/ 142875 w 171450"/>
              <a:gd name="connsiteY55" fmla="*/ 90488 h 152400"/>
              <a:gd name="connsiteX56" fmla="*/ 138113 w 171450"/>
              <a:gd name="connsiteY56" fmla="*/ 85726 h 152400"/>
              <a:gd name="connsiteX57" fmla="*/ 133350 w 171450"/>
              <a:gd name="connsiteY57" fmla="*/ 85726 h 152400"/>
              <a:gd name="connsiteX58" fmla="*/ 133350 w 171450"/>
              <a:gd name="connsiteY58" fmla="*/ 76201 h 152400"/>
              <a:gd name="connsiteX59" fmla="*/ 147638 w 171450"/>
              <a:gd name="connsiteY59" fmla="*/ 76201 h 152400"/>
              <a:gd name="connsiteX60" fmla="*/ 152400 w 171450"/>
              <a:gd name="connsiteY60" fmla="*/ 71438 h 152400"/>
              <a:gd name="connsiteX61" fmla="*/ 147638 w 171450"/>
              <a:gd name="connsiteY61" fmla="*/ 66676 h 152400"/>
              <a:gd name="connsiteX62" fmla="*/ 128588 w 171450"/>
              <a:gd name="connsiteY62" fmla="*/ 666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71450" h="152400">
                <a:moveTo>
                  <a:pt x="35949" y="3460"/>
                </a:moveTo>
                <a:cubicBezTo>
                  <a:pt x="38749" y="-310"/>
                  <a:pt x="44114" y="-1126"/>
                  <a:pt x="47932" y="1640"/>
                </a:cubicBezTo>
                <a:lnTo>
                  <a:pt x="84635" y="28223"/>
                </a:lnTo>
                <a:lnTo>
                  <a:pt x="85725" y="28222"/>
                </a:lnTo>
                <a:lnTo>
                  <a:pt x="86815" y="28223"/>
                </a:lnTo>
                <a:lnTo>
                  <a:pt x="123518" y="1640"/>
                </a:lnTo>
                <a:cubicBezTo>
                  <a:pt x="127336" y="-1126"/>
                  <a:pt x="132700" y="-310"/>
                  <a:pt x="135501" y="3460"/>
                </a:cubicBezTo>
                <a:cubicBezTo>
                  <a:pt x="138300" y="7231"/>
                  <a:pt x="137474" y="12530"/>
                  <a:pt x="133657" y="15295"/>
                </a:cubicBezTo>
                <a:lnTo>
                  <a:pt x="114274" y="29333"/>
                </a:lnTo>
                <a:cubicBezTo>
                  <a:pt x="161144" y="33606"/>
                  <a:pt x="171450" y="50762"/>
                  <a:pt x="171450" y="90311"/>
                </a:cubicBezTo>
                <a:cubicBezTo>
                  <a:pt x="171450" y="136878"/>
                  <a:pt x="157163" y="152400"/>
                  <a:pt x="85725" y="152400"/>
                </a:cubicBezTo>
                <a:cubicBezTo>
                  <a:pt x="14288" y="152400"/>
                  <a:pt x="0" y="136878"/>
                  <a:pt x="0" y="90311"/>
                </a:cubicBezTo>
                <a:cubicBezTo>
                  <a:pt x="0" y="50762"/>
                  <a:pt x="10306" y="33606"/>
                  <a:pt x="57175" y="29333"/>
                </a:cubicBezTo>
                <a:lnTo>
                  <a:pt x="37793" y="15295"/>
                </a:lnTo>
                <a:cubicBezTo>
                  <a:pt x="33975" y="12530"/>
                  <a:pt x="33150" y="7231"/>
                  <a:pt x="35949" y="3460"/>
                </a:cubicBezTo>
                <a:close/>
                <a:moveTo>
                  <a:pt x="85583" y="70284"/>
                </a:moveTo>
                <a:cubicBezTo>
                  <a:pt x="84945" y="67732"/>
                  <a:pt x="82359" y="66181"/>
                  <a:pt x="79807" y="66818"/>
                </a:cubicBezTo>
                <a:cubicBezTo>
                  <a:pt x="77255" y="67456"/>
                  <a:pt x="75705" y="70042"/>
                  <a:pt x="76342" y="72594"/>
                </a:cubicBezTo>
                <a:lnTo>
                  <a:pt x="85867" y="110694"/>
                </a:lnTo>
                <a:cubicBezTo>
                  <a:pt x="86397" y="112814"/>
                  <a:pt x="88302" y="114301"/>
                  <a:pt x="90488" y="114301"/>
                </a:cubicBezTo>
                <a:lnTo>
                  <a:pt x="100013" y="114301"/>
                </a:lnTo>
                <a:cubicBezTo>
                  <a:pt x="102198" y="114301"/>
                  <a:pt x="104103" y="112814"/>
                  <a:pt x="104633" y="110694"/>
                </a:cubicBezTo>
                <a:lnTo>
                  <a:pt x="114158" y="72594"/>
                </a:lnTo>
                <a:cubicBezTo>
                  <a:pt x="114795" y="70042"/>
                  <a:pt x="113245" y="67456"/>
                  <a:pt x="110693" y="66818"/>
                </a:cubicBezTo>
                <a:cubicBezTo>
                  <a:pt x="108141" y="66181"/>
                  <a:pt x="105555" y="67732"/>
                  <a:pt x="104917" y="70284"/>
                </a:cubicBezTo>
                <a:lnTo>
                  <a:pt x="96294" y="104776"/>
                </a:lnTo>
                <a:lnTo>
                  <a:pt x="94206" y="104776"/>
                </a:lnTo>
                <a:lnTo>
                  <a:pt x="85583" y="70284"/>
                </a:lnTo>
                <a:close/>
                <a:moveTo>
                  <a:pt x="28575" y="71438"/>
                </a:moveTo>
                <a:cubicBezTo>
                  <a:pt x="28575" y="68809"/>
                  <a:pt x="26443" y="66676"/>
                  <a:pt x="23813" y="66676"/>
                </a:cubicBezTo>
                <a:cubicBezTo>
                  <a:pt x="21182" y="66676"/>
                  <a:pt x="19050" y="68809"/>
                  <a:pt x="19050" y="71438"/>
                </a:cubicBezTo>
                <a:lnTo>
                  <a:pt x="19050" y="109538"/>
                </a:lnTo>
                <a:cubicBezTo>
                  <a:pt x="19050" y="112169"/>
                  <a:pt x="21182" y="114301"/>
                  <a:pt x="23813" y="114301"/>
                </a:cubicBezTo>
                <a:lnTo>
                  <a:pt x="42863" y="114301"/>
                </a:lnTo>
                <a:cubicBezTo>
                  <a:pt x="45493" y="114301"/>
                  <a:pt x="47625" y="112169"/>
                  <a:pt x="47625" y="109538"/>
                </a:cubicBezTo>
                <a:cubicBezTo>
                  <a:pt x="47625" y="106909"/>
                  <a:pt x="45493" y="104776"/>
                  <a:pt x="42863" y="104776"/>
                </a:cubicBezTo>
                <a:lnTo>
                  <a:pt x="28575" y="104776"/>
                </a:lnTo>
                <a:lnTo>
                  <a:pt x="28575" y="71438"/>
                </a:lnTo>
                <a:close/>
                <a:moveTo>
                  <a:pt x="66675" y="71438"/>
                </a:moveTo>
                <a:cubicBezTo>
                  <a:pt x="66675" y="68809"/>
                  <a:pt x="64543" y="66676"/>
                  <a:pt x="61913" y="66676"/>
                </a:cubicBezTo>
                <a:cubicBezTo>
                  <a:pt x="59282" y="66676"/>
                  <a:pt x="57150" y="68809"/>
                  <a:pt x="57150" y="71438"/>
                </a:cubicBezTo>
                <a:lnTo>
                  <a:pt x="57150" y="109538"/>
                </a:lnTo>
                <a:cubicBezTo>
                  <a:pt x="57150" y="112169"/>
                  <a:pt x="59282" y="114301"/>
                  <a:pt x="61913" y="114301"/>
                </a:cubicBezTo>
                <a:cubicBezTo>
                  <a:pt x="64543" y="114301"/>
                  <a:pt x="66675" y="112169"/>
                  <a:pt x="66675" y="109538"/>
                </a:cubicBezTo>
                <a:lnTo>
                  <a:pt x="66675" y="71438"/>
                </a:lnTo>
                <a:close/>
                <a:moveTo>
                  <a:pt x="128588" y="66676"/>
                </a:moveTo>
                <a:cubicBezTo>
                  <a:pt x="125958" y="66676"/>
                  <a:pt x="123825" y="68809"/>
                  <a:pt x="123825" y="71438"/>
                </a:cubicBezTo>
                <a:lnTo>
                  <a:pt x="123825" y="109538"/>
                </a:lnTo>
                <a:cubicBezTo>
                  <a:pt x="123825" y="112169"/>
                  <a:pt x="125958" y="114301"/>
                  <a:pt x="128588" y="114301"/>
                </a:cubicBezTo>
                <a:lnTo>
                  <a:pt x="147638" y="114301"/>
                </a:lnTo>
                <a:cubicBezTo>
                  <a:pt x="150267" y="114301"/>
                  <a:pt x="152400" y="112169"/>
                  <a:pt x="152400" y="109538"/>
                </a:cubicBezTo>
                <a:cubicBezTo>
                  <a:pt x="152400" y="106909"/>
                  <a:pt x="150267" y="104776"/>
                  <a:pt x="147638" y="104776"/>
                </a:cubicBezTo>
                <a:lnTo>
                  <a:pt x="133350" y="104776"/>
                </a:lnTo>
                <a:lnTo>
                  <a:pt x="133350" y="95251"/>
                </a:lnTo>
                <a:lnTo>
                  <a:pt x="138113" y="95251"/>
                </a:lnTo>
                <a:cubicBezTo>
                  <a:pt x="140742" y="95251"/>
                  <a:pt x="142875" y="93119"/>
                  <a:pt x="142875" y="90488"/>
                </a:cubicBezTo>
                <a:cubicBezTo>
                  <a:pt x="142875" y="87859"/>
                  <a:pt x="140742" y="85726"/>
                  <a:pt x="138113" y="85726"/>
                </a:cubicBezTo>
                <a:lnTo>
                  <a:pt x="133350" y="85726"/>
                </a:lnTo>
                <a:lnTo>
                  <a:pt x="133350" y="76201"/>
                </a:lnTo>
                <a:lnTo>
                  <a:pt x="147638" y="76201"/>
                </a:lnTo>
                <a:cubicBezTo>
                  <a:pt x="150267" y="76201"/>
                  <a:pt x="152400" y="74069"/>
                  <a:pt x="152400" y="71438"/>
                </a:cubicBezTo>
                <a:cubicBezTo>
                  <a:pt x="152400" y="68809"/>
                  <a:pt x="150267" y="66676"/>
                  <a:pt x="147638" y="66676"/>
                </a:cubicBezTo>
                <a:lnTo>
                  <a:pt x="128588" y="66676"/>
                </a:lnTo>
                <a:close/>
              </a:path>
            </a:pathLst>
          </a:custGeom>
          <a:solidFill>
            <a:srgbClr val="000000"/>
          </a:solidFill>
          <a:ln w="9525" cap="flat">
            <a:noFill/>
            <a:prstDash val="solid"/>
            <a:miter/>
          </a:ln>
        </p:spPr>
        <p:txBody>
          <a:bodyPr rtlCol="0" anchor="ctr"/>
          <a:lstStyle/>
          <a:p>
            <a:endParaRPr lang="ru-RU"/>
          </a:p>
        </p:txBody>
      </p:sp>
      <p:sp>
        <p:nvSpPr>
          <p:cNvPr id="846" name="Рисунок 696">
            <a:extLst>
              <a:ext uri="{FF2B5EF4-FFF2-40B4-BE49-F238E27FC236}">
                <a16:creationId xmlns:a16="http://schemas.microsoft.com/office/drawing/2014/main" id="{19F466C1-23F7-2697-B8A4-15232B0F7921}"/>
              </a:ext>
            </a:extLst>
          </p:cNvPr>
          <p:cNvSpPr/>
          <p:nvPr/>
        </p:nvSpPr>
        <p:spPr>
          <a:xfrm>
            <a:off x="633129" y="5610931"/>
            <a:ext cx="171450" cy="152400"/>
          </a:xfrm>
          <a:custGeom>
            <a:avLst/>
            <a:gdLst>
              <a:gd name="connsiteX0" fmla="*/ 171450 w 171450"/>
              <a:gd name="connsiteY0" fmla="*/ 76200 h 152400"/>
              <a:gd name="connsiteX1" fmla="*/ 85725 w 171450"/>
              <a:gd name="connsiteY1" fmla="*/ 152400 h 152400"/>
              <a:gd name="connsiteX2" fmla="*/ 0 w 171450"/>
              <a:gd name="connsiteY2" fmla="*/ 76200 h 152400"/>
              <a:gd name="connsiteX3" fmla="*/ 85725 w 171450"/>
              <a:gd name="connsiteY3" fmla="*/ 0 h 152400"/>
              <a:gd name="connsiteX4" fmla="*/ 171450 w 171450"/>
              <a:gd name="connsiteY4" fmla="*/ 76200 h 152400"/>
              <a:gd name="connsiteX5" fmla="*/ 76200 w 171450"/>
              <a:gd name="connsiteY5" fmla="*/ 104772 h 152400"/>
              <a:gd name="connsiteX6" fmla="*/ 114300 w 171450"/>
              <a:gd name="connsiteY6" fmla="*/ 76253 h 152400"/>
              <a:gd name="connsiteX7" fmla="*/ 76200 w 171450"/>
              <a:gd name="connsiteY7" fmla="*/ 47627 h 152400"/>
              <a:gd name="connsiteX8" fmla="*/ 66675 w 171450"/>
              <a:gd name="connsiteY8" fmla="*/ 76135 h 152400"/>
              <a:gd name="connsiteX9" fmla="*/ 76200 w 171450"/>
              <a:gd name="connsiteY9" fmla="*/ 104772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450" h="152400">
                <a:moveTo>
                  <a:pt x="171450" y="76200"/>
                </a:moveTo>
                <a:cubicBezTo>
                  <a:pt x="171450" y="133350"/>
                  <a:pt x="157163" y="152400"/>
                  <a:pt x="85725" y="152400"/>
                </a:cubicBezTo>
                <a:cubicBezTo>
                  <a:pt x="14288" y="152400"/>
                  <a:pt x="0" y="133350"/>
                  <a:pt x="0" y="76200"/>
                </a:cubicBezTo>
                <a:cubicBezTo>
                  <a:pt x="0" y="19050"/>
                  <a:pt x="14288" y="0"/>
                  <a:pt x="85725" y="0"/>
                </a:cubicBezTo>
                <a:cubicBezTo>
                  <a:pt x="157163" y="0"/>
                  <a:pt x="171450" y="19050"/>
                  <a:pt x="171450" y="76200"/>
                </a:cubicBezTo>
                <a:close/>
                <a:moveTo>
                  <a:pt x="76200" y="104772"/>
                </a:moveTo>
                <a:cubicBezTo>
                  <a:pt x="85725" y="104772"/>
                  <a:pt x="114300" y="85725"/>
                  <a:pt x="114300" y="76253"/>
                </a:cubicBezTo>
                <a:cubicBezTo>
                  <a:pt x="114300" y="66782"/>
                  <a:pt x="85725" y="47630"/>
                  <a:pt x="76200" y="47627"/>
                </a:cubicBezTo>
                <a:cubicBezTo>
                  <a:pt x="66675" y="47625"/>
                  <a:pt x="66675" y="57150"/>
                  <a:pt x="66675" y="76135"/>
                </a:cubicBezTo>
                <a:cubicBezTo>
                  <a:pt x="66675" y="95250"/>
                  <a:pt x="66675" y="104772"/>
                  <a:pt x="76200" y="104772"/>
                </a:cubicBezTo>
                <a:close/>
              </a:path>
            </a:pathLst>
          </a:custGeom>
          <a:solidFill>
            <a:srgbClr val="000000"/>
          </a:solidFill>
          <a:ln w="9525" cap="flat">
            <a:noFill/>
            <a:prstDash val="solid"/>
            <a:miter/>
          </a:ln>
        </p:spPr>
        <p:txBody>
          <a:bodyPr rtlCol="0" anchor="ctr"/>
          <a:lstStyle/>
          <a:p>
            <a:endParaRPr lang="ru-RU"/>
          </a:p>
        </p:txBody>
      </p:sp>
      <p:sp>
        <p:nvSpPr>
          <p:cNvPr id="847" name="Рисунок 37">
            <a:extLst>
              <a:ext uri="{FF2B5EF4-FFF2-40B4-BE49-F238E27FC236}">
                <a16:creationId xmlns:a16="http://schemas.microsoft.com/office/drawing/2014/main" id="{2ED4CE10-D939-5D61-C5C5-82C7096D3034}"/>
              </a:ext>
            </a:extLst>
          </p:cNvPr>
          <p:cNvSpPr/>
          <p:nvPr/>
        </p:nvSpPr>
        <p:spPr>
          <a:xfrm>
            <a:off x="1054444" y="856343"/>
            <a:ext cx="171450" cy="152400"/>
          </a:xfrm>
          <a:custGeom>
            <a:avLst/>
            <a:gdLst>
              <a:gd name="connsiteX0" fmla="*/ 0 w 171450"/>
              <a:gd name="connsiteY0" fmla="*/ 71438 h 152400"/>
              <a:gd name="connsiteX1" fmla="*/ 66675 w 171450"/>
              <a:gd name="connsiteY1" fmla="*/ 0 h 152400"/>
              <a:gd name="connsiteX2" fmla="*/ 104775 w 171450"/>
              <a:gd name="connsiteY2" fmla="*/ 0 h 152400"/>
              <a:gd name="connsiteX3" fmla="*/ 171450 w 171450"/>
              <a:gd name="connsiteY3" fmla="*/ 71438 h 152400"/>
              <a:gd name="connsiteX4" fmla="*/ 104775 w 171450"/>
              <a:gd name="connsiteY4" fmla="*/ 133350 h 152400"/>
              <a:gd name="connsiteX5" fmla="*/ 47625 w 171450"/>
              <a:gd name="connsiteY5" fmla="*/ 133350 h 152400"/>
              <a:gd name="connsiteX6" fmla="*/ 19050 w 171450"/>
              <a:gd name="connsiteY6" fmla="*/ 152400 h 152400"/>
              <a:gd name="connsiteX7" fmla="*/ 0 w 171450"/>
              <a:gd name="connsiteY7" fmla="*/ 71438 h 152400"/>
              <a:gd name="connsiteX8" fmla="*/ 95250 w 171450"/>
              <a:gd name="connsiteY8" fmla="*/ 38100 h 152400"/>
              <a:gd name="connsiteX9" fmla="*/ 85725 w 171450"/>
              <a:gd name="connsiteY9" fmla="*/ 28575 h 152400"/>
              <a:gd name="connsiteX10" fmla="*/ 76200 w 171450"/>
              <a:gd name="connsiteY10" fmla="*/ 38100 h 152400"/>
              <a:gd name="connsiteX11" fmla="*/ 76200 w 171450"/>
              <a:gd name="connsiteY11" fmla="*/ 57150 h 152400"/>
              <a:gd name="connsiteX12" fmla="*/ 57150 w 171450"/>
              <a:gd name="connsiteY12" fmla="*/ 57150 h 152400"/>
              <a:gd name="connsiteX13" fmla="*/ 47625 w 171450"/>
              <a:gd name="connsiteY13" fmla="*/ 66675 h 152400"/>
              <a:gd name="connsiteX14" fmla="*/ 57150 w 171450"/>
              <a:gd name="connsiteY14" fmla="*/ 76200 h 152400"/>
              <a:gd name="connsiteX15" fmla="*/ 76200 w 171450"/>
              <a:gd name="connsiteY15" fmla="*/ 76200 h 152400"/>
              <a:gd name="connsiteX16" fmla="*/ 76200 w 171450"/>
              <a:gd name="connsiteY16" fmla="*/ 95250 h 152400"/>
              <a:gd name="connsiteX17" fmla="*/ 85725 w 171450"/>
              <a:gd name="connsiteY17" fmla="*/ 104775 h 152400"/>
              <a:gd name="connsiteX18" fmla="*/ 95250 w 171450"/>
              <a:gd name="connsiteY18" fmla="*/ 95250 h 152400"/>
              <a:gd name="connsiteX19" fmla="*/ 95250 w 171450"/>
              <a:gd name="connsiteY19" fmla="*/ 76200 h 152400"/>
              <a:gd name="connsiteX20" fmla="*/ 114300 w 171450"/>
              <a:gd name="connsiteY20" fmla="*/ 76200 h 152400"/>
              <a:gd name="connsiteX21" fmla="*/ 123825 w 171450"/>
              <a:gd name="connsiteY21" fmla="*/ 66675 h 152400"/>
              <a:gd name="connsiteX22" fmla="*/ 114300 w 171450"/>
              <a:gd name="connsiteY22" fmla="*/ 57150 h 152400"/>
              <a:gd name="connsiteX23" fmla="*/ 95250 w 171450"/>
              <a:gd name="connsiteY23" fmla="*/ 57150 h 152400"/>
              <a:gd name="connsiteX24" fmla="*/ 95250 w 171450"/>
              <a:gd name="connsiteY24" fmla="*/ 381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52400">
                <a:moveTo>
                  <a:pt x="0" y="71438"/>
                </a:moveTo>
                <a:cubicBezTo>
                  <a:pt x="0" y="14288"/>
                  <a:pt x="9525" y="0"/>
                  <a:pt x="66675" y="0"/>
                </a:cubicBezTo>
                <a:lnTo>
                  <a:pt x="104775" y="0"/>
                </a:lnTo>
                <a:cubicBezTo>
                  <a:pt x="161925" y="0"/>
                  <a:pt x="171450" y="14288"/>
                  <a:pt x="171450" y="71438"/>
                </a:cubicBezTo>
                <a:cubicBezTo>
                  <a:pt x="171450" y="127029"/>
                  <a:pt x="161925" y="133350"/>
                  <a:pt x="104775" y="133350"/>
                </a:cubicBezTo>
                <a:lnTo>
                  <a:pt x="47625" y="133350"/>
                </a:lnTo>
                <a:cubicBezTo>
                  <a:pt x="41037" y="143116"/>
                  <a:pt x="30273" y="152400"/>
                  <a:pt x="19050" y="152400"/>
                </a:cubicBezTo>
                <a:cubicBezTo>
                  <a:pt x="0" y="152400"/>
                  <a:pt x="0" y="100013"/>
                  <a:pt x="0" y="71438"/>
                </a:cubicBezTo>
                <a:close/>
                <a:moveTo>
                  <a:pt x="95250" y="38100"/>
                </a:moveTo>
                <a:cubicBezTo>
                  <a:pt x="95250" y="32840"/>
                  <a:pt x="90986" y="28575"/>
                  <a:pt x="85725" y="28575"/>
                </a:cubicBezTo>
                <a:cubicBezTo>
                  <a:pt x="80464" y="28575"/>
                  <a:pt x="76200" y="32840"/>
                  <a:pt x="76200" y="38100"/>
                </a:cubicBezTo>
                <a:lnTo>
                  <a:pt x="76200" y="57150"/>
                </a:lnTo>
                <a:lnTo>
                  <a:pt x="57150" y="57150"/>
                </a:lnTo>
                <a:cubicBezTo>
                  <a:pt x="51890" y="57150"/>
                  <a:pt x="47625" y="61414"/>
                  <a:pt x="47625" y="66675"/>
                </a:cubicBezTo>
                <a:cubicBezTo>
                  <a:pt x="47625" y="71936"/>
                  <a:pt x="51890" y="76200"/>
                  <a:pt x="57150" y="76200"/>
                </a:cubicBezTo>
                <a:lnTo>
                  <a:pt x="76200" y="76200"/>
                </a:lnTo>
                <a:lnTo>
                  <a:pt x="76200" y="95250"/>
                </a:lnTo>
                <a:cubicBezTo>
                  <a:pt x="76200" y="100511"/>
                  <a:pt x="80464" y="104775"/>
                  <a:pt x="85725" y="104775"/>
                </a:cubicBezTo>
                <a:cubicBezTo>
                  <a:pt x="90986" y="104775"/>
                  <a:pt x="95250" y="100511"/>
                  <a:pt x="95250" y="95250"/>
                </a:cubicBezTo>
                <a:lnTo>
                  <a:pt x="95250" y="76200"/>
                </a:lnTo>
                <a:lnTo>
                  <a:pt x="114300" y="76200"/>
                </a:lnTo>
                <a:cubicBezTo>
                  <a:pt x="119561" y="76200"/>
                  <a:pt x="123825" y="71936"/>
                  <a:pt x="123825" y="66675"/>
                </a:cubicBezTo>
                <a:cubicBezTo>
                  <a:pt x="123825" y="61414"/>
                  <a:pt x="119561" y="57150"/>
                  <a:pt x="114300" y="57150"/>
                </a:cubicBezTo>
                <a:lnTo>
                  <a:pt x="95250" y="57150"/>
                </a:lnTo>
                <a:lnTo>
                  <a:pt x="95250" y="38100"/>
                </a:lnTo>
                <a:close/>
              </a:path>
            </a:pathLst>
          </a:custGeom>
          <a:solidFill>
            <a:srgbClr val="000000"/>
          </a:solidFill>
          <a:ln w="9525" cap="flat">
            <a:noFill/>
            <a:prstDash val="solid"/>
            <a:miter/>
          </a:ln>
        </p:spPr>
        <p:txBody>
          <a:bodyPr rtlCol="0" anchor="ctr"/>
          <a:lstStyle/>
          <a:p>
            <a:endParaRPr lang="ru-RU"/>
          </a:p>
        </p:txBody>
      </p:sp>
      <p:sp>
        <p:nvSpPr>
          <p:cNvPr id="1349" name="Полилиния: фигура 1348">
            <a:extLst>
              <a:ext uri="{FF2B5EF4-FFF2-40B4-BE49-F238E27FC236}">
                <a16:creationId xmlns:a16="http://schemas.microsoft.com/office/drawing/2014/main" id="{5522EEE7-6687-7F45-D961-0691F24CE426}"/>
              </a:ext>
            </a:extLst>
          </p:cNvPr>
          <p:cNvSpPr/>
          <p:nvPr/>
        </p:nvSpPr>
        <p:spPr>
          <a:xfrm>
            <a:off x="1073493" y="1415688"/>
            <a:ext cx="152401" cy="152400"/>
          </a:xfrm>
          <a:custGeom>
            <a:avLst/>
            <a:gdLst>
              <a:gd name="connsiteX0" fmla="*/ 123826 w 152401"/>
              <a:gd name="connsiteY0" fmla="*/ 95250 h 152400"/>
              <a:gd name="connsiteX1" fmla="*/ 133351 w 152401"/>
              <a:gd name="connsiteY1" fmla="*/ 104775 h 152400"/>
              <a:gd name="connsiteX2" fmla="*/ 133351 w 152401"/>
              <a:gd name="connsiteY2" fmla="*/ 114300 h 152400"/>
              <a:gd name="connsiteX3" fmla="*/ 142876 w 152401"/>
              <a:gd name="connsiteY3" fmla="*/ 114300 h 152400"/>
              <a:gd name="connsiteX4" fmla="*/ 152401 w 152401"/>
              <a:gd name="connsiteY4" fmla="*/ 123825 h 152400"/>
              <a:gd name="connsiteX5" fmla="*/ 142876 w 152401"/>
              <a:gd name="connsiteY5" fmla="*/ 133350 h 152400"/>
              <a:gd name="connsiteX6" fmla="*/ 133351 w 152401"/>
              <a:gd name="connsiteY6" fmla="*/ 133350 h 152400"/>
              <a:gd name="connsiteX7" fmla="*/ 133351 w 152401"/>
              <a:gd name="connsiteY7" fmla="*/ 142875 h 152400"/>
              <a:gd name="connsiteX8" fmla="*/ 123826 w 152401"/>
              <a:gd name="connsiteY8" fmla="*/ 152400 h 152400"/>
              <a:gd name="connsiteX9" fmla="*/ 114301 w 152401"/>
              <a:gd name="connsiteY9" fmla="*/ 142875 h 152400"/>
              <a:gd name="connsiteX10" fmla="*/ 114301 w 152401"/>
              <a:gd name="connsiteY10" fmla="*/ 133350 h 152400"/>
              <a:gd name="connsiteX11" fmla="*/ 104776 w 152401"/>
              <a:gd name="connsiteY11" fmla="*/ 133350 h 152400"/>
              <a:gd name="connsiteX12" fmla="*/ 95251 w 152401"/>
              <a:gd name="connsiteY12" fmla="*/ 123825 h 152400"/>
              <a:gd name="connsiteX13" fmla="*/ 104776 w 152401"/>
              <a:gd name="connsiteY13" fmla="*/ 114300 h 152400"/>
              <a:gd name="connsiteX14" fmla="*/ 114301 w 152401"/>
              <a:gd name="connsiteY14" fmla="*/ 114300 h 152400"/>
              <a:gd name="connsiteX15" fmla="*/ 114301 w 152401"/>
              <a:gd name="connsiteY15" fmla="*/ 104775 h 152400"/>
              <a:gd name="connsiteX16" fmla="*/ 123826 w 152401"/>
              <a:gd name="connsiteY16" fmla="*/ 95250 h 152400"/>
              <a:gd name="connsiteX17" fmla="*/ 11489 w 152401"/>
              <a:gd name="connsiteY17" fmla="*/ 304 h 152400"/>
              <a:gd name="connsiteX18" fmla="*/ 89131 w 152401"/>
              <a:gd name="connsiteY18" fmla="*/ 26432 h 152400"/>
              <a:gd name="connsiteX19" fmla="*/ 150845 w 152401"/>
              <a:gd name="connsiteY19" fmla="*/ 71002 h 152400"/>
              <a:gd name="connsiteX20" fmla="*/ 119986 w 152401"/>
              <a:gd name="connsiteY20" fmla="*/ 80047 h 152400"/>
              <a:gd name="connsiteX21" fmla="*/ 89131 w 152401"/>
              <a:gd name="connsiteY21" fmla="*/ 89092 h 152400"/>
              <a:gd name="connsiteX22" fmla="*/ 80083 w 152401"/>
              <a:gd name="connsiteY22" fmla="*/ 119968 h 152400"/>
              <a:gd name="connsiteX23" fmla="*/ 71035 w 152401"/>
              <a:gd name="connsiteY23" fmla="*/ 150847 h 152400"/>
              <a:gd name="connsiteX24" fmla="*/ 26431 w 152401"/>
              <a:gd name="connsiteY24" fmla="*/ 89092 h 152400"/>
              <a:gd name="connsiteX25" fmla="*/ 1301 w 152401"/>
              <a:gd name="connsiteY25" fmla="*/ 1300 h 152400"/>
              <a:gd name="connsiteX26" fmla="*/ 11489 w 152401"/>
              <a:gd name="connsiteY26" fmla="*/ 30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2401" h="152400">
                <a:moveTo>
                  <a:pt x="123826" y="95250"/>
                </a:moveTo>
                <a:cubicBezTo>
                  <a:pt x="129087" y="95250"/>
                  <a:pt x="133351" y="99514"/>
                  <a:pt x="133351" y="104775"/>
                </a:cubicBezTo>
                <a:lnTo>
                  <a:pt x="133351" y="114300"/>
                </a:lnTo>
                <a:lnTo>
                  <a:pt x="142876" y="114300"/>
                </a:lnTo>
                <a:cubicBezTo>
                  <a:pt x="148137" y="114300"/>
                  <a:pt x="152401" y="118564"/>
                  <a:pt x="152401" y="123825"/>
                </a:cubicBezTo>
                <a:cubicBezTo>
                  <a:pt x="152401" y="129086"/>
                  <a:pt x="148137" y="133350"/>
                  <a:pt x="142876" y="133350"/>
                </a:cubicBezTo>
                <a:lnTo>
                  <a:pt x="133351" y="133350"/>
                </a:lnTo>
                <a:lnTo>
                  <a:pt x="133351" y="142875"/>
                </a:lnTo>
                <a:cubicBezTo>
                  <a:pt x="133351" y="148136"/>
                  <a:pt x="129087" y="152400"/>
                  <a:pt x="123826" y="152400"/>
                </a:cubicBezTo>
                <a:cubicBezTo>
                  <a:pt x="118565" y="152400"/>
                  <a:pt x="114301" y="148136"/>
                  <a:pt x="114301" y="142875"/>
                </a:cubicBezTo>
                <a:lnTo>
                  <a:pt x="114301" y="133350"/>
                </a:lnTo>
                <a:lnTo>
                  <a:pt x="104776" y="133350"/>
                </a:lnTo>
                <a:cubicBezTo>
                  <a:pt x="99515" y="133350"/>
                  <a:pt x="95251" y="129086"/>
                  <a:pt x="95251" y="123825"/>
                </a:cubicBezTo>
                <a:cubicBezTo>
                  <a:pt x="95251" y="118564"/>
                  <a:pt x="99515" y="114300"/>
                  <a:pt x="104776" y="114300"/>
                </a:cubicBezTo>
                <a:lnTo>
                  <a:pt x="114301" y="114300"/>
                </a:lnTo>
                <a:lnTo>
                  <a:pt x="114301" y="104775"/>
                </a:lnTo>
                <a:cubicBezTo>
                  <a:pt x="114301" y="99514"/>
                  <a:pt x="118565" y="95250"/>
                  <a:pt x="123826" y="95250"/>
                </a:cubicBezTo>
                <a:close/>
                <a:moveTo>
                  <a:pt x="11489" y="304"/>
                </a:moveTo>
                <a:cubicBezTo>
                  <a:pt x="27337" y="2128"/>
                  <a:pt x="58429" y="12018"/>
                  <a:pt x="89131" y="26432"/>
                </a:cubicBezTo>
                <a:cubicBezTo>
                  <a:pt x="128187" y="44767"/>
                  <a:pt x="159892" y="61958"/>
                  <a:pt x="150845" y="71002"/>
                </a:cubicBezTo>
                <a:cubicBezTo>
                  <a:pt x="146320" y="75525"/>
                  <a:pt x="133153" y="77786"/>
                  <a:pt x="119986" y="80047"/>
                </a:cubicBezTo>
                <a:cubicBezTo>
                  <a:pt x="106821" y="82308"/>
                  <a:pt x="93656" y="84570"/>
                  <a:pt x="89131" y="89092"/>
                </a:cubicBezTo>
                <a:cubicBezTo>
                  <a:pt x="84608" y="93614"/>
                  <a:pt x="82346" y="106791"/>
                  <a:pt x="80083" y="119968"/>
                </a:cubicBezTo>
                <a:cubicBezTo>
                  <a:pt x="77821" y="133147"/>
                  <a:pt x="75559" y="146325"/>
                  <a:pt x="71035" y="150847"/>
                </a:cubicBezTo>
                <a:cubicBezTo>
                  <a:pt x="61986" y="159891"/>
                  <a:pt x="44775" y="128129"/>
                  <a:pt x="26431" y="89092"/>
                </a:cubicBezTo>
                <a:cubicBezTo>
                  <a:pt x="7204" y="48174"/>
                  <a:pt x="-3962" y="6563"/>
                  <a:pt x="1301" y="1300"/>
                </a:cubicBezTo>
                <a:cubicBezTo>
                  <a:pt x="2617" y="-16"/>
                  <a:pt x="6206" y="-304"/>
                  <a:pt x="11489" y="304"/>
                </a:cubicBezTo>
                <a:close/>
              </a:path>
            </a:pathLst>
          </a:custGeom>
          <a:solidFill>
            <a:srgbClr val="000000"/>
          </a:solidFill>
          <a:ln w="9525" cap="flat">
            <a:noFill/>
            <a:prstDash val="solid"/>
            <a:miter/>
          </a:ln>
        </p:spPr>
        <p:txBody>
          <a:bodyPr rtlCol="0" anchor="ctr"/>
          <a:lstStyle/>
          <a:p>
            <a:endParaRPr lang="ru-RU"/>
          </a:p>
        </p:txBody>
      </p:sp>
      <p:sp>
        <p:nvSpPr>
          <p:cNvPr id="851" name="Рисунок 472">
            <a:extLst>
              <a:ext uri="{FF2B5EF4-FFF2-40B4-BE49-F238E27FC236}">
                <a16:creationId xmlns:a16="http://schemas.microsoft.com/office/drawing/2014/main" id="{FB28AF74-908E-323A-486F-EB5DAD39DB3A}"/>
              </a:ext>
            </a:extLst>
          </p:cNvPr>
          <p:cNvSpPr/>
          <p:nvPr/>
        </p:nvSpPr>
        <p:spPr>
          <a:xfrm>
            <a:off x="1063969" y="1946458"/>
            <a:ext cx="159004" cy="171450"/>
          </a:xfrm>
          <a:custGeom>
            <a:avLst/>
            <a:gdLst>
              <a:gd name="connsiteX0" fmla="*/ 102362 w 159004"/>
              <a:gd name="connsiteY0" fmla="*/ 14288 h 171450"/>
              <a:gd name="connsiteX1" fmla="*/ 105898 w 159004"/>
              <a:gd name="connsiteY1" fmla="*/ 23126 h 171450"/>
              <a:gd name="connsiteX2" fmla="*/ 121912 w 159004"/>
              <a:gd name="connsiteY2" fmla="*/ 31366 h 171450"/>
              <a:gd name="connsiteX3" fmla="*/ 129939 w 159004"/>
              <a:gd name="connsiteY3" fmla="*/ 30210 h 171450"/>
              <a:gd name="connsiteX4" fmla="*/ 153742 w 159004"/>
              <a:gd name="connsiteY4" fmla="*/ 42863 h 171450"/>
              <a:gd name="connsiteX5" fmla="*/ 152799 w 159004"/>
              <a:gd name="connsiteY5" fmla="*/ 69804 h 171450"/>
              <a:gd name="connsiteX6" fmla="*/ 145913 w 159004"/>
              <a:gd name="connsiteY6" fmla="*/ 78555 h 171450"/>
              <a:gd name="connsiteX7" fmla="*/ 146177 w 159004"/>
              <a:gd name="connsiteY7" fmla="*/ 85725 h 171450"/>
              <a:gd name="connsiteX8" fmla="*/ 145913 w 159004"/>
              <a:gd name="connsiteY8" fmla="*/ 92897 h 171450"/>
              <a:gd name="connsiteX9" fmla="*/ 152799 w 159004"/>
              <a:gd name="connsiteY9" fmla="*/ 101647 h 171450"/>
              <a:gd name="connsiteX10" fmla="*/ 153742 w 159004"/>
              <a:gd name="connsiteY10" fmla="*/ 128588 h 171450"/>
              <a:gd name="connsiteX11" fmla="*/ 129939 w 159004"/>
              <a:gd name="connsiteY11" fmla="*/ 141241 h 171450"/>
              <a:gd name="connsiteX12" fmla="*/ 121499 w 159004"/>
              <a:gd name="connsiteY12" fmla="*/ 133352 h 171450"/>
              <a:gd name="connsiteX13" fmla="*/ 114276 w 159004"/>
              <a:gd name="connsiteY13" fmla="*/ 120110 h 171450"/>
              <a:gd name="connsiteX14" fmla="*/ 105406 w 159004"/>
              <a:gd name="connsiteY14" fmla="*/ 118079 h 171450"/>
              <a:gd name="connsiteX15" fmla="*/ 99964 w 159004"/>
              <a:gd name="connsiteY15" fmla="*/ 121739 h 171450"/>
              <a:gd name="connsiteX16" fmla="*/ 93230 w 159004"/>
              <a:gd name="connsiteY16" fmla="*/ 124349 h 171450"/>
              <a:gd name="connsiteX17" fmla="*/ 89893 w 159004"/>
              <a:gd name="connsiteY17" fmla="*/ 133352 h 171450"/>
              <a:gd name="connsiteX18" fmla="*/ 98552 w 159004"/>
              <a:gd name="connsiteY18" fmla="*/ 149226 h 171450"/>
              <a:gd name="connsiteX19" fmla="*/ 99964 w 159004"/>
              <a:gd name="connsiteY19" fmla="*/ 162331 h 171450"/>
              <a:gd name="connsiteX20" fmla="*/ 79502 w 159004"/>
              <a:gd name="connsiteY20" fmla="*/ 171450 h 171450"/>
              <a:gd name="connsiteX21" fmla="*/ 56642 w 159004"/>
              <a:gd name="connsiteY21" fmla="*/ 157163 h 171450"/>
              <a:gd name="connsiteX22" fmla="*/ 53107 w 159004"/>
              <a:gd name="connsiteY22" fmla="*/ 148323 h 171450"/>
              <a:gd name="connsiteX23" fmla="*/ 37093 w 159004"/>
              <a:gd name="connsiteY23" fmla="*/ 140085 h 171450"/>
              <a:gd name="connsiteX24" fmla="*/ 29066 w 159004"/>
              <a:gd name="connsiteY24" fmla="*/ 141241 h 171450"/>
              <a:gd name="connsiteX25" fmla="*/ 5262 w 159004"/>
              <a:gd name="connsiteY25" fmla="*/ 128588 h 171450"/>
              <a:gd name="connsiteX26" fmla="*/ 6206 w 159004"/>
              <a:gd name="connsiteY26" fmla="*/ 101647 h 171450"/>
              <a:gd name="connsiteX27" fmla="*/ 13091 w 159004"/>
              <a:gd name="connsiteY27" fmla="*/ 92896 h 171450"/>
              <a:gd name="connsiteX28" fmla="*/ 12827 w 159004"/>
              <a:gd name="connsiteY28" fmla="*/ 85725 h 171450"/>
              <a:gd name="connsiteX29" fmla="*/ 13091 w 159004"/>
              <a:gd name="connsiteY29" fmla="*/ 78555 h 171450"/>
              <a:gd name="connsiteX30" fmla="*/ 6206 w 159004"/>
              <a:gd name="connsiteY30" fmla="*/ 69804 h 171450"/>
              <a:gd name="connsiteX31" fmla="*/ 5262 w 159004"/>
              <a:gd name="connsiteY31" fmla="*/ 42863 h 171450"/>
              <a:gd name="connsiteX32" fmla="*/ 29066 w 159004"/>
              <a:gd name="connsiteY32" fmla="*/ 30210 h 171450"/>
              <a:gd name="connsiteX33" fmla="*/ 37092 w 159004"/>
              <a:gd name="connsiteY33" fmla="*/ 31366 h 171450"/>
              <a:gd name="connsiteX34" fmla="*/ 53107 w 159004"/>
              <a:gd name="connsiteY34" fmla="*/ 23126 h 171450"/>
              <a:gd name="connsiteX35" fmla="*/ 56642 w 159004"/>
              <a:gd name="connsiteY35" fmla="*/ 14288 h 171450"/>
              <a:gd name="connsiteX36" fmla="*/ 79502 w 159004"/>
              <a:gd name="connsiteY36" fmla="*/ 0 h 171450"/>
              <a:gd name="connsiteX37" fmla="*/ 102362 w 159004"/>
              <a:gd name="connsiteY37" fmla="*/ 14288 h 171450"/>
              <a:gd name="connsiteX38" fmla="*/ 44111 w 159004"/>
              <a:gd name="connsiteY38" fmla="*/ 70315 h 171450"/>
              <a:gd name="connsiteX39" fmla="*/ 96486 w 159004"/>
              <a:gd name="connsiteY39" fmla="*/ 112812 h 171450"/>
              <a:gd name="connsiteX40" fmla="*/ 85286 w 159004"/>
              <a:gd name="connsiteY40" fmla="*/ 48340 h 171450"/>
              <a:gd name="connsiteX41" fmla="*/ 82959 w 159004"/>
              <a:gd name="connsiteY41" fmla="*/ 56077 h 171450"/>
              <a:gd name="connsiteX42" fmla="*/ 78796 w 159004"/>
              <a:gd name="connsiteY42" fmla="*/ 84277 h 171450"/>
              <a:gd name="connsiteX43" fmla="*/ 52078 w 159004"/>
              <a:gd name="connsiteY43" fmla="*/ 72558 h 171450"/>
              <a:gd name="connsiteX44" fmla="*/ 44111 w 159004"/>
              <a:gd name="connsiteY44" fmla="*/ 7031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9004" h="171450">
                <a:moveTo>
                  <a:pt x="102362" y="14288"/>
                </a:moveTo>
                <a:lnTo>
                  <a:pt x="105898" y="23126"/>
                </a:lnTo>
                <a:cubicBezTo>
                  <a:pt x="111833" y="25156"/>
                  <a:pt x="117189" y="27920"/>
                  <a:pt x="121912" y="31366"/>
                </a:cubicBezTo>
                <a:lnTo>
                  <a:pt x="129939" y="30210"/>
                </a:lnTo>
                <a:cubicBezTo>
                  <a:pt x="145170" y="28015"/>
                  <a:pt x="148027" y="32965"/>
                  <a:pt x="153742" y="42863"/>
                </a:cubicBezTo>
                <a:cubicBezTo>
                  <a:pt x="159457" y="52762"/>
                  <a:pt x="162315" y="57711"/>
                  <a:pt x="152799" y="69804"/>
                </a:cubicBezTo>
                <a:lnTo>
                  <a:pt x="145913" y="78555"/>
                </a:lnTo>
                <a:cubicBezTo>
                  <a:pt x="146089" y="80887"/>
                  <a:pt x="146177" y="83278"/>
                  <a:pt x="146177" y="85725"/>
                </a:cubicBezTo>
                <a:cubicBezTo>
                  <a:pt x="146177" y="88173"/>
                  <a:pt x="146089" y="90564"/>
                  <a:pt x="145913" y="92897"/>
                </a:cubicBezTo>
                <a:lnTo>
                  <a:pt x="152799" y="101647"/>
                </a:lnTo>
                <a:cubicBezTo>
                  <a:pt x="162315" y="113740"/>
                  <a:pt x="159457" y="118689"/>
                  <a:pt x="153742" y="128588"/>
                </a:cubicBezTo>
                <a:cubicBezTo>
                  <a:pt x="148027" y="138487"/>
                  <a:pt x="145170" y="143436"/>
                  <a:pt x="129939" y="141241"/>
                </a:cubicBezTo>
                <a:cubicBezTo>
                  <a:pt x="124423" y="140447"/>
                  <a:pt x="124266" y="138425"/>
                  <a:pt x="121499" y="133352"/>
                </a:cubicBezTo>
                <a:cubicBezTo>
                  <a:pt x="118679" y="128181"/>
                  <a:pt x="114276" y="120110"/>
                  <a:pt x="114276" y="120110"/>
                </a:cubicBezTo>
                <a:cubicBezTo>
                  <a:pt x="110859" y="113845"/>
                  <a:pt x="109044" y="115253"/>
                  <a:pt x="105406" y="118079"/>
                </a:cubicBezTo>
                <a:cubicBezTo>
                  <a:pt x="103955" y="119205"/>
                  <a:pt x="102213" y="120558"/>
                  <a:pt x="99964" y="121739"/>
                </a:cubicBezTo>
                <a:cubicBezTo>
                  <a:pt x="97485" y="123040"/>
                  <a:pt x="95158" y="123755"/>
                  <a:pt x="93230" y="124349"/>
                </a:cubicBezTo>
                <a:cubicBezTo>
                  <a:pt x="88496" y="125804"/>
                  <a:pt x="86167" y="126521"/>
                  <a:pt x="89893" y="133352"/>
                </a:cubicBezTo>
                <a:lnTo>
                  <a:pt x="98552" y="149226"/>
                </a:lnTo>
                <a:cubicBezTo>
                  <a:pt x="101987" y="155523"/>
                  <a:pt x="103381" y="156119"/>
                  <a:pt x="99964" y="162331"/>
                </a:cubicBezTo>
                <a:cubicBezTo>
                  <a:pt x="94948" y="171450"/>
                  <a:pt x="89344" y="171450"/>
                  <a:pt x="79502" y="171450"/>
                </a:cubicBezTo>
                <a:cubicBezTo>
                  <a:pt x="68072" y="171450"/>
                  <a:pt x="62357" y="171450"/>
                  <a:pt x="56642" y="157163"/>
                </a:cubicBezTo>
                <a:lnTo>
                  <a:pt x="53107" y="148323"/>
                </a:lnTo>
                <a:cubicBezTo>
                  <a:pt x="47173" y="146294"/>
                  <a:pt x="41817" y="143531"/>
                  <a:pt x="37093" y="140085"/>
                </a:cubicBezTo>
                <a:lnTo>
                  <a:pt x="29066" y="141241"/>
                </a:lnTo>
                <a:cubicBezTo>
                  <a:pt x="13835" y="143436"/>
                  <a:pt x="10977" y="138487"/>
                  <a:pt x="5262" y="128588"/>
                </a:cubicBezTo>
                <a:cubicBezTo>
                  <a:pt x="-453" y="118689"/>
                  <a:pt x="-3310" y="113740"/>
                  <a:pt x="6206" y="101647"/>
                </a:cubicBezTo>
                <a:lnTo>
                  <a:pt x="13091" y="92896"/>
                </a:lnTo>
                <a:cubicBezTo>
                  <a:pt x="12916" y="90564"/>
                  <a:pt x="12827" y="88172"/>
                  <a:pt x="12827" y="85725"/>
                </a:cubicBezTo>
                <a:cubicBezTo>
                  <a:pt x="12827" y="83278"/>
                  <a:pt x="12916" y="80887"/>
                  <a:pt x="13091" y="78555"/>
                </a:cubicBezTo>
                <a:lnTo>
                  <a:pt x="6206" y="69804"/>
                </a:lnTo>
                <a:cubicBezTo>
                  <a:pt x="-3310" y="57711"/>
                  <a:pt x="-453" y="52762"/>
                  <a:pt x="5262" y="42863"/>
                </a:cubicBezTo>
                <a:cubicBezTo>
                  <a:pt x="10977" y="32965"/>
                  <a:pt x="13835" y="28015"/>
                  <a:pt x="29066" y="30210"/>
                </a:cubicBezTo>
                <a:lnTo>
                  <a:pt x="37092" y="31366"/>
                </a:lnTo>
                <a:cubicBezTo>
                  <a:pt x="41816" y="27920"/>
                  <a:pt x="47172" y="25156"/>
                  <a:pt x="53107" y="23126"/>
                </a:cubicBezTo>
                <a:lnTo>
                  <a:pt x="56642" y="14288"/>
                </a:lnTo>
                <a:cubicBezTo>
                  <a:pt x="62357" y="0"/>
                  <a:pt x="68072" y="0"/>
                  <a:pt x="79502" y="0"/>
                </a:cubicBezTo>
                <a:cubicBezTo>
                  <a:pt x="90932" y="0"/>
                  <a:pt x="96647" y="0"/>
                  <a:pt x="102362" y="14288"/>
                </a:cubicBezTo>
                <a:close/>
                <a:moveTo>
                  <a:pt x="44111" y="70315"/>
                </a:moveTo>
                <a:cubicBezTo>
                  <a:pt x="30505" y="115545"/>
                  <a:pt x="71296" y="126822"/>
                  <a:pt x="96486" y="112812"/>
                </a:cubicBezTo>
                <a:cubicBezTo>
                  <a:pt x="120991" y="99183"/>
                  <a:pt x="130384" y="61039"/>
                  <a:pt x="85286" y="48340"/>
                </a:cubicBezTo>
                <a:cubicBezTo>
                  <a:pt x="77320" y="46097"/>
                  <a:pt x="79105" y="49256"/>
                  <a:pt x="82959" y="56077"/>
                </a:cubicBezTo>
                <a:cubicBezTo>
                  <a:pt x="88597" y="66057"/>
                  <a:pt x="94236" y="76037"/>
                  <a:pt x="78796" y="84277"/>
                </a:cubicBezTo>
                <a:cubicBezTo>
                  <a:pt x="63355" y="92518"/>
                  <a:pt x="57717" y="82538"/>
                  <a:pt x="52078" y="72558"/>
                </a:cubicBezTo>
                <a:cubicBezTo>
                  <a:pt x="48224" y="65738"/>
                  <a:pt x="46439" y="62578"/>
                  <a:pt x="44111" y="70315"/>
                </a:cubicBezTo>
                <a:close/>
              </a:path>
            </a:pathLst>
          </a:custGeom>
          <a:solidFill>
            <a:srgbClr val="000000"/>
          </a:solidFill>
          <a:ln w="9525" cap="flat">
            <a:noFill/>
            <a:prstDash val="solid"/>
            <a:miter/>
          </a:ln>
        </p:spPr>
        <p:txBody>
          <a:bodyPr rtlCol="0" anchor="ctr"/>
          <a:lstStyle/>
          <a:p>
            <a:endParaRPr lang="ru-RU"/>
          </a:p>
        </p:txBody>
      </p:sp>
      <p:sp>
        <p:nvSpPr>
          <p:cNvPr id="852" name="Рисунок 496">
            <a:extLst>
              <a:ext uri="{FF2B5EF4-FFF2-40B4-BE49-F238E27FC236}">
                <a16:creationId xmlns:a16="http://schemas.microsoft.com/office/drawing/2014/main" id="{25741872-7101-724F-B342-8F94B5B26E29}"/>
              </a:ext>
            </a:extLst>
          </p:cNvPr>
          <p:cNvSpPr/>
          <p:nvPr/>
        </p:nvSpPr>
        <p:spPr>
          <a:xfrm>
            <a:off x="1054444" y="2496276"/>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47625 w 171450"/>
              <a:gd name="connsiteY5" fmla="*/ 57150 h 171450"/>
              <a:gd name="connsiteX6" fmla="*/ 57150 w 171450"/>
              <a:gd name="connsiteY6" fmla="*/ 66675 h 171450"/>
              <a:gd name="connsiteX7" fmla="*/ 47625 w 171450"/>
              <a:gd name="connsiteY7" fmla="*/ 76200 h 171450"/>
              <a:gd name="connsiteX8" fmla="*/ 38100 w 171450"/>
              <a:gd name="connsiteY8" fmla="*/ 66675 h 171450"/>
              <a:gd name="connsiteX9" fmla="*/ 47625 w 171450"/>
              <a:gd name="connsiteY9" fmla="*/ 57150 h 171450"/>
              <a:gd name="connsiteX10" fmla="*/ 123825 w 171450"/>
              <a:gd name="connsiteY10" fmla="*/ 57150 h 171450"/>
              <a:gd name="connsiteX11" fmla="*/ 133350 w 171450"/>
              <a:gd name="connsiteY11" fmla="*/ 66675 h 171450"/>
              <a:gd name="connsiteX12" fmla="*/ 123825 w 171450"/>
              <a:gd name="connsiteY12" fmla="*/ 76200 h 171450"/>
              <a:gd name="connsiteX13" fmla="*/ 114300 w 171450"/>
              <a:gd name="connsiteY13" fmla="*/ 66675 h 171450"/>
              <a:gd name="connsiteX14" fmla="*/ 123825 w 171450"/>
              <a:gd name="connsiteY14" fmla="*/ 57150 h 171450"/>
              <a:gd name="connsiteX15" fmla="*/ 109035 w 171450"/>
              <a:gd name="connsiteY15" fmla="*/ 122820 h 171450"/>
              <a:gd name="connsiteX16" fmla="*/ 89985 w 171450"/>
              <a:gd name="connsiteY16" fmla="*/ 132345 h 171450"/>
              <a:gd name="connsiteX17" fmla="*/ 77206 w 171450"/>
              <a:gd name="connsiteY17" fmla="*/ 128086 h 171450"/>
              <a:gd name="connsiteX18" fmla="*/ 81465 w 171450"/>
              <a:gd name="connsiteY18" fmla="*/ 115306 h 171450"/>
              <a:gd name="connsiteX19" fmla="*/ 100515 w 171450"/>
              <a:gd name="connsiteY19" fmla="*/ 105781 h 171450"/>
              <a:gd name="connsiteX20" fmla="*/ 113294 w 171450"/>
              <a:gd name="connsiteY20" fmla="*/ 110042 h 171450"/>
              <a:gd name="connsiteX21" fmla="*/ 109035 w 171450"/>
              <a:gd name="connsiteY21" fmla="*/ 12282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47625" y="57150"/>
                </a:moveTo>
                <a:cubicBezTo>
                  <a:pt x="52885" y="57150"/>
                  <a:pt x="57150" y="61415"/>
                  <a:pt x="57150" y="66675"/>
                </a:cubicBezTo>
                <a:cubicBezTo>
                  <a:pt x="57150" y="71935"/>
                  <a:pt x="52885" y="76200"/>
                  <a:pt x="47625" y="76200"/>
                </a:cubicBezTo>
                <a:cubicBezTo>
                  <a:pt x="42365" y="76200"/>
                  <a:pt x="38100" y="71935"/>
                  <a:pt x="38100" y="66675"/>
                </a:cubicBezTo>
                <a:cubicBezTo>
                  <a:pt x="38100" y="61415"/>
                  <a:pt x="42365" y="57150"/>
                  <a:pt x="47625" y="57150"/>
                </a:cubicBezTo>
                <a:close/>
                <a:moveTo>
                  <a:pt x="123825" y="57150"/>
                </a:moveTo>
                <a:cubicBezTo>
                  <a:pt x="129085" y="57150"/>
                  <a:pt x="133350" y="61415"/>
                  <a:pt x="133350" y="66675"/>
                </a:cubicBezTo>
                <a:cubicBezTo>
                  <a:pt x="133350" y="71935"/>
                  <a:pt x="129085" y="76200"/>
                  <a:pt x="123825" y="76200"/>
                </a:cubicBezTo>
                <a:cubicBezTo>
                  <a:pt x="118565" y="76200"/>
                  <a:pt x="114300" y="71935"/>
                  <a:pt x="114300" y="66675"/>
                </a:cubicBezTo>
                <a:cubicBezTo>
                  <a:pt x="114300" y="61415"/>
                  <a:pt x="118565" y="57150"/>
                  <a:pt x="123825" y="57150"/>
                </a:cubicBezTo>
                <a:close/>
                <a:moveTo>
                  <a:pt x="109035" y="122820"/>
                </a:moveTo>
                <a:lnTo>
                  <a:pt x="89985" y="132345"/>
                </a:lnTo>
                <a:cubicBezTo>
                  <a:pt x="85279" y="134698"/>
                  <a:pt x="79559" y="132791"/>
                  <a:pt x="77206" y="128086"/>
                </a:cubicBezTo>
                <a:cubicBezTo>
                  <a:pt x="74853" y="123380"/>
                  <a:pt x="76760" y="117659"/>
                  <a:pt x="81465" y="115306"/>
                </a:cubicBezTo>
                <a:lnTo>
                  <a:pt x="100515" y="105781"/>
                </a:lnTo>
                <a:cubicBezTo>
                  <a:pt x="105221" y="103429"/>
                  <a:pt x="110941" y="105336"/>
                  <a:pt x="113294" y="110042"/>
                </a:cubicBezTo>
                <a:cubicBezTo>
                  <a:pt x="115647" y="114746"/>
                  <a:pt x="113740" y="120468"/>
                  <a:pt x="109035" y="122820"/>
                </a:cubicBezTo>
                <a:close/>
              </a:path>
            </a:pathLst>
          </a:custGeom>
          <a:solidFill>
            <a:srgbClr val="000000"/>
          </a:solidFill>
          <a:ln w="9525" cap="flat">
            <a:noFill/>
            <a:prstDash val="solid"/>
            <a:miter/>
          </a:ln>
        </p:spPr>
        <p:txBody>
          <a:bodyPr rtlCol="0" anchor="ctr"/>
          <a:lstStyle/>
          <a:p>
            <a:endParaRPr lang="ru-RU"/>
          </a:p>
        </p:txBody>
      </p:sp>
      <p:sp>
        <p:nvSpPr>
          <p:cNvPr id="853" name="Рисунок 523">
            <a:extLst>
              <a:ext uri="{FF2B5EF4-FFF2-40B4-BE49-F238E27FC236}">
                <a16:creationId xmlns:a16="http://schemas.microsoft.com/office/drawing/2014/main" id="{19C9A77F-22CB-F43E-1543-629929E3C571}"/>
              </a:ext>
            </a:extLst>
          </p:cNvPr>
          <p:cNvSpPr/>
          <p:nvPr/>
        </p:nvSpPr>
        <p:spPr>
          <a:xfrm>
            <a:off x="1054444" y="3046096"/>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57150 w 171450"/>
              <a:gd name="connsiteY5" fmla="*/ 66675 h 171450"/>
              <a:gd name="connsiteX6" fmla="*/ 47625 w 171450"/>
              <a:gd name="connsiteY6" fmla="*/ 57150 h 171450"/>
              <a:gd name="connsiteX7" fmla="*/ 38100 w 171450"/>
              <a:gd name="connsiteY7" fmla="*/ 66675 h 171450"/>
              <a:gd name="connsiteX8" fmla="*/ 47625 w 171450"/>
              <a:gd name="connsiteY8" fmla="*/ 76200 h 171450"/>
              <a:gd name="connsiteX9" fmla="*/ 57150 w 171450"/>
              <a:gd name="connsiteY9" fmla="*/ 66675 h 171450"/>
              <a:gd name="connsiteX10" fmla="*/ 63817 w 171450"/>
              <a:gd name="connsiteY10" fmla="*/ 107498 h 171450"/>
              <a:gd name="connsiteX11" fmla="*/ 50414 w 171450"/>
              <a:gd name="connsiteY11" fmla="*/ 107565 h 171450"/>
              <a:gd name="connsiteX12" fmla="*/ 50414 w 171450"/>
              <a:gd name="connsiteY12" fmla="*/ 121034 h 171450"/>
              <a:gd name="connsiteX13" fmla="*/ 85725 w 171450"/>
              <a:gd name="connsiteY13" fmla="*/ 133350 h 171450"/>
              <a:gd name="connsiteX14" fmla="*/ 121036 w 171450"/>
              <a:gd name="connsiteY14" fmla="*/ 121034 h 171450"/>
              <a:gd name="connsiteX15" fmla="*/ 121036 w 171450"/>
              <a:gd name="connsiteY15" fmla="*/ 107565 h 171450"/>
              <a:gd name="connsiteX16" fmla="*/ 107633 w 171450"/>
              <a:gd name="connsiteY16" fmla="*/ 107498 h 171450"/>
              <a:gd name="connsiteX17" fmla="*/ 102869 w 171450"/>
              <a:gd name="connsiteY17" fmla="*/ 110575 h 171450"/>
              <a:gd name="connsiteX18" fmla="*/ 85725 w 171450"/>
              <a:gd name="connsiteY18" fmla="*/ 114300 h 171450"/>
              <a:gd name="connsiteX19" fmla="*/ 68581 w 171450"/>
              <a:gd name="connsiteY19" fmla="*/ 110575 h 171450"/>
              <a:gd name="connsiteX20" fmla="*/ 63817 w 171450"/>
              <a:gd name="connsiteY20" fmla="*/ 107498 h 171450"/>
              <a:gd name="connsiteX21" fmla="*/ 133350 w 171450"/>
              <a:gd name="connsiteY21" fmla="*/ 66675 h 171450"/>
              <a:gd name="connsiteX22" fmla="*/ 123825 w 171450"/>
              <a:gd name="connsiteY22" fmla="*/ 57150 h 171450"/>
              <a:gd name="connsiteX23" fmla="*/ 114300 w 171450"/>
              <a:gd name="connsiteY23" fmla="*/ 66675 h 171450"/>
              <a:gd name="connsiteX24" fmla="*/ 123825 w 171450"/>
              <a:gd name="connsiteY24" fmla="*/ 76200 h 171450"/>
              <a:gd name="connsiteX25" fmla="*/ 133350 w 171450"/>
              <a:gd name="connsiteY25" fmla="*/ 666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57150" y="66675"/>
                </a:moveTo>
                <a:cubicBezTo>
                  <a:pt x="57150" y="61415"/>
                  <a:pt x="52885" y="57150"/>
                  <a:pt x="47625" y="57150"/>
                </a:cubicBezTo>
                <a:cubicBezTo>
                  <a:pt x="42365" y="57150"/>
                  <a:pt x="38100" y="61415"/>
                  <a:pt x="38100" y="66675"/>
                </a:cubicBezTo>
                <a:cubicBezTo>
                  <a:pt x="38100" y="71935"/>
                  <a:pt x="42365" y="76200"/>
                  <a:pt x="47625" y="76200"/>
                </a:cubicBezTo>
                <a:cubicBezTo>
                  <a:pt x="52885" y="76200"/>
                  <a:pt x="57150" y="71935"/>
                  <a:pt x="57150" y="66675"/>
                </a:cubicBezTo>
                <a:close/>
                <a:moveTo>
                  <a:pt x="63817" y="107498"/>
                </a:moveTo>
                <a:cubicBezTo>
                  <a:pt x="60093" y="103845"/>
                  <a:pt x="54112" y="103868"/>
                  <a:pt x="50414" y="107565"/>
                </a:cubicBezTo>
                <a:cubicBezTo>
                  <a:pt x="46695" y="111284"/>
                  <a:pt x="46695" y="117316"/>
                  <a:pt x="50414" y="121034"/>
                </a:cubicBezTo>
                <a:cubicBezTo>
                  <a:pt x="51560" y="122181"/>
                  <a:pt x="63269" y="133350"/>
                  <a:pt x="85725" y="133350"/>
                </a:cubicBezTo>
                <a:cubicBezTo>
                  <a:pt x="108180" y="133350"/>
                  <a:pt x="119890" y="122181"/>
                  <a:pt x="121036" y="121034"/>
                </a:cubicBezTo>
                <a:cubicBezTo>
                  <a:pt x="124756" y="117316"/>
                  <a:pt x="124756" y="111284"/>
                  <a:pt x="121036" y="107565"/>
                </a:cubicBezTo>
                <a:cubicBezTo>
                  <a:pt x="117338" y="103868"/>
                  <a:pt x="111357" y="103845"/>
                  <a:pt x="107633" y="107498"/>
                </a:cubicBezTo>
                <a:cubicBezTo>
                  <a:pt x="106249" y="108770"/>
                  <a:pt x="104539" y="109742"/>
                  <a:pt x="102869" y="110575"/>
                </a:cubicBezTo>
                <a:cubicBezTo>
                  <a:pt x="99292" y="112358"/>
                  <a:pt x="93620" y="114300"/>
                  <a:pt x="85725" y="114300"/>
                </a:cubicBezTo>
                <a:cubicBezTo>
                  <a:pt x="77830" y="114300"/>
                  <a:pt x="72158" y="112358"/>
                  <a:pt x="68581" y="110575"/>
                </a:cubicBezTo>
                <a:cubicBezTo>
                  <a:pt x="65575" y="109075"/>
                  <a:pt x="63972" y="107640"/>
                  <a:pt x="63817" y="107498"/>
                </a:cubicBezTo>
                <a:close/>
                <a:moveTo>
                  <a:pt x="133350" y="66675"/>
                </a:moveTo>
                <a:cubicBezTo>
                  <a:pt x="133350" y="61415"/>
                  <a:pt x="129085" y="57150"/>
                  <a:pt x="123825" y="57150"/>
                </a:cubicBezTo>
                <a:cubicBezTo>
                  <a:pt x="118565" y="57150"/>
                  <a:pt x="114300" y="61415"/>
                  <a:pt x="114300" y="66675"/>
                </a:cubicBezTo>
                <a:cubicBezTo>
                  <a:pt x="114300" y="71935"/>
                  <a:pt x="118565" y="76200"/>
                  <a:pt x="123825" y="76200"/>
                </a:cubicBezTo>
                <a:cubicBezTo>
                  <a:pt x="129085" y="76200"/>
                  <a:pt x="133350" y="71935"/>
                  <a:pt x="133350" y="66675"/>
                </a:cubicBezTo>
                <a:close/>
              </a:path>
            </a:pathLst>
          </a:custGeom>
          <a:solidFill>
            <a:srgbClr val="000000"/>
          </a:solidFill>
          <a:ln w="9525" cap="flat">
            <a:noFill/>
            <a:prstDash val="solid"/>
            <a:miter/>
          </a:ln>
        </p:spPr>
        <p:txBody>
          <a:bodyPr rtlCol="0" anchor="ctr"/>
          <a:lstStyle/>
          <a:p>
            <a:endParaRPr lang="ru-RU"/>
          </a:p>
        </p:txBody>
      </p:sp>
      <p:sp>
        <p:nvSpPr>
          <p:cNvPr id="1364" name="Полилиния: фигура 1363">
            <a:extLst>
              <a:ext uri="{FF2B5EF4-FFF2-40B4-BE49-F238E27FC236}">
                <a16:creationId xmlns:a16="http://schemas.microsoft.com/office/drawing/2014/main" id="{A951B7BC-8185-FA75-FA3F-26AFBDDF8A26}"/>
              </a:ext>
            </a:extLst>
          </p:cNvPr>
          <p:cNvSpPr/>
          <p:nvPr/>
        </p:nvSpPr>
        <p:spPr>
          <a:xfrm>
            <a:off x="1054443" y="3595916"/>
            <a:ext cx="171450" cy="161953"/>
          </a:xfrm>
          <a:custGeom>
            <a:avLst/>
            <a:gdLst>
              <a:gd name="connsiteX0" fmla="*/ 2790 w 171450"/>
              <a:gd name="connsiteY0" fmla="*/ 12315 h 161953"/>
              <a:gd name="connsiteX1" fmla="*/ 16260 w 171450"/>
              <a:gd name="connsiteY1" fmla="*/ 12315 h 161953"/>
              <a:gd name="connsiteX2" fmla="*/ 149610 w 171450"/>
              <a:gd name="connsiteY2" fmla="*/ 145665 h 161953"/>
              <a:gd name="connsiteX3" fmla="*/ 149610 w 171450"/>
              <a:gd name="connsiteY3" fmla="*/ 159135 h 161953"/>
              <a:gd name="connsiteX4" fmla="*/ 138113 w 171450"/>
              <a:gd name="connsiteY4" fmla="*/ 161925 h 161953"/>
              <a:gd name="connsiteX5" fmla="*/ 106250 w 171450"/>
              <a:gd name="connsiteY5" fmla="*/ 151919 h 161953"/>
              <a:gd name="connsiteX6" fmla="*/ 85724 w 171450"/>
              <a:gd name="connsiteY6" fmla="*/ 142875 h 161953"/>
              <a:gd name="connsiteX7" fmla="*/ 65199 w 171450"/>
              <a:gd name="connsiteY7" fmla="*/ 151919 h 161953"/>
              <a:gd name="connsiteX8" fmla="*/ 32246 w 171450"/>
              <a:gd name="connsiteY8" fmla="*/ 159099 h 161953"/>
              <a:gd name="connsiteX9" fmla="*/ 30295 w 171450"/>
              <a:gd name="connsiteY9" fmla="*/ 118055 h 161953"/>
              <a:gd name="connsiteX10" fmla="*/ 30709 w 171450"/>
              <a:gd name="connsiteY10" fmla="*/ 104896 h 161953"/>
              <a:gd name="connsiteX11" fmla="*/ 17547 w 171450"/>
              <a:gd name="connsiteY11" fmla="*/ 88985 h 161953"/>
              <a:gd name="connsiteX12" fmla="*/ 295 w 171450"/>
              <a:gd name="connsiteY12" fmla="*/ 62400 h 161953"/>
              <a:gd name="connsiteX13" fmla="*/ 25932 w 171450"/>
              <a:gd name="connsiteY13" fmla="*/ 48927 h 161953"/>
              <a:gd name="connsiteX14" fmla="*/ 2790 w 171450"/>
              <a:gd name="connsiteY14" fmla="*/ 25785 h 161953"/>
              <a:gd name="connsiteX15" fmla="*/ 2790 w 171450"/>
              <a:gd name="connsiteY15" fmla="*/ 12315 h 161953"/>
              <a:gd name="connsiteX16" fmla="*/ 85724 w 171450"/>
              <a:gd name="connsiteY16" fmla="*/ 0 h 161953"/>
              <a:gd name="connsiteX17" fmla="*/ 110895 w 171450"/>
              <a:gd name="connsiteY17" fmla="*/ 29867 h 161953"/>
              <a:gd name="connsiteX18" fmla="*/ 119705 w 171450"/>
              <a:gd name="connsiteY18" fmla="*/ 42769 h 161953"/>
              <a:gd name="connsiteX19" fmla="*/ 134014 w 171450"/>
              <a:gd name="connsiteY19" fmla="*/ 46785 h 161953"/>
              <a:gd name="connsiteX20" fmla="*/ 171154 w 171450"/>
              <a:gd name="connsiteY20" fmla="*/ 62400 h 161953"/>
              <a:gd name="connsiteX21" fmla="*/ 153793 w 171450"/>
              <a:gd name="connsiteY21" fmla="*/ 89147 h 161953"/>
              <a:gd name="connsiteX22" fmla="*/ 139703 w 171450"/>
              <a:gd name="connsiteY22" fmla="*/ 110452 h 161953"/>
              <a:gd name="connsiteX23" fmla="*/ 131751 w 171450"/>
              <a:gd name="connsiteY23" fmla="*/ 114300 h 161953"/>
              <a:gd name="connsiteX24" fmla="*/ 64337 w 171450"/>
              <a:gd name="connsiteY24" fmla="*/ 46886 h 161953"/>
              <a:gd name="connsiteX25" fmla="*/ 57432 w 171450"/>
              <a:gd name="connsiteY25" fmla="*/ 37913 h 161953"/>
              <a:gd name="connsiteX26" fmla="*/ 61279 w 171450"/>
              <a:gd name="connsiteY26" fmla="*/ 28575 h 161953"/>
              <a:gd name="connsiteX27" fmla="*/ 85724 w 171450"/>
              <a:gd name="connsiteY27" fmla="*/ 0 h 16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0" h="161953">
                <a:moveTo>
                  <a:pt x="2790" y="12315"/>
                </a:moveTo>
                <a:cubicBezTo>
                  <a:pt x="6510" y="8595"/>
                  <a:pt x="12540" y="8595"/>
                  <a:pt x="16260" y="12315"/>
                </a:cubicBezTo>
                <a:lnTo>
                  <a:pt x="149610" y="145665"/>
                </a:lnTo>
                <a:cubicBezTo>
                  <a:pt x="153330" y="149384"/>
                  <a:pt x="153330" y="155416"/>
                  <a:pt x="149610" y="159135"/>
                </a:cubicBezTo>
                <a:cubicBezTo>
                  <a:pt x="146311" y="162435"/>
                  <a:pt x="141833" y="161925"/>
                  <a:pt x="138113" y="161925"/>
                </a:cubicBezTo>
                <a:cubicBezTo>
                  <a:pt x="128588" y="161925"/>
                  <a:pt x="116137" y="157864"/>
                  <a:pt x="106250" y="151919"/>
                </a:cubicBezTo>
                <a:cubicBezTo>
                  <a:pt x="100415" y="148410"/>
                  <a:pt x="92727" y="142875"/>
                  <a:pt x="85724" y="142875"/>
                </a:cubicBezTo>
                <a:cubicBezTo>
                  <a:pt x="78737" y="142875"/>
                  <a:pt x="71025" y="148415"/>
                  <a:pt x="65199" y="151919"/>
                </a:cubicBezTo>
                <a:cubicBezTo>
                  <a:pt x="54665" y="158253"/>
                  <a:pt x="41318" y="166279"/>
                  <a:pt x="32246" y="159099"/>
                </a:cubicBezTo>
                <a:cubicBezTo>
                  <a:pt x="25654" y="153882"/>
                  <a:pt x="27218" y="141106"/>
                  <a:pt x="30295" y="118055"/>
                </a:cubicBezTo>
                <a:cubicBezTo>
                  <a:pt x="31191" y="111346"/>
                  <a:pt x="31639" y="107992"/>
                  <a:pt x="30709" y="104896"/>
                </a:cubicBezTo>
                <a:cubicBezTo>
                  <a:pt x="28794" y="98520"/>
                  <a:pt x="22105" y="93631"/>
                  <a:pt x="17547" y="88985"/>
                </a:cubicBezTo>
                <a:cubicBezTo>
                  <a:pt x="4761" y="75954"/>
                  <a:pt x="-1473" y="69602"/>
                  <a:pt x="295" y="62400"/>
                </a:cubicBezTo>
                <a:cubicBezTo>
                  <a:pt x="2821" y="52109"/>
                  <a:pt x="17428" y="50594"/>
                  <a:pt x="25932" y="48927"/>
                </a:cubicBezTo>
                <a:lnTo>
                  <a:pt x="2790" y="25785"/>
                </a:lnTo>
                <a:cubicBezTo>
                  <a:pt x="-930" y="22065"/>
                  <a:pt x="-930" y="16035"/>
                  <a:pt x="2790" y="12315"/>
                </a:cubicBezTo>
                <a:close/>
                <a:moveTo>
                  <a:pt x="85724" y="0"/>
                </a:moveTo>
                <a:cubicBezTo>
                  <a:pt x="94137" y="0"/>
                  <a:pt x="99722" y="9956"/>
                  <a:pt x="110895" y="29867"/>
                </a:cubicBezTo>
                <a:cubicBezTo>
                  <a:pt x="113363" y="34266"/>
                  <a:pt x="115507" y="39754"/>
                  <a:pt x="119705" y="42769"/>
                </a:cubicBezTo>
                <a:cubicBezTo>
                  <a:pt x="123705" y="45642"/>
                  <a:pt x="129290" y="45926"/>
                  <a:pt x="134014" y="46785"/>
                </a:cubicBezTo>
                <a:cubicBezTo>
                  <a:pt x="144231" y="48645"/>
                  <a:pt x="167922" y="49234"/>
                  <a:pt x="171154" y="62400"/>
                </a:cubicBezTo>
                <a:cubicBezTo>
                  <a:pt x="172928" y="69632"/>
                  <a:pt x="166678" y="76007"/>
                  <a:pt x="153793" y="89147"/>
                </a:cubicBezTo>
                <a:cubicBezTo>
                  <a:pt x="147223" y="95846"/>
                  <a:pt x="141126" y="100875"/>
                  <a:pt x="139703" y="110452"/>
                </a:cubicBezTo>
                <a:cubicBezTo>
                  <a:pt x="138863" y="116107"/>
                  <a:pt x="138177" y="120727"/>
                  <a:pt x="131751" y="114300"/>
                </a:cubicBezTo>
                <a:lnTo>
                  <a:pt x="64337" y="46886"/>
                </a:lnTo>
                <a:cubicBezTo>
                  <a:pt x="59821" y="42376"/>
                  <a:pt x="57690" y="40248"/>
                  <a:pt x="57432" y="37913"/>
                </a:cubicBezTo>
                <a:cubicBezTo>
                  <a:pt x="57074" y="34661"/>
                  <a:pt x="59770" y="31261"/>
                  <a:pt x="61279" y="28575"/>
                </a:cubicBezTo>
                <a:cubicBezTo>
                  <a:pt x="71972" y="9525"/>
                  <a:pt x="77496" y="0"/>
                  <a:pt x="85724" y="0"/>
                </a:cubicBezTo>
                <a:close/>
              </a:path>
            </a:pathLst>
          </a:custGeom>
          <a:solidFill>
            <a:srgbClr val="000000"/>
          </a:solidFill>
          <a:ln w="9525" cap="flat">
            <a:noFill/>
            <a:prstDash val="solid"/>
            <a:miter/>
          </a:ln>
        </p:spPr>
        <p:txBody>
          <a:bodyPr rtlCol="0" anchor="ctr"/>
          <a:lstStyle/>
          <a:p>
            <a:endParaRPr lang="ru-RU"/>
          </a:p>
        </p:txBody>
      </p:sp>
      <p:sp>
        <p:nvSpPr>
          <p:cNvPr id="857" name="Рисунок 254">
            <a:extLst>
              <a:ext uri="{FF2B5EF4-FFF2-40B4-BE49-F238E27FC236}">
                <a16:creationId xmlns:a16="http://schemas.microsoft.com/office/drawing/2014/main" id="{AE2F8FD2-DC63-5A9E-CF99-50F7FD2AA1A0}"/>
              </a:ext>
            </a:extLst>
          </p:cNvPr>
          <p:cNvSpPr/>
          <p:nvPr/>
        </p:nvSpPr>
        <p:spPr>
          <a:xfrm>
            <a:off x="1054444" y="4600117"/>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6200 w 171450"/>
              <a:gd name="connsiteY5" fmla="*/ 66675 h 171450"/>
              <a:gd name="connsiteX6" fmla="*/ 76200 w 171450"/>
              <a:gd name="connsiteY6" fmla="*/ 104775 h 171450"/>
              <a:gd name="connsiteX7" fmla="*/ 66675 w 171450"/>
              <a:gd name="connsiteY7" fmla="*/ 114300 h 171450"/>
              <a:gd name="connsiteX8" fmla="*/ 57150 w 171450"/>
              <a:gd name="connsiteY8" fmla="*/ 104775 h 171450"/>
              <a:gd name="connsiteX9" fmla="*/ 57150 w 171450"/>
              <a:gd name="connsiteY9" fmla="*/ 66675 h 171450"/>
              <a:gd name="connsiteX10" fmla="*/ 66675 w 171450"/>
              <a:gd name="connsiteY10" fmla="*/ 57150 h 171450"/>
              <a:gd name="connsiteX11" fmla="*/ 76200 w 171450"/>
              <a:gd name="connsiteY11" fmla="*/ 66675 h 171450"/>
              <a:gd name="connsiteX12" fmla="*/ 114300 w 171450"/>
              <a:gd name="connsiteY12" fmla="*/ 66675 h 171450"/>
              <a:gd name="connsiteX13" fmla="*/ 114300 w 171450"/>
              <a:gd name="connsiteY13" fmla="*/ 104775 h 171450"/>
              <a:gd name="connsiteX14" fmla="*/ 104775 w 171450"/>
              <a:gd name="connsiteY14" fmla="*/ 114300 h 171450"/>
              <a:gd name="connsiteX15" fmla="*/ 95250 w 171450"/>
              <a:gd name="connsiteY15" fmla="*/ 104775 h 171450"/>
              <a:gd name="connsiteX16" fmla="*/ 95250 w 171450"/>
              <a:gd name="connsiteY16" fmla="*/ 66675 h 171450"/>
              <a:gd name="connsiteX17" fmla="*/ 104775 w 171450"/>
              <a:gd name="connsiteY17" fmla="*/ 57150 h 171450"/>
              <a:gd name="connsiteX18" fmla="*/ 114300 w 171450"/>
              <a:gd name="connsiteY18" fmla="*/ 666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6200" y="66675"/>
                </a:moveTo>
                <a:lnTo>
                  <a:pt x="76200" y="104775"/>
                </a:lnTo>
                <a:cubicBezTo>
                  <a:pt x="76200" y="110036"/>
                  <a:pt x="71936" y="114300"/>
                  <a:pt x="66675" y="114300"/>
                </a:cubicBezTo>
                <a:cubicBezTo>
                  <a:pt x="61415" y="114300"/>
                  <a:pt x="57150" y="110036"/>
                  <a:pt x="57150" y="104775"/>
                </a:cubicBezTo>
                <a:lnTo>
                  <a:pt x="57150" y="66675"/>
                </a:lnTo>
                <a:cubicBezTo>
                  <a:pt x="57150" y="61415"/>
                  <a:pt x="61415" y="57150"/>
                  <a:pt x="66675" y="57150"/>
                </a:cubicBezTo>
                <a:cubicBezTo>
                  <a:pt x="71936" y="57150"/>
                  <a:pt x="76200" y="61415"/>
                  <a:pt x="76200" y="66675"/>
                </a:cubicBezTo>
                <a:close/>
                <a:moveTo>
                  <a:pt x="114300" y="66675"/>
                </a:moveTo>
                <a:lnTo>
                  <a:pt x="114300" y="104775"/>
                </a:lnTo>
                <a:cubicBezTo>
                  <a:pt x="114300" y="110036"/>
                  <a:pt x="110036" y="114300"/>
                  <a:pt x="104775" y="114300"/>
                </a:cubicBezTo>
                <a:cubicBezTo>
                  <a:pt x="99514" y="114300"/>
                  <a:pt x="95250" y="110036"/>
                  <a:pt x="95250" y="104775"/>
                </a:cubicBezTo>
                <a:lnTo>
                  <a:pt x="95250" y="66675"/>
                </a:lnTo>
                <a:cubicBezTo>
                  <a:pt x="95250" y="61415"/>
                  <a:pt x="99514" y="57150"/>
                  <a:pt x="104775" y="57150"/>
                </a:cubicBezTo>
                <a:cubicBezTo>
                  <a:pt x="110036" y="57150"/>
                  <a:pt x="114300" y="61415"/>
                  <a:pt x="114300" y="66675"/>
                </a:cubicBezTo>
                <a:close/>
              </a:path>
            </a:pathLst>
          </a:custGeom>
          <a:solidFill>
            <a:srgbClr val="000000"/>
          </a:solidFill>
          <a:ln w="9525" cap="flat">
            <a:noFill/>
            <a:prstDash val="solid"/>
            <a:miter/>
          </a:ln>
        </p:spPr>
        <p:txBody>
          <a:bodyPr rtlCol="0" anchor="ctr"/>
          <a:lstStyle/>
          <a:p>
            <a:endParaRPr lang="ru-RU"/>
          </a:p>
        </p:txBody>
      </p:sp>
      <p:sp>
        <p:nvSpPr>
          <p:cNvPr id="1382" name="Полилиния: фигура 1381">
            <a:extLst>
              <a:ext uri="{FF2B5EF4-FFF2-40B4-BE49-F238E27FC236}">
                <a16:creationId xmlns:a16="http://schemas.microsoft.com/office/drawing/2014/main" id="{DA3051E4-59A6-504C-9DA2-FBA4340FBF08}"/>
              </a:ext>
            </a:extLst>
          </p:cNvPr>
          <p:cNvSpPr/>
          <p:nvPr/>
        </p:nvSpPr>
        <p:spPr>
          <a:xfrm>
            <a:off x="1063966" y="5110286"/>
            <a:ext cx="152404" cy="161924"/>
          </a:xfrm>
          <a:custGeom>
            <a:avLst/>
            <a:gdLst>
              <a:gd name="connsiteX0" fmla="*/ 7461 w 152404"/>
              <a:gd name="connsiteY0" fmla="*/ 66901 h 161924"/>
              <a:gd name="connsiteX1" fmla="*/ 18825 w 152404"/>
              <a:gd name="connsiteY1" fmla="*/ 74132 h 161924"/>
              <a:gd name="connsiteX2" fmla="*/ 39925 w 152404"/>
              <a:gd name="connsiteY2" fmla="*/ 113363 h 161924"/>
              <a:gd name="connsiteX3" fmla="*/ 76202 w 152404"/>
              <a:gd name="connsiteY3" fmla="*/ 123824 h 161924"/>
              <a:gd name="connsiteX4" fmla="*/ 112479 w 152404"/>
              <a:gd name="connsiteY4" fmla="*/ 113363 h 161924"/>
              <a:gd name="connsiteX5" fmla="*/ 133579 w 152404"/>
              <a:gd name="connsiteY5" fmla="*/ 74132 h 161924"/>
              <a:gd name="connsiteX6" fmla="*/ 144943 w 152404"/>
              <a:gd name="connsiteY6" fmla="*/ 66901 h 161924"/>
              <a:gd name="connsiteX7" fmla="*/ 152176 w 152404"/>
              <a:gd name="connsiteY7" fmla="*/ 78265 h 161924"/>
              <a:gd name="connsiteX8" fmla="*/ 124263 w 152404"/>
              <a:gd name="connsiteY8" fmla="*/ 128331 h 161924"/>
              <a:gd name="connsiteX9" fmla="*/ 85727 w 152404"/>
              <a:gd name="connsiteY9" fmla="*/ 142481 h 161924"/>
              <a:gd name="connsiteX10" fmla="*/ 85727 w 152404"/>
              <a:gd name="connsiteY10" fmla="*/ 152399 h 161924"/>
              <a:gd name="connsiteX11" fmla="*/ 76202 w 152404"/>
              <a:gd name="connsiteY11" fmla="*/ 161924 h 161924"/>
              <a:gd name="connsiteX12" fmla="*/ 66677 w 152404"/>
              <a:gd name="connsiteY12" fmla="*/ 152399 h 161924"/>
              <a:gd name="connsiteX13" fmla="*/ 66677 w 152404"/>
              <a:gd name="connsiteY13" fmla="*/ 142481 h 161924"/>
              <a:gd name="connsiteX14" fmla="*/ 28141 w 152404"/>
              <a:gd name="connsiteY14" fmla="*/ 128331 h 161924"/>
              <a:gd name="connsiteX15" fmla="*/ 229 w 152404"/>
              <a:gd name="connsiteY15" fmla="*/ 78265 h 161924"/>
              <a:gd name="connsiteX16" fmla="*/ 7461 w 152404"/>
              <a:gd name="connsiteY16" fmla="*/ 66901 h 161924"/>
              <a:gd name="connsiteX17" fmla="*/ 76203 w 152404"/>
              <a:gd name="connsiteY17" fmla="*/ 0 h 161924"/>
              <a:gd name="connsiteX18" fmla="*/ 123828 w 152404"/>
              <a:gd name="connsiteY18" fmla="*/ 57150 h 161924"/>
              <a:gd name="connsiteX19" fmla="*/ 76203 w 152404"/>
              <a:gd name="connsiteY19" fmla="*/ 114300 h 161924"/>
              <a:gd name="connsiteX20" fmla="*/ 28578 w 152404"/>
              <a:gd name="connsiteY20" fmla="*/ 57150 h 161924"/>
              <a:gd name="connsiteX21" fmla="*/ 76203 w 152404"/>
              <a:gd name="connsiteY21" fmla="*/ 0 h 1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404" h="161924">
                <a:moveTo>
                  <a:pt x="7461" y="66901"/>
                </a:moveTo>
                <a:cubicBezTo>
                  <a:pt x="12596" y="65760"/>
                  <a:pt x="17684" y="68997"/>
                  <a:pt x="18825" y="74132"/>
                </a:cubicBezTo>
                <a:cubicBezTo>
                  <a:pt x="23274" y="94154"/>
                  <a:pt x="30819" y="106194"/>
                  <a:pt x="39925" y="113363"/>
                </a:cubicBezTo>
                <a:cubicBezTo>
                  <a:pt x="49045" y="120543"/>
                  <a:pt x="60987" y="123824"/>
                  <a:pt x="76202" y="123824"/>
                </a:cubicBezTo>
                <a:cubicBezTo>
                  <a:pt x="91418" y="123824"/>
                  <a:pt x="103359" y="120543"/>
                  <a:pt x="112479" y="113363"/>
                </a:cubicBezTo>
                <a:cubicBezTo>
                  <a:pt x="121585" y="106194"/>
                  <a:pt x="129130" y="94154"/>
                  <a:pt x="133579" y="74132"/>
                </a:cubicBezTo>
                <a:cubicBezTo>
                  <a:pt x="134720" y="68997"/>
                  <a:pt x="139808" y="65760"/>
                  <a:pt x="144943" y="66901"/>
                </a:cubicBezTo>
                <a:cubicBezTo>
                  <a:pt x="150078" y="68042"/>
                  <a:pt x="153317" y="73130"/>
                  <a:pt x="152176" y="78265"/>
                </a:cubicBezTo>
                <a:cubicBezTo>
                  <a:pt x="147100" y="101106"/>
                  <a:pt x="137844" y="117641"/>
                  <a:pt x="124263" y="128331"/>
                </a:cubicBezTo>
                <a:cubicBezTo>
                  <a:pt x="113140" y="137087"/>
                  <a:pt x="99958" y="141261"/>
                  <a:pt x="85727" y="142481"/>
                </a:cubicBezTo>
                <a:lnTo>
                  <a:pt x="85727" y="152399"/>
                </a:lnTo>
                <a:cubicBezTo>
                  <a:pt x="85727" y="157660"/>
                  <a:pt x="81463" y="161924"/>
                  <a:pt x="76202" y="161924"/>
                </a:cubicBezTo>
                <a:cubicBezTo>
                  <a:pt x="70942" y="161924"/>
                  <a:pt x="66677" y="157660"/>
                  <a:pt x="66677" y="152399"/>
                </a:cubicBezTo>
                <a:lnTo>
                  <a:pt x="66677" y="142481"/>
                </a:lnTo>
                <a:cubicBezTo>
                  <a:pt x="52447" y="141261"/>
                  <a:pt x="39264" y="137087"/>
                  <a:pt x="28141" y="128331"/>
                </a:cubicBezTo>
                <a:cubicBezTo>
                  <a:pt x="14560" y="117641"/>
                  <a:pt x="5305" y="101106"/>
                  <a:pt x="229" y="78265"/>
                </a:cubicBezTo>
                <a:cubicBezTo>
                  <a:pt x="-912" y="73130"/>
                  <a:pt x="2326" y="68042"/>
                  <a:pt x="7461" y="66901"/>
                </a:cubicBezTo>
                <a:close/>
                <a:moveTo>
                  <a:pt x="76203" y="0"/>
                </a:moveTo>
                <a:cubicBezTo>
                  <a:pt x="104778" y="0"/>
                  <a:pt x="123828" y="16329"/>
                  <a:pt x="123828" y="57150"/>
                </a:cubicBezTo>
                <a:cubicBezTo>
                  <a:pt x="123828" y="97971"/>
                  <a:pt x="104778" y="114300"/>
                  <a:pt x="76203" y="114300"/>
                </a:cubicBezTo>
                <a:cubicBezTo>
                  <a:pt x="47628" y="114300"/>
                  <a:pt x="28578" y="97971"/>
                  <a:pt x="28578" y="57150"/>
                </a:cubicBezTo>
                <a:cubicBezTo>
                  <a:pt x="28578" y="16329"/>
                  <a:pt x="47628" y="0"/>
                  <a:pt x="76203" y="0"/>
                </a:cubicBezTo>
                <a:close/>
              </a:path>
            </a:pathLst>
          </a:custGeom>
          <a:solidFill>
            <a:srgbClr val="000000"/>
          </a:solidFill>
          <a:ln w="9525" cap="flat">
            <a:noFill/>
            <a:prstDash val="solid"/>
            <a:miter/>
          </a:ln>
        </p:spPr>
        <p:txBody>
          <a:bodyPr rtlCol="0" anchor="ctr"/>
          <a:lstStyle/>
          <a:p>
            <a:endParaRPr lang="ru-RU"/>
          </a:p>
        </p:txBody>
      </p:sp>
      <p:sp>
        <p:nvSpPr>
          <p:cNvPr id="861" name="Рисунок 698">
            <a:extLst>
              <a:ext uri="{FF2B5EF4-FFF2-40B4-BE49-F238E27FC236}">
                <a16:creationId xmlns:a16="http://schemas.microsoft.com/office/drawing/2014/main" id="{18AACB64-A1FF-5B52-7B74-B7798C4A5FF2}"/>
              </a:ext>
            </a:extLst>
          </p:cNvPr>
          <p:cNvSpPr/>
          <p:nvPr/>
        </p:nvSpPr>
        <p:spPr>
          <a:xfrm>
            <a:off x="1092544" y="5610931"/>
            <a:ext cx="133350" cy="152400"/>
          </a:xfrm>
          <a:custGeom>
            <a:avLst/>
            <a:gdLst>
              <a:gd name="connsiteX0" fmla="*/ 9895 w 133350"/>
              <a:gd name="connsiteY0" fmla="*/ 0 h 152400"/>
              <a:gd name="connsiteX1" fmla="*/ 0 w 133350"/>
              <a:gd name="connsiteY1" fmla="*/ 76200 h 152400"/>
              <a:gd name="connsiteX2" fmla="*/ 9895 w 133350"/>
              <a:gd name="connsiteY2" fmla="*/ 152400 h 152400"/>
              <a:gd name="connsiteX3" fmla="*/ 133350 w 133350"/>
              <a:gd name="connsiteY3" fmla="*/ 76200 h 152400"/>
              <a:gd name="connsiteX4" fmla="*/ 9895 w 133350"/>
              <a:gd name="connsiteY4" fmla="*/ 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52400">
                <a:moveTo>
                  <a:pt x="9895" y="0"/>
                </a:moveTo>
                <a:cubicBezTo>
                  <a:pt x="0" y="0"/>
                  <a:pt x="0" y="38100"/>
                  <a:pt x="0" y="76200"/>
                </a:cubicBezTo>
                <a:cubicBezTo>
                  <a:pt x="0" y="114300"/>
                  <a:pt x="0" y="152400"/>
                  <a:pt x="9895" y="152400"/>
                </a:cubicBezTo>
                <a:cubicBezTo>
                  <a:pt x="23813" y="152400"/>
                  <a:pt x="133350" y="95250"/>
                  <a:pt x="133350" y="76200"/>
                </a:cubicBezTo>
                <a:cubicBezTo>
                  <a:pt x="133350" y="57150"/>
                  <a:pt x="23813" y="0"/>
                  <a:pt x="9895" y="0"/>
                </a:cubicBezTo>
                <a:close/>
              </a:path>
            </a:pathLst>
          </a:custGeom>
          <a:solidFill>
            <a:srgbClr val="000000"/>
          </a:solidFill>
          <a:ln w="9525" cap="flat">
            <a:noFill/>
            <a:prstDash val="solid"/>
            <a:miter/>
          </a:ln>
        </p:spPr>
        <p:txBody>
          <a:bodyPr rtlCol="0" anchor="ctr"/>
          <a:lstStyle/>
          <a:p>
            <a:endParaRPr lang="ru-RU"/>
          </a:p>
        </p:txBody>
      </p:sp>
      <p:sp>
        <p:nvSpPr>
          <p:cNvPr id="1350" name="Полилиния: фигура 1349">
            <a:extLst>
              <a:ext uri="{FF2B5EF4-FFF2-40B4-BE49-F238E27FC236}">
                <a16:creationId xmlns:a16="http://schemas.microsoft.com/office/drawing/2014/main" id="{15DF2E50-E2A1-8322-B347-D758BEFA3B50}"/>
              </a:ext>
            </a:extLst>
          </p:cNvPr>
          <p:cNvSpPr/>
          <p:nvPr/>
        </p:nvSpPr>
        <p:spPr>
          <a:xfrm>
            <a:off x="1466229" y="856342"/>
            <a:ext cx="209554" cy="152400"/>
          </a:xfrm>
          <a:custGeom>
            <a:avLst/>
            <a:gdLst>
              <a:gd name="connsiteX0" fmla="*/ 100017 w 209554"/>
              <a:gd name="connsiteY0" fmla="*/ 85725 h 152400"/>
              <a:gd name="connsiteX1" fmla="*/ 85729 w 209554"/>
              <a:gd name="connsiteY1" fmla="*/ 100013 h 152400"/>
              <a:gd name="connsiteX2" fmla="*/ 85729 w 209554"/>
              <a:gd name="connsiteY2" fmla="*/ 109538 h 152400"/>
              <a:gd name="connsiteX3" fmla="*/ 100017 w 209554"/>
              <a:gd name="connsiteY3" fmla="*/ 123825 h 152400"/>
              <a:gd name="connsiteX4" fmla="*/ 114304 w 209554"/>
              <a:gd name="connsiteY4" fmla="*/ 109538 h 152400"/>
              <a:gd name="connsiteX5" fmla="*/ 114304 w 209554"/>
              <a:gd name="connsiteY5" fmla="*/ 100013 h 152400"/>
              <a:gd name="connsiteX6" fmla="*/ 100017 w 209554"/>
              <a:gd name="connsiteY6" fmla="*/ 85725 h 152400"/>
              <a:gd name="connsiteX7" fmla="*/ 176217 w 209554"/>
              <a:gd name="connsiteY7" fmla="*/ 28575 h 152400"/>
              <a:gd name="connsiteX8" fmla="*/ 190504 w 209554"/>
              <a:gd name="connsiteY8" fmla="*/ 42863 h 152400"/>
              <a:gd name="connsiteX9" fmla="*/ 190504 w 209554"/>
              <a:gd name="connsiteY9" fmla="*/ 47625 h 152400"/>
              <a:gd name="connsiteX10" fmla="*/ 195267 w 209554"/>
              <a:gd name="connsiteY10" fmla="*/ 47625 h 152400"/>
              <a:gd name="connsiteX11" fmla="*/ 209554 w 209554"/>
              <a:gd name="connsiteY11" fmla="*/ 61913 h 152400"/>
              <a:gd name="connsiteX12" fmla="*/ 195267 w 209554"/>
              <a:gd name="connsiteY12" fmla="*/ 76200 h 152400"/>
              <a:gd name="connsiteX13" fmla="*/ 190504 w 209554"/>
              <a:gd name="connsiteY13" fmla="*/ 76200 h 152400"/>
              <a:gd name="connsiteX14" fmla="*/ 190504 w 209554"/>
              <a:gd name="connsiteY14" fmla="*/ 80963 h 152400"/>
              <a:gd name="connsiteX15" fmla="*/ 176217 w 209554"/>
              <a:gd name="connsiteY15" fmla="*/ 95250 h 152400"/>
              <a:gd name="connsiteX16" fmla="*/ 161929 w 209554"/>
              <a:gd name="connsiteY16" fmla="*/ 80963 h 152400"/>
              <a:gd name="connsiteX17" fmla="*/ 161929 w 209554"/>
              <a:gd name="connsiteY17" fmla="*/ 76200 h 152400"/>
              <a:gd name="connsiteX18" fmla="*/ 157167 w 209554"/>
              <a:gd name="connsiteY18" fmla="*/ 76200 h 152400"/>
              <a:gd name="connsiteX19" fmla="*/ 142879 w 209554"/>
              <a:gd name="connsiteY19" fmla="*/ 61913 h 152400"/>
              <a:gd name="connsiteX20" fmla="*/ 157167 w 209554"/>
              <a:gd name="connsiteY20" fmla="*/ 47625 h 152400"/>
              <a:gd name="connsiteX21" fmla="*/ 161929 w 209554"/>
              <a:gd name="connsiteY21" fmla="*/ 47625 h 152400"/>
              <a:gd name="connsiteX22" fmla="*/ 161929 w 209554"/>
              <a:gd name="connsiteY22" fmla="*/ 42863 h 152400"/>
              <a:gd name="connsiteX23" fmla="*/ 176217 w 209554"/>
              <a:gd name="connsiteY23" fmla="*/ 28575 h 152400"/>
              <a:gd name="connsiteX24" fmla="*/ 100017 w 209554"/>
              <a:gd name="connsiteY24" fmla="*/ 28575 h 152400"/>
              <a:gd name="connsiteX25" fmla="*/ 95254 w 209554"/>
              <a:gd name="connsiteY25" fmla="*/ 33338 h 152400"/>
              <a:gd name="connsiteX26" fmla="*/ 95254 w 209554"/>
              <a:gd name="connsiteY26" fmla="*/ 42863 h 152400"/>
              <a:gd name="connsiteX27" fmla="*/ 100017 w 209554"/>
              <a:gd name="connsiteY27" fmla="*/ 47625 h 152400"/>
              <a:gd name="connsiteX28" fmla="*/ 104779 w 209554"/>
              <a:gd name="connsiteY28" fmla="*/ 42863 h 152400"/>
              <a:gd name="connsiteX29" fmla="*/ 104779 w 209554"/>
              <a:gd name="connsiteY29" fmla="*/ 33338 h 152400"/>
              <a:gd name="connsiteX30" fmla="*/ 100017 w 209554"/>
              <a:gd name="connsiteY30" fmla="*/ 28575 h 152400"/>
              <a:gd name="connsiteX31" fmla="*/ 26951 w 209554"/>
              <a:gd name="connsiteY31" fmla="*/ 1508 h 152400"/>
              <a:gd name="connsiteX32" fmla="*/ 40852 w 209554"/>
              <a:gd name="connsiteY32" fmla="*/ 2134 h 152400"/>
              <a:gd name="connsiteX33" fmla="*/ 47628 w 209554"/>
              <a:gd name="connsiteY33" fmla="*/ 14287 h 152400"/>
              <a:gd name="connsiteX34" fmla="*/ 47628 w 209554"/>
              <a:gd name="connsiteY34" fmla="*/ 124638 h 152400"/>
              <a:gd name="connsiteX35" fmla="*/ 57153 w 209554"/>
              <a:gd name="connsiteY35" fmla="*/ 138112 h 152400"/>
              <a:gd name="connsiteX36" fmla="*/ 42866 w 209554"/>
              <a:gd name="connsiteY36" fmla="*/ 152400 h 152400"/>
              <a:gd name="connsiteX37" fmla="*/ 23816 w 209554"/>
              <a:gd name="connsiteY37" fmla="*/ 152400 h 152400"/>
              <a:gd name="connsiteX38" fmla="*/ 9528 w 209554"/>
              <a:gd name="connsiteY38" fmla="*/ 138112 h 152400"/>
              <a:gd name="connsiteX39" fmla="*/ 19053 w 209554"/>
              <a:gd name="connsiteY39" fmla="*/ 124638 h 152400"/>
              <a:gd name="connsiteX40" fmla="*/ 19053 w 209554"/>
              <a:gd name="connsiteY40" fmla="*/ 37284 h 152400"/>
              <a:gd name="connsiteX41" fmla="*/ 1511 w 209554"/>
              <a:gd name="connsiteY41" fmla="*/ 30202 h 152400"/>
              <a:gd name="connsiteX42" fmla="*/ 7901 w 209554"/>
              <a:gd name="connsiteY42" fmla="*/ 11033 h 152400"/>
              <a:gd name="connsiteX43" fmla="*/ 100017 w 209554"/>
              <a:gd name="connsiteY43" fmla="*/ 0 h 152400"/>
              <a:gd name="connsiteX44" fmla="*/ 133354 w 209554"/>
              <a:gd name="connsiteY44" fmla="*/ 33338 h 152400"/>
              <a:gd name="connsiteX45" fmla="*/ 133354 w 209554"/>
              <a:gd name="connsiteY45" fmla="*/ 42863 h 152400"/>
              <a:gd name="connsiteX46" fmla="*/ 124867 w 209554"/>
              <a:gd name="connsiteY46" fmla="*/ 65085 h 152400"/>
              <a:gd name="connsiteX47" fmla="*/ 142879 w 209554"/>
              <a:gd name="connsiteY47" fmla="*/ 100013 h 152400"/>
              <a:gd name="connsiteX48" fmla="*/ 142879 w 209554"/>
              <a:gd name="connsiteY48" fmla="*/ 109538 h 152400"/>
              <a:gd name="connsiteX49" fmla="*/ 100017 w 209554"/>
              <a:gd name="connsiteY49" fmla="*/ 152400 h 152400"/>
              <a:gd name="connsiteX50" fmla="*/ 57154 w 209554"/>
              <a:gd name="connsiteY50" fmla="*/ 109538 h 152400"/>
              <a:gd name="connsiteX51" fmla="*/ 57154 w 209554"/>
              <a:gd name="connsiteY51" fmla="*/ 100013 h 152400"/>
              <a:gd name="connsiteX52" fmla="*/ 75166 w 209554"/>
              <a:gd name="connsiteY52" fmla="*/ 65085 h 152400"/>
              <a:gd name="connsiteX53" fmla="*/ 66679 w 209554"/>
              <a:gd name="connsiteY53" fmla="*/ 42863 h 152400"/>
              <a:gd name="connsiteX54" fmla="*/ 66679 w 209554"/>
              <a:gd name="connsiteY54" fmla="*/ 33338 h 152400"/>
              <a:gd name="connsiteX55" fmla="*/ 100017 w 209554"/>
              <a:gd name="connsiteY5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09554" h="152400">
                <a:moveTo>
                  <a:pt x="100017" y="85725"/>
                </a:moveTo>
                <a:cubicBezTo>
                  <a:pt x="92126" y="85725"/>
                  <a:pt x="85729" y="92122"/>
                  <a:pt x="85729" y="100013"/>
                </a:cubicBezTo>
                <a:lnTo>
                  <a:pt x="85729" y="109538"/>
                </a:lnTo>
                <a:cubicBezTo>
                  <a:pt x="85729" y="117428"/>
                  <a:pt x="92126" y="123825"/>
                  <a:pt x="100017" y="123825"/>
                </a:cubicBezTo>
                <a:cubicBezTo>
                  <a:pt x="107907" y="123825"/>
                  <a:pt x="114304" y="117428"/>
                  <a:pt x="114304" y="109538"/>
                </a:cubicBezTo>
                <a:lnTo>
                  <a:pt x="114304" y="100013"/>
                </a:lnTo>
                <a:cubicBezTo>
                  <a:pt x="114304" y="92122"/>
                  <a:pt x="107907" y="85725"/>
                  <a:pt x="100017" y="85725"/>
                </a:cubicBezTo>
                <a:close/>
                <a:moveTo>
                  <a:pt x="176217" y="28575"/>
                </a:moveTo>
                <a:cubicBezTo>
                  <a:pt x="184107" y="28575"/>
                  <a:pt x="190504" y="34972"/>
                  <a:pt x="190504" y="42863"/>
                </a:cubicBezTo>
                <a:lnTo>
                  <a:pt x="190504" y="47625"/>
                </a:lnTo>
                <a:lnTo>
                  <a:pt x="195267" y="47625"/>
                </a:lnTo>
                <a:cubicBezTo>
                  <a:pt x="203157" y="47625"/>
                  <a:pt x="209554" y="54022"/>
                  <a:pt x="209554" y="61913"/>
                </a:cubicBezTo>
                <a:cubicBezTo>
                  <a:pt x="209554" y="69803"/>
                  <a:pt x="203157" y="76200"/>
                  <a:pt x="195267" y="76200"/>
                </a:cubicBezTo>
                <a:lnTo>
                  <a:pt x="190504" y="76200"/>
                </a:lnTo>
                <a:lnTo>
                  <a:pt x="190504" y="80963"/>
                </a:lnTo>
                <a:cubicBezTo>
                  <a:pt x="190504" y="88853"/>
                  <a:pt x="184107" y="95250"/>
                  <a:pt x="176217" y="95250"/>
                </a:cubicBezTo>
                <a:cubicBezTo>
                  <a:pt x="168326" y="95250"/>
                  <a:pt x="161929" y="88853"/>
                  <a:pt x="161929" y="80963"/>
                </a:cubicBezTo>
                <a:lnTo>
                  <a:pt x="161929" y="76200"/>
                </a:lnTo>
                <a:lnTo>
                  <a:pt x="157167" y="76200"/>
                </a:lnTo>
                <a:cubicBezTo>
                  <a:pt x="149276" y="76200"/>
                  <a:pt x="142879" y="69803"/>
                  <a:pt x="142879" y="61913"/>
                </a:cubicBezTo>
                <a:cubicBezTo>
                  <a:pt x="142879" y="54022"/>
                  <a:pt x="149276" y="47625"/>
                  <a:pt x="157167" y="47625"/>
                </a:cubicBezTo>
                <a:lnTo>
                  <a:pt x="161929" y="47625"/>
                </a:lnTo>
                <a:lnTo>
                  <a:pt x="161929" y="42863"/>
                </a:lnTo>
                <a:cubicBezTo>
                  <a:pt x="161929" y="34972"/>
                  <a:pt x="168326" y="28575"/>
                  <a:pt x="176217" y="28575"/>
                </a:cubicBezTo>
                <a:close/>
                <a:moveTo>
                  <a:pt x="100017" y="28575"/>
                </a:moveTo>
                <a:cubicBezTo>
                  <a:pt x="97387" y="28575"/>
                  <a:pt x="95254" y="30707"/>
                  <a:pt x="95254" y="33338"/>
                </a:cubicBezTo>
                <a:lnTo>
                  <a:pt x="95254" y="42863"/>
                </a:lnTo>
                <a:cubicBezTo>
                  <a:pt x="95254" y="45493"/>
                  <a:pt x="97387" y="47625"/>
                  <a:pt x="100017" y="47625"/>
                </a:cubicBezTo>
                <a:cubicBezTo>
                  <a:pt x="102646" y="47625"/>
                  <a:pt x="104779" y="45493"/>
                  <a:pt x="104779" y="42863"/>
                </a:cubicBezTo>
                <a:lnTo>
                  <a:pt x="104779" y="33338"/>
                </a:lnTo>
                <a:cubicBezTo>
                  <a:pt x="104779" y="30707"/>
                  <a:pt x="102646" y="28575"/>
                  <a:pt x="100017" y="28575"/>
                </a:cubicBezTo>
                <a:close/>
                <a:moveTo>
                  <a:pt x="26951" y="1508"/>
                </a:moveTo>
                <a:cubicBezTo>
                  <a:pt x="31380" y="-706"/>
                  <a:pt x="36640" y="-469"/>
                  <a:pt x="40852" y="2134"/>
                </a:cubicBezTo>
                <a:cubicBezTo>
                  <a:pt x="45064" y="4737"/>
                  <a:pt x="47628" y="9336"/>
                  <a:pt x="47628" y="14287"/>
                </a:cubicBezTo>
                <a:lnTo>
                  <a:pt x="47628" y="124638"/>
                </a:lnTo>
                <a:cubicBezTo>
                  <a:pt x="53177" y="126600"/>
                  <a:pt x="57153" y="131892"/>
                  <a:pt x="57153" y="138112"/>
                </a:cubicBezTo>
                <a:cubicBezTo>
                  <a:pt x="57153" y="146003"/>
                  <a:pt x="50756" y="152400"/>
                  <a:pt x="42866" y="152400"/>
                </a:cubicBezTo>
                <a:lnTo>
                  <a:pt x="23816" y="152400"/>
                </a:lnTo>
                <a:cubicBezTo>
                  <a:pt x="15925" y="152400"/>
                  <a:pt x="9528" y="146003"/>
                  <a:pt x="9528" y="138112"/>
                </a:cubicBezTo>
                <a:cubicBezTo>
                  <a:pt x="9528" y="131892"/>
                  <a:pt x="13504" y="126600"/>
                  <a:pt x="19053" y="124638"/>
                </a:cubicBezTo>
                <a:lnTo>
                  <a:pt x="19053" y="37284"/>
                </a:lnTo>
                <a:cubicBezTo>
                  <a:pt x="12351" y="39663"/>
                  <a:pt x="4773" y="36725"/>
                  <a:pt x="1511" y="30202"/>
                </a:cubicBezTo>
                <a:cubicBezTo>
                  <a:pt x="-2017" y="23144"/>
                  <a:pt x="843" y="14562"/>
                  <a:pt x="7901" y="11033"/>
                </a:cubicBezTo>
                <a:close/>
                <a:moveTo>
                  <a:pt x="100017" y="0"/>
                </a:moveTo>
                <a:cubicBezTo>
                  <a:pt x="118428" y="0"/>
                  <a:pt x="133354" y="14926"/>
                  <a:pt x="133354" y="33338"/>
                </a:cubicBezTo>
                <a:lnTo>
                  <a:pt x="133354" y="42863"/>
                </a:lnTo>
                <a:cubicBezTo>
                  <a:pt x="133354" y="51400"/>
                  <a:pt x="130145" y="59187"/>
                  <a:pt x="124867" y="65085"/>
                </a:cubicBezTo>
                <a:cubicBezTo>
                  <a:pt x="135770" y="72856"/>
                  <a:pt x="142879" y="85604"/>
                  <a:pt x="142879" y="100013"/>
                </a:cubicBezTo>
                <a:lnTo>
                  <a:pt x="142879" y="109538"/>
                </a:lnTo>
                <a:cubicBezTo>
                  <a:pt x="142879" y="133210"/>
                  <a:pt x="123689" y="152400"/>
                  <a:pt x="100017" y="152400"/>
                </a:cubicBezTo>
                <a:cubicBezTo>
                  <a:pt x="76344" y="152400"/>
                  <a:pt x="57154" y="133210"/>
                  <a:pt x="57154" y="109538"/>
                </a:cubicBezTo>
                <a:lnTo>
                  <a:pt x="57154" y="100013"/>
                </a:lnTo>
                <a:cubicBezTo>
                  <a:pt x="57154" y="85604"/>
                  <a:pt x="64263" y="72856"/>
                  <a:pt x="75166" y="65085"/>
                </a:cubicBezTo>
                <a:cubicBezTo>
                  <a:pt x="69888" y="59187"/>
                  <a:pt x="66679" y="51400"/>
                  <a:pt x="66679" y="42863"/>
                </a:cubicBezTo>
                <a:lnTo>
                  <a:pt x="66679" y="33338"/>
                </a:lnTo>
                <a:cubicBezTo>
                  <a:pt x="66679" y="14926"/>
                  <a:pt x="81605" y="0"/>
                  <a:pt x="100017" y="0"/>
                </a:cubicBezTo>
                <a:close/>
              </a:path>
            </a:pathLst>
          </a:custGeom>
          <a:solidFill>
            <a:srgbClr val="000000"/>
          </a:solidFill>
          <a:ln w="9525" cap="flat">
            <a:noFill/>
            <a:prstDash val="solid"/>
            <a:miter/>
          </a:ln>
        </p:spPr>
        <p:txBody>
          <a:bodyPr rtlCol="0" anchor="ctr"/>
          <a:lstStyle/>
          <a:p>
            <a:endParaRPr lang="ru-RU"/>
          </a:p>
        </p:txBody>
      </p:sp>
      <p:sp>
        <p:nvSpPr>
          <p:cNvPr id="866" name="Рисунок 447">
            <a:extLst>
              <a:ext uri="{FF2B5EF4-FFF2-40B4-BE49-F238E27FC236}">
                <a16:creationId xmlns:a16="http://schemas.microsoft.com/office/drawing/2014/main" id="{15079BD2-4D06-F679-9A09-072FF5531A7E}"/>
              </a:ext>
            </a:extLst>
          </p:cNvPr>
          <p:cNvSpPr/>
          <p:nvPr/>
        </p:nvSpPr>
        <p:spPr>
          <a:xfrm>
            <a:off x="1494808" y="1415688"/>
            <a:ext cx="152400" cy="152399"/>
          </a:xfrm>
          <a:custGeom>
            <a:avLst/>
            <a:gdLst>
              <a:gd name="connsiteX0" fmla="*/ 89131 w 152400"/>
              <a:gd name="connsiteY0" fmla="*/ 89092 h 152399"/>
              <a:gd name="connsiteX1" fmla="*/ 71035 w 152400"/>
              <a:gd name="connsiteY1" fmla="*/ 150847 h 152399"/>
              <a:gd name="connsiteX2" fmla="*/ 26431 w 152400"/>
              <a:gd name="connsiteY2" fmla="*/ 89092 h 152399"/>
              <a:gd name="connsiteX3" fmla="*/ 1301 w 152400"/>
              <a:gd name="connsiteY3" fmla="*/ 1300 h 152399"/>
              <a:gd name="connsiteX4" fmla="*/ 89131 w 152400"/>
              <a:gd name="connsiteY4" fmla="*/ 26432 h 152399"/>
              <a:gd name="connsiteX5" fmla="*/ 150845 w 152400"/>
              <a:gd name="connsiteY5" fmla="*/ 71002 h 152399"/>
              <a:gd name="connsiteX6" fmla="*/ 89131 w 152400"/>
              <a:gd name="connsiteY6" fmla="*/ 89092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152399">
                <a:moveTo>
                  <a:pt x="89131" y="89092"/>
                </a:moveTo>
                <a:cubicBezTo>
                  <a:pt x="80083" y="98136"/>
                  <a:pt x="80083" y="141803"/>
                  <a:pt x="71035" y="150847"/>
                </a:cubicBezTo>
                <a:cubicBezTo>
                  <a:pt x="61986" y="159891"/>
                  <a:pt x="44775" y="128129"/>
                  <a:pt x="26431" y="89092"/>
                </a:cubicBezTo>
                <a:cubicBezTo>
                  <a:pt x="7204" y="48174"/>
                  <a:pt x="-3962" y="6563"/>
                  <a:pt x="1301" y="1300"/>
                </a:cubicBezTo>
                <a:cubicBezTo>
                  <a:pt x="6565" y="-3962"/>
                  <a:pt x="48195" y="7213"/>
                  <a:pt x="89131" y="26432"/>
                </a:cubicBezTo>
                <a:cubicBezTo>
                  <a:pt x="128187" y="44767"/>
                  <a:pt x="159892" y="61958"/>
                  <a:pt x="150845" y="71002"/>
                </a:cubicBezTo>
                <a:cubicBezTo>
                  <a:pt x="141796" y="80047"/>
                  <a:pt x="98180" y="80047"/>
                  <a:pt x="89131" y="89092"/>
                </a:cubicBezTo>
                <a:close/>
              </a:path>
            </a:pathLst>
          </a:custGeom>
          <a:solidFill>
            <a:srgbClr val="000000"/>
          </a:solidFill>
          <a:ln w="9525" cap="flat">
            <a:noFill/>
            <a:prstDash val="solid"/>
            <a:miter/>
          </a:ln>
        </p:spPr>
        <p:txBody>
          <a:bodyPr rtlCol="0" anchor="ctr"/>
          <a:lstStyle/>
          <a:p>
            <a:endParaRPr lang="ru-RU"/>
          </a:p>
        </p:txBody>
      </p:sp>
      <p:sp>
        <p:nvSpPr>
          <p:cNvPr id="1351" name="Полилиния: фигура 1350">
            <a:extLst>
              <a:ext uri="{FF2B5EF4-FFF2-40B4-BE49-F238E27FC236}">
                <a16:creationId xmlns:a16="http://schemas.microsoft.com/office/drawing/2014/main" id="{E6E48B9D-E9AF-8AEE-A53C-F04147CA16FD}"/>
              </a:ext>
            </a:extLst>
          </p:cNvPr>
          <p:cNvSpPr/>
          <p:nvPr/>
        </p:nvSpPr>
        <p:spPr>
          <a:xfrm>
            <a:off x="1494808" y="1946458"/>
            <a:ext cx="152400" cy="161925"/>
          </a:xfrm>
          <a:custGeom>
            <a:avLst/>
            <a:gdLst>
              <a:gd name="connsiteX0" fmla="*/ 95250 w 152400"/>
              <a:gd name="connsiteY0" fmla="*/ 0 h 161925"/>
              <a:gd name="connsiteX1" fmla="*/ 150800 w 152400"/>
              <a:gd name="connsiteY1" fmla="*/ 23291 h 161925"/>
              <a:gd name="connsiteX2" fmla="*/ 148159 w 152400"/>
              <a:gd name="connsiteY2" fmla="*/ 36500 h 161925"/>
              <a:gd name="connsiteX3" fmla="*/ 134950 w 152400"/>
              <a:gd name="connsiteY3" fmla="*/ 33858 h 161925"/>
              <a:gd name="connsiteX4" fmla="*/ 95250 w 152400"/>
              <a:gd name="connsiteY4" fmla="*/ 19050 h 161925"/>
              <a:gd name="connsiteX5" fmla="*/ 85725 w 152400"/>
              <a:gd name="connsiteY5" fmla="*/ 9525 h 161925"/>
              <a:gd name="connsiteX6" fmla="*/ 95250 w 152400"/>
              <a:gd name="connsiteY6" fmla="*/ 0 h 161925"/>
              <a:gd name="connsiteX7" fmla="*/ 57430 w 152400"/>
              <a:gd name="connsiteY7" fmla="*/ 0 h 161925"/>
              <a:gd name="connsiteX8" fmla="*/ 76200 w 152400"/>
              <a:gd name="connsiteY8" fmla="*/ 19050 h 161925"/>
              <a:gd name="connsiteX9" fmla="*/ 76200 w 152400"/>
              <a:gd name="connsiteY9" fmla="*/ 52388 h 161925"/>
              <a:gd name="connsiteX10" fmla="*/ 80963 w 152400"/>
              <a:gd name="connsiteY10" fmla="*/ 57150 h 161925"/>
              <a:gd name="connsiteX11" fmla="*/ 85725 w 152400"/>
              <a:gd name="connsiteY11" fmla="*/ 52388 h 161925"/>
              <a:gd name="connsiteX12" fmla="*/ 104775 w 152400"/>
              <a:gd name="connsiteY12" fmla="*/ 52388 h 161925"/>
              <a:gd name="connsiteX13" fmla="*/ 115448 w 152400"/>
              <a:gd name="connsiteY13" fmla="*/ 57555 h 161925"/>
              <a:gd name="connsiteX14" fmla="*/ 142875 w 152400"/>
              <a:gd name="connsiteY14" fmla="*/ 95250 h 161925"/>
              <a:gd name="connsiteX15" fmla="*/ 128588 w 152400"/>
              <a:gd name="connsiteY15" fmla="*/ 133350 h 161925"/>
              <a:gd name="connsiteX16" fmla="*/ 66675 w 152400"/>
              <a:gd name="connsiteY16" fmla="*/ 161925 h 161925"/>
              <a:gd name="connsiteX17" fmla="*/ 9525 w 152400"/>
              <a:gd name="connsiteY17" fmla="*/ 133350 h 161925"/>
              <a:gd name="connsiteX18" fmla="*/ 0 w 152400"/>
              <a:gd name="connsiteY18" fmla="*/ 82550 h 161925"/>
              <a:gd name="connsiteX19" fmla="*/ 19050 w 152400"/>
              <a:gd name="connsiteY19" fmla="*/ 55565 h 161925"/>
              <a:gd name="connsiteX20" fmla="*/ 28575 w 152400"/>
              <a:gd name="connsiteY20" fmla="*/ 61913 h 161925"/>
              <a:gd name="connsiteX21" fmla="*/ 28575 w 152400"/>
              <a:gd name="connsiteY21" fmla="*/ 80963 h 161925"/>
              <a:gd name="connsiteX22" fmla="*/ 33338 w 152400"/>
              <a:gd name="connsiteY22" fmla="*/ 85725 h 161925"/>
              <a:gd name="connsiteX23" fmla="*/ 38100 w 152400"/>
              <a:gd name="connsiteY23" fmla="*/ 80963 h 161925"/>
              <a:gd name="connsiteX24" fmla="*/ 38100 w 152400"/>
              <a:gd name="connsiteY24" fmla="*/ 19050 h 161925"/>
              <a:gd name="connsiteX25" fmla="*/ 57430 w 152400"/>
              <a:gd name="connsiteY25"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400" h="161925">
                <a:moveTo>
                  <a:pt x="95250" y="0"/>
                </a:moveTo>
                <a:cubicBezTo>
                  <a:pt x="115059" y="0"/>
                  <a:pt x="138492" y="4828"/>
                  <a:pt x="150800" y="23291"/>
                </a:cubicBezTo>
                <a:cubicBezTo>
                  <a:pt x="153718" y="27668"/>
                  <a:pt x="152535" y="33582"/>
                  <a:pt x="148159" y="36500"/>
                </a:cubicBezTo>
                <a:cubicBezTo>
                  <a:pt x="143782" y="39418"/>
                  <a:pt x="137868" y="38235"/>
                  <a:pt x="134950" y="33858"/>
                </a:cubicBezTo>
                <a:cubicBezTo>
                  <a:pt x="128208" y="23747"/>
                  <a:pt x="113541" y="19050"/>
                  <a:pt x="95250" y="19050"/>
                </a:cubicBezTo>
                <a:cubicBezTo>
                  <a:pt x="89989" y="19050"/>
                  <a:pt x="85725" y="14785"/>
                  <a:pt x="85725" y="9525"/>
                </a:cubicBezTo>
                <a:cubicBezTo>
                  <a:pt x="85725" y="4265"/>
                  <a:pt x="89989" y="0"/>
                  <a:pt x="95250" y="0"/>
                </a:cubicBezTo>
                <a:close/>
                <a:moveTo>
                  <a:pt x="57430" y="0"/>
                </a:moveTo>
                <a:cubicBezTo>
                  <a:pt x="71438" y="0"/>
                  <a:pt x="76200" y="9525"/>
                  <a:pt x="76200" y="19050"/>
                </a:cubicBezTo>
                <a:lnTo>
                  <a:pt x="76200" y="52388"/>
                </a:lnTo>
                <a:cubicBezTo>
                  <a:pt x="76200" y="55018"/>
                  <a:pt x="78333" y="57150"/>
                  <a:pt x="80963" y="57150"/>
                </a:cubicBezTo>
                <a:cubicBezTo>
                  <a:pt x="83592" y="57150"/>
                  <a:pt x="85725" y="55018"/>
                  <a:pt x="85725" y="52388"/>
                </a:cubicBezTo>
                <a:cubicBezTo>
                  <a:pt x="85725" y="42863"/>
                  <a:pt x="100818" y="50409"/>
                  <a:pt x="104775" y="52388"/>
                </a:cubicBezTo>
                <a:cubicBezTo>
                  <a:pt x="108680" y="54340"/>
                  <a:pt x="112230" y="56026"/>
                  <a:pt x="115448" y="57555"/>
                </a:cubicBezTo>
                <a:cubicBezTo>
                  <a:pt x="135776" y="67208"/>
                  <a:pt x="142875" y="70580"/>
                  <a:pt x="142875" y="95250"/>
                </a:cubicBezTo>
                <a:cubicBezTo>
                  <a:pt x="142875" y="104775"/>
                  <a:pt x="133350" y="123825"/>
                  <a:pt x="128588" y="133350"/>
                </a:cubicBezTo>
                <a:cubicBezTo>
                  <a:pt x="119063" y="152400"/>
                  <a:pt x="114300" y="161925"/>
                  <a:pt x="66675" y="161925"/>
                </a:cubicBezTo>
                <a:cubicBezTo>
                  <a:pt x="23863" y="161925"/>
                  <a:pt x="16881" y="152982"/>
                  <a:pt x="9525" y="133350"/>
                </a:cubicBezTo>
                <a:cubicBezTo>
                  <a:pt x="3466" y="117181"/>
                  <a:pt x="0" y="100094"/>
                  <a:pt x="0" y="82550"/>
                </a:cubicBezTo>
                <a:cubicBezTo>
                  <a:pt x="0" y="65971"/>
                  <a:pt x="8116" y="60214"/>
                  <a:pt x="19050" y="55565"/>
                </a:cubicBezTo>
                <a:cubicBezTo>
                  <a:pt x="23813" y="53541"/>
                  <a:pt x="28575" y="55565"/>
                  <a:pt x="28575" y="61913"/>
                </a:cubicBezTo>
                <a:lnTo>
                  <a:pt x="28575" y="80963"/>
                </a:lnTo>
                <a:cubicBezTo>
                  <a:pt x="28575" y="83592"/>
                  <a:pt x="30707" y="85725"/>
                  <a:pt x="33338" y="85725"/>
                </a:cubicBezTo>
                <a:cubicBezTo>
                  <a:pt x="35968" y="85725"/>
                  <a:pt x="38100" y="83592"/>
                  <a:pt x="38100" y="80963"/>
                </a:cubicBezTo>
                <a:lnTo>
                  <a:pt x="38100" y="19050"/>
                </a:lnTo>
                <a:cubicBezTo>
                  <a:pt x="38100" y="9525"/>
                  <a:pt x="43423" y="0"/>
                  <a:pt x="57430" y="0"/>
                </a:cubicBezTo>
                <a:close/>
              </a:path>
            </a:pathLst>
          </a:custGeom>
          <a:solidFill>
            <a:srgbClr val="000000"/>
          </a:solidFill>
          <a:ln w="9525" cap="flat">
            <a:noFill/>
            <a:prstDash val="solid"/>
            <a:miter/>
          </a:ln>
        </p:spPr>
        <p:txBody>
          <a:bodyPr rtlCol="0" anchor="ctr"/>
          <a:lstStyle/>
          <a:p>
            <a:endParaRPr lang="ru-RU"/>
          </a:p>
        </p:txBody>
      </p:sp>
      <p:sp>
        <p:nvSpPr>
          <p:cNvPr id="1352" name="Полилиния: фигура 1351">
            <a:extLst>
              <a:ext uri="{FF2B5EF4-FFF2-40B4-BE49-F238E27FC236}">
                <a16:creationId xmlns:a16="http://schemas.microsoft.com/office/drawing/2014/main" id="{DFA3E1CF-B1F7-2CDA-BF52-750DA9EB3B96}"/>
              </a:ext>
            </a:extLst>
          </p:cNvPr>
          <p:cNvSpPr/>
          <p:nvPr/>
        </p:nvSpPr>
        <p:spPr>
          <a:xfrm>
            <a:off x="1485283" y="2486751"/>
            <a:ext cx="152400" cy="180976"/>
          </a:xfrm>
          <a:custGeom>
            <a:avLst/>
            <a:gdLst>
              <a:gd name="connsiteX0" fmla="*/ 95250 w 152400"/>
              <a:gd name="connsiteY0" fmla="*/ 47626 h 180976"/>
              <a:gd name="connsiteX1" fmla="*/ 85725 w 152400"/>
              <a:gd name="connsiteY1" fmla="*/ 57151 h 180976"/>
              <a:gd name="connsiteX2" fmla="*/ 95250 w 152400"/>
              <a:gd name="connsiteY2" fmla="*/ 66676 h 180976"/>
              <a:gd name="connsiteX3" fmla="*/ 104775 w 152400"/>
              <a:gd name="connsiteY3" fmla="*/ 57151 h 180976"/>
              <a:gd name="connsiteX4" fmla="*/ 95250 w 152400"/>
              <a:gd name="connsiteY4" fmla="*/ 47626 h 180976"/>
              <a:gd name="connsiteX5" fmla="*/ 80962 w 152400"/>
              <a:gd name="connsiteY5" fmla="*/ 19051 h 180976"/>
              <a:gd name="connsiteX6" fmla="*/ 116053 w 152400"/>
              <a:gd name="connsiteY6" fmla="*/ 30916 h 180976"/>
              <a:gd name="connsiteX7" fmla="*/ 117955 w 152400"/>
              <a:gd name="connsiteY7" fmla="*/ 32482 h 180976"/>
              <a:gd name="connsiteX8" fmla="*/ 133351 w 152400"/>
              <a:gd name="connsiteY8" fmla="*/ 38101 h 180976"/>
              <a:gd name="connsiteX9" fmla="*/ 142875 w 152400"/>
              <a:gd name="connsiteY9" fmla="*/ 38101 h 180976"/>
              <a:gd name="connsiteX10" fmla="*/ 149225 w 152400"/>
              <a:gd name="connsiteY10" fmla="*/ 47626 h 180976"/>
              <a:gd name="connsiteX11" fmla="*/ 146050 w 152400"/>
              <a:gd name="connsiteY11" fmla="*/ 57151 h 180976"/>
              <a:gd name="connsiteX12" fmla="*/ 145699 w 152400"/>
              <a:gd name="connsiteY12" fmla="*/ 74415 h 180976"/>
              <a:gd name="connsiteX13" fmla="*/ 152400 w 152400"/>
              <a:gd name="connsiteY13" fmla="*/ 119064 h 180976"/>
              <a:gd name="connsiteX14" fmla="*/ 76200 w 152400"/>
              <a:gd name="connsiteY14" fmla="*/ 180976 h 180976"/>
              <a:gd name="connsiteX15" fmla="*/ 565 w 152400"/>
              <a:gd name="connsiteY15" fmla="*/ 95251 h 180976"/>
              <a:gd name="connsiteX16" fmla="*/ 8966 w 152400"/>
              <a:gd name="connsiteY16" fmla="*/ 91894 h 180976"/>
              <a:gd name="connsiteX17" fmla="*/ 9525 w 152400"/>
              <a:gd name="connsiteY17" fmla="*/ 92461 h 180976"/>
              <a:gd name="connsiteX18" fmla="*/ 26602 w 152400"/>
              <a:gd name="connsiteY18" fmla="*/ 109539 h 180976"/>
              <a:gd name="connsiteX19" fmla="*/ 39998 w 152400"/>
              <a:gd name="connsiteY19" fmla="*/ 110822 h 180976"/>
              <a:gd name="connsiteX20" fmla="*/ 54457 w 152400"/>
              <a:gd name="connsiteY20" fmla="*/ 101182 h 180976"/>
              <a:gd name="connsiteX21" fmla="*/ 69368 w 152400"/>
              <a:gd name="connsiteY21" fmla="*/ 101182 h 180976"/>
              <a:gd name="connsiteX22" fmla="*/ 83827 w 152400"/>
              <a:gd name="connsiteY22" fmla="*/ 110822 h 180976"/>
              <a:gd name="connsiteX23" fmla="*/ 95939 w 152400"/>
              <a:gd name="connsiteY23" fmla="*/ 110822 h 180976"/>
              <a:gd name="connsiteX24" fmla="*/ 112905 w 152400"/>
              <a:gd name="connsiteY24" fmla="*/ 93857 h 180976"/>
              <a:gd name="connsiteX25" fmla="*/ 112905 w 152400"/>
              <a:gd name="connsiteY25" fmla="*/ 87120 h 180976"/>
              <a:gd name="connsiteX26" fmla="*/ 106170 w 152400"/>
              <a:gd name="connsiteY26" fmla="*/ 87120 h 180976"/>
              <a:gd name="connsiteX27" fmla="*/ 95118 w 152400"/>
              <a:gd name="connsiteY27" fmla="*/ 98172 h 180976"/>
              <a:gd name="connsiteX28" fmla="*/ 82024 w 152400"/>
              <a:gd name="connsiteY28" fmla="*/ 98172 h 180976"/>
              <a:gd name="connsiteX29" fmla="*/ 69368 w 152400"/>
              <a:gd name="connsiteY29" fmla="*/ 89735 h 180976"/>
              <a:gd name="connsiteX30" fmla="*/ 54457 w 152400"/>
              <a:gd name="connsiteY30" fmla="*/ 89735 h 180976"/>
              <a:gd name="connsiteX31" fmla="*/ 40759 w 152400"/>
              <a:gd name="connsiteY31" fmla="*/ 98867 h 180976"/>
              <a:gd name="connsiteX32" fmla="*/ 28575 w 152400"/>
              <a:gd name="connsiteY32" fmla="*/ 90489 h 180976"/>
              <a:gd name="connsiteX33" fmla="*/ 80962 w 152400"/>
              <a:gd name="connsiteY33" fmla="*/ 19051 h 180976"/>
              <a:gd name="connsiteX34" fmla="*/ 27214 w 152400"/>
              <a:gd name="connsiteY34" fmla="*/ 0 h 180976"/>
              <a:gd name="connsiteX35" fmla="*/ 38100 w 152400"/>
              <a:gd name="connsiteY35" fmla="*/ 38100 h 180976"/>
              <a:gd name="connsiteX36" fmla="*/ 0 w 152400"/>
              <a:gd name="connsiteY36" fmla="*/ 38100 h 180976"/>
              <a:gd name="connsiteX37" fmla="*/ 19050 w 152400"/>
              <a:gd name="connsiteY37" fmla="*/ 28575 h 180976"/>
              <a:gd name="connsiteX38" fmla="*/ 27214 w 152400"/>
              <a:gd name="connsiteY38" fmla="*/ 0 h 18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80976">
                <a:moveTo>
                  <a:pt x="95250" y="47626"/>
                </a:moveTo>
                <a:cubicBezTo>
                  <a:pt x="89989" y="47626"/>
                  <a:pt x="85725" y="51891"/>
                  <a:pt x="85725" y="57151"/>
                </a:cubicBezTo>
                <a:cubicBezTo>
                  <a:pt x="85725" y="62411"/>
                  <a:pt x="89989" y="66676"/>
                  <a:pt x="95250" y="66676"/>
                </a:cubicBezTo>
                <a:cubicBezTo>
                  <a:pt x="100510" y="66676"/>
                  <a:pt x="104775" y="62411"/>
                  <a:pt x="104775" y="57151"/>
                </a:cubicBezTo>
                <a:cubicBezTo>
                  <a:pt x="104775" y="51891"/>
                  <a:pt x="100510" y="47626"/>
                  <a:pt x="95250" y="47626"/>
                </a:cubicBezTo>
                <a:close/>
                <a:moveTo>
                  <a:pt x="80962" y="19051"/>
                </a:moveTo>
                <a:cubicBezTo>
                  <a:pt x="102013" y="19051"/>
                  <a:pt x="110808" y="26483"/>
                  <a:pt x="116053" y="30916"/>
                </a:cubicBezTo>
                <a:cubicBezTo>
                  <a:pt x="116741" y="31497"/>
                  <a:pt x="117369" y="32027"/>
                  <a:pt x="117955" y="32482"/>
                </a:cubicBezTo>
                <a:cubicBezTo>
                  <a:pt x="124021" y="37193"/>
                  <a:pt x="125192" y="38101"/>
                  <a:pt x="133351" y="38101"/>
                </a:cubicBezTo>
                <a:lnTo>
                  <a:pt x="142875" y="38101"/>
                </a:lnTo>
                <a:cubicBezTo>
                  <a:pt x="149225" y="38101"/>
                  <a:pt x="151894" y="39619"/>
                  <a:pt x="149225" y="47626"/>
                </a:cubicBezTo>
                <a:lnTo>
                  <a:pt x="146050" y="57151"/>
                </a:lnTo>
                <a:cubicBezTo>
                  <a:pt x="143084" y="66047"/>
                  <a:pt x="143240" y="66541"/>
                  <a:pt x="145699" y="74415"/>
                </a:cubicBezTo>
                <a:cubicBezTo>
                  <a:pt x="150223" y="88893"/>
                  <a:pt x="152400" y="103890"/>
                  <a:pt x="152400" y="119064"/>
                </a:cubicBezTo>
                <a:cubicBezTo>
                  <a:pt x="152400" y="161926"/>
                  <a:pt x="117955" y="180976"/>
                  <a:pt x="76200" y="180976"/>
                </a:cubicBezTo>
                <a:cubicBezTo>
                  <a:pt x="40810" y="180976"/>
                  <a:pt x="565" y="166689"/>
                  <a:pt x="565" y="95251"/>
                </a:cubicBezTo>
                <a:cubicBezTo>
                  <a:pt x="-234" y="82506"/>
                  <a:pt x="5944" y="88810"/>
                  <a:pt x="8966" y="91894"/>
                </a:cubicBezTo>
                <a:cubicBezTo>
                  <a:pt x="9168" y="92100"/>
                  <a:pt x="9355" y="92292"/>
                  <a:pt x="9525" y="92461"/>
                </a:cubicBezTo>
                <a:lnTo>
                  <a:pt x="26602" y="109539"/>
                </a:lnTo>
                <a:cubicBezTo>
                  <a:pt x="31365" y="114301"/>
                  <a:pt x="34351" y="114587"/>
                  <a:pt x="39998" y="110822"/>
                </a:cubicBezTo>
                <a:lnTo>
                  <a:pt x="54457" y="101182"/>
                </a:lnTo>
                <a:cubicBezTo>
                  <a:pt x="61120" y="96741"/>
                  <a:pt x="62946" y="96902"/>
                  <a:pt x="69368" y="101182"/>
                </a:cubicBezTo>
                <a:lnTo>
                  <a:pt x="83827" y="110822"/>
                </a:lnTo>
                <a:cubicBezTo>
                  <a:pt x="89474" y="114587"/>
                  <a:pt x="92460" y="114301"/>
                  <a:pt x="95939" y="110822"/>
                </a:cubicBezTo>
                <a:lnTo>
                  <a:pt x="112905" y="93857"/>
                </a:lnTo>
                <a:cubicBezTo>
                  <a:pt x="114765" y="91996"/>
                  <a:pt x="114765" y="88981"/>
                  <a:pt x="112905" y="87120"/>
                </a:cubicBezTo>
                <a:cubicBezTo>
                  <a:pt x="111045" y="85261"/>
                  <a:pt x="108030" y="85261"/>
                  <a:pt x="106170" y="87120"/>
                </a:cubicBezTo>
                <a:lnTo>
                  <a:pt x="95118" y="98172"/>
                </a:lnTo>
                <a:cubicBezTo>
                  <a:pt x="90803" y="102488"/>
                  <a:pt x="87703" y="101959"/>
                  <a:pt x="82024" y="98172"/>
                </a:cubicBezTo>
                <a:lnTo>
                  <a:pt x="69368" y="89735"/>
                </a:lnTo>
                <a:cubicBezTo>
                  <a:pt x="63354" y="85726"/>
                  <a:pt x="59806" y="86169"/>
                  <a:pt x="54457" y="89735"/>
                </a:cubicBezTo>
                <a:lnTo>
                  <a:pt x="40759" y="98867"/>
                </a:lnTo>
                <a:cubicBezTo>
                  <a:pt x="31288" y="105181"/>
                  <a:pt x="28575" y="98172"/>
                  <a:pt x="28575" y="90489"/>
                </a:cubicBezTo>
                <a:cubicBezTo>
                  <a:pt x="28575" y="57151"/>
                  <a:pt x="51079" y="19051"/>
                  <a:pt x="80962" y="19051"/>
                </a:cubicBezTo>
                <a:close/>
                <a:moveTo>
                  <a:pt x="27214" y="0"/>
                </a:moveTo>
                <a:cubicBezTo>
                  <a:pt x="45244" y="2"/>
                  <a:pt x="42863" y="33338"/>
                  <a:pt x="38100" y="38100"/>
                </a:cubicBezTo>
                <a:cubicBezTo>
                  <a:pt x="27214" y="48985"/>
                  <a:pt x="0" y="52388"/>
                  <a:pt x="0" y="38100"/>
                </a:cubicBezTo>
                <a:cubicBezTo>
                  <a:pt x="0" y="28575"/>
                  <a:pt x="9525" y="23813"/>
                  <a:pt x="19050" y="28575"/>
                </a:cubicBezTo>
                <a:cubicBezTo>
                  <a:pt x="14288" y="19050"/>
                  <a:pt x="16329" y="-1"/>
                  <a:pt x="27214" y="0"/>
                </a:cubicBezTo>
                <a:close/>
              </a:path>
            </a:pathLst>
          </a:custGeom>
          <a:solidFill>
            <a:srgbClr val="000000"/>
          </a:solidFill>
          <a:ln w="9525" cap="flat">
            <a:noFill/>
            <a:prstDash val="solid"/>
            <a:miter/>
          </a:ln>
        </p:spPr>
        <p:txBody>
          <a:bodyPr rtlCol="0" anchor="ctr"/>
          <a:lstStyle/>
          <a:p>
            <a:endParaRPr lang="ru-RU"/>
          </a:p>
        </p:txBody>
      </p:sp>
      <p:sp>
        <p:nvSpPr>
          <p:cNvPr id="873" name="Рисунок 527">
            <a:extLst>
              <a:ext uri="{FF2B5EF4-FFF2-40B4-BE49-F238E27FC236}">
                <a16:creationId xmlns:a16="http://schemas.microsoft.com/office/drawing/2014/main" id="{517EF268-4127-C93E-5C73-4BD71788E891}"/>
              </a:ext>
            </a:extLst>
          </p:cNvPr>
          <p:cNvSpPr/>
          <p:nvPr/>
        </p:nvSpPr>
        <p:spPr>
          <a:xfrm>
            <a:off x="1494809" y="3046098"/>
            <a:ext cx="142875" cy="161925"/>
          </a:xfrm>
          <a:custGeom>
            <a:avLst/>
            <a:gdLst>
              <a:gd name="connsiteX0" fmla="*/ 57430 w 142875"/>
              <a:gd name="connsiteY0" fmla="*/ 0 h 161925"/>
              <a:gd name="connsiteX1" fmla="*/ 38100 w 142875"/>
              <a:gd name="connsiteY1" fmla="*/ 19050 h 161925"/>
              <a:gd name="connsiteX2" fmla="*/ 38100 w 142875"/>
              <a:gd name="connsiteY2" fmla="*/ 80963 h 161925"/>
              <a:gd name="connsiteX3" fmla="*/ 33338 w 142875"/>
              <a:gd name="connsiteY3" fmla="*/ 85725 h 161925"/>
              <a:gd name="connsiteX4" fmla="*/ 28575 w 142875"/>
              <a:gd name="connsiteY4" fmla="*/ 80963 h 161925"/>
              <a:gd name="connsiteX5" fmla="*/ 28575 w 142875"/>
              <a:gd name="connsiteY5" fmla="*/ 61913 h 161925"/>
              <a:gd name="connsiteX6" fmla="*/ 19050 w 142875"/>
              <a:gd name="connsiteY6" fmla="*/ 55565 h 161925"/>
              <a:gd name="connsiteX7" fmla="*/ 0 w 142875"/>
              <a:gd name="connsiteY7" fmla="*/ 82550 h 161925"/>
              <a:gd name="connsiteX8" fmla="*/ 9525 w 142875"/>
              <a:gd name="connsiteY8" fmla="*/ 133350 h 161925"/>
              <a:gd name="connsiteX9" fmla="*/ 66675 w 142875"/>
              <a:gd name="connsiteY9" fmla="*/ 161925 h 161925"/>
              <a:gd name="connsiteX10" fmla="*/ 128588 w 142875"/>
              <a:gd name="connsiteY10" fmla="*/ 133350 h 161925"/>
              <a:gd name="connsiteX11" fmla="*/ 142875 w 142875"/>
              <a:gd name="connsiteY11" fmla="*/ 95250 h 161925"/>
              <a:gd name="connsiteX12" fmla="*/ 115448 w 142875"/>
              <a:gd name="connsiteY12" fmla="*/ 57555 h 161925"/>
              <a:gd name="connsiteX13" fmla="*/ 104775 w 142875"/>
              <a:gd name="connsiteY13" fmla="*/ 52388 h 161925"/>
              <a:gd name="connsiteX14" fmla="*/ 85725 w 142875"/>
              <a:gd name="connsiteY14" fmla="*/ 52388 h 161925"/>
              <a:gd name="connsiteX15" fmla="*/ 80963 w 142875"/>
              <a:gd name="connsiteY15" fmla="*/ 57150 h 161925"/>
              <a:gd name="connsiteX16" fmla="*/ 76200 w 142875"/>
              <a:gd name="connsiteY16" fmla="*/ 52388 h 161925"/>
              <a:gd name="connsiteX17" fmla="*/ 76200 w 142875"/>
              <a:gd name="connsiteY17" fmla="*/ 19050 h 161925"/>
              <a:gd name="connsiteX18" fmla="*/ 57430 w 142875"/>
              <a:gd name="connsiteY18"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2875" h="161925">
                <a:moveTo>
                  <a:pt x="57430" y="0"/>
                </a:moveTo>
                <a:cubicBezTo>
                  <a:pt x="43423" y="0"/>
                  <a:pt x="38100" y="9525"/>
                  <a:pt x="38100" y="19050"/>
                </a:cubicBezTo>
                <a:lnTo>
                  <a:pt x="38100" y="80963"/>
                </a:lnTo>
                <a:cubicBezTo>
                  <a:pt x="38100" y="83592"/>
                  <a:pt x="35968" y="85725"/>
                  <a:pt x="33338" y="85725"/>
                </a:cubicBezTo>
                <a:cubicBezTo>
                  <a:pt x="30707" y="85725"/>
                  <a:pt x="28575" y="83592"/>
                  <a:pt x="28575" y="80963"/>
                </a:cubicBezTo>
                <a:lnTo>
                  <a:pt x="28575" y="61913"/>
                </a:lnTo>
                <a:cubicBezTo>
                  <a:pt x="28575" y="55565"/>
                  <a:pt x="23813" y="53541"/>
                  <a:pt x="19050" y="55565"/>
                </a:cubicBezTo>
                <a:cubicBezTo>
                  <a:pt x="8116" y="60214"/>
                  <a:pt x="0" y="65971"/>
                  <a:pt x="0" y="82550"/>
                </a:cubicBezTo>
                <a:cubicBezTo>
                  <a:pt x="0" y="100094"/>
                  <a:pt x="3466" y="117181"/>
                  <a:pt x="9525" y="133350"/>
                </a:cubicBezTo>
                <a:cubicBezTo>
                  <a:pt x="16881" y="152982"/>
                  <a:pt x="23863" y="161925"/>
                  <a:pt x="66675" y="161925"/>
                </a:cubicBezTo>
                <a:cubicBezTo>
                  <a:pt x="114300" y="161925"/>
                  <a:pt x="119063" y="152400"/>
                  <a:pt x="128588" y="133350"/>
                </a:cubicBezTo>
                <a:cubicBezTo>
                  <a:pt x="133350" y="123825"/>
                  <a:pt x="142875" y="104775"/>
                  <a:pt x="142875" y="95250"/>
                </a:cubicBezTo>
                <a:cubicBezTo>
                  <a:pt x="142875" y="70580"/>
                  <a:pt x="135776" y="67208"/>
                  <a:pt x="115448" y="57555"/>
                </a:cubicBezTo>
                <a:cubicBezTo>
                  <a:pt x="112230" y="56026"/>
                  <a:pt x="108680" y="54340"/>
                  <a:pt x="104775" y="52388"/>
                </a:cubicBezTo>
                <a:cubicBezTo>
                  <a:pt x="100818" y="50409"/>
                  <a:pt x="85725" y="42863"/>
                  <a:pt x="85725" y="52388"/>
                </a:cubicBezTo>
                <a:cubicBezTo>
                  <a:pt x="85725" y="55018"/>
                  <a:pt x="83592" y="57150"/>
                  <a:pt x="80963" y="57150"/>
                </a:cubicBezTo>
                <a:cubicBezTo>
                  <a:pt x="78333" y="57150"/>
                  <a:pt x="76200" y="55018"/>
                  <a:pt x="76200" y="52388"/>
                </a:cubicBezTo>
                <a:lnTo>
                  <a:pt x="76200" y="19050"/>
                </a:lnTo>
                <a:cubicBezTo>
                  <a:pt x="76200" y="9525"/>
                  <a:pt x="71438" y="0"/>
                  <a:pt x="57430" y="0"/>
                </a:cubicBezTo>
                <a:close/>
              </a:path>
            </a:pathLst>
          </a:custGeom>
          <a:solidFill>
            <a:srgbClr val="000000"/>
          </a:solidFill>
          <a:ln w="9525" cap="flat">
            <a:noFill/>
            <a:prstDash val="solid"/>
            <a:miter/>
          </a:ln>
        </p:spPr>
        <p:txBody>
          <a:bodyPr rtlCol="0" anchor="ctr"/>
          <a:lstStyle/>
          <a:p>
            <a:endParaRPr lang="ru-RU"/>
          </a:p>
        </p:txBody>
      </p:sp>
      <p:sp>
        <p:nvSpPr>
          <p:cNvPr id="874" name="Рисунок 555">
            <a:extLst>
              <a:ext uri="{FF2B5EF4-FFF2-40B4-BE49-F238E27FC236}">
                <a16:creationId xmlns:a16="http://schemas.microsoft.com/office/drawing/2014/main" id="{D0DDD2D3-FF71-5710-C25B-754DEB2F8DE8}"/>
              </a:ext>
            </a:extLst>
          </p:cNvPr>
          <p:cNvSpPr/>
          <p:nvPr/>
        </p:nvSpPr>
        <p:spPr>
          <a:xfrm>
            <a:off x="1475759" y="3605441"/>
            <a:ext cx="171450" cy="152400"/>
          </a:xfrm>
          <a:custGeom>
            <a:avLst/>
            <a:gdLst>
              <a:gd name="connsiteX0" fmla="*/ 66675 w 171450"/>
              <a:gd name="connsiteY0" fmla="*/ 0 h 152400"/>
              <a:gd name="connsiteX1" fmla="*/ 0 w 171450"/>
              <a:gd name="connsiteY1" fmla="*/ 71438 h 152400"/>
              <a:gd name="connsiteX2" fmla="*/ 19050 w 171450"/>
              <a:gd name="connsiteY2" fmla="*/ 152400 h 152400"/>
              <a:gd name="connsiteX3" fmla="*/ 47625 w 171450"/>
              <a:gd name="connsiteY3" fmla="*/ 133350 h 152400"/>
              <a:gd name="connsiteX4" fmla="*/ 104775 w 171450"/>
              <a:gd name="connsiteY4" fmla="*/ 133350 h 152400"/>
              <a:gd name="connsiteX5" fmla="*/ 171450 w 171450"/>
              <a:gd name="connsiteY5" fmla="*/ 71438 h 152400"/>
              <a:gd name="connsiteX6" fmla="*/ 104775 w 171450"/>
              <a:gd name="connsiteY6" fmla="*/ 0 h 152400"/>
              <a:gd name="connsiteX7" fmla="*/ 66675 w 171450"/>
              <a:gd name="connsiteY7" fmla="*/ 0 h 152400"/>
              <a:gd name="connsiteX8" fmla="*/ 74538 w 171450"/>
              <a:gd name="connsiteY8" fmla="*/ 40873 h 152400"/>
              <a:gd name="connsiteX9" fmla="*/ 73855 w 171450"/>
              <a:gd name="connsiteY9" fmla="*/ 42062 h 152400"/>
              <a:gd name="connsiteX10" fmla="*/ 70622 w 171450"/>
              <a:gd name="connsiteY10" fmla="*/ 46186 h 152400"/>
              <a:gd name="connsiteX11" fmla="*/ 65560 w 171450"/>
              <a:gd name="connsiteY11" fmla="*/ 47645 h 152400"/>
              <a:gd name="connsiteX12" fmla="*/ 64263 w 171450"/>
              <a:gd name="connsiteY12" fmla="*/ 47840 h 152400"/>
              <a:gd name="connsiteX13" fmla="*/ 47996 w 171450"/>
              <a:gd name="connsiteY13" fmla="*/ 53555 h 152400"/>
              <a:gd name="connsiteX14" fmla="*/ 47756 w 171450"/>
              <a:gd name="connsiteY14" fmla="*/ 54269 h 152400"/>
              <a:gd name="connsiteX15" fmla="*/ 55424 w 171450"/>
              <a:gd name="connsiteY15" fmla="*/ 65216 h 152400"/>
              <a:gd name="connsiteX16" fmla="*/ 57583 w 171450"/>
              <a:gd name="connsiteY16" fmla="*/ 67261 h 152400"/>
              <a:gd name="connsiteX17" fmla="*/ 61274 w 171450"/>
              <a:gd name="connsiteY17" fmla="*/ 71767 h 152400"/>
              <a:gd name="connsiteX18" fmla="*/ 61090 w 171450"/>
              <a:gd name="connsiteY18" fmla="*/ 77186 h 152400"/>
              <a:gd name="connsiteX19" fmla="*/ 61957 w 171450"/>
              <a:gd name="connsiteY19" fmla="*/ 94086 h 152400"/>
              <a:gd name="connsiteX20" fmla="*/ 76602 w 171450"/>
              <a:gd name="connsiteY20" fmla="*/ 91130 h 152400"/>
              <a:gd name="connsiteX21" fmla="*/ 80407 w 171450"/>
              <a:gd name="connsiteY21" fmla="*/ 89152 h 152400"/>
              <a:gd name="connsiteX22" fmla="*/ 85725 w 171450"/>
              <a:gd name="connsiteY22" fmla="*/ 87474 h 152400"/>
              <a:gd name="connsiteX23" fmla="*/ 91043 w 171450"/>
              <a:gd name="connsiteY23" fmla="*/ 89152 h 152400"/>
              <a:gd name="connsiteX24" fmla="*/ 94848 w 171450"/>
              <a:gd name="connsiteY24" fmla="*/ 91130 h 152400"/>
              <a:gd name="connsiteX25" fmla="*/ 109493 w 171450"/>
              <a:gd name="connsiteY25" fmla="*/ 94086 h 152400"/>
              <a:gd name="connsiteX26" fmla="*/ 110382 w 171450"/>
              <a:gd name="connsiteY26" fmla="*/ 77186 h 152400"/>
              <a:gd name="connsiteX27" fmla="*/ 110199 w 171450"/>
              <a:gd name="connsiteY27" fmla="*/ 71767 h 152400"/>
              <a:gd name="connsiteX28" fmla="*/ 113889 w 171450"/>
              <a:gd name="connsiteY28" fmla="*/ 67261 h 152400"/>
              <a:gd name="connsiteX29" fmla="*/ 115977 w 171450"/>
              <a:gd name="connsiteY29" fmla="*/ 65282 h 152400"/>
              <a:gd name="connsiteX30" fmla="*/ 123694 w 171450"/>
              <a:gd name="connsiteY30" fmla="*/ 54269 h 152400"/>
              <a:gd name="connsiteX31" fmla="*/ 123454 w 171450"/>
              <a:gd name="connsiteY31" fmla="*/ 53555 h 152400"/>
              <a:gd name="connsiteX32" fmla="*/ 107187 w 171450"/>
              <a:gd name="connsiteY32" fmla="*/ 47840 h 152400"/>
              <a:gd name="connsiteX33" fmla="*/ 105890 w 171450"/>
              <a:gd name="connsiteY33" fmla="*/ 47645 h 152400"/>
              <a:gd name="connsiteX34" fmla="*/ 100828 w 171450"/>
              <a:gd name="connsiteY34" fmla="*/ 46186 h 152400"/>
              <a:gd name="connsiteX35" fmla="*/ 97595 w 171450"/>
              <a:gd name="connsiteY35" fmla="*/ 42062 h 152400"/>
              <a:gd name="connsiteX36" fmla="*/ 96912 w 171450"/>
              <a:gd name="connsiteY36" fmla="*/ 40873 h 152400"/>
              <a:gd name="connsiteX37" fmla="*/ 85725 w 171450"/>
              <a:gd name="connsiteY37" fmla="*/ 28575 h 152400"/>
              <a:gd name="connsiteX38" fmla="*/ 74538 w 171450"/>
              <a:gd name="connsiteY38" fmla="*/ 40873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1450" h="152400">
                <a:moveTo>
                  <a:pt x="66675" y="0"/>
                </a:moveTo>
                <a:cubicBezTo>
                  <a:pt x="9525" y="0"/>
                  <a:pt x="0" y="14288"/>
                  <a:pt x="0" y="71438"/>
                </a:cubicBezTo>
                <a:cubicBezTo>
                  <a:pt x="0" y="100013"/>
                  <a:pt x="0" y="152400"/>
                  <a:pt x="19050" y="152400"/>
                </a:cubicBezTo>
                <a:cubicBezTo>
                  <a:pt x="30273" y="152400"/>
                  <a:pt x="41037" y="143116"/>
                  <a:pt x="47625" y="133350"/>
                </a:cubicBezTo>
                <a:lnTo>
                  <a:pt x="104775" y="133350"/>
                </a:lnTo>
                <a:cubicBezTo>
                  <a:pt x="161925" y="133350"/>
                  <a:pt x="171450" y="127029"/>
                  <a:pt x="171450" y="71438"/>
                </a:cubicBezTo>
                <a:cubicBezTo>
                  <a:pt x="171450" y="14288"/>
                  <a:pt x="161925" y="0"/>
                  <a:pt x="104775" y="0"/>
                </a:cubicBezTo>
                <a:lnTo>
                  <a:pt x="66675" y="0"/>
                </a:lnTo>
                <a:close/>
                <a:moveTo>
                  <a:pt x="74538" y="40873"/>
                </a:moveTo>
                <a:cubicBezTo>
                  <a:pt x="74307" y="41254"/>
                  <a:pt x="74084" y="41655"/>
                  <a:pt x="73855" y="42062"/>
                </a:cubicBezTo>
                <a:cubicBezTo>
                  <a:pt x="73000" y="43590"/>
                  <a:pt x="72096" y="45205"/>
                  <a:pt x="70622" y="46186"/>
                </a:cubicBezTo>
                <a:cubicBezTo>
                  <a:pt x="69200" y="47132"/>
                  <a:pt x="67327" y="47396"/>
                  <a:pt x="65560" y="47645"/>
                </a:cubicBezTo>
                <a:cubicBezTo>
                  <a:pt x="65118" y="47707"/>
                  <a:pt x="64683" y="47769"/>
                  <a:pt x="64263" y="47840"/>
                </a:cubicBezTo>
                <a:cubicBezTo>
                  <a:pt x="54289" y="49522"/>
                  <a:pt x="49302" y="50362"/>
                  <a:pt x="47996" y="53555"/>
                </a:cubicBezTo>
                <a:cubicBezTo>
                  <a:pt x="47901" y="53788"/>
                  <a:pt x="47821" y="54027"/>
                  <a:pt x="47756" y="54269"/>
                </a:cubicBezTo>
                <a:cubicBezTo>
                  <a:pt x="46971" y="57235"/>
                  <a:pt x="49741" y="59850"/>
                  <a:pt x="55424" y="65216"/>
                </a:cubicBezTo>
                <a:cubicBezTo>
                  <a:pt x="56102" y="65857"/>
                  <a:pt x="56823" y="66537"/>
                  <a:pt x="57583" y="67261"/>
                </a:cubicBezTo>
                <a:cubicBezTo>
                  <a:pt x="59814" y="69386"/>
                  <a:pt x="60828" y="70392"/>
                  <a:pt x="61274" y="71767"/>
                </a:cubicBezTo>
                <a:cubicBezTo>
                  <a:pt x="61687" y="73042"/>
                  <a:pt x="61488" y="74424"/>
                  <a:pt x="61090" y="77186"/>
                </a:cubicBezTo>
                <a:cubicBezTo>
                  <a:pt x="59722" y="86678"/>
                  <a:pt x="59027" y="91938"/>
                  <a:pt x="61957" y="94086"/>
                </a:cubicBezTo>
                <a:cubicBezTo>
                  <a:pt x="65989" y="97043"/>
                  <a:pt x="71920" y="93738"/>
                  <a:pt x="76602" y="91130"/>
                </a:cubicBezTo>
                <a:cubicBezTo>
                  <a:pt x="78013" y="90344"/>
                  <a:pt x="79310" y="89622"/>
                  <a:pt x="80407" y="89152"/>
                </a:cubicBezTo>
                <a:cubicBezTo>
                  <a:pt x="83025" y="88033"/>
                  <a:pt x="84333" y="87474"/>
                  <a:pt x="85725" y="87474"/>
                </a:cubicBezTo>
                <a:cubicBezTo>
                  <a:pt x="87117" y="87474"/>
                  <a:pt x="88425" y="88033"/>
                  <a:pt x="91043" y="89152"/>
                </a:cubicBezTo>
                <a:cubicBezTo>
                  <a:pt x="92140" y="89622"/>
                  <a:pt x="93437" y="90344"/>
                  <a:pt x="94848" y="91130"/>
                </a:cubicBezTo>
                <a:cubicBezTo>
                  <a:pt x="99530" y="93738"/>
                  <a:pt x="105461" y="97043"/>
                  <a:pt x="109493" y="94086"/>
                </a:cubicBezTo>
                <a:cubicBezTo>
                  <a:pt x="112423" y="91938"/>
                  <a:pt x="111750" y="86678"/>
                  <a:pt x="110382" y="77186"/>
                </a:cubicBezTo>
                <a:cubicBezTo>
                  <a:pt x="109985" y="74424"/>
                  <a:pt x="109786" y="73042"/>
                  <a:pt x="110199" y="71767"/>
                </a:cubicBezTo>
                <a:cubicBezTo>
                  <a:pt x="110645" y="70392"/>
                  <a:pt x="111659" y="69386"/>
                  <a:pt x="113889" y="67261"/>
                </a:cubicBezTo>
                <a:cubicBezTo>
                  <a:pt x="114624" y="66562"/>
                  <a:pt x="115320" y="65903"/>
                  <a:pt x="115977" y="65282"/>
                </a:cubicBezTo>
                <a:cubicBezTo>
                  <a:pt x="121705" y="59871"/>
                  <a:pt x="124482" y="57247"/>
                  <a:pt x="123694" y="54269"/>
                </a:cubicBezTo>
                <a:cubicBezTo>
                  <a:pt x="123630" y="54027"/>
                  <a:pt x="123549" y="53788"/>
                  <a:pt x="123454" y="53555"/>
                </a:cubicBezTo>
                <a:cubicBezTo>
                  <a:pt x="122148" y="50362"/>
                  <a:pt x="117160" y="49522"/>
                  <a:pt x="107187" y="47840"/>
                </a:cubicBezTo>
                <a:cubicBezTo>
                  <a:pt x="106767" y="47769"/>
                  <a:pt x="106332" y="47707"/>
                  <a:pt x="105890" y="47645"/>
                </a:cubicBezTo>
                <a:cubicBezTo>
                  <a:pt x="104123" y="47396"/>
                  <a:pt x="102250" y="47132"/>
                  <a:pt x="100828" y="46186"/>
                </a:cubicBezTo>
                <a:cubicBezTo>
                  <a:pt x="99354" y="45205"/>
                  <a:pt x="98450" y="43590"/>
                  <a:pt x="97595" y="42062"/>
                </a:cubicBezTo>
                <a:cubicBezTo>
                  <a:pt x="97366" y="41655"/>
                  <a:pt x="97143" y="41254"/>
                  <a:pt x="96912" y="40873"/>
                </a:cubicBezTo>
                <a:cubicBezTo>
                  <a:pt x="91947" y="32674"/>
                  <a:pt x="89464" y="28575"/>
                  <a:pt x="85725" y="28575"/>
                </a:cubicBezTo>
                <a:cubicBezTo>
                  <a:pt x="81986" y="28575"/>
                  <a:pt x="79503" y="32674"/>
                  <a:pt x="74538" y="40873"/>
                </a:cubicBezTo>
                <a:close/>
              </a:path>
            </a:pathLst>
          </a:custGeom>
          <a:solidFill>
            <a:srgbClr val="000000"/>
          </a:solidFill>
          <a:ln w="9525" cap="flat">
            <a:noFill/>
            <a:prstDash val="solid"/>
            <a:miter/>
          </a:ln>
        </p:spPr>
        <p:txBody>
          <a:bodyPr rtlCol="0" anchor="ctr"/>
          <a:lstStyle/>
          <a:p>
            <a:endParaRPr lang="ru-RU"/>
          </a:p>
        </p:txBody>
      </p:sp>
      <p:sp>
        <p:nvSpPr>
          <p:cNvPr id="875" name="Рисунок 640">
            <a:extLst>
              <a:ext uri="{FF2B5EF4-FFF2-40B4-BE49-F238E27FC236}">
                <a16:creationId xmlns:a16="http://schemas.microsoft.com/office/drawing/2014/main" id="{AFBDC78C-B43E-5771-D1A7-F8F2DAA0DA11}"/>
              </a:ext>
            </a:extLst>
          </p:cNvPr>
          <p:cNvSpPr/>
          <p:nvPr/>
        </p:nvSpPr>
        <p:spPr>
          <a:xfrm>
            <a:off x="1475759" y="4600117"/>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77928 w 171450"/>
              <a:gd name="connsiteY5" fmla="*/ 126116 h 171450"/>
              <a:gd name="connsiteX6" fmla="*/ 58204 w 171450"/>
              <a:gd name="connsiteY6" fmla="*/ 108166 h 171450"/>
              <a:gd name="connsiteX7" fmla="*/ 48582 w 171450"/>
              <a:gd name="connsiteY7" fmla="*/ 81999 h 171450"/>
              <a:gd name="connsiteX8" fmla="*/ 51070 w 171450"/>
              <a:gd name="connsiteY8" fmla="*/ 52628 h 171450"/>
              <a:gd name="connsiteX9" fmla="*/ 83721 w 171450"/>
              <a:gd name="connsiteY9" fmla="*/ 53787 h 171450"/>
              <a:gd name="connsiteX10" fmla="*/ 80309 w 171450"/>
              <a:gd name="connsiteY10" fmla="*/ 68226 h 171450"/>
              <a:gd name="connsiteX11" fmla="*/ 77138 w 171450"/>
              <a:gd name="connsiteY11" fmla="*/ 70259 h 171450"/>
              <a:gd name="connsiteX12" fmla="*/ 69800 w 171450"/>
              <a:gd name="connsiteY12" fmla="*/ 76630 h 171450"/>
              <a:gd name="connsiteX13" fmla="*/ 75753 w 171450"/>
              <a:gd name="connsiteY13" fmla="*/ 95647 h 171450"/>
              <a:gd name="connsiteX14" fmla="*/ 90488 w 171450"/>
              <a:gd name="connsiteY14" fmla="*/ 106891 h 171450"/>
              <a:gd name="connsiteX15" fmla="*/ 97442 w 171450"/>
              <a:gd name="connsiteY15" fmla="*/ 101520 h 171450"/>
              <a:gd name="connsiteX16" fmla="*/ 100402 w 171450"/>
              <a:gd name="connsiteY16" fmla="*/ 98450 h 171450"/>
              <a:gd name="connsiteX17" fmla="*/ 114256 w 171450"/>
              <a:gd name="connsiteY17" fmla="*/ 99689 h 171450"/>
              <a:gd name="connsiteX18" fmla="*/ 104663 w 171450"/>
              <a:gd name="connsiteY18" fmla="*/ 133145 h 171450"/>
              <a:gd name="connsiteX19" fmla="*/ 77928 w 171450"/>
              <a:gd name="connsiteY19" fmla="*/ 126116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77928" y="126116"/>
                </a:moveTo>
                <a:cubicBezTo>
                  <a:pt x="69874" y="121321"/>
                  <a:pt x="64099" y="116961"/>
                  <a:pt x="58204" y="108166"/>
                </a:cubicBezTo>
                <a:cubicBezTo>
                  <a:pt x="52224" y="99245"/>
                  <a:pt x="50196" y="91717"/>
                  <a:pt x="48582" y="81999"/>
                </a:cubicBezTo>
                <a:cubicBezTo>
                  <a:pt x="46981" y="72359"/>
                  <a:pt x="47124" y="61582"/>
                  <a:pt x="51070" y="52628"/>
                </a:cubicBezTo>
                <a:cubicBezTo>
                  <a:pt x="61309" y="29395"/>
                  <a:pt x="81518" y="37231"/>
                  <a:pt x="83721" y="53787"/>
                </a:cubicBezTo>
                <a:cubicBezTo>
                  <a:pt x="84384" y="58765"/>
                  <a:pt x="84248" y="64746"/>
                  <a:pt x="80309" y="68226"/>
                </a:cubicBezTo>
                <a:cubicBezTo>
                  <a:pt x="79697" y="68767"/>
                  <a:pt x="78506" y="69462"/>
                  <a:pt x="77138" y="70259"/>
                </a:cubicBezTo>
                <a:cubicBezTo>
                  <a:pt x="74064" y="72052"/>
                  <a:pt x="70099" y="74365"/>
                  <a:pt x="69800" y="76630"/>
                </a:cubicBezTo>
                <a:cubicBezTo>
                  <a:pt x="69234" y="80918"/>
                  <a:pt x="72353" y="90563"/>
                  <a:pt x="75753" y="95647"/>
                </a:cubicBezTo>
                <a:cubicBezTo>
                  <a:pt x="79125" y="100688"/>
                  <a:pt x="86518" y="106070"/>
                  <a:pt x="90488" y="106891"/>
                </a:cubicBezTo>
                <a:cubicBezTo>
                  <a:pt x="92481" y="107304"/>
                  <a:pt x="95193" y="104142"/>
                  <a:pt x="97442" y="101520"/>
                </a:cubicBezTo>
                <a:cubicBezTo>
                  <a:pt x="98609" y="100159"/>
                  <a:pt x="99651" y="98945"/>
                  <a:pt x="100402" y="98450"/>
                </a:cubicBezTo>
                <a:cubicBezTo>
                  <a:pt x="104754" y="95593"/>
                  <a:pt x="110078" y="97399"/>
                  <a:pt x="114256" y="99689"/>
                </a:cubicBezTo>
                <a:cubicBezTo>
                  <a:pt x="128154" y="107305"/>
                  <a:pt x="128500" y="130326"/>
                  <a:pt x="104663" y="133145"/>
                </a:cubicBezTo>
                <a:cubicBezTo>
                  <a:pt x="95476" y="134231"/>
                  <a:pt x="85916" y="130872"/>
                  <a:pt x="77928" y="126116"/>
                </a:cubicBezTo>
                <a:close/>
              </a:path>
            </a:pathLst>
          </a:custGeom>
          <a:solidFill>
            <a:srgbClr val="000000"/>
          </a:solidFill>
          <a:ln w="9525" cap="flat">
            <a:noFill/>
            <a:prstDash val="solid"/>
            <a:miter/>
          </a:ln>
        </p:spPr>
        <p:txBody>
          <a:bodyPr rtlCol="0" anchor="ctr"/>
          <a:lstStyle/>
          <a:p>
            <a:endParaRPr lang="ru-RU"/>
          </a:p>
        </p:txBody>
      </p:sp>
      <p:sp>
        <p:nvSpPr>
          <p:cNvPr id="1383" name="Полилиния: фигура 1382">
            <a:extLst>
              <a:ext uri="{FF2B5EF4-FFF2-40B4-BE49-F238E27FC236}">
                <a16:creationId xmlns:a16="http://schemas.microsoft.com/office/drawing/2014/main" id="{0B830749-4A26-2FD4-B54C-0CBD423CDDA7}"/>
              </a:ext>
            </a:extLst>
          </p:cNvPr>
          <p:cNvSpPr/>
          <p:nvPr/>
        </p:nvSpPr>
        <p:spPr>
          <a:xfrm>
            <a:off x="1485285" y="5110286"/>
            <a:ext cx="152402" cy="161925"/>
          </a:xfrm>
          <a:custGeom>
            <a:avLst/>
            <a:gdLst>
              <a:gd name="connsiteX0" fmla="*/ 144942 w 152402"/>
              <a:gd name="connsiteY0" fmla="*/ 66901 h 161925"/>
              <a:gd name="connsiteX1" fmla="*/ 152174 w 152402"/>
              <a:gd name="connsiteY1" fmla="*/ 78265 h 161925"/>
              <a:gd name="connsiteX2" fmla="*/ 142823 w 152402"/>
              <a:gd name="connsiteY2" fmla="*/ 105207 h 161925"/>
              <a:gd name="connsiteX3" fmla="*/ 131887 w 152402"/>
              <a:gd name="connsiteY3" fmla="*/ 105207 h 161925"/>
              <a:gd name="connsiteX4" fmla="*/ 128483 w 152402"/>
              <a:gd name="connsiteY4" fmla="*/ 90817 h 161925"/>
              <a:gd name="connsiteX5" fmla="*/ 133577 w 152402"/>
              <a:gd name="connsiteY5" fmla="*/ 74132 h 161925"/>
              <a:gd name="connsiteX6" fmla="*/ 144942 w 152402"/>
              <a:gd name="connsiteY6" fmla="*/ 66901 h 161925"/>
              <a:gd name="connsiteX7" fmla="*/ 12316 w 152402"/>
              <a:gd name="connsiteY7" fmla="*/ 12315 h 161925"/>
              <a:gd name="connsiteX8" fmla="*/ 25786 w 152402"/>
              <a:gd name="connsiteY8" fmla="*/ 12315 h 161925"/>
              <a:gd name="connsiteX9" fmla="*/ 140087 w 152402"/>
              <a:gd name="connsiteY9" fmla="*/ 126615 h 161925"/>
              <a:gd name="connsiteX10" fmla="*/ 140087 w 152402"/>
              <a:gd name="connsiteY10" fmla="*/ 140085 h 161925"/>
              <a:gd name="connsiteX11" fmla="*/ 126616 w 152402"/>
              <a:gd name="connsiteY11" fmla="*/ 140085 h 161925"/>
              <a:gd name="connsiteX12" fmla="*/ 118740 w 152402"/>
              <a:gd name="connsiteY12" fmla="*/ 132208 h 161925"/>
              <a:gd name="connsiteX13" fmla="*/ 85726 w 152402"/>
              <a:gd name="connsiteY13" fmla="*/ 142482 h 161925"/>
              <a:gd name="connsiteX14" fmla="*/ 85726 w 152402"/>
              <a:gd name="connsiteY14" fmla="*/ 152400 h 161925"/>
              <a:gd name="connsiteX15" fmla="*/ 76201 w 152402"/>
              <a:gd name="connsiteY15" fmla="*/ 161925 h 161925"/>
              <a:gd name="connsiteX16" fmla="*/ 66676 w 152402"/>
              <a:gd name="connsiteY16" fmla="*/ 152400 h 161925"/>
              <a:gd name="connsiteX17" fmla="*/ 66676 w 152402"/>
              <a:gd name="connsiteY17" fmla="*/ 142482 h 161925"/>
              <a:gd name="connsiteX18" fmla="*/ 28141 w 152402"/>
              <a:gd name="connsiteY18" fmla="*/ 128332 h 161925"/>
              <a:gd name="connsiteX19" fmla="*/ 228 w 152402"/>
              <a:gd name="connsiteY19" fmla="*/ 78266 h 161925"/>
              <a:gd name="connsiteX20" fmla="*/ 7460 w 152402"/>
              <a:gd name="connsiteY20" fmla="*/ 66902 h 161925"/>
              <a:gd name="connsiteX21" fmla="*/ 18824 w 152402"/>
              <a:gd name="connsiteY21" fmla="*/ 74133 h 161925"/>
              <a:gd name="connsiteX22" fmla="*/ 39924 w 152402"/>
              <a:gd name="connsiteY22" fmla="*/ 113364 h 161925"/>
              <a:gd name="connsiteX23" fmla="*/ 76201 w 152402"/>
              <a:gd name="connsiteY23" fmla="*/ 123825 h 161925"/>
              <a:gd name="connsiteX24" fmla="*/ 104738 w 152402"/>
              <a:gd name="connsiteY24" fmla="*/ 118207 h 161925"/>
              <a:gd name="connsiteX25" fmla="*/ 97092 w 152402"/>
              <a:gd name="connsiteY25" fmla="*/ 110561 h 161925"/>
              <a:gd name="connsiteX26" fmla="*/ 76201 w 152402"/>
              <a:gd name="connsiteY26" fmla="*/ 114300 h 161925"/>
              <a:gd name="connsiteX27" fmla="*/ 28576 w 152402"/>
              <a:gd name="connsiteY27" fmla="*/ 57150 h 161925"/>
              <a:gd name="connsiteX28" fmla="*/ 29457 w 152402"/>
              <a:gd name="connsiteY28" fmla="*/ 42926 h 161925"/>
              <a:gd name="connsiteX29" fmla="*/ 12316 w 152402"/>
              <a:gd name="connsiteY29" fmla="*/ 25785 h 161925"/>
              <a:gd name="connsiteX30" fmla="*/ 12316 w 152402"/>
              <a:gd name="connsiteY30" fmla="*/ 12315 h 161925"/>
              <a:gd name="connsiteX31" fmla="*/ 76200 w 152402"/>
              <a:gd name="connsiteY31" fmla="*/ 0 h 161925"/>
              <a:gd name="connsiteX32" fmla="*/ 123825 w 152402"/>
              <a:gd name="connsiteY32" fmla="*/ 57150 h 161925"/>
              <a:gd name="connsiteX33" fmla="*/ 121071 w 152402"/>
              <a:gd name="connsiteY33" fmla="*/ 80963 h 161925"/>
              <a:gd name="connsiteX34" fmla="*/ 109538 w 152402"/>
              <a:gd name="connsiteY34" fmla="*/ 82859 h 161925"/>
              <a:gd name="connsiteX35" fmla="*/ 47626 w 152402"/>
              <a:gd name="connsiteY35" fmla="*/ 20947 h 161925"/>
              <a:gd name="connsiteX36" fmla="*/ 47626 w 152402"/>
              <a:gd name="connsiteY36" fmla="*/ 7973 h 161925"/>
              <a:gd name="connsiteX37" fmla="*/ 76200 w 152402"/>
              <a:gd name="connsiteY37"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2402" h="161925">
                <a:moveTo>
                  <a:pt x="144942" y="66901"/>
                </a:moveTo>
                <a:cubicBezTo>
                  <a:pt x="150078" y="68042"/>
                  <a:pt x="153315" y="73130"/>
                  <a:pt x="152174" y="78265"/>
                </a:cubicBezTo>
                <a:cubicBezTo>
                  <a:pt x="149900" y="88497"/>
                  <a:pt x="146788" y="97464"/>
                  <a:pt x="142823" y="105207"/>
                </a:cubicBezTo>
                <a:cubicBezTo>
                  <a:pt x="141297" y="108188"/>
                  <a:pt x="137906" y="111225"/>
                  <a:pt x="131887" y="105207"/>
                </a:cubicBezTo>
                <a:cubicBezTo>
                  <a:pt x="125867" y="99187"/>
                  <a:pt x="125721" y="97570"/>
                  <a:pt x="128483" y="90817"/>
                </a:cubicBezTo>
                <a:cubicBezTo>
                  <a:pt x="130457" y="85987"/>
                  <a:pt x="132173" y="80458"/>
                  <a:pt x="133577" y="74132"/>
                </a:cubicBezTo>
                <a:cubicBezTo>
                  <a:pt x="134719" y="68997"/>
                  <a:pt x="139807" y="65760"/>
                  <a:pt x="144942" y="66901"/>
                </a:cubicBezTo>
                <a:close/>
                <a:moveTo>
                  <a:pt x="12316" y="12315"/>
                </a:moveTo>
                <a:cubicBezTo>
                  <a:pt x="16036" y="8595"/>
                  <a:pt x="22067" y="8595"/>
                  <a:pt x="25786" y="12315"/>
                </a:cubicBezTo>
                <a:lnTo>
                  <a:pt x="140087" y="126615"/>
                </a:lnTo>
                <a:cubicBezTo>
                  <a:pt x="143806" y="130334"/>
                  <a:pt x="143806" y="136366"/>
                  <a:pt x="140087" y="140085"/>
                </a:cubicBezTo>
                <a:cubicBezTo>
                  <a:pt x="136367" y="143805"/>
                  <a:pt x="130336" y="143805"/>
                  <a:pt x="126616" y="140085"/>
                </a:cubicBezTo>
                <a:lnTo>
                  <a:pt x="118740" y="132208"/>
                </a:lnTo>
                <a:cubicBezTo>
                  <a:pt x="108872" y="138354"/>
                  <a:pt x="97668" y="141458"/>
                  <a:pt x="85726" y="142482"/>
                </a:cubicBezTo>
                <a:lnTo>
                  <a:pt x="85726" y="152400"/>
                </a:lnTo>
                <a:cubicBezTo>
                  <a:pt x="85726" y="157661"/>
                  <a:pt x="81462" y="161925"/>
                  <a:pt x="76201" y="161925"/>
                </a:cubicBezTo>
                <a:cubicBezTo>
                  <a:pt x="70940" y="161925"/>
                  <a:pt x="66676" y="157661"/>
                  <a:pt x="66676" y="152400"/>
                </a:cubicBezTo>
                <a:lnTo>
                  <a:pt x="66676" y="142482"/>
                </a:lnTo>
                <a:cubicBezTo>
                  <a:pt x="52446" y="141261"/>
                  <a:pt x="39263" y="137088"/>
                  <a:pt x="28141" y="128332"/>
                </a:cubicBezTo>
                <a:cubicBezTo>
                  <a:pt x="14559" y="117641"/>
                  <a:pt x="5304" y="101107"/>
                  <a:pt x="228" y="78266"/>
                </a:cubicBezTo>
                <a:cubicBezTo>
                  <a:pt x="-913" y="73131"/>
                  <a:pt x="2325" y="68043"/>
                  <a:pt x="7460" y="66902"/>
                </a:cubicBezTo>
                <a:cubicBezTo>
                  <a:pt x="12595" y="65761"/>
                  <a:pt x="17683" y="68998"/>
                  <a:pt x="18824" y="74133"/>
                </a:cubicBezTo>
                <a:cubicBezTo>
                  <a:pt x="23273" y="94155"/>
                  <a:pt x="30818" y="106195"/>
                  <a:pt x="39924" y="113364"/>
                </a:cubicBezTo>
                <a:cubicBezTo>
                  <a:pt x="49044" y="120544"/>
                  <a:pt x="60987" y="123825"/>
                  <a:pt x="76201" y="123825"/>
                </a:cubicBezTo>
                <a:cubicBezTo>
                  <a:pt x="87438" y="123825"/>
                  <a:pt x="96889" y="122035"/>
                  <a:pt x="104738" y="118207"/>
                </a:cubicBezTo>
                <a:lnTo>
                  <a:pt x="97092" y="110561"/>
                </a:lnTo>
                <a:cubicBezTo>
                  <a:pt x="90949" y="113107"/>
                  <a:pt x="83924" y="114300"/>
                  <a:pt x="76201" y="114300"/>
                </a:cubicBezTo>
                <a:cubicBezTo>
                  <a:pt x="47626" y="114300"/>
                  <a:pt x="28576" y="97971"/>
                  <a:pt x="28576" y="57150"/>
                </a:cubicBezTo>
                <a:cubicBezTo>
                  <a:pt x="28576" y="52029"/>
                  <a:pt x="28876" y="47293"/>
                  <a:pt x="29457" y="42926"/>
                </a:cubicBezTo>
                <a:lnTo>
                  <a:pt x="12316" y="25785"/>
                </a:lnTo>
                <a:cubicBezTo>
                  <a:pt x="8596" y="22065"/>
                  <a:pt x="8596" y="16035"/>
                  <a:pt x="12316" y="12315"/>
                </a:cubicBezTo>
                <a:close/>
                <a:moveTo>
                  <a:pt x="76200" y="0"/>
                </a:moveTo>
                <a:cubicBezTo>
                  <a:pt x="104775" y="0"/>
                  <a:pt x="123825" y="16329"/>
                  <a:pt x="123825" y="57150"/>
                </a:cubicBezTo>
                <a:cubicBezTo>
                  <a:pt x="123825" y="66283"/>
                  <a:pt x="122872" y="74190"/>
                  <a:pt x="121071" y="80963"/>
                </a:cubicBezTo>
                <a:cubicBezTo>
                  <a:pt x="119956" y="85157"/>
                  <a:pt x="114859" y="88181"/>
                  <a:pt x="109538" y="82859"/>
                </a:cubicBezTo>
                <a:lnTo>
                  <a:pt x="47626" y="20947"/>
                </a:lnTo>
                <a:cubicBezTo>
                  <a:pt x="41527" y="14849"/>
                  <a:pt x="43537" y="10886"/>
                  <a:pt x="47626" y="7973"/>
                </a:cubicBezTo>
                <a:cubicBezTo>
                  <a:pt x="55316" y="2495"/>
                  <a:pt x="65030" y="0"/>
                  <a:pt x="76200" y="0"/>
                </a:cubicBezTo>
                <a:close/>
              </a:path>
            </a:pathLst>
          </a:custGeom>
          <a:solidFill>
            <a:srgbClr val="000000"/>
          </a:solidFill>
          <a:ln w="9525" cap="flat">
            <a:noFill/>
            <a:prstDash val="solid"/>
            <a:miter/>
          </a:ln>
        </p:spPr>
        <p:txBody>
          <a:bodyPr rtlCol="0" anchor="ctr"/>
          <a:lstStyle/>
          <a:p>
            <a:endParaRPr lang="ru-RU"/>
          </a:p>
        </p:txBody>
      </p:sp>
      <p:sp>
        <p:nvSpPr>
          <p:cNvPr id="880" name="Рисунок 700">
            <a:extLst>
              <a:ext uri="{FF2B5EF4-FFF2-40B4-BE49-F238E27FC236}">
                <a16:creationId xmlns:a16="http://schemas.microsoft.com/office/drawing/2014/main" id="{8D88DEF8-2B68-9161-4E7A-C14D7082D817}"/>
              </a:ext>
            </a:extLst>
          </p:cNvPr>
          <p:cNvSpPr/>
          <p:nvPr/>
        </p:nvSpPr>
        <p:spPr>
          <a:xfrm>
            <a:off x="1504334" y="5610931"/>
            <a:ext cx="142875" cy="152400"/>
          </a:xfrm>
          <a:custGeom>
            <a:avLst/>
            <a:gdLst>
              <a:gd name="connsiteX0" fmla="*/ 25539 w 142875"/>
              <a:gd name="connsiteY0" fmla="*/ 0 h 152400"/>
              <a:gd name="connsiteX1" fmla="*/ 10781 w 142875"/>
              <a:gd name="connsiteY1" fmla="*/ 10026 h 152400"/>
              <a:gd name="connsiteX2" fmla="*/ 4491 w 142875"/>
              <a:gd name="connsiteY2" fmla="*/ 27763 h 152400"/>
              <a:gd name="connsiteX3" fmla="*/ 0 w 142875"/>
              <a:gd name="connsiteY3" fmla="*/ 76200 h 152400"/>
              <a:gd name="connsiteX4" fmla="*/ 4491 w 142875"/>
              <a:gd name="connsiteY4" fmla="*/ 124637 h 152400"/>
              <a:gd name="connsiteX5" fmla="*/ 10781 w 142875"/>
              <a:gd name="connsiteY5" fmla="*/ 142374 h 152400"/>
              <a:gd name="connsiteX6" fmla="*/ 25539 w 142875"/>
              <a:gd name="connsiteY6" fmla="*/ 152400 h 152400"/>
              <a:gd name="connsiteX7" fmla="*/ 59885 w 142875"/>
              <a:gd name="connsiteY7" fmla="*/ 143527 h 152400"/>
              <a:gd name="connsiteX8" fmla="*/ 97007 w 142875"/>
              <a:gd name="connsiteY8" fmla="*/ 123556 h 152400"/>
              <a:gd name="connsiteX9" fmla="*/ 127861 w 142875"/>
              <a:gd name="connsiteY9" fmla="*/ 100122 h 152400"/>
              <a:gd name="connsiteX10" fmla="*/ 137995 w 142875"/>
              <a:gd name="connsiteY10" fmla="*/ 88892 h 152400"/>
              <a:gd name="connsiteX11" fmla="*/ 142875 w 142875"/>
              <a:gd name="connsiteY11" fmla="*/ 76200 h 152400"/>
              <a:gd name="connsiteX12" fmla="*/ 137995 w 142875"/>
              <a:gd name="connsiteY12" fmla="*/ 63508 h 152400"/>
              <a:gd name="connsiteX13" fmla="*/ 127861 w 142875"/>
              <a:gd name="connsiteY13" fmla="*/ 52278 h 152400"/>
              <a:gd name="connsiteX14" fmla="*/ 97007 w 142875"/>
              <a:gd name="connsiteY14" fmla="*/ 28844 h 152400"/>
              <a:gd name="connsiteX15" fmla="*/ 59885 w 142875"/>
              <a:gd name="connsiteY15" fmla="*/ 8873 h 152400"/>
              <a:gd name="connsiteX16" fmla="*/ 25539 w 142875"/>
              <a:gd name="connsiteY1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875" h="152400">
                <a:moveTo>
                  <a:pt x="25539" y="0"/>
                </a:moveTo>
                <a:cubicBezTo>
                  <a:pt x="18053" y="0"/>
                  <a:pt x="13362" y="5562"/>
                  <a:pt x="10781" y="10026"/>
                </a:cubicBezTo>
                <a:cubicBezTo>
                  <a:pt x="8011" y="14816"/>
                  <a:pt x="5996" y="21073"/>
                  <a:pt x="4491" y="27763"/>
                </a:cubicBezTo>
                <a:cubicBezTo>
                  <a:pt x="1450" y="41288"/>
                  <a:pt x="0" y="58899"/>
                  <a:pt x="0" y="76200"/>
                </a:cubicBezTo>
                <a:cubicBezTo>
                  <a:pt x="0" y="93501"/>
                  <a:pt x="1450" y="111113"/>
                  <a:pt x="4491" y="124637"/>
                </a:cubicBezTo>
                <a:cubicBezTo>
                  <a:pt x="5996" y="131327"/>
                  <a:pt x="8011" y="137584"/>
                  <a:pt x="10781" y="142374"/>
                </a:cubicBezTo>
                <a:cubicBezTo>
                  <a:pt x="13362" y="146838"/>
                  <a:pt x="18053" y="152400"/>
                  <a:pt x="25539" y="152400"/>
                </a:cubicBezTo>
                <a:cubicBezTo>
                  <a:pt x="35590" y="152400"/>
                  <a:pt x="47826" y="148676"/>
                  <a:pt x="59885" y="143527"/>
                </a:cubicBezTo>
                <a:cubicBezTo>
                  <a:pt x="72168" y="138281"/>
                  <a:pt x="85159" y="131165"/>
                  <a:pt x="97007" y="123556"/>
                </a:cubicBezTo>
                <a:cubicBezTo>
                  <a:pt x="108835" y="115960"/>
                  <a:pt x="119771" y="107714"/>
                  <a:pt x="127861" y="100122"/>
                </a:cubicBezTo>
                <a:cubicBezTo>
                  <a:pt x="131890" y="96341"/>
                  <a:pt x="135413" y="92534"/>
                  <a:pt x="137995" y="88892"/>
                </a:cubicBezTo>
                <a:cubicBezTo>
                  <a:pt x="140356" y="85562"/>
                  <a:pt x="142875" y="81081"/>
                  <a:pt x="142875" y="76200"/>
                </a:cubicBezTo>
                <a:cubicBezTo>
                  <a:pt x="142875" y="71319"/>
                  <a:pt x="140356" y="66838"/>
                  <a:pt x="137995" y="63508"/>
                </a:cubicBezTo>
                <a:cubicBezTo>
                  <a:pt x="135413" y="59866"/>
                  <a:pt x="131890" y="56060"/>
                  <a:pt x="127861" y="52278"/>
                </a:cubicBezTo>
                <a:cubicBezTo>
                  <a:pt x="119771" y="44685"/>
                  <a:pt x="108835" y="36440"/>
                  <a:pt x="97007" y="28844"/>
                </a:cubicBezTo>
                <a:cubicBezTo>
                  <a:pt x="85159" y="21235"/>
                  <a:pt x="72168" y="14119"/>
                  <a:pt x="59885" y="8873"/>
                </a:cubicBezTo>
                <a:cubicBezTo>
                  <a:pt x="47826" y="3724"/>
                  <a:pt x="35590" y="0"/>
                  <a:pt x="25539" y="0"/>
                </a:cubicBezTo>
                <a:close/>
              </a:path>
            </a:pathLst>
          </a:custGeom>
          <a:solidFill>
            <a:srgbClr val="000000"/>
          </a:solidFill>
          <a:ln w="9525" cap="flat">
            <a:noFill/>
            <a:prstDash val="solid"/>
            <a:miter/>
          </a:ln>
        </p:spPr>
        <p:txBody>
          <a:bodyPr rtlCol="0" anchor="ctr"/>
          <a:lstStyle/>
          <a:p>
            <a:endParaRPr lang="ru-RU"/>
          </a:p>
        </p:txBody>
      </p:sp>
      <p:sp>
        <p:nvSpPr>
          <p:cNvPr id="1353" name="Полилиния: фигура 1352">
            <a:extLst>
              <a:ext uri="{FF2B5EF4-FFF2-40B4-BE49-F238E27FC236}">
                <a16:creationId xmlns:a16="http://schemas.microsoft.com/office/drawing/2014/main" id="{BD924384-41E4-DAF9-03B3-515D8956FB89}"/>
              </a:ext>
            </a:extLst>
          </p:cNvPr>
          <p:cNvSpPr/>
          <p:nvPr/>
        </p:nvSpPr>
        <p:spPr>
          <a:xfrm>
            <a:off x="1906599" y="846818"/>
            <a:ext cx="152400" cy="171449"/>
          </a:xfrm>
          <a:custGeom>
            <a:avLst/>
            <a:gdLst>
              <a:gd name="connsiteX0" fmla="*/ 33338 w 152400"/>
              <a:gd name="connsiteY0" fmla="*/ 104774 h 171449"/>
              <a:gd name="connsiteX1" fmla="*/ 76200 w 152400"/>
              <a:gd name="connsiteY1" fmla="*/ 114299 h 171449"/>
              <a:gd name="connsiteX2" fmla="*/ 119063 w 152400"/>
              <a:gd name="connsiteY2" fmla="*/ 104774 h 171449"/>
              <a:gd name="connsiteX3" fmla="*/ 152400 w 152400"/>
              <a:gd name="connsiteY3" fmla="*/ 138112 h 171449"/>
              <a:gd name="connsiteX4" fmla="*/ 76117 w 152400"/>
              <a:gd name="connsiteY4" fmla="*/ 171449 h 171449"/>
              <a:gd name="connsiteX5" fmla="*/ 0 w 152400"/>
              <a:gd name="connsiteY5" fmla="*/ 138112 h 171449"/>
              <a:gd name="connsiteX6" fmla="*/ 33338 w 152400"/>
              <a:gd name="connsiteY6" fmla="*/ 104774 h 171449"/>
              <a:gd name="connsiteX7" fmla="*/ 76200 w 152400"/>
              <a:gd name="connsiteY7" fmla="*/ 0 h 171449"/>
              <a:gd name="connsiteX8" fmla="*/ 123825 w 152400"/>
              <a:gd name="connsiteY8" fmla="*/ 47625 h 171449"/>
              <a:gd name="connsiteX9" fmla="*/ 76200 w 152400"/>
              <a:gd name="connsiteY9" fmla="*/ 95250 h 171449"/>
              <a:gd name="connsiteX10" fmla="*/ 28575 w 152400"/>
              <a:gd name="connsiteY10" fmla="*/ 47625 h 171449"/>
              <a:gd name="connsiteX11" fmla="*/ 76200 w 152400"/>
              <a:gd name="connsiteY11"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71449">
                <a:moveTo>
                  <a:pt x="33338" y="104774"/>
                </a:moveTo>
                <a:cubicBezTo>
                  <a:pt x="47625" y="104821"/>
                  <a:pt x="47625" y="114299"/>
                  <a:pt x="76200" y="114299"/>
                </a:cubicBezTo>
                <a:cubicBezTo>
                  <a:pt x="104775" y="114299"/>
                  <a:pt x="104775" y="104774"/>
                  <a:pt x="119063" y="104774"/>
                </a:cubicBezTo>
                <a:cubicBezTo>
                  <a:pt x="128588" y="104774"/>
                  <a:pt x="152400" y="128587"/>
                  <a:pt x="152400" y="138112"/>
                </a:cubicBezTo>
                <a:cubicBezTo>
                  <a:pt x="152400" y="147637"/>
                  <a:pt x="12842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rgbClr val="000000"/>
          </a:solidFill>
          <a:ln w="9525" cap="flat">
            <a:noFill/>
            <a:prstDash val="solid"/>
            <a:miter/>
          </a:ln>
        </p:spPr>
        <p:txBody>
          <a:bodyPr rtlCol="0" anchor="ctr"/>
          <a:lstStyle/>
          <a:p>
            <a:endParaRPr lang="ru-RU"/>
          </a:p>
        </p:txBody>
      </p:sp>
      <p:sp>
        <p:nvSpPr>
          <p:cNvPr id="1354" name="Полилиния: фигура 1353">
            <a:extLst>
              <a:ext uri="{FF2B5EF4-FFF2-40B4-BE49-F238E27FC236}">
                <a16:creationId xmlns:a16="http://schemas.microsoft.com/office/drawing/2014/main" id="{148C04BC-20CE-D47A-A72F-418BA30CF9AD}"/>
              </a:ext>
            </a:extLst>
          </p:cNvPr>
          <p:cNvSpPr/>
          <p:nvPr/>
        </p:nvSpPr>
        <p:spPr>
          <a:xfrm>
            <a:off x="1916123" y="1415687"/>
            <a:ext cx="152401" cy="152400"/>
          </a:xfrm>
          <a:custGeom>
            <a:avLst/>
            <a:gdLst>
              <a:gd name="connsiteX0" fmla="*/ 128589 w 152401"/>
              <a:gd name="connsiteY0" fmla="*/ 104775 h 152400"/>
              <a:gd name="connsiteX1" fmla="*/ 152401 w 152401"/>
              <a:gd name="connsiteY1" fmla="*/ 128588 h 152400"/>
              <a:gd name="connsiteX2" fmla="*/ 128589 w 152401"/>
              <a:gd name="connsiteY2" fmla="*/ 152400 h 152400"/>
              <a:gd name="connsiteX3" fmla="*/ 104776 w 152401"/>
              <a:gd name="connsiteY3" fmla="*/ 128588 h 152400"/>
              <a:gd name="connsiteX4" fmla="*/ 128589 w 152401"/>
              <a:gd name="connsiteY4" fmla="*/ 104775 h 152400"/>
              <a:gd name="connsiteX5" fmla="*/ 11489 w 152401"/>
              <a:gd name="connsiteY5" fmla="*/ 304 h 152400"/>
              <a:gd name="connsiteX6" fmla="*/ 89131 w 152401"/>
              <a:gd name="connsiteY6" fmla="*/ 26432 h 152400"/>
              <a:gd name="connsiteX7" fmla="*/ 150845 w 152401"/>
              <a:gd name="connsiteY7" fmla="*/ 71002 h 152400"/>
              <a:gd name="connsiteX8" fmla="*/ 119986 w 152401"/>
              <a:gd name="connsiteY8" fmla="*/ 80047 h 152400"/>
              <a:gd name="connsiteX9" fmla="*/ 89131 w 152401"/>
              <a:gd name="connsiteY9" fmla="*/ 89092 h 152400"/>
              <a:gd name="connsiteX10" fmla="*/ 80083 w 152401"/>
              <a:gd name="connsiteY10" fmla="*/ 119968 h 152400"/>
              <a:gd name="connsiteX11" fmla="*/ 71035 w 152401"/>
              <a:gd name="connsiteY11" fmla="*/ 150847 h 152400"/>
              <a:gd name="connsiteX12" fmla="*/ 26431 w 152401"/>
              <a:gd name="connsiteY12" fmla="*/ 89092 h 152400"/>
              <a:gd name="connsiteX13" fmla="*/ 1301 w 152401"/>
              <a:gd name="connsiteY13" fmla="*/ 1300 h 152400"/>
              <a:gd name="connsiteX14" fmla="*/ 11489 w 152401"/>
              <a:gd name="connsiteY14" fmla="*/ 30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401" h="152400">
                <a:moveTo>
                  <a:pt x="128589" y="104775"/>
                </a:moveTo>
                <a:cubicBezTo>
                  <a:pt x="148199" y="104775"/>
                  <a:pt x="152401" y="108977"/>
                  <a:pt x="152401" y="128588"/>
                </a:cubicBezTo>
                <a:cubicBezTo>
                  <a:pt x="152401" y="148198"/>
                  <a:pt x="148199" y="152400"/>
                  <a:pt x="128589" y="152400"/>
                </a:cubicBezTo>
                <a:cubicBezTo>
                  <a:pt x="108978" y="152400"/>
                  <a:pt x="104776" y="148198"/>
                  <a:pt x="104776" y="128588"/>
                </a:cubicBezTo>
                <a:cubicBezTo>
                  <a:pt x="104776" y="108977"/>
                  <a:pt x="108978" y="104775"/>
                  <a:pt x="128589" y="104775"/>
                </a:cubicBezTo>
                <a:close/>
                <a:moveTo>
                  <a:pt x="11489" y="304"/>
                </a:moveTo>
                <a:cubicBezTo>
                  <a:pt x="27337" y="2128"/>
                  <a:pt x="58429" y="12018"/>
                  <a:pt x="89131" y="26432"/>
                </a:cubicBezTo>
                <a:cubicBezTo>
                  <a:pt x="128187" y="44767"/>
                  <a:pt x="159892" y="61958"/>
                  <a:pt x="150845" y="71002"/>
                </a:cubicBezTo>
                <a:cubicBezTo>
                  <a:pt x="146320" y="75525"/>
                  <a:pt x="133153" y="77786"/>
                  <a:pt x="119986" y="80047"/>
                </a:cubicBezTo>
                <a:cubicBezTo>
                  <a:pt x="106821" y="82308"/>
                  <a:pt x="93656" y="84570"/>
                  <a:pt x="89131" y="89092"/>
                </a:cubicBezTo>
                <a:cubicBezTo>
                  <a:pt x="84608" y="93614"/>
                  <a:pt x="82346" y="106791"/>
                  <a:pt x="80083" y="119968"/>
                </a:cubicBezTo>
                <a:cubicBezTo>
                  <a:pt x="77821" y="133147"/>
                  <a:pt x="75559" y="146325"/>
                  <a:pt x="71035" y="150847"/>
                </a:cubicBezTo>
                <a:cubicBezTo>
                  <a:pt x="61986" y="159891"/>
                  <a:pt x="44775" y="128129"/>
                  <a:pt x="26431" y="89092"/>
                </a:cubicBezTo>
                <a:cubicBezTo>
                  <a:pt x="7204" y="48174"/>
                  <a:pt x="-3962" y="6563"/>
                  <a:pt x="1301" y="1300"/>
                </a:cubicBezTo>
                <a:cubicBezTo>
                  <a:pt x="2617" y="-16"/>
                  <a:pt x="6206" y="-304"/>
                  <a:pt x="11489" y="304"/>
                </a:cubicBezTo>
                <a:close/>
              </a:path>
            </a:pathLst>
          </a:custGeom>
          <a:solidFill>
            <a:srgbClr val="000000"/>
          </a:solidFill>
          <a:ln w="9525" cap="flat">
            <a:noFill/>
            <a:prstDash val="solid"/>
            <a:miter/>
          </a:ln>
        </p:spPr>
        <p:txBody>
          <a:bodyPr rtlCol="0" anchor="ctr"/>
          <a:lstStyle/>
          <a:p>
            <a:endParaRPr lang="ru-RU"/>
          </a:p>
        </p:txBody>
      </p:sp>
      <p:sp>
        <p:nvSpPr>
          <p:cNvPr id="887" name="Рисунок 476">
            <a:extLst>
              <a:ext uri="{FF2B5EF4-FFF2-40B4-BE49-F238E27FC236}">
                <a16:creationId xmlns:a16="http://schemas.microsoft.com/office/drawing/2014/main" id="{A86C6266-6FC0-C5C3-8BB2-47D4AA4FA08A}"/>
              </a:ext>
            </a:extLst>
          </p:cNvPr>
          <p:cNvSpPr/>
          <p:nvPr/>
        </p:nvSpPr>
        <p:spPr>
          <a:xfrm>
            <a:off x="1897074" y="1955983"/>
            <a:ext cx="171450" cy="152400"/>
          </a:xfrm>
          <a:custGeom>
            <a:avLst/>
            <a:gdLst>
              <a:gd name="connsiteX0" fmla="*/ 66675 w 171450"/>
              <a:gd name="connsiteY0" fmla="*/ 0 h 152400"/>
              <a:gd name="connsiteX1" fmla="*/ 0 w 171450"/>
              <a:gd name="connsiteY1" fmla="*/ 71438 h 152400"/>
              <a:gd name="connsiteX2" fmla="*/ 19050 w 171450"/>
              <a:gd name="connsiteY2" fmla="*/ 152400 h 152400"/>
              <a:gd name="connsiteX3" fmla="*/ 47625 w 171450"/>
              <a:gd name="connsiteY3" fmla="*/ 133350 h 152400"/>
              <a:gd name="connsiteX4" fmla="*/ 104775 w 171450"/>
              <a:gd name="connsiteY4" fmla="*/ 133350 h 152400"/>
              <a:gd name="connsiteX5" fmla="*/ 171450 w 171450"/>
              <a:gd name="connsiteY5" fmla="*/ 71438 h 152400"/>
              <a:gd name="connsiteX6" fmla="*/ 104775 w 171450"/>
              <a:gd name="connsiteY6" fmla="*/ 0 h 152400"/>
              <a:gd name="connsiteX7" fmla="*/ 66675 w 171450"/>
              <a:gd name="connsiteY7" fmla="*/ 0 h 152400"/>
              <a:gd name="connsiteX8" fmla="*/ 78669 w 171450"/>
              <a:gd name="connsiteY8" fmla="*/ 93288 h 152400"/>
              <a:gd name="connsiteX9" fmla="*/ 66229 w 171450"/>
              <a:gd name="connsiteY9" fmla="*/ 86130 h 152400"/>
              <a:gd name="connsiteX10" fmla="*/ 47625 w 171450"/>
              <a:gd name="connsiteY10" fmla="*/ 57150 h 152400"/>
              <a:gd name="connsiteX11" fmla="*/ 68407 w 171450"/>
              <a:gd name="connsiteY11" fmla="*/ 38100 h 152400"/>
              <a:gd name="connsiteX12" fmla="*/ 85725 w 171450"/>
              <a:gd name="connsiteY12" fmla="*/ 47625 h 152400"/>
              <a:gd name="connsiteX13" fmla="*/ 103043 w 171450"/>
              <a:gd name="connsiteY13" fmla="*/ 38100 h 152400"/>
              <a:gd name="connsiteX14" fmla="*/ 123825 w 171450"/>
              <a:gd name="connsiteY14" fmla="*/ 57150 h 152400"/>
              <a:gd name="connsiteX15" fmla="*/ 105206 w 171450"/>
              <a:gd name="connsiteY15" fmla="*/ 86131 h 152400"/>
              <a:gd name="connsiteX16" fmla="*/ 92767 w 171450"/>
              <a:gd name="connsiteY16" fmla="*/ 93288 h 152400"/>
              <a:gd name="connsiteX17" fmla="*/ 85725 w 171450"/>
              <a:gd name="connsiteY17" fmla="*/ 95250 h 152400"/>
              <a:gd name="connsiteX18" fmla="*/ 78669 w 171450"/>
              <a:gd name="connsiteY18" fmla="*/ 93288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1450" h="152400">
                <a:moveTo>
                  <a:pt x="66675" y="0"/>
                </a:moveTo>
                <a:cubicBezTo>
                  <a:pt x="9525" y="0"/>
                  <a:pt x="0" y="14288"/>
                  <a:pt x="0" y="71438"/>
                </a:cubicBezTo>
                <a:cubicBezTo>
                  <a:pt x="0" y="100013"/>
                  <a:pt x="0" y="152400"/>
                  <a:pt x="19050" y="152400"/>
                </a:cubicBezTo>
                <a:cubicBezTo>
                  <a:pt x="30273" y="152400"/>
                  <a:pt x="41037" y="143116"/>
                  <a:pt x="47625" y="133350"/>
                </a:cubicBezTo>
                <a:lnTo>
                  <a:pt x="104775" y="133350"/>
                </a:lnTo>
                <a:cubicBezTo>
                  <a:pt x="161925" y="133350"/>
                  <a:pt x="171450" y="127029"/>
                  <a:pt x="171450" y="71438"/>
                </a:cubicBezTo>
                <a:cubicBezTo>
                  <a:pt x="171450" y="14288"/>
                  <a:pt x="161925" y="0"/>
                  <a:pt x="104775" y="0"/>
                </a:cubicBezTo>
                <a:lnTo>
                  <a:pt x="66675" y="0"/>
                </a:lnTo>
                <a:close/>
                <a:moveTo>
                  <a:pt x="78669" y="93288"/>
                </a:moveTo>
                <a:cubicBezTo>
                  <a:pt x="75288" y="91704"/>
                  <a:pt x="70768" y="89322"/>
                  <a:pt x="66229" y="86130"/>
                </a:cubicBezTo>
                <a:cubicBezTo>
                  <a:pt x="57244" y="79811"/>
                  <a:pt x="47625" y="70688"/>
                  <a:pt x="47625" y="57150"/>
                </a:cubicBezTo>
                <a:cubicBezTo>
                  <a:pt x="47625" y="47069"/>
                  <a:pt x="56929" y="38100"/>
                  <a:pt x="68407" y="38100"/>
                </a:cubicBezTo>
                <a:cubicBezTo>
                  <a:pt x="76200" y="38100"/>
                  <a:pt x="81850" y="42880"/>
                  <a:pt x="85725" y="47625"/>
                </a:cubicBezTo>
                <a:cubicBezTo>
                  <a:pt x="89600" y="42880"/>
                  <a:pt x="95250" y="38100"/>
                  <a:pt x="103043" y="38100"/>
                </a:cubicBezTo>
                <a:cubicBezTo>
                  <a:pt x="114521" y="38100"/>
                  <a:pt x="123825" y="47069"/>
                  <a:pt x="123825" y="57150"/>
                </a:cubicBezTo>
                <a:cubicBezTo>
                  <a:pt x="123825" y="70689"/>
                  <a:pt x="114195" y="79812"/>
                  <a:pt x="105206" y="86131"/>
                </a:cubicBezTo>
                <a:cubicBezTo>
                  <a:pt x="100667" y="89323"/>
                  <a:pt x="96145" y="91704"/>
                  <a:pt x="92767" y="93288"/>
                </a:cubicBezTo>
                <a:cubicBezTo>
                  <a:pt x="89978" y="94595"/>
                  <a:pt x="87851" y="95249"/>
                  <a:pt x="85725" y="95250"/>
                </a:cubicBezTo>
                <a:cubicBezTo>
                  <a:pt x="83594" y="95251"/>
                  <a:pt x="81464" y="94598"/>
                  <a:pt x="78669" y="93288"/>
                </a:cubicBezTo>
                <a:close/>
              </a:path>
            </a:pathLst>
          </a:custGeom>
          <a:solidFill>
            <a:srgbClr val="000000"/>
          </a:solidFill>
          <a:ln w="9525" cap="flat">
            <a:noFill/>
            <a:prstDash val="solid"/>
            <a:miter/>
          </a:ln>
        </p:spPr>
        <p:txBody>
          <a:bodyPr rtlCol="0" anchor="ctr"/>
          <a:lstStyle/>
          <a:p>
            <a:endParaRPr lang="ru-RU"/>
          </a:p>
        </p:txBody>
      </p:sp>
      <p:sp>
        <p:nvSpPr>
          <p:cNvPr id="1355" name="Полилиния: фигура 1354">
            <a:extLst>
              <a:ext uri="{FF2B5EF4-FFF2-40B4-BE49-F238E27FC236}">
                <a16:creationId xmlns:a16="http://schemas.microsoft.com/office/drawing/2014/main" id="{413FC3B7-5E9F-51C4-59A3-64C57AA91FB8}"/>
              </a:ext>
            </a:extLst>
          </p:cNvPr>
          <p:cNvSpPr/>
          <p:nvPr/>
        </p:nvSpPr>
        <p:spPr>
          <a:xfrm>
            <a:off x="1906599" y="2496278"/>
            <a:ext cx="171450" cy="180975"/>
          </a:xfrm>
          <a:custGeom>
            <a:avLst/>
            <a:gdLst>
              <a:gd name="connsiteX0" fmla="*/ 142875 w 171450"/>
              <a:gd name="connsiteY0" fmla="*/ 123825 h 180975"/>
              <a:gd name="connsiteX1" fmla="*/ 152400 w 171450"/>
              <a:gd name="connsiteY1" fmla="*/ 133350 h 180975"/>
              <a:gd name="connsiteX2" fmla="*/ 152400 w 171450"/>
              <a:gd name="connsiteY2" fmla="*/ 142875 h 180975"/>
              <a:gd name="connsiteX3" fmla="*/ 161925 w 171450"/>
              <a:gd name="connsiteY3" fmla="*/ 142875 h 180975"/>
              <a:gd name="connsiteX4" fmla="*/ 171450 w 171450"/>
              <a:gd name="connsiteY4" fmla="*/ 152400 h 180975"/>
              <a:gd name="connsiteX5" fmla="*/ 161925 w 171450"/>
              <a:gd name="connsiteY5" fmla="*/ 161925 h 180975"/>
              <a:gd name="connsiteX6" fmla="*/ 152400 w 171450"/>
              <a:gd name="connsiteY6" fmla="*/ 161925 h 180975"/>
              <a:gd name="connsiteX7" fmla="*/ 152400 w 171450"/>
              <a:gd name="connsiteY7" fmla="*/ 171450 h 180975"/>
              <a:gd name="connsiteX8" fmla="*/ 142875 w 171450"/>
              <a:gd name="connsiteY8" fmla="*/ 180975 h 180975"/>
              <a:gd name="connsiteX9" fmla="*/ 133350 w 171450"/>
              <a:gd name="connsiteY9" fmla="*/ 171450 h 180975"/>
              <a:gd name="connsiteX10" fmla="*/ 133350 w 171450"/>
              <a:gd name="connsiteY10" fmla="*/ 161925 h 180975"/>
              <a:gd name="connsiteX11" fmla="*/ 123825 w 171450"/>
              <a:gd name="connsiteY11" fmla="*/ 161925 h 180975"/>
              <a:gd name="connsiteX12" fmla="*/ 114300 w 171450"/>
              <a:gd name="connsiteY12" fmla="*/ 152400 h 180975"/>
              <a:gd name="connsiteX13" fmla="*/ 123825 w 171450"/>
              <a:gd name="connsiteY13" fmla="*/ 142875 h 180975"/>
              <a:gd name="connsiteX14" fmla="*/ 133350 w 171450"/>
              <a:gd name="connsiteY14" fmla="*/ 142875 h 180975"/>
              <a:gd name="connsiteX15" fmla="*/ 133350 w 171450"/>
              <a:gd name="connsiteY15" fmla="*/ 133350 h 180975"/>
              <a:gd name="connsiteX16" fmla="*/ 142875 w 171450"/>
              <a:gd name="connsiteY16" fmla="*/ 123825 h 180975"/>
              <a:gd name="connsiteX17" fmla="*/ 33338 w 171450"/>
              <a:gd name="connsiteY17" fmla="*/ 104774 h 180975"/>
              <a:gd name="connsiteX18" fmla="*/ 46759 w 171450"/>
              <a:gd name="connsiteY18" fmla="*/ 108331 h 180975"/>
              <a:gd name="connsiteX19" fmla="*/ 76200 w 171450"/>
              <a:gd name="connsiteY19" fmla="*/ 114299 h 180975"/>
              <a:gd name="connsiteX20" fmla="*/ 105616 w 171450"/>
              <a:gd name="connsiteY20" fmla="*/ 108323 h 180975"/>
              <a:gd name="connsiteX21" fmla="*/ 119063 w 171450"/>
              <a:gd name="connsiteY21" fmla="*/ 104774 h 180975"/>
              <a:gd name="connsiteX22" fmla="*/ 123825 w 171450"/>
              <a:gd name="connsiteY22" fmla="*/ 115600 h 180975"/>
              <a:gd name="connsiteX23" fmla="*/ 104775 w 171450"/>
              <a:gd name="connsiteY23" fmla="*/ 142874 h 180975"/>
              <a:gd name="connsiteX24" fmla="*/ 79041 w 171450"/>
              <a:gd name="connsiteY24" fmla="*/ 171424 h 180975"/>
              <a:gd name="connsiteX25" fmla="*/ 76117 w 171450"/>
              <a:gd name="connsiteY25" fmla="*/ 171449 h 180975"/>
              <a:gd name="connsiteX26" fmla="*/ 0 w 171450"/>
              <a:gd name="connsiteY26" fmla="*/ 138112 h 180975"/>
              <a:gd name="connsiteX27" fmla="*/ 33338 w 171450"/>
              <a:gd name="connsiteY27" fmla="*/ 104774 h 180975"/>
              <a:gd name="connsiteX28" fmla="*/ 76200 w 171450"/>
              <a:gd name="connsiteY28" fmla="*/ 0 h 180975"/>
              <a:gd name="connsiteX29" fmla="*/ 123825 w 171450"/>
              <a:gd name="connsiteY29" fmla="*/ 47625 h 180975"/>
              <a:gd name="connsiteX30" fmla="*/ 76200 w 171450"/>
              <a:gd name="connsiteY30" fmla="*/ 95250 h 180975"/>
              <a:gd name="connsiteX31" fmla="*/ 28575 w 171450"/>
              <a:gd name="connsiteY31" fmla="*/ 47625 h 180975"/>
              <a:gd name="connsiteX32" fmla="*/ 76200 w 171450"/>
              <a:gd name="connsiteY32"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80975">
                <a:moveTo>
                  <a:pt x="142875" y="123825"/>
                </a:moveTo>
                <a:cubicBezTo>
                  <a:pt x="148136" y="123825"/>
                  <a:pt x="152400" y="128089"/>
                  <a:pt x="152400" y="133350"/>
                </a:cubicBezTo>
                <a:lnTo>
                  <a:pt x="152400" y="142875"/>
                </a:lnTo>
                <a:lnTo>
                  <a:pt x="161925" y="142875"/>
                </a:lnTo>
                <a:cubicBezTo>
                  <a:pt x="167186" y="142875"/>
                  <a:pt x="171450" y="147139"/>
                  <a:pt x="171450" y="152400"/>
                </a:cubicBezTo>
                <a:cubicBezTo>
                  <a:pt x="171450" y="157661"/>
                  <a:pt x="167186" y="161925"/>
                  <a:pt x="161925" y="161925"/>
                </a:cubicBezTo>
                <a:lnTo>
                  <a:pt x="152400" y="161925"/>
                </a:lnTo>
                <a:lnTo>
                  <a:pt x="152400" y="171450"/>
                </a:lnTo>
                <a:cubicBezTo>
                  <a:pt x="152400" y="176711"/>
                  <a:pt x="148136" y="180975"/>
                  <a:pt x="142875" y="180975"/>
                </a:cubicBezTo>
                <a:cubicBezTo>
                  <a:pt x="137614" y="180975"/>
                  <a:pt x="133350" y="176711"/>
                  <a:pt x="133350" y="171450"/>
                </a:cubicBezTo>
                <a:lnTo>
                  <a:pt x="133350" y="161925"/>
                </a:lnTo>
                <a:lnTo>
                  <a:pt x="123825" y="161925"/>
                </a:lnTo>
                <a:cubicBezTo>
                  <a:pt x="118564" y="161925"/>
                  <a:pt x="114300" y="157661"/>
                  <a:pt x="114300" y="152400"/>
                </a:cubicBezTo>
                <a:cubicBezTo>
                  <a:pt x="114300" y="147139"/>
                  <a:pt x="118564" y="142875"/>
                  <a:pt x="123825" y="142875"/>
                </a:cubicBezTo>
                <a:lnTo>
                  <a:pt x="133350" y="142875"/>
                </a:lnTo>
                <a:lnTo>
                  <a:pt x="133350" y="133350"/>
                </a:lnTo>
                <a:cubicBezTo>
                  <a:pt x="133350" y="128089"/>
                  <a:pt x="137614" y="123825"/>
                  <a:pt x="142875" y="123825"/>
                </a:cubicBezTo>
                <a:close/>
                <a:moveTo>
                  <a:pt x="33338" y="104774"/>
                </a:moveTo>
                <a:cubicBezTo>
                  <a:pt x="39244" y="104793"/>
                  <a:pt x="42708" y="106425"/>
                  <a:pt x="46759" y="108331"/>
                </a:cubicBezTo>
                <a:cubicBezTo>
                  <a:pt x="52508" y="111038"/>
                  <a:pt x="59437" y="114299"/>
                  <a:pt x="76200" y="114299"/>
                </a:cubicBezTo>
                <a:cubicBezTo>
                  <a:pt x="92939" y="114299"/>
                  <a:pt x="99872" y="111031"/>
                  <a:pt x="105616" y="108323"/>
                </a:cubicBezTo>
                <a:cubicBezTo>
                  <a:pt x="109678" y="106409"/>
                  <a:pt x="113145" y="104774"/>
                  <a:pt x="119063" y="104774"/>
                </a:cubicBezTo>
                <a:cubicBezTo>
                  <a:pt x="132088" y="104774"/>
                  <a:pt x="130751" y="114299"/>
                  <a:pt x="123825" y="115600"/>
                </a:cubicBezTo>
                <a:cubicBezTo>
                  <a:pt x="109879" y="118220"/>
                  <a:pt x="104775" y="125442"/>
                  <a:pt x="104775" y="142874"/>
                </a:cubicBezTo>
                <a:cubicBezTo>
                  <a:pt x="104775" y="165707"/>
                  <a:pt x="100396" y="171025"/>
                  <a:pt x="79041" y="171424"/>
                </a:cubicBezTo>
                <a:cubicBezTo>
                  <a:pt x="78076" y="171440"/>
                  <a:pt x="7710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rgbClr val="000000"/>
          </a:solidFill>
          <a:ln w="9525" cap="flat">
            <a:noFill/>
            <a:prstDash val="solid"/>
            <a:miter/>
          </a:ln>
        </p:spPr>
        <p:txBody>
          <a:bodyPr rtlCol="0" anchor="ctr"/>
          <a:lstStyle/>
          <a:p>
            <a:endParaRPr lang="ru-RU"/>
          </a:p>
        </p:txBody>
      </p:sp>
      <p:sp>
        <p:nvSpPr>
          <p:cNvPr id="892" name="Рисунок 529">
            <a:extLst>
              <a:ext uri="{FF2B5EF4-FFF2-40B4-BE49-F238E27FC236}">
                <a16:creationId xmlns:a16="http://schemas.microsoft.com/office/drawing/2014/main" id="{F90DDC18-B4EA-1A0A-7C44-18627E75AF47}"/>
              </a:ext>
            </a:extLst>
          </p:cNvPr>
          <p:cNvSpPr/>
          <p:nvPr/>
        </p:nvSpPr>
        <p:spPr>
          <a:xfrm>
            <a:off x="1897074" y="3055623"/>
            <a:ext cx="171450" cy="152400"/>
          </a:xfrm>
          <a:custGeom>
            <a:avLst/>
            <a:gdLst>
              <a:gd name="connsiteX0" fmla="*/ 66675 w 171450"/>
              <a:gd name="connsiteY0" fmla="*/ 0 h 152400"/>
              <a:gd name="connsiteX1" fmla="*/ 0 w 171450"/>
              <a:gd name="connsiteY1" fmla="*/ 71438 h 152400"/>
              <a:gd name="connsiteX2" fmla="*/ 19050 w 171450"/>
              <a:gd name="connsiteY2" fmla="*/ 152400 h 152400"/>
              <a:gd name="connsiteX3" fmla="*/ 47625 w 171450"/>
              <a:gd name="connsiteY3" fmla="*/ 133350 h 152400"/>
              <a:gd name="connsiteX4" fmla="*/ 104775 w 171450"/>
              <a:gd name="connsiteY4" fmla="*/ 133350 h 152400"/>
              <a:gd name="connsiteX5" fmla="*/ 171450 w 171450"/>
              <a:gd name="connsiteY5" fmla="*/ 71438 h 152400"/>
              <a:gd name="connsiteX6" fmla="*/ 104775 w 171450"/>
              <a:gd name="connsiteY6" fmla="*/ 0 h 152400"/>
              <a:gd name="connsiteX7" fmla="*/ 66675 w 171450"/>
              <a:gd name="connsiteY7" fmla="*/ 0 h 152400"/>
              <a:gd name="connsiteX8" fmla="*/ 76200 w 171450"/>
              <a:gd name="connsiteY8" fmla="*/ 47625 h 152400"/>
              <a:gd name="connsiteX9" fmla="*/ 66675 w 171450"/>
              <a:gd name="connsiteY9" fmla="*/ 57150 h 152400"/>
              <a:gd name="connsiteX10" fmla="*/ 57150 w 171450"/>
              <a:gd name="connsiteY10" fmla="*/ 47625 h 152400"/>
              <a:gd name="connsiteX11" fmla="*/ 63525 w 171450"/>
              <a:gd name="connsiteY11" fmla="*/ 28430 h 152400"/>
              <a:gd name="connsiteX12" fmla="*/ 85725 w 171450"/>
              <a:gd name="connsiteY12" fmla="*/ 19050 h 152400"/>
              <a:gd name="connsiteX13" fmla="*/ 107925 w 171450"/>
              <a:gd name="connsiteY13" fmla="*/ 28430 h 152400"/>
              <a:gd name="connsiteX14" fmla="*/ 114300 w 171450"/>
              <a:gd name="connsiteY14" fmla="*/ 47625 h 152400"/>
              <a:gd name="connsiteX15" fmla="*/ 104775 w 171450"/>
              <a:gd name="connsiteY15" fmla="*/ 66578 h 152400"/>
              <a:gd name="connsiteX16" fmla="*/ 101768 w 171450"/>
              <a:gd name="connsiteY16" fmla="*/ 68638 h 152400"/>
              <a:gd name="connsiteX17" fmla="*/ 95250 w 171450"/>
              <a:gd name="connsiteY17" fmla="*/ 76200 h 152400"/>
              <a:gd name="connsiteX18" fmla="*/ 85725 w 171450"/>
              <a:gd name="connsiteY18" fmla="*/ 85725 h 152400"/>
              <a:gd name="connsiteX19" fmla="*/ 76200 w 171450"/>
              <a:gd name="connsiteY19" fmla="*/ 76200 h 152400"/>
              <a:gd name="connsiteX20" fmla="*/ 88987 w 171450"/>
              <a:gd name="connsiteY20" fmla="*/ 54701 h 152400"/>
              <a:gd name="connsiteX21" fmla="*/ 93291 w 171450"/>
              <a:gd name="connsiteY21" fmla="*/ 40626 h 152400"/>
              <a:gd name="connsiteX22" fmla="*/ 85725 w 171450"/>
              <a:gd name="connsiteY22" fmla="*/ 38100 h 152400"/>
              <a:gd name="connsiteX23" fmla="*/ 76200 w 171450"/>
              <a:gd name="connsiteY23" fmla="*/ 47625 h 152400"/>
              <a:gd name="connsiteX24" fmla="*/ 95250 w 171450"/>
              <a:gd name="connsiteY24" fmla="*/ 104775 h 152400"/>
              <a:gd name="connsiteX25" fmla="*/ 85725 w 171450"/>
              <a:gd name="connsiteY25" fmla="*/ 114300 h 152400"/>
              <a:gd name="connsiteX26" fmla="*/ 76200 w 171450"/>
              <a:gd name="connsiteY26" fmla="*/ 104775 h 152400"/>
              <a:gd name="connsiteX27" fmla="*/ 85725 w 171450"/>
              <a:gd name="connsiteY27" fmla="*/ 95250 h 152400"/>
              <a:gd name="connsiteX28" fmla="*/ 95250 w 171450"/>
              <a:gd name="connsiteY28" fmla="*/ 1047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1450" h="152400">
                <a:moveTo>
                  <a:pt x="66675" y="0"/>
                </a:moveTo>
                <a:cubicBezTo>
                  <a:pt x="9525" y="0"/>
                  <a:pt x="0" y="14288"/>
                  <a:pt x="0" y="71438"/>
                </a:cubicBezTo>
                <a:cubicBezTo>
                  <a:pt x="0" y="100013"/>
                  <a:pt x="0" y="152400"/>
                  <a:pt x="19050" y="152400"/>
                </a:cubicBezTo>
                <a:cubicBezTo>
                  <a:pt x="30273" y="152400"/>
                  <a:pt x="41037" y="143116"/>
                  <a:pt x="47625" y="133350"/>
                </a:cubicBezTo>
                <a:lnTo>
                  <a:pt x="104775" y="133350"/>
                </a:lnTo>
                <a:cubicBezTo>
                  <a:pt x="161925" y="133350"/>
                  <a:pt x="171450" y="127029"/>
                  <a:pt x="171450" y="71438"/>
                </a:cubicBezTo>
                <a:cubicBezTo>
                  <a:pt x="171450" y="14288"/>
                  <a:pt x="161925" y="0"/>
                  <a:pt x="104775" y="0"/>
                </a:cubicBezTo>
                <a:lnTo>
                  <a:pt x="66675" y="0"/>
                </a:lnTo>
                <a:close/>
                <a:moveTo>
                  <a:pt x="76200" y="47625"/>
                </a:moveTo>
                <a:cubicBezTo>
                  <a:pt x="76200" y="52885"/>
                  <a:pt x="71936" y="57150"/>
                  <a:pt x="66675" y="57150"/>
                </a:cubicBezTo>
                <a:cubicBezTo>
                  <a:pt x="61415" y="57150"/>
                  <a:pt x="57150" y="52885"/>
                  <a:pt x="57150" y="47625"/>
                </a:cubicBezTo>
                <a:cubicBezTo>
                  <a:pt x="57150" y="41447"/>
                  <a:pt x="58676" y="34249"/>
                  <a:pt x="63525" y="28430"/>
                </a:cubicBezTo>
                <a:cubicBezTo>
                  <a:pt x="68629" y="22306"/>
                  <a:pt x="76290" y="19050"/>
                  <a:pt x="85725" y="19050"/>
                </a:cubicBezTo>
                <a:cubicBezTo>
                  <a:pt x="95160" y="19050"/>
                  <a:pt x="102821" y="22306"/>
                  <a:pt x="107925" y="28430"/>
                </a:cubicBezTo>
                <a:cubicBezTo>
                  <a:pt x="112774" y="34249"/>
                  <a:pt x="114300" y="41447"/>
                  <a:pt x="114300" y="47625"/>
                </a:cubicBezTo>
                <a:cubicBezTo>
                  <a:pt x="114300" y="57046"/>
                  <a:pt x="109144" y="62895"/>
                  <a:pt x="104775" y="66578"/>
                </a:cubicBezTo>
                <a:cubicBezTo>
                  <a:pt x="103962" y="67264"/>
                  <a:pt x="102894" y="67932"/>
                  <a:pt x="101768" y="68638"/>
                </a:cubicBezTo>
                <a:cubicBezTo>
                  <a:pt x="98722" y="70548"/>
                  <a:pt x="95250" y="72723"/>
                  <a:pt x="95250" y="76200"/>
                </a:cubicBezTo>
                <a:cubicBezTo>
                  <a:pt x="95250" y="81461"/>
                  <a:pt x="90986" y="85725"/>
                  <a:pt x="85725" y="85725"/>
                </a:cubicBezTo>
                <a:cubicBezTo>
                  <a:pt x="80464" y="85725"/>
                  <a:pt x="76200" y="81461"/>
                  <a:pt x="76200" y="76200"/>
                </a:cubicBezTo>
                <a:cubicBezTo>
                  <a:pt x="76200" y="64224"/>
                  <a:pt x="84532" y="58019"/>
                  <a:pt x="88987" y="54701"/>
                </a:cubicBezTo>
                <a:cubicBezTo>
                  <a:pt x="93640" y="51237"/>
                  <a:pt x="98090" y="46385"/>
                  <a:pt x="93291" y="40626"/>
                </a:cubicBezTo>
                <a:cubicBezTo>
                  <a:pt x="92441" y="39606"/>
                  <a:pt x="90578" y="38100"/>
                  <a:pt x="85725" y="38100"/>
                </a:cubicBezTo>
                <a:cubicBezTo>
                  <a:pt x="79400" y="38100"/>
                  <a:pt x="76200" y="41352"/>
                  <a:pt x="76200" y="47625"/>
                </a:cubicBezTo>
                <a:close/>
                <a:moveTo>
                  <a:pt x="95250" y="104775"/>
                </a:moveTo>
                <a:cubicBezTo>
                  <a:pt x="95250" y="110036"/>
                  <a:pt x="90986" y="114300"/>
                  <a:pt x="85725" y="114300"/>
                </a:cubicBezTo>
                <a:cubicBezTo>
                  <a:pt x="80464" y="114300"/>
                  <a:pt x="76200" y="110036"/>
                  <a:pt x="76200" y="104775"/>
                </a:cubicBezTo>
                <a:cubicBezTo>
                  <a:pt x="76200" y="99514"/>
                  <a:pt x="80464" y="95250"/>
                  <a:pt x="85725" y="95250"/>
                </a:cubicBezTo>
                <a:cubicBezTo>
                  <a:pt x="90986" y="95250"/>
                  <a:pt x="95250" y="99514"/>
                  <a:pt x="95250" y="104775"/>
                </a:cubicBezTo>
                <a:close/>
              </a:path>
            </a:pathLst>
          </a:custGeom>
          <a:solidFill>
            <a:srgbClr val="000000"/>
          </a:solidFill>
          <a:ln w="9525" cap="flat">
            <a:noFill/>
            <a:prstDash val="solid"/>
            <a:miter/>
          </a:ln>
        </p:spPr>
        <p:txBody>
          <a:bodyPr rtlCol="0" anchor="ctr"/>
          <a:lstStyle/>
          <a:p>
            <a:endParaRPr lang="ru-RU"/>
          </a:p>
        </p:txBody>
      </p:sp>
      <p:sp>
        <p:nvSpPr>
          <p:cNvPr id="1365" name="Полилиния: фигура 1364">
            <a:extLst>
              <a:ext uri="{FF2B5EF4-FFF2-40B4-BE49-F238E27FC236}">
                <a16:creationId xmlns:a16="http://schemas.microsoft.com/office/drawing/2014/main" id="{C7F35C3A-A82F-E411-6116-D7036F3A7D5F}"/>
              </a:ext>
            </a:extLst>
          </p:cNvPr>
          <p:cNvSpPr/>
          <p:nvPr/>
        </p:nvSpPr>
        <p:spPr>
          <a:xfrm>
            <a:off x="1906599" y="3595915"/>
            <a:ext cx="171449" cy="180974"/>
          </a:xfrm>
          <a:custGeom>
            <a:avLst/>
            <a:gdLst>
              <a:gd name="connsiteX0" fmla="*/ 117090 w 171449"/>
              <a:gd name="connsiteY0" fmla="*/ 126615 h 180974"/>
              <a:gd name="connsiteX1" fmla="*/ 130560 w 171449"/>
              <a:gd name="connsiteY1" fmla="*/ 126615 h 180974"/>
              <a:gd name="connsiteX2" fmla="*/ 142875 w 171449"/>
              <a:gd name="connsiteY2" fmla="*/ 138930 h 180974"/>
              <a:gd name="connsiteX3" fmla="*/ 155190 w 171449"/>
              <a:gd name="connsiteY3" fmla="*/ 126615 h 180974"/>
              <a:gd name="connsiteX4" fmla="*/ 168660 w 171449"/>
              <a:gd name="connsiteY4" fmla="*/ 126615 h 180974"/>
              <a:gd name="connsiteX5" fmla="*/ 168660 w 171449"/>
              <a:gd name="connsiteY5" fmla="*/ 140085 h 180974"/>
              <a:gd name="connsiteX6" fmla="*/ 156345 w 171449"/>
              <a:gd name="connsiteY6" fmla="*/ 152400 h 180974"/>
              <a:gd name="connsiteX7" fmla="*/ 168660 w 171449"/>
              <a:gd name="connsiteY7" fmla="*/ 164715 h 180974"/>
              <a:gd name="connsiteX8" fmla="*/ 168660 w 171449"/>
              <a:gd name="connsiteY8" fmla="*/ 178185 h 180974"/>
              <a:gd name="connsiteX9" fmla="*/ 155190 w 171449"/>
              <a:gd name="connsiteY9" fmla="*/ 178185 h 180974"/>
              <a:gd name="connsiteX10" fmla="*/ 142875 w 171449"/>
              <a:gd name="connsiteY10" fmla="*/ 165870 h 180974"/>
              <a:gd name="connsiteX11" fmla="*/ 130560 w 171449"/>
              <a:gd name="connsiteY11" fmla="*/ 178185 h 180974"/>
              <a:gd name="connsiteX12" fmla="*/ 117090 w 171449"/>
              <a:gd name="connsiteY12" fmla="*/ 178185 h 180974"/>
              <a:gd name="connsiteX13" fmla="*/ 117090 w 171449"/>
              <a:gd name="connsiteY13" fmla="*/ 164715 h 180974"/>
              <a:gd name="connsiteX14" fmla="*/ 129405 w 171449"/>
              <a:gd name="connsiteY14" fmla="*/ 152400 h 180974"/>
              <a:gd name="connsiteX15" fmla="*/ 117090 w 171449"/>
              <a:gd name="connsiteY15" fmla="*/ 140085 h 180974"/>
              <a:gd name="connsiteX16" fmla="*/ 117090 w 171449"/>
              <a:gd name="connsiteY16" fmla="*/ 126615 h 180974"/>
              <a:gd name="connsiteX17" fmla="*/ 33338 w 171449"/>
              <a:gd name="connsiteY17" fmla="*/ 104774 h 180974"/>
              <a:gd name="connsiteX18" fmla="*/ 46759 w 171449"/>
              <a:gd name="connsiteY18" fmla="*/ 108331 h 180974"/>
              <a:gd name="connsiteX19" fmla="*/ 76200 w 171449"/>
              <a:gd name="connsiteY19" fmla="*/ 114299 h 180974"/>
              <a:gd name="connsiteX20" fmla="*/ 105616 w 171449"/>
              <a:gd name="connsiteY20" fmla="*/ 108323 h 180974"/>
              <a:gd name="connsiteX21" fmla="*/ 119063 w 171449"/>
              <a:gd name="connsiteY21" fmla="*/ 104774 h 180974"/>
              <a:gd name="connsiteX22" fmla="*/ 123825 w 171449"/>
              <a:gd name="connsiteY22" fmla="*/ 115600 h 180974"/>
              <a:gd name="connsiteX23" fmla="*/ 104775 w 171449"/>
              <a:gd name="connsiteY23" fmla="*/ 142874 h 180974"/>
              <a:gd name="connsiteX24" fmla="*/ 79041 w 171449"/>
              <a:gd name="connsiteY24" fmla="*/ 171424 h 180974"/>
              <a:gd name="connsiteX25" fmla="*/ 76117 w 171449"/>
              <a:gd name="connsiteY25" fmla="*/ 171449 h 180974"/>
              <a:gd name="connsiteX26" fmla="*/ 0 w 171449"/>
              <a:gd name="connsiteY26" fmla="*/ 138112 h 180974"/>
              <a:gd name="connsiteX27" fmla="*/ 33338 w 171449"/>
              <a:gd name="connsiteY27" fmla="*/ 104774 h 180974"/>
              <a:gd name="connsiteX28" fmla="*/ 76200 w 171449"/>
              <a:gd name="connsiteY28" fmla="*/ 0 h 180974"/>
              <a:gd name="connsiteX29" fmla="*/ 123825 w 171449"/>
              <a:gd name="connsiteY29" fmla="*/ 47625 h 180974"/>
              <a:gd name="connsiteX30" fmla="*/ 76200 w 171449"/>
              <a:gd name="connsiteY30" fmla="*/ 95250 h 180974"/>
              <a:gd name="connsiteX31" fmla="*/ 28575 w 171449"/>
              <a:gd name="connsiteY31" fmla="*/ 47625 h 180974"/>
              <a:gd name="connsiteX32" fmla="*/ 76200 w 171449"/>
              <a:gd name="connsiteY32"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49" h="180974">
                <a:moveTo>
                  <a:pt x="117090" y="126615"/>
                </a:moveTo>
                <a:cubicBezTo>
                  <a:pt x="120809" y="122895"/>
                  <a:pt x="126840" y="122895"/>
                  <a:pt x="130560" y="126615"/>
                </a:cubicBezTo>
                <a:lnTo>
                  <a:pt x="142875" y="138930"/>
                </a:lnTo>
                <a:lnTo>
                  <a:pt x="155190" y="126615"/>
                </a:lnTo>
                <a:cubicBezTo>
                  <a:pt x="158909" y="122895"/>
                  <a:pt x="164940" y="122895"/>
                  <a:pt x="168660" y="126615"/>
                </a:cubicBezTo>
                <a:cubicBezTo>
                  <a:pt x="172379" y="130334"/>
                  <a:pt x="172379" y="136365"/>
                  <a:pt x="168660" y="140085"/>
                </a:cubicBezTo>
                <a:lnTo>
                  <a:pt x="156345" y="152400"/>
                </a:lnTo>
                <a:lnTo>
                  <a:pt x="168660" y="164715"/>
                </a:lnTo>
                <a:cubicBezTo>
                  <a:pt x="172379" y="168434"/>
                  <a:pt x="172379" y="174465"/>
                  <a:pt x="168660" y="178185"/>
                </a:cubicBezTo>
                <a:cubicBezTo>
                  <a:pt x="164940" y="181904"/>
                  <a:pt x="158909" y="181904"/>
                  <a:pt x="155190" y="178185"/>
                </a:cubicBezTo>
                <a:lnTo>
                  <a:pt x="142875" y="165870"/>
                </a:lnTo>
                <a:lnTo>
                  <a:pt x="130560" y="178185"/>
                </a:lnTo>
                <a:cubicBezTo>
                  <a:pt x="126840" y="181904"/>
                  <a:pt x="120809" y="181904"/>
                  <a:pt x="117090" y="178185"/>
                </a:cubicBezTo>
                <a:cubicBezTo>
                  <a:pt x="113370" y="174465"/>
                  <a:pt x="113370" y="168434"/>
                  <a:pt x="117090" y="164715"/>
                </a:cubicBezTo>
                <a:lnTo>
                  <a:pt x="129405" y="152400"/>
                </a:lnTo>
                <a:lnTo>
                  <a:pt x="117090" y="140085"/>
                </a:lnTo>
                <a:cubicBezTo>
                  <a:pt x="113370" y="136365"/>
                  <a:pt x="113370" y="130334"/>
                  <a:pt x="117090" y="126615"/>
                </a:cubicBezTo>
                <a:close/>
                <a:moveTo>
                  <a:pt x="33338" y="104774"/>
                </a:moveTo>
                <a:cubicBezTo>
                  <a:pt x="39244" y="104793"/>
                  <a:pt x="42708" y="106425"/>
                  <a:pt x="46759" y="108331"/>
                </a:cubicBezTo>
                <a:cubicBezTo>
                  <a:pt x="52508" y="111038"/>
                  <a:pt x="59437" y="114299"/>
                  <a:pt x="76200" y="114299"/>
                </a:cubicBezTo>
                <a:cubicBezTo>
                  <a:pt x="92939" y="114299"/>
                  <a:pt x="99872" y="111031"/>
                  <a:pt x="105616" y="108323"/>
                </a:cubicBezTo>
                <a:cubicBezTo>
                  <a:pt x="109678" y="106409"/>
                  <a:pt x="113145" y="104774"/>
                  <a:pt x="119063" y="104774"/>
                </a:cubicBezTo>
                <a:cubicBezTo>
                  <a:pt x="132088" y="104774"/>
                  <a:pt x="130751" y="114299"/>
                  <a:pt x="123825" y="115600"/>
                </a:cubicBezTo>
                <a:cubicBezTo>
                  <a:pt x="109879" y="118220"/>
                  <a:pt x="104775" y="125442"/>
                  <a:pt x="104775" y="142874"/>
                </a:cubicBezTo>
                <a:cubicBezTo>
                  <a:pt x="104775" y="165707"/>
                  <a:pt x="100396" y="171025"/>
                  <a:pt x="79041" y="171424"/>
                </a:cubicBezTo>
                <a:cubicBezTo>
                  <a:pt x="78076" y="171440"/>
                  <a:pt x="7710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rgbClr val="000000"/>
          </a:solidFill>
          <a:ln w="9525" cap="flat">
            <a:noFill/>
            <a:prstDash val="solid"/>
            <a:miter/>
          </a:ln>
        </p:spPr>
        <p:txBody>
          <a:bodyPr rtlCol="0" anchor="ctr"/>
          <a:lstStyle/>
          <a:p>
            <a:endParaRPr lang="ru-RU"/>
          </a:p>
        </p:txBody>
      </p:sp>
      <p:sp>
        <p:nvSpPr>
          <p:cNvPr id="897" name="Рисунок 644">
            <a:extLst>
              <a:ext uri="{FF2B5EF4-FFF2-40B4-BE49-F238E27FC236}">
                <a16:creationId xmlns:a16="http://schemas.microsoft.com/office/drawing/2014/main" id="{E270BDA5-79F2-DCB1-38BB-1E180387CC8B}"/>
              </a:ext>
            </a:extLst>
          </p:cNvPr>
          <p:cNvSpPr/>
          <p:nvPr/>
        </p:nvSpPr>
        <p:spPr>
          <a:xfrm>
            <a:off x="1897074" y="4600117"/>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14300 w 171450"/>
              <a:gd name="connsiteY5" fmla="*/ 85725 h 171450"/>
              <a:gd name="connsiteX6" fmla="*/ 73148 w 171450"/>
              <a:gd name="connsiteY6" fmla="*/ 114300 h 171450"/>
              <a:gd name="connsiteX7" fmla="*/ 73148 w 171450"/>
              <a:gd name="connsiteY7" fmla="*/ 57150 h 171450"/>
              <a:gd name="connsiteX8" fmla="*/ 114300 w 171450"/>
              <a:gd name="connsiteY8"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14300" y="85725"/>
                </a:moveTo>
                <a:cubicBezTo>
                  <a:pt x="114300" y="92869"/>
                  <a:pt x="85725" y="114300"/>
                  <a:pt x="73148" y="114300"/>
                </a:cubicBezTo>
                <a:cubicBezTo>
                  <a:pt x="64517" y="114300"/>
                  <a:pt x="64517" y="57150"/>
                  <a:pt x="73148" y="57150"/>
                </a:cubicBezTo>
                <a:cubicBezTo>
                  <a:pt x="85725" y="57150"/>
                  <a:pt x="114300" y="78581"/>
                  <a:pt x="114300" y="85725"/>
                </a:cubicBezTo>
                <a:close/>
              </a:path>
            </a:pathLst>
          </a:custGeom>
          <a:solidFill>
            <a:srgbClr val="000000"/>
          </a:solidFill>
          <a:ln w="9525" cap="flat">
            <a:noFill/>
            <a:prstDash val="solid"/>
            <a:miter/>
          </a:ln>
        </p:spPr>
        <p:txBody>
          <a:bodyPr rtlCol="0" anchor="ctr"/>
          <a:lstStyle/>
          <a:p>
            <a:endParaRPr lang="ru-RU"/>
          </a:p>
        </p:txBody>
      </p:sp>
      <p:sp>
        <p:nvSpPr>
          <p:cNvPr id="1384" name="Полилиния: фигура 1383">
            <a:extLst>
              <a:ext uri="{FF2B5EF4-FFF2-40B4-BE49-F238E27FC236}">
                <a16:creationId xmlns:a16="http://schemas.microsoft.com/office/drawing/2014/main" id="{66705B16-54E7-8617-FD62-37F7E387FCED}"/>
              </a:ext>
            </a:extLst>
          </p:cNvPr>
          <p:cNvSpPr/>
          <p:nvPr/>
        </p:nvSpPr>
        <p:spPr>
          <a:xfrm>
            <a:off x="1906600" y="5110287"/>
            <a:ext cx="152399" cy="152399"/>
          </a:xfrm>
          <a:custGeom>
            <a:avLst/>
            <a:gdLst>
              <a:gd name="connsiteX0" fmla="*/ 88514 w 152399"/>
              <a:gd name="connsiteY0" fmla="*/ 12314 h 152399"/>
              <a:gd name="connsiteX1" fmla="*/ 101984 w 152399"/>
              <a:gd name="connsiteY1" fmla="*/ 12314 h 152399"/>
              <a:gd name="connsiteX2" fmla="*/ 114299 w 152399"/>
              <a:gd name="connsiteY2" fmla="*/ 24629 h 152399"/>
              <a:gd name="connsiteX3" fmla="*/ 126614 w 152399"/>
              <a:gd name="connsiteY3" fmla="*/ 12314 h 152399"/>
              <a:gd name="connsiteX4" fmla="*/ 140084 w 152399"/>
              <a:gd name="connsiteY4" fmla="*/ 12314 h 152399"/>
              <a:gd name="connsiteX5" fmla="*/ 140084 w 152399"/>
              <a:gd name="connsiteY5" fmla="*/ 25784 h 152399"/>
              <a:gd name="connsiteX6" fmla="*/ 127769 w 152399"/>
              <a:gd name="connsiteY6" fmla="*/ 38099 h 152399"/>
              <a:gd name="connsiteX7" fmla="*/ 140084 w 152399"/>
              <a:gd name="connsiteY7" fmla="*/ 50414 h 152399"/>
              <a:gd name="connsiteX8" fmla="*/ 140084 w 152399"/>
              <a:gd name="connsiteY8" fmla="*/ 63884 h 152399"/>
              <a:gd name="connsiteX9" fmla="*/ 126614 w 152399"/>
              <a:gd name="connsiteY9" fmla="*/ 63884 h 152399"/>
              <a:gd name="connsiteX10" fmla="*/ 114299 w 152399"/>
              <a:gd name="connsiteY10" fmla="*/ 51569 h 152399"/>
              <a:gd name="connsiteX11" fmla="*/ 101984 w 152399"/>
              <a:gd name="connsiteY11" fmla="*/ 63884 h 152399"/>
              <a:gd name="connsiteX12" fmla="*/ 88514 w 152399"/>
              <a:gd name="connsiteY12" fmla="*/ 63884 h 152399"/>
              <a:gd name="connsiteX13" fmla="*/ 88514 w 152399"/>
              <a:gd name="connsiteY13" fmla="*/ 50414 h 152399"/>
              <a:gd name="connsiteX14" fmla="*/ 100829 w 152399"/>
              <a:gd name="connsiteY14" fmla="*/ 38099 h 152399"/>
              <a:gd name="connsiteX15" fmla="*/ 88514 w 152399"/>
              <a:gd name="connsiteY15" fmla="*/ 25784 h 152399"/>
              <a:gd name="connsiteX16" fmla="*/ 88514 w 152399"/>
              <a:gd name="connsiteY16" fmla="*/ 12314 h 152399"/>
              <a:gd name="connsiteX17" fmla="*/ 30264 w 152399"/>
              <a:gd name="connsiteY17" fmla="*/ 14 h 152399"/>
              <a:gd name="connsiteX18" fmla="*/ 46246 w 152399"/>
              <a:gd name="connsiteY18" fmla="*/ 7147 h 152399"/>
              <a:gd name="connsiteX19" fmla="*/ 60862 w 152399"/>
              <a:gd name="connsiteY19" fmla="*/ 29201 h 152399"/>
              <a:gd name="connsiteX20" fmla="*/ 53552 w 152399"/>
              <a:gd name="connsiteY20" fmla="*/ 55063 h 152399"/>
              <a:gd name="connsiteX21" fmla="*/ 52956 w 152399"/>
              <a:gd name="connsiteY21" fmla="*/ 55651 h 152399"/>
              <a:gd name="connsiteX22" fmla="*/ 50413 w 152399"/>
              <a:gd name="connsiteY22" fmla="*/ 69271 h 152399"/>
              <a:gd name="connsiteX23" fmla="*/ 83127 w 152399"/>
              <a:gd name="connsiteY23" fmla="*/ 101984 h 152399"/>
              <a:gd name="connsiteX24" fmla="*/ 97306 w 152399"/>
              <a:gd name="connsiteY24" fmla="*/ 98872 h 152399"/>
              <a:gd name="connsiteX25" fmla="*/ 123196 w 152399"/>
              <a:gd name="connsiteY25" fmla="*/ 91536 h 152399"/>
              <a:gd name="connsiteX26" fmla="*/ 145250 w 152399"/>
              <a:gd name="connsiteY26" fmla="*/ 106150 h 152399"/>
              <a:gd name="connsiteX27" fmla="*/ 152384 w 152399"/>
              <a:gd name="connsiteY27" fmla="*/ 122134 h 152399"/>
              <a:gd name="connsiteX28" fmla="*/ 146419 w 152399"/>
              <a:gd name="connsiteY28" fmla="*/ 138590 h 152399"/>
              <a:gd name="connsiteX29" fmla="*/ 110836 w 152399"/>
              <a:gd name="connsiteY29" fmla="*/ 152399 h 152399"/>
              <a:gd name="connsiteX30" fmla="*/ 0 w 152399"/>
              <a:gd name="connsiteY30" fmla="*/ 41563 h 152399"/>
              <a:gd name="connsiteX31" fmla="*/ 13370 w 152399"/>
              <a:gd name="connsiteY31" fmla="*/ 6385 h 152399"/>
              <a:gd name="connsiteX32" fmla="*/ 30264 w 152399"/>
              <a:gd name="connsiteY32" fmla="*/ 14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2399" h="152399">
                <a:moveTo>
                  <a:pt x="88514" y="12314"/>
                </a:moveTo>
                <a:cubicBezTo>
                  <a:pt x="92233" y="8594"/>
                  <a:pt x="98264" y="8594"/>
                  <a:pt x="101984" y="12314"/>
                </a:cubicBezTo>
                <a:lnTo>
                  <a:pt x="114299" y="24629"/>
                </a:lnTo>
                <a:lnTo>
                  <a:pt x="126614" y="12314"/>
                </a:lnTo>
                <a:cubicBezTo>
                  <a:pt x="130333" y="8594"/>
                  <a:pt x="136364" y="8594"/>
                  <a:pt x="140084" y="12314"/>
                </a:cubicBezTo>
                <a:cubicBezTo>
                  <a:pt x="143803" y="16034"/>
                  <a:pt x="143803" y="22064"/>
                  <a:pt x="140084" y="25784"/>
                </a:cubicBezTo>
                <a:lnTo>
                  <a:pt x="127769" y="38099"/>
                </a:lnTo>
                <a:lnTo>
                  <a:pt x="140084" y="50414"/>
                </a:lnTo>
                <a:cubicBezTo>
                  <a:pt x="143803" y="54134"/>
                  <a:pt x="143803" y="60165"/>
                  <a:pt x="140084" y="63884"/>
                </a:cubicBezTo>
                <a:cubicBezTo>
                  <a:pt x="136364" y="67604"/>
                  <a:pt x="130333" y="67604"/>
                  <a:pt x="126614" y="63884"/>
                </a:cubicBezTo>
                <a:lnTo>
                  <a:pt x="114299" y="51569"/>
                </a:lnTo>
                <a:lnTo>
                  <a:pt x="101984" y="63884"/>
                </a:lnTo>
                <a:cubicBezTo>
                  <a:pt x="98264" y="67604"/>
                  <a:pt x="92233" y="67604"/>
                  <a:pt x="88514" y="63884"/>
                </a:cubicBezTo>
                <a:cubicBezTo>
                  <a:pt x="84794" y="60165"/>
                  <a:pt x="84794" y="54134"/>
                  <a:pt x="88514" y="50414"/>
                </a:cubicBezTo>
                <a:lnTo>
                  <a:pt x="100829" y="38099"/>
                </a:lnTo>
                <a:lnTo>
                  <a:pt x="88514" y="25784"/>
                </a:lnTo>
                <a:cubicBezTo>
                  <a:pt x="84794" y="22064"/>
                  <a:pt x="84794" y="16034"/>
                  <a:pt x="88514" y="12314"/>
                </a:cubicBezTo>
                <a:close/>
                <a:moveTo>
                  <a:pt x="30264" y="14"/>
                </a:moveTo>
                <a:cubicBezTo>
                  <a:pt x="36345" y="233"/>
                  <a:pt x="42023" y="2768"/>
                  <a:pt x="46246" y="7147"/>
                </a:cubicBezTo>
                <a:cubicBezTo>
                  <a:pt x="54203" y="15399"/>
                  <a:pt x="58900" y="22415"/>
                  <a:pt x="60862" y="29201"/>
                </a:cubicBezTo>
                <a:cubicBezTo>
                  <a:pt x="63586" y="38630"/>
                  <a:pt x="61064" y="47371"/>
                  <a:pt x="53552" y="55063"/>
                </a:cubicBezTo>
                <a:cubicBezTo>
                  <a:pt x="53379" y="55240"/>
                  <a:pt x="53178" y="55436"/>
                  <a:pt x="52956" y="55651"/>
                </a:cubicBezTo>
                <a:cubicBezTo>
                  <a:pt x="50568" y="57973"/>
                  <a:pt x="45875" y="62536"/>
                  <a:pt x="50413" y="69271"/>
                </a:cubicBezTo>
                <a:cubicBezTo>
                  <a:pt x="58985" y="81995"/>
                  <a:pt x="70399" y="93411"/>
                  <a:pt x="83127" y="101984"/>
                </a:cubicBezTo>
                <a:cubicBezTo>
                  <a:pt x="87547" y="104962"/>
                  <a:pt x="91213" y="104921"/>
                  <a:pt x="97306" y="98872"/>
                </a:cubicBezTo>
                <a:cubicBezTo>
                  <a:pt x="104997" y="91362"/>
                  <a:pt x="113767" y="88810"/>
                  <a:pt x="123196" y="91536"/>
                </a:cubicBezTo>
                <a:cubicBezTo>
                  <a:pt x="129982" y="93496"/>
                  <a:pt x="136998" y="98194"/>
                  <a:pt x="145250" y="106150"/>
                </a:cubicBezTo>
                <a:cubicBezTo>
                  <a:pt x="149629" y="110375"/>
                  <a:pt x="152165" y="116053"/>
                  <a:pt x="152384" y="122134"/>
                </a:cubicBezTo>
                <a:cubicBezTo>
                  <a:pt x="152603" y="128215"/>
                  <a:pt x="150484" y="134061"/>
                  <a:pt x="146419" y="138590"/>
                </a:cubicBezTo>
                <a:cubicBezTo>
                  <a:pt x="137524" y="148480"/>
                  <a:pt x="123505" y="152399"/>
                  <a:pt x="110836" y="152399"/>
                </a:cubicBezTo>
                <a:cubicBezTo>
                  <a:pt x="55417" y="152399"/>
                  <a:pt x="0" y="96981"/>
                  <a:pt x="0" y="41563"/>
                </a:cubicBezTo>
                <a:cubicBezTo>
                  <a:pt x="-72" y="27125"/>
                  <a:pt x="4523" y="15232"/>
                  <a:pt x="13370" y="6385"/>
                </a:cubicBezTo>
                <a:cubicBezTo>
                  <a:pt x="17763" y="2009"/>
                  <a:pt x="24186" y="-205"/>
                  <a:pt x="30264" y="14"/>
                </a:cubicBezTo>
                <a:close/>
              </a:path>
            </a:pathLst>
          </a:custGeom>
          <a:solidFill>
            <a:srgbClr val="000000"/>
          </a:solidFill>
          <a:ln w="9525" cap="flat">
            <a:noFill/>
            <a:prstDash val="solid"/>
            <a:miter/>
          </a:ln>
        </p:spPr>
        <p:txBody>
          <a:bodyPr rtlCol="0" anchor="ctr"/>
          <a:lstStyle/>
          <a:p>
            <a:endParaRPr lang="ru-RU"/>
          </a:p>
        </p:txBody>
      </p:sp>
      <p:sp>
        <p:nvSpPr>
          <p:cNvPr id="1398" name="Полилиния: фигура 1397">
            <a:extLst>
              <a:ext uri="{FF2B5EF4-FFF2-40B4-BE49-F238E27FC236}">
                <a16:creationId xmlns:a16="http://schemas.microsoft.com/office/drawing/2014/main" id="{B37C343E-FDB6-B380-578F-AB55119BB9B8}"/>
              </a:ext>
            </a:extLst>
          </p:cNvPr>
          <p:cNvSpPr/>
          <p:nvPr/>
        </p:nvSpPr>
        <p:spPr>
          <a:xfrm>
            <a:off x="1897073" y="5601405"/>
            <a:ext cx="171294" cy="171294"/>
          </a:xfrm>
          <a:custGeom>
            <a:avLst/>
            <a:gdLst>
              <a:gd name="connsiteX0" fmla="*/ 152400 w 171294"/>
              <a:gd name="connsiteY0" fmla="*/ 95250 h 171294"/>
              <a:gd name="connsiteX1" fmla="*/ 163867 w 171294"/>
              <a:gd name="connsiteY1" fmla="*/ 114300 h 171294"/>
              <a:gd name="connsiteX2" fmla="*/ 114300 w 171294"/>
              <a:gd name="connsiteY2" fmla="*/ 163867 h 171294"/>
              <a:gd name="connsiteX3" fmla="*/ 95250 w 171294"/>
              <a:gd name="connsiteY3" fmla="*/ 152400 h 171294"/>
              <a:gd name="connsiteX4" fmla="*/ 107144 w 171294"/>
              <a:gd name="connsiteY4" fmla="*/ 110320 h 171294"/>
              <a:gd name="connsiteX5" fmla="*/ 152400 w 171294"/>
              <a:gd name="connsiteY5" fmla="*/ 95250 h 171294"/>
              <a:gd name="connsiteX6" fmla="*/ 123825 w 171294"/>
              <a:gd name="connsiteY6" fmla="*/ 47625 h 171294"/>
              <a:gd name="connsiteX7" fmla="*/ 114300 w 171294"/>
              <a:gd name="connsiteY7" fmla="*/ 57150 h 171294"/>
              <a:gd name="connsiteX8" fmla="*/ 123825 w 171294"/>
              <a:gd name="connsiteY8" fmla="*/ 66675 h 171294"/>
              <a:gd name="connsiteX9" fmla="*/ 133350 w 171294"/>
              <a:gd name="connsiteY9" fmla="*/ 57150 h 171294"/>
              <a:gd name="connsiteX10" fmla="*/ 123825 w 171294"/>
              <a:gd name="connsiteY10" fmla="*/ 47625 h 171294"/>
              <a:gd name="connsiteX11" fmla="*/ 47625 w 171294"/>
              <a:gd name="connsiteY11" fmla="*/ 47625 h 171294"/>
              <a:gd name="connsiteX12" fmla="*/ 38100 w 171294"/>
              <a:gd name="connsiteY12" fmla="*/ 57150 h 171294"/>
              <a:gd name="connsiteX13" fmla="*/ 47625 w 171294"/>
              <a:gd name="connsiteY13" fmla="*/ 66675 h 171294"/>
              <a:gd name="connsiteX14" fmla="*/ 57150 w 171294"/>
              <a:gd name="connsiteY14" fmla="*/ 57150 h 171294"/>
              <a:gd name="connsiteX15" fmla="*/ 47625 w 171294"/>
              <a:gd name="connsiteY15" fmla="*/ 47625 h 171294"/>
              <a:gd name="connsiteX16" fmla="*/ 85725 w 171294"/>
              <a:gd name="connsiteY16" fmla="*/ 0 h 171294"/>
              <a:gd name="connsiteX17" fmla="*/ 170984 w 171294"/>
              <a:gd name="connsiteY17" fmla="*/ 66675 h 171294"/>
              <a:gd name="connsiteX18" fmla="*/ 152400 w 171294"/>
              <a:gd name="connsiteY18" fmla="*/ 85725 h 171294"/>
              <a:gd name="connsiteX19" fmla="*/ 100025 w 171294"/>
              <a:gd name="connsiteY19" fmla="*/ 103992 h 171294"/>
              <a:gd name="connsiteX20" fmla="*/ 99345 w 171294"/>
              <a:gd name="connsiteY20" fmla="*/ 104775 h 171294"/>
              <a:gd name="connsiteX21" fmla="*/ 85725 w 171294"/>
              <a:gd name="connsiteY21" fmla="*/ 114300 h 171294"/>
              <a:gd name="connsiteX22" fmla="*/ 62661 w 171294"/>
              <a:gd name="connsiteY22" fmla="*/ 106531 h 171294"/>
              <a:gd name="connsiteX23" fmla="*/ 49381 w 171294"/>
              <a:gd name="connsiteY23" fmla="*/ 108789 h 171294"/>
              <a:gd name="connsiteX24" fmla="*/ 51639 w 171294"/>
              <a:gd name="connsiteY24" fmla="*/ 122069 h 171294"/>
              <a:gd name="connsiteX25" fmla="*/ 76200 w 171294"/>
              <a:gd name="connsiteY25" fmla="*/ 132515 h 171294"/>
              <a:gd name="connsiteX26" fmla="*/ 86043 w 171294"/>
              <a:gd name="connsiteY26" fmla="*/ 142875 h 171294"/>
              <a:gd name="connsiteX27" fmla="*/ 85725 w 171294"/>
              <a:gd name="connsiteY27" fmla="*/ 152400 h 171294"/>
              <a:gd name="connsiteX28" fmla="*/ 66675 w 171294"/>
              <a:gd name="connsiteY28" fmla="*/ 170984 h 171294"/>
              <a:gd name="connsiteX29" fmla="*/ 0 w 171294"/>
              <a:gd name="connsiteY29" fmla="*/ 85725 h 171294"/>
              <a:gd name="connsiteX30" fmla="*/ 85725 w 171294"/>
              <a:gd name="connsiteY30" fmla="*/ 0 h 17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294" h="171294">
                <a:moveTo>
                  <a:pt x="152400" y="95250"/>
                </a:moveTo>
                <a:cubicBezTo>
                  <a:pt x="171450" y="95250"/>
                  <a:pt x="171450" y="99174"/>
                  <a:pt x="163867" y="114300"/>
                </a:cubicBezTo>
                <a:cubicBezTo>
                  <a:pt x="153702" y="134575"/>
                  <a:pt x="134576" y="153702"/>
                  <a:pt x="114300" y="163867"/>
                </a:cubicBezTo>
                <a:cubicBezTo>
                  <a:pt x="99175" y="171450"/>
                  <a:pt x="95250" y="171450"/>
                  <a:pt x="95250" y="152400"/>
                </a:cubicBezTo>
                <a:cubicBezTo>
                  <a:pt x="95250" y="133788"/>
                  <a:pt x="98769" y="119741"/>
                  <a:pt x="107144" y="110320"/>
                </a:cubicBezTo>
                <a:cubicBezTo>
                  <a:pt x="115414" y="101016"/>
                  <a:pt x="129311" y="95250"/>
                  <a:pt x="152400" y="95250"/>
                </a:cubicBezTo>
                <a:close/>
                <a:moveTo>
                  <a:pt x="123825" y="47625"/>
                </a:moveTo>
                <a:cubicBezTo>
                  <a:pt x="118564" y="47625"/>
                  <a:pt x="114300" y="51890"/>
                  <a:pt x="114300" y="57150"/>
                </a:cubicBezTo>
                <a:cubicBezTo>
                  <a:pt x="114300" y="62410"/>
                  <a:pt x="118564" y="66675"/>
                  <a:pt x="123825" y="66675"/>
                </a:cubicBezTo>
                <a:cubicBezTo>
                  <a:pt x="129086" y="66675"/>
                  <a:pt x="133350" y="62410"/>
                  <a:pt x="133350" y="57150"/>
                </a:cubicBezTo>
                <a:cubicBezTo>
                  <a:pt x="133350" y="51890"/>
                  <a:pt x="129086" y="47625"/>
                  <a:pt x="123825" y="47625"/>
                </a:cubicBezTo>
                <a:close/>
                <a:moveTo>
                  <a:pt x="47625" y="47625"/>
                </a:moveTo>
                <a:cubicBezTo>
                  <a:pt x="42365" y="47625"/>
                  <a:pt x="38100" y="51890"/>
                  <a:pt x="38100" y="57150"/>
                </a:cubicBezTo>
                <a:cubicBezTo>
                  <a:pt x="38100" y="62410"/>
                  <a:pt x="42365" y="66675"/>
                  <a:pt x="47625" y="66675"/>
                </a:cubicBezTo>
                <a:cubicBezTo>
                  <a:pt x="52885" y="66675"/>
                  <a:pt x="57150" y="62410"/>
                  <a:pt x="57150" y="57150"/>
                </a:cubicBezTo>
                <a:cubicBezTo>
                  <a:pt x="57150" y="51890"/>
                  <a:pt x="52885" y="47625"/>
                  <a:pt x="47625" y="47625"/>
                </a:cubicBezTo>
                <a:close/>
                <a:moveTo>
                  <a:pt x="85725" y="0"/>
                </a:moveTo>
                <a:cubicBezTo>
                  <a:pt x="149458" y="0"/>
                  <a:pt x="167985" y="12332"/>
                  <a:pt x="170984" y="66675"/>
                </a:cubicBezTo>
                <a:cubicBezTo>
                  <a:pt x="172033" y="85672"/>
                  <a:pt x="171450" y="85725"/>
                  <a:pt x="152400" y="85725"/>
                </a:cubicBezTo>
                <a:cubicBezTo>
                  <a:pt x="127864" y="85725"/>
                  <a:pt x="110804" y="91865"/>
                  <a:pt x="100025" y="103992"/>
                </a:cubicBezTo>
                <a:cubicBezTo>
                  <a:pt x="99795" y="104251"/>
                  <a:pt x="99569" y="104512"/>
                  <a:pt x="99345" y="104775"/>
                </a:cubicBezTo>
                <a:cubicBezTo>
                  <a:pt x="94058" y="111002"/>
                  <a:pt x="94034" y="114300"/>
                  <a:pt x="85725" y="114300"/>
                </a:cubicBezTo>
                <a:cubicBezTo>
                  <a:pt x="76546" y="114300"/>
                  <a:pt x="68545" y="110704"/>
                  <a:pt x="62661" y="106531"/>
                </a:cubicBezTo>
                <a:cubicBezTo>
                  <a:pt x="58371" y="103487"/>
                  <a:pt x="52425" y="104498"/>
                  <a:pt x="49381" y="108789"/>
                </a:cubicBezTo>
                <a:cubicBezTo>
                  <a:pt x="46338" y="113079"/>
                  <a:pt x="47348" y="119024"/>
                  <a:pt x="51639" y="122069"/>
                </a:cubicBezTo>
                <a:cubicBezTo>
                  <a:pt x="57864" y="126484"/>
                  <a:pt x="66239" y="130759"/>
                  <a:pt x="76200" y="132515"/>
                </a:cubicBezTo>
                <a:cubicBezTo>
                  <a:pt x="82889" y="133693"/>
                  <a:pt x="86713" y="133350"/>
                  <a:pt x="86043" y="142875"/>
                </a:cubicBezTo>
                <a:cubicBezTo>
                  <a:pt x="85826" y="145971"/>
                  <a:pt x="85725" y="149150"/>
                  <a:pt x="85725" y="152400"/>
                </a:cubicBezTo>
                <a:cubicBezTo>
                  <a:pt x="85725" y="171450"/>
                  <a:pt x="85672" y="172033"/>
                  <a:pt x="66675" y="170984"/>
                </a:cubicBezTo>
                <a:cubicBezTo>
                  <a:pt x="12332" y="167985"/>
                  <a:pt x="0" y="149458"/>
                  <a:pt x="0" y="85725"/>
                </a:cubicBezTo>
                <a:cubicBezTo>
                  <a:pt x="0" y="15130"/>
                  <a:pt x="15130" y="0"/>
                  <a:pt x="85725" y="0"/>
                </a:cubicBezTo>
                <a:close/>
              </a:path>
            </a:pathLst>
          </a:custGeom>
          <a:solidFill>
            <a:srgbClr val="000000"/>
          </a:solidFill>
          <a:ln w="9525" cap="flat">
            <a:noFill/>
            <a:prstDash val="solid"/>
            <a:miter/>
          </a:ln>
        </p:spPr>
        <p:txBody>
          <a:bodyPr rtlCol="0" anchor="ctr"/>
          <a:lstStyle/>
          <a:p>
            <a:endParaRPr lang="ru-RU"/>
          </a:p>
        </p:txBody>
      </p:sp>
      <p:sp>
        <p:nvSpPr>
          <p:cNvPr id="904" name="Рисунок 43">
            <a:extLst>
              <a:ext uri="{FF2B5EF4-FFF2-40B4-BE49-F238E27FC236}">
                <a16:creationId xmlns:a16="http://schemas.microsoft.com/office/drawing/2014/main" id="{7D7C7C42-8AD7-2063-4D48-42219CAAF3D4}"/>
              </a:ext>
            </a:extLst>
          </p:cNvPr>
          <p:cNvSpPr/>
          <p:nvPr/>
        </p:nvSpPr>
        <p:spPr>
          <a:xfrm>
            <a:off x="2318420" y="846818"/>
            <a:ext cx="171418" cy="152400"/>
          </a:xfrm>
          <a:custGeom>
            <a:avLst/>
            <a:gdLst>
              <a:gd name="connsiteX0" fmla="*/ 76200 w 171418"/>
              <a:gd name="connsiteY0" fmla="*/ 152400 h 152400"/>
              <a:gd name="connsiteX1" fmla="*/ 85725 w 171418"/>
              <a:gd name="connsiteY1" fmla="*/ 104775 h 152400"/>
              <a:gd name="connsiteX2" fmla="*/ 161925 w 171418"/>
              <a:gd name="connsiteY2" fmla="*/ 152400 h 152400"/>
              <a:gd name="connsiteX3" fmla="*/ 85725 w 171418"/>
              <a:gd name="connsiteY3" fmla="*/ 47625 h 152400"/>
              <a:gd name="connsiteX4" fmla="*/ 76200 w 171418"/>
              <a:gd name="connsiteY4" fmla="*/ 0 h 152400"/>
              <a:gd name="connsiteX5" fmla="*/ 0 w 171418"/>
              <a:gd name="connsiteY5" fmla="*/ 76200 h 152400"/>
              <a:gd name="connsiteX6" fmla="*/ 76200 w 171418"/>
              <a:gd name="connsiteY6" fmla="*/ 1524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418" h="152400">
                <a:moveTo>
                  <a:pt x="76200" y="152400"/>
                </a:moveTo>
                <a:cubicBezTo>
                  <a:pt x="85725" y="152400"/>
                  <a:pt x="85725" y="104775"/>
                  <a:pt x="85725" y="104775"/>
                </a:cubicBezTo>
                <a:cubicBezTo>
                  <a:pt x="152400" y="104775"/>
                  <a:pt x="157163" y="152400"/>
                  <a:pt x="161925" y="152400"/>
                </a:cubicBezTo>
                <a:cubicBezTo>
                  <a:pt x="179933" y="152400"/>
                  <a:pt x="180975" y="47625"/>
                  <a:pt x="85725" y="47625"/>
                </a:cubicBezTo>
                <a:cubicBezTo>
                  <a:pt x="85725" y="47625"/>
                  <a:pt x="85725" y="0"/>
                  <a:pt x="76200" y="0"/>
                </a:cubicBezTo>
                <a:cubicBezTo>
                  <a:pt x="66675" y="0"/>
                  <a:pt x="0" y="61913"/>
                  <a:pt x="0" y="76200"/>
                </a:cubicBezTo>
                <a:cubicBezTo>
                  <a:pt x="0" y="90488"/>
                  <a:pt x="66675" y="152400"/>
                  <a:pt x="76200" y="152400"/>
                </a:cubicBezTo>
                <a:close/>
              </a:path>
            </a:pathLst>
          </a:custGeom>
          <a:solidFill>
            <a:srgbClr val="000000"/>
          </a:solidFill>
          <a:ln w="9525" cap="flat">
            <a:noFill/>
            <a:prstDash val="solid"/>
            <a:miter/>
          </a:ln>
        </p:spPr>
        <p:txBody>
          <a:bodyPr rtlCol="0" anchor="ctr"/>
          <a:lstStyle/>
          <a:p>
            <a:endParaRPr lang="ru-RU"/>
          </a:p>
        </p:txBody>
      </p:sp>
      <p:sp>
        <p:nvSpPr>
          <p:cNvPr id="1356" name="Полилиния: фигура 1355">
            <a:extLst>
              <a:ext uri="{FF2B5EF4-FFF2-40B4-BE49-F238E27FC236}">
                <a16:creationId xmlns:a16="http://schemas.microsoft.com/office/drawing/2014/main" id="{E63447C3-F1F8-CCB6-7B1E-799D420C4A9B}"/>
              </a:ext>
            </a:extLst>
          </p:cNvPr>
          <p:cNvSpPr/>
          <p:nvPr/>
        </p:nvSpPr>
        <p:spPr>
          <a:xfrm>
            <a:off x="2337438" y="1415688"/>
            <a:ext cx="152401" cy="152399"/>
          </a:xfrm>
          <a:custGeom>
            <a:avLst/>
            <a:gdLst>
              <a:gd name="connsiteX0" fmla="*/ 104776 w 152401"/>
              <a:gd name="connsiteY0" fmla="*/ 114300 h 152399"/>
              <a:gd name="connsiteX1" fmla="*/ 142876 w 152401"/>
              <a:gd name="connsiteY1" fmla="*/ 114300 h 152399"/>
              <a:gd name="connsiteX2" fmla="*/ 152401 w 152401"/>
              <a:gd name="connsiteY2" fmla="*/ 123825 h 152399"/>
              <a:gd name="connsiteX3" fmla="*/ 142876 w 152401"/>
              <a:gd name="connsiteY3" fmla="*/ 133350 h 152399"/>
              <a:gd name="connsiteX4" fmla="*/ 104776 w 152401"/>
              <a:gd name="connsiteY4" fmla="*/ 133350 h 152399"/>
              <a:gd name="connsiteX5" fmla="*/ 95251 w 152401"/>
              <a:gd name="connsiteY5" fmla="*/ 123825 h 152399"/>
              <a:gd name="connsiteX6" fmla="*/ 104776 w 152401"/>
              <a:gd name="connsiteY6" fmla="*/ 114300 h 152399"/>
              <a:gd name="connsiteX7" fmla="*/ 11488 w 152401"/>
              <a:gd name="connsiteY7" fmla="*/ 304 h 152399"/>
              <a:gd name="connsiteX8" fmla="*/ 89131 w 152401"/>
              <a:gd name="connsiteY8" fmla="*/ 26432 h 152399"/>
              <a:gd name="connsiteX9" fmla="*/ 150845 w 152401"/>
              <a:gd name="connsiteY9" fmla="*/ 71002 h 152399"/>
              <a:gd name="connsiteX10" fmla="*/ 119986 w 152401"/>
              <a:gd name="connsiteY10" fmla="*/ 80047 h 152399"/>
              <a:gd name="connsiteX11" fmla="*/ 89131 w 152401"/>
              <a:gd name="connsiteY11" fmla="*/ 89092 h 152399"/>
              <a:gd name="connsiteX12" fmla="*/ 80083 w 152401"/>
              <a:gd name="connsiteY12" fmla="*/ 119968 h 152399"/>
              <a:gd name="connsiteX13" fmla="*/ 71035 w 152401"/>
              <a:gd name="connsiteY13" fmla="*/ 150847 h 152399"/>
              <a:gd name="connsiteX14" fmla="*/ 26431 w 152401"/>
              <a:gd name="connsiteY14" fmla="*/ 89092 h 152399"/>
              <a:gd name="connsiteX15" fmla="*/ 1301 w 152401"/>
              <a:gd name="connsiteY15" fmla="*/ 1300 h 152399"/>
              <a:gd name="connsiteX16" fmla="*/ 11488 w 152401"/>
              <a:gd name="connsiteY16" fmla="*/ 304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399">
                <a:moveTo>
                  <a:pt x="104776" y="114300"/>
                </a:moveTo>
                <a:lnTo>
                  <a:pt x="142876" y="114300"/>
                </a:lnTo>
                <a:cubicBezTo>
                  <a:pt x="148137" y="114300"/>
                  <a:pt x="152401" y="118564"/>
                  <a:pt x="152401" y="123825"/>
                </a:cubicBezTo>
                <a:cubicBezTo>
                  <a:pt x="152401" y="129086"/>
                  <a:pt x="148137" y="133350"/>
                  <a:pt x="142876" y="133350"/>
                </a:cubicBezTo>
                <a:lnTo>
                  <a:pt x="104776" y="133350"/>
                </a:lnTo>
                <a:cubicBezTo>
                  <a:pt x="99515" y="133350"/>
                  <a:pt x="95251" y="129086"/>
                  <a:pt x="95251" y="123825"/>
                </a:cubicBezTo>
                <a:cubicBezTo>
                  <a:pt x="95251" y="118564"/>
                  <a:pt x="99515" y="114300"/>
                  <a:pt x="104776" y="114300"/>
                </a:cubicBezTo>
                <a:close/>
                <a:moveTo>
                  <a:pt x="11488" y="304"/>
                </a:moveTo>
                <a:cubicBezTo>
                  <a:pt x="27337" y="2128"/>
                  <a:pt x="58429" y="12018"/>
                  <a:pt x="89131" y="26432"/>
                </a:cubicBezTo>
                <a:cubicBezTo>
                  <a:pt x="128187" y="44767"/>
                  <a:pt x="159892" y="61958"/>
                  <a:pt x="150845" y="71002"/>
                </a:cubicBezTo>
                <a:cubicBezTo>
                  <a:pt x="146320" y="75525"/>
                  <a:pt x="133153" y="77786"/>
                  <a:pt x="119986" y="80047"/>
                </a:cubicBezTo>
                <a:cubicBezTo>
                  <a:pt x="106821" y="82308"/>
                  <a:pt x="93656" y="84570"/>
                  <a:pt x="89131" y="89092"/>
                </a:cubicBezTo>
                <a:cubicBezTo>
                  <a:pt x="84608" y="93614"/>
                  <a:pt x="82346" y="106791"/>
                  <a:pt x="80083" y="119968"/>
                </a:cubicBezTo>
                <a:cubicBezTo>
                  <a:pt x="77821" y="133147"/>
                  <a:pt x="75559" y="146325"/>
                  <a:pt x="71035" y="150847"/>
                </a:cubicBezTo>
                <a:cubicBezTo>
                  <a:pt x="61986" y="159891"/>
                  <a:pt x="44775" y="128129"/>
                  <a:pt x="26431" y="89092"/>
                </a:cubicBezTo>
                <a:cubicBezTo>
                  <a:pt x="7204" y="48174"/>
                  <a:pt x="-3962" y="6563"/>
                  <a:pt x="1301" y="1300"/>
                </a:cubicBezTo>
                <a:cubicBezTo>
                  <a:pt x="2617" y="-16"/>
                  <a:pt x="6206" y="-304"/>
                  <a:pt x="11488" y="304"/>
                </a:cubicBezTo>
                <a:close/>
              </a:path>
            </a:pathLst>
          </a:custGeom>
          <a:solidFill>
            <a:srgbClr val="000000"/>
          </a:solidFill>
          <a:ln w="9525" cap="flat">
            <a:noFill/>
            <a:prstDash val="solid"/>
            <a:miter/>
          </a:ln>
        </p:spPr>
        <p:txBody>
          <a:bodyPr rtlCol="0" anchor="ctr"/>
          <a:lstStyle/>
          <a:p>
            <a:endParaRPr lang="ru-RU"/>
          </a:p>
        </p:txBody>
      </p:sp>
      <p:sp>
        <p:nvSpPr>
          <p:cNvPr id="1357" name="Полилиния: фигура 1356">
            <a:extLst>
              <a:ext uri="{FF2B5EF4-FFF2-40B4-BE49-F238E27FC236}">
                <a16:creationId xmlns:a16="http://schemas.microsoft.com/office/drawing/2014/main" id="{112BF69E-729F-E69C-7AD3-EF8E1B1C5A75}"/>
              </a:ext>
            </a:extLst>
          </p:cNvPr>
          <p:cNvSpPr/>
          <p:nvPr/>
        </p:nvSpPr>
        <p:spPr>
          <a:xfrm>
            <a:off x="2318389" y="1955982"/>
            <a:ext cx="180975" cy="152400"/>
          </a:xfrm>
          <a:custGeom>
            <a:avLst/>
            <a:gdLst>
              <a:gd name="connsiteX0" fmla="*/ 19050 w 180975"/>
              <a:gd name="connsiteY0" fmla="*/ 66675 h 152400"/>
              <a:gd name="connsiteX1" fmla="*/ 37881 w 180975"/>
              <a:gd name="connsiteY1" fmla="*/ 82080 h 152400"/>
              <a:gd name="connsiteX2" fmla="*/ 38100 w 180975"/>
              <a:gd name="connsiteY2" fmla="*/ 85725 h 152400"/>
              <a:gd name="connsiteX3" fmla="*/ 42863 w 180975"/>
              <a:gd name="connsiteY3" fmla="*/ 90488 h 152400"/>
              <a:gd name="connsiteX4" fmla="*/ 47625 w 180975"/>
              <a:gd name="connsiteY4" fmla="*/ 85725 h 152400"/>
              <a:gd name="connsiteX5" fmla="*/ 48816 w 180975"/>
              <a:gd name="connsiteY5" fmla="*/ 77391 h 152400"/>
              <a:gd name="connsiteX6" fmla="*/ 57150 w 180975"/>
              <a:gd name="connsiteY6" fmla="*/ 76200 h 152400"/>
              <a:gd name="connsiteX7" fmla="*/ 114300 w 180975"/>
              <a:gd name="connsiteY7" fmla="*/ 101403 h 152400"/>
              <a:gd name="connsiteX8" fmla="*/ 104775 w 180975"/>
              <a:gd name="connsiteY8" fmla="*/ 104775 h 152400"/>
              <a:gd name="connsiteX9" fmla="*/ 80963 w 180975"/>
              <a:gd name="connsiteY9" fmla="*/ 104775 h 152400"/>
              <a:gd name="connsiteX10" fmla="*/ 76200 w 180975"/>
              <a:gd name="connsiteY10" fmla="*/ 109538 h 152400"/>
              <a:gd name="connsiteX11" fmla="*/ 80970 w 180975"/>
              <a:gd name="connsiteY11" fmla="*/ 114300 h 152400"/>
              <a:gd name="connsiteX12" fmla="*/ 105106 w 180975"/>
              <a:gd name="connsiteY12" fmla="*/ 114300 h 152400"/>
              <a:gd name="connsiteX13" fmla="*/ 113733 w 180975"/>
              <a:gd name="connsiteY13" fmla="*/ 113951 h 152400"/>
              <a:gd name="connsiteX14" fmla="*/ 121087 w 180975"/>
              <a:gd name="connsiteY14" fmla="*/ 110014 h 152400"/>
              <a:gd name="connsiteX15" fmla="*/ 138571 w 180975"/>
              <a:gd name="connsiteY15" fmla="*/ 100860 h 152400"/>
              <a:gd name="connsiteX16" fmla="*/ 180975 w 180975"/>
              <a:gd name="connsiteY16" fmla="*/ 104775 h 152400"/>
              <a:gd name="connsiteX17" fmla="*/ 85725 w 180975"/>
              <a:gd name="connsiteY17" fmla="*/ 152400 h 152400"/>
              <a:gd name="connsiteX18" fmla="*/ 36556 w 180975"/>
              <a:gd name="connsiteY18" fmla="*/ 144986 h 152400"/>
              <a:gd name="connsiteX19" fmla="*/ 19050 w 180975"/>
              <a:gd name="connsiteY19" fmla="*/ 152400 h 152400"/>
              <a:gd name="connsiteX20" fmla="*/ 0 w 180975"/>
              <a:gd name="connsiteY20" fmla="*/ 123825 h 152400"/>
              <a:gd name="connsiteX21" fmla="*/ 0 w 180975"/>
              <a:gd name="connsiteY21" fmla="*/ 95250 h 152400"/>
              <a:gd name="connsiteX22" fmla="*/ 19050 w 180975"/>
              <a:gd name="connsiteY22" fmla="*/ 66675 h 152400"/>
              <a:gd name="connsiteX23" fmla="*/ 87457 w 180975"/>
              <a:gd name="connsiteY23" fmla="*/ 0 h 152400"/>
              <a:gd name="connsiteX24" fmla="*/ 104775 w 180975"/>
              <a:gd name="connsiteY24" fmla="*/ 9118 h 152400"/>
              <a:gd name="connsiteX25" fmla="*/ 122093 w 180975"/>
              <a:gd name="connsiteY25" fmla="*/ 0 h 152400"/>
              <a:gd name="connsiteX26" fmla="*/ 142875 w 180975"/>
              <a:gd name="connsiteY26" fmla="*/ 21305 h 152400"/>
              <a:gd name="connsiteX27" fmla="*/ 124256 w 180975"/>
              <a:gd name="connsiteY27" fmla="*/ 56036 h 152400"/>
              <a:gd name="connsiteX28" fmla="*/ 111817 w 180975"/>
              <a:gd name="connsiteY28" fmla="*/ 64385 h 152400"/>
              <a:gd name="connsiteX29" fmla="*/ 104775 w 180975"/>
              <a:gd name="connsiteY29" fmla="*/ 66675 h 152400"/>
              <a:gd name="connsiteX30" fmla="*/ 97719 w 180975"/>
              <a:gd name="connsiteY30" fmla="*/ 64386 h 152400"/>
              <a:gd name="connsiteX31" fmla="*/ 85279 w 180975"/>
              <a:gd name="connsiteY31" fmla="*/ 56035 h 152400"/>
              <a:gd name="connsiteX32" fmla="*/ 66675 w 180975"/>
              <a:gd name="connsiteY32" fmla="*/ 21305 h 152400"/>
              <a:gd name="connsiteX33" fmla="*/ 87457 w 180975"/>
              <a:gd name="connsiteY3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0975" h="152400">
                <a:moveTo>
                  <a:pt x="19050" y="66675"/>
                </a:moveTo>
                <a:cubicBezTo>
                  <a:pt x="33801" y="66675"/>
                  <a:pt x="37130" y="69833"/>
                  <a:pt x="37881" y="82080"/>
                </a:cubicBezTo>
                <a:cubicBezTo>
                  <a:pt x="38036" y="82995"/>
                  <a:pt x="38100" y="84190"/>
                  <a:pt x="38100" y="85725"/>
                </a:cubicBezTo>
                <a:cubicBezTo>
                  <a:pt x="38100" y="88356"/>
                  <a:pt x="40233" y="90488"/>
                  <a:pt x="42863" y="90488"/>
                </a:cubicBezTo>
                <a:cubicBezTo>
                  <a:pt x="45493" y="90488"/>
                  <a:pt x="47625" y="88356"/>
                  <a:pt x="47625" y="85725"/>
                </a:cubicBezTo>
                <a:cubicBezTo>
                  <a:pt x="47625" y="80963"/>
                  <a:pt x="47625" y="78581"/>
                  <a:pt x="48816" y="77391"/>
                </a:cubicBezTo>
                <a:cubicBezTo>
                  <a:pt x="50007" y="76200"/>
                  <a:pt x="52388" y="76200"/>
                  <a:pt x="57150" y="76200"/>
                </a:cubicBezTo>
                <a:cubicBezTo>
                  <a:pt x="85725" y="76200"/>
                  <a:pt x="114300" y="83001"/>
                  <a:pt x="114300" y="101403"/>
                </a:cubicBezTo>
                <a:cubicBezTo>
                  <a:pt x="114300" y="104775"/>
                  <a:pt x="109287" y="104775"/>
                  <a:pt x="104775" y="104775"/>
                </a:cubicBezTo>
                <a:lnTo>
                  <a:pt x="80963" y="104775"/>
                </a:lnTo>
                <a:cubicBezTo>
                  <a:pt x="78333" y="104775"/>
                  <a:pt x="76200" y="106908"/>
                  <a:pt x="76200" y="109538"/>
                </a:cubicBezTo>
                <a:cubicBezTo>
                  <a:pt x="76200" y="112168"/>
                  <a:pt x="78340" y="114300"/>
                  <a:pt x="80970" y="114300"/>
                </a:cubicBezTo>
                <a:lnTo>
                  <a:pt x="105106" y="114300"/>
                </a:lnTo>
                <a:cubicBezTo>
                  <a:pt x="108393" y="114301"/>
                  <a:pt x="111372" y="114301"/>
                  <a:pt x="113733" y="113951"/>
                </a:cubicBezTo>
                <a:cubicBezTo>
                  <a:pt x="116309" y="113569"/>
                  <a:pt x="119112" y="112646"/>
                  <a:pt x="121087" y="110014"/>
                </a:cubicBezTo>
                <a:cubicBezTo>
                  <a:pt x="125016" y="104775"/>
                  <a:pt x="128345" y="103056"/>
                  <a:pt x="138571" y="100860"/>
                </a:cubicBezTo>
                <a:cubicBezTo>
                  <a:pt x="158734" y="96531"/>
                  <a:pt x="180975" y="91757"/>
                  <a:pt x="180975" y="104775"/>
                </a:cubicBezTo>
                <a:cubicBezTo>
                  <a:pt x="180975" y="114300"/>
                  <a:pt x="123825" y="152400"/>
                  <a:pt x="85725" y="152400"/>
                </a:cubicBezTo>
                <a:cubicBezTo>
                  <a:pt x="70330" y="152400"/>
                  <a:pt x="49750" y="148253"/>
                  <a:pt x="36556" y="144986"/>
                </a:cubicBezTo>
                <a:cubicBezTo>
                  <a:pt x="34532" y="150706"/>
                  <a:pt x="29855" y="152400"/>
                  <a:pt x="19050" y="152400"/>
                </a:cubicBezTo>
                <a:cubicBezTo>
                  <a:pt x="0" y="152400"/>
                  <a:pt x="0" y="147132"/>
                  <a:pt x="0" y="123825"/>
                </a:cubicBezTo>
                <a:lnTo>
                  <a:pt x="0" y="95250"/>
                </a:lnTo>
                <a:cubicBezTo>
                  <a:pt x="0" y="71942"/>
                  <a:pt x="0" y="66675"/>
                  <a:pt x="19050" y="66675"/>
                </a:cubicBezTo>
                <a:close/>
                <a:moveTo>
                  <a:pt x="87457" y="0"/>
                </a:moveTo>
                <a:cubicBezTo>
                  <a:pt x="94475" y="0"/>
                  <a:pt x="100900" y="3582"/>
                  <a:pt x="104775" y="9118"/>
                </a:cubicBezTo>
                <a:cubicBezTo>
                  <a:pt x="108650" y="3582"/>
                  <a:pt x="115075" y="0"/>
                  <a:pt x="122093" y="0"/>
                </a:cubicBezTo>
                <a:cubicBezTo>
                  <a:pt x="133571" y="0"/>
                  <a:pt x="142875" y="9544"/>
                  <a:pt x="142875" y="21305"/>
                </a:cubicBezTo>
                <a:cubicBezTo>
                  <a:pt x="142875" y="37100"/>
                  <a:pt x="133245" y="48664"/>
                  <a:pt x="124256" y="56036"/>
                </a:cubicBezTo>
                <a:cubicBezTo>
                  <a:pt x="119717" y="59759"/>
                  <a:pt x="115195" y="62538"/>
                  <a:pt x="111817" y="64385"/>
                </a:cubicBezTo>
                <a:cubicBezTo>
                  <a:pt x="109028" y="65910"/>
                  <a:pt x="106901" y="66673"/>
                  <a:pt x="104775" y="66675"/>
                </a:cubicBezTo>
                <a:cubicBezTo>
                  <a:pt x="102644" y="66677"/>
                  <a:pt x="100514" y="65913"/>
                  <a:pt x="97719" y="64386"/>
                </a:cubicBezTo>
                <a:cubicBezTo>
                  <a:pt x="94338" y="62538"/>
                  <a:pt x="89818" y="59759"/>
                  <a:pt x="85279" y="56035"/>
                </a:cubicBezTo>
                <a:cubicBezTo>
                  <a:pt x="76294" y="48662"/>
                  <a:pt x="66675" y="37099"/>
                  <a:pt x="66675" y="21305"/>
                </a:cubicBezTo>
                <a:cubicBezTo>
                  <a:pt x="66675" y="9544"/>
                  <a:pt x="75979" y="0"/>
                  <a:pt x="87457" y="0"/>
                </a:cubicBezTo>
                <a:close/>
              </a:path>
            </a:pathLst>
          </a:custGeom>
          <a:solidFill>
            <a:srgbClr val="000000"/>
          </a:solidFill>
          <a:ln w="9525" cap="flat">
            <a:noFill/>
            <a:prstDash val="solid"/>
            <a:miter/>
          </a:ln>
        </p:spPr>
        <p:txBody>
          <a:bodyPr rtlCol="0" anchor="ctr"/>
          <a:lstStyle/>
          <a:p>
            <a:endParaRPr lang="ru-RU"/>
          </a:p>
        </p:txBody>
      </p:sp>
      <p:sp>
        <p:nvSpPr>
          <p:cNvPr id="1358" name="Полилиния: фигура 1357">
            <a:extLst>
              <a:ext uri="{FF2B5EF4-FFF2-40B4-BE49-F238E27FC236}">
                <a16:creationId xmlns:a16="http://schemas.microsoft.com/office/drawing/2014/main" id="{885B1B09-003D-2059-E9F6-7B627AEB3212}"/>
              </a:ext>
            </a:extLst>
          </p:cNvPr>
          <p:cNvSpPr/>
          <p:nvPr/>
        </p:nvSpPr>
        <p:spPr>
          <a:xfrm>
            <a:off x="2327914" y="2496278"/>
            <a:ext cx="180974" cy="171449"/>
          </a:xfrm>
          <a:custGeom>
            <a:avLst/>
            <a:gdLst>
              <a:gd name="connsiteX0" fmla="*/ 164715 w 180974"/>
              <a:gd name="connsiteY0" fmla="*/ 126615 h 171449"/>
              <a:gd name="connsiteX1" fmla="*/ 178185 w 180974"/>
              <a:gd name="connsiteY1" fmla="*/ 126615 h 171449"/>
              <a:gd name="connsiteX2" fmla="*/ 178185 w 180974"/>
              <a:gd name="connsiteY2" fmla="*/ 140085 h 171449"/>
              <a:gd name="connsiteX3" fmla="*/ 149610 w 180974"/>
              <a:gd name="connsiteY3" fmla="*/ 168660 h 171449"/>
              <a:gd name="connsiteX4" fmla="*/ 136140 w 180974"/>
              <a:gd name="connsiteY4" fmla="*/ 168660 h 171449"/>
              <a:gd name="connsiteX5" fmla="*/ 117090 w 180974"/>
              <a:gd name="connsiteY5" fmla="*/ 149610 h 171449"/>
              <a:gd name="connsiteX6" fmla="*/ 117090 w 180974"/>
              <a:gd name="connsiteY6" fmla="*/ 136140 h 171449"/>
              <a:gd name="connsiteX7" fmla="*/ 130560 w 180974"/>
              <a:gd name="connsiteY7" fmla="*/ 136140 h 171449"/>
              <a:gd name="connsiteX8" fmla="*/ 142875 w 180974"/>
              <a:gd name="connsiteY8" fmla="*/ 148455 h 171449"/>
              <a:gd name="connsiteX9" fmla="*/ 33338 w 180974"/>
              <a:gd name="connsiteY9" fmla="*/ 104774 h 171449"/>
              <a:gd name="connsiteX10" fmla="*/ 46759 w 180974"/>
              <a:gd name="connsiteY10" fmla="*/ 108331 h 171449"/>
              <a:gd name="connsiteX11" fmla="*/ 76200 w 180974"/>
              <a:gd name="connsiteY11" fmla="*/ 114299 h 171449"/>
              <a:gd name="connsiteX12" fmla="*/ 105616 w 180974"/>
              <a:gd name="connsiteY12" fmla="*/ 108323 h 171449"/>
              <a:gd name="connsiteX13" fmla="*/ 119063 w 180974"/>
              <a:gd name="connsiteY13" fmla="*/ 104774 h 171449"/>
              <a:gd name="connsiteX14" fmla="*/ 123825 w 180974"/>
              <a:gd name="connsiteY14" fmla="*/ 115600 h 171449"/>
              <a:gd name="connsiteX15" fmla="*/ 104775 w 180974"/>
              <a:gd name="connsiteY15" fmla="*/ 142874 h 171449"/>
              <a:gd name="connsiteX16" fmla="*/ 79041 w 180974"/>
              <a:gd name="connsiteY16" fmla="*/ 171424 h 171449"/>
              <a:gd name="connsiteX17" fmla="*/ 76117 w 180974"/>
              <a:gd name="connsiteY17" fmla="*/ 171449 h 171449"/>
              <a:gd name="connsiteX18" fmla="*/ 0 w 180974"/>
              <a:gd name="connsiteY18" fmla="*/ 138112 h 171449"/>
              <a:gd name="connsiteX19" fmla="*/ 33338 w 180974"/>
              <a:gd name="connsiteY19" fmla="*/ 104774 h 171449"/>
              <a:gd name="connsiteX20" fmla="*/ 76200 w 180974"/>
              <a:gd name="connsiteY20" fmla="*/ 0 h 171449"/>
              <a:gd name="connsiteX21" fmla="*/ 123825 w 180974"/>
              <a:gd name="connsiteY21" fmla="*/ 47625 h 171449"/>
              <a:gd name="connsiteX22" fmla="*/ 76200 w 180974"/>
              <a:gd name="connsiteY22" fmla="*/ 95250 h 171449"/>
              <a:gd name="connsiteX23" fmla="*/ 28575 w 180974"/>
              <a:gd name="connsiteY23" fmla="*/ 47625 h 171449"/>
              <a:gd name="connsiteX24" fmla="*/ 76200 w 180974"/>
              <a:gd name="connsiteY24"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974" h="171449">
                <a:moveTo>
                  <a:pt x="164715" y="126615"/>
                </a:moveTo>
                <a:cubicBezTo>
                  <a:pt x="168434" y="122895"/>
                  <a:pt x="174465" y="122895"/>
                  <a:pt x="178185" y="126615"/>
                </a:cubicBezTo>
                <a:cubicBezTo>
                  <a:pt x="181904" y="130334"/>
                  <a:pt x="181904" y="136365"/>
                  <a:pt x="178185" y="140085"/>
                </a:cubicBezTo>
                <a:lnTo>
                  <a:pt x="149610" y="168660"/>
                </a:lnTo>
                <a:cubicBezTo>
                  <a:pt x="145890" y="172379"/>
                  <a:pt x="139859" y="172379"/>
                  <a:pt x="136140" y="168660"/>
                </a:cubicBezTo>
                <a:lnTo>
                  <a:pt x="117090" y="149610"/>
                </a:lnTo>
                <a:cubicBezTo>
                  <a:pt x="113370" y="145890"/>
                  <a:pt x="113370" y="139859"/>
                  <a:pt x="117090" y="136140"/>
                </a:cubicBezTo>
                <a:cubicBezTo>
                  <a:pt x="120809" y="132420"/>
                  <a:pt x="126840" y="132420"/>
                  <a:pt x="130560" y="136140"/>
                </a:cubicBezTo>
                <a:lnTo>
                  <a:pt x="142875" y="148455"/>
                </a:lnTo>
                <a:close/>
                <a:moveTo>
                  <a:pt x="33338" y="104774"/>
                </a:moveTo>
                <a:cubicBezTo>
                  <a:pt x="39244" y="104793"/>
                  <a:pt x="42708" y="106425"/>
                  <a:pt x="46759" y="108331"/>
                </a:cubicBezTo>
                <a:cubicBezTo>
                  <a:pt x="52508" y="111038"/>
                  <a:pt x="59437" y="114299"/>
                  <a:pt x="76200" y="114299"/>
                </a:cubicBezTo>
                <a:cubicBezTo>
                  <a:pt x="92939" y="114299"/>
                  <a:pt x="99872" y="111031"/>
                  <a:pt x="105616" y="108323"/>
                </a:cubicBezTo>
                <a:cubicBezTo>
                  <a:pt x="109678" y="106409"/>
                  <a:pt x="113145" y="104774"/>
                  <a:pt x="119063" y="104774"/>
                </a:cubicBezTo>
                <a:cubicBezTo>
                  <a:pt x="132088" y="104774"/>
                  <a:pt x="130751" y="114299"/>
                  <a:pt x="123825" y="115600"/>
                </a:cubicBezTo>
                <a:cubicBezTo>
                  <a:pt x="109879" y="118220"/>
                  <a:pt x="104775" y="125442"/>
                  <a:pt x="104775" y="142874"/>
                </a:cubicBezTo>
                <a:cubicBezTo>
                  <a:pt x="104775" y="165707"/>
                  <a:pt x="100396" y="171025"/>
                  <a:pt x="79041" y="171424"/>
                </a:cubicBezTo>
                <a:cubicBezTo>
                  <a:pt x="78076" y="171440"/>
                  <a:pt x="7710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rgbClr val="000000"/>
          </a:solidFill>
          <a:ln w="9525" cap="flat">
            <a:noFill/>
            <a:prstDash val="solid"/>
            <a:miter/>
          </a:ln>
        </p:spPr>
        <p:txBody>
          <a:bodyPr rtlCol="0" anchor="ctr"/>
          <a:lstStyle/>
          <a:p>
            <a:endParaRPr lang="ru-RU"/>
          </a:p>
        </p:txBody>
      </p:sp>
      <p:sp>
        <p:nvSpPr>
          <p:cNvPr id="915" name="Рисунок 531">
            <a:extLst>
              <a:ext uri="{FF2B5EF4-FFF2-40B4-BE49-F238E27FC236}">
                <a16:creationId xmlns:a16="http://schemas.microsoft.com/office/drawing/2014/main" id="{52EC910E-E5D5-2A26-A680-2411EEF00E8F}"/>
              </a:ext>
            </a:extLst>
          </p:cNvPr>
          <p:cNvSpPr/>
          <p:nvPr/>
        </p:nvSpPr>
        <p:spPr>
          <a:xfrm>
            <a:off x="2318389" y="3055623"/>
            <a:ext cx="171450" cy="152400"/>
          </a:xfrm>
          <a:custGeom>
            <a:avLst/>
            <a:gdLst>
              <a:gd name="connsiteX0" fmla="*/ 66675 w 171450"/>
              <a:gd name="connsiteY0" fmla="*/ 0 h 152400"/>
              <a:gd name="connsiteX1" fmla="*/ 0 w 171450"/>
              <a:gd name="connsiteY1" fmla="*/ 71438 h 152400"/>
              <a:gd name="connsiteX2" fmla="*/ 19050 w 171450"/>
              <a:gd name="connsiteY2" fmla="*/ 152400 h 152400"/>
              <a:gd name="connsiteX3" fmla="*/ 47625 w 171450"/>
              <a:gd name="connsiteY3" fmla="*/ 133350 h 152400"/>
              <a:gd name="connsiteX4" fmla="*/ 104775 w 171450"/>
              <a:gd name="connsiteY4" fmla="*/ 133350 h 152400"/>
              <a:gd name="connsiteX5" fmla="*/ 171450 w 171450"/>
              <a:gd name="connsiteY5" fmla="*/ 71438 h 152400"/>
              <a:gd name="connsiteX6" fmla="*/ 104775 w 171450"/>
              <a:gd name="connsiteY6" fmla="*/ 0 h 152400"/>
              <a:gd name="connsiteX7" fmla="*/ 66675 w 171450"/>
              <a:gd name="connsiteY7" fmla="*/ 0 h 152400"/>
              <a:gd name="connsiteX8" fmla="*/ 121035 w 171450"/>
              <a:gd name="connsiteY8" fmla="*/ 54360 h 152400"/>
              <a:gd name="connsiteX9" fmla="*/ 121035 w 171450"/>
              <a:gd name="connsiteY9" fmla="*/ 40890 h 152400"/>
              <a:gd name="connsiteX10" fmla="*/ 107565 w 171450"/>
              <a:gd name="connsiteY10" fmla="*/ 40890 h 152400"/>
              <a:gd name="connsiteX11" fmla="*/ 76200 w 171450"/>
              <a:gd name="connsiteY11" fmla="*/ 72255 h 152400"/>
              <a:gd name="connsiteX12" fmla="*/ 63885 w 171450"/>
              <a:gd name="connsiteY12" fmla="*/ 59940 h 152400"/>
              <a:gd name="connsiteX13" fmla="*/ 50415 w 171450"/>
              <a:gd name="connsiteY13" fmla="*/ 59940 h 152400"/>
              <a:gd name="connsiteX14" fmla="*/ 50415 w 171450"/>
              <a:gd name="connsiteY14" fmla="*/ 73410 h 152400"/>
              <a:gd name="connsiteX15" fmla="*/ 69465 w 171450"/>
              <a:gd name="connsiteY15" fmla="*/ 92460 h 152400"/>
              <a:gd name="connsiteX16" fmla="*/ 82935 w 171450"/>
              <a:gd name="connsiteY16" fmla="*/ 92460 h 152400"/>
              <a:gd name="connsiteX17" fmla="*/ 121035 w 171450"/>
              <a:gd name="connsiteY17" fmla="*/ 5436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52400">
                <a:moveTo>
                  <a:pt x="66675" y="0"/>
                </a:moveTo>
                <a:cubicBezTo>
                  <a:pt x="9525" y="0"/>
                  <a:pt x="0" y="14288"/>
                  <a:pt x="0" y="71438"/>
                </a:cubicBezTo>
                <a:cubicBezTo>
                  <a:pt x="0" y="100013"/>
                  <a:pt x="0" y="152400"/>
                  <a:pt x="19050" y="152400"/>
                </a:cubicBezTo>
                <a:cubicBezTo>
                  <a:pt x="30273" y="152400"/>
                  <a:pt x="41037" y="143116"/>
                  <a:pt x="47625" y="133350"/>
                </a:cubicBezTo>
                <a:lnTo>
                  <a:pt x="104775" y="133350"/>
                </a:lnTo>
                <a:cubicBezTo>
                  <a:pt x="161925" y="133350"/>
                  <a:pt x="171450" y="127029"/>
                  <a:pt x="171450" y="71438"/>
                </a:cubicBezTo>
                <a:cubicBezTo>
                  <a:pt x="171450" y="14288"/>
                  <a:pt x="161925" y="0"/>
                  <a:pt x="104775" y="0"/>
                </a:cubicBezTo>
                <a:lnTo>
                  <a:pt x="66675" y="0"/>
                </a:lnTo>
                <a:close/>
                <a:moveTo>
                  <a:pt x="121035" y="54360"/>
                </a:moveTo>
                <a:cubicBezTo>
                  <a:pt x="124755" y="50640"/>
                  <a:pt x="124755" y="44610"/>
                  <a:pt x="121035" y="40890"/>
                </a:cubicBezTo>
                <a:cubicBezTo>
                  <a:pt x="117316" y="37170"/>
                  <a:pt x="111284" y="37170"/>
                  <a:pt x="107565" y="40890"/>
                </a:cubicBezTo>
                <a:lnTo>
                  <a:pt x="76200" y="72255"/>
                </a:lnTo>
                <a:lnTo>
                  <a:pt x="63885" y="59940"/>
                </a:lnTo>
                <a:cubicBezTo>
                  <a:pt x="60165" y="56220"/>
                  <a:pt x="54135" y="56220"/>
                  <a:pt x="50415" y="59940"/>
                </a:cubicBezTo>
                <a:cubicBezTo>
                  <a:pt x="46695" y="63659"/>
                  <a:pt x="46695" y="69691"/>
                  <a:pt x="50415" y="73410"/>
                </a:cubicBezTo>
                <a:lnTo>
                  <a:pt x="69465" y="92460"/>
                </a:lnTo>
                <a:cubicBezTo>
                  <a:pt x="73184" y="96180"/>
                  <a:pt x="79216" y="96180"/>
                  <a:pt x="82935" y="92460"/>
                </a:cubicBezTo>
                <a:lnTo>
                  <a:pt x="121035" y="54360"/>
                </a:lnTo>
                <a:close/>
              </a:path>
            </a:pathLst>
          </a:custGeom>
          <a:solidFill>
            <a:srgbClr val="000000"/>
          </a:solidFill>
          <a:ln w="9525" cap="flat">
            <a:noFill/>
            <a:prstDash val="solid"/>
            <a:miter/>
          </a:ln>
        </p:spPr>
        <p:txBody>
          <a:bodyPr rtlCol="0" anchor="ctr"/>
          <a:lstStyle/>
          <a:p>
            <a:endParaRPr lang="ru-RU"/>
          </a:p>
        </p:txBody>
      </p:sp>
      <p:sp>
        <p:nvSpPr>
          <p:cNvPr id="1375" name="Полилиния: фигура 1374">
            <a:extLst>
              <a:ext uri="{FF2B5EF4-FFF2-40B4-BE49-F238E27FC236}">
                <a16:creationId xmlns:a16="http://schemas.microsoft.com/office/drawing/2014/main" id="{7C95B758-7BBB-0482-766A-B0EF75201638}"/>
              </a:ext>
            </a:extLst>
          </p:cNvPr>
          <p:cNvSpPr/>
          <p:nvPr/>
        </p:nvSpPr>
        <p:spPr>
          <a:xfrm>
            <a:off x="2318389" y="4600117"/>
            <a:ext cx="171449" cy="171449"/>
          </a:xfrm>
          <a:custGeom>
            <a:avLst/>
            <a:gdLst>
              <a:gd name="connsiteX0" fmla="*/ 17249 w 171449"/>
              <a:gd name="connsiteY0" fmla="*/ 74330 h 171449"/>
              <a:gd name="connsiteX1" fmla="*/ 24112 w 171449"/>
              <a:gd name="connsiteY1" fmla="*/ 85724 h 171449"/>
              <a:gd name="connsiteX2" fmla="*/ 37117 w 171449"/>
              <a:gd name="connsiteY2" fmla="*/ 105756 h 171449"/>
              <a:gd name="connsiteX3" fmla="*/ 85725 w 171449"/>
              <a:gd name="connsiteY3" fmla="*/ 123823 h 171449"/>
              <a:gd name="connsiteX4" fmla="*/ 100013 w 171449"/>
              <a:gd name="connsiteY4" fmla="*/ 122676 h 171449"/>
              <a:gd name="connsiteX5" fmla="*/ 112905 w 171449"/>
              <a:gd name="connsiteY5" fmla="*/ 129092 h 171449"/>
              <a:gd name="connsiteX6" fmla="*/ 112846 w 171449"/>
              <a:gd name="connsiteY6" fmla="*/ 129378 h 171449"/>
              <a:gd name="connsiteX7" fmla="*/ 89637 w 171449"/>
              <a:gd name="connsiteY7" fmla="*/ 163437 h 171449"/>
              <a:gd name="connsiteX8" fmla="*/ 85725 w 171449"/>
              <a:gd name="connsiteY8" fmla="*/ 165527 h 171449"/>
              <a:gd name="connsiteX9" fmla="*/ 57150 w 171449"/>
              <a:gd name="connsiteY9" fmla="*/ 171448 h 171449"/>
              <a:gd name="connsiteX10" fmla="*/ 0 w 171449"/>
              <a:gd name="connsiteY10" fmla="*/ 114298 h 171449"/>
              <a:gd name="connsiteX11" fmla="*/ 9525 w 171449"/>
              <a:gd name="connsiteY11" fmla="*/ 79419 h 171449"/>
              <a:gd name="connsiteX12" fmla="*/ 17249 w 171449"/>
              <a:gd name="connsiteY12" fmla="*/ 74330 h 171449"/>
              <a:gd name="connsiteX13" fmla="*/ 155096 w 171449"/>
              <a:gd name="connsiteY13" fmla="*/ 72958 h 171449"/>
              <a:gd name="connsiteX14" fmla="*/ 161924 w 171449"/>
              <a:gd name="connsiteY14" fmla="*/ 79419 h 171449"/>
              <a:gd name="connsiteX15" fmla="*/ 171449 w 171449"/>
              <a:gd name="connsiteY15" fmla="*/ 114299 h 171449"/>
              <a:gd name="connsiteX16" fmla="*/ 114299 w 171449"/>
              <a:gd name="connsiteY16" fmla="*/ 171449 h 171449"/>
              <a:gd name="connsiteX17" fmla="*/ 106715 w 171449"/>
              <a:gd name="connsiteY17" fmla="*/ 161924 h 171449"/>
              <a:gd name="connsiteX18" fmla="*/ 123329 w 171449"/>
              <a:gd name="connsiteY18" fmla="*/ 123823 h 171449"/>
              <a:gd name="connsiteX19" fmla="*/ 134332 w 171449"/>
              <a:gd name="connsiteY19" fmla="*/ 105757 h 171449"/>
              <a:gd name="connsiteX20" fmla="*/ 149008 w 171449"/>
              <a:gd name="connsiteY20" fmla="*/ 80962 h 171449"/>
              <a:gd name="connsiteX21" fmla="*/ 155096 w 171449"/>
              <a:gd name="connsiteY21" fmla="*/ 72958 h 171449"/>
              <a:gd name="connsiteX22" fmla="*/ 85725 w 171449"/>
              <a:gd name="connsiteY22" fmla="*/ 0 h 171449"/>
              <a:gd name="connsiteX23" fmla="*/ 142875 w 171449"/>
              <a:gd name="connsiteY23" fmla="*/ 57150 h 171449"/>
              <a:gd name="connsiteX24" fmla="*/ 142672 w 171449"/>
              <a:gd name="connsiteY24" fmla="*/ 62976 h 171449"/>
              <a:gd name="connsiteX25" fmla="*/ 114692 w 171449"/>
              <a:gd name="connsiteY25" fmla="*/ 108187 h 171449"/>
              <a:gd name="connsiteX26" fmla="*/ 110648 w 171449"/>
              <a:gd name="connsiteY26" fmla="*/ 109964 h 171449"/>
              <a:gd name="connsiteX27" fmla="*/ 110621 w 171449"/>
              <a:gd name="connsiteY27" fmla="*/ 109975 h 171449"/>
              <a:gd name="connsiteX28" fmla="*/ 85725 w 171449"/>
              <a:gd name="connsiteY28" fmla="*/ 114300 h 171449"/>
              <a:gd name="connsiteX29" fmla="*/ 28575 w 171449"/>
              <a:gd name="connsiteY29" fmla="*/ 57150 h 171449"/>
              <a:gd name="connsiteX30" fmla="*/ 85725 w 171449"/>
              <a:gd name="connsiteY30"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449" h="171449">
                <a:moveTo>
                  <a:pt x="17249" y="74330"/>
                </a:moveTo>
                <a:cubicBezTo>
                  <a:pt x="19491" y="75458"/>
                  <a:pt x="21590" y="79332"/>
                  <a:pt x="24112" y="85724"/>
                </a:cubicBezTo>
                <a:cubicBezTo>
                  <a:pt x="27117" y="93343"/>
                  <a:pt x="31456" y="100095"/>
                  <a:pt x="37117" y="105756"/>
                </a:cubicBezTo>
                <a:cubicBezTo>
                  <a:pt x="49125" y="117763"/>
                  <a:pt x="66039" y="123823"/>
                  <a:pt x="85725" y="123823"/>
                </a:cubicBezTo>
                <a:cubicBezTo>
                  <a:pt x="90674" y="123823"/>
                  <a:pt x="95448" y="123440"/>
                  <a:pt x="100013" y="122676"/>
                </a:cubicBezTo>
                <a:cubicBezTo>
                  <a:pt x="110937" y="120849"/>
                  <a:pt x="114300" y="122108"/>
                  <a:pt x="112905" y="129092"/>
                </a:cubicBezTo>
                <a:cubicBezTo>
                  <a:pt x="112886" y="129188"/>
                  <a:pt x="112866" y="129283"/>
                  <a:pt x="112846" y="129378"/>
                </a:cubicBezTo>
                <a:cubicBezTo>
                  <a:pt x="109726" y="144640"/>
                  <a:pt x="101678" y="156304"/>
                  <a:pt x="89637" y="163437"/>
                </a:cubicBezTo>
                <a:cubicBezTo>
                  <a:pt x="88376" y="164184"/>
                  <a:pt x="87072" y="164880"/>
                  <a:pt x="85725" y="165527"/>
                </a:cubicBezTo>
                <a:cubicBezTo>
                  <a:pt x="77655" y="169398"/>
                  <a:pt x="68053" y="171448"/>
                  <a:pt x="57150" y="171448"/>
                </a:cubicBezTo>
                <a:cubicBezTo>
                  <a:pt x="21690" y="171448"/>
                  <a:pt x="0" y="149758"/>
                  <a:pt x="0" y="114298"/>
                </a:cubicBezTo>
                <a:cubicBezTo>
                  <a:pt x="0" y="100397"/>
                  <a:pt x="3334" y="88610"/>
                  <a:pt x="9525" y="79419"/>
                </a:cubicBezTo>
                <a:cubicBezTo>
                  <a:pt x="12620" y="74823"/>
                  <a:pt x="15006" y="73203"/>
                  <a:pt x="17249" y="74330"/>
                </a:cubicBezTo>
                <a:close/>
                <a:moveTo>
                  <a:pt x="155096" y="72958"/>
                </a:moveTo>
                <a:cubicBezTo>
                  <a:pt x="157258" y="73215"/>
                  <a:pt x="159543" y="75883"/>
                  <a:pt x="161924" y="79419"/>
                </a:cubicBezTo>
                <a:cubicBezTo>
                  <a:pt x="168115" y="88610"/>
                  <a:pt x="171449" y="100396"/>
                  <a:pt x="171449" y="114299"/>
                </a:cubicBezTo>
                <a:cubicBezTo>
                  <a:pt x="171449" y="149759"/>
                  <a:pt x="149759" y="171449"/>
                  <a:pt x="114299" y="171449"/>
                </a:cubicBezTo>
                <a:cubicBezTo>
                  <a:pt x="98638" y="171449"/>
                  <a:pt x="103284" y="165526"/>
                  <a:pt x="106715" y="161924"/>
                </a:cubicBezTo>
                <a:cubicBezTo>
                  <a:pt x="116133" y="152038"/>
                  <a:pt x="121711" y="138957"/>
                  <a:pt x="123329" y="123823"/>
                </a:cubicBezTo>
                <a:cubicBezTo>
                  <a:pt x="124428" y="113543"/>
                  <a:pt x="126701" y="113388"/>
                  <a:pt x="134332" y="105757"/>
                </a:cubicBezTo>
                <a:cubicBezTo>
                  <a:pt x="141146" y="98942"/>
                  <a:pt x="146045" y="90547"/>
                  <a:pt x="149008" y="80962"/>
                </a:cubicBezTo>
                <a:cubicBezTo>
                  <a:pt x="150896" y="74854"/>
                  <a:pt x="152935" y="72700"/>
                  <a:pt x="155096" y="72958"/>
                </a:cubicBezTo>
                <a:close/>
                <a:moveTo>
                  <a:pt x="85725" y="0"/>
                </a:moveTo>
                <a:cubicBezTo>
                  <a:pt x="121185" y="0"/>
                  <a:pt x="142875" y="21690"/>
                  <a:pt x="142875" y="57150"/>
                </a:cubicBezTo>
                <a:cubicBezTo>
                  <a:pt x="142875" y="59136"/>
                  <a:pt x="142807" y="61078"/>
                  <a:pt x="142672" y="62976"/>
                </a:cubicBezTo>
                <a:cubicBezTo>
                  <a:pt x="141154" y="84379"/>
                  <a:pt x="131162" y="100114"/>
                  <a:pt x="114692" y="108187"/>
                </a:cubicBezTo>
                <a:cubicBezTo>
                  <a:pt x="113385" y="108828"/>
                  <a:pt x="112037" y="109420"/>
                  <a:pt x="110648" y="109964"/>
                </a:cubicBezTo>
                <a:lnTo>
                  <a:pt x="110621" y="109975"/>
                </a:lnTo>
                <a:cubicBezTo>
                  <a:pt x="103363" y="112810"/>
                  <a:pt x="95017" y="114300"/>
                  <a:pt x="85725" y="114300"/>
                </a:cubicBezTo>
                <a:cubicBezTo>
                  <a:pt x="50265" y="114300"/>
                  <a:pt x="28575" y="92610"/>
                  <a:pt x="28575" y="57150"/>
                </a:cubicBezTo>
                <a:cubicBezTo>
                  <a:pt x="28575" y="21690"/>
                  <a:pt x="50265" y="0"/>
                  <a:pt x="85725" y="0"/>
                </a:cubicBezTo>
                <a:close/>
              </a:path>
            </a:pathLst>
          </a:custGeom>
          <a:solidFill>
            <a:srgbClr val="000000"/>
          </a:solidFill>
          <a:ln w="9525" cap="flat">
            <a:noFill/>
            <a:prstDash val="solid"/>
            <a:miter/>
          </a:ln>
        </p:spPr>
        <p:txBody>
          <a:bodyPr rtlCol="0" anchor="ctr"/>
          <a:lstStyle/>
          <a:p>
            <a:endParaRPr lang="ru-RU"/>
          </a:p>
        </p:txBody>
      </p:sp>
      <p:sp>
        <p:nvSpPr>
          <p:cNvPr id="1385" name="Полилиния: фигура 1384">
            <a:extLst>
              <a:ext uri="{FF2B5EF4-FFF2-40B4-BE49-F238E27FC236}">
                <a16:creationId xmlns:a16="http://schemas.microsoft.com/office/drawing/2014/main" id="{B8DB898C-DDE4-5763-A884-D0BA97E0DF7B}"/>
              </a:ext>
            </a:extLst>
          </p:cNvPr>
          <p:cNvSpPr/>
          <p:nvPr/>
        </p:nvSpPr>
        <p:spPr>
          <a:xfrm>
            <a:off x="2318389" y="5100761"/>
            <a:ext cx="171449" cy="161925"/>
          </a:xfrm>
          <a:custGeom>
            <a:avLst/>
            <a:gdLst>
              <a:gd name="connsiteX0" fmla="*/ 56883 w 171449"/>
              <a:gd name="connsiteY0" fmla="*/ 70354 h 161925"/>
              <a:gd name="connsiteX1" fmla="*/ 47625 w 171449"/>
              <a:gd name="connsiteY1" fmla="*/ 95250 h 161925"/>
              <a:gd name="connsiteX2" fmla="*/ 85725 w 171449"/>
              <a:gd name="connsiteY2" fmla="*/ 133350 h 161925"/>
              <a:gd name="connsiteX3" fmla="*/ 110621 w 171449"/>
              <a:gd name="connsiteY3" fmla="*/ 124092 h 161925"/>
              <a:gd name="connsiteX4" fmla="*/ 97078 w 171449"/>
              <a:gd name="connsiteY4" fmla="*/ 110549 h 161925"/>
              <a:gd name="connsiteX5" fmla="*/ 85725 w 171449"/>
              <a:gd name="connsiteY5" fmla="*/ 114300 h 161925"/>
              <a:gd name="connsiteX6" fmla="*/ 66675 w 171449"/>
              <a:gd name="connsiteY6" fmla="*/ 95250 h 161925"/>
              <a:gd name="connsiteX7" fmla="*/ 70426 w 171449"/>
              <a:gd name="connsiteY7" fmla="*/ 83897 h 161925"/>
              <a:gd name="connsiteX8" fmla="*/ 34758 w 171449"/>
              <a:gd name="connsiteY8" fmla="*/ 48228 h 161925"/>
              <a:gd name="connsiteX9" fmla="*/ 28575 w 171449"/>
              <a:gd name="connsiteY9" fmla="*/ 57150 h 161925"/>
              <a:gd name="connsiteX10" fmla="*/ 38100 w 171449"/>
              <a:gd name="connsiteY10" fmla="*/ 66675 h 161925"/>
              <a:gd name="connsiteX11" fmla="*/ 47022 w 171449"/>
              <a:gd name="connsiteY11" fmla="*/ 60492 h 161925"/>
              <a:gd name="connsiteX12" fmla="*/ 12315 w 171449"/>
              <a:gd name="connsiteY12" fmla="*/ 12315 h 161925"/>
              <a:gd name="connsiteX13" fmla="*/ 25785 w 171449"/>
              <a:gd name="connsiteY13" fmla="*/ 12315 h 161925"/>
              <a:gd name="connsiteX14" fmla="*/ 36848 w 171449"/>
              <a:gd name="connsiteY14" fmla="*/ 23377 h 161925"/>
              <a:gd name="connsiteX15" fmla="*/ 36876 w 171449"/>
              <a:gd name="connsiteY15" fmla="*/ 23370 h 161925"/>
              <a:gd name="connsiteX16" fmla="*/ 72877 w 171449"/>
              <a:gd name="connsiteY16" fmla="*/ 59371 h 161925"/>
              <a:gd name="connsiteX17" fmla="*/ 72850 w 171449"/>
              <a:gd name="connsiteY17" fmla="*/ 59380 h 161925"/>
              <a:gd name="connsiteX18" fmla="*/ 90199 w 171449"/>
              <a:gd name="connsiteY18" fmla="*/ 76729 h 161925"/>
              <a:gd name="connsiteX19" fmla="*/ 90245 w 171449"/>
              <a:gd name="connsiteY19" fmla="*/ 76739 h 161925"/>
              <a:gd name="connsiteX20" fmla="*/ 104236 w 171449"/>
              <a:gd name="connsiteY20" fmla="*/ 90730 h 161925"/>
              <a:gd name="connsiteX21" fmla="*/ 104246 w 171449"/>
              <a:gd name="connsiteY21" fmla="*/ 90776 h 161925"/>
              <a:gd name="connsiteX22" fmla="*/ 121595 w 171449"/>
              <a:gd name="connsiteY22" fmla="*/ 108125 h 161925"/>
              <a:gd name="connsiteX23" fmla="*/ 121604 w 171449"/>
              <a:gd name="connsiteY23" fmla="*/ 108098 h 161925"/>
              <a:gd name="connsiteX24" fmla="*/ 158316 w 171449"/>
              <a:gd name="connsiteY24" fmla="*/ 144810 h 161925"/>
              <a:gd name="connsiteX25" fmla="*/ 158300 w 171449"/>
              <a:gd name="connsiteY25" fmla="*/ 144829 h 161925"/>
              <a:gd name="connsiteX26" fmla="*/ 159135 w 171449"/>
              <a:gd name="connsiteY26" fmla="*/ 145665 h 161925"/>
              <a:gd name="connsiteX27" fmla="*/ 159135 w 171449"/>
              <a:gd name="connsiteY27" fmla="*/ 159135 h 161925"/>
              <a:gd name="connsiteX28" fmla="*/ 145665 w 171449"/>
              <a:gd name="connsiteY28" fmla="*/ 159135 h 161925"/>
              <a:gd name="connsiteX29" fmla="*/ 141868 w 171449"/>
              <a:gd name="connsiteY29" fmla="*/ 155338 h 161925"/>
              <a:gd name="connsiteX30" fmla="*/ 85725 w 171449"/>
              <a:gd name="connsiteY30" fmla="*/ 161925 h 161925"/>
              <a:gd name="connsiteX31" fmla="*/ 0 w 171449"/>
              <a:gd name="connsiteY31" fmla="*/ 90488 h 161925"/>
              <a:gd name="connsiteX32" fmla="*/ 18187 w 171449"/>
              <a:gd name="connsiteY32" fmla="*/ 31657 h 161925"/>
              <a:gd name="connsiteX33" fmla="*/ 12315 w 171449"/>
              <a:gd name="connsiteY33" fmla="*/ 25785 h 161925"/>
              <a:gd name="connsiteX34" fmla="*/ 12315 w 171449"/>
              <a:gd name="connsiteY34" fmla="*/ 12315 h 161925"/>
              <a:gd name="connsiteX35" fmla="*/ 86781 w 171449"/>
              <a:gd name="connsiteY35" fmla="*/ 0 h 161925"/>
              <a:gd name="connsiteX36" fmla="*/ 120643 w 171449"/>
              <a:gd name="connsiteY36" fmla="*/ 20805 h 161925"/>
              <a:gd name="connsiteX37" fmla="*/ 171449 w 171449"/>
              <a:gd name="connsiteY37" fmla="*/ 90488 h 161925"/>
              <a:gd name="connsiteX38" fmla="*/ 167261 w 171449"/>
              <a:gd name="connsiteY38" fmla="*/ 128683 h 161925"/>
              <a:gd name="connsiteX39" fmla="*/ 158299 w 171449"/>
              <a:gd name="connsiteY39" fmla="*/ 131323 h 161925"/>
              <a:gd name="connsiteX40" fmla="*/ 126988 w 171449"/>
              <a:gd name="connsiteY40" fmla="*/ 100013 h 161925"/>
              <a:gd name="connsiteX41" fmla="*/ 123642 w 171449"/>
              <a:gd name="connsiteY41" fmla="*/ 91489 h 161925"/>
              <a:gd name="connsiteX42" fmla="*/ 90244 w 171449"/>
              <a:gd name="connsiteY42" fmla="*/ 57415 h 161925"/>
              <a:gd name="connsiteX43" fmla="*/ 79363 w 171449"/>
              <a:gd name="connsiteY43" fmla="*/ 52388 h 161925"/>
              <a:gd name="connsiteX44" fmla="*/ 55550 w 171449"/>
              <a:gd name="connsiteY44" fmla="*/ 28575 h 161925"/>
              <a:gd name="connsiteX45" fmla="*/ 53003 w 171449"/>
              <a:gd name="connsiteY45" fmla="*/ 20542 h 161925"/>
              <a:gd name="connsiteX46" fmla="*/ 86781 w 171449"/>
              <a:gd name="connsiteY46"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71449" h="161925">
                <a:moveTo>
                  <a:pt x="56883" y="70354"/>
                </a:moveTo>
                <a:cubicBezTo>
                  <a:pt x="51114" y="77032"/>
                  <a:pt x="47625" y="85734"/>
                  <a:pt x="47625" y="95250"/>
                </a:cubicBezTo>
                <a:cubicBezTo>
                  <a:pt x="47625" y="116292"/>
                  <a:pt x="64683" y="133350"/>
                  <a:pt x="85725" y="133350"/>
                </a:cubicBezTo>
                <a:cubicBezTo>
                  <a:pt x="95241" y="133350"/>
                  <a:pt x="103943" y="129861"/>
                  <a:pt x="110621" y="124092"/>
                </a:cubicBezTo>
                <a:lnTo>
                  <a:pt x="97078" y="110549"/>
                </a:lnTo>
                <a:cubicBezTo>
                  <a:pt x="93908" y="112906"/>
                  <a:pt x="89979" y="114300"/>
                  <a:pt x="85725" y="114300"/>
                </a:cubicBezTo>
                <a:cubicBezTo>
                  <a:pt x="75204" y="114300"/>
                  <a:pt x="66675" y="105771"/>
                  <a:pt x="66675" y="95250"/>
                </a:cubicBezTo>
                <a:cubicBezTo>
                  <a:pt x="66675" y="90996"/>
                  <a:pt x="68069" y="87067"/>
                  <a:pt x="70426" y="83897"/>
                </a:cubicBezTo>
                <a:close/>
                <a:moveTo>
                  <a:pt x="34758" y="48228"/>
                </a:moveTo>
                <a:cubicBezTo>
                  <a:pt x="31146" y="49582"/>
                  <a:pt x="28575" y="53066"/>
                  <a:pt x="28575" y="57150"/>
                </a:cubicBezTo>
                <a:cubicBezTo>
                  <a:pt x="28575" y="62411"/>
                  <a:pt x="32840" y="66675"/>
                  <a:pt x="38100" y="66675"/>
                </a:cubicBezTo>
                <a:cubicBezTo>
                  <a:pt x="42184" y="66675"/>
                  <a:pt x="45668" y="64104"/>
                  <a:pt x="47022" y="60492"/>
                </a:cubicBezTo>
                <a:close/>
                <a:moveTo>
                  <a:pt x="12315" y="12315"/>
                </a:moveTo>
                <a:cubicBezTo>
                  <a:pt x="16035" y="8595"/>
                  <a:pt x="22065" y="8595"/>
                  <a:pt x="25785" y="12315"/>
                </a:cubicBezTo>
                <a:lnTo>
                  <a:pt x="36848" y="23377"/>
                </a:lnTo>
                <a:lnTo>
                  <a:pt x="36876" y="23370"/>
                </a:lnTo>
                <a:lnTo>
                  <a:pt x="72877" y="59371"/>
                </a:lnTo>
                <a:lnTo>
                  <a:pt x="72850" y="59380"/>
                </a:lnTo>
                <a:lnTo>
                  <a:pt x="90199" y="76729"/>
                </a:lnTo>
                <a:lnTo>
                  <a:pt x="90245" y="76739"/>
                </a:lnTo>
                <a:lnTo>
                  <a:pt x="104236" y="90730"/>
                </a:lnTo>
                <a:lnTo>
                  <a:pt x="104246" y="90776"/>
                </a:lnTo>
                <a:lnTo>
                  <a:pt x="121595" y="108125"/>
                </a:lnTo>
                <a:lnTo>
                  <a:pt x="121604" y="108098"/>
                </a:lnTo>
                <a:lnTo>
                  <a:pt x="158316" y="144810"/>
                </a:lnTo>
                <a:lnTo>
                  <a:pt x="158300" y="144829"/>
                </a:lnTo>
                <a:lnTo>
                  <a:pt x="159135" y="145665"/>
                </a:lnTo>
                <a:cubicBezTo>
                  <a:pt x="162855" y="149384"/>
                  <a:pt x="162855" y="155416"/>
                  <a:pt x="159135" y="159135"/>
                </a:cubicBezTo>
                <a:cubicBezTo>
                  <a:pt x="155416" y="162855"/>
                  <a:pt x="149384" y="162855"/>
                  <a:pt x="145665" y="159135"/>
                </a:cubicBezTo>
                <a:lnTo>
                  <a:pt x="141868" y="155338"/>
                </a:lnTo>
                <a:cubicBezTo>
                  <a:pt x="129009" y="160148"/>
                  <a:pt x="110922" y="161925"/>
                  <a:pt x="85725" y="161925"/>
                </a:cubicBezTo>
                <a:cubicBezTo>
                  <a:pt x="14288" y="161925"/>
                  <a:pt x="0" y="147638"/>
                  <a:pt x="0" y="90488"/>
                </a:cubicBezTo>
                <a:cubicBezTo>
                  <a:pt x="0" y="60363"/>
                  <a:pt x="3970" y="42148"/>
                  <a:pt x="18187" y="31657"/>
                </a:cubicBezTo>
                <a:lnTo>
                  <a:pt x="12315" y="25785"/>
                </a:lnTo>
                <a:cubicBezTo>
                  <a:pt x="8595" y="22065"/>
                  <a:pt x="8595" y="16035"/>
                  <a:pt x="12315" y="12315"/>
                </a:cubicBezTo>
                <a:close/>
                <a:moveTo>
                  <a:pt x="86781" y="0"/>
                </a:moveTo>
                <a:cubicBezTo>
                  <a:pt x="109689" y="0"/>
                  <a:pt x="116856" y="8996"/>
                  <a:pt x="120643" y="20805"/>
                </a:cubicBezTo>
                <a:cubicBezTo>
                  <a:pt x="162089" y="26054"/>
                  <a:pt x="171449" y="44231"/>
                  <a:pt x="171449" y="90488"/>
                </a:cubicBezTo>
                <a:cubicBezTo>
                  <a:pt x="171449" y="106298"/>
                  <a:pt x="170356" y="118828"/>
                  <a:pt x="167261" y="128683"/>
                </a:cubicBezTo>
                <a:cubicBezTo>
                  <a:pt x="165189" y="135282"/>
                  <a:pt x="162762" y="135787"/>
                  <a:pt x="158299" y="131323"/>
                </a:cubicBezTo>
                <a:cubicBezTo>
                  <a:pt x="156288" y="129312"/>
                  <a:pt x="126988" y="100013"/>
                  <a:pt x="126988" y="100013"/>
                </a:cubicBezTo>
                <a:cubicBezTo>
                  <a:pt x="123654" y="96679"/>
                  <a:pt x="124080" y="95966"/>
                  <a:pt x="123642" y="91489"/>
                </a:cubicBezTo>
                <a:cubicBezTo>
                  <a:pt x="121898" y="73703"/>
                  <a:pt x="107926" y="59505"/>
                  <a:pt x="90244" y="57415"/>
                </a:cubicBezTo>
                <a:cubicBezTo>
                  <a:pt x="84376" y="56722"/>
                  <a:pt x="83887" y="56912"/>
                  <a:pt x="79363" y="52388"/>
                </a:cubicBezTo>
                <a:lnTo>
                  <a:pt x="55550" y="28575"/>
                </a:lnTo>
                <a:cubicBezTo>
                  <a:pt x="51462" y="24486"/>
                  <a:pt x="52387" y="22433"/>
                  <a:pt x="53003" y="20542"/>
                </a:cubicBezTo>
                <a:cubicBezTo>
                  <a:pt x="56813" y="8862"/>
                  <a:pt x="64042" y="0"/>
                  <a:pt x="86781" y="0"/>
                </a:cubicBezTo>
                <a:close/>
              </a:path>
            </a:pathLst>
          </a:custGeom>
          <a:solidFill>
            <a:srgbClr val="000000"/>
          </a:solidFill>
          <a:ln w="9525" cap="flat">
            <a:noFill/>
            <a:prstDash val="solid"/>
            <a:miter/>
          </a:ln>
        </p:spPr>
        <p:txBody>
          <a:bodyPr rtlCol="0" anchor="ctr"/>
          <a:lstStyle/>
          <a:p>
            <a:endParaRPr lang="ru-RU"/>
          </a:p>
        </p:txBody>
      </p:sp>
      <p:sp>
        <p:nvSpPr>
          <p:cNvPr id="923" name="Рисунок 257">
            <a:extLst>
              <a:ext uri="{FF2B5EF4-FFF2-40B4-BE49-F238E27FC236}">
                <a16:creationId xmlns:a16="http://schemas.microsoft.com/office/drawing/2014/main" id="{E3D47018-6489-0C5A-B952-B320448FE0DD}"/>
              </a:ext>
            </a:extLst>
          </p:cNvPr>
          <p:cNvSpPr/>
          <p:nvPr/>
        </p:nvSpPr>
        <p:spPr>
          <a:xfrm>
            <a:off x="2327914" y="5610931"/>
            <a:ext cx="152400" cy="152400"/>
          </a:xfrm>
          <a:custGeom>
            <a:avLst/>
            <a:gdLst>
              <a:gd name="connsiteX0" fmla="*/ 0 w 152400"/>
              <a:gd name="connsiteY0" fmla="*/ 76200 h 152400"/>
              <a:gd name="connsiteX1" fmla="*/ 76200 w 152400"/>
              <a:gd name="connsiteY1" fmla="*/ 0 h 152400"/>
              <a:gd name="connsiteX2" fmla="*/ 152400 w 152400"/>
              <a:gd name="connsiteY2" fmla="*/ 76200 h 152400"/>
              <a:gd name="connsiteX3" fmla="*/ 76200 w 152400"/>
              <a:gd name="connsiteY3" fmla="*/ 152400 h 152400"/>
              <a:gd name="connsiteX4" fmla="*/ 0 w 152400"/>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52400">
                <a:moveTo>
                  <a:pt x="0" y="76200"/>
                </a:moveTo>
                <a:cubicBezTo>
                  <a:pt x="0" y="13449"/>
                  <a:pt x="13449" y="0"/>
                  <a:pt x="76200" y="0"/>
                </a:cubicBezTo>
                <a:cubicBezTo>
                  <a:pt x="138951" y="0"/>
                  <a:pt x="152400" y="13449"/>
                  <a:pt x="152400" y="76200"/>
                </a:cubicBezTo>
                <a:cubicBezTo>
                  <a:pt x="152400" y="138951"/>
                  <a:pt x="138951" y="152400"/>
                  <a:pt x="76200" y="152400"/>
                </a:cubicBezTo>
                <a:cubicBezTo>
                  <a:pt x="13449" y="152400"/>
                  <a:pt x="0" y="138951"/>
                  <a:pt x="0" y="76200"/>
                </a:cubicBezTo>
                <a:close/>
              </a:path>
            </a:pathLst>
          </a:custGeom>
          <a:solidFill>
            <a:srgbClr val="000000"/>
          </a:solidFill>
          <a:ln w="9525" cap="flat">
            <a:noFill/>
            <a:prstDash val="solid"/>
            <a:miter/>
          </a:ln>
        </p:spPr>
        <p:txBody>
          <a:bodyPr rtlCol="0" anchor="ctr"/>
          <a:lstStyle/>
          <a:p>
            <a:endParaRPr lang="ru-RU"/>
          </a:p>
        </p:txBody>
      </p:sp>
      <p:sp>
        <p:nvSpPr>
          <p:cNvPr id="924" name="Рисунок 45">
            <a:extLst>
              <a:ext uri="{FF2B5EF4-FFF2-40B4-BE49-F238E27FC236}">
                <a16:creationId xmlns:a16="http://schemas.microsoft.com/office/drawing/2014/main" id="{7B690748-29E5-A6CD-F6BB-33A1E50BE3A5}"/>
              </a:ext>
            </a:extLst>
          </p:cNvPr>
          <p:cNvSpPr/>
          <p:nvPr/>
        </p:nvSpPr>
        <p:spPr>
          <a:xfrm>
            <a:off x="2739703" y="846818"/>
            <a:ext cx="162439" cy="171450"/>
          </a:xfrm>
          <a:custGeom>
            <a:avLst/>
            <a:gdLst>
              <a:gd name="connsiteX0" fmla="*/ 40618 w 162439"/>
              <a:gd name="connsiteY0" fmla="*/ 29657 h 171450"/>
              <a:gd name="connsiteX1" fmla="*/ 50546 w 162439"/>
              <a:gd name="connsiteY1" fmla="*/ 32597 h 171450"/>
              <a:gd name="connsiteX2" fmla="*/ 52963 w 162439"/>
              <a:gd name="connsiteY2" fmla="*/ 22532 h 171450"/>
              <a:gd name="connsiteX3" fmla="*/ 53285 w 162439"/>
              <a:gd name="connsiteY3" fmla="*/ 21229 h 171450"/>
              <a:gd name="connsiteX4" fmla="*/ 81220 w 162439"/>
              <a:gd name="connsiteY4" fmla="*/ 0 h 171450"/>
              <a:gd name="connsiteX5" fmla="*/ 109151 w 162439"/>
              <a:gd name="connsiteY5" fmla="*/ 21217 h 171450"/>
              <a:gd name="connsiteX6" fmla="*/ 109476 w 162439"/>
              <a:gd name="connsiteY6" fmla="*/ 22530 h 171450"/>
              <a:gd name="connsiteX7" fmla="*/ 111893 w 162439"/>
              <a:gd name="connsiteY7" fmla="*/ 32597 h 171450"/>
              <a:gd name="connsiteX8" fmla="*/ 121820 w 162439"/>
              <a:gd name="connsiteY8" fmla="*/ 29657 h 171450"/>
              <a:gd name="connsiteX9" fmla="*/ 123120 w 162439"/>
              <a:gd name="connsiteY9" fmla="*/ 29281 h 171450"/>
              <a:gd name="connsiteX10" fmla="*/ 155459 w 162439"/>
              <a:gd name="connsiteY10" fmla="*/ 42862 h 171450"/>
              <a:gd name="connsiteX11" fmla="*/ 151051 w 162439"/>
              <a:gd name="connsiteY11" fmla="*/ 77659 h 171450"/>
              <a:gd name="connsiteX12" fmla="*/ 150071 w 162439"/>
              <a:gd name="connsiteY12" fmla="*/ 78602 h 171450"/>
              <a:gd name="connsiteX13" fmla="*/ 142566 w 162439"/>
              <a:gd name="connsiteY13" fmla="*/ 85725 h 171450"/>
              <a:gd name="connsiteX14" fmla="*/ 150078 w 162439"/>
              <a:gd name="connsiteY14" fmla="*/ 92854 h 171450"/>
              <a:gd name="connsiteX15" fmla="*/ 151050 w 162439"/>
              <a:gd name="connsiteY15" fmla="*/ 93790 h 171450"/>
              <a:gd name="connsiteX16" fmla="*/ 155459 w 162439"/>
              <a:gd name="connsiteY16" fmla="*/ 128588 h 171450"/>
              <a:gd name="connsiteX17" fmla="*/ 123092 w 162439"/>
              <a:gd name="connsiteY17" fmla="*/ 142160 h 171450"/>
              <a:gd name="connsiteX18" fmla="*/ 121788 w 162439"/>
              <a:gd name="connsiteY18" fmla="*/ 141783 h 171450"/>
              <a:gd name="connsiteX19" fmla="*/ 111893 w 162439"/>
              <a:gd name="connsiteY19" fmla="*/ 138853 h 171450"/>
              <a:gd name="connsiteX20" fmla="*/ 109476 w 162439"/>
              <a:gd name="connsiteY20" fmla="*/ 148921 h 171450"/>
              <a:gd name="connsiteX21" fmla="*/ 109151 w 162439"/>
              <a:gd name="connsiteY21" fmla="*/ 150233 h 171450"/>
              <a:gd name="connsiteX22" fmla="*/ 81220 w 162439"/>
              <a:gd name="connsiteY22" fmla="*/ 171450 h 171450"/>
              <a:gd name="connsiteX23" fmla="*/ 53288 w 162439"/>
              <a:gd name="connsiteY23" fmla="*/ 150233 h 171450"/>
              <a:gd name="connsiteX24" fmla="*/ 52968 w 162439"/>
              <a:gd name="connsiteY24" fmla="*/ 148939 h 171450"/>
              <a:gd name="connsiteX25" fmla="*/ 50546 w 162439"/>
              <a:gd name="connsiteY25" fmla="*/ 138853 h 171450"/>
              <a:gd name="connsiteX26" fmla="*/ 40578 w 162439"/>
              <a:gd name="connsiteY26" fmla="*/ 141804 h 171450"/>
              <a:gd name="connsiteX27" fmla="*/ 39322 w 162439"/>
              <a:gd name="connsiteY27" fmla="*/ 142167 h 171450"/>
              <a:gd name="connsiteX28" fmla="*/ 6979 w 162439"/>
              <a:gd name="connsiteY28" fmla="*/ 128588 h 171450"/>
              <a:gd name="connsiteX29" fmla="*/ 11390 w 162439"/>
              <a:gd name="connsiteY29" fmla="*/ 93788 h 171450"/>
              <a:gd name="connsiteX30" fmla="*/ 12354 w 162439"/>
              <a:gd name="connsiteY30" fmla="*/ 92860 h 171450"/>
              <a:gd name="connsiteX31" fmla="*/ 19873 w 162439"/>
              <a:gd name="connsiteY31" fmla="*/ 85725 h 171450"/>
              <a:gd name="connsiteX32" fmla="*/ 12351 w 162439"/>
              <a:gd name="connsiteY32" fmla="*/ 78586 h 171450"/>
              <a:gd name="connsiteX33" fmla="*/ 11388 w 162439"/>
              <a:gd name="connsiteY33" fmla="*/ 77659 h 171450"/>
              <a:gd name="connsiteX34" fmla="*/ 6979 w 162439"/>
              <a:gd name="connsiteY34" fmla="*/ 42862 h 171450"/>
              <a:gd name="connsiteX35" fmla="*/ 39319 w 162439"/>
              <a:gd name="connsiteY35" fmla="*/ 29281 h 171450"/>
              <a:gd name="connsiteX36" fmla="*/ 40618 w 162439"/>
              <a:gd name="connsiteY36" fmla="*/ 29657 h 171450"/>
              <a:gd name="connsiteX37" fmla="*/ 86765 w 162439"/>
              <a:gd name="connsiteY37" fmla="*/ 57216 h 171450"/>
              <a:gd name="connsiteX38" fmla="*/ 81284 w 162439"/>
              <a:gd name="connsiteY38" fmla="*/ 61130 h 171450"/>
              <a:gd name="connsiteX39" fmla="*/ 71759 w 162439"/>
              <a:gd name="connsiteY39" fmla="*/ 118281 h 171450"/>
              <a:gd name="connsiteX40" fmla="*/ 75674 w 162439"/>
              <a:gd name="connsiteY40" fmla="*/ 123761 h 171450"/>
              <a:gd name="connsiteX41" fmla="*/ 81155 w 162439"/>
              <a:gd name="connsiteY41" fmla="*/ 119846 h 171450"/>
              <a:gd name="connsiteX42" fmla="*/ 90680 w 162439"/>
              <a:gd name="connsiteY42" fmla="*/ 62696 h 171450"/>
              <a:gd name="connsiteX43" fmla="*/ 86765 w 162439"/>
              <a:gd name="connsiteY43" fmla="*/ 57216 h 171450"/>
              <a:gd name="connsiteX44" fmla="*/ 60775 w 162439"/>
              <a:gd name="connsiteY44" fmla="*/ 68070 h 171450"/>
              <a:gd name="connsiteX45" fmla="*/ 54039 w 162439"/>
              <a:gd name="connsiteY45" fmla="*/ 68070 h 171450"/>
              <a:gd name="connsiteX46" fmla="*/ 34989 w 162439"/>
              <a:gd name="connsiteY46" fmla="*/ 87120 h 171450"/>
              <a:gd name="connsiteX47" fmla="*/ 34989 w 162439"/>
              <a:gd name="connsiteY47" fmla="*/ 93856 h 171450"/>
              <a:gd name="connsiteX48" fmla="*/ 54039 w 162439"/>
              <a:gd name="connsiteY48" fmla="*/ 112906 h 171450"/>
              <a:gd name="connsiteX49" fmla="*/ 60775 w 162439"/>
              <a:gd name="connsiteY49" fmla="*/ 112906 h 171450"/>
              <a:gd name="connsiteX50" fmla="*/ 60775 w 162439"/>
              <a:gd name="connsiteY50" fmla="*/ 106170 h 171450"/>
              <a:gd name="connsiteX51" fmla="*/ 45092 w 162439"/>
              <a:gd name="connsiteY51" fmla="*/ 90488 h 171450"/>
              <a:gd name="connsiteX52" fmla="*/ 60775 w 162439"/>
              <a:gd name="connsiteY52" fmla="*/ 74806 h 171450"/>
              <a:gd name="connsiteX53" fmla="*/ 60775 w 162439"/>
              <a:gd name="connsiteY53" fmla="*/ 68070 h 171450"/>
              <a:gd name="connsiteX54" fmla="*/ 101664 w 162439"/>
              <a:gd name="connsiteY54" fmla="*/ 106170 h 171450"/>
              <a:gd name="connsiteX55" fmla="*/ 101664 w 162439"/>
              <a:gd name="connsiteY55" fmla="*/ 112906 h 171450"/>
              <a:gd name="connsiteX56" fmla="*/ 108399 w 162439"/>
              <a:gd name="connsiteY56" fmla="*/ 112906 h 171450"/>
              <a:gd name="connsiteX57" fmla="*/ 127449 w 162439"/>
              <a:gd name="connsiteY57" fmla="*/ 93856 h 171450"/>
              <a:gd name="connsiteX58" fmla="*/ 127449 w 162439"/>
              <a:gd name="connsiteY58" fmla="*/ 87120 h 171450"/>
              <a:gd name="connsiteX59" fmla="*/ 108399 w 162439"/>
              <a:gd name="connsiteY59" fmla="*/ 68070 h 171450"/>
              <a:gd name="connsiteX60" fmla="*/ 101664 w 162439"/>
              <a:gd name="connsiteY60" fmla="*/ 68070 h 171450"/>
              <a:gd name="connsiteX61" fmla="*/ 101664 w 162439"/>
              <a:gd name="connsiteY61" fmla="*/ 74806 h 171450"/>
              <a:gd name="connsiteX62" fmla="*/ 117347 w 162439"/>
              <a:gd name="connsiteY62" fmla="*/ 90488 h 171450"/>
              <a:gd name="connsiteX63" fmla="*/ 101664 w 162439"/>
              <a:gd name="connsiteY63" fmla="*/ 10617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62439" h="171450">
                <a:moveTo>
                  <a:pt x="40618" y="29657"/>
                </a:moveTo>
                <a:cubicBezTo>
                  <a:pt x="43934" y="30614"/>
                  <a:pt x="47250" y="31572"/>
                  <a:pt x="50546" y="32597"/>
                </a:cubicBezTo>
                <a:cubicBezTo>
                  <a:pt x="51307" y="29231"/>
                  <a:pt x="52135" y="25882"/>
                  <a:pt x="52963" y="22532"/>
                </a:cubicBezTo>
                <a:cubicBezTo>
                  <a:pt x="53071" y="22098"/>
                  <a:pt x="53178" y="21663"/>
                  <a:pt x="53285" y="21229"/>
                </a:cubicBezTo>
                <a:cubicBezTo>
                  <a:pt x="57457" y="4337"/>
                  <a:pt x="58528" y="0"/>
                  <a:pt x="81220" y="0"/>
                </a:cubicBezTo>
                <a:cubicBezTo>
                  <a:pt x="103911" y="0"/>
                  <a:pt x="104980" y="4325"/>
                  <a:pt x="109151" y="21217"/>
                </a:cubicBezTo>
                <a:cubicBezTo>
                  <a:pt x="109259" y="21655"/>
                  <a:pt x="109367" y="22092"/>
                  <a:pt x="109476" y="22530"/>
                </a:cubicBezTo>
                <a:cubicBezTo>
                  <a:pt x="110304" y="25880"/>
                  <a:pt x="111133" y="29230"/>
                  <a:pt x="111893" y="32597"/>
                </a:cubicBezTo>
                <a:cubicBezTo>
                  <a:pt x="115189" y="31572"/>
                  <a:pt x="118504" y="30615"/>
                  <a:pt x="121820" y="29657"/>
                </a:cubicBezTo>
                <a:cubicBezTo>
                  <a:pt x="122253" y="29532"/>
                  <a:pt x="122687" y="29407"/>
                  <a:pt x="123120" y="29281"/>
                </a:cubicBezTo>
                <a:cubicBezTo>
                  <a:pt x="139835" y="24448"/>
                  <a:pt x="144114" y="23211"/>
                  <a:pt x="155459" y="42862"/>
                </a:cubicBezTo>
                <a:cubicBezTo>
                  <a:pt x="166806" y="62514"/>
                  <a:pt x="163595" y="65601"/>
                  <a:pt x="151051" y="77659"/>
                </a:cubicBezTo>
                <a:cubicBezTo>
                  <a:pt x="150725" y="77974"/>
                  <a:pt x="150398" y="78288"/>
                  <a:pt x="150071" y="78602"/>
                </a:cubicBezTo>
                <a:cubicBezTo>
                  <a:pt x="147585" y="80994"/>
                  <a:pt x="145100" y="83385"/>
                  <a:pt x="142566" y="85725"/>
                </a:cubicBezTo>
                <a:cubicBezTo>
                  <a:pt x="145103" y="88067"/>
                  <a:pt x="147590" y="90461"/>
                  <a:pt x="150078" y="92854"/>
                </a:cubicBezTo>
                <a:cubicBezTo>
                  <a:pt x="150402" y="93166"/>
                  <a:pt x="150726" y="93477"/>
                  <a:pt x="151050" y="93790"/>
                </a:cubicBezTo>
                <a:cubicBezTo>
                  <a:pt x="163594" y="105848"/>
                  <a:pt x="166806" y="108936"/>
                  <a:pt x="155459" y="128588"/>
                </a:cubicBezTo>
                <a:cubicBezTo>
                  <a:pt x="144113" y="148239"/>
                  <a:pt x="139806" y="146994"/>
                  <a:pt x="123092" y="142160"/>
                </a:cubicBezTo>
                <a:cubicBezTo>
                  <a:pt x="122656" y="142034"/>
                  <a:pt x="122222" y="141908"/>
                  <a:pt x="121788" y="141783"/>
                </a:cubicBezTo>
                <a:cubicBezTo>
                  <a:pt x="118482" y="140828"/>
                  <a:pt x="115178" y="139874"/>
                  <a:pt x="111893" y="138853"/>
                </a:cubicBezTo>
                <a:cubicBezTo>
                  <a:pt x="111133" y="142220"/>
                  <a:pt x="110304" y="145570"/>
                  <a:pt x="109476" y="148921"/>
                </a:cubicBezTo>
                <a:cubicBezTo>
                  <a:pt x="109367" y="149358"/>
                  <a:pt x="109258" y="149796"/>
                  <a:pt x="109151" y="150233"/>
                </a:cubicBezTo>
                <a:cubicBezTo>
                  <a:pt x="104980" y="167126"/>
                  <a:pt x="103911" y="171450"/>
                  <a:pt x="81220" y="171450"/>
                </a:cubicBezTo>
                <a:cubicBezTo>
                  <a:pt x="58528" y="171450"/>
                  <a:pt x="57460" y="167126"/>
                  <a:pt x="53288" y="150233"/>
                </a:cubicBezTo>
                <a:cubicBezTo>
                  <a:pt x="53182" y="149802"/>
                  <a:pt x="53075" y="149370"/>
                  <a:pt x="52968" y="148939"/>
                </a:cubicBezTo>
                <a:cubicBezTo>
                  <a:pt x="52139" y="145584"/>
                  <a:pt x="51307" y="142222"/>
                  <a:pt x="50546" y="138853"/>
                </a:cubicBezTo>
                <a:cubicBezTo>
                  <a:pt x="47247" y="139878"/>
                  <a:pt x="43903" y="140844"/>
                  <a:pt x="40578" y="141804"/>
                </a:cubicBezTo>
                <a:cubicBezTo>
                  <a:pt x="40159" y="141925"/>
                  <a:pt x="39740" y="142046"/>
                  <a:pt x="39322" y="142167"/>
                </a:cubicBezTo>
                <a:cubicBezTo>
                  <a:pt x="22607" y="147000"/>
                  <a:pt x="18325" y="148239"/>
                  <a:pt x="6979" y="128588"/>
                </a:cubicBezTo>
                <a:cubicBezTo>
                  <a:pt x="-4367" y="108936"/>
                  <a:pt x="-1153" y="105846"/>
                  <a:pt x="11390" y="93788"/>
                </a:cubicBezTo>
                <a:cubicBezTo>
                  <a:pt x="11712" y="93478"/>
                  <a:pt x="12033" y="93170"/>
                  <a:pt x="12354" y="92860"/>
                </a:cubicBezTo>
                <a:cubicBezTo>
                  <a:pt x="14844" y="90465"/>
                  <a:pt x="17334" y="88069"/>
                  <a:pt x="19873" y="85725"/>
                </a:cubicBezTo>
                <a:cubicBezTo>
                  <a:pt x="17333" y="83379"/>
                  <a:pt x="14842" y="80983"/>
                  <a:pt x="12351" y="78586"/>
                </a:cubicBezTo>
                <a:cubicBezTo>
                  <a:pt x="12030" y="78276"/>
                  <a:pt x="11709" y="77968"/>
                  <a:pt x="11388" y="77659"/>
                </a:cubicBezTo>
                <a:cubicBezTo>
                  <a:pt x="-1155" y="65601"/>
                  <a:pt x="-4367" y="62514"/>
                  <a:pt x="6979" y="42862"/>
                </a:cubicBezTo>
                <a:cubicBezTo>
                  <a:pt x="18325" y="23211"/>
                  <a:pt x="22605" y="24448"/>
                  <a:pt x="39319" y="29281"/>
                </a:cubicBezTo>
                <a:cubicBezTo>
                  <a:pt x="39752" y="29407"/>
                  <a:pt x="40185" y="29532"/>
                  <a:pt x="40618" y="29657"/>
                </a:cubicBezTo>
                <a:close/>
                <a:moveTo>
                  <a:pt x="86765" y="57216"/>
                </a:moveTo>
                <a:cubicBezTo>
                  <a:pt x="84171" y="56783"/>
                  <a:pt x="81717" y="58536"/>
                  <a:pt x="81284" y="61130"/>
                </a:cubicBezTo>
                <a:lnTo>
                  <a:pt x="71759" y="118281"/>
                </a:lnTo>
                <a:cubicBezTo>
                  <a:pt x="71327" y="120875"/>
                  <a:pt x="73080" y="123329"/>
                  <a:pt x="75674" y="123761"/>
                </a:cubicBezTo>
                <a:cubicBezTo>
                  <a:pt x="78269" y="124194"/>
                  <a:pt x="80723" y="122441"/>
                  <a:pt x="81155" y="119846"/>
                </a:cubicBezTo>
                <a:lnTo>
                  <a:pt x="90680" y="62696"/>
                </a:lnTo>
                <a:cubicBezTo>
                  <a:pt x="91112" y="60102"/>
                  <a:pt x="89360" y="57648"/>
                  <a:pt x="86765" y="57216"/>
                </a:cubicBezTo>
                <a:close/>
                <a:moveTo>
                  <a:pt x="60775" y="68070"/>
                </a:moveTo>
                <a:cubicBezTo>
                  <a:pt x="58915" y="66211"/>
                  <a:pt x="55899" y="66211"/>
                  <a:pt x="54039" y="68070"/>
                </a:cubicBezTo>
                <a:lnTo>
                  <a:pt x="34989" y="87120"/>
                </a:lnTo>
                <a:cubicBezTo>
                  <a:pt x="33130" y="88981"/>
                  <a:pt x="33130" y="91996"/>
                  <a:pt x="34989" y="93856"/>
                </a:cubicBezTo>
                <a:lnTo>
                  <a:pt x="54039" y="112906"/>
                </a:lnTo>
                <a:cubicBezTo>
                  <a:pt x="55899" y="114766"/>
                  <a:pt x="58915" y="114766"/>
                  <a:pt x="60775" y="112906"/>
                </a:cubicBezTo>
                <a:cubicBezTo>
                  <a:pt x="62634" y="111046"/>
                  <a:pt x="62634" y="108031"/>
                  <a:pt x="60775" y="106170"/>
                </a:cubicBezTo>
                <a:lnTo>
                  <a:pt x="45092" y="90488"/>
                </a:lnTo>
                <a:lnTo>
                  <a:pt x="60775" y="74806"/>
                </a:lnTo>
                <a:cubicBezTo>
                  <a:pt x="62634" y="72946"/>
                  <a:pt x="62634" y="69931"/>
                  <a:pt x="60775" y="68070"/>
                </a:cubicBezTo>
                <a:close/>
                <a:moveTo>
                  <a:pt x="101664" y="106170"/>
                </a:moveTo>
                <a:cubicBezTo>
                  <a:pt x="99805" y="108031"/>
                  <a:pt x="99805" y="111046"/>
                  <a:pt x="101664" y="112906"/>
                </a:cubicBezTo>
                <a:cubicBezTo>
                  <a:pt x="103524" y="114766"/>
                  <a:pt x="106540" y="114766"/>
                  <a:pt x="108399" y="112906"/>
                </a:cubicBezTo>
                <a:lnTo>
                  <a:pt x="127449" y="93856"/>
                </a:lnTo>
                <a:cubicBezTo>
                  <a:pt x="129310" y="91996"/>
                  <a:pt x="129310" y="88981"/>
                  <a:pt x="127449" y="87120"/>
                </a:cubicBezTo>
                <a:lnTo>
                  <a:pt x="108399" y="68070"/>
                </a:lnTo>
                <a:cubicBezTo>
                  <a:pt x="106540" y="66211"/>
                  <a:pt x="103524" y="66211"/>
                  <a:pt x="101664" y="68070"/>
                </a:cubicBezTo>
                <a:cubicBezTo>
                  <a:pt x="99805" y="69931"/>
                  <a:pt x="99805" y="72946"/>
                  <a:pt x="101664" y="74806"/>
                </a:cubicBezTo>
                <a:lnTo>
                  <a:pt x="117347" y="90488"/>
                </a:lnTo>
                <a:lnTo>
                  <a:pt x="101664" y="106170"/>
                </a:lnTo>
                <a:close/>
              </a:path>
            </a:pathLst>
          </a:custGeom>
          <a:solidFill>
            <a:srgbClr val="000000"/>
          </a:solidFill>
          <a:ln w="9525" cap="flat">
            <a:noFill/>
            <a:prstDash val="solid"/>
            <a:miter/>
          </a:ln>
        </p:spPr>
        <p:txBody>
          <a:bodyPr rtlCol="0" anchor="ctr"/>
          <a:lstStyle/>
          <a:p>
            <a:endParaRPr lang="ru-RU"/>
          </a:p>
        </p:txBody>
      </p:sp>
      <p:sp>
        <p:nvSpPr>
          <p:cNvPr id="1359" name="Полилиния: фигура 1358">
            <a:extLst>
              <a:ext uri="{FF2B5EF4-FFF2-40B4-BE49-F238E27FC236}">
                <a16:creationId xmlns:a16="http://schemas.microsoft.com/office/drawing/2014/main" id="{3281D295-71C3-EBBC-1E4D-A8FFFF1E06A6}"/>
              </a:ext>
            </a:extLst>
          </p:cNvPr>
          <p:cNvSpPr/>
          <p:nvPr/>
        </p:nvSpPr>
        <p:spPr>
          <a:xfrm>
            <a:off x="2730179" y="1406162"/>
            <a:ext cx="180975" cy="171451"/>
          </a:xfrm>
          <a:custGeom>
            <a:avLst/>
            <a:gdLst>
              <a:gd name="connsiteX0" fmla="*/ 33338 w 180975"/>
              <a:gd name="connsiteY0" fmla="*/ 114301 h 171451"/>
              <a:gd name="connsiteX1" fmla="*/ 28575 w 180975"/>
              <a:gd name="connsiteY1" fmla="*/ 119064 h 171451"/>
              <a:gd name="connsiteX2" fmla="*/ 28575 w 180975"/>
              <a:gd name="connsiteY2" fmla="*/ 138114 h 171451"/>
              <a:gd name="connsiteX3" fmla="*/ 29970 w 180975"/>
              <a:gd name="connsiteY3" fmla="*/ 141482 h 171451"/>
              <a:gd name="connsiteX4" fmla="*/ 39495 w 180975"/>
              <a:gd name="connsiteY4" fmla="*/ 151007 h 171451"/>
              <a:gd name="connsiteX5" fmla="*/ 46230 w 180975"/>
              <a:gd name="connsiteY5" fmla="*/ 151007 h 171451"/>
              <a:gd name="connsiteX6" fmla="*/ 46230 w 180975"/>
              <a:gd name="connsiteY6" fmla="*/ 144270 h 171451"/>
              <a:gd name="connsiteX7" fmla="*/ 38100 w 180975"/>
              <a:gd name="connsiteY7" fmla="*/ 136141 h 171451"/>
              <a:gd name="connsiteX8" fmla="*/ 38100 w 180975"/>
              <a:gd name="connsiteY8" fmla="*/ 119064 h 171451"/>
              <a:gd name="connsiteX9" fmla="*/ 33338 w 180975"/>
              <a:gd name="connsiteY9" fmla="*/ 114301 h 171451"/>
              <a:gd name="connsiteX10" fmla="*/ 33338 w 180975"/>
              <a:gd name="connsiteY10" fmla="*/ 104776 h 171451"/>
              <a:gd name="connsiteX11" fmla="*/ 66675 w 180975"/>
              <a:gd name="connsiteY11" fmla="*/ 138114 h 171451"/>
              <a:gd name="connsiteX12" fmla="*/ 33338 w 180975"/>
              <a:gd name="connsiteY12" fmla="*/ 171451 h 171451"/>
              <a:gd name="connsiteX13" fmla="*/ 0 w 180975"/>
              <a:gd name="connsiteY13" fmla="*/ 138114 h 171451"/>
              <a:gd name="connsiteX14" fmla="*/ 33338 w 180975"/>
              <a:gd name="connsiteY14" fmla="*/ 104776 h 171451"/>
              <a:gd name="connsiteX15" fmla="*/ 42263 w 180975"/>
              <a:gd name="connsiteY15" fmla="*/ 148 h 171451"/>
              <a:gd name="connsiteX16" fmla="*/ 180975 w 180975"/>
              <a:gd name="connsiteY16" fmla="*/ 76200 h 171451"/>
              <a:gd name="connsiteX17" fmla="*/ 87501 w 180975"/>
              <a:gd name="connsiteY17" fmla="*/ 139461 h 171451"/>
              <a:gd name="connsiteX18" fmla="*/ 75629 w 180975"/>
              <a:gd name="connsiteY18" fmla="*/ 131100 h 171451"/>
              <a:gd name="connsiteX19" fmla="*/ 57150 w 180975"/>
              <a:gd name="connsiteY19" fmla="*/ 102468 h 171451"/>
              <a:gd name="connsiteX20" fmla="*/ 57150 w 180975"/>
              <a:gd name="connsiteY20" fmla="*/ 87708 h 171451"/>
              <a:gd name="connsiteX21" fmla="*/ 66718 w 180975"/>
              <a:gd name="connsiteY21" fmla="*/ 85718 h 171451"/>
              <a:gd name="connsiteX22" fmla="*/ 117509 w 180975"/>
              <a:gd name="connsiteY22" fmla="*/ 78630 h 171451"/>
              <a:gd name="connsiteX23" fmla="*/ 117509 w 180975"/>
              <a:gd name="connsiteY23" fmla="*/ 73770 h 171451"/>
              <a:gd name="connsiteX24" fmla="*/ 66718 w 180975"/>
              <a:gd name="connsiteY24" fmla="*/ 66683 h 171451"/>
              <a:gd name="connsiteX25" fmla="*/ 44636 w 180975"/>
              <a:gd name="connsiteY25" fmla="*/ 51119 h 171451"/>
              <a:gd name="connsiteX26" fmla="*/ 40879 w 180975"/>
              <a:gd name="connsiteY26" fmla="*/ 43256 h 171451"/>
              <a:gd name="connsiteX27" fmla="*/ 31386 w 180975"/>
              <a:gd name="connsiteY27" fmla="*/ 1814 h 171451"/>
              <a:gd name="connsiteX28" fmla="*/ 42263 w 180975"/>
              <a:gd name="connsiteY28" fmla="*/ 148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0975" h="171451">
                <a:moveTo>
                  <a:pt x="33338" y="114301"/>
                </a:moveTo>
                <a:cubicBezTo>
                  <a:pt x="30707" y="114301"/>
                  <a:pt x="28575" y="116434"/>
                  <a:pt x="28575" y="119064"/>
                </a:cubicBezTo>
                <a:lnTo>
                  <a:pt x="28575" y="138114"/>
                </a:lnTo>
                <a:cubicBezTo>
                  <a:pt x="28575" y="139377"/>
                  <a:pt x="29077" y="140588"/>
                  <a:pt x="29970" y="141482"/>
                </a:cubicBezTo>
                <a:lnTo>
                  <a:pt x="39495" y="151007"/>
                </a:lnTo>
                <a:cubicBezTo>
                  <a:pt x="41355" y="152866"/>
                  <a:pt x="44370" y="152866"/>
                  <a:pt x="46230" y="151007"/>
                </a:cubicBezTo>
                <a:cubicBezTo>
                  <a:pt x="48090" y="149146"/>
                  <a:pt x="48090" y="146131"/>
                  <a:pt x="46230" y="144270"/>
                </a:cubicBezTo>
                <a:lnTo>
                  <a:pt x="38100" y="136141"/>
                </a:lnTo>
                <a:lnTo>
                  <a:pt x="38100" y="119064"/>
                </a:lnTo>
                <a:cubicBezTo>
                  <a:pt x="38100" y="116434"/>
                  <a:pt x="35968" y="114301"/>
                  <a:pt x="33338" y="114301"/>
                </a:cubicBezTo>
                <a:close/>
                <a:moveTo>
                  <a:pt x="33338" y="104776"/>
                </a:moveTo>
                <a:cubicBezTo>
                  <a:pt x="51750" y="104776"/>
                  <a:pt x="66675" y="119702"/>
                  <a:pt x="66675" y="138114"/>
                </a:cubicBezTo>
                <a:cubicBezTo>
                  <a:pt x="66675" y="156525"/>
                  <a:pt x="51750" y="171451"/>
                  <a:pt x="33338" y="171451"/>
                </a:cubicBezTo>
                <a:cubicBezTo>
                  <a:pt x="14925" y="171451"/>
                  <a:pt x="0" y="156525"/>
                  <a:pt x="0" y="138114"/>
                </a:cubicBezTo>
                <a:cubicBezTo>
                  <a:pt x="0" y="119702"/>
                  <a:pt x="14925" y="104776"/>
                  <a:pt x="33338" y="104776"/>
                </a:cubicBezTo>
                <a:close/>
                <a:moveTo>
                  <a:pt x="42263" y="148"/>
                </a:moveTo>
                <a:cubicBezTo>
                  <a:pt x="78309" y="3160"/>
                  <a:pt x="180975" y="51216"/>
                  <a:pt x="180975" y="76200"/>
                </a:cubicBezTo>
                <a:cubicBezTo>
                  <a:pt x="180975" y="93774"/>
                  <a:pt x="130178" y="122763"/>
                  <a:pt x="87501" y="139461"/>
                </a:cubicBezTo>
                <a:cubicBezTo>
                  <a:pt x="78776" y="142875"/>
                  <a:pt x="77579" y="142951"/>
                  <a:pt x="75629" y="131100"/>
                </a:cubicBezTo>
                <a:cubicBezTo>
                  <a:pt x="73668" y="119183"/>
                  <a:pt x="66791" y="108921"/>
                  <a:pt x="57150" y="102468"/>
                </a:cubicBezTo>
                <a:cubicBezTo>
                  <a:pt x="48663" y="96787"/>
                  <a:pt x="47625" y="91327"/>
                  <a:pt x="57150" y="87708"/>
                </a:cubicBezTo>
                <a:cubicBezTo>
                  <a:pt x="59883" y="86670"/>
                  <a:pt x="63042" y="86052"/>
                  <a:pt x="66718" y="85718"/>
                </a:cubicBezTo>
                <a:lnTo>
                  <a:pt x="117509" y="78630"/>
                </a:lnTo>
                <a:cubicBezTo>
                  <a:pt x="120521" y="78408"/>
                  <a:pt x="120521" y="73992"/>
                  <a:pt x="117509" y="73770"/>
                </a:cubicBezTo>
                <a:lnTo>
                  <a:pt x="66718" y="66683"/>
                </a:lnTo>
                <a:cubicBezTo>
                  <a:pt x="55253" y="65641"/>
                  <a:pt x="48820" y="61840"/>
                  <a:pt x="44636" y="51119"/>
                </a:cubicBezTo>
                <a:cubicBezTo>
                  <a:pt x="43954" y="49371"/>
                  <a:pt x="42566" y="46611"/>
                  <a:pt x="40879" y="43256"/>
                </a:cubicBezTo>
                <a:cubicBezTo>
                  <a:pt x="34361" y="30294"/>
                  <a:pt x="23380" y="8456"/>
                  <a:pt x="31386" y="1814"/>
                </a:cubicBezTo>
                <a:cubicBezTo>
                  <a:pt x="33323" y="207"/>
                  <a:pt x="37113" y="-282"/>
                  <a:pt x="42263" y="148"/>
                </a:cubicBezTo>
                <a:close/>
              </a:path>
            </a:pathLst>
          </a:custGeom>
          <a:solidFill>
            <a:srgbClr val="000000"/>
          </a:solidFill>
          <a:ln w="9525" cap="flat">
            <a:noFill/>
            <a:prstDash val="solid"/>
            <a:miter/>
          </a:ln>
        </p:spPr>
        <p:txBody>
          <a:bodyPr rtlCol="0" anchor="ctr"/>
          <a:lstStyle/>
          <a:p>
            <a:endParaRPr lang="ru-RU"/>
          </a:p>
        </p:txBody>
      </p:sp>
      <p:sp>
        <p:nvSpPr>
          <p:cNvPr id="928" name="Рисунок 480">
            <a:extLst>
              <a:ext uri="{FF2B5EF4-FFF2-40B4-BE49-F238E27FC236}">
                <a16:creationId xmlns:a16="http://schemas.microsoft.com/office/drawing/2014/main" id="{B76EB5A6-69D6-B3A4-B26C-294837BCD8B3}"/>
              </a:ext>
            </a:extLst>
          </p:cNvPr>
          <p:cNvSpPr/>
          <p:nvPr/>
        </p:nvSpPr>
        <p:spPr>
          <a:xfrm>
            <a:off x="2730179" y="1936933"/>
            <a:ext cx="190500" cy="190500"/>
          </a:xfrm>
          <a:custGeom>
            <a:avLst/>
            <a:gdLst>
              <a:gd name="connsiteX0" fmla="*/ 150836 w 190500"/>
              <a:gd name="connsiteY0" fmla="*/ 39663 h 190500"/>
              <a:gd name="connsiteX1" fmla="*/ 123471 w 190500"/>
              <a:gd name="connsiteY1" fmla="*/ 23222 h 190500"/>
              <a:gd name="connsiteX2" fmla="*/ 95250 w 190500"/>
              <a:gd name="connsiteY2" fmla="*/ 0 h 190500"/>
              <a:gd name="connsiteX3" fmla="*/ 67030 w 190500"/>
              <a:gd name="connsiteY3" fmla="*/ 23222 h 190500"/>
              <a:gd name="connsiteX4" fmla="*/ 39664 w 190500"/>
              <a:gd name="connsiteY4" fmla="*/ 39663 h 190500"/>
              <a:gd name="connsiteX5" fmla="*/ 23222 w 190500"/>
              <a:gd name="connsiteY5" fmla="*/ 67028 h 190500"/>
              <a:gd name="connsiteX6" fmla="*/ 0 w 190500"/>
              <a:gd name="connsiteY6" fmla="*/ 95250 h 190500"/>
              <a:gd name="connsiteX7" fmla="*/ 23222 w 190500"/>
              <a:gd name="connsiteY7" fmla="*/ 123472 h 190500"/>
              <a:gd name="connsiteX8" fmla="*/ 39664 w 190500"/>
              <a:gd name="connsiteY8" fmla="*/ 150837 h 190500"/>
              <a:gd name="connsiteX9" fmla="*/ 67030 w 190500"/>
              <a:gd name="connsiteY9" fmla="*/ 167278 h 190500"/>
              <a:gd name="connsiteX10" fmla="*/ 95250 w 190500"/>
              <a:gd name="connsiteY10" fmla="*/ 190500 h 190500"/>
              <a:gd name="connsiteX11" fmla="*/ 123471 w 190500"/>
              <a:gd name="connsiteY11" fmla="*/ 167278 h 190500"/>
              <a:gd name="connsiteX12" fmla="*/ 150836 w 190500"/>
              <a:gd name="connsiteY12" fmla="*/ 150837 h 190500"/>
              <a:gd name="connsiteX13" fmla="*/ 167278 w 190500"/>
              <a:gd name="connsiteY13" fmla="*/ 123472 h 190500"/>
              <a:gd name="connsiteX14" fmla="*/ 190500 w 190500"/>
              <a:gd name="connsiteY14" fmla="*/ 95250 h 190500"/>
              <a:gd name="connsiteX15" fmla="*/ 167278 w 190500"/>
              <a:gd name="connsiteY15" fmla="*/ 67028 h 190500"/>
              <a:gd name="connsiteX16" fmla="*/ 150836 w 190500"/>
              <a:gd name="connsiteY16" fmla="*/ 39663 h 190500"/>
              <a:gd name="connsiteX17" fmla="*/ 147938 w 190500"/>
              <a:gd name="connsiteY17" fmla="*/ 69496 h 190500"/>
              <a:gd name="connsiteX18" fmla="*/ 133350 w 190500"/>
              <a:gd name="connsiteY18" fmla="*/ 95250 h 190500"/>
              <a:gd name="connsiteX19" fmla="*/ 147938 w 190500"/>
              <a:gd name="connsiteY19" fmla="*/ 121005 h 190500"/>
              <a:gd name="connsiteX20" fmla="*/ 137366 w 190500"/>
              <a:gd name="connsiteY20" fmla="*/ 137366 h 190500"/>
              <a:gd name="connsiteX21" fmla="*/ 121006 w 190500"/>
              <a:gd name="connsiteY21" fmla="*/ 147938 h 190500"/>
              <a:gd name="connsiteX22" fmla="*/ 95250 w 190500"/>
              <a:gd name="connsiteY22" fmla="*/ 133350 h 190500"/>
              <a:gd name="connsiteX23" fmla="*/ 69495 w 190500"/>
              <a:gd name="connsiteY23" fmla="*/ 147938 h 190500"/>
              <a:gd name="connsiteX24" fmla="*/ 53134 w 190500"/>
              <a:gd name="connsiteY24" fmla="*/ 137366 h 190500"/>
              <a:gd name="connsiteX25" fmla="*/ 42563 w 190500"/>
              <a:gd name="connsiteY25" fmla="*/ 121005 h 190500"/>
              <a:gd name="connsiteX26" fmla="*/ 57150 w 190500"/>
              <a:gd name="connsiteY26" fmla="*/ 95250 h 190500"/>
              <a:gd name="connsiteX27" fmla="*/ 42563 w 190500"/>
              <a:gd name="connsiteY27" fmla="*/ 69496 h 190500"/>
              <a:gd name="connsiteX28" fmla="*/ 53134 w 190500"/>
              <a:gd name="connsiteY28" fmla="*/ 53134 h 190500"/>
              <a:gd name="connsiteX29" fmla="*/ 69495 w 190500"/>
              <a:gd name="connsiteY29" fmla="*/ 42563 h 190500"/>
              <a:gd name="connsiteX30" fmla="*/ 95250 w 190500"/>
              <a:gd name="connsiteY30" fmla="*/ 57150 h 190500"/>
              <a:gd name="connsiteX31" fmla="*/ 121006 w 190500"/>
              <a:gd name="connsiteY31" fmla="*/ 42563 h 190500"/>
              <a:gd name="connsiteX32" fmla="*/ 137366 w 190500"/>
              <a:gd name="connsiteY32" fmla="*/ 53134 h 190500"/>
              <a:gd name="connsiteX33" fmla="*/ 147938 w 190500"/>
              <a:gd name="connsiteY33" fmla="*/ 69496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0500" h="190500">
                <a:moveTo>
                  <a:pt x="150836" y="39663"/>
                </a:moveTo>
                <a:cubicBezTo>
                  <a:pt x="143306" y="32133"/>
                  <a:pt x="134054" y="26636"/>
                  <a:pt x="123471" y="23222"/>
                </a:cubicBezTo>
                <a:cubicBezTo>
                  <a:pt x="121470" y="8688"/>
                  <a:pt x="111119" y="0"/>
                  <a:pt x="95250" y="0"/>
                </a:cubicBezTo>
                <a:cubicBezTo>
                  <a:pt x="79381" y="0"/>
                  <a:pt x="69029" y="8688"/>
                  <a:pt x="67030" y="23222"/>
                </a:cubicBezTo>
                <a:cubicBezTo>
                  <a:pt x="56447" y="26636"/>
                  <a:pt x="47195" y="32133"/>
                  <a:pt x="39664" y="39663"/>
                </a:cubicBezTo>
                <a:cubicBezTo>
                  <a:pt x="32132" y="47195"/>
                  <a:pt x="26636" y="56445"/>
                  <a:pt x="23222" y="67028"/>
                </a:cubicBezTo>
                <a:cubicBezTo>
                  <a:pt x="8687" y="69028"/>
                  <a:pt x="0" y="79383"/>
                  <a:pt x="0" y="95250"/>
                </a:cubicBezTo>
                <a:cubicBezTo>
                  <a:pt x="0" y="111117"/>
                  <a:pt x="8687" y="121471"/>
                  <a:pt x="23222" y="123472"/>
                </a:cubicBezTo>
                <a:cubicBezTo>
                  <a:pt x="26636" y="134055"/>
                  <a:pt x="32132" y="143306"/>
                  <a:pt x="39664" y="150837"/>
                </a:cubicBezTo>
                <a:cubicBezTo>
                  <a:pt x="47195" y="158367"/>
                  <a:pt x="56447" y="163864"/>
                  <a:pt x="67030" y="167278"/>
                </a:cubicBezTo>
                <a:cubicBezTo>
                  <a:pt x="69029" y="181812"/>
                  <a:pt x="79381" y="190500"/>
                  <a:pt x="95250" y="190500"/>
                </a:cubicBezTo>
                <a:cubicBezTo>
                  <a:pt x="111119" y="190500"/>
                  <a:pt x="121470" y="181812"/>
                  <a:pt x="123471" y="167278"/>
                </a:cubicBezTo>
                <a:cubicBezTo>
                  <a:pt x="134054" y="163864"/>
                  <a:pt x="143306" y="158367"/>
                  <a:pt x="150836" y="150837"/>
                </a:cubicBezTo>
                <a:cubicBezTo>
                  <a:pt x="158368" y="143306"/>
                  <a:pt x="163864" y="134055"/>
                  <a:pt x="167278" y="123472"/>
                </a:cubicBezTo>
                <a:cubicBezTo>
                  <a:pt x="181813" y="121471"/>
                  <a:pt x="190500" y="111117"/>
                  <a:pt x="190500" y="95250"/>
                </a:cubicBezTo>
                <a:cubicBezTo>
                  <a:pt x="190500" y="79383"/>
                  <a:pt x="181813" y="69028"/>
                  <a:pt x="167278" y="67028"/>
                </a:cubicBezTo>
                <a:cubicBezTo>
                  <a:pt x="163864" y="56445"/>
                  <a:pt x="158368" y="47195"/>
                  <a:pt x="150836" y="39663"/>
                </a:cubicBezTo>
                <a:close/>
                <a:moveTo>
                  <a:pt x="147938" y="69496"/>
                </a:moveTo>
                <a:cubicBezTo>
                  <a:pt x="138666" y="73800"/>
                  <a:pt x="133350" y="82839"/>
                  <a:pt x="133350" y="95250"/>
                </a:cubicBezTo>
                <a:cubicBezTo>
                  <a:pt x="133350" y="107661"/>
                  <a:pt x="138666" y="116700"/>
                  <a:pt x="147938" y="121005"/>
                </a:cubicBezTo>
                <a:cubicBezTo>
                  <a:pt x="145371" y="127502"/>
                  <a:pt x="141774" y="132957"/>
                  <a:pt x="137366" y="137366"/>
                </a:cubicBezTo>
                <a:cubicBezTo>
                  <a:pt x="132959" y="141775"/>
                  <a:pt x="127504" y="145371"/>
                  <a:pt x="121006" y="147938"/>
                </a:cubicBezTo>
                <a:cubicBezTo>
                  <a:pt x="116701" y="138666"/>
                  <a:pt x="107663" y="133350"/>
                  <a:pt x="95250" y="133350"/>
                </a:cubicBezTo>
                <a:cubicBezTo>
                  <a:pt x="82837" y="133350"/>
                  <a:pt x="73799" y="138666"/>
                  <a:pt x="69495" y="147938"/>
                </a:cubicBezTo>
                <a:cubicBezTo>
                  <a:pt x="62996" y="145371"/>
                  <a:pt x="57542" y="141775"/>
                  <a:pt x="53134" y="137366"/>
                </a:cubicBezTo>
                <a:cubicBezTo>
                  <a:pt x="48726" y="132957"/>
                  <a:pt x="45130" y="127502"/>
                  <a:pt x="42563" y="121005"/>
                </a:cubicBezTo>
                <a:cubicBezTo>
                  <a:pt x="51834" y="116700"/>
                  <a:pt x="57150" y="107661"/>
                  <a:pt x="57150" y="95250"/>
                </a:cubicBezTo>
                <a:cubicBezTo>
                  <a:pt x="57150" y="82839"/>
                  <a:pt x="51834" y="73800"/>
                  <a:pt x="42563" y="69496"/>
                </a:cubicBezTo>
                <a:cubicBezTo>
                  <a:pt x="45130" y="62998"/>
                  <a:pt x="48726" y="57543"/>
                  <a:pt x="53134" y="53134"/>
                </a:cubicBezTo>
                <a:cubicBezTo>
                  <a:pt x="57542" y="48725"/>
                  <a:pt x="62996" y="45130"/>
                  <a:pt x="69495" y="42563"/>
                </a:cubicBezTo>
                <a:cubicBezTo>
                  <a:pt x="73799" y="51834"/>
                  <a:pt x="82837" y="57150"/>
                  <a:pt x="95250" y="57150"/>
                </a:cubicBezTo>
                <a:cubicBezTo>
                  <a:pt x="107663" y="57150"/>
                  <a:pt x="116701" y="51834"/>
                  <a:pt x="121006" y="42563"/>
                </a:cubicBezTo>
                <a:cubicBezTo>
                  <a:pt x="127504" y="45130"/>
                  <a:pt x="132959" y="48725"/>
                  <a:pt x="137366" y="53134"/>
                </a:cubicBezTo>
                <a:cubicBezTo>
                  <a:pt x="141774" y="57543"/>
                  <a:pt x="145371" y="62998"/>
                  <a:pt x="147938" y="69496"/>
                </a:cubicBezTo>
                <a:close/>
              </a:path>
            </a:pathLst>
          </a:custGeom>
          <a:solidFill>
            <a:srgbClr val="000000"/>
          </a:solidFill>
          <a:ln w="9525" cap="flat">
            <a:noFill/>
            <a:prstDash val="solid"/>
            <a:miter/>
          </a:ln>
        </p:spPr>
        <p:txBody>
          <a:bodyPr rtlCol="0" anchor="ctr"/>
          <a:lstStyle/>
          <a:p>
            <a:endParaRPr lang="ru-RU"/>
          </a:p>
        </p:txBody>
      </p:sp>
      <p:sp>
        <p:nvSpPr>
          <p:cNvPr id="929" name="Рисунок 504">
            <a:extLst>
              <a:ext uri="{FF2B5EF4-FFF2-40B4-BE49-F238E27FC236}">
                <a16:creationId xmlns:a16="http://schemas.microsoft.com/office/drawing/2014/main" id="{686AEEAD-E681-CBE8-5737-1DA244D2D5F4}"/>
              </a:ext>
            </a:extLst>
          </p:cNvPr>
          <p:cNvSpPr/>
          <p:nvPr/>
        </p:nvSpPr>
        <p:spPr>
          <a:xfrm>
            <a:off x="2739704" y="2505803"/>
            <a:ext cx="180975" cy="152400"/>
          </a:xfrm>
          <a:custGeom>
            <a:avLst/>
            <a:gdLst>
              <a:gd name="connsiteX0" fmla="*/ 57150 w 180975"/>
              <a:gd name="connsiteY0" fmla="*/ 7237 h 152400"/>
              <a:gd name="connsiteX1" fmla="*/ 80963 w 180975"/>
              <a:gd name="connsiteY1" fmla="*/ 0 h 152400"/>
              <a:gd name="connsiteX2" fmla="*/ 123825 w 180975"/>
              <a:gd name="connsiteY2" fmla="*/ 61913 h 152400"/>
              <a:gd name="connsiteX3" fmla="*/ 128588 w 180975"/>
              <a:gd name="connsiteY3" fmla="*/ 66675 h 152400"/>
              <a:gd name="connsiteX4" fmla="*/ 133350 w 180975"/>
              <a:gd name="connsiteY4" fmla="*/ 61913 h 152400"/>
              <a:gd name="connsiteX5" fmla="*/ 131264 w 180975"/>
              <a:gd name="connsiteY5" fmla="*/ 38100 h 152400"/>
              <a:gd name="connsiteX6" fmla="*/ 137845 w 180975"/>
              <a:gd name="connsiteY6" fmla="*/ 35305 h 152400"/>
              <a:gd name="connsiteX7" fmla="*/ 160007 w 180975"/>
              <a:gd name="connsiteY7" fmla="*/ 80963 h 152400"/>
              <a:gd name="connsiteX8" fmla="*/ 152400 w 180975"/>
              <a:gd name="connsiteY8" fmla="*/ 92584 h 152400"/>
              <a:gd name="connsiteX9" fmla="*/ 137845 w 180975"/>
              <a:gd name="connsiteY9" fmla="*/ 98336 h 152400"/>
              <a:gd name="connsiteX10" fmla="*/ 52861 w 180975"/>
              <a:gd name="connsiteY10" fmla="*/ 104799 h 152400"/>
              <a:gd name="connsiteX11" fmla="*/ 47648 w 180975"/>
              <a:gd name="connsiteY11" fmla="*/ 109064 h 152400"/>
              <a:gd name="connsiteX12" fmla="*/ 51913 w 180975"/>
              <a:gd name="connsiteY12" fmla="*/ 114276 h 152400"/>
              <a:gd name="connsiteX13" fmla="*/ 140760 w 180975"/>
              <a:gd name="connsiteY13" fmla="*/ 107404 h 152400"/>
              <a:gd name="connsiteX14" fmla="*/ 157163 w 180975"/>
              <a:gd name="connsiteY14" fmla="*/ 100859 h 152400"/>
              <a:gd name="connsiteX15" fmla="*/ 169908 w 180975"/>
              <a:gd name="connsiteY15" fmla="*/ 100859 h 152400"/>
              <a:gd name="connsiteX16" fmla="*/ 180975 w 180975"/>
              <a:gd name="connsiteY16" fmla="*/ 119063 h 152400"/>
              <a:gd name="connsiteX17" fmla="*/ 95250 w 180975"/>
              <a:gd name="connsiteY17" fmla="*/ 152400 h 152400"/>
              <a:gd name="connsiteX18" fmla="*/ 0 w 180975"/>
              <a:gd name="connsiteY18" fmla="*/ 109538 h 152400"/>
              <a:gd name="connsiteX19" fmla="*/ 9525 w 180975"/>
              <a:gd name="connsiteY19" fmla="*/ 95250 h 152400"/>
              <a:gd name="connsiteX20" fmla="*/ 38100 w 180975"/>
              <a:gd name="connsiteY20" fmla="*/ 23860 h 152400"/>
              <a:gd name="connsiteX21" fmla="*/ 50021 w 180975"/>
              <a:gd name="connsiteY21" fmla="*/ 28575 h 152400"/>
              <a:gd name="connsiteX22" fmla="*/ 53891 w 180975"/>
              <a:gd name="connsiteY22" fmla="*/ 35325 h 152400"/>
              <a:gd name="connsiteX23" fmla="*/ 66740 w 180975"/>
              <a:gd name="connsiteY23" fmla="*/ 72221 h 152400"/>
              <a:gd name="connsiteX24" fmla="*/ 72220 w 180975"/>
              <a:gd name="connsiteY24" fmla="*/ 76136 h 152400"/>
              <a:gd name="connsiteX25" fmla="*/ 76135 w 180975"/>
              <a:gd name="connsiteY25" fmla="*/ 70656 h 152400"/>
              <a:gd name="connsiteX26" fmla="*/ 62313 w 180975"/>
              <a:gd name="connsiteY26" fmla="*/ 30876 h 152400"/>
              <a:gd name="connsiteX27" fmla="*/ 55145 w 180975"/>
              <a:gd name="connsiteY27" fmla="*/ 19050 h 152400"/>
              <a:gd name="connsiteX28" fmla="*/ 57150 w 180975"/>
              <a:gd name="connsiteY28" fmla="*/ 7237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0975" h="152400">
                <a:moveTo>
                  <a:pt x="57150" y="7237"/>
                </a:moveTo>
                <a:cubicBezTo>
                  <a:pt x="62675" y="2963"/>
                  <a:pt x="70337" y="0"/>
                  <a:pt x="80963" y="0"/>
                </a:cubicBezTo>
                <a:cubicBezTo>
                  <a:pt x="115220" y="0"/>
                  <a:pt x="123825" y="34238"/>
                  <a:pt x="123825" y="61913"/>
                </a:cubicBezTo>
                <a:cubicBezTo>
                  <a:pt x="123825" y="64542"/>
                  <a:pt x="125958" y="66675"/>
                  <a:pt x="128588" y="66675"/>
                </a:cubicBezTo>
                <a:cubicBezTo>
                  <a:pt x="131217" y="66675"/>
                  <a:pt x="133350" y="64542"/>
                  <a:pt x="133350" y="61913"/>
                </a:cubicBezTo>
                <a:cubicBezTo>
                  <a:pt x="133350" y="53567"/>
                  <a:pt x="132685" y="45554"/>
                  <a:pt x="131264" y="38100"/>
                </a:cubicBezTo>
                <a:cubicBezTo>
                  <a:pt x="129450" y="28575"/>
                  <a:pt x="131264" y="28546"/>
                  <a:pt x="137845" y="35305"/>
                </a:cubicBezTo>
                <a:cubicBezTo>
                  <a:pt x="146888" y="44593"/>
                  <a:pt x="155810" y="58836"/>
                  <a:pt x="160007" y="80963"/>
                </a:cubicBezTo>
                <a:cubicBezTo>
                  <a:pt x="160911" y="85725"/>
                  <a:pt x="159344" y="89243"/>
                  <a:pt x="152400" y="92584"/>
                </a:cubicBezTo>
                <a:cubicBezTo>
                  <a:pt x="148214" y="94599"/>
                  <a:pt x="143376" y="96558"/>
                  <a:pt x="137845" y="98336"/>
                </a:cubicBezTo>
                <a:cubicBezTo>
                  <a:pt x="118310" y="104618"/>
                  <a:pt x="90403" y="108553"/>
                  <a:pt x="52861" y="104799"/>
                </a:cubicBezTo>
                <a:cubicBezTo>
                  <a:pt x="50244" y="104537"/>
                  <a:pt x="47910" y="106447"/>
                  <a:pt x="47648" y="109064"/>
                </a:cubicBezTo>
                <a:cubicBezTo>
                  <a:pt x="47387" y="111681"/>
                  <a:pt x="49296" y="114015"/>
                  <a:pt x="51913" y="114276"/>
                </a:cubicBezTo>
                <a:cubicBezTo>
                  <a:pt x="90572" y="118142"/>
                  <a:pt x="119814" y="114140"/>
                  <a:pt x="140760" y="107404"/>
                </a:cubicBezTo>
                <a:cubicBezTo>
                  <a:pt x="146915" y="105426"/>
                  <a:pt x="152377" y="103201"/>
                  <a:pt x="157163" y="100859"/>
                </a:cubicBezTo>
                <a:cubicBezTo>
                  <a:pt x="163357" y="97827"/>
                  <a:pt x="165892" y="97801"/>
                  <a:pt x="169908" y="100859"/>
                </a:cubicBezTo>
                <a:cubicBezTo>
                  <a:pt x="178050" y="107058"/>
                  <a:pt x="180975" y="111598"/>
                  <a:pt x="180975" y="119063"/>
                </a:cubicBezTo>
                <a:cubicBezTo>
                  <a:pt x="180975" y="133350"/>
                  <a:pt x="114300" y="152400"/>
                  <a:pt x="95250" y="152400"/>
                </a:cubicBezTo>
                <a:cubicBezTo>
                  <a:pt x="76200" y="152400"/>
                  <a:pt x="0" y="138113"/>
                  <a:pt x="0" y="109538"/>
                </a:cubicBezTo>
                <a:cubicBezTo>
                  <a:pt x="0" y="100013"/>
                  <a:pt x="4763" y="95250"/>
                  <a:pt x="9525" y="95250"/>
                </a:cubicBezTo>
                <a:cubicBezTo>
                  <a:pt x="9525" y="74309"/>
                  <a:pt x="16891" y="38638"/>
                  <a:pt x="38100" y="23860"/>
                </a:cubicBezTo>
                <a:cubicBezTo>
                  <a:pt x="43644" y="19997"/>
                  <a:pt x="45982" y="22094"/>
                  <a:pt x="50021" y="28575"/>
                </a:cubicBezTo>
                <a:cubicBezTo>
                  <a:pt x="51358" y="30719"/>
                  <a:pt x="52651" y="32977"/>
                  <a:pt x="53891" y="35325"/>
                </a:cubicBezTo>
                <a:cubicBezTo>
                  <a:pt x="60338" y="47527"/>
                  <a:pt x="64925" y="61331"/>
                  <a:pt x="66740" y="72221"/>
                </a:cubicBezTo>
                <a:cubicBezTo>
                  <a:pt x="67172" y="74816"/>
                  <a:pt x="69626" y="76569"/>
                  <a:pt x="72220" y="76136"/>
                </a:cubicBezTo>
                <a:cubicBezTo>
                  <a:pt x="74815" y="75704"/>
                  <a:pt x="76568" y="73250"/>
                  <a:pt x="76135" y="70656"/>
                </a:cubicBezTo>
                <a:cubicBezTo>
                  <a:pt x="74141" y="58687"/>
                  <a:pt x="69202" y="43915"/>
                  <a:pt x="62313" y="30876"/>
                </a:cubicBezTo>
                <a:cubicBezTo>
                  <a:pt x="60155" y="26790"/>
                  <a:pt x="57759" y="22786"/>
                  <a:pt x="55145" y="19050"/>
                </a:cubicBezTo>
                <a:cubicBezTo>
                  <a:pt x="51070" y="13224"/>
                  <a:pt x="51625" y="11510"/>
                  <a:pt x="57150" y="7237"/>
                </a:cubicBezTo>
                <a:close/>
              </a:path>
            </a:pathLst>
          </a:custGeom>
          <a:solidFill>
            <a:srgbClr val="000000"/>
          </a:solidFill>
          <a:ln w="9525" cap="flat">
            <a:noFill/>
            <a:prstDash val="solid"/>
            <a:miter/>
          </a:ln>
        </p:spPr>
        <p:txBody>
          <a:bodyPr rtlCol="0" anchor="ctr"/>
          <a:lstStyle/>
          <a:p>
            <a:endParaRPr lang="ru-RU"/>
          </a:p>
        </p:txBody>
      </p:sp>
      <p:sp>
        <p:nvSpPr>
          <p:cNvPr id="930" name="Рисунок 533">
            <a:extLst>
              <a:ext uri="{FF2B5EF4-FFF2-40B4-BE49-F238E27FC236}">
                <a16:creationId xmlns:a16="http://schemas.microsoft.com/office/drawing/2014/main" id="{EBA38ED1-3F6B-C2D2-B996-B1629A4ECE4E}"/>
              </a:ext>
            </a:extLst>
          </p:cNvPr>
          <p:cNvSpPr/>
          <p:nvPr/>
        </p:nvSpPr>
        <p:spPr>
          <a:xfrm>
            <a:off x="2739704" y="3046096"/>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47625 w 171450"/>
              <a:gd name="connsiteY5" fmla="*/ 57150 h 171450"/>
              <a:gd name="connsiteX6" fmla="*/ 57150 w 171450"/>
              <a:gd name="connsiteY6" fmla="*/ 66675 h 171450"/>
              <a:gd name="connsiteX7" fmla="*/ 47625 w 171450"/>
              <a:gd name="connsiteY7" fmla="*/ 76200 h 171450"/>
              <a:gd name="connsiteX8" fmla="*/ 38100 w 171450"/>
              <a:gd name="connsiteY8" fmla="*/ 66675 h 171450"/>
              <a:gd name="connsiteX9" fmla="*/ 47625 w 171450"/>
              <a:gd name="connsiteY9" fmla="*/ 57150 h 171450"/>
              <a:gd name="connsiteX10" fmla="*/ 123825 w 171450"/>
              <a:gd name="connsiteY10" fmla="*/ 57150 h 171450"/>
              <a:gd name="connsiteX11" fmla="*/ 133350 w 171450"/>
              <a:gd name="connsiteY11" fmla="*/ 66675 h 171450"/>
              <a:gd name="connsiteX12" fmla="*/ 123825 w 171450"/>
              <a:gd name="connsiteY12" fmla="*/ 76200 h 171450"/>
              <a:gd name="connsiteX13" fmla="*/ 114300 w 171450"/>
              <a:gd name="connsiteY13" fmla="*/ 66675 h 171450"/>
              <a:gd name="connsiteX14" fmla="*/ 123825 w 171450"/>
              <a:gd name="connsiteY14" fmla="*/ 57150 h 171450"/>
              <a:gd name="connsiteX15" fmla="*/ 63817 w 171450"/>
              <a:gd name="connsiteY15" fmla="*/ 130627 h 171450"/>
              <a:gd name="connsiteX16" fmla="*/ 50415 w 171450"/>
              <a:gd name="connsiteY16" fmla="*/ 130559 h 171450"/>
              <a:gd name="connsiteX17" fmla="*/ 50415 w 171450"/>
              <a:gd name="connsiteY17" fmla="*/ 117091 h 171450"/>
              <a:gd name="connsiteX18" fmla="*/ 85725 w 171450"/>
              <a:gd name="connsiteY18" fmla="*/ 104775 h 171450"/>
              <a:gd name="connsiteX19" fmla="*/ 121036 w 171450"/>
              <a:gd name="connsiteY19" fmla="*/ 117091 h 171450"/>
              <a:gd name="connsiteX20" fmla="*/ 121036 w 171450"/>
              <a:gd name="connsiteY20" fmla="*/ 130559 h 171450"/>
              <a:gd name="connsiteX21" fmla="*/ 107633 w 171450"/>
              <a:gd name="connsiteY21" fmla="*/ 130627 h 171450"/>
              <a:gd name="connsiteX22" fmla="*/ 102870 w 171450"/>
              <a:gd name="connsiteY22" fmla="*/ 127550 h 171450"/>
              <a:gd name="connsiteX23" fmla="*/ 85725 w 171450"/>
              <a:gd name="connsiteY23" fmla="*/ 123825 h 171450"/>
              <a:gd name="connsiteX24" fmla="*/ 68581 w 171450"/>
              <a:gd name="connsiteY24" fmla="*/ 127550 h 171450"/>
              <a:gd name="connsiteX25" fmla="*/ 63817 w 171450"/>
              <a:gd name="connsiteY25" fmla="*/ 130627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47625" y="57150"/>
                </a:moveTo>
                <a:cubicBezTo>
                  <a:pt x="52885" y="57150"/>
                  <a:pt x="57150" y="61415"/>
                  <a:pt x="57150" y="66675"/>
                </a:cubicBezTo>
                <a:cubicBezTo>
                  <a:pt x="57150" y="71935"/>
                  <a:pt x="52885" y="76200"/>
                  <a:pt x="47625" y="76200"/>
                </a:cubicBezTo>
                <a:cubicBezTo>
                  <a:pt x="42365" y="76200"/>
                  <a:pt x="38100" y="71935"/>
                  <a:pt x="38100" y="66675"/>
                </a:cubicBezTo>
                <a:cubicBezTo>
                  <a:pt x="38100" y="61415"/>
                  <a:pt x="42365" y="57150"/>
                  <a:pt x="47625" y="57150"/>
                </a:cubicBezTo>
                <a:close/>
                <a:moveTo>
                  <a:pt x="123825" y="57150"/>
                </a:moveTo>
                <a:cubicBezTo>
                  <a:pt x="129085" y="57150"/>
                  <a:pt x="133350" y="61415"/>
                  <a:pt x="133350" y="66675"/>
                </a:cubicBezTo>
                <a:cubicBezTo>
                  <a:pt x="133350" y="71935"/>
                  <a:pt x="129085" y="76200"/>
                  <a:pt x="123825" y="76200"/>
                </a:cubicBezTo>
                <a:cubicBezTo>
                  <a:pt x="118565" y="76200"/>
                  <a:pt x="114300" y="71935"/>
                  <a:pt x="114300" y="66675"/>
                </a:cubicBezTo>
                <a:cubicBezTo>
                  <a:pt x="114300" y="61415"/>
                  <a:pt x="118565" y="57150"/>
                  <a:pt x="123825" y="57150"/>
                </a:cubicBezTo>
                <a:close/>
                <a:moveTo>
                  <a:pt x="63817" y="130627"/>
                </a:moveTo>
                <a:cubicBezTo>
                  <a:pt x="60093" y="134281"/>
                  <a:pt x="54112" y="134257"/>
                  <a:pt x="50415" y="130559"/>
                </a:cubicBezTo>
                <a:cubicBezTo>
                  <a:pt x="46695" y="126841"/>
                  <a:pt x="46695" y="120809"/>
                  <a:pt x="50415" y="117091"/>
                </a:cubicBezTo>
                <a:cubicBezTo>
                  <a:pt x="51560" y="115944"/>
                  <a:pt x="63270" y="104775"/>
                  <a:pt x="85725" y="104775"/>
                </a:cubicBezTo>
                <a:cubicBezTo>
                  <a:pt x="108181" y="104775"/>
                  <a:pt x="119890" y="115944"/>
                  <a:pt x="121036" y="117091"/>
                </a:cubicBezTo>
                <a:cubicBezTo>
                  <a:pt x="124756" y="120809"/>
                  <a:pt x="124756" y="126841"/>
                  <a:pt x="121036" y="130559"/>
                </a:cubicBezTo>
                <a:cubicBezTo>
                  <a:pt x="117338" y="134257"/>
                  <a:pt x="111358" y="134281"/>
                  <a:pt x="107633" y="130627"/>
                </a:cubicBezTo>
                <a:cubicBezTo>
                  <a:pt x="106249" y="129355"/>
                  <a:pt x="104540" y="128383"/>
                  <a:pt x="102870" y="127550"/>
                </a:cubicBezTo>
                <a:cubicBezTo>
                  <a:pt x="99293" y="125767"/>
                  <a:pt x="93620" y="123825"/>
                  <a:pt x="85725" y="123825"/>
                </a:cubicBezTo>
                <a:cubicBezTo>
                  <a:pt x="77831" y="123825"/>
                  <a:pt x="72158" y="125767"/>
                  <a:pt x="68581" y="127550"/>
                </a:cubicBezTo>
                <a:cubicBezTo>
                  <a:pt x="65575" y="129051"/>
                  <a:pt x="63972" y="130485"/>
                  <a:pt x="63817" y="130627"/>
                </a:cubicBezTo>
                <a:close/>
              </a:path>
            </a:pathLst>
          </a:custGeom>
          <a:solidFill>
            <a:srgbClr val="000000"/>
          </a:solidFill>
          <a:ln w="9525" cap="flat">
            <a:noFill/>
            <a:prstDash val="solid"/>
            <a:miter/>
          </a:ln>
        </p:spPr>
        <p:txBody>
          <a:bodyPr rtlCol="0" anchor="ctr"/>
          <a:lstStyle/>
          <a:p>
            <a:endParaRPr lang="ru-RU"/>
          </a:p>
        </p:txBody>
      </p:sp>
      <p:sp>
        <p:nvSpPr>
          <p:cNvPr id="1376" name="Полилиния: фигура 1375">
            <a:extLst>
              <a:ext uri="{FF2B5EF4-FFF2-40B4-BE49-F238E27FC236}">
                <a16:creationId xmlns:a16="http://schemas.microsoft.com/office/drawing/2014/main" id="{8C685D83-1E9C-9A53-9E63-EC4337B8FAEB}"/>
              </a:ext>
            </a:extLst>
          </p:cNvPr>
          <p:cNvSpPr/>
          <p:nvPr/>
        </p:nvSpPr>
        <p:spPr>
          <a:xfrm>
            <a:off x="2739704" y="4600117"/>
            <a:ext cx="171450" cy="171450"/>
          </a:xfrm>
          <a:custGeom>
            <a:avLst/>
            <a:gdLst>
              <a:gd name="connsiteX0" fmla="*/ 33338 w 171450"/>
              <a:gd name="connsiteY0" fmla="*/ 57150 h 171450"/>
              <a:gd name="connsiteX1" fmla="*/ 47625 w 171450"/>
              <a:gd name="connsiteY1" fmla="*/ 71438 h 171450"/>
              <a:gd name="connsiteX2" fmla="*/ 47625 w 171450"/>
              <a:gd name="connsiteY2" fmla="*/ 85725 h 171450"/>
              <a:gd name="connsiteX3" fmla="*/ 53561 w 171450"/>
              <a:gd name="connsiteY3" fmla="*/ 117889 h 171450"/>
              <a:gd name="connsiteX4" fmla="*/ 85725 w 171450"/>
              <a:gd name="connsiteY4" fmla="*/ 123825 h 171450"/>
              <a:gd name="connsiteX5" fmla="*/ 157163 w 171450"/>
              <a:gd name="connsiteY5" fmla="*/ 123825 h 171450"/>
              <a:gd name="connsiteX6" fmla="*/ 171450 w 171450"/>
              <a:gd name="connsiteY6" fmla="*/ 138113 h 171450"/>
              <a:gd name="connsiteX7" fmla="*/ 157163 w 171450"/>
              <a:gd name="connsiteY7" fmla="*/ 152400 h 171450"/>
              <a:gd name="connsiteX8" fmla="*/ 152400 w 171450"/>
              <a:gd name="connsiteY8" fmla="*/ 152400 h 171450"/>
              <a:gd name="connsiteX9" fmla="*/ 152400 w 171450"/>
              <a:gd name="connsiteY9" fmla="*/ 157163 h 171450"/>
              <a:gd name="connsiteX10" fmla="*/ 138113 w 171450"/>
              <a:gd name="connsiteY10" fmla="*/ 171450 h 171450"/>
              <a:gd name="connsiteX11" fmla="*/ 123825 w 171450"/>
              <a:gd name="connsiteY11" fmla="*/ 157163 h 171450"/>
              <a:gd name="connsiteX12" fmla="*/ 123825 w 171450"/>
              <a:gd name="connsiteY12" fmla="*/ 152400 h 171450"/>
              <a:gd name="connsiteX13" fmla="*/ 85725 w 171450"/>
              <a:gd name="connsiteY13" fmla="*/ 152400 h 171450"/>
              <a:gd name="connsiteX14" fmla="*/ 33355 w 171450"/>
              <a:gd name="connsiteY14" fmla="*/ 138095 h 171450"/>
              <a:gd name="connsiteX15" fmla="*/ 19050 w 171450"/>
              <a:gd name="connsiteY15" fmla="*/ 85725 h 171450"/>
              <a:gd name="connsiteX16" fmla="*/ 19050 w 171450"/>
              <a:gd name="connsiteY16" fmla="*/ 71438 h 171450"/>
              <a:gd name="connsiteX17" fmla="*/ 33338 w 171450"/>
              <a:gd name="connsiteY17" fmla="*/ 57150 h 171450"/>
              <a:gd name="connsiteX18" fmla="*/ 33338 w 171450"/>
              <a:gd name="connsiteY18" fmla="*/ 0 h 171450"/>
              <a:gd name="connsiteX19" fmla="*/ 47625 w 171450"/>
              <a:gd name="connsiteY19" fmla="*/ 14288 h 171450"/>
              <a:gd name="connsiteX20" fmla="*/ 47625 w 171450"/>
              <a:gd name="connsiteY20" fmla="*/ 19050 h 171450"/>
              <a:gd name="connsiteX21" fmla="*/ 85725 w 171450"/>
              <a:gd name="connsiteY21" fmla="*/ 19050 h 171450"/>
              <a:gd name="connsiteX22" fmla="*/ 138095 w 171450"/>
              <a:gd name="connsiteY22" fmla="*/ 33355 h 171450"/>
              <a:gd name="connsiteX23" fmla="*/ 152400 w 171450"/>
              <a:gd name="connsiteY23" fmla="*/ 85725 h 171450"/>
              <a:gd name="connsiteX24" fmla="*/ 152400 w 171450"/>
              <a:gd name="connsiteY24" fmla="*/ 100009 h 171450"/>
              <a:gd name="connsiteX25" fmla="*/ 138113 w 171450"/>
              <a:gd name="connsiteY25" fmla="*/ 114300 h 171450"/>
              <a:gd name="connsiteX26" fmla="*/ 123825 w 171450"/>
              <a:gd name="connsiteY26" fmla="*/ 100013 h 171450"/>
              <a:gd name="connsiteX27" fmla="*/ 123825 w 171450"/>
              <a:gd name="connsiteY27" fmla="*/ 85725 h 171450"/>
              <a:gd name="connsiteX28" fmla="*/ 117889 w 171450"/>
              <a:gd name="connsiteY28" fmla="*/ 53561 h 171450"/>
              <a:gd name="connsiteX29" fmla="*/ 85725 w 171450"/>
              <a:gd name="connsiteY29" fmla="*/ 47625 h 171450"/>
              <a:gd name="connsiteX30" fmla="*/ 14288 w 171450"/>
              <a:gd name="connsiteY30" fmla="*/ 47625 h 171450"/>
              <a:gd name="connsiteX31" fmla="*/ 0 w 171450"/>
              <a:gd name="connsiteY31" fmla="*/ 33338 h 171450"/>
              <a:gd name="connsiteX32" fmla="*/ 14288 w 171450"/>
              <a:gd name="connsiteY32" fmla="*/ 19050 h 171450"/>
              <a:gd name="connsiteX33" fmla="*/ 19050 w 171450"/>
              <a:gd name="connsiteY33" fmla="*/ 19050 h 171450"/>
              <a:gd name="connsiteX34" fmla="*/ 19050 w 171450"/>
              <a:gd name="connsiteY34" fmla="*/ 14288 h 171450"/>
              <a:gd name="connsiteX35" fmla="*/ 33338 w 171450"/>
              <a:gd name="connsiteY35"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1450" h="171450">
                <a:moveTo>
                  <a:pt x="33338" y="57150"/>
                </a:moveTo>
                <a:cubicBezTo>
                  <a:pt x="41228" y="57150"/>
                  <a:pt x="47625" y="63547"/>
                  <a:pt x="47625" y="71438"/>
                </a:cubicBezTo>
                <a:lnTo>
                  <a:pt x="47625" y="85725"/>
                </a:lnTo>
                <a:cubicBezTo>
                  <a:pt x="47625" y="107591"/>
                  <a:pt x="50465" y="114794"/>
                  <a:pt x="53561" y="117889"/>
                </a:cubicBezTo>
                <a:cubicBezTo>
                  <a:pt x="56656" y="120985"/>
                  <a:pt x="63859" y="123825"/>
                  <a:pt x="85725" y="123825"/>
                </a:cubicBezTo>
                <a:lnTo>
                  <a:pt x="157163" y="123825"/>
                </a:lnTo>
                <a:cubicBezTo>
                  <a:pt x="165053" y="123825"/>
                  <a:pt x="171450" y="130222"/>
                  <a:pt x="171450" y="138113"/>
                </a:cubicBezTo>
                <a:cubicBezTo>
                  <a:pt x="171450" y="146003"/>
                  <a:pt x="165053" y="152400"/>
                  <a:pt x="157163" y="152400"/>
                </a:cubicBezTo>
                <a:lnTo>
                  <a:pt x="152400" y="152400"/>
                </a:lnTo>
                <a:lnTo>
                  <a:pt x="152400" y="157163"/>
                </a:lnTo>
                <a:cubicBezTo>
                  <a:pt x="152400" y="165053"/>
                  <a:pt x="146003" y="171450"/>
                  <a:pt x="138113" y="171450"/>
                </a:cubicBezTo>
                <a:cubicBezTo>
                  <a:pt x="130222" y="171450"/>
                  <a:pt x="123825" y="165053"/>
                  <a:pt x="123825" y="157163"/>
                </a:cubicBezTo>
                <a:lnTo>
                  <a:pt x="123825" y="152400"/>
                </a:lnTo>
                <a:lnTo>
                  <a:pt x="85725" y="152400"/>
                </a:lnTo>
                <a:cubicBezTo>
                  <a:pt x="64728" y="152400"/>
                  <a:pt x="45738" y="150478"/>
                  <a:pt x="33355" y="138095"/>
                </a:cubicBezTo>
                <a:cubicBezTo>
                  <a:pt x="20972" y="125712"/>
                  <a:pt x="19050" y="106722"/>
                  <a:pt x="19050" y="85725"/>
                </a:cubicBezTo>
                <a:lnTo>
                  <a:pt x="19050" y="71438"/>
                </a:lnTo>
                <a:cubicBezTo>
                  <a:pt x="19050" y="63547"/>
                  <a:pt x="25447" y="57150"/>
                  <a:pt x="33338" y="57150"/>
                </a:cubicBezTo>
                <a:close/>
                <a:moveTo>
                  <a:pt x="33338" y="0"/>
                </a:moveTo>
                <a:cubicBezTo>
                  <a:pt x="41228" y="0"/>
                  <a:pt x="47625" y="6397"/>
                  <a:pt x="47625" y="14288"/>
                </a:cubicBezTo>
                <a:lnTo>
                  <a:pt x="47625" y="19050"/>
                </a:lnTo>
                <a:lnTo>
                  <a:pt x="85725" y="19050"/>
                </a:lnTo>
                <a:cubicBezTo>
                  <a:pt x="106722" y="19050"/>
                  <a:pt x="125712" y="20972"/>
                  <a:pt x="138095" y="33355"/>
                </a:cubicBezTo>
                <a:cubicBezTo>
                  <a:pt x="150478" y="45738"/>
                  <a:pt x="152400" y="64728"/>
                  <a:pt x="152400" y="85725"/>
                </a:cubicBezTo>
                <a:lnTo>
                  <a:pt x="152400" y="100009"/>
                </a:lnTo>
                <a:cubicBezTo>
                  <a:pt x="152400" y="107900"/>
                  <a:pt x="146003" y="114300"/>
                  <a:pt x="138113" y="114300"/>
                </a:cubicBezTo>
                <a:cubicBezTo>
                  <a:pt x="130222" y="114300"/>
                  <a:pt x="123825" y="107903"/>
                  <a:pt x="123825" y="100013"/>
                </a:cubicBezTo>
                <a:lnTo>
                  <a:pt x="123825" y="85725"/>
                </a:lnTo>
                <a:cubicBezTo>
                  <a:pt x="123825" y="63859"/>
                  <a:pt x="120985" y="56656"/>
                  <a:pt x="117889" y="53561"/>
                </a:cubicBezTo>
                <a:cubicBezTo>
                  <a:pt x="114794" y="50465"/>
                  <a:pt x="107591" y="47625"/>
                  <a:pt x="85725" y="47625"/>
                </a:cubicBezTo>
                <a:lnTo>
                  <a:pt x="14288" y="47625"/>
                </a:lnTo>
                <a:cubicBezTo>
                  <a:pt x="6397" y="47625"/>
                  <a:pt x="0" y="41228"/>
                  <a:pt x="0" y="33338"/>
                </a:cubicBezTo>
                <a:cubicBezTo>
                  <a:pt x="0" y="25447"/>
                  <a:pt x="6397" y="19050"/>
                  <a:pt x="14288" y="19050"/>
                </a:cubicBezTo>
                <a:lnTo>
                  <a:pt x="19050" y="19050"/>
                </a:lnTo>
                <a:lnTo>
                  <a:pt x="19050" y="14288"/>
                </a:lnTo>
                <a:cubicBezTo>
                  <a:pt x="19050" y="6397"/>
                  <a:pt x="25447" y="0"/>
                  <a:pt x="33338" y="0"/>
                </a:cubicBezTo>
                <a:close/>
              </a:path>
            </a:pathLst>
          </a:custGeom>
          <a:solidFill>
            <a:srgbClr val="000000"/>
          </a:solidFill>
          <a:ln w="9525" cap="flat">
            <a:noFill/>
            <a:prstDash val="solid"/>
            <a:miter/>
          </a:ln>
        </p:spPr>
        <p:txBody>
          <a:bodyPr rtlCol="0" anchor="ctr"/>
          <a:lstStyle/>
          <a:p>
            <a:endParaRPr lang="ru-RU"/>
          </a:p>
        </p:txBody>
      </p:sp>
      <p:sp>
        <p:nvSpPr>
          <p:cNvPr id="1386" name="Полилиния: фигура 1385">
            <a:extLst>
              <a:ext uri="{FF2B5EF4-FFF2-40B4-BE49-F238E27FC236}">
                <a16:creationId xmlns:a16="http://schemas.microsoft.com/office/drawing/2014/main" id="{AB297196-D6B2-7344-FAC4-B643854BEFED}"/>
              </a:ext>
            </a:extLst>
          </p:cNvPr>
          <p:cNvSpPr/>
          <p:nvPr/>
        </p:nvSpPr>
        <p:spPr>
          <a:xfrm>
            <a:off x="2749230" y="5110287"/>
            <a:ext cx="152399" cy="152399"/>
          </a:xfrm>
          <a:custGeom>
            <a:avLst/>
            <a:gdLst>
              <a:gd name="connsiteX0" fmla="*/ 95249 w 152399"/>
              <a:gd name="connsiteY0" fmla="*/ 19049 h 152399"/>
              <a:gd name="connsiteX1" fmla="*/ 123824 w 152399"/>
              <a:gd name="connsiteY1" fmla="*/ 19049 h 152399"/>
              <a:gd name="connsiteX2" fmla="*/ 133349 w 152399"/>
              <a:gd name="connsiteY2" fmla="*/ 28574 h 152399"/>
              <a:gd name="connsiteX3" fmla="*/ 133349 w 152399"/>
              <a:gd name="connsiteY3" fmla="*/ 57149 h 152399"/>
              <a:gd name="connsiteX4" fmla="*/ 123824 w 152399"/>
              <a:gd name="connsiteY4" fmla="*/ 66674 h 152399"/>
              <a:gd name="connsiteX5" fmla="*/ 114299 w 152399"/>
              <a:gd name="connsiteY5" fmla="*/ 57149 h 152399"/>
              <a:gd name="connsiteX6" fmla="*/ 114299 w 152399"/>
              <a:gd name="connsiteY6" fmla="*/ 51569 h 152399"/>
              <a:gd name="connsiteX7" fmla="*/ 92459 w 152399"/>
              <a:gd name="connsiteY7" fmla="*/ 73409 h 152399"/>
              <a:gd name="connsiteX8" fmla="*/ 78989 w 152399"/>
              <a:gd name="connsiteY8" fmla="*/ 73409 h 152399"/>
              <a:gd name="connsiteX9" fmla="*/ 78989 w 152399"/>
              <a:gd name="connsiteY9" fmla="*/ 59939 h 152399"/>
              <a:gd name="connsiteX10" fmla="*/ 100829 w 152399"/>
              <a:gd name="connsiteY10" fmla="*/ 38099 h 152399"/>
              <a:gd name="connsiteX11" fmla="*/ 95249 w 152399"/>
              <a:gd name="connsiteY11" fmla="*/ 38099 h 152399"/>
              <a:gd name="connsiteX12" fmla="*/ 85724 w 152399"/>
              <a:gd name="connsiteY12" fmla="*/ 28574 h 152399"/>
              <a:gd name="connsiteX13" fmla="*/ 95249 w 152399"/>
              <a:gd name="connsiteY13" fmla="*/ 19049 h 152399"/>
              <a:gd name="connsiteX14" fmla="*/ 30264 w 152399"/>
              <a:gd name="connsiteY14" fmla="*/ 14 h 152399"/>
              <a:gd name="connsiteX15" fmla="*/ 46246 w 152399"/>
              <a:gd name="connsiteY15" fmla="*/ 7147 h 152399"/>
              <a:gd name="connsiteX16" fmla="*/ 60862 w 152399"/>
              <a:gd name="connsiteY16" fmla="*/ 29201 h 152399"/>
              <a:gd name="connsiteX17" fmla="*/ 53552 w 152399"/>
              <a:gd name="connsiteY17" fmla="*/ 55063 h 152399"/>
              <a:gd name="connsiteX18" fmla="*/ 52956 w 152399"/>
              <a:gd name="connsiteY18" fmla="*/ 55651 h 152399"/>
              <a:gd name="connsiteX19" fmla="*/ 50413 w 152399"/>
              <a:gd name="connsiteY19" fmla="*/ 69271 h 152399"/>
              <a:gd name="connsiteX20" fmla="*/ 83127 w 152399"/>
              <a:gd name="connsiteY20" fmla="*/ 101984 h 152399"/>
              <a:gd name="connsiteX21" fmla="*/ 97306 w 152399"/>
              <a:gd name="connsiteY21" fmla="*/ 98872 h 152399"/>
              <a:gd name="connsiteX22" fmla="*/ 123196 w 152399"/>
              <a:gd name="connsiteY22" fmla="*/ 91536 h 152399"/>
              <a:gd name="connsiteX23" fmla="*/ 145250 w 152399"/>
              <a:gd name="connsiteY23" fmla="*/ 106150 h 152399"/>
              <a:gd name="connsiteX24" fmla="*/ 152384 w 152399"/>
              <a:gd name="connsiteY24" fmla="*/ 122134 h 152399"/>
              <a:gd name="connsiteX25" fmla="*/ 146419 w 152399"/>
              <a:gd name="connsiteY25" fmla="*/ 138590 h 152399"/>
              <a:gd name="connsiteX26" fmla="*/ 110836 w 152399"/>
              <a:gd name="connsiteY26" fmla="*/ 152399 h 152399"/>
              <a:gd name="connsiteX27" fmla="*/ 0 w 152399"/>
              <a:gd name="connsiteY27" fmla="*/ 41563 h 152399"/>
              <a:gd name="connsiteX28" fmla="*/ 13370 w 152399"/>
              <a:gd name="connsiteY28" fmla="*/ 6385 h 152399"/>
              <a:gd name="connsiteX29" fmla="*/ 30264 w 152399"/>
              <a:gd name="connsiteY29" fmla="*/ 14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2399" h="152399">
                <a:moveTo>
                  <a:pt x="95249" y="19049"/>
                </a:moveTo>
                <a:lnTo>
                  <a:pt x="123824" y="19049"/>
                </a:lnTo>
                <a:cubicBezTo>
                  <a:pt x="129084" y="19049"/>
                  <a:pt x="133349" y="23314"/>
                  <a:pt x="133349" y="28574"/>
                </a:cubicBezTo>
                <a:lnTo>
                  <a:pt x="133349" y="57149"/>
                </a:lnTo>
                <a:cubicBezTo>
                  <a:pt x="133349" y="62410"/>
                  <a:pt x="129084" y="66674"/>
                  <a:pt x="123824" y="66674"/>
                </a:cubicBezTo>
                <a:cubicBezTo>
                  <a:pt x="118563" y="66674"/>
                  <a:pt x="114299" y="62410"/>
                  <a:pt x="114299" y="57149"/>
                </a:cubicBezTo>
                <a:lnTo>
                  <a:pt x="114299" y="51569"/>
                </a:lnTo>
                <a:lnTo>
                  <a:pt x="92459" y="73409"/>
                </a:lnTo>
                <a:cubicBezTo>
                  <a:pt x="88739" y="77129"/>
                  <a:pt x="82708" y="77129"/>
                  <a:pt x="78989" y="73409"/>
                </a:cubicBezTo>
                <a:cubicBezTo>
                  <a:pt x="75269" y="69690"/>
                  <a:pt x="75269" y="63658"/>
                  <a:pt x="78989" y="59939"/>
                </a:cubicBezTo>
                <a:lnTo>
                  <a:pt x="100829" y="38099"/>
                </a:lnTo>
                <a:lnTo>
                  <a:pt x="95249" y="38099"/>
                </a:lnTo>
                <a:cubicBezTo>
                  <a:pt x="89988" y="38099"/>
                  <a:pt x="85724" y="33834"/>
                  <a:pt x="85724" y="28574"/>
                </a:cubicBezTo>
                <a:cubicBezTo>
                  <a:pt x="85724" y="23314"/>
                  <a:pt x="89988" y="19049"/>
                  <a:pt x="95249" y="19049"/>
                </a:cubicBezTo>
                <a:close/>
                <a:moveTo>
                  <a:pt x="30264" y="14"/>
                </a:moveTo>
                <a:cubicBezTo>
                  <a:pt x="36345" y="233"/>
                  <a:pt x="42023" y="2768"/>
                  <a:pt x="46246" y="7147"/>
                </a:cubicBezTo>
                <a:cubicBezTo>
                  <a:pt x="54203" y="15399"/>
                  <a:pt x="58900" y="22415"/>
                  <a:pt x="60862" y="29201"/>
                </a:cubicBezTo>
                <a:cubicBezTo>
                  <a:pt x="63586" y="38630"/>
                  <a:pt x="61064" y="47371"/>
                  <a:pt x="53552" y="55063"/>
                </a:cubicBezTo>
                <a:cubicBezTo>
                  <a:pt x="53379" y="55240"/>
                  <a:pt x="53178" y="55436"/>
                  <a:pt x="52956" y="55651"/>
                </a:cubicBezTo>
                <a:cubicBezTo>
                  <a:pt x="50568" y="57973"/>
                  <a:pt x="45875" y="62536"/>
                  <a:pt x="50413" y="69271"/>
                </a:cubicBezTo>
                <a:cubicBezTo>
                  <a:pt x="58985" y="81995"/>
                  <a:pt x="70399" y="93411"/>
                  <a:pt x="83127" y="101984"/>
                </a:cubicBezTo>
                <a:cubicBezTo>
                  <a:pt x="87547" y="104962"/>
                  <a:pt x="91213" y="104921"/>
                  <a:pt x="97306" y="98872"/>
                </a:cubicBezTo>
                <a:cubicBezTo>
                  <a:pt x="104997" y="91362"/>
                  <a:pt x="113767" y="88810"/>
                  <a:pt x="123196" y="91536"/>
                </a:cubicBezTo>
                <a:cubicBezTo>
                  <a:pt x="129982" y="93496"/>
                  <a:pt x="136998" y="98194"/>
                  <a:pt x="145250" y="106150"/>
                </a:cubicBezTo>
                <a:cubicBezTo>
                  <a:pt x="149629" y="110375"/>
                  <a:pt x="152165" y="116053"/>
                  <a:pt x="152384" y="122134"/>
                </a:cubicBezTo>
                <a:cubicBezTo>
                  <a:pt x="152603" y="128215"/>
                  <a:pt x="150484" y="134061"/>
                  <a:pt x="146419" y="138590"/>
                </a:cubicBezTo>
                <a:cubicBezTo>
                  <a:pt x="137524" y="148480"/>
                  <a:pt x="123505" y="152399"/>
                  <a:pt x="110836" y="152399"/>
                </a:cubicBezTo>
                <a:cubicBezTo>
                  <a:pt x="55417" y="152399"/>
                  <a:pt x="0" y="96981"/>
                  <a:pt x="0" y="41563"/>
                </a:cubicBezTo>
                <a:cubicBezTo>
                  <a:pt x="-72" y="27125"/>
                  <a:pt x="4523" y="15232"/>
                  <a:pt x="13370" y="6385"/>
                </a:cubicBezTo>
                <a:cubicBezTo>
                  <a:pt x="17763" y="2009"/>
                  <a:pt x="24186" y="-205"/>
                  <a:pt x="30264" y="14"/>
                </a:cubicBezTo>
                <a:close/>
              </a:path>
            </a:pathLst>
          </a:custGeom>
          <a:solidFill>
            <a:srgbClr val="000000"/>
          </a:solidFill>
          <a:ln w="9525" cap="flat">
            <a:noFill/>
            <a:prstDash val="solid"/>
            <a:miter/>
          </a:ln>
        </p:spPr>
        <p:txBody>
          <a:bodyPr rtlCol="0" anchor="ctr"/>
          <a:lstStyle/>
          <a:p>
            <a:endParaRPr lang="ru-RU"/>
          </a:p>
        </p:txBody>
      </p:sp>
      <p:sp>
        <p:nvSpPr>
          <p:cNvPr id="1397" name="Полилиния: фигура 1396">
            <a:extLst>
              <a:ext uri="{FF2B5EF4-FFF2-40B4-BE49-F238E27FC236}">
                <a16:creationId xmlns:a16="http://schemas.microsoft.com/office/drawing/2014/main" id="{71F59729-C874-E5A9-8CA7-8D1C88395B3A}"/>
              </a:ext>
            </a:extLst>
          </p:cNvPr>
          <p:cNvSpPr/>
          <p:nvPr/>
        </p:nvSpPr>
        <p:spPr>
          <a:xfrm>
            <a:off x="2739704" y="5601406"/>
            <a:ext cx="171450" cy="171450"/>
          </a:xfrm>
          <a:custGeom>
            <a:avLst/>
            <a:gdLst>
              <a:gd name="connsiteX0" fmla="*/ 85725 w 171450"/>
              <a:gd name="connsiteY0" fmla="*/ 152400 h 171450"/>
              <a:gd name="connsiteX1" fmla="*/ 95250 w 171450"/>
              <a:gd name="connsiteY1" fmla="*/ 161925 h 171450"/>
              <a:gd name="connsiteX2" fmla="*/ 85725 w 171450"/>
              <a:gd name="connsiteY2" fmla="*/ 171450 h 171450"/>
              <a:gd name="connsiteX3" fmla="*/ 76200 w 171450"/>
              <a:gd name="connsiteY3" fmla="*/ 161925 h 171450"/>
              <a:gd name="connsiteX4" fmla="*/ 85725 w 171450"/>
              <a:gd name="connsiteY4" fmla="*/ 152400 h 171450"/>
              <a:gd name="connsiteX5" fmla="*/ 85725 w 171450"/>
              <a:gd name="connsiteY5" fmla="*/ 0 h 171450"/>
              <a:gd name="connsiteX6" fmla="*/ 148420 w 171450"/>
              <a:gd name="connsiteY6" fmla="*/ 23030 h 171450"/>
              <a:gd name="connsiteX7" fmla="*/ 171450 w 171450"/>
              <a:gd name="connsiteY7" fmla="*/ 85725 h 171450"/>
              <a:gd name="connsiteX8" fmla="*/ 159133 w 171450"/>
              <a:gd name="connsiteY8" fmla="*/ 138800 h 171450"/>
              <a:gd name="connsiteX9" fmla="*/ 114300 w 171450"/>
              <a:gd name="connsiteY9" fmla="*/ 171450 h 171450"/>
              <a:gd name="connsiteX10" fmla="*/ 104775 w 171450"/>
              <a:gd name="connsiteY10" fmla="*/ 161925 h 171450"/>
              <a:gd name="connsiteX11" fmla="*/ 114300 w 171450"/>
              <a:gd name="connsiteY11" fmla="*/ 152400 h 171450"/>
              <a:gd name="connsiteX12" fmla="*/ 134342 w 171450"/>
              <a:gd name="connsiteY12" fmla="*/ 142216 h 171450"/>
              <a:gd name="connsiteX13" fmla="*/ 114300 w 171450"/>
              <a:gd name="connsiteY13" fmla="*/ 104775 h 171450"/>
              <a:gd name="connsiteX14" fmla="*/ 114973 w 171450"/>
              <a:gd name="connsiteY14" fmla="*/ 102266 h 171450"/>
              <a:gd name="connsiteX15" fmla="*/ 152400 w 171450"/>
              <a:gd name="connsiteY15" fmla="*/ 76200 h 171450"/>
              <a:gd name="connsiteX16" fmla="*/ 134949 w 171450"/>
              <a:gd name="connsiteY16" fmla="*/ 36501 h 171450"/>
              <a:gd name="connsiteX17" fmla="*/ 85725 w 171450"/>
              <a:gd name="connsiteY17" fmla="*/ 19050 h 171450"/>
              <a:gd name="connsiteX18" fmla="*/ 36501 w 171450"/>
              <a:gd name="connsiteY18" fmla="*/ 36501 h 171450"/>
              <a:gd name="connsiteX19" fmla="*/ 19050 w 171450"/>
              <a:gd name="connsiteY19" fmla="*/ 76200 h 171450"/>
              <a:gd name="connsiteX20" fmla="*/ 56477 w 171450"/>
              <a:gd name="connsiteY20" fmla="*/ 102266 h 171450"/>
              <a:gd name="connsiteX21" fmla="*/ 57150 w 171450"/>
              <a:gd name="connsiteY21" fmla="*/ 104775 h 171450"/>
              <a:gd name="connsiteX22" fmla="*/ 28575 w 171450"/>
              <a:gd name="connsiteY22" fmla="*/ 142875 h 171450"/>
              <a:gd name="connsiteX23" fmla="*/ 0 w 171450"/>
              <a:gd name="connsiteY23" fmla="*/ 85725 h 171450"/>
              <a:gd name="connsiteX24" fmla="*/ 23030 w 171450"/>
              <a:gd name="connsiteY24" fmla="*/ 23030 h 171450"/>
              <a:gd name="connsiteX25" fmla="*/ 85725 w 171450"/>
              <a:gd name="connsiteY25"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1450" h="171450">
                <a:moveTo>
                  <a:pt x="85725" y="152400"/>
                </a:moveTo>
                <a:cubicBezTo>
                  <a:pt x="90986" y="152400"/>
                  <a:pt x="95250" y="156664"/>
                  <a:pt x="95250" y="161925"/>
                </a:cubicBezTo>
                <a:cubicBezTo>
                  <a:pt x="95250" y="167186"/>
                  <a:pt x="90986" y="171450"/>
                  <a:pt x="85725" y="171450"/>
                </a:cubicBezTo>
                <a:cubicBezTo>
                  <a:pt x="80464" y="171450"/>
                  <a:pt x="76200" y="167186"/>
                  <a:pt x="76200" y="161925"/>
                </a:cubicBezTo>
                <a:cubicBezTo>
                  <a:pt x="76200" y="156664"/>
                  <a:pt x="80464" y="152400"/>
                  <a:pt x="85725" y="152400"/>
                </a:cubicBezTo>
                <a:close/>
                <a:moveTo>
                  <a:pt x="85725" y="0"/>
                </a:moveTo>
                <a:cubicBezTo>
                  <a:pt x="111447" y="0"/>
                  <a:pt x="133143" y="7754"/>
                  <a:pt x="148420" y="23030"/>
                </a:cubicBezTo>
                <a:cubicBezTo>
                  <a:pt x="163696" y="38307"/>
                  <a:pt x="171450" y="60003"/>
                  <a:pt x="171450" y="85725"/>
                </a:cubicBezTo>
                <a:cubicBezTo>
                  <a:pt x="171450" y="101276"/>
                  <a:pt x="167624" y="121820"/>
                  <a:pt x="159133" y="138800"/>
                </a:cubicBezTo>
                <a:cubicBezTo>
                  <a:pt x="150739" y="155590"/>
                  <a:pt x="136309" y="171450"/>
                  <a:pt x="114300" y="171450"/>
                </a:cubicBezTo>
                <a:cubicBezTo>
                  <a:pt x="109039" y="171450"/>
                  <a:pt x="104775" y="167186"/>
                  <a:pt x="104775" y="161925"/>
                </a:cubicBezTo>
                <a:cubicBezTo>
                  <a:pt x="104775" y="156664"/>
                  <a:pt x="109039" y="152400"/>
                  <a:pt x="114300" y="152400"/>
                </a:cubicBezTo>
                <a:cubicBezTo>
                  <a:pt x="121889" y="152400"/>
                  <a:pt x="128605" y="148831"/>
                  <a:pt x="134342" y="142216"/>
                </a:cubicBezTo>
                <a:cubicBezTo>
                  <a:pt x="113249" y="138691"/>
                  <a:pt x="109478" y="121603"/>
                  <a:pt x="114300" y="104775"/>
                </a:cubicBezTo>
                <a:cubicBezTo>
                  <a:pt x="114524" y="103994"/>
                  <a:pt x="114743" y="103153"/>
                  <a:pt x="114973" y="102266"/>
                </a:cubicBezTo>
                <a:cubicBezTo>
                  <a:pt x="117600" y="92163"/>
                  <a:pt x="121750" y="76200"/>
                  <a:pt x="152400" y="76200"/>
                </a:cubicBezTo>
                <a:cubicBezTo>
                  <a:pt x="150803" y="58890"/>
                  <a:pt x="144264" y="45815"/>
                  <a:pt x="134949" y="36501"/>
                </a:cubicBezTo>
                <a:cubicBezTo>
                  <a:pt x="124032" y="25583"/>
                  <a:pt x="107628" y="19050"/>
                  <a:pt x="85725" y="19050"/>
                </a:cubicBezTo>
                <a:cubicBezTo>
                  <a:pt x="63822" y="19050"/>
                  <a:pt x="47418" y="25583"/>
                  <a:pt x="36501" y="36501"/>
                </a:cubicBezTo>
                <a:cubicBezTo>
                  <a:pt x="27186" y="45815"/>
                  <a:pt x="20647" y="58890"/>
                  <a:pt x="19050" y="76200"/>
                </a:cubicBezTo>
                <a:cubicBezTo>
                  <a:pt x="49699" y="76200"/>
                  <a:pt x="53850" y="92163"/>
                  <a:pt x="56477" y="102266"/>
                </a:cubicBezTo>
                <a:cubicBezTo>
                  <a:pt x="56707" y="103153"/>
                  <a:pt x="56926" y="103994"/>
                  <a:pt x="57150" y="104775"/>
                </a:cubicBezTo>
                <a:cubicBezTo>
                  <a:pt x="62561" y="123661"/>
                  <a:pt x="57150" y="142875"/>
                  <a:pt x="28575" y="142875"/>
                </a:cubicBezTo>
                <a:cubicBezTo>
                  <a:pt x="9525" y="142875"/>
                  <a:pt x="0" y="104939"/>
                  <a:pt x="0" y="85725"/>
                </a:cubicBezTo>
                <a:cubicBezTo>
                  <a:pt x="0" y="60003"/>
                  <a:pt x="7754" y="38307"/>
                  <a:pt x="23030" y="23030"/>
                </a:cubicBezTo>
                <a:cubicBezTo>
                  <a:pt x="38307" y="7754"/>
                  <a:pt x="60003" y="0"/>
                  <a:pt x="85725" y="0"/>
                </a:cubicBezTo>
                <a:close/>
              </a:path>
            </a:pathLst>
          </a:custGeom>
          <a:solidFill>
            <a:srgbClr val="000000"/>
          </a:solidFill>
          <a:ln w="9525" cap="flat">
            <a:noFill/>
            <a:prstDash val="solid"/>
            <a:miter/>
          </a:ln>
        </p:spPr>
        <p:txBody>
          <a:bodyPr rtlCol="0" anchor="ctr"/>
          <a:lstStyle/>
          <a:p>
            <a:endParaRPr lang="ru-RU"/>
          </a:p>
        </p:txBody>
      </p:sp>
      <p:sp>
        <p:nvSpPr>
          <p:cNvPr id="940" name="Рисунок 47">
            <a:extLst>
              <a:ext uri="{FF2B5EF4-FFF2-40B4-BE49-F238E27FC236}">
                <a16:creationId xmlns:a16="http://schemas.microsoft.com/office/drawing/2014/main" id="{0C20ED09-5D1B-6D9D-8FDC-AA4C3CE7A9BB}"/>
              </a:ext>
            </a:extLst>
          </p:cNvPr>
          <p:cNvSpPr/>
          <p:nvPr/>
        </p:nvSpPr>
        <p:spPr>
          <a:xfrm>
            <a:off x="3161019" y="856343"/>
            <a:ext cx="171450" cy="152400"/>
          </a:xfrm>
          <a:custGeom>
            <a:avLst/>
            <a:gdLst>
              <a:gd name="connsiteX0" fmla="*/ 66675 w 171450"/>
              <a:gd name="connsiteY0" fmla="*/ 0 h 152400"/>
              <a:gd name="connsiteX1" fmla="*/ 0 w 171450"/>
              <a:gd name="connsiteY1" fmla="*/ 71438 h 152400"/>
              <a:gd name="connsiteX2" fmla="*/ 19050 w 171450"/>
              <a:gd name="connsiteY2" fmla="*/ 152400 h 152400"/>
              <a:gd name="connsiteX3" fmla="*/ 47625 w 171450"/>
              <a:gd name="connsiteY3" fmla="*/ 133350 h 152400"/>
              <a:gd name="connsiteX4" fmla="*/ 104775 w 171450"/>
              <a:gd name="connsiteY4" fmla="*/ 133350 h 152400"/>
              <a:gd name="connsiteX5" fmla="*/ 171450 w 171450"/>
              <a:gd name="connsiteY5" fmla="*/ 71438 h 152400"/>
              <a:gd name="connsiteX6" fmla="*/ 104775 w 171450"/>
              <a:gd name="connsiteY6" fmla="*/ 0 h 152400"/>
              <a:gd name="connsiteX7" fmla="*/ 66675 w 171450"/>
              <a:gd name="connsiteY7" fmla="*/ 0 h 152400"/>
              <a:gd name="connsiteX8" fmla="*/ 98040 w 171450"/>
              <a:gd name="connsiteY8" fmla="*/ 40890 h 152400"/>
              <a:gd name="connsiteX9" fmla="*/ 111510 w 171450"/>
              <a:gd name="connsiteY9" fmla="*/ 40890 h 152400"/>
              <a:gd name="connsiteX10" fmla="*/ 111510 w 171450"/>
              <a:gd name="connsiteY10" fmla="*/ 54360 h 152400"/>
              <a:gd name="connsiteX11" fmla="*/ 73410 w 171450"/>
              <a:gd name="connsiteY11" fmla="*/ 92460 h 152400"/>
              <a:gd name="connsiteX12" fmla="*/ 59940 w 171450"/>
              <a:gd name="connsiteY12" fmla="*/ 92460 h 152400"/>
              <a:gd name="connsiteX13" fmla="*/ 59940 w 171450"/>
              <a:gd name="connsiteY13" fmla="*/ 78990 h 152400"/>
              <a:gd name="connsiteX14" fmla="*/ 98040 w 171450"/>
              <a:gd name="connsiteY14" fmla="*/ 40890 h 152400"/>
              <a:gd name="connsiteX15" fmla="*/ 57150 w 171450"/>
              <a:gd name="connsiteY15" fmla="*/ 47625 h 152400"/>
              <a:gd name="connsiteX16" fmla="*/ 66675 w 171450"/>
              <a:gd name="connsiteY16" fmla="*/ 38100 h 152400"/>
              <a:gd name="connsiteX17" fmla="*/ 76200 w 171450"/>
              <a:gd name="connsiteY17" fmla="*/ 47625 h 152400"/>
              <a:gd name="connsiteX18" fmla="*/ 66675 w 171450"/>
              <a:gd name="connsiteY18" fmla="*/ 57150 h 152400"/>
              <a:gd name="connsiteX19" fmla="*/ 57150 w 171450"/>
              <a:gd name="connsiteY19" fmla="*/ 47625 h 152400"/>
              <a:gd name="connsiteX20" fmla="*/ 114300 w 171450"/>
              <a:gd name="connsiteY20" fmla="*/ 85725 h 152400"/>
              <a:gd name="connsiteX21" fmla="*/ 104775 w 171450"/>
              <a:gd name="connsiteY21" fmla="*/ 95250 h 152400"/>
              <a:gd name="connsiteX22" fmla="*/ 95250 w 171450"/>
              <a:gd name="connsiteY22" fmla="*/ 85725 h 152400"/>
              <a:gd name="connsiteX23" fmla="*/ 104775 w 171450"/>
              <a:gd name="connsiteY23" fmla="*/ 76200 h 152400"/>
              <a:gd name="connsiteX24" fmla="*/ 114300 w 171450"/>
              <a:gd name="connsiteY24" fmla="*/ 857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52400">
                <a:moveTo>
                  <a:pt x="66675" y="0"/>
                </a:moveTo>
                <a:cubicBezTo>
                  <a:pt x="9525" y="0"/>
                  <a:pt x="0" y="14288"/>
                  <a:pt x="0" y="71438"/>
                </a:cubicBezTo>
                <a:cubicBezTo>
                  <a:pt x="0" y="100013"/>
                  <a:pt x="0" y="152400"/>
                  <a:pt x="19050" y="152400"/>
                </a:cubicBezTo>
                <a:cubicBezTo>
                  <a:pt x="30273" y="152400"/>
                  <a:pt x="41037" y="143116"/>
                  <a:pt x="47625" y="133350"/>
                </a:cubicBezTo>
                <a:lnTo>
                  <a:pt x="104775" y="133350"/>
                </a:lnTo>
                <a:cubicBezTo>
                  <a:pt x="161925" y="133350"/>
                  <a:pt x="171450" y="127029"/>
                  <a:pt x="171450" y="71438"/>
                </a:cubicBezTo>
                <a:cubicBezTo>
                  <a:pt x="171450" y="14288"/>
                  <a:pt x="161925" y="0"/>
                  <a:pt x="104775" y="0"/>
                </a:cubicBezTo>
                <a:lnTo>
                  <a:pt x="66675" y="0"/>
                </a:lnTo>
                <a:close/>
                <a:moveTo>
                  <a:pt x="98040" y="40890"/>
                </a:moveTo>
                <a:cubicBezTo>
                  <a:pt x="101759" y="37170"/>
                  <a:pt x="107791" y="37170"/>
                  <a:pt x="111510" y="40890"/>
                </a:cubicBezTo>
                <a:cubicBezTo>
                  <a:pt x="115230" y="44610"/>
                  <a:pt x="115230" y="50640"/>
                  <a:pt x="111510" y="54360"/>
                </a:cubicBezTo>
                <a:lnTo>
                  <a:pt x="73410" y="92460"/>
                </a:lnTo>
                <a:cubicBezTo>
                  <a:pt x="69691" y="96180"/>
                  <a:pt x="63660" y="96180"/>
                  <a:pt x="59940" y="92460"/>
                </a:cubicBezTo>
                <a:cubicBezTo>
                  <a:pt x="56220" y="88741"/>
                  <a:pt x="56220" y="82709"/>
                  <a:pt x="59940" y="78990"/>
                </a:cubicBezTo>
                <a:lnTo>
                  <a:pt x="98040" y="40890"/>
                </a:lnTo>
                <a:close/>
                <a:moveTo>
                  <a:pt x="57150" y="47625"/>
                </a:moveTo>
                <a:cubicBezTo>
                  <a:pt x="57150" y="42365"/>
                  <a:pt x="61415" y="38100"/>
                  <a:pt x="66675" y="38100"/>
                </a:cubicBezTo>
                <a:cubicBezTo>
                  <a:pt x="71936" y="38100"/>
                  <a:pt x="76200" y="42365"/>
                  <a:pt x="76200" y="47625"/>
                </a:cubicBezTo>
                <a:cubicBezTo>
                  <a:pt x="76200" y="52885"/>
                  <a:pt x="71936" y="57150"/>
                  <a:pt x="66675" y="57150"/>
                </a:cubicBezTo>
                <a:cubicBezTo>
                  <a:pt x="61415" y="57150"/>
                  <a:pt x="57150" y="52885"/>
                  <a:pt x="57150" y="47625"/>
                </a:cubicBezTo>
                <a:close/>
                <a:moveTo>
                  <a:pt x="114300" y="85725"/>
                </a:moveTo>
                <a:cubicBezTo>
                  <a:pt x="114300" y="90986"/>
                  <a:pt x="110036" y="95250"/>
                  <a:pt x="104775" y="95250"/>
                </a:cubicBezTo>
                <a:cubicBezTo>
                  <a:pt x="99514" y="95250"/>
                  <a:pt x="95250" y="90986"/>
                  <a:pt x="95250" y="85725"/>
                </a:cubicBezTo>
                <a:cubicBezTo>
                  <a:pt x="95250" y="80464"/>
                  <a:pt x="99514" y="76200"/>
                  <a:pt x="104775" y="76200"/>
                </a:cubicBezTo>
                <a:cubicBezTo>
                  <a:pt x="110036" y="76200"/>
                  <a:pt x="114300" y="80464"/>
                  <a:pt x="114300" y="85725"/>
                </a:cubicBezTo>
                <a:close/>
              </a:path>
            </a:pathLst>
          </a:custGeom>
          <a:solidFill>
            <a:srgbClr val="000000"/>
          </a:solidFill>
          <a:ln w="9525" cap="flat">
            <a:noFill/>
            <a:prstDash val="solid"/>
            <a:miter/>
          </a:ln>
        </p:spPr>
        <p:txBody>
          <a:bodyPr rtlCol="0" anchor="ctr"/>
          <a:lstStyle/>
          <a:p>
            <a:endParaRPr lang="ru-RU"/>
          </a:p>
        </p:txBody>
      </p:sp>
      <p:sp>
        <p:nvSpPr>
          <p:cNvPr id="941" name="Рисунок 455">
            <a:extLst>
              <a:ext uri="{FF2B5EF4-FFF2-40B4-BE49-F238E27FC236}">
                <a16:creationId xmlns:a16="http://schemas.microsoft.com/office/drawing/2014/main" id="{F2AA206A-2C97-ABBC-A414-582962056171}"/>
              </a:ext>
            </a:extLst>
          </p:cNvPr>
          <p:cNvSpPr/>
          <p:nvPr/>
        </p:nvSpPr>
        <p:spPr>
          <a:xfrm>
            <a:off x="3161019" y="1406163"/>
            <a:ext cx="171450" cy="152400"/>
          </a:xfrm>
          <a:custGeom>
            <a:avLst/>
            <a:gdLst>
              <a:gd name="connsiteX0" fmla="*/ 0 w 171450"/>
              <a:gd name="connsiteY0" fmla="*/ 71438 h 152400"/>
              <a:gd name="connsiteX1" fmla="*/ 66675 w 171450"/>
              <a:gd name="connsiteY1" fmla="*/ 0 h 152400"/>
              <a:gd name="connsiteX2" fmla="*/ 104775 w 171450"/>
              <a:gd name="connsiteY2" fmla="*/ 0 h 152400"/>
              <a:gd name="connsiteX3" fmla="*/ 171450 w 171450"/>
              <a:gd name="connsiteY3" fmla="*/ 71438 h 152400"/>
              <a:gd name="connsiteX4" fmla="*/ 104775 w 171450"/>
              <a:gd name="connsiteY4" fmla="*/ 133350 h 152400"/>
              <a:gd name="connsiteX5" fmla="*/ 47625 w 171450"/>
              <a:gd name="connsiteY5" fmla="*/ 133350 h 152400"/>
              <a:gd name="connsiteX6" fmla="*/ 19050 w 171450"/>
              <a:gd name="connsiteY6" fmla="*/ 152400 h 152400"/>
              <a:gd name="connsiteX7" fmla="*/ 0 w 171450"/>
              <a:gd name="connsiteY7" fmla="*/ 71438 h 152400"/>
              <a:gd name="connsiteX8" fmla="*/ 47625 w 171450"/>
              <a:gd name="connsiteY8" fmla="*/ 76200 h 152400"/>
              <a:gd name="connsiteX9" fmla="*/ 57150 w 171450"/>
              <a:gd name="connsiteY9" fmla="*/ 66675 h 152400"/>
              <a:gd name="connsiteX10" fmla="*/ 47625 w 171450"/>
              <a:gd name="connsiteY10" fmla="*/ 57150 h 152400"/>
              <a:gd name="connsiteX11" fmla="*/ 38100 w 171450"/>
              <a:gd name="connsiteY11" fmla="*/ 66675 h 152400"/>
              <a:gd name="connsiteX12" fmla="*/ 47625 w 171450"/>
              <a:gd name="connsiteY12" fmla="*/ 76200 h 152400"/>
              <a:gd name="connsiteX13" fmla="*/ 95250 w 171450"/>
              <a:gd name="connsiteY13" fmla="*/ 66675 h 152400"/>
              <a:gd name="connsiteX14" fmla="*/ 85725 w 171450"/>
              <a:gd name="connsiteY14" fmla="*/ 57150 h 152400"/>
              <a:gd name="connsiteX15" fmla="*/ 76200 w 171450"/>
              <a:gd name="connsiteY15" fmla="*/ 66675 h 152400"/>
              <a:gd name="connsiteX16" fmla="*/ 85725 w 171450"/>
              <a:gd name="connsiteY16" fmla="*/ 76200 h 152400"/>
              <a:gd name="connsiteX17" fmla="*/ 95250 w 171450"/>
              <a:gd name="connsiteY17" fmla="*/ 66675 h 152400"/>
              <a:gd name="connsiteX18" fmla="*/ 123825 w 171450"/>
              <a:gd name="connsiteY18" fmla="*/ 76200 h 152400"/>
              <a:gd name="connsiteX19" fmla="*/ 133350 w 171450"/>
              <a:gd name="connsiteY19" fmla="*/ 66675 h 152400"/>
              <a:gd name="connsiteX20" fmla="*/ 123825 w 171450"/>
              <a:gd name="connsiteY20" fmla="*/ 57150 h 152400"/>
              <a:gd name="connsiteX21" fmla="*/ 114300 w 171450"/>
              <a:gd name="connsiteY21" fmla="*/ 66675 h 152400"/>
              <a:gd name="connsiteX22" fmla="*/ 123825 w 171450"/>
              <a:gd name="connsiteY22" fmla="*/ 762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1450" h="152400">
                <a:moveTo>
                  <a:pt x="0" y="71438"/>
                </a:moveTo>
                <a:cubicBezTo>
                  <a:pt x="0" y="14288"/>
                  <a:pt x="9525" y="0"/>
                  <a:pt x="66675" y="0"/>
                </a:cubicBezTo>
                <a:lnTo>
                  <a:pt x="104775" y="0"/>
                </a:lnTo>
                <a:cubicBezTo>
                  <a:pt x="161925" y="0"/>
                  <a:pt x="171450" y="14288"/>
                  <a:pt x="171450" y="71438"/>
                </a:cubicBezTo>
                <a:cubicBezTo>
                  <a:pt x="171450" y="127029"/>
                  <a:pt x="161925" y="133350"/>
                  <a:pt x="104775" y="133350"/>
                </a:cubicBezTo>
                <a:lnTo>
                  <a:pt x="47625" y="133350"/>
                </a:lnTo>
                <a:cubicBezTo>
                  <a:pt x="41037" y="143116"/>
                  <a:pt x="30273" y="152400"/>
                  <a:pt x="19050" y="152400"/>
                </a:cubicBezTo>
                <a:cubicBezTo>
                  <a:pt x="0" y="152400"/>
                  <a:pt x="0" y="100013"/>
                  <a:pt x="0" y="71438"/>
                </a:cubicBezTo>
                <a:close/>
                <a:moveTo>
                  <a:pt x="47625" y="76200"/>
                </a:moveTo>
                <a:cubicBezTo>
                  <a:pt x="52885" y="76200"/>
                  <a:pt x="57150" y="71936"/>
                  <a:pt x="57150" y="66675"/>
                </a:cubicBezTo>
                <a:cubicBezTo>
                  <a:pt x="57150" y="61414"/>
                  <a:pt x="52885" y="57150"/>
                  <a:pt x="47625" y="57150"/>
                </a:cubicBezTo>
                <a:cubicBezTo>
                  <a:pt x="42365" y="57150"/>
                  <a:pt x="38100" y="61414"/>
                  <a:pt x="38100" y="66675"/>
                </a:cubicBezTo>
                <a:cubicBezTo>
                  <a:pt x="38100" y="71936"/>
                  <a:pt x="42365" y="76200"/>
                  <a:pt x="47625" y="76200"/>
                </a:cubicBezTo>
                <a:close/>
                <a:moveTo>
                  <a:pt x="95250" y="66675"/>
                </a:moveTo>
                <a:cubicBezTo>
                  <a:pt x="95250" y="61414"/>
                  <a:pt x="90986" y="57150"/>
                  <a:pt x="85725" y="57150"/>
                </a:cubicBezTo>
                <a:cubicBezTo>
                  <a:pt x="80464" y="57150"/>
                  <a:pt x="76200" y="61414"/>
                  <a:pt x="76200" y="66675"/>
                </a:cubicBezTo>
                <a:cubicBezTo>
                  <a:pt x="76200" y="71936"/>
                  <a:pt x="80464" y="76200"/>
                  <a:pt x="85725" y="76200"/>
                </a:cubicBezTo>
                <a:cubicBezTo>
                  <a:pt x="90986" y="76200"/>
                  <a:pt x="95250" y="71936"/>
                  <a:pt x="95250" y="66675"/>
                </a:cubicBezTo>
                <a:close/>
                <a:moveTo>
                  <a:pt x="123825" y="76200"/>
                </a:moveTo>
                <a:cubicBezTo>
                  <a:pt x="129086" y="76200"/>
                  <a:pt x="133350" y="71936"/>
                  <a:pt x="133350" y="66675"/>
                </a:cubicBezTo>
                <a:cubicBezTo>
                  <a:pt x="133350" y="61414"/>
                  <a:pt x="129086" y="57150"/>
                  <a:pt x="123825" y="57150"/>
                </a:cubicBezTo>
                <a:cubicBezTo>
                  <a:pt x="118564" y="57150"/>
                  <a:pt x="114300" y="61414"/>
                  <a:pt x="114300" y="66675"/>
                </a:cubicBezTo>
                <a:cubicBezTo>
                  <a:pt x="114300" y="71936"/>
                  <a:pt x="118564" y="76200"/>
                  <a:pt x="123825" y="76200"/>
                </a:cubicBezTo>
                <a:close/>
              </a:path>
            </a:pathLst>
          </a:custGeom>
          <a:solidFill>
            <a:srgbClr val="000000"/>
          </a:solidFill>
          <a:ln w="9525" cap="flat">
            <a:noFill/>
            <a:prstDash val="solid"/>
            <a:miter/>
          </a:ln>
        </p:spPr>
        <p:txBody>
          <a:bodyPr rtlCol="0" anchor="ctr"/>
          <a:lstStyle/>
          <a:p>
            <a:endParaRPr lang="ru-RU"/>
          </a:p>
        </p:txBody>
      </p:sp>
      <p:sp>
        <p:nvSpPr>
          <p:cNvPr id="1360" name="Полилиния: фигура 1359">
            <a:extLst>
              <a:ext uri="{FF2B5EF4-FFF2-40B4-BE49-F238E27FC236}">
                <a16:creationId xmlns:a16="http://schemas.microsoft.com/office/drawing/2014/main" id="{33E5127A-2ABA-8247-AE8C-AC2A986B6BD2}"/>
              </a:ext>
            </a:extLst>
          </p:cNvPr>
          <p:cNvSpPr/>
          <p:nvPr/>
        </p:nvSpPr>
        <p:spPr>
          <a:xfrm>
            <a:off x="3151494" y="1936933"/>
            <a:ext cx="190500" cy="190500"/>
          </a:xfrm>
          <a:custGeom>
            <a:avLst/>
            <a:gdLst>
              <a:gd name="connsiteX0" fmla="*/ 46311 w 190500"/>
              <a:gd name="connsiteY0" fmla="*/ 36728 h 190500"/>
              <a:gd name="connsiteX1" fmla="*/ 48154 w 190500"/>
              <a:gd name="connsiteY1" fmla="*/ 41007 h 190500"/>
              <a:gd name="connsiteX2" fmla="*/ 49040 w 190500"/>
              <a:gd name="connsiteY2" fmla="*/ 47624 h 190500"/>
              <a:gd name="connsiteX3" fmla="*/ 47655 w 190500"/>
              <a:gd name="connsiteY3" fmla="*/ 59781 h 190500"/>
              <a:gd name="connsiteX4" fmla="*/ 42563 w 190500"/>
              <a:gd name="connsiteY4" fmla="*/ 69494 h 190500"/>
              <a:gd name="connsiteX5" fmla="*/ 57150 w 190500"/>
              <a:gd name="connsiteY5" fmla="*/ 95250 h 190500"/>
              <a:gd name="connsiteX6" fmla="*/ 42563 w 190500"/>
              <a:gd name="connsiteY6" fmla="*/ 121005 h 190500"/>
              <a:gd name="connsiteX7" fmla="*/ 53134 w 190500"/>
              <a:gd name="connsiteY7" fmla="*/ 137365 h 190500"/>
              <a:gd name="connsiteX8" fmla="*/ 69495 w 190500"/>
              <a:gd name="connsiteY8" fmla="*/ 147936 h 190500"/>
              <a:gd name="connsiteX9" fmla="*/ 95250 w 190500"/>
              <a:gd name="connsiteY9" fmla="*/ 133350 h 190500"/>
              <a:gd name="connsiteX10" fmla="*/ 121006 w 190500"/>
              <a:gd name="connsiteY10" fmla="*/ 147936 h 190500"/>
              <a:gd name="connsiteX11" fmla="*/ 137366 w 190500"/>
              <a:gd name="connsiteY11" fmla="*/ 137365 h 190500"/>
              <a:gd name="connsiteX12" fmla="*/ 147938 w 190500"/>
              <a:gd name="connsiteY12" fmla="*/ 121005 h 190500"/>
              <a:gd name="connsiteX13" fmla="*/ 133350 w 190500"/>
              <a:gd name="connsiteY13" fmla="*/ 95250 h 190500"/>
              <a:gd name="connsiteX14" fmla="*/ 147938 w 190500"/>
              <a:gd name="connsiteY14" fmla="*/ 69494 h 190500"/>
              <a:gd name="connsiteX15" fmla="*/ 142845 w 190500"/>
              <a:gd name="connsiteY15" fmla="*/ 59781 h 190500"/>
              <a:gd name="connsiteX16" fmla="*/ 141460 w 190500"/>
              <a:gd name="connsiteY16" fmla="*/ 47624 h 190500"/>
              <a:gd name="connsiteX17" fmla="*/ 142346 w 190500"/>
              <a:gd name="connsiteY17" fmla="*/ 41007 h 190500"/>
              <a:gd name="connsiteX18" fmla="*/ 150836 w 190500"/>
              <a:gd name="connsiteY18" fmla="*/ 39663 h 190500"/>
              <a:gd name="connsiteX19" fmla="*/ 167278 w 190500"/>
              <a:gd name="connsiteY19" fmla="*/ 67029 h 190500"/>
              <a:gd name="connsiteX20" fmla="*/ 190500 w 190500"/>
              <a:gd name="connsiteY20" fmla="*/ 95250 h 190500"/>
              <a:gd name="connsiteX21" fmla="*/ 167278 w 190500"/>
              <a:gd name="connsiteY21" fmla="*/ 123470 h 190500"/>
              <a:gd name="connsiteX22" fmla="*/ 150836 w 190500"/>
              <a:gd name="connsiteY22" fmla="*/ 150836 h 190500"/>
              <a:gd name="connsiteX23" fmla="*/ 123471 w 190500"/>
              <a:gd name="connsiteY23" fmla="*/ 167278 h 190500"/>
              <a:gd name="connsiteX24" fmla="*/ 95250 w 190500"/>
              <a:gd name="connsiteY24" fmla="*/ 190500 h 190500"/>
              <a:gd name="connsiteX25" fmla="*/ 67029 w 190500"/>
              <a:gd name="connsiteY25" fmla="*/ 167278 h 190500"/>
              <a:gd name="connsiteX26" fmla="*/ 39664 w 190500"/>
              <a:gd name="connsiteY26" fmla="*/ 150836 h 190500"/>
              <a:gd name="connsiteX27" fmla="*/ 23222 w 190500"/>
              <a:gd name="connsiteY27" fmla="*/ 123470 h 190500"/>
              <a:gd name="connsiteX28" fmla="*/ 0 w 190500"/>
              <a:gd name="connsiteY28" fmla="*/ 95250 h 190500"/>
              <a:gd name="connsiteX29" fmla="*/ 23222 w 190500"/>
              <a:gd name="connsiteY29" fmla="*/ 67029 h 190500"/>
              <a:gd name="connsiteX30" fmla="*/ 39664 w 190500"/>
              <a:gd name="connsiteY30" fmla="*/ 39663 h 190500"/>
              <a:gd name="connsiteX31" fmla="*/ 46311 w 190500"/>
              <a:gd name="connsiteY31" fmla="*/ 36728 h 190500"/>
              <a:gd name="connsiteX32" fmla="*/ 95250 w 190500"/>
              <a:gd name="connsiteY32" fmla="*/ 0 h 190500"/>
              <a:gd name="connsiteX33" fmla="*/ 110625 w 190500"/>
              <a:gd name="connsiteY33" fmla="*/ 22225 h 190500"/>
              <a:gd name="connsiteX34" fmla="*/ 116625 w 190500"/>
              <a:gd name="connsiteY34" fmla="*/ 22225 h 190500"/>
              <a:gd name="connsiteX35" fmla="*/ 128993 w 190500"/>
              <a:gd name="connsiteY35" fmla="*/ 13335 h 190500"/>
              <a:gd name="connsiteX36" fmla="*/ 132874 w 190500"/>
              <a:gd name="connsiteY36" fmla="*/ 40005 h 190500"/>
              <a:gd name="connsiteX37" fmla="*/ 95250 w 190500"/>
              <a:gd name="connsiteY37" fmla="*/ 66675 h 190500"/>
              <a:gd name="connsiteX38" fmla="*/ 57626 w 190500"/>
              <a:gd name="connsiteY38" fmla="*/ 40005 h 190500"/>
              <a:gd name="connsiteX39" fmla="*/ 61506 w 190500"/>
              <a:gd name="connsiteY39" fmla="*/ 13335 h 190500"/>
              <a:gd name="connsiteX40" fmla="*/ 74083 w 190500"/>
              <a:gd name="connsiteY40" fmla="*/ 22452 h 190500"/>
              <a:gd name="connsiteX41" fmla="*/ 79843 w 190500"/>
              <a:gd name="connsiteY41" fmla="*/ 22310 h 190500"/>
              <a:gd name="connsiteX42" fmla="*/ 79875 w 190500"/>
              <a:gd name="connsiteY42" fmla="*/ 22225 h 190500"/>
              <a:gd name="connsiteX43" fmla="*/ 95250 w 190500"/>
              <a:gd name="connsiteY4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0500" h="190500">
                <a:moveTo>
                  <a:pt x="46311" y="36728"/>
                </a:moveTo>
                <a:cubicBezTo>
                  <a:pt x="47556" y="37539"/>
                  <a:pt x="48001" y="39554"/>
                  <a:pt x="48154" y="41007"/>
                </a:cubicBezTo>
                <a:cubicBezTo>
                  <a:pt x="48389" y="43231"/>
                  <a:pt x="48668" y="45448"/>
                  <a:pt x="49040" y="47624"/>
                </a:cubicBezTo>
                <a:cubicBezTo>
                  <a:pt x="50078" y="53686"/>
                  <a:pt x="49437" y="57149"/>
                  <a:pt x="47655" y="59781"/>
                </a:cubicBezTo>
                <a:cubicBezTo>
                  <a:pt x="45674" y="62707"/>
                  <a:pt x="43965" y="65945"/>
                  <a:pt x="42563" y="69494"/>
                </a:cubicBezTo>
                <a:cubicBezTo>
                  <a:pt x="51835" y="73799"/>
                  <a:pt x="57150" y="82838"/>
                  <a:pt x="57150" y="95250"/>
                </a:cubicBezTo>
                <a:cubicBezTo>
                  <a:pt x="57150" y="107662"/>
                  <a:pt x="51835" y="116700"/>
                  <a:pt x="42563" y="121005"/>
                </a:cubicBezTo>
                <a:cubicBezTo>
                  <a:pt x="45131" y="127503"/>
                  <a:pt x="48726" y="132957"/>
                  <a:pt x="53134" y="137365"/>
                </a:cubicBezTo>
                <a:cubicBezTo>
                  <a:pt x="57543" y="141775"/>
                  <a:pt x="62997" y="145369"/>
                  <a:pt x="69495" y="147936"/>
                </a:cubicBezTo>
                <a:cubicBezTo>
                  <a:pt x="73800" y="138665"/>
                  <a:pt x="82838" y="133350"/>
                  <a:pt x="95250" y="133350"/>
                </a:cubicBezTo>
                <a:cubicBezTo>
                  <a:pt x="107662" y="133350"/>
                  <a:pt x="116700" y="138665"/>
                  <a:pt x="121006" y="147936"/>
                </a:cubicBezTo>
                <a:cubicBezTo>
                  <a:pt x="127504" y="145369"/>
                  <a:pt x="132958" y="141775"/>
                  <a:pt x="137366" y="137365"/>
                </a:cubicBezTo>
                <a:cubicBezTo>
                  <a:pt x="141775" y="132957"/>
                  <a:pt x="145370" y="127503"/>
                  <a:pt x="147938" y="121005"/>
                </a:cubicBezTo>
                <a:cubicBezTo>
                  <a:pt x="138665" y="116700"/>
                  <a:pt x="133350" y="107662"/>
                  <a:pt x="133350" y="95250"/>
                </a:cubicBezTo>
                <a:cubicBezTo>
                  <a:pt x="133350" y="82838"/>
                  <a:pt x="138665" y="73799"/>
                  <a:pt x="147938" y="69494"/>
                </a:cubicBezTo>
                <a:cubicBezTo>
                  <a:pt x="146535" y="65945"/>
                  <a:pt x="144826" y="62707"/>
                  <a:pt x="142845" y="59781"/>
                </a:cubicBezTo>
                <a:cubicBezTo>
                  <a:pt x="141063" y="57149"/>
                  <a:pt x="140423" y="53685"/>
                  <a:pt x="141460" y="47624"/>
                </a:cubicBezTo>
                <a:cubicBezTo>
                  <a:pt x="141832" y="45448"/>
                  <a:pt x="142110" y="43231"/>
                  <a:pt x="142346" y="41007"/>
                </a:cubicBezTo>
                <a:cubicBezTo>
                  <a:pt x="142845" y="38100"/>
                  <a:pt x="144123" y="32950"/>
                  <a:pt x="150836" y="39663"/>
                </a:cubicBezTo>
                <a:cubicBezTo>
                  <a:pt x="158368" y="47195"/>
                  <a:pt x="163864" y="56446"/>
                  <a:pt x="167278" y="67029"/>
                </a:cubicBezTo>
                <a:cubicBezTo>
                  <a:pt x="181813" y="69028"/>
                  <a:pt x="190500" y="79382"/>
                  <a:pt x="190500" y="95250"/>
                </a:cubicBezTo>
                <a:cubicBezTo>
                  <a:pt x="190500" y="111117"/>
                  <a:pt x="181813" y="121471"/>
                  <a:pt x="167278" y="123470"/>
                </a:cubicBezTo>
                <a:cubicBezTo>
                  <a:pt x="163864" y="134054"/>
                  <a:pt x="158368" y="143304"/>
                  <a:pt x="150836" y="150836"/>
                </a:cubicBezTo>
                <a:cubicBezTo>
                  <a:pt x="143305" y="158368"/>
                  <a:pt x="134054" y="163864"/>
                  <a:pt x="123471" y="167278"/>
                </a:cubicBezTo>
                <a:cubicBezTo>
                  <a:pt x="121471" y="181813"/>
                  <a:pt x="111118" y="190500"/>
                  <a:pt x="95250" y="190500"/>
                </a:cubicBezTo>
                <a:cubicBezTo>
                  <a:pt x="79382" y="190500"/>
                  <a:pt x="69029" y="181813"/>
                  <a:pt x="67029" y="167278"/>
                </a:cubicBezTo>
                <a:cubicBezTo>
                  <a:pt x="56446" y="163864"/>
                  <a:pt x="47196" y="158368"/>
                  <a:pt x="39664" y="150836"/>
                </a:cubicBezTo>
                <a:cubicBezTo>
                  <a:pt x="32132" y="143304"/>
                  <a:pt x="26636" y="134054"/>
                  <a:pt x="23222" y="123470"/>
                </a:cubicBezTo>
                <a:cubicBezTo>
                  <a:pt x="8687" y="121471"/>
                  <a:pt x="0" y="111117"/>
                  <a:pt x="0" y="95250"/>
                </a:cubicBezTo>
                <a:cubicBezTo>
                  <a:pt x="0" y="79382"/>
                  <a:pt x="8687" y="69028"/>
                  <a:pt x="23222" y="67029"/>
                </a:cubicBezTo>
                <a:cubicBezTo>
                  <a:pt x="26636" y="56446"/>
                  <a:pt x="32132" y="47195"/>
                  <a:pt x="39664" y="39663"/>
                </a:cubicBezTo>
                <a:cubicBezTo>
                  <a:pt x="43021" y="36306"/>
                  <a:pt x="45066" y="35916"/>
                  <a:pt x="46311" y="36728"/>
                </a:cubicBezTo>
                <a:close/>
                <a:moveTo>
                  <a:pt x="95250" y="0"/>
                </a:moveTo>
                <a:cubicBezTo>
                  <a:pt x="101522" y="0"/>
                  <a:pt x="107795" y="14638"/>
                  <a:pt x="110625" y="22225"/>
                </a:cubicBezTo>
                <a:cubicBezTo>
                  <a:pt x="112184" y="26403"/>
                  <a:pt x="112307" y="26360"/>
                  <a:pt x="116625" y="22225"/>
                </a:cubicBezTo>
                <a:cubicBezTo>
                  <a:pt x="120675" y="18346"/>
                  <a:pt x="126408" y="13335"/>
                  <a:pt x="128993" y="13335"/>
                </a:cubicBezTo>
                <a:cubicBezTo>
                  <a:pt x="133697" y="13335"/>
                  <a:pt x="133839" y="30887"/>
                  <a:pt x="132874" y="40005"/>
                </a:cubicBezTo>
                <a:cubicBezTo>
                  <a:pt x="130570" y="61780"/>
                  <a:pt x="124883" y="66675"/>
                  <a:pt x="95250" y="66675"/>
                </a:cubicBezTo>
                <a:cubicBezTo>
                  <a:pt x="65616" y="66675"/>
                  <a:pt x="59928" y="61763"/>
                  <a:pt x="57626" y="40005"/>
                </a:cubicBezTo>
                <a:cubicBezTo>
                  <a:pt x="56661" y="30887"/>
                  <a:pt x="56804" y="13335"/>
                  <a:pt x="61506" y="13335"/>
                </a:cubicBezTo>
                <a:cubicBezTo>
                  <a:pt x="64076" y="13335"/>
                  <a:pt x="70001" y="18545"/>
                  <a:pt x="74083" y="22452"/>
                </a:cubicBezTo>
                <a:cubicBezTo>
                  <a:pt x="78289" y="26478"/>
                  <a:pt x="78316" y="26405"/>
                  <a:pt x="79843" y="22310"/>
                </a:cubicBezTo>
                <a:lnTo>
                  <a:pt x="79875" y="22225"/>
                </a:lnTo>
                <a:cubicBezTo>
                  <a:pt x="82705" y="14638"/>
                  <a:pt x="88977" y="0"/>
                  <a:pt x="95250" y="0"/>
                </a:cubicBezTo>
                <a:close/>
              </a:path>
            </a:pathLst>
          </a:custGeom>
          <a:solidFill>
            <a:srgbClr val="000000"/>
          </a:solidFill>
          <a:ln w="9525" cap="flat">
            <a:noFill/>
            <a:prstDash val="solid"/>
            <a:miter/>
          </a:ln>
        </p:spPr>
        <p:txBody>
          <a:bodyPr rtlCol="0" anchor="ctr"/>
          <a:lstStyle/>
          <a:p>
            <a:endParaRPr lang="ru-RU"/>
          </a:p>
        </p:txBody>
      </p:sp>
      <p:sp>
        <p:nvSpPr>
          <p:cNvPr id="1361" name="Полилиния: фигура 1360">
            <a:extLst>
              <a:ext uri="{FF2B5EF4-FFF2-40B4-BE49-F238E27FC236}">
                <a16:creationId xmlns:a16="http://schemas.microsoft.com/office/drawing/2014/main" id="{62FCB431-E299-7178-967C-03E11CA0AE7F}"/>
              </a:ext>
            </a:extLst>
          </p:cNvPr>
          <p:cNvSpPr/>
          <p:nvPr/>
        </p:nvSpPr>
        <p:spPr>
          <a:xfrm>
            <a:off x="3170544" y="2496278"/>
            <a:ext cx="152399" cy="161925"/>
          </a:xfrm>
          <a:custGeom>
            <a:avLst/>
            <a:gdLst>
              <a:gd name="connsiteX0" fmla="*/ 14288 w 152399"/>
              <a:gd name="connsiteY0" fmla="*/ 66675 h 161925"/>
              <a:gd name="connsiteX1" fmla="*/ 28575 w 152399"/>
              <a:gd name="connsiteY1" fmla="*/ 114300 h 161925"/>
              <a:gd name="connsiteX2" fmla="*/ 14288 w 152399"/>
              <a:gd name="connsiteY2" fmla="*/ 161925 h 161925"/>
              <a:gd name="connsiteX3" fmla="*/ 0 w 152399"/>
              <a:gd name="connsiteY3" fmla="*/ 114300 h 161925"/>
              <a:gd name="connsiteX4" fmla="*/ 14288 w 152399"/>
              <a:gd name="connsiteY4" fmla="*/ 66675 h 161925"/>
              <a:gd name="connsiteX5" fmla="*/ 80963 w 152399"/>
              <a:gd name="connsiteY5" fmla="*/ 0 h 161925"/>
              <a:gd name="connsiteX6" fmla="*/ 104775 w 152399"/>
              <a:gd name="connsiteY6" fmla="*/ 28575 h 161925"/>
              <a:gd name="connsiteX7" fmla="*/ 95250 w 152399"/>
              <a:gd name="connsiteY7" fmla="*/ 57150 h 161925"/>
              <a:gd name="connsiteX8" fmla="*/ 123961 w 152399"/>
              <a:gd name="connsiteY8" fmla="*/ 57150 h 161925"/>
              <a:gd name="connsiteX9" fmla="*/ 147703 w 152399"/>
              <a:gd name="connsiteY9" fmla="*/ 114300 h 161925"/>
              <a:gd name="connsiteX10" fmla="*/ 85801 w 152399"/>
              <a:gd name="connsiteY10" fmla="*/ 161925 h 161925"/>
              <a:gd name="connsiteX11" fmla="*/ 76261 w 152399"/>
              <a:gd name="connsiteY11" fmla="*/ 161925 h 161925"/>
              <a:gd name="connsiteX12" fmla="*/ 38100 w 152399"/>
              <a:gd name="connsiteY12" fmla="*/ 123825 h 161925"/>
              <a:gd name="connsiteX13" fmla="*/ 38100 w 152399"/>
              <a:gd name="connsiteY13" fmla="*/ 90488 h 161925"/>
              <a:gd name="connsiteX14" fmla="*/ 57150 w 152399"/>
              <a:gd name="connsiteY14" fmla="*/ 28575 h 161925"/>
              <a:gd name="connsiteX15" fmla="*/ 80963 w 152399"/>
              <a:gd name="connsiteY15"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399" h="161925">
                <a:moveTo>
                  <a:pt x="14288" y="66675"/>
                </a:moveTo>
                <a:cubicBezTo>
                  <a:pt x="28575" y="66675"/>
                  <a:pt x="28575" y="74612"/>
                  <a:pt x="28575" y="114300"/>
                </a:cubicBezTo>
                <a:cubicBezTo>
                  <a:pt x="28575" y="153988"/>
                  <a:pt x="28575" y="161925"/>
                  <a:pt x="14288" y="161925"/>
                </a:cubicBezTo>
                <a:cubicBezTo>
                  <a:pt x="0" y="161925"/>
                  <a:pt x="0" y="153988"/>
                  <a:pt x="0" y="114300"/>
                </a:cubicBezTo>
                <a:cubicBezTo>
                  <a:pt x="0" y="74612"/>
                  <a:pt x="0" y="66675"/>
                  <a:pt x="14288" y="66675"/>
                </a:cubicBezTo>
                <a:close/>
                <a:moveTo>
                  <a:pt x="80963" y="0"/>
                </a:moveTo>
                <a:cubicBezTo>
                  <a:pt x="98525" y="0"/>
                  <a:pt x="104775" y="9525"/>
                  <a:pt x="104775" y="28575"/>
                </a:cubicBezTo>
                <a:cubicBezTo>
                  <a:pt x="104775" y="42863"/>
                  <a:pt x="95250" y="57150"/>
                  <a:pt x="95250" y="57150"/>
                </a:cubicBezTo>
                <a:lnTo>
                  <a:pt x="123961" y="57150"/>
                </a:lnTo>
                <a:cubicBezTo>
                  <a:pt x="162122" y="57150"/>
                  <a:pt x="152473" y="85725"/>
                  <a:pt x="147703" y="114300"/>
                </a:cubicBezTo>
                <a:cubicBezTo>
                  <a:pt x="142933" y="142875"/>
                  <a:pt x="119949" y="161925"/>
                  <a:pt x="85801" y="161925"/>
                </a:cubicBezTo>
                <a:lnTo>
                  <a:pt x="76261" y="161925"/>
                </a:lnTo>
                <a:cubicBezTo>
                  <a:pt x="47640" y="161925"/>
                  <a:pt x="38100" y="152400"/>
                  <a:pt x="38100" y="123825"/>
                </a:cubicBezTo>
                <a:lnTo>
                  <a:pt x="38100" y="90488"/>
                </a:lnTo>
                <a:cubicBezTo>
                  <a:pt x="38100" y="61913"/>
                  <a:pt x="38100" y="61913"/>
                  <a:pt x="57150" y="28575"/>
                </a:cubicBezTo>
                <a:cubicBezTo>
                  <a:pt x="60484" y="22741"/>
                  <a:pt x="76192" y="0"/>
                  <a:pt x="80963" y="0"/>
                </a:cubicBezTo>
                <a:close/>
              </a:path>
            </a:pathLst>
          </a:custGeom>
          <a:solidFill>
            <a:srgbClr val="000000"/>
          </a:solidFill>
          <a:ln w="9525" cap="flat">
            <a:noFill/>
            <a:prstDash val="solid"/>
            <a:miter/>
          </a:ln>
        </p:spPr>
        <p:txBody>
          <a:bodyPr rtlCol="0" anchor="ctr"/>
          <a:lstStyle/>
          <a:p>
            <a:endParaRPr lang="ru-RU"/>
          </a:p>
        </p:txBody>
      </p:sp>
      <p:sp>
        <p:nvSpPr>
          <p:cNvPr id="1363" name="Полилиния: фигура 1362">
            <a:extLst>
              <a:ext uri="{FF2B5EF4-FFF2-40B4-BE49-F238E27FC236}">
                <a16:creationId xmlns:a16="http://schemas.microsoft.com/office/drawing/2014/main" id="{FD83727F-2019-D5BF-08AB-0DF1E95F6BC7}"/>
              </a:ext>
            </a:extLst>
          </p:cNvPr>
          <p:cNvSpPr/>
          <p:nvPr/>
        </p:nvSpPr>
        <p:spPr>
          <a:xfrm>
            <a:off x="3170544" y="3046098"/>
            <a:ext cx="161924" cy="171449"/>
          </a:xfrm>
          <a:custGeom>
            <a:avLst/>
            <a:gdLst>
              <a:gd name="connsiteX0" fmla="*/ 137198 w 161924"/>
              <a:gd name="connsiteY0" fmla="*/ 123909 h 171449"/>
              <a:gd name="connsiteX1" fmla="*/ 139027 w 161924"/>
              <a:gd name="connsiteY1" fmla="*/ 123909 h 171449"/>
              <a:gd name="connsiteX2" fmla="*/ 146075 w 161924"/>
              <a:gd name="connsiteY2" fmla="*/ 132146 h 171449"/>
              <a:gd name="connsiteX3" fmla="*/ 148022 w 161924"/>
              <a:gd name="connsiteY3" fmla="*/ 134842 h 171449"/>
              <a:gd name="connsiteX4" fmla="*/ 148574 w 161924"/>
              <a:gd name="connsiteY4" fmla="*/ 135260 h 171449"/>
              <a:gd name="connsiteX5" fmla="*/ 151634 w 161924"/>
              <a:gd name="connsiteY5" fmla="*/ 136357 h 171449"/>
              <a:gd name="connsiteX6" fmla="*/ 161327 w 161924"/>
              <a:gd name="connsiteY6" fmla="*/ 140801 h 171449"/>
              <a:gd name="connsiteX7" fmla="*/ 161891 w 161924"/>
              <a:gd name="connsiteY7" fmla="*/ 142613 h 171449"/>
              <a:gd name="connsiteX8" fmla="*/ 156556 w 161924"/>
              <a:gd name="connsiteY8" fmla="*/ 152148 h 171449"/>
              <a:gd name="connsiteX9" fmla="*/ 154698 w 161924"/>
              <a:gd name="connsiteY9" fmla="*/ 154911 h 171449"/>
              <a:gd name="connsiteX10" fmla="*/ 154488 w 161924"/>
              <a:gd name="connsiteY10" fmla="*/ 155587 h 171449"/>
              <a:gd name="connsiteX11" fmla="*/ 154432 w 161924"/>
              <a:gd name="connsiteY11" fmla="*/ 158961 h 171449"/>
              <a:gd name="connsiteX12" fmla="*/ 153374 w 161924"/>
              <a:gd name="connsiteY12" fmla="*/ 169944 h 171449"/>
              <a:gd name="connsiteX13" fmla="*/ 151895 w 161924"/>
              <a:gd name="connsiteY13" fmla="*/ 171064 h 171449"/>
              <a:gd name="connsiteX14" fmla="*/ 141548 w 161924"/>
              <a:gd name="connsiteY14" fmla="*/ 168719 h 171449"/>
              <a:gd name="connsiteX15" fmla="*/ 138453 w 161924"/>
              <a:gd name="connsiteY15" fmla="*/ 167732 h 171449"/>
              <a:gd name="connsiteX16" fmla="*/ 137771 w 161924"/>
              <a:gd name="connsiteY16" fmla="*/ 167732 h 171449"/>
              <a:gd name="connsiteX17" fmla="*/ 134677 w 161924"/>
              <a:gd name="connsiteY17" fmla="*/ 168719 h 171449"/>
              <a:gd name="connsiteX18" fmla="*/ 124330 w 161924"/>
              <a:gd name="connsiteY18" fmla="*/ 171064 h 171449"/>
              <a:gd name="connsiteX19" fmla="*/ 122850 w 161924"/>
              <a:gd name="connsiteY19" fmla="*/ 169944 h 171449"/>
              <a:gd name="connsiteX20" fmla="*/ 121792 w 161924"/>
              <a:gd name="connsiteY20" fmla="*/ 158961 h 171449"/>
              <a:gd name="connsiteX21" fmla="*/ 121737 w 161924"/>
              <a:gd name="connsiteY21" fmla="*/ 155587 h 171449"/>
              <a:gd name="connsiteX22" fmla="*/ 121526 w 161924"/>
              <a:gd name="connsiteY22" fmla="*/ 154911 h 171449"/>
              <a:gd name="connsiteX23" fmla="*/ 119669 w 161924"/>
              <a:gd name="connsiteY23" fmla="*/ 152148 h 171449"/>
              <a:gd name="connsiteX24" fmla="*/ 114333 w 161924"/>
              <a:gd name="connsiteY24" fmla="*/ 142613 h 171449"/>
              <a:gd name="connsiteX25" fmla="*/ 114898 w 161924"/>
              <a:gd name="connsiteY25" fmla="*/ 140801 h 171449"/>
              <a:gd name="connsiteX26" fmla="*/ 124591 w 161924"/>
              <a:gd name="connsiteY26" fmla="*/ 136357 h 171449"/>
              <a:gd name="connsiteX27" fmla="*/ 127651 w 161924"/>
              <a:gd name="connsiteY27" fmla="*/ 135260 h 171449"/>
              <a:gd name="connsiteX28" fmla="*/ 128202 w 161924"/>
              <a:gd name="connsiteY28" fmla="*/ 134842 h 171449"/>
              <a:gd name="connsiteX29" fmla="*/ 130149 w 161924"/>
              <a:gd name="connsiteY29" fmla="*/ 132146 h 171449"/>
              <a:gd name="connsiteX30" fmla="*/ 137198 w 161924"/>
              <a:gd name="connsiteY30" fmla="*/ 123909 h 171449"/>
              <a:gd name="connsiteX31" fmla="*/ 33338 w 161924"/>
              <a:gd name="connsiteY31" fmla="*/ 104774 h 171449"/>
              <a:gd name="connsiteX32" fmla="*/ 46759 w 161924"/>
              <a:gd name="connsiteY32" fmla="*/ 108331 h 171449"/>
              <a:gd name="connsiteX33" fmla="*/ 76200 w 161924"/>
              <a:gd name="connsiteY33" fmla="*/ 114299 h 171449"/>
              <a:gd name="connsiteX34" fmla="*/ 105616 w 161924"/>
              <a:gd name="connsiteY34" fmla="*/ 108323 h 171449"/>
              <a:gd name="connsiteX35" fmla="*/ 119063 w 161924"/>
              <a:gd name="connsiteY35" fmla="*/ 104774 h 171449"/>
              <a:gd name="connsiteX36" fmla="*/ 123825 w 161924"/>
              <a:gd name="connsiteY36" fmla="*/ 115600 h 171449"/>
              <a:gd name="connsiteX37" fmla="*/ 104775 w 161924"/>
              <a:gd name="connsiteY37" fmla="*/ 142874 h 171449"/>
              <a:gd name="connsiteX38" fmla="*/ 79041 w 161924"/>
              <a:gd name="connsiteY38" fmla="*/ 171424 h 171449"/>
              <a:gd name="connsiteX39" fmla="*/ 76117 w 161924"/>
              <a:gd name="connsiteY39" fmla="*/ 171449 h 171449"/>
              <a:gd name="connsiteX40" fmla="*/ 0 w 161924"/>
              <a:gd name="connsiteY40" fmla="*/ 138112 h 171449"/>
              <a:gd name="connsiteX41" fmla="*/ 33338 w 161924"/>
              <a:gd name="connsiteY41" fmla="*/ 104774 h 171449"/>
              <a:gd name="connsiteX42" fmla="*/ 76200 w 161924"/>
              <a:gd name="connsiteY42" fmla="*/ 0 h 171449"/>
              <a:gd name="connsiteX43" fmla="*/ 123825 w 161924"/>
              <a:gd name="connsiteY43" fmla="*/ 47625 h 171449"/>
              <a:gd name="connsiteX44" fmla="*/ 76200 w 161924"/>
              <a:gd name="connsiteY44" fmla="*/ 95250 h 171449"/>
              <a:gd name="connsiteX45" fmla="*/ 28575 w 161924"/>
              <a:gd name="connsiteY45" fmla="*/ 47625 h 171449"/>
              <a:gd name="connsiteX46" fmla="*/ 76200 w 161924"/>
              <a:gd name="connsiteY46"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61924" h="171449">
                <a:moveTo>
                  <a:pt x="137198" y="123909"/>
                </a:moveTo>
                <a:cubicBezTo>
                  <a:pt x="137803" y="123796"/>
                  <a:pt x="138422" y="123796"/>
                  <a:pt x="139027" y="123909"/>
                </a:cubicBezTo>
                <a:cubicBezTo>
                  <a:pt x="141256" y="124324"/>
                  <a:pt x="142862" y="126932"/>
                  <a:pt x="146075" y="132146"/>
                </a:cubicBezTo>
                <a:cubicBezTo>
                  <a:pt x="146963" y="133587"/>
                  <a:pt x="147407" y="134308"/>
                  <a:pt x="148022" y="134842"/>
                </a:cubicBezTo>
                <a:cubicBezTo>
                  <a:pt x="148196" y="134993"/>
                  <a:pt x="148381" y="135133"/>
                  <a:pt x="148574" y="135260"/>
                </a:cubicBezTo>
                <a:cubicBezTo>
                  <a:pt x="149251" y="135705"/>
                  <a:pt x="150045" y="135922"/>
                  <a:pt x="151634" y="136357"/>
                </a:cubicBezTo>
                <a:cubicBezTo>
                  <a:pt x="157383" y="137931"/>
                  <a:pt x="160259" y="138718"/>
                  <a:pt x="161327" y="140801"/>
                </a:cubicBezTo>
                <a:cubicBezTo>
                  <a:pt x="161616" y="141365"/>
                  <a:pt x="161808" y="141979"/>
                  <a:pt x="161891" y="142613"/>
                </a:cubicBezTo>
                <a:cubicBezTo>
                  <a:pt x="162202" y="144953"/>
                  <a:pt x="160320" y="147351"/>
                  <a:pt x="156556" y="152148"/>
                </a:cubicBezTo>
                <a:cubicBezTo>
                  <a:pt x="155515" y="153474"/>
                  <a:pt x="154995" y="154136"/>
                  <a:pt x="154698" y="154911"/>
                </a:cubicBezTo>
                <a:cubicBezTo>
                  <a:pt x="154613" y="155131"/>
                  <a:pt x="154543" y="155357"/>
                  <a:pt x="154488" y="155587"/>
                </a:cubicBezTo>
                <a:cubicBezTo>
                  <a:pt x="154290" y="156396"/>
                  <a:pt x="154338" y="157250"/>
                  <a:pt x="154432" y="158961"/>
                </a:cubicBezTo>
                <a:cubicBezTo>
                  <a:pt x="154772" y="165148"/>
                  <a:pt x="154943" y="168241"/>
                  <a:pt x="153374" y="169944"/>
                </a:cubicBezTo>
                <a:cubicBezTo>
                  <a:pt x="152948" y="170406"/>
                  <a:pt x="152447" y="170785"/>
                  <a:pt x="151895" y="171064"/>
                </a:cubicBezTo>
                <a:cubicBezTo>
                  <a:pt x="149857" y="172094"/>
                  <a:pt x="147087" y="170969"/>
                  <a:pt x="141548" y="168719"/>
                </a:cubicBezTo>
                <a:cubicBezTo>
                  <a:pt x="140017" y="168097"/>
                  <a:pt x="139251" y="167787"/>
                  <a:pt x="138453" y="167732"/>
                </a:cubicBezTo>
                <a:cubicBezTo>
                  <a:pt x="138227" y="167716"/>
                  <a:pt x="137998" y="167716"/>
                  <a:pt x="137771" y="167732"/>
                </a:cubicBezTo>
                <a:cubicBezTo>
                  <a:pt x="136973" y="167787"/>
                  <a:pt x="136207" y="168098"/>
                  <a:pt x="134677" y="168719"/>
                </a:cubicBezTo>
                <a:cubicBezTo>
                  <a:pt x="129138" y="170969"/>
                  <a:pt x="126368" y="172094"/>
                  <a:pt x="124330" y="171064"/>
                </a:cubicBezTo>
                <a:cubicBezTo>
                  <a:pt x="123777" y="170785"/>
                  <a:pt x="123276" y="170406"/>
                  <a:pt x="122850" y="169944"/>
                </a:cubicBezTo>
                <a:cubicBezTo>
                  <a:pt x="121282" y="168241"/>
                  <a:pt x="121452" y="165148"/>
                  <a:pt x="121792" y="158961"/>
                </a:cubicBezTo>
                <a:cubicBezTo>
                  <a:pt x="121886" y="157250"/>
                  <a:pt x="121934" y="156396"/>
                  <a:pt x="121737" y="155587"/>
                </a:cubicBezTo>
                <a:cubicBezTo>
                  <a:pt x="121682" y="155357"/>
                  <a:pt x="121611" y="155131"/>
                  <a:pt x="121526" y="154911"/>
                </a:cubicBezTo>
                <a:cubicBezTo>
                  <a:pt x="121229" y="154136"/>
                  <a:pt x="120709" y="153474"/>
                  <a:pt x="119669" y="152148"/>
                </a:cubicBezTo>
                <a:cubicBezTo>
                  <a:pt x="115905" y="147351"/>
                  <a:pt x="114023" y="144953"/>
                  <a:pt x="114333" y="142613"/>
                </a:cubicBezTo>
                <a:cubicBezTo>
                  <a:pt x="114417" y="141979"/>
                  <a:pt x="114608" y="141365"/>
                  <a:pt x="114898" y="140801"/>
                </a:cubicBezTo>
                <a:cubicBezTo>
                  <a:pt x="115966" y="138718"/>
                  <a:pt x="118841" y="137931"/>
                  <a:pt x="124591" y="136357"/>
                </a:cubicBezTo>
                <a:cubicBezTo>
                  <a:pt x="126179" y="135922"/>
                  <a:pt x="126974" y="135705"/>
                  <a:pt x="127651" y="135260"/>
                </a:cubicBezTo>
                <a:cubicBezTo>
                  <a:pt x="127843" y="135133"/>
                  <a:pt x="128028" y="134993"/>
                  <a:pt x="128202" y="134842"/>
                </a:cubicBezTo>
                <a:cubicBezTo>
                  <a:pt x="128818" y="134308"/>
                  <a:pt x="129262" y="133587"/>
                  <a:pt x="130149" y="132146"/>
                </a:cubicBezTo>
                <a:cubicBezTo>
                  <a:pt x="133362" y="126932"/>
                  <a:pt x="134968" y="124324"/>
                  <a:pt x="137198" y="123909"/>
                </a:cubicBezTo>
                <a:close/>
                <a:moveTo>
                  <a:pt x="33338" y="104774"/>
                </a:moveTo>
                <a:cubicBezTo>
                  <a:pt x="39244" y="104793"/>
                  <a:pt x="42708" y="106425"/>
                  <a:pt x="46759" y="108331"/>
                </a:cubicBezTo>
                <a:cubicBezTo>
                  <a:pt x="52508" y="111038"/>
                  <a:pt x="59437" y="114299"/>
                  <a:pt x="76200" y="114299"/>
                </a:cubicBezTo>
                <a:cubicBezTo>
                  <a:pt x="92939" y="114299"/>
                  <a:pt x="99872" y="111031"/>
                  <a:pt x="105616" y="108323"/>
                </a:cubicBezTo>
                <a:cubicBezTo>
                  <a:pt x="109678" y="106409"/>
                  <a:pt x="113145" y="104774"/>
                  <a:pt x="119063" y="104774"/>
                </a:cubicBezTo>
                <a:cubicBezTo>
                  <a:pt x="132088" y="104774"/>
                  <a:pt x="130751" y="114299"/>
                  <a:pt x="123825" y="115600"/>
                </a:cubicBezTo>
                <a:cubicBezTo>
                  <a:pt x="109879" y="118220"/>
                  <a:pt x="104775" y="125442"/>
                  <a:pt x="104775" y="142874"/>
                </a:cubicBezTo>
                <a:cubicBezTo>
                  <a:pt x="104775" y="165707"/>
                  <a:pt x="100396" y="171025"/>
                  <a:pt x="79041" y="171424"/>
                </a:cubicBezTo>
                <a:cubicBezTo>
                  <a:pt x="78076" y="171440"/>
                  <a:pt x="7710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rgbClr val="000000"/>
          </a:solidFill>
          <a:ln w="9525" cap="flat">
            <a:noFill/>
            <a:prstDash val="solid"/>
            <a:miter/>
          </a:ln>
        </p:spPr>
        <p:txBody>
          <a:bodyPr rtlCol="0" anchor="ctr"/>
          <a:lstStyle/>
          <a:p>
            <a:endParaRPr lang="ru-RU"/>
          </a:p>
        </p:txBody>
      </p:sp>
      <p:sp>
        <p:nvSpPr>
          <p:cNvPr id="1377" name="Полилиния: фигура 1376">
            <a:extLst>
              <a:ext uri="{FF2B5EF4-FFF2-40B4-BE49-F238E27FC236}">
                <a16:creationId xmlns:a16="http://schemas.microsoft.com/office/drawing/2014/main" id="{5A696315-195B-8B76-C72B-766DF9854B8E}"/>
              </a:ext>
            </a:extLst>
          </p:cNvPr>
          <p:cNvSpPr/>
          <p:nvPr/>
        </p:nvSpPr>
        <p:spPr>
          <a:xfrm>
            <a:off x="3180067" y="4600117"/>
            <a:ext cx="133350" cy="171693"/>
          </a:xfrm>
          <a:custGeom>
            <a:avLst/>
            <a:gdLst>
              <a:gd name="connsiteX0" fmla="*/ 2790 w 133350"/>
              <a:gd name="connsiteY0" fmla="*/ 21840 h 171693"/>
              <a:gd name="connsiteX1" fmla="*/ 16260 w 133350"/>
              <a:gd name="connsiteY1" fmla="*/ 21840 h 171693"/>
              <a:gd name="connsiteX2" fmla="*/ 130560 w 133350"/>
              <a:gd name="connsiteY2" fmla="*/ 136140 h 171693"/>
              <a:gd name="connsiteX3" fmla="*/ 130560 w 133350"/>
              <a:gd name="connsiteY3" fmla="*/ 149610 h 171693"/>
              <a:gd name="connsiteX4" fmla="*/ 117090 w 133350"/>
              <a:gd name="connsiteY4" fmla="*/ 149610 h 171693"/>
              <a:gd name="connsiteX5" fmla="*/ 102382 w 133350"/>
              <a:gd name="connsiteY5" fmla="*/ 134904 h 171693"/>
              <a:gd name="connsiteX6" fmla="*/ 45637 w 133350"/>
              <a:gd name="connsiteY6" fmla="*/ 149795 h 171693"/>
              <a:gd name="connsiteX7" fmla="*/ 49845 w 133350"/>
              <a:gd name="connsiteY7" fmla="*/ 128438 h 171693"/>
              <a:gd name="connsiteX8" fmla="*/ 38625 w 133350"/>
              <a:gd name="connsiteY8" fmla="*/ 108505 h 171693"/>
              <a:gd name="connsiteX9" fmla="*/ 10574 w 133350"/>
              <a:gd name="connsiteY9" fmla="*/ 97115 h 171693"/>
              <a:gd name="connsiteX10" fmla="*/ 17941 w 133350"/>
              <a:gd name="connsiteY10" fmla="*/ 50462 h 171693"/>
              <a:gd name="connsiteX11" fmla="*/ 2790 w 133350"/>
              <a:gd name="connsiteY11" fmla="*/ 35310 h 171693"/>
              <a:gd name="connsiteX12" fmla="*/ 2790 w 133350"/>
              <a:gd name="connsiteY12" fmla="*/ 21840 h 171693"/>
              <a:gd name="connsiteX13" fmla="*/ 78388 w 133350"/>
              <a:gd name="connsiteY13" fmla="*/ 529 h 171693"/>
              <a:gd name="connsiteX14" fmla="*/ 87714 w 133350"/>
              <a:gd name="connsiteY14" fmla="*/ 21653 h 171693"/>
              <a:gd name="connsiteX15" fmla="*/ 86069 w 133350"/>
              <a:gd name="connsiteY15" fmla="*/ 28822 h 171693"/>
              <a:gd name="connsiteX16" fmla="*/ 83039 w 133350"/>
              <a:gd name="connsiteY16" fmla="*/ 43009 h 171693"/>
              <a:gd name="connsiteX17" fmla="*/ 94726 w 133350"/>
              <a:gd name="connsiteY17" fmla="*/ 62943 h 171693"/>
              <a:gd name="connsiteX18" fmla="*/ 122776 w 133350"/>
              <a:gd name="connsiteY18" fmla="*/ 74333 h 171693"/>
              <a:gd name="connsiteX19" fmla="*/ 127507 w 133350"/>
              <a:gd name="connsiteY19" fmla="*/ 104774 h 171693"/>
              <a:gd name="connsiteX20" fmla="*/ 109933 w 133350"/>
              <a:gd name="connsiteY20" fmla="*/ 102155 h 171693"/>
              <a:gd name="connsiteX21" fmla="*/ 45878 w 133350"/>
              <a:gd name="connsiteY21" fmla="*/ 38099 h 171693"/>
              <a:gd name="connsiteX22" fmla="*/ 47626 w 133350"/>
              <a:gd name="connsiteY22" fmla="*/ 20836 h 171693"/>
              <a:gd name="connsiteX23" fmla="*/ 78388 w 133350"/>
              <a:gd name="connsiteY23" fmla="*/ 529 h 17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3350" h="171693">
                <a:moveTo>
                  <a:pt x="2790" y="21840"/>
                </a:moveTo>
                <a:cubicBezTo>
                  <a:pt x="6510" y="18120"/>
                  <a:pt x="12540" y="18120"/>
                  <a:pt x="16260" y="21840"/>
                </a:cubicBezTo>
                <a:lnTo>
                  <a:pt x="130560" y="136140"/>
                </a:lnTo>
                <a:cubicBezTo>
                  <a:pt x="134280" y="139859"/>
                  <a:pt x="134280" y="145891"/>
                  <a:pt x="130560" y="149610"/>
                </a:cubicBezTo>
                <a:cubicBezTo>
                  <a:pt x="126841" y="153330"/>
                  <a:pt x="120809" y="153330"/>
                  <a:pt x="117090" y="149610"/>
                </a:cubicBezTo>
                <a:lnTo>
                  <a:pt x="102382" y="134904"/>
                </a:lnTo>
                <a:cubicBezTo>
                  <a:pt x="86693" y="151061"/>
                  <a:pt x="35820" y="199628"/>
                  <a:pt x="45637" y="149795"/>
                </a:cubicBezTo>
                <a:lnTo>
                  <a:pt x="49845" y="128438"/>
                </a:lnTo>
                <a:cubicBezTo>
                  <a:pt x="52649" y="114201"/>
                  <a:pt x="52649" y="114200"/>
                  <a:pt x="38625" y="108505"/>
                </a:cubicBezTo>
                <a:lnTo>
                  <a:pt x="10574" y="97115"/>
                </a:lnTo>
                <a:cubicBezTo>
                  <a:pt x="-10210" y="88676"/>
                  <a:pt x="3657" y="66945"/>
                  <a:pt x="17941" y="50462"/>
                </a:cubicBezTo>
                <a:lnTo>
                  <a:pt x="2790" y="35310"/>
                </a:lnTo>
                <a:cubicBezTo>
                  <a:pt x="-930" y="31590"/>
                  <a:pt x="-930" y="25560"/>
                  <a:pt x="2790" y="21840"/>
                </a:cubicBezTo>
                <a:close/>
                <a:moveTo>
                  <a:pt x="78388" y="529"/>
                </a:moveTo>
                <a:cubicBezTo>
                  <a:pt x="86899" y="-1738"/>
                  <a:pt x="91837" y="2901"/>
                  <a:pt x="87714" y="21653"/>
                </a:cubicBezTo>
                <a:cubicBezTo>
                  <a:pt x="87203" y="23974"/>
                  <a:pt x="86636" y="26397"/>
                  <a:pt x="86069" y="28822"/>
                </a:cubicBezTo>
                <a:cubicBezTo>
                  <a:pt x="84895" y="33835"/>
                  <a:pt x="83720" y="38858"/>
                  <a:pt x="83039" y="43009"/>
                </a:cubicBezTo>
                <a:cubicBezTo>
                  <a:pt x="80701" y="57247"/>
                  <a:pt x="80701" y="57248"/>
                  <a:pt x="94726" y="62943"/>
                </a:cubicBezTo>
                <a:lnTo>
                  <a:pt x="122776" y="74333"/>
                </a:lnTo>
                <a:cubicBezTo>
                  <a:pt x="137147" y="80169"/>
                  <a:pt x="134952" y="92358"/>
                  <a:pt x="127507" y="104774"/>
                </a:cubicBezTo>
                <a:cubicBezTo>
                  <a:pt x="121898" y="114128"/>
                  <a:pt x="117488" y="109715"/>
                  <a:pt x="109933" y="102155"/>
                </a:cubicBezTo>
                <a:lnTo>
                  <a:pt x="45878" y="38099"/>
                </a:lnTo>
                <a:cubicBezTo>
                  <a:pt x="39366" y="32295"/>
                  <a:pt x="39887" y="27586"/>
                  <a:pt x="47626" y="20836"/>
                </a:cubicBezTo>
                <a:cubicBezTo>
                  <a:pt x="57795" y="11966"/>
                  <a:pt x="69878" y="2795"/>
                  <a:pt x="78388" y="529"/>
                </a:cubicBezTo>
                <a:close/>
              </a:path>
            </a:pathLst>
          </a:custGeom>
          <a:solidFill>
            <a:srgbClr val="000000"/>
          </a:solidFill>
          <a:ln w="9525" cap="flat">
            <a:noFill/>
            <a:prstDash val="solid"/>
            <a:miter/>
          </a:ln>
        </p:spPr>
        <p:txBody>
          <a:bodyPr rtlCol="0" anchor="ctr"/>
          <a:lstStyle/>
          <a:p>
            <a:endParaRPr lang="ru-RU"/>
          </a:p>
        </p:txBody>
      </p:sp>
      <p:sp>
        <p:nvSpPr>
          <p:cNvPr id="1387" name="Полилиния: фигура 1386">
            <a:extLst>
              <a:ext uri="{FF2B5EF4-FFF2-40B4-BE49-F238E27FC236}">
                <a16:creationId xmlns:a16="http://schemas.microsoft.com/office/drawing/2014/main" id="{E48F2F7B-7F73-8093-D84B-8CFB66D91DB2}"/>
              </a:ext>
            </a:extLst>
          </p:cNvPr>
          <p:cNvSpPr/>
          <p:nvPr/>
        </p:nvSpPr>
        <p:spPr>
          <a:xfrm>
            <a:off x="3170543" y="5110286"/>
            <a:ext cx="152400" cy="152400"/>
          </a:xfrm>
          <a:custGeom>
            <a:avLst/>
            <a:gdLst>
              <a:gd name="connsiteX0" fmla="*/ 119063 w 152400"/>
              <a:gd name="connsiteY0" fmla="*/ 0 h 152400"/>
              <a:gd name="connsiteX1" fmla="*/ 152400 w 152400"/>
              <a:gd name="connsiteY1" fmla="*/ 76200 h 152400"/>
              <a:gd name="connsiteX2" fmla="*/ 119063 w 152400"/>
              <a:gd name="connsiteY2" fmla="*/ 152400 h 152400"/>
              <a:gd name="connsiteX3" fmla="*/ 85725 w 152400"/>
              <a:gd name="connsiteY3" fmla="*/ 76200 h 152400"/>
              <a:gd name="connsiteX4" fmla="*/ 119063 w 152400"/>
              <a:gd name="connsiteY4" fmla="*/ 0 h 152400"/>
              <a:gd name="connsiteX5" fmla="*/ 33338 w 152400"/>
              <a:gd name="connsiteY5" fmla="*/ 0 h 152400"/>
              <a:gd name="connsiteX6" fmla="*/ 66675 w 152400"/>
              <a:gd name="connsiteY6" fmla="*/ 76200 h 152400"/>
              <a:gd name="connsiteX7" fmla="*/ 33338 w 152400"/>
              <a:gd name="connsiteY7" fmla="*/ 152400 h 152400"/>
              <a:gd name="connsiteX8" fmla="*/ 0 w 152400"/>
              <a:gd name="connsiteY8" fmla="*/ 76200 h 152400"/>
              <a:gd name="connsiteX9" fmla="*/ 33338 w 152400"/>
              <a:gd name="connsiteY9"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400" h="152400">
                <a:moveTo>
                  <a:pt x="119063" y="0"/>
                </a:moveTo>
                <a:cubicBezTo>
                  <a:pt x="146515" y="0"/>
                  <a:pt x="152400" y="9525"/>
                  <a:pt x="152400" y="76200"/>
                </a:cubicBezTo>
                <a:cubicBezTo>
                  <a:pt x="152400" y="142875"/>
                  <a:pt x="146515" y="152400"/>
                  <a:pt x="119063" y="152400"/>
                </a:cubicBezTo>
                <a:cubicBezTo>
                  <a:pt x="91610" y="152400"/>
                  <a:pt x="85725" y="142875"/>
                  <a:pt x="85725" y="76200"/>
                </a:cubicBezTo>
                <a:cubicBezTo>
                  <a:pt x="85725" y="9525"/>
                  <a:pt x="91610" y="0"/>
                  <a:pt x="119063" y="0"/>
                </a:cubicBezTo>
                <a:close/>
                <a:moveTo>
                  <a:pt x="33338" y="0"/>
                </a:moveTo>
                <a:cubicBezTo>
                  <a:pt x="60790" y="0"/>
                  <a:pt x="66675" y="9525"/>
                  <a:pt x="66675" y="76200"/>
                </a:cubicBezTo>
                <a:cubicBezTo>
                  <a:pt x="66675" y="142875"/>
                  <a:pt x="60790" y="152400"/>
                  <a:pt x="33338" y="152400"/>
                </a:cubicBezTo>
                <a:cubicBezTo>
                  <a:pt x="5884" y="152400"/>
                  <a:pt x="0" y="142875"/>
                  <a:pt x="0" y="76200"/>
                </a:cubicBezTo>
                <a:cubicBezTo>
                  <a:pt x="0" y="9525"/>
                  <a:pt x="5884" y="0"/>
                  <a:pt x="33338" y="0"/>
                </a:cubicBezTo>
                <a:close/>
              </a:path>
            </a:pathLst>
          </a:custGeom>
          <a:solidFill>
            <a:srgbClr val="000000"/>
          </a:solidFill>
          <a:ln w="9525" cap="flat">
            <a:noFill/>
            <a:prstDash val="solid"/>
            <a:miter/>
          </a:ln>
        </p:spPr>
        <p:txBody>
          <a:bodyPr rtlCol="0" anchor="ctr"/>
          <a:lstStyle/>
          <a:p>
            <a:endParaRPr lang="ru-RU"/>
          </a:p>
        </p:txBody>
      </p:sp>
      <p:sp>
        <p:nvSpPr>
          <p:cNvPr id="1396" name="Полилиния: фигура 1395">
            <a:extLst>
              <a:ext uri="{FF2B5EF4-FFF2-40B4-BE49-F238E27FC236}">
                <a16:creationId xmlns:a16="http://schemas.microsoft.com/office/drawing/2014/main" id="{67DB7255-4A18-CD1B-35B6-BA402FEF702C}"/>
              </a:ext>
            </a:extLst>
          </p:cNvPr>
          <p:cNvSpPr/>
          <p:nvPr/>
        </p:nvSpPr>
        <p:spPr>
          <a:xfrm>
            <a:off x="3161019" y="5610931"/>
            <a:ext cx="180975" cy="142875"/>
          </a:xfrm>
          <a:custGeom>
            <a:avLst/>
            <a:gdLst>
              <a:gd name="connsiteX0" fmla="*/ 172299 w 180975"/>
              <a:gd name="connsiteY0" fmla="*/ 28575 h 142875"/>
              <a:gd name="connsiteX1" fmla="*/ 172299 w 180975"/>
              <a:gd name="connsiteY1" fmla="*/ 114300 h 142875"/>
              <a:gd name="connsiteX2" fmla="*/ 159009 w 180975"/>
              <a:gd name="connsiteY2" fmla="*/ 112491 h 142875"/>
              <a:gd name="connsiteX3" fmla="*/ 152950 w 180975"/>
              <a:gd name="connsiteY3" fmla="*/ 101779 h 142875"/>
              <a:gd name="connsiteX4" fmla="*/ 154616 w 180975"/>
              <a:gd name="connsiteY4" fmla="*/ 71438 h 142875"/>
              <a:gd name="connsiteX5" fmla="*/ 152964 w 180975"/>
              <a:gd name="connsiteY5" fmla="*/ 41189 h 142875"/>
              <a:gd name="connsiteX6" fmla="*/ 159009 w 180975"/>
              <a:gd name="connsiteY6" fmla="*/ 30384 h 142875"/>
              <a:gd name="connsiteX7" fmla="*/ 172299 w 180975"/>
              <a:gd name="connsiteY7" fmla="*/ 28575 h 142875"/>
              <a:gd name="connsiteX8" fmla="*/ 57150 w 180975"/>
              <a:gd name="connsiteY8" fmla="*/ 28575 h 142875"/>
              <a:gd name="connsiteX9" fmla="*/ 47625 w 180975"/>
              <a:gd name="connsiteY9" fmla="*/ 38100 h 142875"/>
              <a:gd name="connsiteX10" fmla="*/ 47625 w 180975"/>
              <a:gd name="connsiteY10" fmla="*/ 47625 h 142875"/>
              <a:gd name="connsiteX11" fmla="*/ 38100 w 180975"/>
              <a:gd name="connsiteY11" fmla="*/ 47625 h 142875"/>
              <a:gd name="connsiteX12" fmla="*/ 28575 w 180975"/>
              <a:gd name="connsiteY12" fmla="*/ 57150 h 142875"/>
              <a:gd name="connsiteX13" fmla="*/ 38100 w 180975"/>
              <a:gd name="connsiteY13" fmla="*/ 66675 h 142875"/>
              <a:gd name="connsiteX14" fmla="*/ 47625 w 180975"/>
              <a:gd name="connsiteY14" fmla="*/ 66675 h 142875"/>
              <a:gd name="connsiteX15" fmla="*/ 47625 w 180975"/>
              <a:gd name="connsiteY15" fmla="*/ 76200 h 142875"/>
              <a:gd name="connsiteX16" fmla="*/ 57150 w 180975"/>
              <a:gd name="connsiteY16" fmla="*/ 85725 h 142875"/>
              <a:gd name="connsiteX17" fmla="*/ 66675 w 180975"/>
              <a:gd name="connsiteY17" fmla="*/ 76200 h 142875"/>
              <a:gd name="connsiteX18" fmla="*/ 66675 w 180975"/>
              <a:gd name="connsiteY18" fmla="*/ 66675 h 142875"/>
              <a:gd name="connsiteX19" fmla="*/ 76200 w 180975"/>
              <a:gd name="connsiteY19" fmla="*/ 66675 h 142875"/>
              <a:gd name="connsiteX20" fmla="*/ 85725 w 180975"/>
              <a:gd name="connsiteY20" fmla="*/ 57150 h 142875"/>
              <a:gd name="connsiteX21" fmla="*/ 76200 w 180975"/>
              <a:gd name="connsiteY21" fmla="*/ 47625 h 142875"/>
              <a:gd name="connsiteX22" fmla="*/ 66675 w 180975"/>
              <a:gd name="connsiteY22" fmla="*/ 47625 h 142875"/>
              <a:gd name="connsiteX23" fmla="*/ 66675 w 180975"/>
              <a:gd name="connsiteY23" fmla="*/ 38100 h 142875"/>
              <a:gd name="connsiteX24" fmla="*/ 57150 w 180975"/>
              <a:gd name="connsiteY24" fmla="*/ 28575 h 142875"/>
              <a:gd name="connsiteX25" fmla="*/ 71438 w 180975"/>
              <a:gd name="connsiteY25" fmla="*/ 0 h 142875"/>
              <a:gd name="connsiteX26" fmla="*/ 142875 w 180975"/>
              <a:gd name="connsiteY26" fmla="*/ 71438 h 142875"/>
              <a:gd name="connsiteX27" fmla="*/ 71438 w 180975"/>
              <a:gd name="connsiteY27" fmla="*/ 142875 h 142875"/>
              <a:gd name="connsiteX28" fmla="*/ 0 w 180975"/>
              <a:gd name="connsiteY28" fmla="*/ 71438 h 142875"/>
              <a:gd name="connsiteX29" fmla="*/ 71438 w 180975"/>
              <a:gd name="connsiteY29"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0975" h="142875">
                <a:moveTo>
                  <a:pt x="172299" y="28575"/>
                </a:moveTo>
                <a:cubicBezTo>
                  <a:pt x="183867" y="28575"/>
                  <a:pt x="183867" y="114300"/>
                  <a:pt x="172299" y="114300"/>
                </a:cubicBezTo>
                <a:cubicBezTo>
                  <a:pt x="168365" y="114300"/>
                  <a:pt x="163669" y="113548"/>
                  <a:pt x="159009" y="112491"/>
                </a:cubicBezTo>
                <a:cubicBezTo>
                  <a:pt x="151702" y="110832"/>
                  <a:pt x="151868" y="109627"/>
                  <a:pt x="152950" y="101779"/>
                </a:cubicBezTo>
                <a:cubicBezTo>
                  <a:pt x="154336" y="91735"/>
                  <a:pt x="154616" y="81565"/>
                  <a:pt x="154616" y="71438"/>
                </a:cubicBezTo>
                <a:cubicBezTo>
                  <a:pt x="154616" y="61343"/>
                  <a:pt x="154344" y="51201"/>
                  <a:pt x="152964" y="41189"/>
                </a:cubicBezTo>
                <a:cubicBezTo>
                  <a:pt x="151870" y="33257"/>
                  <a:pt x="151703" y="32043"/>
                  <a:pt x="159009" y="30384"/>
                </a:cubicBezTo>
                <a:cubicBezTo>
                  <a:pt x="163669" y="29326"/>
                  <a:pt x="168365" y="28575"/>
                  <a:pt x="172299" y="28575"/>
                </a:cubicBezTo>
                <a:close/>
                <a:moveTo>
                  <a:pt x="57150" y="28575"/>
                </a:moveTo>
                <a:cubicBezTo>
                  <a:pt x="51890" y="28575"/>
                  <a:pt x="47625" y="32840"/>
                  <a:pt x="47625" y="38100"/>
                </a:cubicBezTo>
                <a:lnTo>
                  <a:pt x="47625" y="47625"/>
                </a:lnTo>
                <a:lnTo>
                  <a:pt x="38100" y="47625"/>
                </a:lnTo>
                <a:cubicBezTo>
                  <a:pt x="32840" y="47625"/>
                  <a:pt x="28575" y="51890"/>
                  <a:pt x="28575" y="57150"/>
                </a:cubicBezTo>
                <a:cubicBezTo>
                  <a:pt x="28575" y="62411"/>
                  <a:pt x="32840" y="66675"/>
                  <a:pt x="38100" y="66675"/>
                </a:cubicBezTo>
                <a:lnTo>
                  <a:pt x="47625" y="66675"/>
                </a:lnTo>
                <a:lnTo>
                  <a:pt x="47625" y="76200"/>
                </a:lnTo>
                <a:cubicBezTo>
                  <a:pt x="47625" y="81461"/>
                  <a:pt x="51890" y="85725"/>
                  <a:pt x="57150" y="85725"/>
                </a:cubicBezTo>
                <a:cubicBezTo>
                  <a:pt x="62410" y="85725"/>
                  <a:pt x="66675" y="81461"/>
                  <a:pt x="66675" y="76200"/>
                </a:cubicBezTo>
                <a:lnTo>
                  <a:pt x="66675" y="66675"/>
                </a:lnTo>
                <a:lnTo>
                  <a:pt x="76200" y="66675"/>
                </a:lnTo>
                <a:cubicBezTo>
                  <a:pt x="81461" y="66675"/>
                  <a:pt x="85725" y="62411"/>
                  <a:pt x="85725" y="57150"/>
                </a:cubicBezTo>
                <a:cubicBezTo>
                  <a:pt x="85725" y="51890"/>
                  <a:pt x="81461" y="47625"/>
                  <a:pt x="76200" y="47625"/>
                </a:cubicBezTo>
                <a:lnTo>
                  <a:pt x="66675" y="47625"/>
                </a:lnTo>
                <a:lnTo>
                  <a:pt x="66675" y="38100"/>
                </a:lnTo>
                <a:cubicBezTo>
                  <a:pt x="66675" y="32840"/>
                  <a:pt x="62410" y="28575"/>
                  <a:pt x="57150" y="28575"/>
                </a:cubicBezTo>
                <a:close/>
                <a:moveTo>
                  <a:pt x="71438" y="0"/>
                </a:moveTo>
                <a:cubicBezTo>
                  <a:pt x="130267" y="0"/>
                  <a:pt x="142875" y="12609"/>
                  <a:pt x="142875" y="71438"/>
                </a:cubicBezTo>
                <a:cubicBezTo>
                  <a:pt x="142875" y="130267"/>
                  <a:pt x="130267" y="142875"/>
                  <a:pt x="71438" y="142875"/>
                </a:cubicBezTo>
                <a:cubicBezTo>
                  <a:pt x="12609" y="142875"/>
                  <a:pt x="0" y="130267"/>
                  <a:pt x="0" y="71438"/>
                </a:cubicBezTo>
                <a:cubicBezTo>
                  <a:pt x="0" y="12609"/>
                  <a:pt x="12609" y="0"/>
                  <a:pt x="71438" y="0"/>
                </a:cubicBezTo>
                <a:close/>
              </a:path>
            </a:pathLst>
          </a:custGeom>
          <a:solidFill>
            <a:srgbClr val="000000"/>
          </a:solidFill>
          <a:ln w="9525" cap="flat">
            <a:noFill/>
            <a:prstDash val="solid"/>
            <a:miter/>
          </a:ln>
        </p:spPr>
        <p:txBody>
          <a:bodyPr rtlCol="0" anchor="ctr"/>
          <a:lstStyle/>
          <a:p>
            <a:endParaRPr lang="ru-RU"/>
          </a:p>
        </p:txBody>
      </p:sp>
      <p:sp>
        <p:nvSpPr>
          <p:cNvPr id="1366" name="Полилиния: фигура 1365">
            <a:extLst>
              <a:ext uri="{FF2B5EF4-FFF2-40B4-BE49-F238E27FC236}">
                <a16:creationId xmlns:a16="http://schemas.microsoft.com/office/drawing/2014/main" id="{9125916B-6D6C-C61B-528B-3E18456117A6}"/>
              </a:ext>
            </a:extLst>
          </p:cNvPr>
          <p:cNvSpPr/>
          <p:nvPr/>
        </p:nvSpPr>
        <p:spPr>
          <a:xfrm>
            <a:off x="3582334" y="846818"/>
            <a:ext cx="171450" cy="171450"/>
          </a:xfrm>
          <a:custGeom>
            <a:avLst/>
            <a:gdLst>
              <a:gd name="connsiteX0" fmla="*/ 85725 w 171450"/>
              <a:gd name="connsiteY0" fmla="*/ 76200 h 171450"/>
              <a:gd name="connsiteX1" fmla="*/ 95250 w 171450"/>
              <a:gd name="connsiteY1" fmla="*/ 85725 h 171450"/>
              <a:gd name="connsiteX2" fmla="*/ 85725 w 171450"/>
              <a:gd name="connsiteY2" fmla="*/ 95250 h 171450"/>
              <a:gd name="connsiteX3" fmla="*/ 76200 w 171450"/>
              <a:gd name="connsiteY3" fmla="*/ 85725 h 171450"/>
              <a:gd name="connsiteX4" fmla="*/ 85725 w 171450"/>
              <a:gd name="connsiteY4" fmla="*/ 76200 h 171450"/>
              <a:gd name="connsiteX5" fmla="*/ 113376 w 171450"/>
              <a:gd name="connsiteY5" fmla="*/ 48089 h 171450"/>
              <a:gd name="connsiteX6" fmla="*/ 66655 w 171450"/>
              <a:gd name="connsiteY6" fmla="*/ 66620 h 171450"/>
              <a:gd name="connsiteX7" fmla="*/ 48628 w 171450"/>
              <a:gd name="connsiteY7" fmla="*/ 122822 h 171450"/>
              <a:gd name="connsiteX8" fmla="*/ 104795 w 171450"/>
              <a:gd name="connsiteY8" fmla="*/ 104758 h 171450"/>
              <a:gd name="connsiteX9" fmla="*/ 122822 w 171450"/>
              <a:gd name="connsiteY9" fmla="*/ 48630 h 171450"/>
              <a:gd name="connsiteX10" fmla="*/ 113376 w 171450"/>
              <a:gd name="connsiteY10" fmla="*/ 48089 h 171450"/>
              <a:gd name="connsiteX11" fmla="*/ 85725 w 171450"/>
              <a:gd name="connsiteY11" fmla="*/ 0 h 171450"/>
              <a:gd name="connsiteX12" fmla="*/ 171450 w 171450"/>
              <a:gd name="connsiteY12" fmla="*/ 85725 h 171450"/>
              <a:gd name="connsiteX13" fmla="*/ 85725 w 171450"/>
              <a:gd name="connsiteY13" fmla="*/ 171450 h 171450"/>
              <a:gd name="connsiteX14" fmla="*/ 0 w 171450"/>
              <a:gd name="connsiteY14" fmla="*/ 85725 h 171450"/>
              <a:gd name="connsiteX15" fmla="*/ 85725 w 171450"/>
              <a:gd name="connsiteY15"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1450" h="171450">
                <a:moveTo>
                  <a:pt x="85725" y="76200"/>
                </a:moveTo>
                <a:cubicBezTo>
                  <a:pt x="90986" y="76200"/>
                  <a:pt x="95250" y="80464"/>
                  <a:pt x="95250" y="85725"/>
                </a:cubicBezTo>
                <a:cubicBezTo>
                  <a:pt x="95250" y="90986"/>
                  <a:pt x="90986" y="95250"/>
                  <a:pt x="85725" y="95250"/>
                </a:cubicBezTo>
                <a:cubicBezTo>
                  <a:pt x="80464" y="95250"/>
                  <a:pt x="76200" y="90986"/>
                  <a:pt x="76200" y="85725"/>
                </a:cubicBezTo>
                <a:cubicBezTo>
                  <a:pt x="76200" y="80464"/>
                  <a:pt x="80464" y="76200"/>
                  <a:pt x="85725" y="76200"/>
                </a:cubicBezTo>
                <a:close/>
                <a:moveTo>
                  <a:pt x="113376" y="48089"/>
                </a:moveTo>
                <a:cubicBezTo>
                  <a:pt x="99143" y="50243"/>
                  <a:pt x="73806" y="59469"/>
                  <a:pt x="66655" y="66620"/>
                </a:cubicBezTo>
                <a:cubicBezTo>
                  <a:pt x="57120" y="76154"/>
                  <a:pt x="43861" y="118055"/>
                  <a:pt x="48628" y="122822"/>
                </a:cubicBezTo>
                <a:cubicBezTo>
                  <a:pt x="53396" y="127589"/>
                  <a:pt x="95222" y="114330"/>
                  <a:pt x="104795" y="104758"/>
                </a:cubicBezTo>
                <a:cubicBezTo>
                  <a:pt x="114330" y="95223"/>
                  <a:pt x="127589" y="53399"/>
                  <a:pt x="122822" y="48630"/>
                </a:cubicBezTo>
                <a:cubicBezTo>
                  <a:pt x="121630" y="47438"/>
                  <a:pt x="118120" y="47370"/>
                  <a:pt x="113376" y="48089"/>
                </a:cubicBezTo>
                <a:close/>
                <a:moveTo>
                  <a:pt x="85725" y="0"/>
                </a:moveTo>
                <a:cubicBezTo>
                  <a:pt x="138915" y="0"/>
                  <a:pt x="171450" y="32535"/>
                  <a:pt x="171450" y="85725"/>
                </a:cubicBezTo>
                <a:cubicBezTo>
                  <a:pt x="171450" y="138915"/>
                  <a:pt x="138915" y="171450"/>
                  <a:pt x="85725" y="171450"/>
                </a:cubicBezTo>
                <a:cubicBezTo>
                  <a:pt x="32535" y="171450"/>
                  <a:pt x="0" y="138915"/>
                  <a:pt x="0" y="85725"/>
                </a:cubicBezTo>
                <a:cubicBezTo>
                  <a:pt x="0" y="32535"/>
                  <a:pt x="32535" y="0"/>
                  <a:pt x="85725" y="0"/>
                </a:cubicBezTo>
                <a:close/>
              </a:path>
            </a:pathLst>
          </a:custGeom>
          <a:solidFill>
            <a:srgbClr val="000000"/>
          </a:solidFill>
          <a:ln w="9525" cap="flat">
            <a:noFill/>
            <a:prstDash val="solid"/>
            <a:miter/>
          </a:ln>
        </p:spPr>
        <p:txBody>
          <a:bodyPr rtlCol="0" anchor="ctr"/>
          <a:lstStyle/>
          <a:p>
            <a:endParaRPr lang="ru-RU"/>
          </a:p>
        </p:txBody>
      </p:sp>
      <p:sp>
        <p:nvSpPr>
          <p:cNvPr id="1367" name="Полилиния: фигура 1366">
            <a:extLst>
              <a:ext uri="{FF2B5EF4-FFF2-40B4-BE49-F238E27FC236}">
                <a16:creationId xmlns:a16="http://schemas.microsoft.com/office/drawing/2014/main" id="{686DE94D-7050-ABF0-D538-DB1DEB0B6BA3}"/>
              </a:ext>
            </a:extLst>
          </p:cNvPr>
          <p:cNvSpPr/>
          <p:nvPr/>
        </p:nvSpPr>
        <p:spPr>
          <a:xfrm>
            <a:off x="3591858" y="1406163"/>
            <a:ext cx="152400" cy="161925"/>
          </a:xfrm>
          <a:custGeom>
            <a:avLst/>
            <a:gdLst>
              <a:gd name="connsiteX0" fmla="*/ 138113 w 152400"/>
              <a:gd name="connsiteY0" fmla="*/ 0 h 161925"/>
              <a:gd name="connsiteX1" fmla="*/ 152400 w 152400"/>
              <a:gd name="connsiteY1" fmla="*/ 47625 h 161925"/>
              <a:gd name="connsiteX2" fmla="*/ 138113 w 152400"/>
              <a:gd name="connsiteY2" fmla="*/ 95250 h 161925"/>
              <a:gd name="connsiteX3" fmla="*/ 123825 w 152400"/>
              <a:gd name="connsiteY3" fmla="*/ 47625 h 161925"/>
              <a:gd name="connsiteX4" fmla="*/ 138113 w 152400"/>
              <a:gd name="connsiteY4" fmla="*/ 0 h 161925"/>
              <a:gd name="connsiteX5" fmla="*/ 66599 w 152400"/>
              <a:gd name="connsiteY5" fmla="*/ 0 h 161925"/>
              <a:gd name="connsiteX6" fmla="*/ 76139 w 152400"/>
              <a:gd name="connsiteY6" fmla="*/ 0 h 161925"/>
              <a:gd name="connsiteX7" fmla="*/ 114300 w 152400"/>
              <a:gd name="connsiteY7" fmla="*/ 38100 h 161925"/>
              <a:gd name="connsiteX8" fmla="*/ 114300 w 152400"/>
              <a:gd name="connsiteY8" fmla="*/ 71438 h 161925"/>
              <a:gd name="connsiteX9" fmla="*/ 95250 w 152400"/>
              <a:gd name="connsiteY9" fmla="*/ 133350 h 161925"/>
              <a:gd name="connsiteX10" fmla="*/ 71437 w 152400"/>
              <a:gd name="connsiteY10" fmla="*/ 161925 h 161925"/>
              <a:gd name="connsiteX11" fmla="*/ 47625 w 152400"/>
              <a:gd name="connsiteY11" fmla="*/ 133350 h 161925"/>
              <a:gd name="connsiteX12" fmla="*/ 57150 w 152400"/>
              <a:gd name="connsiteY12" fmla="*/ 104775 h 161925"/>
              <a:gd name="connsiteX13" fmla="*/ 28439 w 152400"/>
              <a:gd name="connsiteY13" fmla="*/ 104775 h 161925"/>
              <a:gd name="connsiteX14" fmla="*/ 4696 w 152400"/>
              <a:gd name="connsiteY14" fmla="*/ 47625 h 161925"/>
              <a:gd name="connsiteX15" fmla="*/ 66599 w 152400"/>
              <a:gd name="connsiteY15"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400" h="161925">
                <a:moveTo>
                  <a:pt x="138113" y="0"/>
                </a:moveTo>
                <a:cubicBezTo>
                  <a:pt x="152400" y="0"/>
                  <a:pt x="152400" y="7937"/>
                  <a:pt x="152400" y="47625"/>
                </a:cubicBezTo>
                <a:cubicBezTo>
                  <a:pt x="152400" y="87313"/>
                  <a:pt x="152400" y="95250"/>
                  <a:pt x="138113" y="95250"/>
                </a:cubicBezTo>
                <a:cubicBezTo>
                  <a:pt x="123825" y="95250"/>
                  <a:pt x="123825" y="87313"/>
                  <a:pt x="123825" y="47625"/>
                </a:cubicBezTo>
                <a:cubicBezTo>
                  <a:pt x="123825" y="7937"/>
                  <a:pt x="123825" y="0"/>
                  <a:pt x="138113" y="0"/>
                </a:cubicBezTo>
                <a:close/>
                <a:moveTo>
                  <a:pt x="66599" y="0"/>
                </a:moveTo>
                <a:lnTo>
                  <a:pt x="76139" y="0"/>
                </a:lnTo>
                <a:cubicBezTo>
                  <a:pt x="104760" y="0"/>
                  <a:pt x="114300" y="9525"/>
                  <a:pt x="114300" y="38100"/>
                </a:cubicBezTo>
                <a:lnTo>
                  <a:pt x="114300" y="71438"/>
                </a:lnTo>
                <a:cubicBezTo>
                  <a:pt x="114300" y="100013"/>
                  <a:pt x="114300" y="100013"/>
                  <a:pt x="95250" y="133350"/>
                </a:cubicBezTo>
                <a:cubicBezTo>
                  <a:pt x="91916" y="139184"/>
                  <a:pt x="76208" y="161925"/>
                  <a:pt x="71437" y="161925"/>
                </a:cubicBezTo>
                <a:cubicBezTo>
                  <a:pt x="53876" y="161925"/>
                  <a:pt x="47625" y="152400"/>
                  <a:pt x="47625" y="133350"/>
                </a:cubicBezTo>
                <a:cubicBezTo>
                  <a:pt x="47625" y="119063"/>
                  <a:pt x="57150" y="104775"/>
                  <a:pt x="57150" y="104775"/>
                </a:cubicBezTo>
                <a:lnTo>
                  <a:pt x="28439" y="104775"/>
                </a:lnTo>
                <a:cubicBezTo>
                  <a:pt x="-9722" y="104775"/>
                  <a:pt x="-74" y="76200"/>
                  <a:pt x="4696" y="47625"/>
                </a:cubicBezTo>
                <a:cubicBezTo>
                  <a:pt x="9466" y="19050"/>
                  <a:pt x="32450" y="0"/>
                  <a:pt x="66599" y="0"/>
                </a:cubicBezTo>
                <a:close/>
              </a:path>
            </a:pathLst>
          </a:custGeom>
          <a:solidFill>
            <a:srgbClr val="000000"/>
          </a:solidFill>
          <a:ln w="9525" cap="flat">
            <a:noFill/>
            <a:prstDash val="solid"/>
            <a:miter/>
          </a:ln>
        </p:spPr>
        <p:txBody>
          <a:bodyPr rtlCol="0" anchor="ctr"/>
          <a:lstStyle/>
          <a:p>
            <a:endParaRPr lang="ru-RU"/>
          </a:p>
        </p:txBody>
      </p:sp>
      <p:sp>
        <p:nvSpPr>
          <p:cNvPr id="967" name="Рисунок 484">
            <a:extLst>
              <a:ext uri="{FF2B5EF4-FFF2-40B4-BE49-F238E27FC236}">
                <a16:creationId xmlns:a16="http://schemas.microsoft.com/office/drawing/2014/main" id="{9582717E-40CF-174A-868A-4467016F543C}"/>
              </a:ext>
            </a:extLst>
          </p:cNvPr>
          <p:cNvSpPr/>
          <p:nvPr/>
        </p:nvSpPr>
        <p:spPr>
          <a:xfrm>
            <a:off x="3591859" y="1946458"/>
            <a:ext cx="152399" cy="171449"/>
          </a:xfrm>
          <a:custGeom>
            <a:avLst/>
            <a:gdLst>
              <a:gd name="connsiteX0" fmla="*/ 30669 w 152399"/>
              <a:gd name="connsiteY0" fmla="*/ 150767 h 171449"/>
              <a:gd name="connsiteX1" fmla="*/ 37636 w 152399"/>
              <a:gd name="connsiteY1" fmla="*/ 166107 h 171449"/>
              <a:gd name="connsiteX2" fmla="*/ 85796 w 152399"/>
              <a:gd name="connsiteY2" fmla="*/ 170384 h 171449"/>
              <a:gd name="connsiteX3" fmla="*/ 98107 w 152399"/>
              <a:gd name="connsiteY3" fmla="*/ 160153 h 171449"/>
              <a:gd name="connsiteX4" fmla="*/ 103429 w 152399"/>
              <a:gd name="connsiteY4" fmla="*/ 152270 h 171449"/>
              <a:gd name="connsiteX5" fmla="*/ 117837 w 152399"/>
              <a:gd name="connsiteY5" fmla="*/ 135341 h 171449"/>
              <a:gd name="connsiteX6" fmla="*/ 145001 w 152399"/>
              <a:gd name="connsiteY6" fmla="*/ 93084 h 171449"/>
              <a:gd name="connsiteX7" fmla="*/ 149053 w 152399"/>
              <a:gd name="connsiteY7" fmla="*/ 67670 h 171449"/>
              <a:gd name="connsiteX8" fmla="*/ 132097 w 152399"/>
              <a:gd name="connsiteY8" fmla="*/ 73788 h 171449"/>
              <a:gd name="connsiteX9" fmla="*/ 116633 w 152399"/>
              <a:gd name="connsiteY9" fmla="*/ 90227 h 171449"/>
              <a:gd name="connsiteX10" fmla="*/ 137761 w 152399"/>
              <a:gd name="connsiteY10" fmla="*/ 42705 h 171449"/>
              <a:gd name="connsiteX11" fmla="*/ 133984 w 152399"/>
              <a:gd name="connsiteY11" fmla="*/ 18920 h 171449"/>
              <a:gd name="connsiteX12" fmla="*/ 113841 w 152399"/>
              <a:gd name="connsiteY12" fmla="*/ 30272 h 171449"/>
              <a:gd name="connsiteX13" fmla="*/ 96216 w 152399"/>
              <a:gd name="connsiteY13" fmla="*/ 68111 h 171449"/>
              <a:gd name="connsiteX14" fmla="*/ 96216 w 152399"/>
              <a:gd name="connsiteY14" fmla="*/ 18920 h 171449"/>
              <a:gd name="connsiteX15" fmla="*/ 84885 w 152399"/>
              <a:gd name="connsiteY15" fmla="*/ 0 h 171449"/>
              <a:gd name="connsiteX16" fmla="*/ 71195 w 152399"/>
              <a:gd name="connsiteY16" fmla="*/ 18920 h 171449"/>
              <a:gd name="connsiteX17" fmla="*/ 66382 w 152399"/>
              <a:gd name="connsiteY17" fmla="*/ 63159 h 171449"/>
              <a:gd name="connsiteX18" fmla="*/ 53411 w 152399"/>
              <a:gd name="connsiteY18" fmla="*/ 22704 h 171449"/>
              <a:gd name="connsiteX19" fmla="*/ 35786 w 152399"/>
              <a:gd name="connsiteY19" fmla="*/ 7568 h 171449"/>
              <a:gd name="connsiteX20" fmla="*/ 30203 w 152399"/>
              <a:gd name="connsiteY20" fmla="*/ 30272 h 171449"/>
              <a:gd name="connsiteX21" fmla="*/ 49059 w 152399"/>
              <a:gd name="connsiteY21" fmla="*/ 89079 h 171449"/>
              <a:gd name="connsiteX22" fmla="*/ 56424 w 152399"/>
              <a:gd name="connsiteY22" fmla="*/ 99250 h 171449"/>
              <a:gd name="connsiteX23" fmla="*/ 61055 w 152399"/>
              <a:gd name="connsiteY23" fmla="*/ 103761 h 171449"/>
              <a:gd name="connsiteX24" fmla="*/ 56424 w 152399"/>
              <a:gd name="connsiteY24" fmla="*/ 108272 h 171449"/>
              <a:gd name="connsiteX25" fmla="*/ 44394 w 152399"/>
              <a:gd name="connsiteY25" fmla="*/ 99765 h 171449"/>
              <a:gd name="connsiteX26" fmla="*/ 36905 w 152399"/>
              <a:gd name="connsiteY26" fmla="*/ 86475 h 171449"/>
              <a:gd name="connsiteX27" fmla="*/ 25123 w 152399"/>
              <a:gd name="connsiteY27" fmla="*/ 75481 h 171449"/>
              <a:gd name="connsiteX28" fmla="*/ 7862 w 152399"/>
              <a:gd name="connsiteY28" fmla="*/ 75081 h 171449"/>
              <a:gd name="connsiteX29" fmla="*/ 5820 w 152399"/>
              <a:gd name="connsiteY29" fmla="*/ 93084 h 171449"/>
              <a:gd name="connsiteX30" fmla="*/ 26894 w 152399"/>
              <a:gd name="connsiteY30" fmla="*/ 126332 h 171449"/>
              <a:gd name="connsiteX31" fmla="*/ 42530 w 152399"/>
              <a:gd name="connsiteY31" fmla="*/ 136575 h 171449"/>
              <a:gd name="connsiteX32" fmla="*/ 55301 w 152399"/>
              <a:gd name="connsiteY32" fmla="*/ 135476 h 171449"/>
              <a:gd name="connsiteX33" fmla="*/ 60917 w 152399"/>
              <a:gd name="connsiteY33" fmla="*/ 138758 h 171449"/>
              <a:gd name="connsiteX34" fmla="*/ 57547 w 152399"/>
              <a:gd name="connsiteY34" fmla="*/ 144229 h 171449"/>
              <a:gd name="connsiteX35" fmla="*/ 42530 w 152399"/>
              <a:gd name="connsiteY35" fmla="*/ 145658 h 171449"/>
              <a:gd name="connsiteX36" fmla="*/ 30669 w 152399"/>
              <a:gd name="connsiteY36" fmla="*/ 150767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2399" h="171449">
                <a:moveTo>
                  <a:pt x="30669" y="150767"/>
                </a:moveTo>
                <a:cubicBezTo>
                  <a:pt x="26854" y="159970"/>
                  <a:pt x="28190" y="162169"/>
                  <a:pt x="37636" y="166107"/>
                </a:cubicBezTo>
                <a:cubicBezTo>
                  <a:pt x="52327" y="172234"/>
                  <a:pt x="72758" y="172203"/>
                  <a:pt x="85796" y="170384"/>
                </a:cubicBezTo>
                <a:cubicBezTo>
                  <a:pt x="91732" y="169555"/>
                  <a:pt x="98107" y="166673"/>
                  <a:pt x="98107" y="160153"/>
                </a:cubicBezTo>
                <a:cubicBezTo>
                  <a:pt x="98107" y="153633"/>
                  <a:pt x="97897" y="154535"/>
                  <a:pt x="103429" y="152270"/>
                </a:cubicBezTo>
                <a:cubicBezTo>
                  <a:pt x="109360" y="149841"/>
                  <a:pt x="115081" y="143625"/>
                  <a:pt x="117837" y="135341"/>
                </a:cubicBezTo>
                <a:cubicBezTo>
                  <a:pt x="122746" y="120585"/>
                  <a:pt x="135159" y="108273"/>
                  <a:pt x="145001" y="93084"/>
                </a:cubicBezTo>
                <a:cubicBezTo>
                  <a:pt x="154395" y="78585"/>
                  <a:pt x="153774" y="72400"/>
                  <a:pt x="149053" y="67670"/>
                </a:cubicBezTo>
                <a:cubicBezTo>
                  <a:pt x="144332" y="62940"/>
                  <a:pt x="137210" y="67670"/>
                  <a:pt x="132097" y="73788"/>
                </a:cubicBezTo>
                <a:cubicBezTo>
                  <a:pt x="125896" y="81204"/>
                  <a:pt x="116633" y="90227"/>
                  <a:pt x="116633" y="90227"/>
                </a:cubicBezTo>
                <a:lnTo>
                  <a:pt x="137761" y="42705"/>
                </a:lnTo>
                <a:cubicBezTo>
                  <a:pt x="144404" y="28445"/>
                  <a:pt x="138833" y="22158"/>
                  <a:pt x="133984" y="18920"/>
                </a:cubicBezTo>
                <a:cubicBezTo>
                  <a:pt x="129136" y="15682"/>
                  <a:pt x="120932" y="15049"/>
                  <a:pt x="113841" y="30272"/>
                </a:cubicBezTo>
                <a:cubicBezTo>
                  <a:pt x="113841" y="30272"/>
                  <a:pt x="103803" y="54136"/>
                  <a:pt x="96216" y="68111"/>
                </a:cubicBezTo>
                <a:lnTo>
                  <a:pt x="96216" y="18920"/>
                </a:lnTo>
                <a:cubicBezTo>
                  <a:pt x="96216" y="7568"/>
                  <a:pt x="92439" y="0"/>
                  <a:pt x="84885" y="0"/>
                </a:cubicBezTo>
                <a:cubicBezTo>
                  <a:pt x="77332" y="0"/>
                  <a:pt x="71195" y="7568"/>
                  <a:pt x="71195" y="18920"/>
                </a:cubicBezTo>
                <a:cubicBezTo>
                  <a:pt x="71195" y="18920"/>
                  <a:pt x="71059" y="49625"/>
                  <a:pt x="66382" y="63159"/>
                </a:cubicBezTo>
                <a:cubicBezTo>
                  <a:pt x="62085" y="45321"/>
                  <a:pt x="53411" y="22704"/>
                  <a:pt x="53411" y="22704"/>
                </a:cubicBezTo>
                <a:cubicBezTo>
                  <a:pt x="48619" y="8299"/>
                  <a:pt x="43340" y="5045"/>
                  <a:pt x="35786" y="7568"/>
                </a:cubicBezTo>
                <a:cubicBezTo>
                  <a:pt x="28232" y="10091"/>
                  <a:pt x="25803" y="15787"/>
                  <a:pt x="30203" y="30272"/>
                </a:cubicBezTo>
                <a:cubicBezTo>
                  <a:pt x="35871" y="49727"/>
                  <a:pt x="41560" y="65133"/>
                  <a:pt x="49059" y="89079"/>
                </a:cubicBezTo>
                <a:cubicBezTo>
                  <a:pt x="50607" y="91994"/>
                  <a:pt x="52512" y="99250"/>
                  <a:pt x="56424" y="99250"/>
                </a:cubicBezTo>
                <a:cubicBezTo>
                  <a:pt x="58982" y="99250"/>
                  <a:pt x="61055" y="101269"/>
                  <a:pt x="61055" y="103761"/>
                </a:cubicBezTo>
                <a:cubicBezTo>
                  <a:pt x="61055" y="106252"/>
                  <a:pt x="58982" y="108272"/>
                  <a:pt x="56424" y="108272"/>
                </a:cubicBezTo>
                <a:cubicBezTo>
                  <a:pt x="50149" y="108272"/>
                  <a:pt x="46640" y="103506"/>
                  <a:pt x="44394" y="99765"/>
                </a:cubicBezTo>
                <a:cubicBezTo>
                  <a:pt x="41771" y="95397"/>
                  <a:pt x="39733" y="90732"/>
                  <a:pt x="36905" y="86475"/>
                </a:cubicBezTo>
                <a:cubicBezTo>
                  <a:pt x="34016" y="82126"/>
                  <a:pt x="30398" y="78175"/>
                  <a:pt x="25123" y="75481"/>
                </a:cubicBezTo>
                <a:cubicBezTo>
                  <a:pt x="19876" y="73797"/>
                  <a:pt x="14048" y="73281"/>
                  <a:pt x="7862" y="75081"/>
                </a:cubicBezTo>
                <a:cubicBezTo>
                  <a:pt x="-2711" y="78159"/>
                  <a:pt x="-1831" y="83810"/>
                  <a:pt x="5820" y="93084"/>
                </a:cubicBezTo>
                <a:cubicBezTo>
                  <a:pt x="13908" y="102888"/>
                  <a:pt x="20359" y="114456"/>
                  <a:pt x="26894" y="126332"/>
                </a:cubicBezTo>
                <a:cubicBezTo>
                  <a:pt x="30893" y="133599"/>
                  <a:pt x="33108" y="135319"/>
                  <a:pt x="42530" y="136575"/>
                </a:cubicBezTo>
                <a:cubicBezTo>
                  <a:pt x="46413" y="137093"/>
                  <a:pt x="50562" y="136630"/>
                  <a:pt x="55301" y="135476"/>
                </a:cubicBezTo>
                <a:cubicBezTo>
                  <a:pt x="57782" y="134872"/>
                  <a:pt x="60297" y="136342"/>
                  <a:pt x="60917" y="138758"/>
                </a:cubicBezTo>
                <a:cubicBezTo>
                  <a:pt x="61538" y="141176"/>
                  <a:pt x="60029" y="143626"/>
                  <a:pt x="57547" y="144229"/>
                </a:cubicBezTo>
                <a:cubicBezTo>
                  <a:pt x="52458" y="145469"/>
                  <a:pt x="47470" y="146119"/>
                  <a:pt x="42530" y="145658"/>
                </a:cubicBezTo>
                <a:cubicBezTo>
                  <a:pt x="33426" y="144808"/>
                  <a:pt x="32787" y="145658"/>
                  <a:pt x="30669" y="150767"/>
                </a:cubicBezTo>
                <a:close/>
              </a:path>
            </a:pathLst>
          </a:custGeom>
          <a:solidFill>
            <a:srgbClr val="000000"/>
          </a:solidFill>
          <a:ln w="9525" cap="flat">
            <a:noFill/>
            <a:prstDash val="solid"/>
            <a:miter/>
          </a:ln>
        </p:spPr>
        <p:txBody>
          <a:bodyPr rtlCol="0" anchor="ctr"/>
          <a:lstStyle/>
          <a:p>
            <a:endParaRPr lang="ru-RU"/>
          </a:p>
        </p:txBody>
      </p:sp>
      <p:sp>
        <p:nvSpPr>
          <p:cNvPr id="968" name="Рисунок 508">
            <a:extLst>
              <a:ext uri="{FF2B5EF4-FFF2-40B4-BE49-F238E27FC236}">
                <a16:creationId xmlns:a16="http://schemas.microsoft.com/office/drawing/2014/main" id="{00E301DF-EC54-5C27-C2D6-E6CCF0A4A857}"/>
              </a:ext>
            </a:extLst>
          </p:cNvPr>
          <p:cNvSpPr/>
          <p:nvPr/>
        </p:nvSpPr>
        <p:spPr>
          <a:xfrm>
            <a:off x="3582334" y="2496278"/>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82935 w 171450"/>
              <a:gd name="connsiteY5" fmla="*/ 54360 h 171450"/>
              <a:gd name="connsiteX6" fmla="*/ 69465 w 171450"/>
              <a:gd name="connsiteY6" fmla="*/ 54360 h 171450"/>
              <a:gd name="connsiteX7" fmla="*/ 69465 w 171450"/>
              <a:gd name="connsiteY7" fmla="*/ 40889 h 171450"/>
              <a:gd name="connsiteX8" fmla="*/ 130722 w 171450"/>
              <a:gd name="connsiteY8" fmla="*/ 41056 h 171450"/>
              <a:gd name="connsiteX9" fmla="*/ 130560 w 171450"/>
              <a:gd name="connsiteY9" fmla="*/ 101985 h 171450"/>
              <a:gd name="connsiteX10" fmla="*/ 117090 w 171450"/>
              <a:gd name="connsiteY10" fmla="*/ 101985 h 171450"/>
              <a:gd name="connsiteX11" fmla="*/ 117090 w 171450"/>
              <a:gd name="connsiteY11" fmla="*/ 88514 h 171450"/>
              <a:gd name="connsiteX12" fmla="*/ 116927 w 171450"/>
              <a:gd name="connsiteY12" fmla="*/ 54193 h 171450"/>
              <a:gd name="connsiteX13" fmla="*/ 82935 w 171450"/>
              <a:gd name="connsiteY13" fmla="*/ 54360 h 171450"/>
              <a:gd name="connsiteX14" fmla="*/ 54500 w 171450"/>
              <a:gd name="connsiteY14" fmla="*/ 82700 h 171450"/>
              <a:gd name="connsiteX15" fmla="*/ 54662 w 171450"/>
              <a:gd name="connsiteY15" fmla="*/ 117020 h 171450"/>
              <a:gd name="connsiteX16" fmla="*/ 88655 w 171450"/>
              <a:gd name="connsiteY16" fmla="*/ 116854 h 171450"/>
              <a:gd name="connsiteX17" fmla="*/ 102125 w 171450"/>
              <a:gd name="connsiteY17" fmla="*/ 116854 h 171450"/>
              <a:gd name="connsiteX18" fmla="*/ 102125 w 171450"/>
              <a:gd name="connsiteY18" fmla="*/ 130325 h 171450"/>
              <a:gd name="connsiteX19" fmla="*/ 40867 w 171450"/>
              <a:gd name="connsiteY19" fmla="*/ 130158 h 171450"/>
              <a:gd name="connsiteX20" fmla="*/ 41030 w 171450"/>
              <a:gd name="connsiteY20" fmla="*/ 69229 h 171450"/>
              <a:gd name="connsiteX21" fmla="*/ 54500 w 171450"/>
              <a:gd name="connsiteY21" fmla="*/ 69229 h 171450"/>
              <a:gd name="connsiteX22" fmla="*/ 54500 w 171450"/>
              <a:gd name="connsiteY22" fmla="*/ 82700 h 171450"/>
              <a:gd name="connsiteX23" fmla="*/ 101985 w 171450"/>
              <a:gd name="connsiteY23" fmla="*/ 82935 h 171450"/>
              <a:gd name="connsiteX24" fmla="*/ 82935 w 171450"/>
              <a:gd name="connsiteY24" fmla="*/ 101985 h 171450"/>
              <a:gd name="connsiteX25" fmla="*/ 69465 w 171450"/>
              <a:gd name="connsiteY25" fmla="*/ 101985 h 171450"/>
              <a:gd name="connsiteX26" fmla="*/ 69465 w 171450"/>
              <a:gd name="connsiteY26" fmla="*/ 88514 h 171450"/>
              <a:gd name="connsiteX27" fmla="*/ 88515 w 171450"/>
              <a:gd name="connsiteY27" fmla="*/ 69464 h 171450"/>
              <a:gd name="connsiteX28" fmla="*/ 101985 w 171450"/>
              <a:gd name="connsiteY28" fmla="*/ 69464 h 171450"/>
              <a:gd name="connsiteX29" fmla="*/ 101985 w 171450"/>
              <a:gd name="connsiteY29" fmla="*/ 8293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82935" y="54360"/>
                </a:moveTo>
                <a:cubicBezTo>
                  <a:pt x="79216" y="58079"/>
                  <a:pt x="73184" y="58079"/>
                  <a:pt x="69465" y="54360"/>
                </a:cubicBezTo>
                <a:cubicBezTo>
                  <a:pt x="65745" y="50640"/>
                  <a:pt x="65745" y="44609"/>
                  <a:pt x="69465" y="40889"/>
                </a:cubicBezTo>
                <a:cubicBezTo>
                  <a:pt x="85916" y="24437"/>
                  <a:pt x="114308" y="23820"/>
                  <a:pt x="130722" y="41056"/>
                </a:cubicBezTo>
                <a:cubicBezTo>
                  <a:pt x="146518" y="57642"/>
                  <a:pt x="147755" y="84791"/>
                  <a:pt x="130560" y="101985"/>
                </a:cubicBezTo>
                <a:cubicBezTo>
                  <a:pt x="126841" y="105705"/>
                  <a:pt x="120809" y="105705"/>
                  <a:pt x="117090" y="101985"/>
                </a:cubicBezTo>
                <a:cubicBezTo>
                  <a:pt x="113369" y="98265"/>
                  <a:pt x="113369" y="92234"/>
                  <a:pt x="117090" y="88514"/>
                </a:cubicBezTo>
                <a:cubicBezTo>
                  <a:pt x="126403" y="79200"/>
                  <a:pt x="126161" y="63889"/>
                  <a:pt x="116927" y="54193"/>
                </a:cubicBezTo>
                <a:cubicBezTo>
                  <a:pt x="108295" y="45129"/>
                  <a:pt x="92236" y="45058"/>
                  <a:pt x="82935" y="54360"/>
                </a:cubicBezTo>
                <a:close/>
                <a:moveTo>
                  <a:pt x="54500" y="82700"/>
                </a:moveTo>
                <a:cubicBezTo>
                  <a:pt x="45186" y="92013"/>
                  <a:pt x="45429" y="107325"/>
                  <a:pt x="54662" y="117020"/>
                </a:cubicBezTo>
                <a:cubicBezTo>
                  <a:pt x="63295" y="126084"/>
                  <a:pt x="79353" y="126156"/>
                  <a:pt x="88655" y="116854"/>
                </a:cubicBezTo>
                <a:cubicBezTo>
                  <a:pt x="92374" y="113134"/>
                  <a:pt x="98406" y="113134"/>
                  <a:pt x="102125" y="116854"/>
                </a:cubicBezTo>
                <a:cubicBezTo>
                  <a:pt x="105845" y="120574"/>
                  <a:pt x="105845" y="126604"/>
                  <a:pt x="102125" y="130325"/>
                </a:cubicBezTo>
                <a:cubicBezTo>
                  <a:pt x="85673" y="146776"/>
                  <a:pt x="57282" y="147394"/>
                  <a:pt x="40867" y="130158"/>
                </a:cubicBezTo>
                <a:cubicBezTo>
                  <a:pt x="25071" y="113571"/>
                  <a:pt x="23835" y="86423"/>
                  <a:pt x="41030" y="69229"/>
                </a:cubicBezTo>
                <a:cubicBezTo>
                  <a:pt x="44750" y="65509"/>
                  <a:pt x="50780" y="65509"/>
                  <a:pt x="54500" y="69229"/>
                </a:cubicBezTo>
                <a:cubicBezTo>
                  <a:pt x="58220" y="72949"/>
                  <a:pt x="58220" y="78979"/>
                  <a:pt x="54500" y="82700"/>
                </a:cubicBezTo>
                <a:close/>
                <a:moveTo>
                  <a:pt x="101985" y="82935"/>
                </a:moveTo>
                <a:lnTo>
                  <a:pt x="82935" y="101985"/>
                </a:lnTo>
                <a:cubicBezTo>
                  <a:pt x="79216" y="105705"/>
                  <a:pt x="73184" y="105705"/>
                  <a:pt x="69465" y="101985"/>
                </a:cubicBezTo>
                <a:cubicBezTo>
                  <a:pt x="65745" y="98265"/>
                  <a:pt x="65745" y="92234"/>
                  <a:pt x="69465" y="88514"/>
                </a:cubicBezTo>
                <a:lnTo>
                  <a:pt x="88515" y="69464"/>
                </a:lnTo>
                <a:cubicBezTo>
                  <a:pt x="92234" y="65745"/>
                  <a:pt x="98266" y="65745"/>
                  <a:pt x="101985" y="69464"/>
                </a:cubicBezTo>
                <a:cubicBezTo>
                  <a:pt x="105705" y="73184"/>
                  <a:pt x="105705" y="79215"/>
                  <a:pt x="101985" y="82935"/>
                </a:cubicBezTo>
                <a:close/>
              </a:path>
            </a:pathLst>
          </a:custGeom>
          <a:solidFill>
            <a:srgbClr val="000000"/>
          </a:solidFill>
          <a:ln w="9525" cap="flat">
            <a:noFill/>
            <a:prstDash val="solid"/>
            <a:miter/>
          </a:ln>
        </p:spPr>
        <p:txBody>
          <a:bodyPr rtlCol="0" anchor="ctr"/>
          <a:lstStyle/>
          <a:p>
            <a:endParaRPr lang="ru-RU"/>
          </a:p>
        </p:txBody>
      </p:sp>
      <p:sp>
        <p:nvSpPr>
          <p:cNvPr id="969" name="Рисунок 541">
            <a:extLst>
              <a:ext uri="{FF2B5EF4-FFF2-40B4-BE49-F238E27FC236}">
                <a16:creationId xmlns:a16="http://schemas.microsoft.com/office/drawing/2014/main" id="{90FC2703-5AAC-CFB9-EB62-5E2684EAD4C1}"/>
              </a:ext>
            </a:extLst>
          </p:cNvPr>
          <p:cNvSpPr/>
          <p:nvPr/>
        </p:nvSpPr>
        <p:spPr>
          <a:xfrm>
            <a:off x="3601383" y="3055622"/>
            <a:ext cx="152400" cy="152399"/>
          </a:xfrm>
          <a:custGeom>
            <a:avLst/>
            <a:gdLst>
              <a:gd name="connsiteX0" fmla="*/ 2811 w 152400"/>
              <a:gd name="connsiteY0" fmla="*/ 1814 h 152399"/>
              <a:gd name="connsiteX1" fmla="*/ 16061 w 152400"/>
              <a:gd name="connsiteY1" fmla="*/ 51119 h 152399"/>
              <a:gd name="connsiteX2" fmla="*/ 38144 w 152400"/>
              <a:gd name="connsiteY2" fmla="*/ 66683 h 152399"/>
              <a:gd name="connsiteX3" fmla="*/ 88934 w 152400"/>
              <a:gd name="connsiteY3" fmla="*/ 73770 h 152399"/>
              <a:gd name="connsiteX4" fmla="*/ 88934 w 152400"/>
              <a:gd name="connsiteY4" fmla="*/ 78630 h 152399"/>
              <a:gd name="connsiteX5" fmla="*/ 38144 w 152400"/>
              <a:gd name="connsiteY5" fmla="*/ 85718 h 152399"/>
              <a:gd name="connsiteX6" fmla="*/ 16061 w 152400"/>
              <a:gd name="connsiteY6" fmla="*/ 101279 h 152399"/>
              <a:gd name="connsiteX7" fmla="*/ 2811 w 152400"/>
              <a:gd name="connsiteY7" fmla="*/ 150586 h 152399"/>
              <a:gd name="connsiteX8" fmla="*/ 152400 w 152400"/>
              <a:gd name="connsiteY8" fmla="*/ 76200 h 152399"/>
              <a:gd name="connsiteX9" fmla="*/ 2811 w 152400"/>
              <a:gd name="connsiteY9" fmla="*/ 1814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400" h="152399">
                <a:moveTo>
                  <a:pt x="2811" y="1814"/>
                </a:moveTo>
                <a:cubicBezTo>
                  <a:pt x="-7267" y="10175"/>
                  <a:pt x="12743" y="42617"/>
                  <a:pt x="16061" y="51119"/>
                </a:cubicBezTo>
                <a:cubicBezTo>
                  <a:pt x="20246" y="61840"/>
                  <a:pt x="26678" y="65641"/>
                  <a:pt x="38144" y="66683"/>
                </a:cubicBezTo>
                <a:lnTo>
                  <a:pt x="88934" y="73770"/>
                </a:lnTo>
                <a:cubicBezTo>
                  <a:pt x="91946" y="73992"/>
                  <a:pt x="91946" y="78408"/>
                  <a:pt x="88934" y="78630"/>
                </a:cubicBezTo>
                <a:lnTo>
                  <a:pt x="38144" y="85718"/>
                </a:lnTo>
                <a:cubicBezTo>
                  <a:pt x="26679" y="86759"/>
                  <a:pt x="20245" y="90559"/>
                  <a:pt x="16061" y="101279"/>
                </a:cubicBezTo>
                <a:cubicBezTo>
                  <a:pt x="12741" y="109783"/>
                  <a:pt x="-7267" y="142225"/>
                  <a:pt x="2811" y="150586"/>
                </a:cubicBezTo>
                <a:cubicBezTo>
                  <a:pt x="18306" y="163440"/>
                  <a:pt x="152400" y="104753"/>
                  <a:pt x="152400" y="76200"/>
                </a:cubicBezTo>
                <a:cubicBezTo>
                  <a:pt x="152400" y="47647"/>
                  <a:pt x="18306" y="-11041"/>
                  <a:pt x="2811" y="1814"/>
                </a:cubicBezTo>
                <a:close/>
              </a:path>
            </a:pathLst>
          </a:custGeom>
          <a:solidFill>
            <a:srgbClr val="000000"/>
          </a:solidFill>
          <a:ln w="9525" cap="flat">
            <a:noFill/>
            <a:prstDash val="solid"/>
            <a:miter/>
          </a:ln>
        </p:spPr>
        <p:txBody>
          <a:bodyPr rtlCol="0" anchor="ctr"/>
          <a:lstStyle/>
          <a:p>
            <a:endParaRPr lang="ru-RU"/>
          </a:p>
        </p:txBody>
      </p:sp>
      <p:sp>
        <p:nvSpPr>
          <p:cNvPr id="970" name="Рисунок 652">
            <a:extLst>
              <a:ext uri="{FF2B5EF4-FFF2-40B4-BE49-F238E27FC236}">
                <a16:creationId xmlns:a16="http://schemas.microsoft.com/office/drawing/2014/main" id="{AFF78E5D-968D-D2B7-71B9-77D2629CA2AE}"/>
              </a:ext>
            </a:extLst>
          </p:cNvPr>
          <p:cNvSpPr/>
          <p:nvPr/>
        </p:nvSpPr>
        <p:spPr>
          <a:xfrm>
            <a:off x="3601383" y="4600116"/>
            <a:ext cx="133349" cy="171449"/>
          </a:xfrm>
          <a:custGeom>
            <a:avLst/>
            <a:gdLst>
              <a:gd name="connsiteX0" fmla="*/ 31612 w 133349"/>
              <a:gd name="connsiteY0" fmla="*/ 35891 h 171449"/>
              <a:gd name="connsiteX1" fmla="*/ 10574 w 133349"/>
              <a:gd name="connsiteY1" fmla="*/ 97115 h 171449"/>
              <a:gd name="connsiteX2" fmla="*/ 38625 w 133349"/>
              <a:gd name="connsiteY2" fmla="*/ 108505 h 171449"/>
              <a:gd name="connsiteX3" fmla="*/ 49845 w 133349"/>
              <a:gd name="connsiteY3" fmla="*/ 128438 h 171449"/>
              <a:gd name="connsiteX4" fmla="*/ 45637 w 133349"/>
              <a:gd name="connsiteY4" fmla="*/ 149795 h 171449"/>
              <a:gd name="connsiteX5" fmla="*/ 101738 w 133349"/>
              <a:gd name="connsiteY5" fmla="*/ 135558 h 171449"/>
              <a:gd name="connsiteX6" fmla="*/ 122775 w 133349"/>
              <a:gd name="connsiteY6" fmla="*/ 74334 h 171449"/>
              <a:gd name="connsiteX7" fmla="*/ 94725 w 133349"/>
              <a:gd name="connsiteY7" fmla="*/ 62944 h 171449"/>
              <a:gd name="connsiteX8" fmla="*/ 83038 w 133349"/>
              <a:gd name="connsiteY8" fmla="*/ 43010 h 171449"/>
              <a:gd name="connsiteX9" fmla="*/ 87713 w 133349"/>
              <a:gd name="connsiteY9" fmla="*/ 21654 h 171449"/>
              <a:gd name="connsiteX10" fmla="*/ 31612 w 133349"/>
              <a:gd name="connsiteY10" fmla="*/ 35891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349" h="171449">
                <a:moveTo>
                  <a:pt x="31612" y="35891"/>
                </a:moveTo>
                <a:cubicBezTo>
                  <a:pt x="17587" y="50127"/>
                  <a:pt x="-17476" y="85726"/>
                  <a:pt x="10574" y="97115"/>
                </a:cubicBezTo>
                <a:lnTo>
                  <a:pt x="38625" y="108505"/>
                </a:lnTo>
                <a:cubicBezTo>
                  <a:pt x="52649" y="114200"/>
                  <a:pt x="52649" y="114201"/>
                  <a:pt x="49845" y="128438"/>
                </a:cubicBezTo>
                <a:lnTo>
                  <a:pt x="45637" y="149795"/>
                </a:lnTo>
                <a:cubicBezTo>
                  <a:pt x="35820" y="199628"/>
                  <a:pt x="87713" y="149796"/>
                  <a:pt x="101738" y="135558"/>
                </a:cubicBezTo>
                <a:cubicBezTo>
                  <a:pt x="115764" y="121318"/>
                  <a:pt x="150825" y="85724"/>
                  <a:pt x="122775" y="74334"/>
                </a:cubicBezTo>
                <a:lnTo>
                  <a:pt x="94725" y="62944"/>
                </a:lnTo>
                <a:cubicBezTo>
                  <a:pt x="80701" y="57249"/>
                  <a:pt x="80701" y="57248"/>
                  <a:pt x="83038" y="43010"/>
                </a:cubicBezTo>
                <a:cubicBezTo>
                  <a:pt x="84049" y="36851"/>
                  <a:pt x="86148" y="28773"/>
                  <a:pt x="87713" y="21654"/>
                </a:cubicBezTo>
                <a:cubicBezTo>
                  <a:pt x="98670" y="-28179"/>
                  <a:pt x="45637" y="21656"/>
                  <a:pt x="31612" y="35891"/>
                </a:cubicBezTo>
                <a:close/>
              </a:path>
            </a:pathLst>
          </a:custGeom>
          <a:solidFill>
            <a:srgbClr val="000000"/>
          </a:solidFill>
          <a:ln w="9525" cap="flat">
            <a:noFill/>
            <a:prstDash val="solid"/>
            <a:miter/>
          </a:ln>
        </p:spPr>
        <p:txBody>
          <a:bodyPr rtlCol="0" anchor="ctr"/>
          <a:lstStyle/>
          <a:p>
            <a:endParaRPr lang="ru-RU"/>
          </a:p>
        </p:txBody>
      </p:sp>
      <p:sp>
        <p:nvSpPr>
          <p:cNvPr id="971" name="Рисунок 686">
            <a:extLst>
              <a:ext uri="{FF2B5EF4-FFF2-40B4-BE49-F238E27FC236}">
                <a16:creationId xmlns:a16="http://schemas.microsoft.com/office/drawing/2014/main" id="{45CFB69B-1345-BBF2-269D-0C55852686D0}"/>
              </a:ext>
            </a:extLst>
          </p:cNvPr>
          <p:cNvSpPr/>
          <p:nvPr/>
        </p:nvSpPr>
        <p:spPr>
          <a:xfrm>
            <a:off x="3591859" y="5110286"/>
            <a:ext cx="152400" cy="152399"/>
          </a:xfrm>
          <a:custGeom>
            <a:avLst/>
            <a:gdLst>
              <a:gd name="connsiteX0" fmla="*/ 123197 w 152400"/>
              <a:gd name="connsiteY0" fmla="*/ 91537 h 152399"/>
              <a:gd name="connsiteX1" fmla="*/ 97307 w 152400"/>
              <a:gd name="connsiteY1" fmla="*/ 98873 h 152399"/>
              <a:gd name="connsiteX2" fmla="*/ 83128 w 152400"/>
              <a:gd name="connsiteY2" fmla="*/ 101985 h 152399"/>
              <a:gd name="connsiteX3" fmla="*/ 50414 w 152400"/>
              <a:gd name="connsiteY3" fmla="*/ 69272 h 152399"/>
              <a:gd name="connsiteX4" fmla="*/ 53553 w 152400"/>
              <a:gd name="connsiteY4" fmla="*/ 55064 h 152399"/>
              <a:gd name="connsiteX5" fmla="*/ 60863 w 152400"/>
              <a:gd name="connsiteY5" fmla="*/ 29202 h 152399"/>
              <a:gd name="connsiteX6" fmla="*/ 46247 w 152400"/>
              <a:gd name="connsiteY6" fmla="*/ 7148 h 152399"/>
              <a:gd name="connsiteX7" fmla="*/ 30265 w 152400"/>
              <a:gd name="connsiteY7" fmla="*/ 15 h 152399"/>
              <a:gd name="connsiteX8" fmla="*/ 13371 w 152400"/>
              <a:gd name="connsiteY8" fmla="*/ 6386 h 152399"/>
              <a:gd name="connsiteX9" fmla="*/ 1 w 152400"/>
              <a:gd name="connsiteY9" fmla="*/ 41564 h 152399"/>
              <a:gd name="connsiteX10" fmla="*/ 110837 w 152400"/>
              <a:gd name="connsiteY10" fmla="*/ 152400 h 152399"/>
              <a:gd name="connsiteX11" fmla="*/ 146420 w 152400"/>
              <a:gd name="connsiteY11" fmla="*/ 138591 h 152399"/>
              <a:gd name="connsiteX12" fmla="*/ 152385 w 152400"/>
              <a:gd name="connsiteY12" fmla="*/ 122135 h 152399"/>
              <a:gd name="connsiteX13" fmla="*/ 145251 w 152400"/>
              <a:gd name="connsiteY13" fmla="*/ 106151 h 152399"/>
              <a:gd name="connsiteX14" fmla="*/ 123197 w 152400"/>
              <a:gd name="connsiteY14" fmla="*/ 91537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400" h="152399">
                <a:moveTo>
                  <a:pt x="123197" y="91537"/>
                </a:moveTo>
                <a:cubicBezTo>
                  <a:pt x="113768" y="88811"/>
                  <a:pt x="104998" y="91363"/>
                  <a:pt x="97307" y="98873"/>
                </a:cubicBezTo>
                <a:cubicBezTo>
                  <a:pt x="91214" y="104922"/>
                  <a:pt x="87548" y="104963"/>
                  <a:pt x="83128" y="101985"/>
                </a:cubicBezTo>
                <a:cubicBezTo>
                  <a:pt x="70400" y="93412"/>
                  <a:pt x="58986" y="81996"/>
                  <a:pt x="50414" y="69272"/>
                </a:cubicBezTo>
                <a:cubicBezTo>
                  <a:pt x="45455" y="61912"/>
                  <a:pt x="51519" y="57146"/>
                  <a:pt x="53553" y="55064"/>
                </a:cubicBezTo>
                <a:cubicBezTo>
                  <a:pt x="61065" y="47372"/>
                  <a:pt x="63587" y="38631"/>
                  <a:pt x="60863" y="29202"/>
                </a:cubicBezTo>
                <a:cubicBezTo>
                  <a:pt x="58901" y="22416"/>
                  <a:pt x="54204" y="15400"/>
                  <a:pt x="46247" y="7148"/>
                </a:cubicBezTo>
                <a:cubicBezTo>
                  <a:pt x="42024" y="2769"/>
                  <a:pt x="36346" y="234"/>
                  <a:pt x="30265" y="15"/>
                </a:cubicBezTo>
                <a:cubicBezTo>
                  <a:pt x="24187" y="-204"/>
                  <a:pt x="17764" y="2010"/>
                  <a:pt x="13371" y="6386"/>
                </a:cubicBezTo>
                <a:cubicBezTo>
                  <a:pt x="4524" y="15233"/>
                  <a:pt x="-71" y="27126"/>
                  <a:pt x="1" y="41564"/>
                </a:cubicBezTo>
                <a:cubicBezTo>
                  <a:pt x="1" y="96982"/>
                  <a:pt x="55418" y="152400"/>
                  <a:pt x="110837" y="152400"/>
                </a:cubicBezTo>
                <a:cubicBezTo>
                  <a:pt x="123506" y="152400"/>
                  <a:pt x="137525" y="148481"/>
                  <a:pt x="146420" y="138591"/>
                </a:cubicBezTo>
                <a:cubicBezTo>
                  <a:pt x="150485" y="134062"/>
                  <a:pt x="152604" y="128216"/>
                  <a:pt x="152385" y="122135"/>
                </a:cubicBezTo>
                <a:cubicBezTo>
                  <a:pt x="152166" y="116054"/>
                  <a:pt x="149630" y="110376"/>
                  <a:pt x="145251" y="106151"/>
                </a:cubicBezTo>
                <a:cubicBezTo>
                  <a:pt x="136999" y="98195"/>
                  <a:pt x="129983" y="93497"/>
                  <a:pt x="123197" y="91537"/>
                </a:cubicBezTo>
                <a:close/>
              </a:path>
            </a:pathLst>
          </a:custGeom>
          <a:solidFill>
            <a:srgbClr val="000000"/>
          </a:solidFill>
          <a:ln w="9525" cap="flat">
            <a:noFill/>
            <a:prstDash val="solid"/>
            <a:miter/>
          </a:ln>
        </p:spPr>
        <p:txBody>
          <a:bodyPr rtlCol="0" anchor="ctr"/>
          <a:lstStyle/>
          <a:p>
            <a:endParaRPr lang="ru-RU"/>
          </a:p>
        </p:txBody>
      </p:sp>
      <p:sp>
        <p:nvSpPr>
          <p:cNvPr id="1395" name="Полилиния: фигура 1394">
            <a:extLst>
              <a:ext uri="{FF2B5EF4-FFF2-40B4-BE49-F238E27FC236}">
                <a16:creationId xmlns:a16="http://schemas.microsoft.com/office/drawing/2014/main" id="{52A9BEF1-05DB-6641-EF3E-E52261AFADE5}"/>
              </a:ext>
            </a:extLst>
          </p:cNvPr>
          <p:cNvSpPr/>
          <p:nvPr/>
        </p:nvSpPr>
        <p:spPr>
          <a:xfrm>
            <a:off x="3582334" y="5610931"/>
            <a:ext cx="180975" cy="142875"/>
          </a:xfrm>
          <a:custGeom>
            <a:avLst/>
            <a:gdLst>
              <a:gd name="connsiteX0" fmla="*/ 172299 w 180975"/>
              <a:gd name="connsiteY0" fmla="*/ 28575 h 142875"/>
              <a:gd name="connsiteX1" fmla="*/ 172299 w 180975"/>
              <a:gd name="connsiteY1" fmla="*/ 114300 h 142875"/>
              <a:gd name="connsiteX2" fmla="*/ 159009 w 180975"/>
              <a:gd name="connsiteY2" fmla="*/ 112491 h 142875"/>
              <a:gd name="connsiteX3" fmla="*/ 152950 w 180975"/>
              <a:gd name="connsiteY3" fmla="*/ 101779 h 142875"/>
              <a:gd name="connsiteX4" fmla="*/ 154616 w 180975"/>
              <a:gd name="connsiteY4" fmla="*/ 71438 h 142875"/>
              <a:gd name="connsiteX5" fmla="*/ 152964 w 180975"/>
              <a:gd name="connsiteY5" fmla="*/ 41189 h 142875"/>
              <a:gd name="connsiteX6" fmla="*/ 159009 w 180975"/>
              <a:gd name="connsiteY6" fmla="*/ 30384 h 142875"/>
              <a:gd name="connsiteX7" fmla="*/ 172299 w 180975"/>
              <a:gd name="connsiteY7" fmla="*/ 28575 h 142875"/>
              <a:gd name="connsiteX8" fmla="*/ 66675 w 180975"/>
              <a:gd name="connsiteY8" fmla="*/ 28575 h 142875"/>
              <a:gd name="connsiteX9" fmla="*/ 57150 w 180975"/>
              <a:gd name="connsiteY9" fmla="*/ 38100 h 142875"/>
              <a:gd name="connsiteX10" fmla="*/ 57150 w 180975"/>
              <a:gd name="connsiteY10" fmla="*/ 57150 h 142875"/>
              <a:gd name="connsiteX11" fmla="*/ 66675 w 180975"/>
              <a:gd name="connsiteY11" fmla="*/ 66675 h 142875"/>
              <a:gd name="connsiteX12" fmla="*/ 76200 w 180975"/>
              <a:gd name="connsiteY12" fmla="*/ 57150 h 142875"/>
              <a:gd name="connsiteX13" fmla="*/ 76200 w 180975"/>
              <a:gd name="connsiteY13" fmla="*/ 38100 h 142875"/>
              <a:gd name="connsiteX14" fmla="*/ 66675 w 180975"/>
              <a:gd name="connsiteY14" fmla="*/ 28575 h 142875"/>
              <a:gd name="connsiteX15" fmla="*/ 38100 w 180975"/>
              <a:gd name="connsiteY15" fmla="*/ 28575 h 142875"/>
              <a:gd name="connsiteX16" fmla="*/ 28575 w 180975"/>
              <a:gd name="connsiteY16" fmla="*/ 38100 h 142875"/>
              <a:gd name="connsiteX17" fmla="*/ 28575 w 180975"/>
              <a:gd name="connsiteY17" fmla="*/ 57150 h 142875"/>
              <a:gd name="connsiteX18" fmla="*/ 38100 w 180975"/>
              <a:gd name="connsiteY18" fmla="*/ 66675 h 142875"/>
              <a:gd name="connsiteX19" fmla="*/ 47625 w 180975"/>
              <a:gd name="connsiteY19" fmla="*/ 57150 h 142875"/>
              <a:gd name="connsiteX20" fmla="*/ 47625 w 180975"/>
              <a:gd name="connsiteY20" fmla="*/ 38100 h 142875"/>
              <a:gd name="connsiteX21" fmla="*/ 38100 w 180975"/>
              <a:gd name="connsiteY21" fmla="*/ 28575 h 142875"/>
              <a:gd name="connsiteX22" fmla="*/ 71438 w 180975"/>
              <a:gd name="connsiteY22" fmla="*/ 0 h 142875"/>
              <a:gd name="connsiteX23" fmla="*/ 142875 w 180975"/>
              <a:gd name="connsiteY23" fmla="*/ 71438 h 142875"/>
              <a:gd name="connsiteX24" fmla="*/ 71438 w 180975"/>
              <a:gd name="connsiteY24" fmla="*/ 142875 h 142875"/>
              <a:gd name="connsiteX25" fmla="*/ 0 w 180975"/>
              <a:gd name="connsiteY25" fmla="*/ 71438 h 142875"/>
              <a:gd name="connsiteX26" fmla="*/ 71438 w 180975"/>
              <a:gd name="connsiteY26"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0975" h="142875">
                <a:moveTo>
                  <a:pt x="172299" y="28575"/>
                </a:moveTo>
                <a:cubicBezTo>
                  <a:pt x="183867" y="28575"/>
                  <a:pt x="183867" y="114300"/>
                  <a:pt x="172299" y="114300"/>
                </a:cubicBezTo>
                <a:cubicBezTo>
                  <a:pt x="168365" y="114300"/>
                  <a:pt x="163669" y="113548"/>
                  <a:pt x="159009" y="112491"/>
                </a:cubicBezTo>
                <a:cubicBezTo>
                  <a:pt x="151702" y="110832"/>
                  <a:pt x="151868" y="109627"/>
                  <a:pt x="152950" y="101779"/>
                </a:cubicBezTo>
                <a:cubicBezTo>
                  <a:pt x="154336" y="91735"/>
                  <a:pt x="154616" y="81565"/>
                  <a:pt x="154616" y="71438"/>
                </a:cubicBezTo>
                <a:cubicBezTo>
                  <a:pt x="154616" y="61343"/>
                  <a:pt x="154344" y="51201"/>
                  <a:pt x="152964" y="41189"/>
                </a:cubicBezTo>
                <a:cubicBezTo>
                  <a:pt x="151870" y="33257"/>
                  <a:pt x="151703" y="32043"/>
                  <a:pt x="159009" y="30384"/>
                </a:cubicBezTo>
                <a:cubicBezTo>
                  <a:pt x="163669" y="29326"/>
                  <a:pt x="168365" y="28575"/>
                  <a:pt x="172299" y="28575"/>
                </a:cubicBezTo>
                <a:close/>
                <a:moveTo>
                  <a:pt x="66675" y="28575"/>
                </a:moveTo>
                <a:cubicBezTo>
                  <a:pt x="61415" y="28575"/>
                  <a:pt x="57150" y="32840"/>
                  <a:pt x="57150" y="38100"/>
                </a:cubicBezTo>
                <a:lnTo>
                  <a:pt x="57150" y="57150"/>
                </a:lnTo>
                <a:cubicBezTo>
                  <a:pt x="57150" y="62411"/>
                  <a:pt x="61415" y="66675"/>
                  <a:pt x="66675" y="66675"/>
                </a:cubicBezTo>
                <a:cubicBezTo>
                  <a:pt x="71936" y="66675"/>
                  <a:pt x="76200" y="62411"/>
                  <a:pt x="76200" y="57150"/>
                </a:cubicBezTo>
                <a:lnTo>
                  <a:pt x="76200" y="38100"/>
                </a:lnTo>
                <a:cubicBezTo>
                  <a:pt x="76200" y="32840"/>
                  <a:pt x="71936" y="28575"/>
                  <a:pt x="66675" y="28575"/>
                </a:cubicBezTo>
                <a:close/>
                <a:moveTo>
                  <a:pt x="38100" y="28575"/>
                </a:moveTo>
                <a:cubicBezTo>
                  <a:pt x="32840" y="28575"/>
                  <a:pt x="28575" y="32840"/>
                  <a:pt x="28575" y="38100"/>
                </a:cubicBezTo>
                <a:lnTo>
                  <a:pt x="28575" y="57150"/>
                </a:lnTo>
                <a:cubicBezTo>
                  <a:pt x="28575" y="62411"/>
                  <a:pt x="32840" y="66675"/>
                  <a:pt x="38100" y="66675"/>
                </a:cubicBezTo>
                <a:cubicBezTo>
                  <a:pt x="43360" y="66675"/>
                  <a:pt x="47625" y="62411"/>
                  <a:pt x="47625" y="57150"/>
                </a:cubicBezTo>
                <a:lnTo>
                  <a:pt x="47625" y="38100"/>
                </a:lnTo>
                <a:cubicBezTo>
                  <a:pt x="47625" y="32840"/>
                  <a:pt x="43360" y="28575"/>
                  <a:pt x="38100" y="28575"/>
                </a:cubicBezTo>
                <a:close/>
                <a:moveTo>
                  <a:pt x="71438" y="0"/>
                </a:moveTo>
                <a:cubicBezTo>
                  <a:pt x="130267" y="0"/>
                  <a:pt x="142875" y="12609"/>
                  <a:pt x="142875" y="71438"/>
                </a:cubicBezTo>
                <a:cubicBezTo>
                  <a:pt x="142875" y="130267"/>
                  <a:pt x="130267" y="142875"/>
                  <a:pt x="71438" y="142875"/>
                </a:cubicBezTo>
                <a:cubicBezTo>
                  <a:pt x="12609" y="142875"/>
                  <a:pt x="0" y="130267"/>
                  <a:pt x="0" y="71438"/>
                </a:cubicBezTo>
                <a:cubicBezTo>
                  <a:pt x="0" y="12609"/>
                  <a:pt x="12609" y="0"/>
                  <a:pt x="71438" y="0"/>
                </a:cubicBezTo>
                <a:close/>
              </a:path>
            </a:pathLst>
          </a:custGeom>
          <a:solidFill>
            <a:srgbClr val="000000"/>
          </a:solidFill>
          <a:ln w="9525" cap="flat">
            <a:noFill/>
            <a:prstDash val="solid"/>
            <a:miter/>
          </a:ln>
        </p:spPr>
        <p:txBody>
          <a:bodyPr rtlCol="0" anchor="ctr"/>
          <a:lstStyle/>
          <a:p>
            <a:endParaRPr lang="ru-RU"/>
          </a:p>
        </p:txBody>
      </p:sp>
      <p:sp>
        <p:nvSpPr>
          <p:cNvPr id="975" name="Рисунок 51">
            <a:extLst>
              <a:ext uri="{FF2B5EF4-FFF2-40B4-BE49-F238E27FC236}">
                <a16:creationId xmlns:a16="http://schemas.microsoft.com/office/drawing/2014/main" id="{EC30E1D4-31DE-92A0-10C9-02CF7E3ED893}"/>
              </a:ext>
            </a:extLst>
          </p:cNvPr>
          <p:cNvSpPr/>
          <p:nvPr/>
        </p:nvSpPr>
        <p:spPr>
          <a:xfrm>
            <a:off x="4013173" y="846818"/>
            <a:ext cx="152403" cy="171451"/>
          </a:xfrm>
          <a:custGeom>
            <a:avLst/>
            <a:gdLst>
              <a:gd name="connsiteX0" fmla="*/ 85727 w 152403"/>
              <a:gd name="connsiteY0" fmla="*/ 9525 h 171451"/>
              <a:gd name="connsiteX1" fmla="*/ 76202 w 152403"/>
              <a:gd name="connsiteY1" fmla="*/ 0 h 171451"/>
              <a:gd name="connsiteX2" fmla="*/ 66677 w 152403"/>
              <a:gd name="connsiteY2" fmla="*/ 9525 h 171451"/>
              <a:gd name="connsiteX3" fmla="*/ 66677 w 152403"/>
              <a:gd name="connsiteY3" fmla="*/ 10370 h 171451"/>
              <a:gd name="connsiteX4" fmla="*/ 38102 w 152403"/>
              <a:gd name="connsiteY4" fmla="*/ 47625 h 171451"/>
              <a:gd name="connsiteX5" fmla="*/ 46315 w 152403"/>
              <a:gd name="connsiteY5" fmla="*/ 73513 h 171451"/>
              <a:gd name="connsiteX6" fmla="*/ 24353 w 152403"/>
              <a:gd name="connsiteY6" fmla="*/ 114300 h 171451"/>
              <a:gd name="connsiteX7" fmla="*/ 9527 w 152403"/>
              <a:gd name="connsiteY7" fmla="*/ 114300 h 171451"/>
              <a:gd name="connsiteX8" fmla="*/ 2 w 152403"/>
              <a:gd name="connsiteY8" fmla="*/ 123825 h 171451"/>
              <a:gd name="connsiteX9" fmla="*/ 9527 w 152403"/>
              <a:gd name="connsiteY9" fmla="*/ 133350 h 171451"/>
              <a:gd name="connsiteX10" fmla="*/ 14095 w 152403"/>
              <a:gd name="connsiteY10" fmla="*/ 133350 h 171451"/>
              <a:gd name="connsiteX11" fmla="*/ 1140 w 152403"/>
              <a:gd name="connsiteY11" fmla="*/ 157409 h 171451"/>
              <a:gd name="connsiteX12" fmla="*/ 5011 w 152403"/>
              <a:gd name="connsiteY12" fmla="*/ 170312 h 171451"/>
              <a:gd name="connsiteX13" fmla="*/ 17913 w 152403"/>
              <a:gd name="connsiteY13" fmla="*/ 166441 h 171451"/>
              <a:gd name="connsiteX14" fmla="*/ 35731 w 152403"/>
              <a:gd name="connsiteY14" fmla="*/ 133350 h 171451"/>
              <a:gd name="connsiteX15" fmla="*/ 66677 w 152403"/>
              <a:gd name="connsiteY15" fmla="*/ 133350 h 171451"/>
              <a:gd name="connsiteX16" fmla="*/ 76202 w 152403"/>
              <a:gd name="connsiteY16" fmla="*/ 142875 h 171451"/>
              <a:gd name="connsiteX17" fmla="*/ 85727 w 152403"/>
              <a:gd name="connsiteY17" fmla="*/ 133350 h 171451"/>
              <a:gd name="connsiteX18" fmla="*/ 116673 w 152403"/>
              <a:gd name="connsiteY18" fmla="*/ 133350 h 171451"/>
              <a:gd name="connsiteX19" fmla="*/ 134490 w 152403"/>
              <a:gd name="connsiteY19" fmla="*/ 166441 h 171451"/>
              <a:gd name="connsiteX20" fmla="*/ 147393 w 152403"/>
              <a:gd name="connsiteY20" fmla="*/ 170312 h 171451"/>
              <a:gd name="connsiteX21" fmla="*/ 151264 w 152403"/>
              <a:gd name="connsiteY21" fmla="*/ 157409 h 171451"/>
              <a:gd name="connsiteX22" fmla="*/ 138309 w 152403"/>
              <a:gd name="connsiteY22" fmla="*/ 133350 h 171451"/>
              <a:gd name="connsiteX23" fmla="*/ 142877 w 152403"/>
              <a:gd name="connsiteY23" fmla="*/ 133350 h 171451"/>
              <a:gd name="connsiteX24" fmla="*/ 152402 w 152403"/>
              <a:gd name="connsiteY24" fmla="*/ 123825 h 171451"/>
              <a:gd name="connsiteX25" fmla="*/ 142877 w 152403"/>
              <a:gd name="connsiteY25" fmla="*/ 114300 h 171451"/>
              <a:gd name="connsiteX26" fmla="*/ 128050 w 152403"/>
              <a:gd name="connsiteY26" fmla="*/ 114300 h 171451"/>
              <a:gd name="connsiteX27" fmla="*/ 106089 w 152403"/>
              <a:gd name="connsiteY27" fmla="*/ 73513 h 171451"/>
              <a:gd name="connsiteX28" fmla="*/ 114302 w 152403"/>
              <a:gd name="connsiteY28" fmla="*/ 47625 h 171451"/>
              <a:gd name="connsiteX29" fmla="*/ 85727 w 152403"/>
              <a:gd name="connsiteY29" fmla="*/ 10370 h 171451"/>
              <a:gd name="connsiteX30" fmla="*/ 85727 w 152403"/>
              <a:gd name="connsiteY30" fmla="*/ 9525 h 171451"/>
              <a:gd name="connsiteX31" fmla="*/ 90015 w 152403"/>
              <a:gd name="connsiteY31" fmla="*/ 83845 h 171451"/>
              <a:gd name="connsiteX32" fmla="*/ 106414 w 152403"/>
              <a:gd name="connsiteY32" fmla="*/ 114300 h 171451"/>
              <a:gd name="connsiteX33" fmla="*/ 85727 w 152403"/>
              <a:gd name="connsiteY33" fmla="*/ 114300 h 171451"/>
              <a:gd name="connsiteX34" fmla="*/ 76202 w 152403"/>
              <a:gd name="connsiteY34" fmla="*/ 104775 h 171451"/>
              <a:gd name="connsiteX35" fmla="*/ 66677 w 152403"/>
              <a:gd name="connsiteY35" fmla="*/ 114300 h 171451"/>
              <a:gd name="connsiteX36" fmla="*/ 45989 w 152403"/>
              <a:gd name="connsiteY36" fmla="*/ 114300 h 171451"/>
              <a:gd name="connsiteX37" fmla="*/ 62389 w 152403"/>
              <a:gd name="connsiteY37" fmla="*/ 83845 h 171451"/>
              <a:gd name="connsiteX38" fmla="*/ 76202 w 152403"/>
              <a:gd name="connsiteY38" fmla="*/ 85725 h 171451"/>
              <a:gd name="connsiteX39" fmla="*/ 90015 w 152403"/>
              <a:gd name="connsiteY39" fmla="*/ 83845 h 171451"/>
              <a:gd name="connsiteX40" fmla="*/ 85727 w 152403"/>
              <a:gd name="connsiteY40" fmla="*/ 47625 h 171451"/>
              <a:gd name="connsiteX41" fmla="*/ 76202 w 152403"/>
              <a:gd name="connsiteY41" fmla="*/ 57150 h 171451"/>
              <a:gd name="connsiteX42" fmla="*/ 66677 w 152403"/>
              <a:gd name="connsiteY42" fmla="*/ 47625 h 171451"/>
              <a:gd name="connsiteX43" fmla="*/ 76202 w 152403"/>
              <a:gd name="connsiteY43" fmla="*/ 38100 h 171451"/>
              <a:gd name="connsiteX44" fmla="*/ 85727 w 152403"/>
              <a:gd name="connsiteY44" fmla="*/ 47625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2403" h="171451">
                <a:moveTo>
                  <a:pt x="85727" y="9525"/>
                </a:moveTo>
                <a:cubicBezTo>
                  <a:pt x="85727" y="4265"/>
                  <a:pt x="81463" y="0"/>
                  <a:pt x="76202" y="0"/>
                </a:cubicBezTo>
                <a:cubicBezTo>
                  <a:pt x="70941" y="0"/>
                  <a:pt x="66677" y="4265"/>
                  <a:pt x="66677" y="9525"/>
                </a:cubicBezTo>
                <a:lnTo>
                  <a:pt x="66677" y="10370"/>
                </a:lnTo>
                <a:cubicBezTo>
                  <a:pt x="48631" y="13760"/>
                  <a:pt x="38102" y="27183"/>
                  <a:pt x="38102" y="47625"/>
                </a:cubicBezTo>
                <a:cubicBezTo>
                  <a:pt x="38102" y="58319"/>
                  <a:pt x="40983" y="67092"/>
                  <a:pt x="46315" y="73513"/>
                </a:cubicBezTo>
                <a:lnTo>
                  <a:pt x="24353" y="114300"/>
                </a:lnTo>
                <a:lnTo>
                  <a:pt x="9527" y="114300"/>
                </a:lnTo>
                <a:cubicBezTo>
                  <a:pt x="4266" y="114300"/>
                  <a:pt x="2" y="118564"/>
                  <a:pt x="2" y="123825"/>
                </a:cubicBezTo>
                <a:cubicBezTo>
                  <a:pt x="2" y="129086"/>
                  <a:pt x="4266" y="133350"/>
                  <a:pt x="9527" y="133350"/>
                </a:cubicBezTo>
                <a:lnTo>
                  <a:pt x="14095" y="133350"/>
                </a:lnTo>
                <a:lnTo>
                  <a:pt x="1140" y="157409"/>
                </a:lnTo>
                <a:cubicBezTo>
                  <a:pt x="-1354" y="162041"/>
                  <a:pt x="379" y="167817"/>
                  <a:pt x="5011" y="170312"/>
                </a:cubicBezTo>
                <a:cubicBezTo>
                  <a:pt x="9643" y="172805"/>
                  <a:pt x="15419" y="171073"/>
                  <a:pt x="17913" y="166441"/>
                </a:cubicBezTo>
                <a:lnTo>
                  <a:pt x="35731" y="133350"/>
                </a:lnTo>
                <a:lnTo>
                  <a:pt x="66677" y="133350"/>
                </a:lnTo>
                <a:cubicBezTo>
                  <a:pt x="66677" y="138611"/>
                  <a:pt x="70941" y="142875"/>
                  <a:pt x="76202" y="142875"/>
                </a:cubicBezTo>
                <a:cubicBezTo>
                  <a:pt x="81463" y="142875"/>
                  <a:pt x="85727" y="138611"/>
                  <a:pt x="85727" y="133350"/>
                </a:cubicBezTo>
                <a:lnTo>
                  <a:pt x="116673" y="133350"/>
                </a:lnTo>
                <a:lnTo>
                  <a:pt x="134490" y="166441"/>
                </a:lnTo>
                <a:cubicBezTo>
                  <a:pt x="136985" y="171073"/>
                  <a:pt x="142761" y="172805"/>
                  <a:pt x="147393" y="170312"/>
                </a:cubicBezTo>
                <a:cubicBezTo>
                  <a:pt x="152025" y="167817"/>
                  <a:pt x="153757" y="162041"/>
                  <a:pt x="151264" y="157409"/>
                </a:cubicBezTo>
                <a:lnTo>
                  <a:pt x="138309" y="133350"/>
                </a:lnTo>
                <a:lnTo>
                  <a:pt x="142877" y="133350"/>
                </a:lnTo>
                <a:cubicBezTo>
                  <a:pt x="148138" y="133350"/>
                  <a:pt x="152402" y="129086"/>
                  <a:pt x="152402" y="123825"/>
                </a:cubicBezTo>
                <a:cubicBezTo>
                  <a:pt x="152402" y="118564"/>
                  <a:pt x="148138" y="114300"/>
                  <a:pt x="142877" y="114300"/>
                </a:cubicBezTo>
                <a:lnTo>
                  <a:pt x="128050" y="114300"/>
                </a:lnTo>
                <a:lnTo>
                  <a:pt x="106089" y="73513"/>
                </a:lnTo>
                <a:cubicBezTo>
                  <a:pt x="111421" y="67092"/>
                  <a:pt x="114302" y="58319"/>
                  <a:pt x="114302" y="47625"/>
                </a:cubicBezTo>
                <a:cubicBezTo>
                  <a:pt x="114302" y="27183"/>
                  <a:pt x="103772" y="13760"/>
                  <a:pt x="85727" y="10370"/>
                </a:cubicBezTo>
                <a:lnTo>
                  <a:pt x="85727" y="9525"/>
                </a:lnTo>
                <a:close/>
                <a:moveTo>
                  <a:pt x="90015" y="83845"/>
                </a:moveTo>
                <a:lnTo>
                  <a:pt x="106414" y="114300"/>
                </a:lnTo>
                <a:lnTo>
                  <a:pt x="85727" y="114300"/>
                </a:lnTo>
                <a:cubicBezTo>
                  <a:pt x="85727" y="109039"/>
                  <a:pt x="81463" y="104775"/>
                  <a:pt x="76202" y="104775"/>
                </a:cubicBezTo>
                <a:cubicBezTo>
                  <a:pt x="70941" y="104775"/>
                  <a:pt x="66677" y="109039"/>
                  <a:pt x="66677" y="114300"/>
                </a:cubicBezTo>
                <a:lnTo>
                  <a:pt x="45989" y="114300"/>
                </a:lnTo>
                <a:lnTo>
                  <a:pt x="62389" y="83845"/>
                </a:lnTo>
                <a:cubicBezTo>
                  <a:pt x="66535" y="85083"/>
                  <a:pt x="71155" y="85725"/>
                  <a:pt x="76202" y="85725"/>
                </a:cubicBezTo>
                <a:cubicBezTo>
                  <a:pt x="81249" y="85725"/>
                  <a:pt x="85869" y="85083"/>
                  <a:pt x="90015" y="83845"/>
                </a:cubicBezTo>
                <a:close/>
                <a:moveTo>
                  <a:pt x="85727" y="47625"/>
                </a:moveTo>
                <a:cubicBezTo>
                  <a:pt x="85727" y="53578"/>
                  <a:pt x="82155" y="57150"/>
                  <a:pt x="76202" y="57150"/>
                </a:cubicBezTo>
                <a:cubicBezTo>
                  <a:pt x="70249" y="57150"/>
                  <a:pt x="66677" y="53578"/>
                  <a:pt x="66677" y="47625"/>
                </a:cubicBezTo>
                <a:cubicBezTo>
                  <a:pt x="66677" y="41672"/>
                  <a:pt x="70249" y="38100"/>
                  <a:pt x="76202" y="38100"/>
                </a:cubicBezTo>
                <a:cubicBezTo>
                  <a:pt x="82155" y="38100"/>
                  <a:pt x="85727" y="41672"/>
                  <a:pt x="85727" y="47625"/>
                </a:cubicBezTo>
                <a:close/>
              </a:path>
            </a:pathLst>
          </a:custGeom>
          <a:solidFill>
            <a:srgbClr val="000000"/>
          </a:solidFill>
          <a:ln w="9525" cap="flat">
            <a:noFill/>
            <a:prstDash val="solid"/>
            <a:miter/>
          </a:ln>
        </p:spPr>
        <p:txBody>
          <a:bodyPr rtlCol="0" anchor="ctr"/>
          <a:lstStyle/>
          <a:p>
            <a:endParaRPr lang="ru-RU"/>
          </a:p>
        </p:txBody>
      </p:sp>
      <p:sp>
        <p:nvSpPr>
          <p:cNvPr id="1369" name="Полилиния: фигура 1368">
            <a:extLst>
              <a:ext uri="{FF2B5EF4-FFF2-40B4-BE49-F238E27FC236}">
                <a16:creationId xmlns:a16="http://schemas.microsoft.com/office/drawing/2014/main" id="{9A41A58B-5FA0-1DE1-60DF-076C2301508D}"/>
              </a:ext>
            </a:extLst>
          </p:cNvPr>
          <p:cNvSpPr/>
          <p:nvPr/>
        </p:nvSpPr>
        <p:spPr>
          <a:xfrm>
            <a:off x="4003657" y="1396638"/>
            <a:ext cx="171450" cy="171450"/>
          </a:xfrm>
          <a:custGeom>
            <a:avLst/>
            <a:gdLst>
              <a:gd name="connsiteX0" fmla="*/ 14287 w 171450"/>
              <a:gd name="connsiteY0" fmla="*/ 152400 h 171450"/>
              <a:gd name="connsiteX1" fmla="*/ 90487 w 171450"/>
              <a:gd name="connsiteY1" fmla="*/ 152400 h 171450"/>
              <a:gd name="connsiteX2" fmla="*/ 104775 w 171450"/>
              <a:gd name="connsiteY2" fmla="*/ 161925 h 171450"/>
              <a:gd name="connsiteX3" fmla="*/ 90487 w 171450"/>
              <a:gd name="connsiteY3" fmla="*/ 171450 h 171450"/>
              <a:gd name="connsiteX4" fmla="*/ 14287 w 171450"/>
              <a:gd name="connsiteY4" fmla="*/ 171450 h 171450"/>
              <a:gd name="connsiteX5" fmla="*/ 0 w 171450"/>
              <a:gd name="connsiteY5" fmla="*/ 161925 h 171450"/>
              <a:gd name="connsiteX6" fmla="*/ 14287 w 171450"/>
              <a:gd name="connsiteY6" fmla="*/ 152400 h 171450"/>
              <a:gd name="connsiteX7" fmla="*/ 52387 w 171450"/>
              <a:gd name="connsiteY7" fmla="*/ 123823 h 171450"/>
              <a:gd name="connsiteX8" fmla="*/ 90487 w 171450"/>
              <a:gd name="connsiteY8" fmla="*/ 133348 h 171450"/>
              <a:gd name="connsiteX9" fmla="*/ 85725 w 171450"/>
              <a:gd name="connsiteY9" fmla="*/ 142873 h 171450"/>
              <a:gd name="connsiteX10" fmla="*/ 61519 w 171450"/>
              <a:gd name="connsiteY10" fmla="*/ 142869 h 171450"/>
              <a:gd name="connsiteX11" fmla="*/ 19050 w 171450"/>
              <a:gd name="connsiteY11" fmla="*/ 142873 h 171450"/>
              <a:gd name="connsiteX12" fmla="*/ 14287 w 171450"/>
              <a:gd name="connsiteY12" fmla="*/ 133348 h 171450"/>
              <a:gd name="connsiteX13" fmla="*/ 52387 w 171450"/>
              <a:gd name="connsiteY13" fmla="*/ 123823 h 171450"/>
              <a:gd name="connsiteX14" fmla="*/ 139916 w 171450"/>
              <a:gd name="connsiteY14" fmla="*/ 72519 h 171450"/>
              <a:gd name="connsiteX15" fmla="*/ 145104 w 171450"/>
              <a:gd name="connsiteY15" fmla="*/ 75955 h 171450"/>
              <a:gd name="connsiteX16" fmla="*/ 150827 w 171450"/>
              <a:gd name="connsiteY16" fmla="*/ 81011 h 171450"/>
              <a:gd name="connsiteX17" fmla="*/ 152721 w 171450"/>
              <a:gd name="connsiteY17" fmla="*/ 82681 h 171450"/>
              <a:gd name="connsiteX18" fmla="*/ 165875 w 171450"/>
              <a:gd name="connsiteY18" fmla="*/ 118335 h 171450"/>
              <a:gd name="connsiteX19" fmla="*/ 130209 w 171450"/>
              <a:gd name="connsiteY19" fmla="*/ 105103 h 171450"/>
              <a:gd name="connsiteX20" fmla="*/ 128597 w 171450"/>
              <a:gd name="connsiteY20" fmla="*/ 103269 h 171450"/>
              <a:gd name="connsiteX21" fmla="*/ 123709 w 171450"/>
              <a:gd name="connsiteY21" fmla="*/ 97724 h 171450"/>
              <a:gd name="connsiteX22" fmla="*/ 123825 w 171450"/>
              <a:gd name="connsiteY22" fmla="*/ 87353 h 171450"/>
              <a:gd name="connsiteX23" fmla="*/ 134979 w 171450"/>
              <a:gd name="connsiteY23" fmla="*/ 76199 h 171450"/>
              <a:gd name="connsiteX24" fmla="*/ 139916 w 171450"/>
              <a:gd name="connsiteY24" fmla="*/ 72519 h 171450"/>
              <a:gd name="connsiteX25" fmla="*/ 114300 w 171450"/>
              <a:gd name="connsiteY25" fmla="*/ 205 h 171450"/>
              <a:gd name="connsiteX26" fmla="*/ 139657 w 171450"/>
              <a:gd name="connsiteY26" fmla="*/ 12742 h 171450"/>
              <a:gd name="connsiteX27" fmla="*/ 139657 w 171450"/>
              <a:gd name="connsiteY27" fmla="*/ 58050 h 171450"/>
              <a:gd name="connsiteX28" fmla="*/ 105676 w 171450"/>
              <a:gd name="connsiteY28" fmla="*/ 92031 h 171450"/>
              <a:gd name="connsiteX29" fmla="*/ 60368 w 171450"/>
              <a:gd name="connsiteY29" fmla="*/ 92031 h 171450"/>
              <a:gd name="connsiteX30" fmla="*/ 60368 w 171450"/>
              <a:gd name="connsiteY30" fmla="*/ 46723 h 171450"/>
              <a:gd name="connsiteX31" fmla="*/ 94349 w 171450"/>
              <a:gd name="connsiteY31" fmla="*/ 12742 h 171450"/>
              <a:gd name="connsiteX32" fmla="*/ 102696 w 171450"/>
              <a:gd name="connsiteY32" fmla="*/ 14287 h 171450"/>
              <a:gd name="connsiteX33" fmla="*/ 135663 w 171450"/>
              <a:gd name="connsiteY33" fmla="*/ 46946 h 171450"/>
              <a:gd name="connsiteX34" fmla="*/ 142197 w 171450"/>
              <a:gd name="connsiteY34" fmla="*/ 45313 h 171450"/>
              <a:gd name="connsiteX35" fmla="*/ 140563 w 171450"/>
              <a:gd name="connsiteY35" fmla="*/ 38779 h 171450"/>
              <a:gd name="connsiteX36" fmla="*/ 110948 w 171450"/>
              <a:gd name="connsiteY36" fmla="*/ 9524 h 171450"/>
              <a:gd name="connsiteX37" fmla="*/ 114300 w 171450"/>
              <a:gd name="connsiteY37" fmla="*/ 2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50" h="171450">
                <a:moveTo>
                  <a:pt x="14287" y="152400"/>
                </a:moveTo>
                <a:lnTo>
                  <a:pt x="90487" y="152400"/>
                </a:lnTo>
                <a:cubicBezTo>
                  <a:pt x="104775" y="152400"/>
                  <a:pt x="104775" y="157163"/>
                  <a:pt x="104775" y="161925"/>
                </a:cubicBezTo>
                <a:cubicBezTo>
                  <a:pt x="104775" y="166688"/>
                  <a:pt x="104775" y="171450"/>
                  <a:pt x="90487" y="171450"/>
                </a:cubicBezTo>
                <a:lnTo>
                  <a:pt x="14287" y="171450"/>
                </a:lnTo>
                <a:cubicBezTo>
                  <a:pt x="0" y="171450"/>
                  <a:pt x="0" y="167186"/>
                  <a:pt x="0" y="161925"/>
                </a:cubicBezTo>
                <a:cubicBezTo>
                  <a:pt x="0" y="156664"/>
                  <a:pt x="0" y="152400"/>
                  <a:pt x="14287" y="152400"/>
                </a:cubicBezTo>
                <a:close/>
                <a:moveTo>
                  <a:pt x="52387" y="123823"/>
                </a:moveTo>
                <a:cubicBezTo>
                  <a:pt x="80962" y="123822"/>
                  <a:pt x="85725" y="123824"/>
                  <a:pt x="90487" y="133348"/>
                </a:cubicBezTo>
                <a:cubicBezTo>
                  <a:pt x="95250" y="142871"/>
                  <a:pt x="90487" y="142873"/>
                  <a:pt x="85725" y="142873"/>
                </a:cubicBezTo>
                <a:cubicBezTo>
                  <a:pt x="76574" y="142873"/>
                  <a:pt x="68837" y="142871"/>
                  <a:pt x="61519" y="142869"/>
                </a:cubicBezTo>
                <a:cubicBezTo>
                  <a:pt x="48014" y="142867"/>
                  <a:pt x="35938" y="142864"/>
                  <a:pt x="19050" y="142873"/>
                </a:cubicBezTo>
                <a:cubicBezTo>
                  <a:pt x="14288" y="142875"/>
                  <a:pt x="9525" y="142872"/>
                  <a:pt x="14287" y="133348"/>
                </a:cubicBezTo>
                <a:cubicBezTo>
                  <a:pt x="19049" y="123824"/>
                  <a:pt x="23817" y="123824"/>
                  <a:pt x="52387" y="123823"/>
                </a:cubicBezTo>
                <a:close/>
                <a:moveTo>
                  <a:pt x="139916" y="72519"/>
                </a:moveTo>
                <a:cubicBezTo>
                  <a:pt x="141185" y="72492"/>
                  <a:pt x="142497" y="73651"/>
                  <a:pt x="145104" y="75955"/>
                </a:cubicBezTo>
                <a:lnTo>
                  <a:pt x="150827" y="81011"/>
                </a:lnTo>
                <a:lnTo>
                  <a:pt x="152721" y="82681"/>
                </a:lnTo>
                <a:cubicBezTo>
                  <a:pt x="167394" y="95600"/>
                  <a:pt x="178668" y="105527"/>
                  <a:pt x="165875" y="118335"/>
                </a:cubicBezTo>
                <a:cubicBezTo>
                  <a:pt x="153081" y="131145"/>
                  <a:pt x="142749" y="119381"/>
                  <a:pt x="130209" y="105103"/>
                </a:cubicBezTo>
                <a:lnTo>
                  <a:pt x="128597" y="103269"/>
                </a:lnTo>
                <a:lnTo>
                  <a:pt x="123709" y="97724"/>
                </a:lnTo>
                <a:cubicBezTo>
                  <a:pt x="118916" y="92285"/>
                  <a:pt x="118906" y="92273"/>
                  <a:pt x="123825" y="87353"/>
                </a:cubicBezTo>
                <a:lnTo>
                  <a:pt x="134979" y="76199"/>
                </a:lnTo>
                <a:cubicBezTo>
                  <a:pt x="137419" y="73759"/>
                  <a:pt x="138647" y="72546"/>
                  <a:pt x="139916" y="72519"/>
                </a:cubicBezTo>
                <a:close/>
                <a:moveTo>
                  <a:pt x="114300" y="205"/>
                </a:moveTo>
                <a:cubicBezTo>
                  <a:pt x="122306" y="-1012"/>
                  <a:pt x="130082" y="3167"/>
                  <a:pt x="139657" y="12742"/>
                </a:cubicBezTo>
                <a:cubicBezTo>
                  <a:pt x="156648" y="29732"/>
                  <a:pt x="156647" y="41060"/>
                  <a:pt x="139657" y="58050"/>
                </a:cubicBezTo>
                <a:lnTo>
                  <a:pt x="105676" y="92031"/>
                </a:lnTo>
                <a:cubicBezTo>
                  <a:pt x="88685" y="109022"/>
                  <a:pt x="77359" y="109021"/>
                  <a:pt x="60368" y="92031"/>
                </a:cubicBezTo>
                <a:cubicBezTo>
                  <a:pt x="43377" y="75040"/>
                  <a:pt x="43377" y="63713"/>
                  <a:pt x="60368" y="46723"/>
                </a:cubicBezTo>
                <a:lnTo>
                  <a:pt x="94349" y="12742"/>
                </a:lnTo>
                <a:cubicBezTo>
                  <a:pt x="98789" y="8301"/>
                  <a:pt x="99255" y="8305"/>
                  <a:pt x="102696" y="14287"/>
                </a:cubicBezTo>
                <a:cubicBezTo>
                  <a:pt x="110200" y="27331"/>
                  <a:pt x="121812" y="38637"/>
                  <a:pt x="135663" y="46946"/>
                </a:cubicBezTo>
                <a:cubicBezTo>
                  <a:pt x="137918" y="48300"/>
                  <a:pt x="140843" y="47568"/>
                  <a:pt x="142197" y="45313"/>
                </a:cubicBezTo>
                <a:cubicBezTo>
                  <a:pt x="143549" y="43058"/>
                  <a:pt x="142818" y="40132"/>
                  <a:pt x="140563" y="38779"/>
                </a:cubicBezTo>
                <a:cubicBezTo>
                  <a:pt x="127843" y="31147"/>
                  <a:pt x="117518" y="20953"/>
                  <a:pt x="110948" y="9524"/>
                </a:cubicBezTo>
                <a:cubicBezTo>
                  <a:pt x="108371" y="5040"/>
                  <a:pt x="108128" y="1143"/>
                  <a:pt x="114300" y="205"/>
                </a:cubicBezTo>
                <a:close/>
              </a:path>
            </a:pathLst>
          </a:custGeom>
          <a:solidFill>
            <a:srgbClr val="000000"/>
          </a:solidFill>
          <a:ln w="9525" cap="flat">
            <a:noFill/>
            <a:prstDash val="solid"/>
            <a:miter/>
          </a:ln>
        </p:spPr>
        <p:txBody>
          <a:bodyPr rtlCol="0" anchor="ctr"/>
          <a:lstStyle/>
          <a:p>
            <a:endParaRPr lang="ru-RU"/>
          </a:p>
        </p:txBody>
      </p:sp>
      <p:sp>
        <p:nvSpPr>
          <p:cNvPr id="981" name="Рисунок 486">
            <a:extLst>
              <a:ext uri="{FF2B5EF4-FFF2-40B4-BE49-F238E27FC236}">
                <a16:creationId xmlns:a16="http://schemas.microsoft.com/office/drawing/2014/main" id="{2EAAB269-0A25-B40F-2C69-DE50B6F9BD1A}"/>
              </a:ext>
            </a:extLst>
          </p:cNvPr>
          <p:cNvSpPr/>
          <p:nvPr/>
        </p:nvSpPr>
        <p:spPr>
          <a:xfrm>
            <a:off x="4003649" y="1946456"/>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47625 w 171450"/>
              <a:gd name="connsiteY5" fmla="*/ 57150 h 171450"/>
              <a:gd name="connsiteX6" fmla="*/ 57150 w 171450"/>
              <a:gd name="connsiteY6" fmla="*/ 66675 h 171450"/>
              <a:gd name="connsiteX7" fmla="*/ 47625 w 171450"/>
              <a:gd name="connsiteY7" fmla="*/ 76200 h 171450"/>
              <a:gd name="connsiteX8" fmla="*/ 38100 w 171450"/>
              <a:gd name="connsiteY8" fmla="*/ 66675 h 171450"/>
              <a:gd name="connsiteX9" fmla="*/ 47625 w 171450"/>
              <a:gd name="connsiteY9" fmla="*/ 57150 h 171450"/>
              <a:gd name="connsiteX10" fmla="*/ 123825 w 171450"/>
              <a:gd name="connsiteY10" fmla="*/ 57150 h 171450"/>
              <a:gd name="connsiteX11" fmla="*/ 133350 w 171450"/>
              <a:gd name="connsiteY11" fmla="*/ 66675 h 171450"/>
              <a:gd name="connsiteX12" fmla="*/ 123825 w 171450"/>
              <a:gd name="connsiteY12" fmla="*/ 76200 h 171450"/>
              <a:gd name="connsiteX13" fmla="*/ 114300 w 171450"/>
              <a:gd name="connsiteY13" fmla="*/ 66675 h 171450"/>
              <a:gd name="connsiteX14" fmla="*/ 123825 w 171450"/>
              <a:gd name="connsiteY14" fmla="*/ 57150 h 171450"/>
              <a:gd name="connsiteX15" fmla="*/ 95250 w 171450"/>
              <a:gd name="connsiteY15" fmla="*/ 104776 h 171450"/>
              <a:gd name="connsiteX16" fmla="*/ 110854 w 171450"/>
              <a:gd name="connsiteY16" fmla="*/ 123826 h 171450"/>
              <a:gd name="connsiteX17" fmla="*/ 85725 w 171450"/>
              <a:gd name="connsiteY17" fmla="*/ 142876 h 171450"/>
              <a:gd name="connsiteX18" fmla="*/ 60597 w 171450"/>
              <a:gd name="connsiteY18" fmla="*/ 123826 h 171450"/>
              <a:gd name="connsiteX19" fmla="*/ 76200 w 171450"/>
              <a:gd name="connsiteY19" fmla="*/ 104776 h 171450"/>
              <a:gd name="connsiteX20" fmla="*/ 95250 w 171450"/>
              <a:gd name="connsiteY20" fmla="*/ 104776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47625" y="57150"/>
                </a:moveTo>
                <a:cubicBezTo>
                  <a:pt x="52885" y="57150"/>
                  <a:pt x="57150" y="61415"/>
                  <a:pt x="57150" y="66675"/>
                </a:cubicBezTo>
                <a:cubicBezTo>
                  <a:pt x="57150" y="71935"/>
                  <a:pt x="52885" y="76200"/>
                  <a:pt x="47625" y="76200"/>
                </a:cubicBezTo>
                <a:cubicBezTo>
                  <a:pt x="42365" y="76200"/>
                  <a:pt x="38100" y="71935"/>
                  <a:pt x="38100" y="66675"/>
                </a:cubicBezTo>
                <a:cubicBezTo>
                  <a:pt x="38100" y="61415"/>
                  <a:pt x="42365" y="57150"/>
                  <a:pt x="47625" y="57150"/>
                </a:cubicBezTo>
                <a:close/>
                <a:moveTo>
                  <a:pt x="123825" y="57150"/>
                </a:moveTo>
                <a:cubicBezTo>
                  <a:pt x="129085" y="57150"/>
                  <a:pt x="133350" y="61415"/>
                  <a:pt x="133350" y="66675"/>
                </a:cubicBezTo>
                <a:cubicBezTo>
                  <a:pt x="133350" y="71935"/>
                  <a:pt x="129085" y="76200"/>
                  <a:pt x="123825" y="76200"/>
                </a:cubicBezTo>
                <a:cubicBezTo>
                  <a:pt x="118565" y="76200"/>
                  <a:pt x="114300" y="71935"/>
                  <a:pt x="114300" y="66675"/>
                </a:cubicBezTo>
                <a:cubicBezTo>
                  <a:pt x="114300" y="61415"/>
                  <a:pt x="118565" y="57150"/>
                  <a:pt x="123825" y="57150"/>
                </a:cubicBezTo>
                <a:close/>
                <a:moveTo>
                  <a:pt x="95250" y="104776"/>
                </a:moveTo>
                <a:cubicBezTo>
                  <a:pt x="112271" y="104776"/>
                  <a:pt x="116496" y="109539"/>
                  <a:pt x="110854" y="123826"/>
                </a:cubicBezTo>
                <a:cubicBezTo>
                  <a:pt x="106535" y="134761"/>
                  <a:pt x="98159" y="142876"/>
                  <a:pt x="85725" y="142876"/>
                </a:cubicBezTo>
                <a:cubicBezTo>
                  <a:pt x="73291" y="142876"/>
                  <a:pt x="64915" y="134761"/>
                  <a:pt x="60597" y="123826"/>
                </a:cubicBezTo>
                <a:cubicBezTo>
                  <a:pt x="54954" y="109539"/>
                  <a:pt x="59179" y="104776"/>
                  <a:pt x="76200" y="104776"/>
                </a:cubicBezTo>
                <a:lnTo>
                  <a:pt x="95250" y="104776"/>
                </a:lnTo>
                <a:close/>
              </a:path>
            </a:pathLst>
          </a:custGeom>
          <a:solidFill>
            <a:srgbClr val="000000"/>
          </a:solidFill>
          <a:ln w="9525" cap="flat">
            <a:noFill/>
            <a:prstDash val="solid"/>
            <a:miter/>
          </a:ln>
        </p:spPr>
        <p:txBody>
          <a:bodyPr rtlCol="0" anchor="ctr"/>
          <a:lstStyle/>
          <a:p>
            <a:endParaRPr lang="ru-RU"/>
          </a:p>
        </p:txBody>
      </p:sp>
      <p:sp>
        <p:nvSpPr>
          <p:cNvPr id="1372" name="Полилиния: фигура 1371">
            <a:extLst>
              <a:ext uri="{FF2B5EF4-FFF2-40B4-BE49-F238E27FC236}">
                <a16:creationId xmlns:a16="http://schemas.microsoft.com/office/drawing/2014/main" id="{6AFDDDBC-84A1-7DA8-BA20-FCEA5F92212B}"/>
              </a:ext>
            </a:extLst>
          </p:cNvPr>
          <p:cNvSpPr/>
          <p:nvPr/>
        </p:nvSpPr>
        <p:spPr>
          <a:xfrm>
            <a:off x="4003648" y="2505803"/>
            <a:ext cx="171450" cy="152399"/>
          </a:xfrm>
          <a:custGeom>
            <a:avLst/>
            <a:gdLst>
              <a:gd name="connsiteX0" fmla="*/ 115694 w 171450"/>
              <a:gd name="connsiteY0" fmla="*/ 87119 h 152399"/>
              <a:gd name="connsiteX1" fmla="*/ 115694 w 171450"/>
              <a:gd name="connsiteY1" fmla="*/ 93854 h 152399"/>
              <a:gd name="connsiteX2" fmla="*/ 144269 w 171450"/>
              <a:gd name="connsiteY2" fmla="*/ 122429 h 152399"/>
              <a:gd name="connsiteX3" fmla="*/ 151005 w 171450"/>
              <a:gd name="connsiteY3" fmla="*/ 122429 h 152399"/>
              <a:gd name="connsiteX4" fmla="*/ 151005 w 171450"/>
              <a:gd name="connsiteY4" fmla="*/ 115694 h 152399"/>
              <a:gd name="connsiteX5" fmla="*/ 122430 w 171450"/>
              <a:gd name="connsiteY5" fmla="*/ 87119 h 152399"/>
              <a:gd name="connsiteX6" fmla="*/ 115694 w 171450"/>
              <a:gd name="connsiteY6" fmla="*/ 87119 h 152399"/>
              <a:gd name="connsiteX7" fmla="*/ 49020 w 171450"/>
              <a:gd name="connsiteY7" fmla="*/ 87119 h 152399"/>
              <a:gd name="connsiteX8" fmla="*/ 20445 w 171450"/>
              <a:gd name="connsiteY8" fmla="*/ 115694 h 152399"/>
              <a:gd name="connsiteX9" fmla="*/ 20445 w 171450"/>
              <a:gd name="connsiteY9" fmla="*/ 122429 h 152399"/>
              <a:gd name="connsiteX10" fmla="*/ 27180 w 171450"/>
              <a:gd name="connsiteY10" fmla="*/ 122429 h 152399"/>
              <a:gd name="connsiteX11" fmla="*/ 55755 w 171450"/>
              <a:gd name="connsiteY11" fmla="*/ 93854 h 152399"/>
              <a:gd name="connsiteX12" fmla="*/ 55755 w 171450"/>
              <a:gd name="connsiteY12" fmla="*/ 87119 h 152399"/>
              <a:gd name="connsiteX13" fmla="*/ 49020 w 171450"/>
              <a:gd name="connsiteY13" fmla="*/ 87119 h 152399"/>
              <a:gd name="connsiteX14" fmla="*/ 166195 w 171450"/>
              <a:gd name="connsiteY14" fmla="*/ 29658 h 152399"/>
              <a:gd name="connsiteX15" fmla="*/ 169604 w 171450"/>
              <a:gd name="connsiteY15" fmla="*/ 37179 h 152399"/>
              <a:gd name="connsiteX16" fmla="*/ 171450 w 171450"/>
              <a:gd name="connsiteY16" fmla="*/ 76199 h 152399"/>
              <a:gd name="connsiteX17" fmla="*/ 85725 w 171450"/>
              <a:gd name="connsiteY17" fmla="*/ 152399 h 152399"/>
              <a:gd name="connsiteX18" fmla="*/ 0 w 171450"/>
              <a:gd name="connsiteY18" fmla="*/ 76199 h 152399"/>
              <a:gd name="connsiteX19" fmla="*/ 1846 w 171450"/>
              <a:gd name="connsiteY19" fmla="*/ 37179 h 152399"/>
              <a:gd name="connsiteX20" fmla="*/ 9719 w 171450"/>
              <a:gd name="connsiteY20" fmla="*/ 32249 h 152399"/>
              <a:gd name="connsiteX21" fmla="*/ 19784 w 171450"/>
              <a:gd name="connsiteY21" fmla="*/ 43781 h 152399"/>
              <a:gd name="connsiteX22" fmla="*/ 85725 w 171450"/>
              <a:gd name="connsiteY22" fmla="*/ 76199 h 152399"/>
              <a:gd name="connsiteX23" fmla="*/ 151666 w 171450"/>
              <a:gd name="connsiteY23" fmla="*/ 43781 h 152399"/>
              <a:gd name="connsiteX24" fmla="*/ 161731 w 171450"/>
              <a:gd name="connsiteY24" fmla="*/ 32249 h 152399"/>
              <a:gd name="connsiteX25" fmla="*/ 166195 w 171450"/>
              <a:gd name="connsiteY25" fmla="*/ 29658 h 152399"/>
              <a:gd name="connsiteX26" fmla="*/ 85725 w 171450"/>
              <a:gd name="connsiteY26" fmla="*/ 0 h 152399"/>
              <a:gd name="connsiteX27" fmla="*/ 154322 w 171450"/>
              <a:gd name="connsiteY27" fmla="*/ 9525 h 152399"/>
              <a:gd name="connsiteX28" fmla="*/ 156229 w 171450"/>
              <a:gd name="connsiteY28" fmla="*/ 23813 h 152399"/>
              <a:gd name="connsiteX29" fmla="*/ 144800 w 171450"/>
              <a:gd name="connsiteY29" fmla="*/ 37180 h 152399"/>
              <a:gd name="connsiteX30" fmla="*/ 85725 w 171450"/>
              <a:gd name="connsiteY30" fmla="*/ 66675 h 152399"/>
              <a:gd name="connsiteX31" fmla="*/ 26650 w 171450"/>
              <a:gd name="connsiteY31" fmla="*/ 37180 h 152399"/>
              <a:gd name="connsiteX32" fmla="*/ 15221 w 171450"/>
              <a:gd name="connsiteY32" fmla="*/ 23813 h 152399"/>
              <a:gd name="connsiteX33" fmla="*/ 17127 w 171450"/>
              <a:gd name="connsiteY33" fmla="*/ 9525 h 152399"/>
              <a:gd name="connsiteX34" fmla="*/ 85725 w 171450"/>
              <a:gd name="connsiteY34" fmla="*/ 0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1450" h="152399">
                <a:moveTo>
                  <a:pt x="115694" y="87119"/>
                </a:moveTo>
                <a:cubicBezTo>
                  <a:pt x="113835" y="88979"/>
                  <a:pt x="113835" y="91994"/>
                  <a:pt x="115694" y="93854"/>
                </a:cubicBezTo>
                <a:lnTo>
                  <a:pt x="144269" y="122429"/>
                </a:lnTo>
                <a:cubicBezTo>
                  <a:pt x="146130" y="124289"/>
                  <a:pt x="149145" y="124289"/>
                  <a:pt x="151005" y="122429"/>
                </a:cubicBezTo>
                <a:cubicBezTo>
                  <a:pt x="152865" y="120569"/>
                  <a:pt x="152865" y="117554"/>
                  <a:pt x="151005" y="115694"/>
                </a:cubicBezTo>
                <a:lnTo>
                  <a:pt x="122430" y="87119"/>
                </a:lnTo>
                <a:cubicBezTo>
                  <a:pt x="120570" y="85259"/>
                  <a:pt x="117555" y="85259"/>
                  <a:pt x="115694" y="87119"/>
                </a:cubicBezTo>
                <a:close/>
                <a:moveTo>
                  <a:pt x="49020" y="87119"/>
                </a:moveTo>
                <a:lnTo>
                  <a:pt x="20445" y="115694"/>
                </a:lnTo>
                <a:cubicBezTo>
                  <a:pt x="18585" y="117554"/>
                  <a:pt x="18585" y="120569"/>
                  <a:pt x="20445" y="122429"/>
                </a:cubicBezTo>
                <a:cubicBezTo>
                  <a:pt x="22305" y="124289"/>
                  <a:pt x="25320" y="124289"/>
                  <a:pt x="27180" y="122429"/>
                </a:cubicBezTo>
                <a:lnTo>
                  <a:pt x="55755" y="93854"/>
                </a:lnTo>
                <a:cubicBezTo>
                  <a:pt x="57615" y="91994"/>
                  <a:pt x="57615" y="88979"/>
                  <a:pt x="55755" y="87119"/>
                </a:cubicBezTo>
                <a:cubicBezTo>
                  <a:pt x="53895" y="85259"/>
                  <a:pt x="50880" y="85259"/>
                  <a:pt x="49020" y="87119"/>
                </a:cubicBezTo>
                <a:close/>
                <a:moveTo>
                  <a:pt x="166195" y="29658"/>
                </a:moveTo>
                <a:cubicBezTo>
                  <a:pt x="167608" y="30126"/>
                  <a:pt x="168845" y="32280"/>
                  <a:pt x="169604" y="37179"/>
                </a:cubicBezTo>
                <a:cubicBezTo>
                  <a:pt x="171172" y="47293"/>
                  <a:pt x="171450" y="60075"/>
                  <a:pt x="171450" y="76199"/>
                </a:cubicBezTo>
                <a:cubicBezTo>
                  <a:pt x="171450" y="142874"/>
                  <a:pt x="166688" y="152399"/>
                  <a:pt x="85725" y="152399"/>
                </a:cubicBezTo>
                <a:cubicBezTo>
                  <a:pt x="4763" y="152399"/>
                  <a:pt x="0" y="142874"/>
                  <a:pt x="0" y="76199"/>
                </a:cubicBezTo>
                <a:cubicBezTo>
                  <a:pt x="0" y="60075"/>
                  <a:pt x="279" y="47293"/>
                  <a:pt x="1846" y="37179"/>
                </a:cubicBezTo>
                <a:cubicBezTo>
                  <a:pt x="3365" y="27381"/>
                  <a:pt x="6793" y="28566"/>
                  <a:pt x="9719" y="32249"/>
                </a:cubicBezTo>
                <a:cubicBezTo>
                  <a:pt x="12644" y="35931"/>
                  <a:pt x="16008" y="39854"/>
                  <a:pt x="19784" y="43781"/>
                </a:cubicBezTo>
                <a:cubicBezTo>
                  <a:pt x="35015" y="59621"/>
                  <a:pt x="57613" y="76199"/>
                  <a:pt x="85725" y="76199"/>
                </a:cubicBezTo>
                <a:cubicBezTo>
                  <a:pt x="113837" y="76199"/>
                  <a:pt x="136435" y="59621"/>
                  <a:pt x="151666" y="43781"/>
                </a:cubicBezTo>
                <a:cubicBezTo>
                  <a:pt x="155441" y="39854"/>
                  <a:pt x="158806" y="35931"/>
                  <a:pt x="161731" y="32249"/>
                </a:cubicBezTo>
                <a:cubicBezTo>
                  <a:pt x="163194" y="30408"/>
                  <a:pt x="164783" y="29190"/>
                  <a:pt x="166195" y="29658"/>
                </a:cubicBezTo>
                <a:close/>
                <a:moveTo>
                  <a:pt x="85725" y="0"/>
                </a:moveTo>
                <a:cubicBezTo>
                  <a:pt x="119062" y="0"/>
                  <a:pt x="142104" y="1834"/>
                  <a:pt x="154322" y="9525"/>
                </a:cubicBezTo>
                <a:cubicBezTo>
                  <a:pt x="161731" y="14188"/>
                  <a:pt x="161979" y="16277"/>
                  <a:pt x="156229" y="23813"/>
                </a:cubicBezTo>
                <a:cubicBezTo>
                  <a:pt x="153044" y="27986"/>
                  <a:pt x="149217" y="32586"/>
                  <a:pt x="144800" y="37180"/>
                </a:cubicBezTo>
                <a:cubicBezTo>
                  <a:pt x="130265" y="52296"/>
                  <a:pt x="110000" y="66675"/>
                  <a:pt x="85725" y="66675"/>
                </a:cubicBezTo>
                <a:cubicBezTo>
                  <a:pt x="61449" y="66675"/>
                  <a:pt x="41185" y="52296"/>
                  <a:pt x="26650" y="37180"/>
                </a:cubicBezTo>
                <a:cubicBezTo>
                  <a:pt x="22233" y="32586"/>
                  <a:pt x="18405" y="27986"/>
                  <a:pt x="15221" y="23813"/>
                </a:cubicBezTo>
                <a:cubicBezTo>
                  <a:pt x="9470" y="16277"/>
                  <a:pt x="9719" y="14189"/>
                  <a:pt x="17127" y="9525"/>
                </a:cubicBezTo>
                <a:cubicBezTo>
                  <a:pt x="29345" y="1834"/>
                  <a:pt x="52387" y="0"/>
                  <a:pt x="85725" y="0"/>
                </a:cubicBezTo>
                <a:close/>
              </a:path>
            </a:pathLst>
          </a:custGeom>
          <a:solidFill>
            <a:srgbClr val="000000"/>
          </a:solidFill>
          <a:ln w="9525" cap="flat">
            <a:noFill/>
            <a:prstDash val="solid"/>
            <a:miter/>
          </a:ln>
        </p:spPr>
        <p:txBody>
          <a:bodyPr rtlCol="0" anchor="ctr"/>
          <a:lstStyle/>
          <a:p>
            <a:endParaRPr lang="ru-RU"/>
          </a:p>
        </p:txBody>
      </p:sp>
      <p:sp>
        <p:nvSpPr>
          <p:cNvPr id="985" name="Рисунок 543">
            <a:extLst>
              <a:ext uri="{FF2B5EF4-FFF2-40B4-BE49-F238E27FC236}">
                <a16:creationId xmlns:a16="http://schemas.microsoft.com/office/drawing/2014/main" id="{1D197F3E-E2D0-513B-D2BA-8A1D26BA9069}"/>
              </a:ext>
            </a:extLst>
          </p:cNvPr>
          <p:cNvSpPr/>
          <p:nvPr/>
        </p:nvSpPr>
        <p:spPr>
          <a:xfrm>
            <a:off x="4003681" y="3046098"/>
            <a:ext cx="171418" cy="152400"/>
          </a:xfrm>
          <a:custGeom>
            <a:avLst/>
            <a:gdLst>
              <a:gd name="connsiteX0" fmla="*/ 95218 w 171418"/>
              <a:gd name="connsiteY0" fmla="*/ 152400 h 152400"/>
              <a:gd name="connsiteX1" fmla="*/ 85693 w 171418"/>
              <a:gd name="connsiteY1" fmla="*/ 104775 h 152400"/>
              <a:gd name="connsiteX2" fmla="*/ 9493 w 171418"/>
              <a:gd name="connsiteY2" fmla="*/ 152400 h 152400"/>
              <a:gd name="connsiteX3" fmla="*/ 85693 w 171418"/>
              <a:gd name="connsiteY3" fmla="*/ 47625 h 152400"/>
              <a:gd name="connsiteX4" fmla="*/ 95218 w 171418"/>
              <a:gd name="connsiteY4" fmla="*/ 0 h 152400"/>
              <a:gd name="connsiteX5" fmla="*/ 171418 w 171418"/>
              <a:gd name="connsiteY5" fmla="*/ 76200 h 152400"/>
              <a:gd name="connsiteX6" fmla="*/ 95218 w 171418"/>
              <a:gd name="connsiteY6" fmla="*/ 1524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418" h="152400">
                <a:moveTo>
                  <a:pt x="95218" y="152400"/>
                </a:moveTo>
                <a:cubicBezTo>
                  <a:pt x="85693" y="152400"/>
                  <a:pt x="85693" y="104775"/>
                  <a:pt x="85693" y="104775"/>
                </a:cubicBezTo>
                <a:cubicBezTo>
                  <a:pt x="19018" y="104775"/>
                  <a:pt x="14256" y="152400"/>
                  <a:pt x="9493" y="152400"/>
                </a:cubicBezTo>
                <a:cubicBezTo>
                  <a:pt x="-8515" y="152400"/>
                  <a:pt x="-9557" y="47625"/>
                  <a:pt x="85693" y="47625"/>
                </a:cubicBezTo>
                <a:cubicBezTo>
                  <a:pt x="85693" y="47625"/>
                  <a:pt x="85693" y="0"/>
                  <a:pt x="95218" y="0"/>
                </a:cubicBezTo>
                <a:cubicBezTo>
                  <a:pt x="104743" y="0"/>
                  <a:pt x="171418" y="61913"/>
                  <a:pt x="171418" y="76200"/>
                </a:cubicBezTo>
                <a:cubicBezTo>
                  <a:pt x="171418" y="90488"/>
                  <a:pt x="104743" y="152400"/>
                  <a:pt x="95218" y="152400"/>
                </a:cubicBezTo>
                <a:close/>
              </a:path>
            </a:pathLst>
          </a:custGeom>
          <a:solidFill>
            <a:srgbClr val="000000"/>
          </a:solidFill>
          <a:ln w="9525" cap="flat">
            <a:noFill/>
            <a:prstDash val="solid"/>
            <a:miter/>
          </a:ln>
        </p:spPr>
        <p:txBody>
          <a:bodyPr rtlCol="0" anchor="ctr"/>
          <a:lstStyle/>
          <a:p>
            <a:endParaRPr lang="ru-RU"/>
          </a:p>
        </p:txBody>
      </p:sp>
      <p:sp>
        <p:nvSpPr>
          <p:cNvPr id="1378" name="Полилиния: фигура 1377">
            <a:extLst>
              <a:ext uri="{FF2B5EF4-FFF2-40B4-BE49-F238E27FC236}">
                <a16:creationId xmlns:a16="http://schemas.microsoft.com/office/drawing/2014/main" id="{3F2BD6F4-17A6-3AE3-D8BD-58FB55B7F5D6}"/>
              </a:ext>
            </a:extLst>
          </p:cNvPr>
          <p:cNvSpPr/>
          <p:nvPr/>
        </p:nvSpPr>
        <p:spPr>
          <a:xfrm>
            <a:off x="4003649" y="4600117"/>
            <a:ext cx="171450" cy="171450"/>
          </a:xfrm>
          <a:custGeom>
            <a:avLst/>
            <a:gdLst>
              <a:gd name="connsiteX0" fmla="*/ 57150 w 171450"/>
              <a:gd name="connsiteY0" fmla="*/ 95250 h 171450"/>
              <a:gd name="connsiteX1" fmla="*/ 94642 w 171450"/>
              <a:gd name="connsiteY1" fmla="*/ 114657 h 171450"/>
              <a:gd name="connsiteX2" fmla="*/ 117090 w 171450"/>
              <a:gd name="connsiteY2" fmla="*/ 140085 h 171450"/>
              <a:gd name="connsiteX3" fmla="*/ 130560 w 171450"/>
              <a:gd name="connsiteY3" fmla="*/ 140085 h 171450"/>
              <a:gd name="connsiteX4" fmla="*/ 130553 w 171450"/>
              <a:gd name="connsiteY4" fmla="*/ 126606 h 171450"/>
              <a:gd name="connsiteX5" fmla="*/ 117551 w 171450"/>
              <a:gd name="connsiteY5" fmla="*/ 110977 h 171450"/>
              <a:gd name="connsiteX6" fmla="*/ 133350 w 171450"/>
              <a:gd name="connsiteY6" fmla="*/ 104775 h 171450"/>
              <a:gd name="connsiteX7" fmla="*/ 156887 w 171450"/>
              <a:gd name="connsiteY7" fmla="*/ 115433 h 171450"/>
              <a:gd name="connsiteX8" fmla="*/ 161925 w 171450"/>
              <a:gd name="connsiteY8" fmla="*/ 119339 h 171450"/>
              <a:gd name="connsiteX9" fmla="*/ 166872 w 171450"/>
              <a:gd name="connsiteY9" fmla="*/ 133350 h 171450"/>
              <a:gd name="connsiteX10" fmla="*/ 85725 w 171450"/>
              <a:gd name="connsiteY10" fmla="*/ 171450 h 171450"/>
              <a:gd name="connsiteX11" fmla="*/ 6088 w 171450"/>
              <a:gd name="connsiteY11" fmla="*/ 138113 h 171450"/>
              <a:gd name="connsiteX12" fmla="*/ 9525 w 171450"/>
              <a:gd name="connsiteY12" fmla="*/ 123055 h 171450"/>
              <a:gd name="connsiteX13" fmla="*/ 57150 w 171450"/>
              <a:gd name="connsiteY13" fmla="*/ 95250 h 171450"/>
              <a:gd name="connsiteX14" fmla="*/ 100013 w 171450"/>
              <a:gd name="connsiteY14" fmla="*/ 38100 h 171450"/>
              <a:gd name="connsiteX15" fmla="*/ 85725 w 171450"/>
              <a:gd name="connsiteY15" fmla="*/ 52388 h 171450"/>
              <a:gd name="connsiteX16" fmla="*/ 100013 w 171450"/>
              <a:gd name="connsiteY16" fmla="*/ 66675 h 171450"/>
              <a:gd name="connsiteX17" fmla="*/ 114300 w 171450"/>
              <a:gd name="connsiteY17" fmla="*/ 52388 h 171450"/>
              <a:gd name="connsiteX18" fmla="*/ 100013 w 171450"/>
              <a:gd name="connsiteY18" fmla="*/ 38100 h 171450"/>
              <a:gd name="connsiteX19" fmla="*/ 85725 w 171450"/>
              <a:gd name="connsiteY19" fmla="*/ 0 h 171450"/>
              <a:gd name="connsiteX20" fmla="*/ 171450 w 171450"/>
              <a:gd name="connsiteY20" fmla="*/ 85725 h 171450"/>
              <a:gd name="connsiteX21" fmla="*/ 171347 w 171450"/>
              <a:gd name="connsiteY21" fmla="*/ 95250 h 171450"/>
              <a:gd name="connsiteX22" fmla="*/ 161925 w 171450"/>
              <a:gd name="connsiteY22" fmla="*/ 95718 h 171450"/>
              <a:gd name="connsiteX23" fmla="*/ 133350 w 171450"/>
              <a:gd name="connsiteY23" fmla="*/ 85725 h 171450"/>
              <a:gd name="connsiteX24" fmla="*/ 104085 w 171450"/>
              <a:gd name="connsiteY24" fmla="*/ 97470 h 171450"/>
              <a:gd name="connsiteX25" fmla="*/ 57150 w 171450"/>
              <a:gd name="connsiteY25" fmla="*/ 76200 h 171450"/>
              <a:gd name="connsiteX26" fmla="*/ 9525 w 171450"/>
              <a:gd name="connsiteY26" fmla="*/ 96416 h 171450"/>
              <a:gd name="connsiteX27" fmla="*/ 103 w 171450"/>
              <a:gd name="connsiteY27" fmla="*/ 95250 h 171450"/>
              <a:gd name="connsiteX28" fmla="*/ 0 w 171450"/>
              <a:gd name="connsiteY28" fmla="*/ 85725 h 171450"/>
              <a:gd name="connsiteX29" fmla="*/ 85725 w 171450"/>
              <a:gd name="connsiteY29"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450" h="171450">
                <a:moveTo>
                  <a:pt x="57150" y="95250"/>
                </a:moveTo>
                <a:cubicBezTo>
                  <a:pt x="69958" y="95250"/>
                  <a:pt x="83103" y="103695"/>
                  <a:pt x="94642" y="114657"/>
                </a:cubicBezTo>
                <a:cubicBezTo>
                  <a:pt x="102883" y="122486"/>
                  <a:pt x="109112" y="132108"/>
                  <a:pt x="117090" y="140085"/>
                </a:cubicBezTo>
                <a:cubicBezTo>
                  <a:pt x="120809" y="143805"/>
                  <a:pt x="126841" y="143805"/>
                  <a:pt x="130560" y="140085"/>
                </a:cubicBezTo>
                <a:cubicBezTo>
                  <a:pt x="134280" y="136366"/>
                  <a:pt x="134055" y="130533"/>
                  <a:pt x="130553" y="126606"/>
                </a:cubicBezTo>
                <a:cubicBezTo>
                  <a:pt x="123825" y="119063"/>
                  <a:pt x="122068" y="116031"/>
                  <a:pt x="117551" y="110977"/>
                </a:cubicBezTo>
                <a:cubicBezTo>
                  <a:pt x="121124" y="107830"/>
                  <a:pt x="126361" y="104775"/>
                  <a:pt x="133350" y="104775"/>
                </a:cubicBezTo>
                <a:cubicBezTo>
                  <a:pt x="139568" y="104775"/>
                  <a:pt x="148109" y="108995"/>
                  <a:pt x="156887" y="115433"/>
                </a:cubicBezTo>
                <a:cubicBezTo>
                  <a:pt x="158646" y="116723"/>
                  <a:pt x="160335" y="118040"/>
                  <a:pt x="161925" y="119339"/>
                </a:cubicBezTo>
                <a:cubicBezTo>
                  <a:pt x="168035" y="124326"/>
                  <a:pt x="168756" y="126606"/>
                  <a:pt x="166872" y="133350"/>
                </a:cubicBezTo>
                <a:cubicBezTo>
                  <a:pt x="158394" y="163689"/>
                  <a:pt x="136285" y="171450"/>
                  <a:pt x="85725" y="171450"/>
                </a:cubicBezTo>
                <a:cubicBezTo>
                  <a:pt x="37921" y="171450"/>
                  <a:pt x="15550" y="164512"/>
                  <a:pt x="6088" y="138113"/>
                </a:cubicBezTo>
                <a:cubicBezTo>
                  <a:pt x="3481" y="130839"/>
                  <a:pt x="4577" y="128869"/>
                  <a:pt x="9525" y="123055"/>
                </a:cubicBezTo>
                <a:cubicBezTo>
                  <a:pt x="21672" y="108783"/>
                  <a:pt x="38447" y="95250"/>
                  <a:pt x="57150" y="95250"/>
                </a:cubicBezTo>
                <a:close/>
                <a:moveTo>
                  <a:pt x="100013" y="38100"/>
                </a:moveTo>
                <a:cubicBezTo>
                  <a:pt x="92122" y="38100"/>
                  <a:pt x="85725" y="44497"/>
                  <a:pt x="85725" y="52388"/>
                </a:cubicBezTo>
                <a:cubicBezTo>
                  <a:pt x="85725" y="60278"/>
                  <a:pt x="92122" y="66675"/>
                  <a:pt x="100013" y="66675"/>
                </a:cubicBezTo>
                <a:cubicBezTo>
                  <a:pt x="107903" y="66675"/>
                  <a:pt x="114300" y="60278"/>
                  <a:pt x="114300" y="52388"/>
                </a:cubicBezTo>
                <a:cubicBezTo>
                  <a:pt x="114300" y="44497"/>
                  <a:pt x="107903" y="38100"/>
                  <a:pt x="100013" y="38100"/>
                </a:cubicBezTo>
                <a:close/>
                <a:moveTo>
                  <a:pt x="85725" y="0"/>
                </a:moveTo>
                <a:cubicBezTo>
                  <a:pt x="156320" y="0"/>
                  <a:pt x="171450" y="15130"/>
                  <a:pt x="171450" y="85725"/>
                </a:cubicBezTo>
                <a:cubicBezTo>
                  <a:pt x="171450" y="89020"/>
                  <a:pt x="171450" y="90488"/>
                  <a:pt x="171347" y="95250"/>
                </a:cubicBezTo>
                <a:cubicBezTo>
                  <a:pt x="171450" y="100013"/>
                  <a:pt x="166872" y="98924"/>
                  <a:pt x="161925" y="95718"/>
                </a:cubicBezTo>
                <a:cubicBezTo>
                  <a:pt x="153272" y="90107"/>
                  <a:pt x="143602" y="85725"/>
                  <a:pt x="133350" y="85725"/>
                </a:cubicBezTo>
                <a:cubicBezTo>
                  <a:pt x="119726" y="85725"/>
                  <a:pt x="109968" y="92027"/>
                  <a:pt x="104085" y="97470"/>
                </a:cubicBezTo>
                <a:cubicBezTo>
                  <a:pt x="92052" y="86818"/>
                  <a:pt x="75711" y="76200"/>
                  <a:pt x="57150" y="76200"/>
                </a:cubicBezTo>
                <a:cubicBezTo>
                  <a:pt x="39244" y="76200"/>
                  <a:pt x="22988" y="84961"/>
                  <a:pt x="9525" y="96416"/>
                </a:cubicBezTo>
                <a:cubicBezTo>
                  <a:pt x="3156" y="101835"/>
                  <a:pt x="0" y="100013"/>
                  <a:pt x="103" y="95250"/>
                </a:cubicBezTo>
                <a:cubicBezTo>
                  <a:pt x="33" y="92193"/>
                  <a:pt x="0" y="89020"/>
                  <a:pt x="0" y="85725"/>
                </a:cubicBezTo>
                <a:cubicBezTo>
                  <a:pt x="0" y="15130"/>
                  <a:pt x="15130" y="0"/>
                  <a:pt x="85725" y="0"/>
                </a:cubicBezTo>
                <a:close/>
              </a:path>
            </a:pathLst>
          </a:custGeom>
          <a:solidFill>
            <a:srgbClr val="000000"/>
          </a:solidFill>
          <a:ln w="9525" cap="flat">
            <a:noFill/>
            <a:prstDash val="solid"/>
            <a:miter/>
          </a:ln>
        </p:spPr>
        <p:txBody>
          <a:bodyPr rtlCol="0" anchor="ctr"/>
          <a:lstStyle/>
          <a:p>
            <a:endParaRPr lang="ru-RU"/>
          </a:p>
        </p:txBody>
      </p:sp>
      <p:sp>
        <p:nvSpPr>
          <p:cNvPr id="989" name="Рисунок 688">
            <a:extLst>
              <a:ext uri="{FF2B5EF4-FFF2-40B4-BE49-F238E27FC236}">
                <a16:creationId xmlns:a16="http://schemas.microsoft.com/office/drawing/2014/main" id="{8C2C6A1B-DD91-3DCF-BAD1-DE38A071A5ED}"/>
              </a:ext>
            </a:extLst>
          </p:cNvPr>
          <p:cNvSpPr/>
          <p:nvPr/>
        </p:nvSpPr>
        <p:spPr>
          <a:xfrm>
            <a:off x="4003649" y="5100761"/>
            <a:ext cx="171450" cy="161925"/>
          </a:xfrm>
          <a:custGeom>
            <a:avLst/>
            <a:gdLst>
              <a:gd name="connsiteX0" fmla="*/ 120644 w 171450"/>
              <a:gd name="connsiteY0" fmla="*/ 20805 h 161925"/>
              <a:gd name="connsiteX1" fmla="*/ 86781 w 171450"/>
              <a:gd name="connsiteY1" fmla="*/ 0 h 161925"/>
              <a:gd name="connsiteX2" fmla="*/ 53004 w 171450"/>
              <a:gd name="connsiteY2" fmla="*/ 20542 h 161925"/>
              <a:gd name="connsiteX3" fmla="*/ 0 w 171450"/>
              <a:gd name="connsiteY3" fmla="*/ 90488 h 161925"/>
              <a:gd name="connsiteX4" fmla="*/ 85725 w 171450"/>
              <a:gd name="connsiteY4" fmla="*/ 161925 h 161925"/>
              <a:gd name="connsiteX5" fmla="*/ 171450 w 171450"/>
              <a:gd name="connsiteY5" fmla="*/ 90488 h 161925"/>
              <a:gd name="connsiteX6" fmla="*/ 120644 w 171450"/>
              <a:gd name="connsiteY6" fmla="*/ 20805 h 161925"/>
              <a:gd name="connsiteX7" fmla="*/ 38100 w 171450"/>
              <a:gd name="connsiteY7" fmla="*/ 47625 h 161925"/>
              <a:gd name="connsiteX8" fmla="*/ 47625 w 171450"/>
              <a:gd name="connsiteY8" fmla="*/ 57150 h 161925"/>
              <a:gd name="connsiteX9" fmla="*/ 38100 w 171450"/>
              <a:gd name="connsiteY9" fmla="*/ 66675 h 161925"/>
              <a:gd name="connsiteX10" fmla="*/ 28575 w 171450"/>
              <a:gd name="connsiteY10" fmla="*/ 57150 h 161925"/>
              <a:gd name="connsiteX11" fmla="*/ 38100 w 171450"/>
              <a:gd name="connsiteY11" fmla="*/ 47625 h 161925"/>
              <a:gd name="connsiteX12" fmla="*/ 95250 w 171450"/>
              <a:gd name="connsiteY12" fmla="*/ 76200 h 161925"/>
              <a:gd name="connsiteX13" fmla="*/ 95250 w 171450"/>
              <a:gd name="connsiteY13" fmla="*/ 85725 h 161925"/>
              <a:gd name="connsiteX14" fmla="*/ 104775 w 171450"/>
              <a:gd name="connsiteY14" fmla="*/ 85725 h 161925"/>
              <a:gd name="connsiteX15" fmla="*/ 114300 w 171450"/>
              <a:gd name="connsiteY15" fmla="*/ 95250 h 161925"/>
              <a:gd name="connsiteX16" fmla="*/ 104775 w 171450"/>
              <a:gd name="connsiteY16" fmla="*/ 104775 h 161925"/>
              <a:gd name="connsiteX17" fmla="*/ 95250 w 171450"/>
              <a:gd name="connsiteY17" fmla="*/ 104775 h 161925"/>
              <a:gd name="connsiteX18" fmla="*/ 95250 w 171450"/>
              <a:gd name="connsiteY18" fmla="*/ 114300 h 161925"/>
              <a:gd name="connsiteX19" fmla="*/ 85725 w 171450"/>
              <a:gd name="connsiteY19" fmla="*/ 123825 h 161925"/>
              <a:gd name="connsiteX20" fmla="*/ 76200 w 171450"/>
              <a:gd name="connsiteY20" fmla="*/ 114300 h 161925"/>
              <a:gd name="connsiteX21" fmla="*/ 76200 w 171450"/>
              <a:gd name="connsiteY21" fmla="*/ 104775 h 161925"/>
              <a:gd name="connsiteX22" fmla="*/ 66675 w 171450"/>
              <a:gd name="connsiteY22" fmla="*/ 104775 h 161925"/>
              <a:gd name="connsiteX23" fmla="*/ 57150 w 171450"/>
              <a:gd name="connsiteY23" fmla="*/ 95250 h 161925"/>
              <a:gd name="connsiteX24" fmla="*/ 66675 w 171450"/>
              <a:gd name="connsiteY24" fmla="*/ 85725 h 161925"/>
              <a:gd name="connsiteX25" fmla="*/ 76200 w 171450"/>
              <a:gd name="connsiteY25" fmla="*/ 85725 h 161925"/>
              <a:gd name="connsiteX26" fmla="*/ 76200 w 171450"/>
              <a:gd name="connsiteY26" fmla="*/ 76200 h 161925"/>
              <a:gd name="connsiteX27" fmla="*/ 85725 w 171450"/>
              <a:gd name="connsiteY27" fmla="*/ 66675 h 161925"/>
              <a:gd name="connsiteX28" fmla="*/ 95250 w 171450"/>
              <a:gd name="connsiteY28" fmla="*/ 7620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1450" h="161925">
                <a:moveTo>
                  <a:pt x="120644" y="20805"/>
                </a:moveTo>
                <a:cubicBezTo>
                  <a:pt x="116857" y="8996"/>
                  <a:pt x="109690" y="0"/>
                  <a:pt x="86781" y="0"/>
                </a:cubicBezTo>
                <a:cubicBezTo>
                  <a:pt x="64043" y="0"/>
                  <a:pt x="56814" y="8862"/>
                  <a:pt x="53004" y="20542"/>
                </a:cubicBezTo>
                <a:cubicBezTo>
                  <a:pt x="9689" y="25429"/>
                  <a:pt x="0" y="43425"/>
                  <a:pt x="0" y="90488"/>
                </a:cubicBezTo>
                <a:cubicBezTo>
                  <a:pt x="0" y="147638"/>
                  <a:pt x="14288" y="161925"/>
                  <a:pt x="85725" y="161925"/>
                </a:cubicBezTo>
                <a:cubicBezTo>
                  <a:pt x="157163" y="161925"/>
                  <a:pt x="171450" y="147638"/>
                  <a:pt x="171450" y="90488"/>
                </a:cubicBezTo>
                <a:cubicBezTo>
                  <a:pt x="171450" y="44231"/>
                  <a:pt x="162090" y="26054"/>
                  <a:pt x="120644" y="20805"/>
                </a:cubicBezTo>
                <a:close/>
                <a:moveTo>
                  <a:pt x="38100" y="47625"/>
                </a:moveTo>
                <a:cubicBezTo>
                  <a:pt x="43360" y="47625"/>
                  <a:pt x="47625" y="51889"/>
                  <a:pt x="47625" y="57150"/>
                </a:cubicBezTo>
                <a:cubicBezTo>
                  <a:pt x="47625" y="62411"/>
                  <a:pt x="43360" y="66675"/>
                  <a:pt x="38100" y="66675"/>
                </a:cubicBezTo>
                <a:cubicBezTo>
                  <a:pt x="32840" y="66675"/>
                  <a:pt x="28575" y="62411"/>
                  <a:pt x="28575" y="57150"/>
                </a:cubicBezTo>
                <a:cubicBezTo>
                  <a:pt x="28575" y="51889"/>
                  <a:pt x="32840" y="47625"/>
                  <a:pt x="38100" y="47625"/>
                </a:cubicBezTo>
                <a:close/>
                <a:moveTo>
                  <a:pt x="95250" y="76200"/>
                </a:moveTo>
                <a:lnTo>
                  <a:pt x="95250" y="85725"/>
                </a:lnTo>
                <a:lnTo>
                  <a:pt x="104775" y="85725"/>
                </a:lnTo>
                <a:cubicBezTo>
                  <a:pt x="110036" y="85725"/>
                  <a:pt x="114300" y="89989"/>
                  <a:pt x="114300" y="95250"/>
                </a:cubicBezTo>
                <a:cubicBezTo>
                  <a:pt x="114300" y="100511"/>
                  <a:pt x="110036" y="104775"/>
                  <a:pt x="104775" y="104775"/>
                </a:cubicBezTo>
                <a:lnTo>
                  <a:pt x="95250" y="104775"/>
                </a:lnTo>
                <a:lnTo>
                  <a:pt x="95250" y="114300"/>
                </a:lnTo>
                <a:cubicBezTo>
                  <a:pt x="95250" y="119561"/>
                  <a:pt x="90986" y="123825"/>
                  <a:pt x="85725" y="123825"/>
                </a:cubicBezTo>
                <a:cubicBezTo>
                  <a:pt x="80464" y="123825"/>
                  <a:pt x="76200" y="119561"/>
                  <a:pt x="76200" y="114300"/>
                </a:cubicBezTo>
                <a:lnTo>
                  <a:pt x="76200" y="104775"/>
                </a:lnTo>
                <a:lnTo>
                  <a:pt x="66675" y="104775"/>
                </a:lnTo>
                <a:cubicBezTo>
                  <a:pt x="61415" y="104775"/>
                  <a:pt x="57150" y="100511"/>
                  <a:pt x="57150" y="95250"/>
                </a:cubicBezTo>
                <a:cubicBezTo>
                  <a:pt x="57150" y="89989"/>
                  <a:pt x="61415" y="85725"/>
                  <a:pt x="66675" y="85725"/>
                </a:cubicBezTo>
                <a:lnTo>
                  <a:pt x="76200" y="85725"/>
                </a:lnTo>
                <a:lnTo>
                  <a:pt x="76200" y="76200"/>
                </a:lnTo>
                <a:cubicBezTo>
                  <a:pt x="76200" y="70939"/>
                  <a:pt x="80464" y="66675"/>
                  <a:pt x="85725" y="66675"/>
                </a:cubicBezTo>
                <a:cubicBezTo>
                  <a:pt x="90986" y="66675"/>
                  <a:pt x="95250" y="70939"/>
                  <a:pt x="95250" y="76200"/>
                </a:cubicBezTo>
                <a:close/>
              </a:path>
            </a:pathLst>
          </a:custGeom>
          <a:solidFill>
            <a:srgbClr val="000000"/>
          </a:solidFill>
          <a:ln w="9525" cap="flat">
            <a:noFill/>
            <a:prstDash val="solid"/>
            <a:miter/>
          </a:ln>
        </p:spPr>
        <p:txBody>
          <a:bodyPr rtlCol="0" anchor="ctr"/>
          <a:lstStyle/>
          <a:p>
            <a:endParaRPr lang="ru-RU"/>
          </a:p>
        </p:txBody>
      </p:sp>
      <p:sp>
        <p:nvSpPr>
          <p:cNvPr id="1394" name="Полилиния: фигура 1393">
            <a:extLst>
              <a:ext uri="{FF2B5EF4-FFF2-40B4-BE49-F238E27FC236}">
                <a16:creationId xmlns:a16="http://schemas.microsoft.com/office/drawing/2014/main" id="{D61904DA-01B0-14D4-337C-6228345D9E17}"/>
              </a:ext>
            </a:extLst>
          </p:cNvPr>
          <p:cNvSpPr/>
          <p:nvPr/>
        </p:nvSpPr>
        <p:spPr>
          <a:xfrm>
            <a:off x="4003649" y="5610931"/>
            <a:ext cx="180975" cy="142875"/>
          </a:xfrm>
          <a:custGeom>
            <a:avLst/>
            <a:gdLst>
              <a:gd name="connsiteX0" fmla="*/ 172299 w 180975"/>
              <a:gd name="connsiteY0" fmla="*/ 28575 h 142875"/>
              <a:gd name="connsiteX1" fmla="*/ 172299 w 180975"/>
              <a:gd name="connsiteY1" fmla="*/ 114300 h 142875"/>
              <a:gd name="connsiteX2" fmla="*/ 159009 w 180975"/>
              <a:gd name="connsiteY2" fmla="*/ 112491 h 142875"/>
              <a:gd name="connsiteX3" fmla="*/ 152950 w 180975"/>
              <a:gd name="connsiteY3" fmla="*/ 101779 h 142875"/>
              <a:gd name="connsiteX4" fmla="*/ 154616 w 180975"/>
              <a:gd name="connsiteY4" fmla="*/ 71438 h 142875"/>
              <a:gd name="connsiteX5" fmla="*/ 152964 w 180975"/>
              <a:gd name="connsiteY5" fmla="*/ 41189 h 142875"/>
              <a:gd name="connsiteX6" fmla="*/ 159009 w 180975"/>
              <a:gd name="connsiteY6" fmla="*/ 30384 h 142875"/>
              <a:gd name="connsiteX7" fmla="*/ 172299 w 180975"/>
              <a:gd name="connsiteY7" fmla="*/ 28575 h 142875"/>
              <a:gd name="connsiteX8" fmla="*/ 42863 w 180975"/>
              <a:gd name="connsiteY8" fmla="*/ 28575 h 142875"/>
              <a:gd name="connsiteX9" fmla="*/ 28575 w 180975"/>
              <a:gd name="connsiteY9" fmla="*/ 42863 h 142875"/>
              <a:gd name="connsiteX10" fmla="*/ 42863 w 180975"/>
              <a:gd name="connsiteY10" fmla="*/ 57150 h 142875"/>
              <a:gd name="connsiteX11" fmla="*/ 57150 w 180975"/>
              <a:gd name="connsiteY11" fmla="*/ 42863 h 142875"/>
              <a:gd name="connsiteX12" fmla="*/ 42863 w 180975"/>
              <a:gd name="connsiteY12" fmla="*/ 28575 h 142875"/>
              <a:gd name="connsiteX13" fmla="*/ 71438 w 180975"/>
              <a:gd name="connsiteY13" fmla="*/ 0 h 142875"/>
              <a:gd name="connsiteX14" fmla="*/ 142875 w 180975"/>
              <a:gd name="connsiteY14" fmla="*/ 71438 h 142875"/>
              <a:gd name="connsiteX15" fmla="*/ 71438 w 180975"/>
              <a:gd name="connsiteY15" fmla="*/ 142875 h 142875"/>
              <a:gd name="connsiteX16" fmla="*/ 0 w 180975"/>
              <a:gd name="connsiteY16" fmla="*/ 71438 h 142875"/>
              <a:gd name="connsiteX17" fmla="*/ 71438 w 180975"/>
              <a:gd name="connsiteY17"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975" h="142875">
                <a:moveTo>
                  <a:pt x="172299" y="28575"/>
                </a:moveTo>
                <a:cubicBezTo>
                  <a:pt x="183867" y="28575"/>
                  <a:pt x="183867" y="114300"/>
                  <a:pt x="172299" y="114300"/>
                </a:cubicBezTo>
                <a:cubicBezTo>
                  <a:pt x="168365" y="114300"/>
                  <a:pt x="163669" y="113548"/>
                  <a:pt x="159009" y="112491"/>
                </a:cubicBezTo>
                <a:cubicBezTo>
                  <a:pt x="151702" y="110832"/>
                  <a:pt x="151868" y="109627"/>
                  <a:pt x="152950" y="101779"/>
                </a:cubicBezTo>
                <a:cubicBezTo>
                  <a:pt x="154336" y="91735"/>
                  <a:pt x="154616" y="81565"/>
                  <a:pt x="154616" y="71438"/>
                </a:cubicBezTo>
                <a:cubicBezTo>
                  <a:pt x="154616" y="61343"/>
                  <a:pt x="154344" y="51201"/>
                  <a:pt x="152964" y="41189"/>
                </a:cubicBezTo>
                <a:cubicBezTo>
                  <a:pt x="151870" y="33257"/>
                  <a:pt x="151703" y="32043"/>
                  <a:pt x="159009" y="30384"/>
                </a:cubicBezTo>
                <a:cubicBezTo>
                  <a:pt x="163669" y="29326"/>
                  <a:pt x="168365" y="28575"/>
                  <a:pt x="172299" y="28575"/>
                </a:cubicBezTo>
                <a:close/>
                <a:moveTo>
                  <a:pt x="42863" y="28575"/>
                </a:moveTo>
                <a:cubicBezTo>
                  <a:pt x="34972" y="28575"/>
                  <a:pt x="28575" y="34972"/>
                  <a:pt x="28575" y="42863"/>
                </a:cubicBezTo>
                <a:cubicBezTo>
                  <a:pt x="28575" y="50753"/>
                  <a:pt x="34972" y="57150"/>
                  <a:pt x="42863" y="57150"/>
                </a:cubicBezTo>
                <a:cubicBezTo>
                  <a:pt x="50753" y="57150"/>
                  <a:pt x="57150" y="50753"/>
                  <a:pt x="57150" y="42863"/>
                </a:cubicBezTo>
                <a:cubicBezTo>
                  <a:pt x="57150" y="34972"/>
                  <a:pt x="50753" y="28575"/>
                  <a:pt x="42863" y="28575"/>
                </a:cubicBezTo>
                <a:close/>
                <a:moveTo>
                  <a:pt x="71438" y="0"/>
                </a:moveTo>
                <a:cubicBezTo>
                  <a:pt x="130267" y="0"/>
                  <a:pt x="142875" y="12609"/>
                  <a:pt x="142875" y="71438"/>
                </a:cubicBezTo>
                <a:cubicBezTo>
                  <a:pt x="142875" y="130267"/>
                  <a:pt x="130267" y="142875"/>
                  <a:pt x="71438" y="142875"/>
                </a:cubicBezTo>
                <a:cubicBezTo>
                  <a:pt x="12609" y="142875"/>
                  <a:pt x="0" y="130267"/>
                  <a:pt x="0" y="71438"/>
                </a:cubicBezTo>
                <a:cubicBezTo>
                  <a:pt x="0" y="12609"/>
                  <a:pt x="12609" y="0"/>
                  <a:pt x="71438" y="0"/>
                </a:cubicBezTo>
                <a:close/>
              </a:path>
            </a:pathLst>
          </a:custGeom>
          <a:solidFill>
            <a:srgbClr val="000000"/>
          </a:solidFill>
          <a:ln w="9525" cap="flat">
            <a:noFill/>
            <a:prstDash val="solid"/>
            <a:miter/>
          </a:ln>
        </p:spPr>
        <p:txBody>
          <a:bodyPr rtlCol="0" anchor="ctr"/>
          <a:lstStyle/>
          <a:p>
            <a:endParaRPr lang="ru-RU"/>
          </a:p>
        </p:txBody>
      </p:sp>
      <p:sp>
        <p:nvSpPr>
          <p:cNvPr id="1368" name="Полилиния: фигура 1367">
            <a:extLst>
              <a:ext uri="{FF2B5EF4-FFF2-40B4-BE49-F238E27FC236}">
                <a16:creationId xmlns:a16="http://schemas.microsoft.com/office/drawing/2014/main" id="{63BD0C88-7944-CDAE-1420-EF50EB78CD78}"/>
              </a:ext>
            </a:extLst>
          </p:cNvPr>
          <p:cNvSpPr/>
          <p:nvPr/>
        </p:nvSpPr>
        <p:spPr>
          <a:xfrm>
            <a:off x="4434489" y="846817"/>
            <a:ext cx="161933" cy="161928"/>
          </a:xfrm>
          <a:custGeom>
            <a:avLst/>
            <a:gdLst>
              <a:gd name="connsiteX0" fmla="*/ 38100 w 161933"/>
              <a:gd name="connsiteY0" fmla="*/ 9527 h 161928"/>
              <a:gd name="connsiteX1" fmla="*/ 66675 w 161933"/>
              <a:gd name="connsiteY1" fmla="*/ 9527 h 161928"/>
              <a:gd name="connsiteX2" fmla="*/ 76200 w 161933"/>
              <a:gd name="connsiteY2" fmla="*/ 19052 h 161928"/>
              <a:gd name="connsiteX3" fmla="*/ 76200 w 161933"/>
              <a:gd name="connsiteY3" fmla="*/ 47627 h 161928"/>
              <a:gd name="connsiteX4" fmla="*/ 66675 w 161933"/>
              <a:gd name="connsiteY4" fmla="*/ 57152 h 161928"/>
              <a:gd name="connsiteX5" fmla="*/ 57150 w 161933"/>
              <a:gd name="connsiteY5" fmla="*/ 47627 h 161928"/>
              <a:gd name="connsiteX6" fmla="*/ 57150 w 161933"/>
              <a:gd name="connsiteY6" fmla="*/ 42047 h 161928"/>
              <a:gd name="connsiteX7" fmla="*/ 16260 w 161933"/>
              <a:gd name="connsiteY7" fmla="*/ 82937 h 161928"/>
              <a:gd name="connsiteX8" fmla="*/ 2790 w 161933"/>
              <a:gd name="connsiteY8" fmla="*/ 82937 h 161928"/>
              <a:gd name="connsiteX9" fmla="*/ 2790 w 161933"/>
              <a:gd name="connsiteY9" fmla="*/ 69467 h 161928"/>
              <a:gd name="connsiteX10" fmla="*/ 43680 w 161933"/>
              <a:gd name="connsiteY10" fmla="*/ 28577 h 161928"/>
              <a:gd name="connsiteX11" fmla="*/ 38100 w 161933"/>
              <a:gd name="connsiteY11" fmla="*/ 28577 h 161928"/>
              <a:gd name="connsiteX12" fmla="*/ 28575 w 161933"/>
              <a:gd name="connsiteY12" fmla="*/ 19052 h 161928"/>
              <a:gd name="connsiteX13" fmla="*/ 38100 w 161933"/>
              <a:gd name="connsiteY13" fmla="*/ 9527 h 161928"/>
              <a:gd name="connsiteX14" fmla="*/ 154400 w 161933"/>
              <a:gd name="connsiteY14" fmla="*/ 0 h 161928"/>
              <a:gd name="connsiteX15" fmla="*/ 152400 w 161933"/>
              <a:gd name="connsiteY15" fmla="*/ 19053 h 161928"/>
              <a:gd name="connsiteX16" fmla="*/ 154400 w 161933"/>
              <a:gd name="connsiteY16" fmla="*/ 38100 h 161928"/>
              <a:gd name="connsiteX17" fmla="*/ 133350 w 161933"/>
              <a:gd name="connsiteY17" fmla="*/ 38101 h 161928"/>
              <a:gd name="connsiteX18" fmla="*/ 133350 w 161933"/>
              <a:gd name="connsiteY18" fmla="*/ 57276 h 161928"/>
              <a:gd name="connsiteX19" fmla="*/ 152400 w 161933"/>
              <a:gd name="connsiteY19" fmla="*/ 85728 h 161928"/>
              <a:gd name="connsiteX20" fmla="*/ 152400 w 161933"/>
              <a:gd name="connsiteY20" fmla="*/ 133353 h 161928"/>
              <a:gd name="connsiteX21" fmla="*/ 123825 w 161933"/>
              <a:gd name="connsiteY21" fmla="*/ 161928 h 161928"/>
              <a:gd name="connsiteX22" fmla="*/ 28575 w 161933"/>
              <a:gd name="connsiteY22" fmla="*/ 161928 h 161928"/>
              <a:gd name="connsiteX23" fmla="*/ 0 w 161933"/>
              <a:gd name="connsiteY23" fmla="*/ 133353 h 161928"/>
              <a:gd name="connsiteX24" fmla="*/ 0 w 161933"/>
              <a:gd name="connsiteY24" fmla="*/ 123828 h 161928"/>
              <a:gd name="connsiteX25" fmla="*/ 9525 w 161933"/>
              <a:gd name="connsiteY25" fmla="*/ 114303 h 161928"/>
              <a:gd name="connsiteX26" fmla="*/ 38100 w 161933"/>
              <a:gd name="connsiteY26" fmla="*/ 114303 h 161928"/>
              <a:gd name="connsiteX27" fmla="*/ 47625 w 161933"/>
              <a:gd name="connsiteY27" fmla="*/ 104778 h 161928"/>
              <a:gd name="connsiteX28" fmla="*/ 47625 w 161933"/>
              <a:gd name="connsiteY28" fmla="*/ 95253 h 161928"/>
              <a:gd name="connsiteX29" fmla="*/ 57150 w 161933"/>
              <a:gd name="connsiteY29" fmla="*/ 85728 h 161928"/>
              <a:gd name="connsiteX30" fmla="*/ 85725 w 161933"/>
              <a:gd name="connsiteY30" fmla="*/ 85728 h 161928"/>
              <a:gd name="connsiteX31" fmla="*/ 95250 w 161933"/>
              <a:gd name="connsiteY31" fmla="*/ 76203 h 161928"/>
              <a:gd name="connsiteX32" fmla="*/ 95250 w 161933"/>
              <a:gd name="connsiteY32" fmla="*/ 66678 h 161928"/>
              <a:gd name="connsiteX33" fmla="*/ 104775 w 161933"/>
              <a:gd name="connsiteY33" fmla="*/ 57153 h 161928"/>
              <a:gd name="connsiteX34" fmla="*/ 114300 w 161933"/>
              <a:gd name="connsiteY34" fmla="*/ 57153 h 161928"/>
              <a:gd name="connsiteX35" fmla="*/ 114300 w 161933"/>
              <a:gd name="connsiteY35" fmla="*/ 9526 h 161928"/>
              <a:gd name="connsiteX36" fmla="*/ 115491 w 161933"/>
              <a:gd name="connsiteY36" fmla="*/ 1193 h 161928"/>
              <a:gd name="connsiteX37" fmla="*/ 123818 w 161933"/>
              <a:gd name="connsiteY37" fmla="*/ 3 h 16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1933" h="161928">
                <a:moveTo>
                  <a:pt x="38100" y="9527"/>
                </a:moveTo>
                <a:lnTo>
                  <a:pt x="66675" y="9527"/>
                </a:lnTo>
                <a:cubicBezTo>
                  <a:pt x="71936" y="9527"/>
                  <a:pt x="76200" y="13791"/>
                  <a:pt x="76200" y="19052"/>
                </a:cubicBezTo>
                <a:lnTo>
                  <a:pt x="76200" y="47627"/>
                </a:lnTo>
                <a:cubicBezTo>
                  <a:pt x="76200" y="52887"/>
                  <a:pt x="71936" y="57152"/>
                  <a:pt x="66675" y="57152"/>
                </a:cubicBezTo>
                <a:cubicBezTo>
                  <a:pt x="61414" y="57152"/>
                  <a:pt x="57150" y="52887"/>
                  <a:pt x="57150" y="47627"/>
                </a:cubicBezTo>
                <a:lnTo>
                  <a:pt x="57150" y="42047"/>
                </a:lnTo>
                <a:lnTo>
                  <a:pt x="16260" y="82937"/>
                </a:lnTo>
                <a:cubicBezTo>
                  <a:pt x="12540" y="86657"/>
                  <a:pt x="6510" y="86657"/>
                  <a:pt x="2790" y="82937"/>
                </a:cubicBezTo>
                <a:cubicBezTo>
                  <a:pt x="-930" y="79218"/>
                  <a:pt x="-930" y="73186"/>
                  <a:pt x="2790" y="69467"/>
                </a:cubicBezTo>
                <a:lnTo>
                  <a:pt x="43680" y="28577"/>
                </a:lnTo>
                <a:lnTo>
                  <a:pt x="38100" y="28577"/>
                </a:lnTo>
                <a:cubicBezTo>
                  <a:pt x="32840" y="28577"/>
                  <a:pt x="28575" y="24312"/>
                  <a:pt x="28575" y="19052"/>
                </a:cubicBezTo>
                <a:cubicBezTo>
                  <a:pt x="28575" y="13791"/>
                  <a:pt x="32840" y="9527"/>
                  <a:pt x="38100" y="9527"/>
                </a:cubicBezTo>
                <a:close/>
                <a:moveTo>
                  <a:pt x="154400" y="0"/>
                </a:moveTo>
                <a:cubicBezTo>
                  <a:pt x="172412" y="0"/>
                  <a:pt x="152418" y="11555"/>
                  <a:pt x="152400" y="19053"/>
                </a:cubicBezTo>
                <a:cubicBezTo>
                  <a:pt x="152382" y="26558"/>
                  <a:pt x="172456" y="38100"/>
                  <a:pt x="154400" y="38100"/>
                </a:cubicBezTo>
                <a:lnTo>
                  <a:pt x="133350" y="38101"/>
                </a:lnTo>
                <a:lnTo>
                  <a:pt x="133350" y="57276"/>
                </a:lnTo>
                <a:cubicBezTo>
                  <a:pt x="148449" y="58154"/>
                  <a:pt x="152400" y="64038"/>
                  <a:pt x="152400" y="85728"/>
                </a:cubicBezTo>
                <a:lnTo>
                  <a:pt x="152400" y="133353"/>
                </a:lnTo>
                <a:cubicBezTo>
                  <a:pt x="152400" y="157164"/>
                  <a:pt x="147638" y="161928"/>
                  <a:pt x="123825" y="161928"/>
                </a:cubicBezTo>
                <a:lnTo>
                  <a:pt x="28575" y="161928"/>
                </a:lnTo>
                <a:cubicBezTo>
                  <a:pt x="4762" y="161927"/>
                  <a:pt x="0" y="157164"/>
                  <a:pt x="0" y="133353"/>
                </a:cubicBezTo>
                <a:lnTo>
                  <a:pt x="0" y="123828"/>
                </a:lnTo>
                <a:cubicBezTo>
                  <a:pt x="0" y="119065"/>
                  <a:pt x="4763" y="114303"/>
                  <a:pt x="9525" y="114303"/>
                </a:cubicBezTo>
                <a:lnTo>
                  <a:pt x="38100" y="114303"/>
                </a:lnTo>
                <a:cubicBezTo>
                  <a:pt x="42863" y="114303"/>
                  <a:pt x="47625" y="109540"/>
                  <a:pt x="47625" y="104778"/>
                </a:cubicBezTo>
                <a:lnTo>
                  <a:pt x="47625" y="95253"/>
                </a:lnTo>
                <a:cubicBezTo>
                  <a:pt x="47625" y="90490"/>
                  <a:pt x="52388" y="85728"/>
                  <a:pt x="57150" y="85728"/>
                </a:cubicBezTo>
                <a:lnTo>
                  <a:pt x="85725" y="85728"/>
                </a:lnTo>
                <a:cubicBezTo>
                  <a:pt x="90488" y="85728"/>
                  <a:pt x="95250" y="80965"/>
                  <a:pt x="95250" y="76203"/>
                </a:cubicBezTo>
                <a:lnTo>
                  <a:pt x="95250" y="66678"/>
                </a:lnTo>
                <a:cubicBezTo>
                  <a:pt x="95250" y="61915"/>
                  <a:pt x="100013" y="57153"/>
                  <a:pt x="104775" y="57153"/>
                </a:cubicBezTo>
                <a:lnTo>
                  <a:pt x="114300" y="57153"/>
                </a:lnTo>
                <a:lnTo>
                  <a:pt x="114300" y="9526"/>
                </a:lnTo>
                <a:cubicBezTo>
                  <a:pt x="114300" y="4764"/>
                  <a:pt x="114300" y="2383"/>
                  <a:pt x="115491" y="1193"/>
                </a:cubicBezTo>
                <a:cubicBezTo>
                  <a:pt x="116680" y="3"/>
                  <a:pt x="119060" y="3"/>
                  <a:pt x="123818" y="3"/>
                </a:cubicBezTo>
                <a:close/>
              </a:path>
            </a:pathLst>
          </a:custGeom>
          <a:solidFill>
            <a:srgbClr val="000000"/>
          </a:solidFill>
          <a:ln w="9525" cap="flat">
            <a:noFill/>
            <a:prstDash val="solid"/>
            <a:miter/>
          </a:ln>
        </p:spPr>
        <p:txBody>
          <a:bodyPr rtlCol="0" anchor="ctr"/>
          <a:lstStyle/>
          <a:p>
            <a:endParaRPr lang="ru-RU"/>
          </a:p>
        </p:txBody>
      </p:sp>
      <p:sp>
        <p:nvSpPr>
          <p:cNvPr id="1370" name="Полилиния: фигура 1369">
            <a:extLst>
              <a:ext uri="{FF2B5EF4-FFF2-40B4-BE49-F238E27FC236}">
                <a16:creationId xmlns:a16="http://schemas.microsoft.com/office/drawing/2014/main" id="{A6A54B76-B6D7-AA1A-7D55-8A1F6E4D4223}"/>
              </a:ext>
            </a:extLst>
          </p:cNvPr>
          <p:cNvSpPr/>
          <p:nvPr/>
        </p:nvSpPr>
        <p:spPr>
          <a:xfrm>
            <a:off x="4415439" y="1406163"/>
            <a:ext cx="190500" cy="142875"/>
          </a:xfrm>
          <a:custGeom>
            <a:avLst/>
            <a:gdLst>
              <a:gd name="connsiteX0" fmla="*/ 180975 w 190500"/>
              <a:gd name="connsiteY0" fmla="*/ 95250 h 142875"/>
              <a:gd name="connsiteX1" fmla="*/ 190500 w 190500"/>
              <a:gd name="connsiteY1" fmla="*/ 104775 h 142875"/>
              <a:gd name="connsiteX2" fmla="*/ 180975 w 190500"/>
              <a:gd name="connsiteY2" fmla="*/ 114300 h 142875"/>
              <a:gd name="connsiteX3" fmla="*/ 171450 w 190500"/>
              <a:gd name="connsiteY3" fmla="*/ 104775 h 142875"/>
              <a:gd name="connsiteX4" fmla="*/ 180975 w 190500"/>
              <a:gd name="connsiteY4" fmla="*/ 95250 h 142875"/>
              <a:gd name="connsiteX5" fmla="*/ 38035 w 190500"/>
              <a:gd name="connsiteY5" fmla="*/ 80374 h 142875"/>
              <a:gd name="connsiteX6" fmla="*/ 67765 w 190500"/>
              <a:gd name="connsiteY6" fmla="*/ 90472 h 142875"/>
              <a:gd name="connsiteX7" fmla="*/ 95250 w 190500"/>
              <a:gd name="connsiteY7" fmla="*/ 95250 h 142875"/>
              <a:gd name="connsiteX8" fmla="*/ 122735 w 190500"/>
              <a:gd name="connsiteY8" fmla="*/ 90472 h 142875"/>
              <a:gd name="connsiteX9" fmla="*/ 152465 w 190500"/>
              <a:gd name="connsiteY9" fmla="*/ 80374 h 142875"/>
              <a:gd name="connsiteX10" fmla="*/ 161925 w 190500"/>
              <a:gd name="connsiteY10" fmla="*/ 85726 h 142875"/>
              <a:gd name="connsiteX11" fmla="*/ 95250 w 190500"/>
              <a:gd name="connsiteY11" fmla="*/ 142875 h 142875"/>
              <a:gd name="connsiteX12" fmla="*/ 28575 w 190500"/>
              <a:gd name="connsiteY12" fmla="*/ 85726 h 142875"/>
              <a:gd name="connsiteX13" fmla="*/ 38035 w 190500"/>
              <a:gd name="connsiteY13" fmla="*/ 80374 h 142875"/>
              <a:gd name="connsiteX14" fmla="*/ 95250 w 190500"/>
              <a:gd name="connsiteY14" fmla="*/ 0 h 142875"/>
              <a:gd name="connsiteX15" fmla="*/ 185505 w 190500"/>
              <a:gd name="connsiteY15" fmla="*/ 34482 h 142875"/>
              <a:gd name="connsiteX16" fmla="*/ 190500 w 190500"/>
              <a:gd name="connsiteY16" fmla="*/ 42863 h 142875"/>
              <a:gd name="connsiteX17" fmla="*/ 190500 w 190500"/>
              <a:gd name="connsiteY17" fmla="*/ 76200 h 142875"/>
              <a:gd name="connsiteX18" fmla="*/ 180975 w 190500"/>
              <a:gd name="connsiteY18" fmla="*/ 85725 h 142875"/>
              <a:gd name="connsiteX19" fmla="*/ 171450 w 190500"/>
              <a:gd name="connsiteY19" fmla="*/ 76200 h 142875"/>
              <a:gd name="connsiteX20" fmla="*/ 171450 w 190500"/>
              <a:gd name="connsiteY20" fmla="*/ 60923 h 142875"/>
              <a:gd name="connsiteX21" fmla="*/ 95250 w 190500"/>
              <a:gd name="connsiteY21" fmla="*/ 85725 h 142875"/>
              <a:gd name="connsiteX22" fmla="*/ 0 w 190500"/>
              <a:gd name="connsiteY22" fmla="*/ 42863 h 142875"/>
              <a:gd name="connsiteX23" fmla="*/ 95250 w 190500"/>
              <a:gd name="connsiteY23"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500" h="142875">
                <a:moveTo>
                  <a:pt x="180975" y="95250"/>
                </a:moveTo>
                <a:cubicBezTo>
                  <a:pt x="186236" y="95250"/>
                  <a:pt x="190500" y="99514"/>
                  <a:pt x="190500" y="104775"/>
                </a:cubicBezTo>
                <a:cubicBezTo>
                  <a:pt x="190500" y="110036"/>
                  <a:pt x="186236" y="114300"/>
                  <a:pt x="180975" y="114300"/>
                </a:cubicBezTo>
                <a:cubicBezTo>
                  <a:pt x="175714" y="114300"/>
                  <a:pt x="171450" y="110036"/>
                  <a:pt x="171450" y="104775"/>
                </a:cubicBezTo>
                <a:cubicBezTo>
                  <a:pt x="171450" y="99514"/>
                  <a:pt x="175714" y="95250"/>
                  <a:pt x="180975" y="95250"/>
                </a:cubicBezTo>
                <a:close/>
                <a:moveTo>
                  <a:pt x="38035" y="80374"/>
                </a:moveTo>
                <a:cubicBezTo>
                  <a:pt x="47920" y="84357"/>
                  <a:pt x="58291" y="87870"/>
                  <a:pt x="67765" y="90472"/>
                </a:cubicBezTo>
                <a:cubicBezTo>
                  <a:pt x="78007" y="93286"/>
                  <a:pt x="87961" y="95250"/>
                  <a:pt x="95250" y="95250"/>
                </a:cubicBezTo>
                <a:cubicBezTo>
                  <a:pt x="102540" y="95250"/>
                  <a:pt x="112494" y="93286"/>
                  <a:pt x="122735" y="90472"/>
                </a:cubicBezTo>
                <a:cubicBezTo>
                  <a:pt x="132210" y="87870"/>
                  <a:pt x="142581" y="84357"/>
                  <a:pt x="152465" y="80374"/>
                </a:cubicBezTo>
                <a:cubicBezTo>
                  <a:pt x="157233" y="78451"/>
                  <a:pt x="161925" y="80373"/>
                  <a:pt x="161925" y="85726"/>
                </a:cubicBezTo>
                <a:cubicBezTo>
                  <a:pt x="161925" y="133350"/>
                  <a:pt x="148287" y="142875"/>
                  <a:pt x="95250" y="142875"/>
                </a:cubicBezTo>
                <a:cubicBezTo>
                  <a:pt x="42214" y="142875"/>
                  <a:pt x="28575" y="133351"/>
                  <a:pt x="28575" y="85726"/>
                </a:cubicBezTo>
                <a:cubicBezTo>
                  <a:pt x="28575" y="80374"/>
                  <a:pt x="33267" y="78452"/>
                  <a:pt x="38035" y="80374"/>
                </a:cubicBezTo>
                <a:close/>
                <a:moveTo>
                  <a:pt x="95250" y="0"/>
                </a:moveTo>
                <a:cubicBezTo>
                  <a:pt x="115254" y="0"/>
                  <a:pt x="168869" y="18906"/>
                  <a:pt x="185505" y="34482"/>
                </a:cubicBezTo>
                <a:cubicBezTo>
                  <a:pt x="188480" y="36093"/>
                  <a:pt x="190500" y="39242"/>
                  <a:pt x="190500" y="42863"/>
                </a:cubicBezTo>
                <a:lnTo>
                  <a:pt x="190500" y="76200"/>
                </a:lnTo>
                <a:cubicBezTo>
                  <a:pt x="190500" y="81461"/>
                  <a:pt x="186236" y="85725"/>
                  <a:pt x="180975" y="85725"/>
                </a:cubicBezTo>
                <a:cubicBezTo>
                  <a:pt x="175714" y="85725"/>
                  <a:pt x="171450" y="81461"/>
                  <a:pt x="171450" y="76200"/>
                </a:cubicBezTo>
                <a:lnTo>
                  <a:pt x="171450" y="60923"/>
                </a:lnTo>
                <a:cubicBezTo>
                  <a:pt x="148548" y="73696"/>
                  <a:pt x="111206" y="85725"/>
                  <a:pt x="95250" y="85725"/>
                </a:cubicBezTo>
                <a:cubicBezTo>
                  <a:pt x="71438" y="85725"/>
                  <a:pt x="0" y="58936"/>
                  <a:pt x="0" y="42863"/>
                </a:cubicBezTo>
                <a:cubicBezTo>
                  <a:pt x="0" y="26789"/>
                  <a:pt x="71438" y="0"/>
                  <a:pt x="95250" y="0"/>
                </a:cubicBezTo>
                <a:close/>
              </a:path>
            </a:pathLst>
          </a:custGeom>
          <a:solidFill>
            <a:srgbClr val="000000"/>
          </a:solidFill>
          <a:ln w="9525" cap="flat">
            <a:noFill/>
            <a:prstDash val="solid"/>
            <a:miter/>
          </a:ln>
        </p:spPr>
        <p:txBody>
          <a:bodyPr rtlCol="0" anchor="ctr"/>
          <a:lstStyle/>
          <a:p>
            <a:endParaRPr lang="ru-RU"/>
          </a:p>
        </p:txBody>
      </p:sp>
      <p:sp>
        <p:nvSpPr>
          <p:cNvPr id="1000" name="Рисунок 488">
            <a:extLst>
              <a:ext uri="{FF2B5EF4-FFF2-40B4-BE49-F238E27FC236}">
                <a16:creationId xmlns:a16="http://schemas.microsoft.com/office/drawing/2014/main" id="{5119BC75-7369-8ABE-8331-292C4B71481A}"/>
              </a:ext>
            </a:extLst>
          </p:cNvPr>
          <p:cNvSpPr/>
          <p:nvPr/>
        </p:nvSpPr>
        <p:spPr>
          <a:xfrm>
            <a:off x="4424964" y="1965508"/>
            <a:ext cx="171450" cy="142875"/>
          </a:xfrm>
          <a:custGeom>
            <a:avLst/>
            <a:gdLst>
              <a:gd name="connsiteX0" fmla="*/ 69850 w 171450"/>
              <a:gd name="connsiteY0" fmla="*/ 137970 h 142875"/>
              <a:gd name="connsiteX1" fmla="*/ 41860 w 171450"/>
              <a:gd name="connsiteY1" fmla="*/ 120075 h 142875"/>
              <a:gd name="connsiteX2" fmla="*/ 0 w 171450"/>
              <a:gd name="connsiteY2" fmla="*/ 45654 h 142875"/>
              <a:gd name="connsiteX3" fmla="*/ 46759 w 171450"/>
              <a:gd name="connsiteY3" fmla="*/ 0 h 142875"/>
              <a:gd name="connsiteX4" fmla="*/ 85725 w 171450"/>
              <a:gd name="connsiteY4" fmla="*/ 19539 h 142875"/>
              <a:gd name="connsiteX5" fmla="*/ 124691 w 171450"/>
              <a:gd name="connsiteY5" fmla="*/ 0 h 142875"/>
              <a:gd name="connsiteX6" fmla="*/ 171450 w 171450"/>
              <a:gd name="connsiteY6" fmla="*/ 45654 h 142875"/>
              <a:gd name="connsiteX7" fmla="*/ 129559 w 171450"/>
              <a:gd name="connsiteY7" fmla="*/ 120077 h 142875"/>
              <a:gd name="connsiteX8" fmla="*/ 101569 w 171450"/>
              <a:gd name="connsiteY8" fmla="*/ 137969 h 142875"/>
              <a:gd name="connsiteX9" fmla="*/ 85725 w 171450"/>
              <a:gd name="connsiteY9" fmla="*/ 142875 h 142875"/>
              <a:gd name="connsiteX10" fmla="*/ 69850 w 171450"/>
              <a:gd name="connsiteY10" fmla="*/ 13797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50" h="142875">
                <a:moveTo>
                  <a:pt x="69850" y="137970"/>
                </a:moveTo>
                <a:cubicBezTo>
                  <a:pt x="62243" y="134011"/>
                  <a:pt x="52071" y="128055"/>
                  <a:pt x="41860" y="120075"/>
                </a:cubicBezTo>
                <a:cubicBezTo>
                  <a:pt x="21644" y="104277"/>
                  <a:pt x="0" y="79498"/>
                  <a:pt x="0" y="45654"/>
                </a:cubicBezTo>
                <a:cubicBezTo>
                  <a:pt x="0" y="20452"/>
                  <a:pt x="20933" y="0"/>
                  <a:pt x="46759" y="0"/>
                </a:cubicBezTo>
                <a:cubicBezTo>
                  <a:pt x="62550" y="0"/>
                  <a:pt x="77008" y="7676"/>
                  <a:pt x="85725" y="19539"/>
                </a:cubicBezTo>
                <a:cubicBezTo>
                  <a:pt x="94442" y="7676"/>
                  <a:pt x="108900" y="0"/>
                  <a:pt x="124691" y="0"/>
                </a:cubicBezTo>
                <a:cubicBezTo>
                  <a:pt x="150517" y="0"/>
                  <a:pt x="171450" y="20452"/>
                  <a:pt x="171450" y="45654"/>
                </a:cubicBezTo>
                <a:cubicBezTo>
                  <a:pt x="171450" y="79500"/>
                  <a:pt x="149783" y="104280"/>
                  <a:pt x="129559" y="120077"/>
                </a:cubicBezTo>
                <a:cubicBezTo>
                  <a:pt x="119343" y="128056"/>
                  <a:pt x="109171" y="134011"/>
                  <a:pt x="101569" y="137969"/>
                </a:cubicBezTo>
                <a:cubicBezTo>
                  <a:pt x="95294" y="141237"/>
                  <a:pt x="90508" y="142872"/>
                  <a:pt x="85725" y="142875"/>
                </a:cubicBezTo>
                <a:cubicBezTo>
                  <a:pt x="80931" y="142878"/>
                  <a:pt x="76138" y="141243"/>
                  <a:pt x="69850" y="137970"/>
                </a:cubicBezTo>
                <a:close/>
              </a:path>
            </a:pathLst>
          </a:custGeom>
          <a:solidFill>
            <a:srgbClr val="000000"/>
          </a:solidFill>
          <a:ln w="9525" cap="flat">
            <a:noFill/>
            <a:prstDash val="solid"/>
            <a:miter/>
          </a:ln>
        </p:spPr>
        <p:txBody>
          <a:bodyPr rtlCol="0" anchor="ctr"/>
          <a:lstStyle/>
          <a:p>
            <a:endParaRPr lang="ru-RU"/>
          </a:p>
        </p:txBody>
      </p:sp>
      <p:sp>
        <p:nvSpPr>
          <p:cNvPr id="1001" name="Рисунок 513">
            <a:extLst>
              <a:ext uri="{FF2B5EF4-FFF2-40B4-BE49-F238E27FC236}">
                <a16:creationId xmlns:a16="http://schemas.microsoft.com/office/drawing/2014/main" id="{49939126-6CBA-9C3D-505C-C4690DE306E3}"/>
              </a:ext>
            </a:extLst>
          </p:cNvPr>
          <p:cNvSpPr/>
          <p:nvPr/>
        </p:nvSpPr>
        <p:spPr>
          <a:xfrm>
            <a:off x="4434489" y="2486753"/>
            <a:ext cx="152400" cy="180975"/>
          </a:xfrm>
          <a:custGeom>
            <a:avLst/>
            <a:gdLst>
              <a:gd name="connsiteX0" fmla="*/ 47625 w 152400"/>
              <a:gd name="connsiteY0" fmla="*/ 29999 h 180975"/>
              <a:gd name="connsiteX1" fmla="*/ 47625 w 152400"/>
              <a:gd name="connsiteY1" fmla="*/ 28575 h 180975"/>
              <a:gd name="connsiteX2" fmla="*/ 76200 w 152400"/>
              <a:gd name="connsiteY2" fmla="*/ 0 h 180975"/>
              <a:gd name="connsiteX3" fmla="*/ 104775 w 152400"/>
              <a:gd name="connsiteY3" fmla="*/ 28575 h 180975"/>
              <a:gd name="connsiteX4" fmla="*/ 104775 w 152400"/>
              <a:gd name="connsiteY4" fmla="*/ 29999 h 180975"/>
              <a:gd name="connsiteX5" fmla="*/ 152400 w 152400"/>
              <a:gd name="connsiteY5" fmla="*/ 104775 h 180975"/>
              <a:gd name="connsiteX6" fmla="*/ 76200 w 152400"/>
              <a:gd name="connsiteY6" fmla="*/ 180975 h 180975"/>
              <a:gd name="connsiteX7" fmla="*/ 0 w 152400"/>
              <a:gd name="connsiteY7" fmla="*/ 104775 h 180975"/>
              <a:gd name="connsiteX8" fmla="*/ 47625 w 152400"/>
              <a:gd name="connsiteY8" fmla="*/ 29999 h 180975"/>
              <a:gd name="connsiteX9" fmla="*/ 66675 w 152400"/>
              <a:gd name="connsiteY9" fmla="*/ 28575 h 180975"/>
              <a:gd name="connsiteX10" fmla="*/ 66675 w 152400"/>
              <a:gd name="connsiteY10" fmla="*/ 28693 h 180975"/>
              <a:gd name="connsiteX11" fmla="*/ 76200 w 152400"/>
              <a:gd name="connsiteY11" fmla="*/ 28575 h 180975"/>
              <a:gd name="connsiteX12" fmla="*/ 85725 w 152400"/>
              <a:gd name="connsiteY12" fmla="*/ 28693 h 180975"/>
              <a:gd name="connsiteX13" fmla="*/ 85725 w 152400"/>
              <a:gd name="connsiteY13" fmla="*/ 28575 h 180975"/>
              <a:gd name="connsiteX14" fmla="*/ 76200 w 152400"/>
              <a:gd name="connsiteY14" fmla="*/ 19050 h 180975"/>
              <a:gd name="connsiteX15" fmla="*/ 66675 w 152400"/>
              <a:gd name="connsiteY15" fmla="*/ 28575 h 180975"/>
              <a:gd name="connsiteX16" fmla="*/ 76200 w 152400"/>
              <a:gd name="connsiteY16" fmla="*/ 47625 h 180975"/>
              <a:gd name="connsiteX17" fmla="*/ 47625 w 152400"/>
              <a:gd name="connsiteY17" fmla="*/ 76200 h 180975"/>
              <a:gd name="connsiteX18" fmla="*/ 76200 w 152400"/>
              <a:gd name="connsiteY18" fmla="*/ 104775 h 180975"/>
              <a:gd name="connsiteX19" fmla="*/ 104775 w 152400"/>
              <a:gd name="connsiteY19" fmla="*/ 76200 h 180975"/>
              <a:gd name="connsiteX20" fmla="*/ 76200 w 152400"/>
              <a:gd name="connsiteY20" fmla="*/ 47625 h 180975"/>
              <a:gd name="connsiteX21" fmla="*/ 49411 w 152400"/>
              <a:gd name="connsiteY21" fmla="*/ 114300 h 180975"/>
              <a:gd name="connsiteX22" fmla="*/ 28575 w 152400"/>
              <a:gd name="connsiteY22" fmla="*/ 138113 h 180975"/>
              <a:gd name="connsiteX23" fmla="*/ 76149 w 152400"/>
              <a:gd name="connsiteY23" fmla="*/ 161925 h 180975"/>
              <a:gd name="connsiteX24" fmla="*/ 123825 w 152400"/>
              <a:gd name="connsiteY24" fmla="*/ 138113 h 180975"/>
              <a:gd name="connsiteX25" fmla="*/ 102989 w 152400"/>
              <a:gd name="connsiteY25" fmla="*/ 114300 h 180975"/>
              <a:gd name="connsiteX26" fmla="*/ 94585 w 152400"/>
              <a:gd name="connsiteY26" fmla="*/ 116835 h 180975"/>
              <a:gd name="connsiteX27" fmla="*/ 76200 w 152400"/>
              <a:gd name="connsiteY27" fmla="*/ 121104 h 180975"/>
              <a:gd name="connsiteX28" fmla="*/ 57800 w 152400"/>
              <a:gd name="connsiteY28" fmla="*/ 116840 h 180975"/>
              <a:gd name="connsiteX29" fmla="*/ 49411 w 152400"/>
              <a:gd name="connsiteY29" fmla="*/ 11430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2400" h="180975">
                <a:moveTo>
                  <a:pt x="47625" y="29999"/>
                </a:moveTo>
                <a:lnTo>
                  <a:pt x="47625" y="28575"/>
                </a:lnTo>
                <a:cubicBezTo>
                  <a:pt x="47625" y="12794"/>
                  <a:pt x="60418" y="0"/>
                  <a:pt x="76200" y="0"/>
                </a:cubicBezTo>
                <a:cubicBezTo>
                  <a:pt x="91982" y="0"/>
                  <a:pt x="104775" y="12794"/>
                  <a:pt x="104775" y="28575"/>
                </a:cubicBezTo>
                <a:lnTo>
                  <a:pt x="104775" y="29999"/>
                </a:lnTo>
                <a:cubicBezTo>
                  <a:pt x="143241" y="34782"/>
                  <a:pt x="152400" y="52991"/>
                  <a:pt x="152400" y="104775"/>
                </a:cubicBezTo>
                <a:cubicBezTo>
                  <a:pt x="152400" y="167526"/>
                  <a:pt x="138951" y="180975"/>
                  <a:pt x="76200" y="180975"/>
                </a:cubicBezTo>
                <a:cubicBezTo>
                  <a:pt x="13449" y="180975"/>
                  <a:pt x="0" y="167526"/>
                  <a:pt x="0" y="104775"/>
                </a:cubicBezTo>
                <a:cubicBezTo>
                  <a:pt x="0" y="52991"/>
                  <a:pt x="9159" y="34782"/>
                  <a:pt x="47625" y="29999"/>
                </a:cubicBezTo>
                <a:close/>
                <a:moveTo>
                  <a:pt x="66675" y="28575"/>
                </a:moveTo>
                <a:lnTo>
                  <a:pt x="66675" y="28693"/>
                </a:lnTo>
                <a:cubicBezTo>
                  <a:pt x="69716" y="28612"/>
                  <a:pt x="72889" y="28575"/>
                  <a:pt x="76200" y="28575"/>
                </a:cubicBezTo>
                <a:cubicBezTo>
                  <a:pt x="79511" y="28575"/>
                  <a:pt x="82684" y="28612"/>
                  <a:pt x="85725" y="28693"/>
                </a:cubicBezTo>
                <a:lnTo>
                  <a:pt x="85725" y="28575"/>
                </a:lnTo>
                <a:cubicBezTo>
                  <a:pt x="85725" y="23315"/>
                  <a:pt x="81461" y="19050"/>
                  <a:pt x="76200" y="19050"/>
                </a:cubicBezTo>
                <a:cubicBezTo>
                  <a:pt x="70939" y="19050"/>
                  <a:pt x="66675" y="23315"/>
                  <a:pt x="66675" y="28575"/>
                </a:cubicBezTo>
                <a:close/>
                <a:moveTo>
                  <a:pt x="76200" y="47625"/>
                </a:moveTo>
                <a:cubicBezTo>
                  <a:pt x="59055" y="47625"/>
                  <a:pt x="47625" y="59055"/>
                  <a:pt x="47625" y="76200"/>
                </a:cubicBezTo>
                <a:cubicBezTo>
                  <a:pt x="47625" y="93345"/>
                  <a:pt x="59055" y="104775"/>
                  <a:pt x="76200" y="104775"/>
                </a:cubicBezTo>
                <a:cubicBezTo>
                  <a:pt x="93345" y="104775"/>
                  <a:pt x="104775" y="93345"/>
                  <a:pt x="104775" y="76200"/>
                </a:cubicBezTo>
                <a:cubicBezTo>
                  <a:pt x="104775" y="59055"/>
                  <a:pt x="93345" y="47625"/>
                  <a:pt x="76200" y="47625"/>
                </a:cubicBezTo>
                <a:close/>
                <a:moveTo>
                  <a:pt x="49411" y="114300"/>
                </a:moveTo>
                <a:cubicBezTo>
                  <a:pt x="43458" y="114278"/>
                  <a:pt x="28575" y="131309"/>
                  <a:pt x="28575" y="138113"/>
                </a:cubicBezTo>
                <a:cubicBezTo>
                  <a:pt x="28575" y="144916"/>
                  <a:pt x="43458" y="161925"/>
                  <a:pt x="76149" y="161925"/>
                </a:cubicBezTo>
                <a:cubicBezTo>
                  <a:pt x="108838" y="161925"/>
                  <a:pt x="123825" y="144916"/>
                  <a:pt x="123825" y="138113"/>
                </a:cubicBezTo>
                <a:cubicBezTo>
                  <a:pt x="123825" y="131309"/>
                  <a:pt x="108942" y="114300"/>
                  <a:pt x="102989" y="114300"/>
                </a:cubicBezTo>
                <a:cubicBezTo>
                  <a:pt x="99291" y="114300"/>
                  <a:pt x="97124" y="115468"/>
                  <a:pt x="94585" y="116835"/>
                </a:cubicBezTo>
                <a:cubicBezTo>
                  <a:pt x="90995" y="118769"/>
                  <a:pt x="86661" y="121104"/>
                  <a:pt x="76200" y="121104"/>
                </a:cubicBezTo>
                <a:cubicBezTo>
                  <a:pt x="65723" y="121104"/>
                  <a:pt x="61392" y="118774"/>
                  <a:pt x="57800" y="116840"/>
                </a:cubicBezTo>
                <a:cubicBezTo>
                  <a:pt x="55268" y="115479"/>
                  <a:pt x="53102" y="114314"/>
                  <a:pt x="49411" y="114300"/>
                </a:cubicBezTo>
                <a:close/>
              </a:path>
            </a:pathLst>
          </a:custGeom>
          <a:solidFill>
            <a:srgbClr val="000000"/>
          </a:solidFill>
          <a:ln w="9525" cap="flat">
            <a:noFill/>
            <a:prstDash val="solid"/>
            <a:miter/>
          </a:ln>
        </p:spPr>
        <p:txBody>
          <a:bodyPr rtlCol="0" anchor="ctr"/>
          <a:lstStyle/>
          <a:p>
            <a:endParaRPr lang="ru-RU"/>
          </a:p>
        </p:txBody>
      </p:sp>
      <p:sp>
        <p:nvSpPr>
          <p:cNvPr id="1374" name="Полилиния: фигура 1373">
            <a:extLst>
              <a:ext uri="{FF2B5EF4-FFF2-40B4-BE49-F238E27FC236}">
                <a16:creationId xmlns:a16="http://schemas.microsoft.com/office/drawing/2014/main" id="{6AB40B36-B4E4-D41B-E598-14622F6085CE}"/>
              </a:ext>
            </a:extLst>
          </p:cNvPr>
          <p:cNvSpPr/>
          <p:nvPr/>
        </p:nvSpPr>
        <p:spPr>
          <a:xfrm>
            <a:off x="4424964" y="3046097"/>
            <a:ext cx="171450" cy="161926"/>
          </a:xfrm>
          <a:custGeom>
            <a:avLst/>
            <a:gdLst>
              <a:gd name="connsiteX0" fmla="*/ 57150 w 171450"/>
              <a:gd name="connsiteY0" fmla="*/ 57938 h 161926"/>
              <a:gd name="connsiteX1" fmla="*/ 76200 w 171450"/>
              <a:gd name="connsiteY1" fmla="*/ 76201 h 161926"/>
              <a:gd name="connsiteX2" fmla="*/ 76200 w 171450"/>
              <a:gd name="connsiteY2" fmla="*/ 104776 h 161926"/>
              <a:gd name="connsiteX3" fmla="*/ 85725 w 171450"/>
              <a:gd name="connsiteY3" fmla="*/ 114301 h 161926"/>
              <a:gd name="connsiteX4" fmla="*/ 95250 w 171450"/>
              <a:gd name="connsiteY4" fmla="*/ 104776 h 161926"/>
              <a:gd name="connsiteX5" fmla="*/ 95250 w 171450"/>
              <a:gd name="connsiteY5" fmla="*/ 76201 h 161926"/>
              <a:gd name="connsiteX6" fmla="*/ 114300 w 171450"/>
              <a:gd name="connsiteY6" fmla="*/ 57938 h 161926"/>
              <a:gd name="connsiteX7" fmla="*/ 171450 w 171450"/>
              <a:gd name="connsiteY7" fmla="*/ 109538 h 161926"/>
              <a:gd name="connsiteX8" fmla="*/ 85725 w 171450"/>
              <a:gd name="connsiteY8" fmla="*/ 161926 h 161926"/>
              <a:gd name="connsiteX9" fmla="*/ 0 w 171450"/>
              <a:gd name="connsiteY9" fmla="*/ 109538 h 161926"/>
              <a:gd name="connsiteX10" fmla="*/ 57150 w 171450"/>
              <a:gd name="connsiteY10" fmla="*/ 57938 h 161926"/>
              <a:gd name="connsiteX11" fmla="*/ 80011 w 171450"/>
              <a:gd name="connsiteY11" fmla="*/ 1905 h 161926"/>
              <a:gd name="connsiteX12" fmla="*/ 91441 w 171450"/>
              <a:gd name="connsiteY12" fmla="*/ 1905 h 161926"/>
              <a:gd name="connsiteX13" fmla="*/ 129541 w 171450"/>
              <a:gd name="connsiteY13" fmla="*/ 30480 h 161926"/>
              <a:gd name="connsiteX14" fmla="*/ 131446 w 171450"/>
              <a:gd name="connsiteY14" fmla="*/ 43815 h 161926"/>
              <a:gd name="connsiteX15" fmla="*/ 118111 w 171450"/>
              <a:gd name="connsiteY15" fmla="*/ 45720 h 161926"/>
              <a:gd name="connsiteX16" fmla="*/ 95251 w 171450"/>
              <a:gd name="connsiteY16" fmla="*/ 28575 h 161926"/>
              <a:gd name="connsiteX17" fmla="*/ 95251 w 171450"/>
              <a:gd name="connsiteY17" fmla="*/ 57150 h 161926"/>
              <a:gd name="connsiteX18" fmla="*/ 85726 w 171450"/>
              <a:gd name="connsiteY18" fmla="*/ 66675 h 161926"/>
              <a:gd name="connsiteX19" fmla="*/ 76201 w 171450"/>
              <a:gd name="connsiteY19" fmla="*/ 57150 h 161926"/>
              <a:gd name="connsiteX20" fmla="*/ 76201 w 171450"/>
              <a:gd name="connsiteY20" fmla="*/ 28575 h 161926"/>
              <a:gd name="connsiteX21" fmla="*/ 53341 w 171450"/>
              <a:gd name="connsiteY21" fmla="*/ 45720 h 161926"/>
              <a:gd name="connsiteX22" fmla="*/ 40006 w 171450"/>
              <a:gd name="connsiteY22" fmla="*/ 43815 h 161926"/>
              <a:gd name="connsiteX23" fmla="*/ 41911 w 171450"/>
              <a:gd name="connsiteY23" fmla="*/ 30480 h 16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50" h="161926">
                <a:moveTo>
                  <a:pt x="57150" y="57938"/>
                </a:moveTo>
                <a:cubicBezTo>
                  <a:pt x="76110" y="56687"/>
                  <a:pt x="76200" y="57572"/>
                  <a:pt x="76200" y="76201"/>
                </a:cubicBezTo>
                <a:lnTo>
                  <a:pt x="76200" y="104776"/>
                </a:lnTo>
                <a:cubicBezTo>
                  <a:pt x="76200" y="110036"/>
                  <a:pt x="80464" y="114301"/>
                  <a:pt x="85725" y="114301"/>
                </a:cubicBezTo>
                <a:cubicBezTo>
                  <a:pt x="90986" y="114301"/>
                  <a:pt x="95250" y="110036"/>
                  <a:pt x="95250" y="104776"/>
                </a:cubicBezTo>
                <a:lnTo>
                  <a:pt x="95250" y="76201"/>
                </a:lnTo>
                <a:cubicBezTo>
                  <a:pt x="95250" y="57572"/>
                  <a:pt x="95340" y="56687"/>
                  <a:pt x="114300" y="57938"/>
                </a:cubicBezTo>
                <a:cubicBezTo>
                  <a:pt x="161148" y="61027"/>
                  <a:pt x="171450" y="73950"/>
                  <a:pt x="171450" y="109538"/>
                </a:cubicBezTo>
                <a:cubicBezTo>
                  <a:pt x="171450" y="151448"/>
                  <a:pt x="157163" y="161926"/>
                  <a:pt x="85725" y="161926"/>
                </a:cubicBezTo>
                <a:cubicBezTo>
                  <a:pt x="14288" y="161926"/>
                  <a:pt x="0" y="151448"/>
                  <a:pt x="0" y="109538"/>
                </a:cubicBezTo>
                <a:cubicBezTo>
                  <a:pt x="0" y="73950"/>
                  <a:pt x="10302" y="61027"/>
                  <a:pt x="57150" y="57938"/>
                </a:cubicBezTo>
                <a:close/>
                <a:moveTo>
                  <a:pt x="80011" y="1905"/>
                </a:moveTo>
                <a:cubicBezTo>
                  <a:pt x="83397" y="-635"/>
                  <a:pt x="88054" y="-635"/>
                  <a:pt x="91441" y="1905"/>
                </a:cubicBezTo>
                <a:lnTo>
                  <a:pt x="129541" y="30480"/>
                </a:lnTo>
                <a:cubicBezTo>
                  <a:pt x="133749" y="33636"/>
                  <a:pt x="134602" y="39607"/>
                  <a:pt x="131446" y="43815"/>
                </a:cubicBezTo>
                <a:cubicBezTo>
                  <a:pt x="128289" y="48023"/>
                  <a:pt x="122319" y="48876"/>
                  <a:pt x="118111" y="45720"/>
                </a:cubicBezTo>
                <a:lnTo>
                  <a:pt x="95251" y="28575"/>
                </a:lnTo>
                <a:lnTo>
                  <a:pt x="95251" y="57150"/>
                </a:lnTo>
                <a:cubicBezTo>
                  <a:pt x="95251" y="62410"/>
                  <a:pt x="90986" y="66675"/>
                  <a:pt x="85726" y="66675"/>
                </a:cubicBezTo>
                <a:cubicBezTo>
                  <a:pt x="80465" y="66675"/>
                  <a:pt x="76201" y="62410"/>
                  <a:pt x="76201" y="57150"/>
                </a:cubicBezTo>
                <a:lnTo>
                  <a:pt x="76201" y="28575"/>
                </a:lnTo>
                <a:lnTo>
                  <a:pt x="53341" y="45720"/>
                </a:lnTo>
                <a:cubicBezTo>
                  <a:pt x="49132" y="48876"/>
                  <a:pt x="43162" y="48023"/>
                  <a:pt x="40006" y="43815"/>
                </a:cubicBezTo>
                <a:cubicBezTo>
                  <a:pt x="36849" y="39607"/>
                  <a:pt x="37702" y="33636"/>
                  <a:pt x="41911" y="30480"/>
                </a:cubicBezTo>
                <a:close/>
              </a:path>
            </a:pathLst>
          </a:custGeom>
          <a:solidFill>
            <a:srgbClr val="000000"/>
          </a:solidFill>
          <a:ln w="9525" cap="flat">
            <a:noFill/>
            <a:prstDash val="solid"/>
            <a:miter/>
          </a:ln>
        </p:spPr>
        <p:txBody>
          <a:bodyPr rtlCol="0" anchor="ctr"/>
          <a:lstStyle/>
          <a:p>
            <a:endParaRPr lang="ru-RU"/>
          </a:p>
        </p:txBody>
      </p:sp>
      <p:sp>
        <p:nvSpPr>
          <p:cNvPr id="1379" name="Полилиния: фигура 1378">
            <a:extLst>
              <a:ext uri="{FF2B5EF4-FFF2-40B4-BE49-F238E27FC236}">
                <a16:creationId xmlns:a16="http://schemas.microsoft.com/office/drawing/2014/main" id="{AFF1B8A0-22A4-13AC-3A02-CAD6CEE07ABC}"/>
              </a:ext>
            </a:extLst>
          </p:cNvPr>
          <p:cNvSpPr/>
          <p:nvPr/>
        </p:nvSpPr>
        <p:spPr>
          <a:xfrm>
            <a:off x="4434490" y="4609643"/>
            <a:ext cx="152399" cy="152399"/>
          </a:xfrm>
          <a:custGeom>
            <a:avLst/>
            <a:gdLst>
              <a:gd name="connsiteX0" fmla="*/ 126614 w 152399"/>
              <a:gd name="connsiteY0" fmla="*/ 12314 h 152399"/>
              <a:gd name="connsiteX1" fmla="*/ 140084 w 152399"/>
              <a:gd name="connsiteY1" fmla="*/ 12314 h 152399"/>
              <a:gd name="connsiteX2" fmla="*/ 140084 w 152399"/>
              <a:gd name="connsiteY2" fmla="*/ 25784 h 152399"/>
              <a:gd name="connsiteX3" fmla="*/ 118244 w 152399"/>
              <a:gd name="connsiteY3" fmla="*/ 47624 h 152399"/>
              <a:gd name="connsiteX4" fmla="*/ 123824 w 152399"/>
              <a:gd name="connsiteY4" fmla="*/ 47624 h 152399"/>
              <a:gd name="connsiteX5" fmla="*/ 133349 w 152399"/>
              <a:gd name="connsiteY5" fmla="*/ 57149 h 152399"/>
              <a:gd name="connsiteX6" fmla="*/ 123824 w 152399"/>
              <a:gd name="connsiteY6" fmla="*/ 66674 h 152399"/>
              <a:gd name="connsiteX7" fmla="*/ 95249 w 152399"/>
              <a:gd name="connsiteY7" fmla="*/ 66674 h 152399"/>
              <a:gd name="connsiteX8" fmla="*/ 85724 w 152399"/>
              <a:gd name="connsiteY8" fmla="*/ 57149 h 152399"/>
              <a:gd name="connsiteX9" fmla="*/ 85724 w 152399"/>
              <a:gd name="connsiteY9" fmla="*/ 28574 h 152399"/>
              <a:gd name="connsiteX10" fmla="*/ 95249 w 152399"/>
              <a:gd name="connsiteY10" fmla="*/ 19049 h 152399"/>
              <a:gd name="connsiteX11" fmla="*/ 104774 w 152399"/>
              <a:gd name="connsiteY11" fmla="*/ 28574 h 152399"/>
              <a:gd name="connsiteX12" fmla="*/ 104774 w 152399"/>
              <a:gd name="connsiteY12" fmla="*/ 34154 h 152399"/>
              <a:gd name="connsiteX13" fmla="*/ 30264 w 152399"/>
              <a:gd name="connsiteY13" fmla="*/ 14 h 152399"/>
              <a:gd name="connsiteX14" fmla="*/ 46246 w 152399"/>
              <a:gd name="connsiteY14" fmla="*/ 7147 h 152399"/>
              <a:gd name="connsiteX15" fmla="*/ 60862 w 152399"/>
              <a:gd name="connsiteY15" fmla="*/ 29201 h 152399"/>
              <a:gd name="connsiteX16" fmla="*/ 53552 w 152399"/>
              <a:gd name="connsiteY16" fmla="*/ 55063 h 152399"/>
              <a:gd name="connsiteX17" fmla="*/ 52956 w 152399"/>
              <a:gd name="connsiteY17" fmla="*/ 55651 h 152399"/>
              <a:gd name="connsiteX18" fmla="*/ 50413 w 152399"/>
              <a:gd name="connsiteY18" fmla="*/ 69271 h 152399"/>
              <a:gd name="connsiteX19" fmla="*/ 83127 w 152399"/>
              <a:gd name="connsiteY19" fmla="*/ 101984 h 152399"/>
              <a:gd name="connsiteX20" fmla="*/ 97306 w 152399"/>
              <a:gd name="connsiteY20" fmla="*/ 98872 h 152399"/>
              <a:gd name="connsiteX21" fmla="*/ 123196 w 152399"/>
              <a:gd name="connsiteY21" fmla="*/ 91536 h 152399"/>
              <a:gd name="connsiteX22" fmla="*/ 145250 w 152399"/>
              <a:gd name="connsiteY22" fmla="*/ 106150 h 152399"/>
              <a:gd name="connsiteX23" fmla="*/ 152384 w 152399"/>
              <a:gd name="connsiteY23" fmla="*/ 122134 h 152399"/>
              <a:gd name="connsiteX24" fmla="*/ 146419 w 152399"/>
              <a:gd name="connsiteY24" fmla="*/ 138590 h 152399"/>
              <a:gd name="connsiteX25" fmla="*/ 110836 w 152399"/>
              <a:gd name="connsiteY25" fmla="*/ 152399 h 152399"/>
              <a:gd name="connsiteX26" fmla="*/ 0 w 152399"/>
              <a:gd name="connsiteY26" fmla="*/ 41563 h 152399"/>
              <a:gd name="connsiteX27" fmla="*/ 13370 w 152399"/>
              <a:gd name="connsiteY27" fmla="*/ 6385 h 152399"/>
              <a:gd name="connsiteX28" fmla="*/ 30264 w 152399"/>
              <a:gd name="connsiteY28" fmla="*/ 14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2399" h="152399">
                <a:moveTo>
                  <a:pt x="126614" y="12314"/>
                </a:moveTo>
                <a:cubicBezTo>
                  <a:pt x="130333" y="8594"/>
                  <a:pt x="136365" y="8594"/>
                  <a:pt x="140084" y="12314"/>
                </a:cubicBezTo>
                <a:cubicBezTo>
                  <a:pt x="143804" y="16034"/>
                  <a:pt x="143804" y="22064"/>
                  <a:pt x="140084" y="25784"/>
                </a:cubicBezTo>
                <a:lnTo>
                  <a:pt x="118244" y="47624"/>
                </a:lnTo>
                <a:lnTo>
                  <a:pt x="123824" y="47624"/>
                </a:lnTo>
                <a:cubicBezTo>
                  <a:pt x="129085" y="47624"/>
                  <a:pt x="133349" y="51889"/>
                  <a:pt x="133349" y="57149"/>
                </a:cubicBezTo>
                <a:cubicBezTo>
                  <a:pt x="133349" y="62410"/>
                  <a:pt x="129085" y="66674"/>
                  <a:pt x="123824" y="66674"/>
                </a:cubicBezTo>
                <a:lnTo>
                  <a:pt x="95249" y="66674"/>
                </a:lnTo>
                <a:cubicBezTo>
                  <a:pt x="89988" y="66674"/>
                  <a:pt x="85724" y="62410"/>
                  <a:pt x="85724" y="57149"/>
                </a:cubicBezTo>
                <a:lnTo>
                  <a:pt x="85724" y="28574"/>
                </a:lnTo>
                <a:cubicBezTo>
                  <a:pt x="85724" y="23313"/>
                  <a:pt x="89988" y="19049"/>
                  <a:pt x="95249" y="19049"/>
                </a:cubicBezTo>
                <a:cubicBezTo>
                  <a:pt x="100510" y="19049"/>
                  <a:pt x="104774" y="23314"/>
                  <a:pt x="104774" y="28574"/>
                </a:cubicBezTo>
                <a:lnTo>
                  <a:pt x="104774" y="34154"/>
                </a:lnTo>
                <a:close/>
                <a:moveTo>
                  <a:pt x="30264" y="14"/>
                </a:moveTo>
                <a:cubicBezTo>
                  <a:pt x="36345" y="233"/>
                  <a:pt x="42023" y="2768"/>
                  <a:pt x="46246" y="7147"/>
                </a:cubicBezTo>
                <a:cubicBezTo>
                  <a:pt x="54203" y="15399"/>
                  <a:pt x="58900" y="22415"/>
                  <a:pt x="60862" y="29201"/>
                </a:cubicBezTo>
                <a:cubicBezTo>
                  <a:pt x="63586" y="38630"/>
                  <a:pt x="61064" y="47371"/>
                  <a:pt x="53552" y="55063"/>
                </a:cubicBezTo>
                <a:cubicBezTo>
                  <a:pt x="53379" y="55240"/>
                  <a:pt x="53178" y="55436"/>
                  <a:pt x="52956" y="55651"/>
                </a:cubicBezTo>
                <a:cubicBezTo>
                  <a:pt x="50568" y="57973"/>
                  <a:pt x="45875" y="62536"/>
                  <a:pt x="50413" y="69271"/>
                </a:cubicBezTo>
                <a:cubicBezTo>
                  <a:pt x="58985" y="81995"/>
                  <a:pt x="70399" y="93411"/>
                  <a:pt x="83127" y="101984"/>
                </a:cubicBezTo>
                <a:cubicBezTo>
                  <a:pt x="87547" y="104962"/>
                  <a:pt x="91213" y="104921"/>
                  <a:pt x="97306" y="98872"/>
                </a:cubicBezTo>
                <a:cubicBezTo>
                  <a:pt x="104997" y="91362"/>
                  <a:pt x="113767" y="88810"/>
                  <a:pt x="123196" y="91536"/>
                </a:cubicBezTo>
                <a:cubicBezTo>
                  <a:pt x="129982" y="93496"/>
                  <a:pt x="136998" y="98194"/>
                  <a:pt x="145250" y="106150"/>
                </a:cubicBezTo>
                <a:cubicBezTo>
                  <a:pt x="149629" y="110375"/>
                  <a:pt x="152165" y="116053"/>
                  <a:pt x="152384" y="122134"/>
                </a:cubicBezTo>
                <a:cubicBezTo>
                  <a:pt x="152603" y="128215"/>
                  <a:pt x="150484" y="134061"/>
                  <a:pt x="146419" y="138590"/>
                </a:cubicBezTo>
                <a:cubicBezTo>
                  <a:pt x="137524" y="148480"/>
                  <a:pt x="123505" y="152399"/>
                  <a:pt x="110836" y="152399"/>
                </a:cubicBezTo>
                <a:cubicBezTo>
                  <a:pt x="55417" y="152399"/>
                  <a:pt x="0" y="96981"/>
                  <a:pt x="0" y="41563"/>
                </a:cubicBezTo>
                <a:cubicBezTo>
                  <a:pt x="-72" y="27125"/>
                  <a:pt x="4523" y="15232"/>
                  <a:pt x="13370" y="6385"/>
                </a:cubicBezTo>
                <a:cubicBezTo>
                  <a:pt x="17763" y="2009"/>
                  <a:pt x="24186" y="-205"/>
                  <a:pt x="30264" y="14"/>
                </a:cubicBezTo>
                <a:close/>
              </a:path>
            </a:pathLst>
          </a:custGeom>
          <a:solidFill>
            <a:srgbClr val="000000"/>
          </a:solidFill>
          <a:ln w="9525" cap="flat">
            <a:noFill/>
            <a:prstDash val="solid"/>
            <a:miter/>
          </a:ln>
        </p:spPr>
        <p:txBody>
          <a:bodyPr rtlCol="0" anchor="ctr"/>
          <a:lstStyle/>
          <a:p>
            <a:endParaRPr lang="ru-RU"/>
          </a:p>
        </p:txBody>
      </p:sp>
      <p:sp>
        <p:nvSpPr>
          <p:cNvPr id="1388" name="Полилиния: фигура 1387">
            <a:extLst>
              <a:ext uri="{FF2B5EF4-FFF2-40B4-BE49-F238E27FC236}">
                <a16:creationId xmlns:a16="http://schemas.microsoft.com/office/drawing/2014/main" id="{EF9166AA-1C37-659C-5FAF-B5318803FF6F}"/>
              </a:ext>
            </a:extLst>
          </p:cNvPr>
          <p:cNvSpPr/>
          <p:nvPr/>
        </p:nvSpPr>
        <p:spPr>
          <a:xfrm>
            <a:off x="4424964" y="5100761"/>
            <a:ext cx="171450" cy="161925"/>
          </a:xfrm>
          <a:custGeom>
            <a:avLst/>
            <a:gdLst>
              <a:gd name="connsiteX0" fmla="*/ 85725 w 171450"/>
              <a:gd name="connsiteY0" fmla="*/ 76200 h 161925"/>
              <a:gd name="connsiteX1" fmla="*/ 104775 w 171450"/>
              <a:gd name="connsiteY1" fmla="*/ 95250 h 161925"/>
              <a:gd name="connsiteX2" fmla="*/ 85725 w 171450"/>
              <a:gd name="connsiteY2" fmla="*/ 114300 h 161925"/>
              <a:gd name="connsiteX3" fmla="*/ 66675 w 171450"/>
              <a:gd name="connsiteY3" fmla="*/ 95250 h 161925"/>
              <a:gd name="connsiteX4" fmla="*/ 85725 w 171450"/>
              <a:gd name="connsiteY4" fmla="*/ 76200 h 161925"/>
              <a:gd name="connsiteX5" fmla="*/ 85725 w 171450"/>
              <a:gd name="connsiteY5" fmla="*/ 57150 h 161925"/>
              <a:gd name="connsiteX6" fmla="*/ 47625 w 171450"/>
              <a:gd name="connsiteY6" fmla="*/ 95250 h 161925"/>
              <a:gd name="connsiteX7" fmla="*/ 85725 w 171450"/>
              <a:gd name="connsiteY7" fmla="*/ 133350 h 161925"/>
              <a:gd name="connsiteX8" fmla="*/ 123825 w 171450"/>
              <a:gd name="connsiteY8" fmla="*/ 95250 h 161925"/>
              <a:gd name="connsiteX9" fmla="*/ 85725 w 171450"/>
              <a:gd name="connsiteY9" fmla="*/ 57150 h 161925"/>
              <a:gd name="connsiteX10" fmla="*/ 38100 w 171450"/>
              <a:gd name="connsiteY10" fmla="*/ 47625 h 161925"/>
              <a:gd name="connsiteX11" fmla="*/ 28575 w 171450"/>
              <a:gd name="connsiteY11" fmla="*/ 57150 h 161925"/>
              <a:gd name="connsiteX12" fmla="*/ 38100 w 171450"/>
              <a:gd name="connsiteY12" fmla="*/ 66675 h 161925"/>
              <a:gd name="connsiteX13" fmla="*/ 47625 w 171450"/>
              <a:gd name="connsiteY13" fmla="*/ 57150 h 161925"/>
              <a:gd name="connsiteX14" fmla="*/ 38100 w 171450"/>
              <a:gd name="connsiteY14" fmla="*/ 47625 h 161925"/>
              <a:gd name="connsiteX15" fmla="*/ 86781 w 171450"/>
              <a:gd name="connsiteY15" fmla="*/ 0 h 161925"/>
              <a:gd name="connsiteX16" fmla="*/ 120644 w 171450"/>
              <a:gd name="connsiteY16" fmla="*/ 20805 h 161925"/>
              <a:gd name="connsiteX17" fmla="*/ 171450 w 171450"/>
              <a:gd name="connsiteY17" fmla="*/ 90488 h 161925"/>
              <a:gd name="connsiteX18" fmla="*/ 85725 w 171450"/>
              <a:gd name="connsiteY18" fmla="*/ 161925 h 161925"/>
              <a:gd name="connsiteX19" fmla="*/ 0 w 171450"/>
              <a:gd name="connsiteY19" fmla="*/ 90488 h 161925"/>
              <a:gd name="connsiteX20" fmla="*/ 53004 w 171450"/>
              <a:gd name="connsiteY20" fmla="*/ 20542 h 161925"/>
              <a:gd name="connsiteX21" fmla="*/ 86781 w 171450"/>
              <a:gd name="connsiteY21"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61925">
                <a:moveTo>
                  <a:pt x="85725" y="76200"/>
                </a:moveTo>
                <a:cubicBezTo>
                  <a:pt x="96246" y="76200"/>
                  <a:pt x="104775" y="84729"/>
                  <a:pt x="104775" y="95250"/>
                </a:cubicBezTo>
                <a:cubicBezTo>
                  <a:pt x="104775" y="105771"/>
                  <a:pt x="96246" y="114300"/>
                  <a:pt x="85725" y="114300"/>
                </a:cubicBezTo>
                <a:cubicBezTo>
                  <a:pt x="75204" y="114300"/>
                  <a:pt x="66675" y="105771"/>
                  <a:pt x="66675" y="95250"/>
                </a:cubicBezTo>
                <a:cubicBezTo>
                  <a:pt x="66675" y="84729"/>
                  <a:pt x="75204" y="76200"/>
                  <a:pt x="85725" y="76200"/>
                </a:cubicBezTo>
                <a:close/>
                <a:moveTo>
                  <a:pt x="85725" y="57150"/>
                </a:moveTo>
                <a:cubicBezTo>
                  <a:pt x="64683" y="57150"/>
                  <a:pt x="47625" y="74208"/>
                  <a:pt x="47625" y="95250"/>
                </a:cubicBezTo>
                <a:cubicBezTo>
                  <a:pt x="47625" y="116292"/>
                  <a:pt x="64683" y="133350"/>
                  <a:pt x="85725" y="133350"/>
                </a:cubicBezTo>
                <a:cubicBezTo>
                  <a:pt x="106767" y="133350"/>
                  <a:pt x="123825" y="116292"/>
                  <a:pt x="123825" y="95250"/>
                </a:cubicBezTo>
                <a:cubicBezTo>
                  <a:pt x="123825" y="74208"/>
                  <a:pt x="106767" y="57150"/>
                  <a:pt x="85725" y="57150"/>
                </a:cubicBezTo>
                <a:close/>
                <a:moveTo>
                  <a:pt x="38100" y="47625"/>
                </a:moveTo>
                <a:cubicBezTo>
                  <a:pt x="32840" y="47625"/>
                  <a:pt x="28575" y="51889"/>
                  <a:pt x="28575" y="57150"/>
                </a:cubicBezTo>
                <a:cubicBezTo>
                  <a:pt x="28575" y="62411"/>
                  <a:pt x="32840" y="66675"/>
                  <a:pt x="38100" y="66675"/>
                </a:cubicBezTo>
                <a:cubicBezTo>
                  <a:pt x="43360" y="66675"/>
                  <a:pt x="47625" y="62411"/>
                  <a:pt x="47625" y="57150"/>
                </a:cubicBezTo>
                <a:cubicBezTo>
                  <a:pt x="47625" y="51889"/>
                  <a:pt x="43360" y="47625"/>
                  <a:pt x="38100" y="47625"/>
                </a:cubicBezTo>
                <a:close/>
                <a:moveTo>
                  <a:pt x="86781" y="0"/>
                </a:moveTo>
                <a:cubicBezTo>
                  <a:pt x="109690" y="0"/>
                  <a:pt x="116857" y="8996"/>
                  <a:pt x="120644" y="20805"/>
                </a:cubicBezTo>
                <a:cubicBezTo>
                  <a:pt x="162090" y="26054"/>
                  <a:pt x="171450" y="44231"/>
                  <a:pt x="171450" y="90488"/>
                </a:cubicBezTo>
                <a:cubicBezTo>
                  <a:pt x="171450" y="147638"/>
                  <a:pt x="157163" y="161925"/>
                  <a:pt x="85725" y="161925"/>
                </a:cubicBezTo>
                <a:cubicBezTo>
                  <a:pt x="14288" y="161925"/>
                  <a:pt x="0" y="147638"/>
                  <a:pt x="0" y="90488"/>
                </a:cubicBezTo>
                <a:cubicBezTo>
                  <a:pt x="0" y="43425"/>
                  <a:pt x="9689" y="25429"/>
                  <a:pt x="53004" y="20542"/>
                </a:cubicBezTo>
                <a:cubicBezTo>
                  <a:pt x="56814" y="8862"/>
                  <a:pt x="64043" y="0"/>
                  <a:pt x="86781" y="0"/>
                </a:cubicBezTo>
                <a:close/>
              </a:path>
            </a:pathLst>
          </a:custGeom>
          <a:solidFill>
            <a:srgbClr val="000000"/>
          </a:solidFill>
          <a:ln w="9525" cap="flat">
            <a:noFill/>
            <a:prstDash val="solid"/>
            <a:miter/>
          </a:ln>
        </p:spPr>
        <p:txBody>
          <a:bodyPr rtlCol="0" anchor="ctr"/>
          <a:lstStyle/>
          <a:p>
            <a:endParaRPr lang="ru-RU"/>
          </a:p>
        </p:txBody>
      </p:sp>
      <p:sp>
        <p:nvSpPr>
          <p:cNvPr id="1393" name="Полилиния: фигура 1392">
            <a:extLst>
              <a:ext uri="{FF2B5EF4-FFF2-40B4-BE49-F238E27FC236}">
                <a16:creationId xmlns:a16="http://schemas.microsoft.com/office/drawing/2014/main" id="{327F9487-F7DD-12A2-4C54-A60AB45CBD8B}"/>
              </a:ext>
            </a:extLst>
          </p:cNvPr>
          <p:cNvSpPr/>
          <p:nvPr/>
        </p:nvSpPr>
        <p:spPr>
          <a:xfrm>
            <a:off x="4424964" y="5610931"/>
            <a:ext cx="180975" cy="142875"/>
          </a:xfrm>
          <a:custGeom>
            <a:avLst/>
            <a:gdLst>
              <a:gd name="connsiteX0" fmla="*/ 51473 w 180975"/>
              <a:gd name="connsiteY0" fmla="*/ 28660 h 142875"/>
              <a:gd name="connsiteX1" fmla="*/ 44425 w 180975"/>
              <a:gd name="connsiteY1" fmla="*/ 36897 h 142875"/>
              <a:gd name="connsiteX2" fmla="*/ 42478 w 180975"/>
              <a:gd name="connsiteY2" fmla="*/ 39592 h 142875"/>
              <a:gd name="connsiteX3" fmla="*/ 41926 w 180975"/>
              <a:gd name="connsiteY3" fmla="*/ 40011 h 142875"/>
              <a:gd name="connsiteX4" fmla="*/ 38866 w 180975"/>
              <a:gd name="connsiteY4" fmla="*/ 41108 h 142875"/>
              <a:gd name="connsiteX5" fmla="*/ 29173 w 180975"/>
              <a:gd name="connsiteY5" fmla="*/ 45551 h 142875"/>
              <a:gd name="connsiteX6" fmla="*/ 28608 w 180975"/>
              <a:gd name="connsiteY6" fmla="*/ 47364 h 142875"/>
              <a:gd name="connsiteX7" fmla="*/ 33944 w 180975"/>
              <a:gd name="connsiteY7" fmla="*/ 56898 h 142875"/>
              <a:gd name="connsiteX8" fmla="*/ 35802 w 180975"/>
              <a:gd name="connsiteY8" fmla="*/ 59662 h 142875"/>
              <a:gd name="connsiteX9" fmla="*/ 36012 w 180975"/>
              <a:gd name="connsiteY9" fmla="*/ 60338 h 142875"/>
              <a:gd name="connsiteX10" fmla="*/ 36068 w 180975"/>
              <a:gd name="connsiteY10" fmla="*/ 63712 h 142875"/>
              <a:gd name="connsiteX11" fmla="*/ 37126 w 180975"/>
              <a:gd name="connsiteY11" fmla="*/ 74695 h 142875"/>
              <a:gd name="connsiteX12" fmla="*/ 38605 w 180975"/>
              <a:gd name="connsiteY12" fmla="*/ 75815 h 142875"/>
              <a:gd name="connsiteX13" fmla="*/ 48952 w 180975"/>
              <a:gd name="connsiteY13" fmla="*/ 73470 h 142875"/>
              <a:gd name="connsiteX14" fmla="*/ 52046 w 180975"/>
              <a:gd name="connsiteY14" fmla="*/ 72482 h 142875"/>
              <a:gd name="connsiteX15" fmla="*/ 52729 w 180975"/>
              <a:gd name="connsiteY15" fmla="*/ 72482 h 142875"/>
              <a:gd name="connsiteX16" fmla="*/ 55823 w 180975"/>
              <a:gd name="connsiteY16" fmla="*/ 73470 h 142875"/>
              <a:gd name="connsiteX17" fmla="*/ 66170 w 180975"/>
              <a:gd name="connsiteY17" fmla="*/ 75815 h 142875"/>
              <a:gd name="connsiteX18" fmla="*/ 67649 w 180975"/>
              <a:gd name="connsiteY18" fmla="*/ 74695 h 142875"/>
              <a:gd name="connsiteX19" fmla="*/ 68708 w 180975"/>
              <a:gd name="connsiteY19" fmla="*/ 63712 h 142875"/>
              <a:gd name="connsiteX20" fmla="*/ 68763 w 180975"/>
              <a:gd name="connsiteY20" fmla="*/ 60338 h 142875"/>
              <a:gd name="connsiteX21" fmla="*/ 68973 w 180975"/>
              <a:gd name="connsiteY21" fmla="*/ 59662 h 142875"/>
              <a:gd name="connsiteX22" fmla="*/ 70831 w 180975"/>
              <a:gd name="connsiteY22" fmla="*/ 56898 h 142875"/>
              <a:gd name="connsiteX23" fmla="*/ 76167 w 180975"/>
              <a:gd name="connsiteY23" fmla="*/ 47364 h 142875"/>
              <a:gd name="connsiteX24" fmla="*/ 75602 w 180975"/>
              <a:gd name="connsiteY24" fmla="*/ 45551 h 142875"/>
              <a:gd name="connsiteX25" fmla="*/ 65909 w 180975"/>
              <a:gd name="connsiteY25" fmla="*/ 41108 h 142875"/>
              <a:gd name="connsiteX26" fmla="*/ 62849 w 180975"/>
              <a:gd name="connsiteY26" fmla="*/ 40011 h 142875"/>
              <a:gd name="connsiteX27" fmla="*/ 62297 w 180975"/>
              <a:gd name="connsiteY27" fmla="*/ 39592 h 142875"/>
              <a:gd name="connsiteX28" fmla="*/ 60350 w 180975"/>
              <a:gd name="connsiteY28" fmla="*/ 36897 h 142875"/>
              <a:gd name="connsiteX29" fmla="*/ 53302 w 180975"/>
              <a:gd name="connsiteY29" fmla="*/ 28660 h 142875"/>
              <a:gd name="connsiteX30" fmla="*/ 51473 w 180975"/>
              <a:gd name="connsiteY30" fmla="*/ 28660 h 142875"/>
              <a:gd name="connsiteX31" fmla="*/ 172299 w 180975"/>
              <a:gd name="connsiteY31" fmla="*/ 28575 h 142875"/>
              <a:gd name="connsiteX32" fmla="*/ 172299 w 180975"/>
              <a:gd name="connsiteY32" fmla="*/ 114300 h 142875"/>
              <a:gd name="connsiteX33" fmla="*/ 159009 w 180975"/>
              <a:gd name="connsiteY33" fmla="*/ 112491 h 142875"/>
              <a:gd name="connsiteX34" fmla="*/ 152950 w 180975"/>
              <a:gd name="connsiteY34" fmla="*/ 101779 h 142875"/>
              <a:gd name="connsiteX35" fmla="*/ 154616 w 180975"/>
              <a:gd name="connsiteY35" fmla="*/ 71438 h 142875"/>
              <a:gd name="connsiteX36" fmla="*/ 152964 w 180975"/>
              <a:gd name="connsiteY36" fmla="*/ 41189 h 142875"/>
              <a:gd name="connsiteX37" fmla="*/ 159009 w 180975"/>
              <a:gd name="connsiteY37" fmla="*/ 30384 h 142875"/>
              <a:gd name="connsiteX38" fmla="*/ 172299 w 180975"/>
              <a:gd name="connsiteY38" fmla="*/ 28575 h 142875"/>
              <a:gd name="connsiteX39" fmla="*/ 71438 w 180975"/>
              <a:gd name="connsiteY39" fmla="*/ 0 h 142875"/>
              <a:gd name="connsiteX40" fmla="*/ 142875 w 180975"/>
              <a:gd name="connsiteY40" fmla="*/ 71438 h 142875"/>
              <a:gd name="connsiteX41" fmla="*/ 71438 w 180975"/>
              <a:gd name="connsiteY41" fmla="*/ 142875 h 142875"/>
              <a:gd name="connsiteX42" fmla="*/ 0 w 180975"/>
              <a:gd name="connsiteY42" fmla="*/ 71438 h 142875"/>
              <a:gd name="connsiteX43" fmla="*/ 71438 w 180975"/>
              <a:gd name="connsiteY43"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80975" h="142875">
                <a:moveTo>
                  <a:pt x="51473" y="28660"/>
                </a:moveTo>
                <a:cubicBezTo>
                  <a:pt x="49244" y="29075"/>
                  <a:pt x="47637" y="31683"/>
                  <a:pt x="44425" y="36897"/>
                </a:cubicBezTo>
                <a:cubicBezTo>
                  <a:pt x="43537" y="38338"/>
                  <a:pt x="43093" y="39059"/>
                  <a:pt x="42478" y="39592"/>
                </a:cubicBezTo>
                <a:cubicBezTo>
                  <a:pt x="42303" y="39744"/>
                  <a:pt x="42119" y="39884"/>
                  <a:pt x="41926" y="40011"/>
                </a:cubicBezTo>
                <a:cubicBezTo>
                  <a:pt x="41249" y="40455"/>
                  <a:pt x="40455" y="40673"/>
                  <a:pt x="38866" y="41108"/>
                </a:cubicBezTo>
                <a:cubicBezTo>
                  <a:pt x="33116" y="42682"/>
                  <a:pt x="30241" y="43469"/>
                  <a:pt x="29173" y="45551"/>
                </a:cubicBezTo>
                <a:cubicBezTo>
                  <a:pt x="28883" y="46116"/>
                  <a:pt x="28692" y="46730"/>
                  <a:pt x="28608" y="47364"/>
                </a:cubicBezTo>
                <a:cubicBezTo>
                  <a:pt x="28298" y="49703"/>
                  <a:pt x="30180" y="52102"/>
                  <a:pt x="33944" y="56898"/>
                </a:cubicBezTo>
                <a:cubicBezTo>
                  <a:pt x="34985" y="58224"/>
                  <a:pt x="35505" y="58886"/>
                  <a:pt x="35802" y="59662"/>
                </a:cubicBezTo>
                <a:cubicBezTo>
                  <a:pt x="35886" y="59882"/>
                  <a:pt x="35956" y="60108"/>
                  <a:pt x="36012" y="60338"/>
                </a:cubicBezTo>
                <a:cubicBezTo>
                  <a:pt x="36209" y="61147"/>
                  <a:pt x="36162" y="62001"/>
                  <a:pt x="36068" y="63712"/>
                </a:cubicBezTo>
                <a:cubicBezTo>
                  <a:pt x="35727" y="69898"/>
                  <a:pt x="35556" y="72992"/>
                  <a:pt x="37126" y="74695"/>
                </a:cubicBezTo>
                <a:cubicBezTo>
                  <a:pt x="37551" y="75157"/>
                  <a:pt x="38052" y="75536"/>
                  <a:pt x="38605" y="75815"/>
                </a:cubicBezTo>
                <a:cubicBezTo>
                  <a:pt x="40644" y="76845"/>
                  <a:pt x="43413" y="75720"/>
                  <a:pt x="48952" y="73470"/>
                </a:cubicBezTo>
                <a:cubicBezTo>
                  <a:pt x="50483" y="72849"/>
                  <a:pt x="51248" y="72538"/>
                  <a:pt x="52046" y="72482"/>
                </a:cubicBezTo>
                <a:cubicBezTo>
                  <a:pt x="52273" y="72467"/>
                  <a:pt x="52502" y="72467"/>
                  <a:pt x="52729" y="72482"/>
                </a:cubicBezTo>
                <a:cubicBezTo>
                  <a:pt x="53527" y="72538"/>
                  <a:pt x="54292" y="72848"/>
                  <a:pt x="55823" y="73470"/>
                </a:cubicBezTo>
                <a:cubicBezTo>
                  <a:pt x="61362" y="75720"/>
                  <a:pt x="64131" y="76845"/>
                  <a:pt x="66170" y="75815"/>
                </a:cubicBezTo>
                <a:cubicBezTo>
                  <a:pt x="66723" y="75536"/>
                  <a:pt x="67224" y="75157"/>
                  <a:pt x="67649" y="74695"/>
                </a:cubicBezTo>
                <a:cubicBezTo>
                  <a:pt x="69218" y="72992"/>
                  <a:pt x="69048" y="69898"/>
                  <a:pt x="68708" y="63712"/>
                </a:cubicBezTo>
                <a:cubicBezTo>
                  <a:pt x="68613" y="62001"/>
                  <a:pt x="68566" y="61147"/>
                  <a:pt x="68763" y="60338"/>
                </a:cubicBezTo>
                <a:cubicBezTo>
                  <a:pt x="68818" y="60108"/>
                  <a:pt x="68889" y="59882"/>
                  <a:pt x="68973" y="59662"/>
                </a:cubicBezTo>
                <a:cubicBezTo>
                  <a:pt x="69271" y="58886"/>
                  <a:pt x="69791" y="58224"/>
                  <a:pt x="70831" y="56898"/>
                </a:cubicBezTo>
                <a:cubicBezTo>
                  <a:pt x="74595" y="52102"/>
                  <a:pt x="76477" y="49703"/>
                  <a:pt x="76167" y="47364"/>
                </a:cubicBezTo>
                <a:cubicBezTo>
                  <a:pt x="76083" y="46730"/>
                  <a:pt x="75891" y="46116"/>
                  <a:pt x="75602" y="45551"/>
                </a:cubicBezTo>
                <a:cubicBezTo>
                  <a:pt x="74534" y="43469"/>
                  <a:pt x="71658" y="42682"/>
                  <a:pt x="65909" y="41108"/>
                </a:cubicBezTo>
                <a:cubicBezTo>
                  <a:pt x="64320" y="40673"/>
                  <a:pt x="63526" y="40455"/>
                  <a:pt x="62849" y="40011"/>
                </a:cubicBezTo>
                <a:cubicBezTo>
                  <a:pt x="62656" y="39884"/>
                  <a:pt x="62472" y="39744"/>
                  <a:pt x="62297" y="39592"/>
                </a:cubicBezTo>
                <a:cubicBezTo>
                  <a:pt x="61682" y="39059"/>
                  <a:pt x="61238" y="38338"/>
                  <a:pt x="60350" y="36897"/>
                </a:cubicBezTo>
                <a:cubicBezTo>
                  <a:pt x="57138" y="31683"/>
                  <a:pt x="55532" y="29075"/>
                  <a:pt x="53302" y="28660"/>
                </a:cubicBezTo>
                <a:cubicBezTo>
                  <a:pt x="52697" y="28547"/>
                  <a:pt x="52078" y="28547"/>
                  <a:pt x="51473" y="28660"/>
                </a:cubicBezTo>
                <a:close/>
                <a:moveTo>
                  <a:pt x="172299" y="28575"/>
                </a:moveTo>
                <a:cubicBezTo>
                  <a:pt x="183867" y="28575"/>
                  <a:pt x="183867" y="114300"/>
                  <a:pt x="172299" y="114300"/>
                </a:cubicBezTo>
                <a:cubicBezTo>
                  <a:pt x="168365" y="114300"/>
                  <a:pt x="163669" y="113548"/>
                  <a:pt x="159009" y="112491"/>
                </a:cubicBezTo>
                <a:cubicBezTo>
                  <a:pt x="151702" y="110832"/>
                  <a:pt x="151868" y="109627"/>
                  <a:pt x="152950" y="101779"/>
                </a:cubicBezTo>
                <a:cubicBezTo>
                  <a:pt x="154336" y="91735"/>
                  <a:pt x="154616" y="81565"/>
                  <a:pt x="154616" y="71438"/>
                </a:cubicBezTo>
                <a:cubicBezTo>
                  <a:pt x="154616" y="61343"/>
                  <a:pt x="154344" y="51201"/>
                  <a:pt x="152964" y="41189"/>
                </a:cubicBezTo>
                <a:cubicBezTo>
                  <a:pt x="151870" y="33257"/>
                  <a:pt x="151703" y="32043"/>
                  <a:pt x="159009" y="30384"/>
                </a:cubicBezTo>
                <a:cubicBezTo>
                  <a:pt x="163669" y="29326"/>
                  <a:pt x="168365" y="28575"/>
                  <a:pt x="172299" y="28575"/>
                </a:cubicBezTo>
                <a:close/>
                <a:moveTo>
                  <a:pt x="71438" y="0"/>
                </a:moveTo>
                <a:cubicBezTo>
                  <a:pt x="130267" y="0"/>
                  <a:pt x="142875" y="12609"/>
                  <a:pt x="142875" y="71438"/>
                </a:cubicBezTo>
                <a:cubicBezTo>
                  <a:pt x="142875" y="130267"/>
                  <a:pt x="130267" y="142875"/>
                  <a:pt x="71438" y="142875"/>
                </a:cubicBezTo>
                <a:cubicBezTo>
                  <a:pt x="12609" y="142875"/>
                  <a:pt x="0" y="130267"/>
                  <a:pt x="0" y="71438"/>
                </a:cubicBezTo>
                <a:cubicBezTo>
                  <a:pt x="0" y="12609"/>
                  <a:pt x="12609" y="0"/>
                  <a:pt x="71438" y="0"/>
                </a:cubicBezTo>
                <a:close/>
              </a:path>
            </a:pathLst>
          </a:custGeom>
          <a:solidFill>
            <a:srgbClr val="000000"/>
          </a:solidFill>
          <a:ln w="9525" cap="flat">
            <a:noFill/>
            <a:prstDash val="solid"/>
            <a:miter/>
          </a:ln>
        </p:spPr>
        <p:txBody>
          <a:bodyPr rtlCol="0" anchor="ctr"/>
          <a:lstStyle/>
          <a:p>
            <a:endParaRPr lang="ru-RU"/>
          </a:p>
        </p:txBody>
      </p:sp>
      <p:sp>
        <p:nvSpPr>
          <p:cNvPr id="1014" name="Рисунок 55">
            <a:extLst>
              <a:ext uri="{FF2B5EF4-FFF2-40B4-BE49-F238E27FC236}">
                <a16:creationId xmlns:a16="http://schemas.microsoft.com/office/drawing/2014/main" id="{2B6B14E1-5A7A-765A-2C71-02F0569C2B28}"/>
              </a:ext>
            </a:extLst>
          </p:cNvPr>
          <p:cNvSpPr/>
          <p:nvPr/>
        </p:nvSpPr>
        <p:spPr>
          <a:xfrm>
            <a:off x="4846279" y="846818"/>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85725 w 171450"/>
              <a:gd name="connsiteY5" fmla="*/ 28575 h 171450"/>
              <a:gd name="connsiteX6" fmla="*/ 114300 w 171450"/>
              <a:gd name="connsiteY6" fmla="*/ 57150 h 171450"/>
              <a:gd name="connsiteX7" fmla="*/ 85725 w 171450"/>
              <a:gd name="connsiteY7" fmla="*/ 85725 h 171450"/>
              <a:gd name="connsiteX8" fmla="*/ 57150 w 171450"/>
              <a:gd name="connsiteY8" fmla="*/ 57150 h 171450"/>
              <a:gd name="connsiteX9" fmla="*/ 85725 w 171450"/>
              <a:gd name="connsiteY9" fmla="*/ 28575 h 171450"/>
              <a:gd name="connsiteX10" fmla="*/ 58936 w 171450"/>
              <a:gd name="connsiteY10" fmla="*/ 95250 h 171450"/>
              <a:gd name="connsiteX11" fmla="*/ 67325 w 171450"/>
              <a:gd name="connsiteY11" fmla="*/ 97790 h 171450"/>
              <a:gd name="connsiteX12" fmla="*/ 85725 w 171450"/>
              <a:gd name="connsiteY12" fmla="*/ 102054 h 171450"/>
              <a:gd name="connsiteX13" fmla="*/ 104110 w 171450"/>
              <a:gd name="connsiteY13" fmla="*/ 97785 h 171450"/>
              <a:gd name="connsiteX14" fmla="*/ 112514 w 171450"/>
              <a:gd name="connsiteY14" fmla="*/ 95250 h 171450"/>
              <a:gd name="connsiteX15" fmla="*/ 133350 w 171450"/>
              <a:gd name="connsiteY15" fmla="*/ 119063 h 171450"/>
              <a:gd name="connsiteX16" fmla="*/ 85674 w 171450"/>
              <a:gd name="connsiteY16" fmla="*/ 142875 h 171450"/>
              <a:gd name="connsiteX17" fmla="*/ 38100 w 171450"/>
              <a:gd name="connsiteY17" fmla="*/ 119063 h 171450"/>
              <a:gd name="connsiteX18" fmla="*/ 58936 w 171450"/>
              <a:gd name="connsiteY18" fmla="*/ 952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85725" y="28575"/>
                </a:moveTo>
                <a:cubicBezTo>
                  <a:pt x="102870" y="28575"/>
                  <a:pt x="114300" y="40005"/>
                  <a:pt x="114300" y="57150"/>
                </a:cubicBezTo>
                <a:cubicBezTo>
                  <a:pt x="114300" y="74295"/>
                  <a:pt x="102870" y="85725"/>
                  <a:pt x="85725" y="85725"/>
                </a:cubicBezTo>
                <a:cubicBezTo>
                  <a:pt x="68580" y="85725"/>
                  <a:pt x="57150" y="74295"/>
                  <a:pt x="57150" y="57150"/>
                </a:cubicBezTo>
                <a:cubicBezTo>
                  <a:pt x="57150" y="40005"/>
                  <a:pt x="68580" y="28575"/>
                  <a:pt x="85725" y="28575"/>
                </a:cubicBezTo>
                <a:close/>
                <a:moveTo>
                  <a:pt x="58936" y="95250"/>
                </a:moveTo>
                <a:cubicBezTo>
                  <a:pt x="62627" y="95264"/>
                  <a:pt x="64793" y="96429"/>
                  <a:pt x="67325" y="97790"/>
                </a:cubicBezTo>
                <a:cubicBezTo>
                  <a:pt x="70917" y="99724"/>
                  <a:pt x="75248" y="102054"/>
                  <a:pt x="85725" y="102054"/>
                </a:cubicBezTo>
                <a:cubicBezTo>
                  <a:pt x="96186" y="102054"/>
                  <a:pt x="100520" y="99719"/>
                  <a:pt x="104110" y="97785"/>
                </a:cubicBezTo>
                <a:cubicBezTo>
                  <a:pt x="106649" y="96418"/>
                  <a:pt x="108816" y="95250"/>
                  <a:pt x="112514" y="95250"/>
                </a:cubicBezTo>
                <a:cubicBezTo>
                  <a:pt x="118467" y="95250"/>
                  <a:pt x="133350" y="112259"/>
                  <a:pt x="133350" y="119063"/>
                </a:cubicBezTo>
                <a:cubicBezTo>
                  <a:pt x="133350" y="125866"/>
                  <a:pt x="118363" y="142875"/>
                  <a:pt x="85674" y="142875"/>
                </a:cubicBezTo>
                <a:cubicBezTo>
                  <a:pt x="52983" y="142875"/>
                  <a:pt x="38100" y="125866"/>
                  <a:pt x="38100" y="119063"/>
                </a:cubicBezTo>
                <a:cubicBezTo>
                  <a:pt x="38100" y="112259"/>
                  <a:pt x="52983" y="95228"/>
                  <a:pt x="58936" y="95250"/>
                </a:cubicBezTo>
                <a:close/>
              </a:path>
            </a:pathLst>
          </a:custGeom>
          <a:solidFill>
            <a:srgbClr val="000000"/>
          </a:solidFill>
          <a:ln w="9525" cap="flat">
            <a:noFill/>
            <a:prstDash val="solid"/>
            <a:miter/>
          </a:ln>
        </p:spPr>
        <p:txBody>
          <a:bodyPr rtlCol="0" anchor="ctr"/>
          <a:lstStyle/>
          <a:p>
            <a:endParaRPr lang="ru-RU"/>
          </a:p>
        </p:txBody>
      </p:sp>
      <p:sp>
        <p:nvSpPr>
          <p:cNvPr id="1015" name="Рисунок 465">
            <a:extLst>
              <a:ext uri="{FF2B5EF4-FFF2-40B4-BE49-F238E27FC236}">
                <a16:creationId xmlns:a16="http://schemas.microsoft.com/office/drawing/2014/main" id="{BC021785-18AF-3456-E22D-9B36A868E81A}"/>
              </a:ext>
            </a:extLst>
          </p:cNvPr>
          <p:cNvSpPr/>
          <p:nvPr/>
        </p:nvSpPr>
        <p:spPr>
          <a:xfrm>
            <a:off x="4846279" y="1396638"/>
            <a:ext cx="171454" cy="171450"/>
          </a:xfrm>
          <a:custGeom>
            <a:avLst/>
            <a:gdLst>
              <a:gd name="connsiteX0" fmla="*/ 44036 w 171454"/>
              <a:gd name="connsiteY0" fmla="*/ 44036 h 171450"/>
              <a:gd name="connsiteX1" fmla="*/ 28575 w 171454"/>
              <a:gd name="connsiteY1" fmla="*/ 85725 h 171450"/>
              <a:gd name="connsiteX2" fmla="*/ 44036 w 171454"/>
              <a:gd name="connsiteY2" fmla="*/ 127414 h 171450"/>
              <a:gd name="connsiteX3" fmla="*/ 85725 w 171454"/>
              <a:gd name="connsiteY3" fmla="*/ 142875 h 171450"/>
              <a:gd name="connsiteX4" fmla="*/ 97711 w 171454"/>
              <a:gd name="connsiteY4" fmla="*/ 141935 h 171450"/>
              <a:gd name="connsiteX5" fmla="*/ 114113 w 171454"/>
              <a:gd name="connsiteY5" fmla="*/ 153735 h 171450"/>
              <a:gd name="connsiteX6" fmla="*/ 102314 w 171454"/>
              <a:gd name="connsiteY6" fmla="*/ 170137 h 171450"/>
              <a:gd name="connsiteX7" fmla="*/ 85725 w 171454"/>
              <a:gd name="connsiteY7" fmla="*/ 171450 h 171450"/>
              <a:gd name="connsiteX8" fmla="*/ 23830 w 171454"/>
              <a:gd name="connsiteY8" fmla="*/ 147620 h 171450"/>
              <a:gd name="connsiteX9" fmla="*/ 0 w 171454"/>
              <a:gd name="connsiteY9" fmla="*/ 85725 h 171450"/>
              <a:gd name="connsiteX10" fmla="*/ 23830 w 171454"/>
              <a:gd name="connsiteY10" fmla="*/ 23830 h 171450"/>
              <a:gd name="connsiteX11" fmla="*/ 85725 w 171454"/>
              <a:gd name="connsiteY11" fmla="*/ 0 h 171450"/>
              <a:gd name="connsiteX12" fmla="*/ 147620 w 171454"/>
              <a:gd name="connsiteY12" fmla="*/ 23830 h 171450"/>
              <a:gd name="connsiteX13" fmla="*/ 171450 w 171454"/>
              <a:gd name="connsiteY13" fmla="*/ 85725 h 171450"/>
              <a:gd name="connsiteX14" fmla="*/ 171452 w 171454"/>
              <a:gd name="connsiteY14" fmla="*/ 86565 h 171450"/>
              <a:gd name="connsiteX15" fmla="*/ 168531 w 171454"/>
              <a:gd name="connsiteY15" fmla="*/ 110390 h 171450"/>
              <a:gd name="connsiteX16" fmla="*/ 158762 w 171454"/>
              <a:gd name="connsiteY16" fmla="*/ 125907 h 171450"/>
              <a:gd name="connsiteX17" fmla="*/ 138113 w 171454"/>
              <a:gd name="connsiteY17" fmla="*/ 133350 h 171450"/>
              <a:gd name="connsiteX18" fmla="*/ 111564 w 171454"/>
              <a:gd name="connsiteY18" fmla="*/ 125058 h 171450"/>
              <a:gd name="connsiteX19" fmla="*/ 105476 w 171454"/>
              <a:gd name="connsiteY19" fmla="*/ 119183 h 171450"/>
              <a:gd name="connsiteX20" fmla="*/ 85725 w 171454"/>
              <a:gd name="connsiteY20" fmla="*/ 123825 h 171450"/>
              <a:gd name="connsiteX21" fmla="*/ 47625 w 171454"/>
              <a:gd name="connsiteY21" fmla="*/ 85725 h 171450"/>
              <a:gd name="connsiteX22" fmla="*/ 85725 w 171454"/>
              <a:gd name="connsiteY22" fmla="*/ 47625 h 171450"/>
              <a:gd name="connsiteX23" fmla="*/ 101193 w 171454"/>
              <a:gd name="connsiteY23" fmla="*/ 50314 h 171450"/>
              <a:gd name="connsiteX24" fmla="*/ 109538 w 171454"/>
              <a:gd name="connsiteY24" fmla="*/ 47625 h 171450"/>
              <a:gd name="connsiteX25" fmla="*/ 123825 w 171454"/>
              <a:gd name="connsiteY25" fmla="*/ 61913 h 171450"/>
              <a:gd name="connsiteX26" fmla="*/ 123825 w 171454"/>
              <a:gd name="connsiteY26" fmla="*/ 85725 h 171450"/>
              <a:gd name="connsiteX27" fmla="*/ 128942 w 171454"/>
              <a:gd name="connsiteY27" fmla="*/ 102374 h 171450"/>
              <a:gd name="connsiteX28" fmla="*/ 141361 w 171454"/>
              <a:gd name="connsiteY28" fmla="*/ 101541 h 171450"/>
              <a:gd name="connsiteX29" fmla="*/ 142875 w 171454"/>
              <a:gd name="connsiteY29" fmla="*/ 85725 h 171450"/>
              <a:gd name="connsiteX30" fmla="*/ 127414 w 171454"/>
              <a:gd name="connsiteY30" fmla="*/ 44036 h 171450"/>
              <a:gd name="connsiteX31" fmla="*/ 85725 w 171454"/>
              <a:gd name="connsiteY31" fmla="*/ 28575 h 171450"/>
              <a:gd name="connsiteX32" fmla="*/ 44036 w 171454"/>
              <a:gd name="connsiteY32" fmla="*/ 44036 h 171450"/>
              <a:gd name="connsiteX33" fmla="*/ 85725 w 171454"/>
              <a:gd name="connsiteY33" fmla="*/ 95250 h 171450"/>
              <a:gd name="connsiteX34" fmla="*/ 95250 w 171454"/>
              <a:gd name="connsiteY34" fmla="*/ 85725 h 171450"/>
              <a:gd name="connsiteX35" fmla="*/ 85725 w 171454"/>
              <a:gd name="connsiteY35" fmla="*/ 76200 h 171450"/>
              <a:gd name="connsiteX36" fmla="*/ 76200 w 171454"/>
              <a:gd name="connsiteY36" fmla="*/ 85725 h 171450"/>
              <a:gd name="connsiteX37" fmla="*/ 85725 w 171454"/>
              <a:gd name="connsiteY37" fmla="*/ 952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54" h="171450">
                <a:moveTo>
                  <a:pt x="44036" y="44036"/>
                </a:moveTo>
                <a:cubicBezTo>
                  <a:pt x="34574" y="53497"/>
                  <a:pt x="28575" y="67541"/>
                  <a:pt x="28575" y="85725"/>
                </a:cubicBezTo>
                <a:cubicBezTo>
                  <a:pt x="28575" y="103909"/>
                  <a:pt x="34574" y="117953"/>
                  <a:pt x="44036" y="127414"/>
                </a:cubicBezTo>
                <a:cubicBezTo>
                  <a:pt x="53497" y="136876"/>
                  <a:pt x="67541" y="142875"/>
                  <a:pt x="85725" y="142875"/>
                </a:cubicBezTo>
                <a:cubicBezTo>
                  <a:pt x="89951" y="142875"/>
                  <a:pt x="93951" y="142549"/>
                  <a:pt x="97711" y="141935"/>
                </a:cubicBezTo>
                <a:cubicBezTo>
                  <a:pt x="105499" y="140664"/>
                  <a:pt x="112843" y="145947"/>
                  <a:pt x="114113" y="153735"/>
                </a:cubicBezTo>
                <a:cubicBezTo>
                  <a:pt x="115384" y="161523"/>
                  <a:pt x="110101" y="168866"/>
                  <a:pt x="102314" y="170137"/>
                </a:cubicBezTo>
                <a:cubicBezTo>
                  <a:pt x="96962" y="171010"/>
                  <a:pt x="91421" y="171450"/>
                  <a:pt x="85725" y="171450"/>
                </a:cubicBezTo>
                <a:cubicBezTo>
                  <a:pt x="61047" y="171450"/>
                  <a:pt x="39372" y="163161"/>
                  <a:pt x="23830" y="147620"/>
                </a:cubicBezTo>
                <a:cubicBezTo>
                  <a:pt x="8288" y="132078"/>
                  <a:pt x="0" y="110403"/>
                  <a:pt x="0" y="85725"/>
                </a:cubicBezTo>
                <a:cubicBezTo>
                  <a:pt x="0" y="61047"/>
                  <a:pt x="8288" y="39372"/>
                  <a:pt x="23830" y="23830"/>
                </a:cubicBezTo>
                <a:cubicBezTo>
                  <a:pt x="39372" y="8288"/>
                  <a:pt x="61047" y="0"/>
                  <a:pt x="85725" y="0"/>
                </a:cubicBezTo>
                <a:cubicBezTo>
                  <a:pt x="110403" y="0"/>
                  <a:pt x="132078" y="8288"/>
                  <a:pt x="147620" y="23830"/>
                </a:cubicBezTo>
                <a:cubicBezTo>
                  <a:pt x="163161" y="39372"/>
                  <a:pt x="171450" y="61047"/>
                  <a:pt x="171450" y="85725"/>
                </a:cubicBezTo>
                <a:lnTo>
                  <a:pt x="171452" y="86565"/>
                </a:lnTo>
                <a:cubicBezTo>
                  <a:pt x="171466" y="91250"/>
                  <a:pt x="171499" y="101277"/>
                  <a:pt x="168531" y="110390"/>
                </a:cubicBezTo>
                <a:cubicBezTo>
                  <a:pt x="166885" y="115443"/>
                  <a:pt x="164006" y="121281"/>
                  <a:pt x="158762" y="125907"/>
                </a:cubicBezTo>
                <a:cubicBezTo>
                  <a:pt x="153233" y="130784"/>
                  <a:pt x="146161" y="133350"/>
                  <a:pt x="138113" y="133350"/>
                </a:cubicBezTo>
                <a:cubicBezTo>
                  <a:pt x="132163" y="133350"/>
                  <a:pt x="121212" y="132448"/>
                  <a:pt x="111564" y="125058"/>
                </a:cubicBezTo>
                <a:cubicBezTo>
                  <a:pt x="109323" y="123340"/>
                  <a:pt x="107289" y="121383"/>
                  <a:pt x="105476" y="119183"/>
                </a:cubicBezTo>
                <a:cubicBezTo>
                  <a:pt x="99890" y="122189"/>
                  <a:pt x="93216" y="123825"/>
                  <a:pt x="85725" y="123825"/>
                </a:cubicBezTo>
                <a:cubicBezTo>
                  <a:pt x="62865" y="123825"/>
                  <a:pt x="47625" y="108585"/>
                  <a:pt x="47625" y="85725"/>
                </a:cubicBezTo>
                <a:cubicBezTo>
                  <a:pt x="47625" y="62865"/>
                  <a:pt x="62865" y="47625"/>
                  <a:pt x="85725" y="47625"/>
                </a:cubicBezTo>
                <a:cubicBezTo>
                  <a:pt x="91387" y="47625"/>
                  <a:pt x="96582" y="48560"/>
                  <a:pt x="101193" y="50314"/>
                </a:cubicBezTo>
                <a:cubicBezTo>
                  <a:pt x="103541" y="48622"/>
                  <a:pt x="106423" y="47625"/>
                  <a:pt x="109538" y="47625"/>
                </a:cubicBezTo>
                <a:cubicBezTo>
                  <a:pt x="117428" y="47625"/>
                  <a:pt x="123825" y="54022"/>
                  <a:pt x="123825" y="61913"/>
                </a:cubicBezTo>
                <a:lnTo>
                  <a:pt x="123825" y="85725"/>
                </a:lnTo>
                <a:cubicBezTo>
                  <a:pt x="123825" y="97626"/>
                  <a:pt x="127404" y="101196"/>
                  <a:pt x="128942" y="102374"/>
                </a:cubicBezTo>
                <a:cubicBezTo>
                  <a:pt x="133032" y="105507"/>
                  <a:pt x="139867" y="106127"/>
                  <a:pt x="141361" y="101541"/>
                </a:cubicBezTo>
                <a:cubicBezTo>
                  <a:pt x="142853" y="96956"/>
                  <a:pt x="142875" y="91026"/>
                  <a:pt x="142875" y="85725"/>
                </a:cubicBezTo>
                <a:cubicBezTo>
                  <a:pt x="142875" y="67541"/>
                  <a:pt x="136876" y="53497"/>
                  <a:pt x="127414" y="44036"/>
                </a:cubicBezTo>
                <a:cubicBezTo>
                  <a:pt x="117953" y="34574"/>
                  <a:pt x="103909" y="28575"/>
                  <a:pt x="85725" y="28575"/>
                </a:cubicBezTo>
                <a:cubicBezTo>
                  <a:pt x="67541" y="28575"/>
                  <a:pt x="53497" y="34574"/>
                  <a:pt x="44036" y="44036"/>
                </a:cubicBezTo>
                <a:close/>
                <a:moveTo>
                  <a:pt x="85725" y="95250"/>
                </a:moveTo>
                <a:cubicBezTo>
                  <a:pt x="90986" y="95250"/>
                  <a:pt x="95250" y="90986"/>
                  <a:pt x="95250" y="85725"/>
                </a:cubicBezTo>
                <a:cubicBezTo>
                  <a:pt x="95250" y="80464"/>
                  <a:pt x="90986" y="76200"/>
                  <a:pt x="85725" y="76200"/>
                </a:cubicBezTo>
                <a:cubicBezTo>
                  <a:pt x="80464" y="76200"/>
                  <a:pt x="76200" y="80464"/>
                  <a:pt x="76200" y="85725"/>
                </a:cubicBezTo>
                <a:cubicBezTo>
                  <a:pt x="76200" y="90986"/>
                  <a:pt x="80464" y="95250"/>
                  <a:pt x="85725" y="95250"/>
                </a:cubicBezTo>
                <a:close/>
              </a:path>
            </a:pathLst>
          </a:custGeom>
          <a:solidFill>
            <a:srgbClr val="000000"/>
          </a:solidFill>
          <a:ln w="9525" cap="flat">
            <a:noFill/>
            <a:prstDash val="solid"/>
            <a:miter/>
          </a:ln>
        </p:spPr>
        <p:txBody>
          <a:bodyPr rtlCol="0" anchor="ctr"/>
          <a:lstStyle/>
          <a:p>
            <a:endParaRPr lang="ru-RU"/>
          </a:p>
        </p:txBody>
      </p:sp>
      <p:sp>
        <p:nvSpPr>
          <p:cNvPr id="1016" name="Рисунок 490">
            <a:extLst>
              <a:ext uri="{FF2B5EF4-FFF2-40B4-BE49-F238E27FC236}">
                <a16:creationId xmlns:a16="http://schemas.microsoft.com/office/drawing/2014/main" id="{DFD64896-2D28-AB00-F903-7DAC368E9017}"/>
              </a:ext>
            </a:extLst>
          </p:cNvPr>
          <p:cNvSpPr/>
          <p:nvPr/>
        </p:nvSpPr>
        <p:spPr>
          <a:xfrm>
            <a:off x="4846279" y="1955983"/>
            <a:ext cx="171450" cy="152400"/>
          </a:xfrm>
          <a:custGeom>
            <a:avLst/>
            <a:gdLst>
              <a:gd name="connsiteX0" fmla="*/ 66675 w 171450"/>
              <a:gd name="connsiteY0" fmla="*/ 0 h 152400"/>
              <a:gd name="connsiteX1" fmla="*/ 0 w 171450"/>
              <a:gd name="connsiteY1" fmla="*/ 71438 h 152400"/>
              <a:gd name="connsiteX2" fmla="*/ 19050 w 171450"/>
              <a:gd name="connsiteY2" fmla="*/ 152400 h 152400"/>
              <a:gd name="connsiteX3" fmla="*/ 47625 w 171450"/>
              <a:gd name="connsiteY3" fmla="*/ 133350 h 152400"/>
              <a:gd name="connsiteX4" fmla="*/ 104775 w 171450"/>
              <a:gd name="connsiteY4" fmla="*/ 133350 h 152400"/>
              <a:gd name="connsiteX5" fmla="*/ 171450 w 171450"/>
              <a:gd name="connsiteY5" fmla="*/ 71438 h 152400"/>
              <a:gd name="connsiteX6" fmla="*/ 104775 w 171450"/>
              <a:gd name="connsiteY6" fmla="*/ 0 h 152400"/>
              <a:gd name="connsiteX7" fmla="*/ 66675 w 171450"/>
              <a:gd name="connsiteY7" fmla="*/ 0 h 152400"/>
              <a:gd name="connsiteX8" fmla="*/ 76200 w 171450"/>
              <a:gd name="connsiteY8" fmla="*/ 28575 h 152400"/>
              <a:gd name="connsiteX9" fmla="*/ 85725 w 171450"/>
              <a:gd name="connsiteY9" fmla="*/ 19050 h 152400"/>
              <a:gd name="connsiteX10" fmla="*/ 95250 w 171450"/>
              <a:gd name="connsiteY10" fmla="*/ 28575 h 152400"/>
              <a:gd name="connsiteX11" fmla="*/ 95250 w 171450"/>
              <a:gd name="connsiteY11" fmla="*/ 66675 h 152400"/>
              <a:gd name="connsiteX12" fmla="*/ 85725 w 171450"/>
              <a:gd name="connsiteY12" fmla="*/ 76200 h 152400"/>
              <a:gd name="connsiteX13" fmla="*/ 76200 w 171450"/>
              <a:gd name="connsiteY13" fmla="*/ 66675 h 152400"/>
              <a:gd name="connsiteX14" fmla="*/ 76200 w 171450"/>
              <a:gd name="connsiteY14" fmla="*/ 28575 h 152400"/>
              <a:gd name="connsiteX15" fmla="*/ 95250 w 171450"/>
              <a:gd name="connsiteY15" fmla="*/ 104775 h 152400"/>
              <a:gd name="connsiteX16" fmla="*/ 85725 w 171450"/>
              <a:gd name="connsiteY16" fmla="*/ 114300 h 152400"/>
              <a:gd name="connsiteX17" fmla="*/ 76200 w 171450"/>
              <a:gd name="connsiteY17" fmla="*/ 104775 h 152400"/>
              <a:gd name="connsiteX18" fmla="*/ 85725 w 171450"/>
              <a:gd name="connsiteY18" fmla="*/ 95250 h 152400"/>
              <a:gd name="connsiteX19" fmla="*/ 95250 w 171450"/>
              <a:gd name="connsiteY19" fmla="*/ 1047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52400">
                <a:moveTo>
                  <a:pt x="66675" y="0"/>
                </a:moveTo>
                <a:cubicBezTo>
                  <a:pt x="9525" y="0"/>
                  <a:pt x="0" y="14288"/>
                  <a:pt x="0" y="71438"/>
                </a:cubicBezTo>
                <a:cubicBezTo>
                  <a:pt x="0" y="100013"/>
                  <a:pt x="0" y="152400"/>
                  <a:pt x="19050" y="152400"/>
                </a:cubicBezTo>
                <a:cubicBezTo>
                  <a:pt x="30273" y="152400"/>
                  <a:pt x="41037" y="143116"/>
                  <a:pt x="47625" y="133350"/>
                </a:cubicBezTo>
                <a:lnTo>
                  <a:pt x="104775" y="133350"/>
                </a:lnTo>
                <a:cubicBezTo>
                  <a:pt x="161925" y="133350"/>
                  <a:pt x="171450" y="127029"/>
                  <a:pt x="171450" y="71438"/>
                </a:cubicBezTo>
                <a:cubicBezTo>
                  <a:pt x="171450" y="14288"/>
                  <a:pt x="161925" y="0"/>
                  <a:pt x="104775" y="0"/>
                </a:cubicBezTo>
                <a:lnTo>
                  <a:pt x="66675" y="0"/>
                </a:lnTo>
                <a:close/>
                <a:moveTo>
                  <a:pt x="76200" y="28575"/>
                </a:moveTo>
                <a:cubicBezTo>
                  <a:pt x="76200" y="23315"/>
                  <a:pt x="80464" y="19050"/>
                  <a:pt x="85725" y="19050"/>
                </a:cubicBezTo>
                <a:cubicBezTo>
                  <a:pt x="90986" y="19050"/>
                  <a:pt x="95250" y="23315"/>
                  <a:pt x="95250" y="28575"/>
                </a:cubicBezTo>
                <a:lnTo>
                  <a:pt x="95250" y="66675"/>
                </a:lnTo>
                <a:cubicBezTo>
                  <a:pt x="95250" y="71936"/>
                  <a:pt x="90986" y="76200"/>
                  <a:pt x="85725" y="76200"/>
                </a:cubicBezTo>
                <a:cubicBezTo>
                  <a:pt x="80464" y="76200"/>
                  <a:pt x="76200" y="71936"/>
                  <a:pt x="76200" y="66675"/>
                </a:cubicBezTo>
                <a:lnTo>
                  <a:pt x="76200" y="28575"/>
                </a:lnTo>
                <a:close/>
                <a:moveTo>
                  <a:pt x="95250" y="104775"/>
                </a:moveTo>
                <a:cubicBezTo>
                  <a:pt x="95250" y="110036"/>
                  <a:pt x="90986" y="114300"/>
                  <a:pt x="85725" y="114300"/>
                </a:cubicBezTo>
                <a:cubicBezTo>
                  <a:pt x="80464" y="114300"/>
                  <a:pt x="76200" y="110036"/>
                  <a:pt x="76200" y="104775"/>
                </a:cubicBezTo>
                <a:cubicBezTo>
                  <a:pt x="76200" y="99514"/>
                  <a:pt x="80464" y="95250"/>
                  <a:pt x="85725" y="95250"/>
                </a:cubicBezTo>
                <a:cubicBezTo>
                  <a:pt x="90986" y="95250"/>
                  <a:pt x="95250" y="99514"/>
                  <a:pt x="95250" y="104775"/>
                </a:cubicBezTo>
                <a:close/>
              </a:path>
            </a:pathLst>
          </a:custGeom>
          <a:solidFill>
            <a:srgbClr val="000000"/>
          </a:solidFill>
          <a:ln w="9525" cap="flat">
            <a:noFill/>
            <a:prstDash val="solid"/>
            <a:miter/>
          </a:ln>
        </p:spPr>
        <p:txBody>
          <a:bodyPr rtlCol="0" anchor="ctr"/>
          <a:lstStyle/>
          <a:p>
            <a:endParaRPr lang="ru-RU"/>
          </a:p>
        </p:txBody>
      </p:sp>
      <p:sp>
        <p:nvSpPr>
          <p:cNvPr id="1373" name="Полилиния: фигура 1372">
            <a:extLst>
              <a:ext uri="{FF2B5EF4-FFF2-40B4-BE49-F238E27FC236}">
                <a16:creationId xmlns:a16="http://schemas.microsoft.com/office/drawing/2014/main" id="{1D92556C-4165-F5C0-3D9C-CD2748F32344}"/>
              </a:ext>
            </a:extLst>
          </p:cNvPr>
          <p:cNvSpPr/>
          <p:nvPr/>
        </p:nvSpPr>
        <p:spPr>
          <a:xfrm>
            <a:off x="4846279" y="2505802"/>
            <a:ext cx="171450" cy="152400"/>
          </a:xfrm>
          <a:custGeom>
            <a:avLst/>
            <a:gdLst>
              <a:gd name="connsiteX0" fmla="*/ 95250 w 171450"/>
              <a:gd name="connsiteY0" fmla="*/ 76200 h 152400"/>
              <a:gd name="connsiteX1" fmla="*/ 85725 w 171450"/>
              <a:gd name="connsiteY1" fmla="*/ 85725 h 152400"/>
              <a:gd name="connsiteX2" fmla="*/ 95250 w 171450"/>
              <a:gd name="connsiteY2" fmla="*/ 95250 h 152400"/>
              <a:gd name="connsiteX3" fmla="*/ 104775 w 171450"/>
              <a:gd name="connsiteY3" fmla="*/ 85725 h 152400"/>
              <a:gd name="connsiteX4" fmla="*/ 95250 w 171450"/>
              <a:gd name="connsiteY4" fmla="*/ 76200 h 152400"/>
              <a:gd name="connsiteX5" fmla="*/ 66675 w 171450"/>
              <a:gd name="connsiteY5" fmla="*/ 76200 h 152400"/>
              <a:gd name="connsiteX6" fmla="*/ 57150 w 171450"/>
              <a:gd name="connsiteY6" fmla="*/ 85725 h 152400"/>
              <a:gd name="connsiteX7" fmla="*/ 66675 w 171450"/>
              <a:gd name="connsiteY7" fmla="*/ 95250 h 152400"/>
              <a:gd name="connsiteX8" fmla="*/ 76200 w 171450"/>
              <a:gd name="connsiteY8" fmla="*/ 85725 h 152400"/>
              <a:gd name="connsiteX9" fmla="*/ 66675 w 171450"/>
              <a:gd name="connsiteY9" fmla="*/ 76200 h 152400"/>
              <a:gd name="connsiteX10" fmla="*/ 38100 w 171450"/>
              <a:gd name="connsiteY10" fmla="*/ 76200 h 152400"/>
              <a:gd name="connsiteX11" fmla="*/ 28575 w 171450"/>
              <a:gd name="connsiteY11" fmla="*/ 85725 h 152400"/>
              <a:gd name="connsiteX12" fmla="*/ 38100 w 171450"/>
              <a:gd name="connsiteY12" fmla="*/ 95250 h 152400"/>
              <a:gd name="connsiteX13" fmla="*/ 47625 w 171450"/>
              <a:gd name="connsiteY13" fmla="*/ 85725 h 152400"/>
              <a:gd name="connsiteX14" fmla="*/ 38100 w 171450"/>
              <a:gd name="connsiteY14" fmla="*/ 76200 h 152400"/>
              <a:gd name="connsiteX15" fmla="*/ 55563 w 171450"/>
              <a:gd name="connsiteY15" fmla="*/ 28575 h 152400"/>
              <a:gd name="connsiteX16" fmla="*/ 77788 w 171450"/>
              <a:gd name="connsiteY16" fmla="*/ 28575 h 152400"/>
              <a:gd name="connsiteX17" fmla="*/ 133350 w 171450"/>
              <a:gd name="connsiteY17" fmla="*/ 86618 h 152400"/>
              <a:gd name="connsiteX18" fmla="*/ 132405 w 171450"/>
              <a:gd name="connsiteY18" fmla="*/ 107225 h 152400"/>
              <a:gd name="connsiteX19" fmla="*/ 84810 w 171450"/>
              <a:gd name="connsiteY19" fmla="*/ 136876 h 152400"/>
              <a:gd name="connsiteX20" fmla="*/ 77788 w 171450"/>
              <a:gd name="connsiteY20" fmla="*/ 136922 h 152400"/>
              <a:gd name="connsiteX21" fmla="*/ 39688 w 171450"/>
              <a:gd name="connsiteY21" fmla="*/ 136922 h 152400"/>
              <a:gd name="connsiteX22" fmla="*/ 17624 w 171450"/>
              <a:gd name="connsiteY22" fmla="*/ 152313 h 152400"/>
              <a:gd name="connsiteX23" fmla="*/ 15875 w 171450"/>
              <a:gd name="connsiteY23" fmla="*/ 152400 h 152400"/>
              <a:gd name="connsiteX24" fmla="*/ 0 w 171450"/>
              <a:gd name="connsiteY24" fmla="*/ 86618 h 152400"/>
              <a:gd name="connsiteX25" fmla="*/ 30378 w 171450"/>
              <a:gd name="connsiteY25" fmla="*/ 30351 h 152400"/>
              <a:gd name="connsiteX26" fmla="*/ 55563 w 171450"/>
              <a:gd name="connsiteY26" fmla="*/ 28575 h 152400"/>
              <a:gd name="connsiteX27" fmla="*/ 84138 w 171450"/>
              <a:gd name="connsiteY27" fmla="*/ 0 h 152400"/>
              <a:gd name="connsiteX28" fmla="*/ 115888 w 171450"/>
              <a:gd name="connsiteY28" fmla="*/ 0 h 152400"/>
              <a:gd name="connsiteX29" fmla="*/ 171450 w 171450"/>
              <a:gd name="connsiteY29" fmla="*/ 58043 h 152400"/>
              <a:gd name="connsiteX30" fmla="*/ 161925 w 171450"/>
              <a:gd name="connsiteY30" fmla="*/ 104775 h 152400"/>
              <a:gd name="connsiteX31" fmla="*/ 142875 w 171450"/>
              <a:gd name="connsiteY31" fmla="*/ 86618 h 152400"/>
              <a:gd name="connsiteX32" fmla="*/ 140714 w 171450"/>
              <a:gd name="connsiteY32" fmla="*/ 56133 h 152400"/>
              <a:gd name="connsiteX33" fmla="*/ 130467 w 171450"/>
              <a:gd name="connsiteY33" fmla="*/ 33766 h 152400"/>
              <a:gd name="connsiteX34" fmla="*/ 87313 w 171450"/>
              <a:gd name="connsiteY34" fmla="*/ 19050 h 152400"/>
              <a:gd name="connsiteX35" fmla="*/ 55563 w 171450"/>
              <a:gd name="connsiteY35" fmla="*/ 19050 h 152400"/>
              <a:gd name="connsiteX36" fmla="*/ 38100 w 171450"/>
              <a:gd name="connsiteY36" fmla="*/ 9525 h 152400"/>
              <a:gd name="connsiteX37" fmla="*/ 84138 w 171450"/>
              <a:gd name="connsiteY37"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50" h="152400">
                <a:moveTo>
                  <a:pt x="95250" y="76200"/>
                </a:moveTo>
                <a:cubicBezTo>
                  <a:pt x="89989" y="76200"/>
                  <a:pt x="85725" y="80464"/>
                  <a:pt x="85725" y="85725"/>
                </a:cubicBezTo>
                <a:cubicBezTo>
                  <a:pt x="85725" y="90986"/>
                  <a:pt x="89989" y="95250"/>
                  <a:pt x="95250" y="95250"/>
                </a:cubicBezTo>
                <a:cubicBezTo>
                  <a:pt x="100511" y="95250"/>
                  <a:pt x="104775" y="90986"/>
                  <a:pt x="104775" y="85725"/>
                </a:cubicBezTo>
                <a:cubicBezTo>
                  <a:pt x="104775" y="80464"/>
                  <a:pt x="100511" y="76200"/>
                  <a:pt x="95250" y="76200"/>
                </a:cubicBezTo>
                <a:close/>
                <a:moveTo>
                  <a:pt x="66675" y="76200"/>
                </a:moveTo>
                <a:cubicBezTo>
                  <a:pt x="61414" y="76200"/>
                  <a:pt x="57150" y="80464"/>
                  <a:pt x="57150" y="85725"/>
                </a:cubicBezTo>
                <a:cubicBezTo>
                  <a:pt x="57150" y="90986"/>
                  <a:pt x="61414" y="95250"/>
                  <a:pt x="66675" y="95250"/>
                </a:cubicBezTo>
                <a:cubicBezTo>
                  <a:pt x="71936" y="95250"/>
                  <a:pt x="76200" y="90986"/>
                  <a:pt x="76200" y="85725"/>
                </a:cubicBezTo>
                <a:cubicBezTo>
                  <a:pt x="76200" y="80464"/>
                  <a:pt x="71936" y="76200"/>
                  <a:pt x="66675" y="76200"/>
                </a:cubicBezTo>
                <a:close/>
                <a:moveTo>
                  <a:pt x="38100" y="76200"/>
                </a:moveTo>
                <a:cubicBezTo>
                  <a:pt x="32840" y="76200"/>
                  <a:pt x="28575" y="80464"/>
                  <a:pt x="28575" y="85725"/>
                </a:cubicBezTo>
                <a:cubicBezTo>
                  <a:pt x="28575" y="90986"/>
                  <a:pt x="32840" y="95250"/>
                  <a:pt x="38100" y="95250"/>
                </a:cubicBezTo>
                <a:cubicBezTo>
                  <a:pt x="43360" y="95250"/>
                  <a:pt x="47625" y="90986"/>
                  <a:pt x="47625" y="85725"/>
                </a:cubicBezTo>
                <a:cubicBezTo>
                  <a:pt x="47625" y="80464"/>
                  <a:pt x="43360" y="76200"/>
                  <a:pt x="38100" y="76200"/>
                </a:cubicBezTo>
                <a:close/>
                <a:moveTo>
                  <a:pt x="55563" y="28575"/>
                </a:moveTo>
                <a:lnTo>
                  <a:pt x="77788" y="28575"/>
                </a:lnTo>
                <a:cubicBezTo>
                  <a:pt x="125413" y="28575"/>
                  <a:pt x="133350" y="40184"/>
                  <a:pt x="133350" y="86618"/>
                </a:cubicBezTo>
                <a:cubicBezTo>
                  <a:pt x="133350" y="94703"/>
                  <a:pt x="133096" y="101505"/>
                  <a:pt x="132405" y="107225"/>
                </a:cubicBezTo>
                <a:cubicBezTo>
                  <a:pt x="129435" y="131820"/>
                  <a:pt x="118396" y="136400"/>
                  <a:pt x="84810" y="136876"/>
                </a:cubicBezTo>
                <a:cubicBezTo>
                  <a:pt x="82570" y="136909"/>
                  <a:pt x="80232" y="136922"/>
                  <a:pt x="77788" y="136922"/>
                </a:cubicBezTo>
                <a:lnTo>
                  <a:pt x="39688" y="136922"/>
                </a:lnTo>
                <a:cubicBezTo>
                  <a:pt x="34540" y="144361"/>
                  <a:pt x="26335" y="151455"/>
                  <a:pt x="17624" y="152313"/>
                </a:cubicBezTo>
                <a:cubicBezTo>
                  <a:pt x="17043" y="152370"/>
                  <a:pt x="16460" y="152400"/>
                  <a:pt x="15875" y="152400"/>
                </a:cubicBezTo>
                <a:cubicBezTo>
                  <a:pt x="0" y="152400"/>
                  <a:pt x="0" y="109836"/>
                  <a:pt x="0" y="86618"/>
                </a:cubicBezTo>
                <a:cubicBezTo>
                  <a:pt x="0" y="50001"/>
                  <a:pt x="4936" y="35040"/>
                  <a:pt x="30378" y="30351"/>
                </a:cubicBezTo>
                <a:cubicBezTo>
                  <a:pt x="37199" y="29094"/>
                  <a:pt x="45494" y="28575"/>
                  <a:pt x="55563" y="28575"/>
                </a:cubicBezTo>
                <a:close/>
                <a:moveTo>
                  <a:pt x="84138" y="0"/>
                </a:moveTo>
                <a:lnTo>
                  <a:pt x="115888" y="0"/>
                </a:lnTo>
                <a:cubicBezTo>
                  <a:pt x="163513" y="0"/>
                  <a:pt x="171450" y="11609"/>
                  <a:pt x="171450" y="58043"/>
                </a:cubicBezTo>
                <a:cubicBezTo>
                  <a:pt x="171450" y="80246"/>
                  <a:pt x="171450" y="104775"/>
                  <a:pt x="161925" y="104775"/>
                </a:cubicBezTo>
                <a:cubicBezTo>
                  <a:pt x="147638" y="104775"/>
                  <a:pt x="142875" y="104775"/>
                  <a:pt x="142875" y="86618"/>
                </a:cubicBezTo>
                <a:cubicBezTo>
                  <a:pt x="142875" y="74863"/>
                  <a:pt x="142384" y="64682"/>
                  <a:pt x="140714" y="56133"/>
                </a:cubicBezTo>
                <a:cubicBezTo>
                  <a:pt x="139029" y="47507"/>
                  <a:pt x="136016" y="39854"/>
                  <a:pt x="130467" y="33766"/>
                </a:cubicBezTo>
                <a:cubicBezTo>
                  <a:pt x="119410" y="21639"/>
                  <a:pt x="110874" y="19050"/>
                  <a:pt x="87313" y="19050"/>
                </a:cubicBezTo>
                <a:lnTo>
                  <a:pt x="55563" y="19050"/>
                </a:lnTo>
                <a:cubicBezTo>
                  <a:pt x="44128" y="19050"/>
                  <a:pt x="38100" y="19050"/>
                  <a:pt x="38100" y="9525"/>
                </a:cubicBezTo>
                <a:cubicBezTo>
                  <a:pt x="38100" y="0"/>
                  <a:pt x="62336" y="0"/>
                  <a:pt x="84138" y="0"/>
                </a:cubicBezTo>
                <a:close/>
              </a:path>
            </a:pathLst>
          </a:custGeom>
          <a:solidFill>
            <a:srgbClr val="000000"/>
          </a:solidFill>
          <a:ln w="9525" cap="flat">
            <a:noFill/>
            <a:prstDash val="solid"/>
            <a:miter/>
          </a:ln>
        </p:spPr>
        <p:txBody>
          <a:bodyPr rtlCol="0" anchor="ctr"/>
          <a:lstStyle/>
          <a:p>
            <a:endParaRPr lang="ru-RU"/>
          </a:p>
        </p:txBody>
      </p:sp>
      <p:sp>
        <p:nvSpPr>
          <p:cNvPr id="1020" name="Рисунок 547">
            <a:extLst>
              <a:ext uri="{FF2B5EF4-FFF2-40B4-BE49-F238E27FC236}">
                <a16:creationId xmlns:a16="http://schemas.microsoft.com/office/drawing/2014/main" id="{A035B9F5-8098-C828-1454-56CB2B90DFE7}"/>
              </a:ext>
            </a:extLst>
          </p:cNvPr>
          <p:cNvSpPr/>
          <p:nvPr/>
        </p:nvSpPr>
        <p:spPr>
          <a:xfrm>
            <a:off x="4846279" y="3055623"/>
            <a:ext cx="171450" cy="152400"/>
          </a:xfrm>
          <a:custGeom>
            <a:avLst/>
            <a:gdLst>
              <a:gd name="connsiteX0" fmla="*/ 66675 w 171450"/>
              <a:gd name="connsiteY0" fmla="*/ 0 h 152400"/>
              <a:gd name="connsiteX1" fmla="*/ 0 w 171450"/>
              <a:gd name="connsiteY1" fmla="*/ 71438 h 152400"/>
              <a:gd name="connsiteX2" fmla="*/ 19050 w 171450"/>
              <a:gd name="connsiteY2" fmla="*/ 152400 h 152400"/>
              <a:gd name="connsiteX3" fmla="*/ 47625 w 171450"/>
              <a:gd name="connsiteY3" fmla="*/ 133350 h 152400"/>
              <a:gd name="connsiteX4" fmla="*/ 104775 w 171450"/>
              <a:gd name="connsiteY4" fmla="*/ 133350 h 152400"/>
              <a:gd name="connsiteX5" fmla="*/ 171450 w 171450"/>
              <a:gd name="connsiteY5" fmla="*/ 71438 h 152400"/>
              <a:gd name="connsiteX6" fmla="*/ 104775 w 171450"/>
              <a:gd name="connsiteY6" fmla="*/ 0 h 152400"/>
              <a:gd name="connsiteX7" fmla="*/ 66675 w 171450"/>
              <a:gd name="connsiteY7"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0" h="152400">
                <a:moveTo>
                  <a:pt x="66675" y="0"/>
                </a:moveTo>
                <a:cubicBezTo>
                  <a:pt x="9525" y="0"/>
                  <a:pt x="0" y="14288"/>
                  <a:pt x="0" y="71438"/>
                </a:cubicBezTo>
                <a:cubicBezTo>
                  <a:pt x="0" y="100013"/>
                  <a:pt x="0" y="152400"/>
                  <a:pt x="19050" y="152400"/>
                </a:cubicBezTo>
                <a:cubicBezTo>
                  <a:pt x="30273" y="152400"/>
                  <a:pt x="41037" y="143116"/>
                  <a:pt x="47625" y="133350"/>
                </a:cubicBezTo>
                <a:lnTo>
                  <a:pt x="104775" y="133350"/>
                </a:lnTo>
                <a:cubicBezTo>
                  <a:pt x="161925" y="133350"/>
                  <a:pt x="171450" y="127029"/>
                  <a:pt x="171450" y="71438"/>
                </a:cubicBezTo>
                <a:cubicBezTo>
                  <a:pt x="171450" y="14288"/>
                  <a:pt x="161925" y="0"/>
                  <a:pt x="104775" y="0"/>
                </a:cubicBezTo>
                <a:lnTo>
                  <a:pt x="66675" y="0"/>
                </a:lnTo>
                <a:close/>
              </a:path>
            </a:pathLst>
          </a:custGeom>
          <a:solidFill>
            <a:srgbClr val="000000"/>
          </a:solidFill>
          <a:ln w="9525" cap="flat">
            <a:noFill/>
            <a:prstDash val="solid"/>
            <a:miter/>
          </a:ln>
        </p:spPr>
        <p:txBody>
          <a:bodyPr rtlCol="0" anchor="ctr"/>
          <a:lstStyle/>
          <a:p>
            <a:endParaRPr lang="ru-RU"/>
          </a:p>
        </p:txBody>
      </p:sp>
      <p:sp>
        <p:nvSpPr>
          <p:cNvPr id="1380" name="Полилиния: фигура 1379">
            <a:extLst>
              <a:ext uri="{FF2B5EF4-FFF2-40B4-BE49-F238E27FC236}">
                <a16:creationId xmlns:a16="http://schemas.microsoft.com/office/drawing/2014/main" id="{BBA054CA-458A-5F9E-520C-ED1B67FEEA03}"/>
              </a:ext>
            </a:extLst>
          </p:cNvPr>
          <p:cNvSpPr/>
          <p:nvPr/>
        </p:nvSpPr>
        <p:spPr>
          <a:xfrm>
            <a:off x="4865329" y="4581066"/>
            <a:ext cx="133350" cy="190500"/>
          </a:xfrm>
          <a:custGeom>
            <a:avLst/>
            <a:gdLst>
              <a:gd name="connsiteX0" fmla="*/ 66675 w 133350"/>
              <a:gd name="connsiteY0" fmla="*/ 123825 h 190500"/>
              <a:gd name="connsiteX1" fmla="*/ 57150 w 133350"/>
              <a:gd name="connsiteY1" fmla="*/ 133350 h 190500"/>
              <a:gd name="connsiteX2" fmla="*/ 66675 w 133350"/>
              <a:gd name="connsiteY2" fmla="*/ 142875 h 190500"/>
              <a:gd name="connsiteX3" fmla="*/ 76200 w 133350"/>
              <a:gd name="connsiteY3" fmla="*/ 133350 h 190500"/>
              <a:gd name="connsiteX4" fmla="*/ 66675 w 133350"/>
              <a:gd name="connsiteY4" fmla="*/ 123825 h 190500"/>
              <a:gd name="connsiteX5" fmla="*/ 66674 w 133350"/>
              <a:gd name="connsiteY5" fmla="*/ 57150 h 190500"/>
              <a:gd name="connsiteX6" fmla="*/ 123824 w 133350"/>
              <a:gd name="connsiteY6" fmla="*/ 80282 h 190500"/>
              <a:gd name="connsiteX7" fmla="*/ 113945 w 133350"/>
              <a:gd name="connsiteY7" fmla="*/ 114300 h 190500"/>
              <a:gd name="connsiteX8" fmla="*/ 103100 w 133350"/>
              <a:gd name="connsiteY8" fmla="*/ 114300 h 190500"/>
              <a:gd name="connsiteX9" fmla="*/ 80962 w 133350"/>
              <a:gd name="connsiteY9" fmla="*/ 92233 h 190500"/>
              <a:gd name="connsiteX10" fmla="*/ 85610 w 133350"/>
              <a:gd name="connsiteY10" fmla="*/ 84467 h 190500"/>
              <a:gd name="connsiteX11" fmla="*/ 85724 w 133350"/>
              <a:gd name="connsiteY11" fmla="*/ 84451 h 190500"/>
              <a:gd name="connsiteX12" fmla="*/ 104774 w 133350"/>
              <a:gd name="connsiteY12" fmla="*/ 76200 h 190500"/>
              <a:gd name="connsiteX13" fmla="*/ 66674 w 133350"/>
              <a:gd name="connsiteY13" fmla="*/ 66675 h 190500"/>
              <a:gd name="connsiteX14" fmla="*/ 63861 w 133350"/>
              <a:gd name="connsiteY14" fmla="*/ 66731 h 190500"/>
              <a:gd name="connsiteX15" fmla="*/ 53408 w 133350"/>
              <a:gd name="connsiteY15" fmla="*/ 64461 h 190500"/>
              <a:gd name="connsiteX16" fmla="*/ 57149 w 133350"/>
              <a:gd name="connsiteY16" fmla="*/ 57362 h 190500"/>
              <a:gd name="connsiteX17" fmla="*/ 66674 w 133350"/>
              <a:gd name="connsiteY17" fmla="*/ 57150 h 190500"/>
              <a:gd name="connsiteX18" fmla="*/ 2790 w 133350"/>
              <a:gd name="connsiteY18" fmla="*/ 40890 h 190500"/>
              <a:gd name="connsiteX19" fmla="*/ 16260 w 133350"/>
              <a:gd name="connsiteY19" fmla="*/ 40890 h 190500"/>
              <a:gd name="connsiteX20" fmla="*/ 130560 w 133350"/>
              <a:gd name="connsiteY20" fmla="*/ 155190 h 190500"/>
              <a:gd name="connsiteX21" fmla="*/ 130560 w 133350"/>
              <a:gd name="connsiteY21" fmla="*/ 168660 h 190500"/>
              <a:gd name="connsiteX22" fmla="*/ 117090 w 133350"/>
              <a:gd name="connsiteY22" fmla="*/ 168660 h 190500"/>
              <a:gd name="connsiteX23" fmla="*/ 95250 w 133350"/>
              <a:gd name="connsiteY23" fmla="*/ 146820 h 190500"/>
              <a:gd name="connsiteX24" fmla="*/ 95250 w 133350"/>
              <a:gd name="connsiteY24" fmla="*/ 164306 h 190500"/>
              <a:gd name="connsiteX25" fmla="*/ 66675 w 133350"/>
              <a:gd name="connsiteY25" fmla="*/ 190500 h 190500"/>
              <a:gd name="connsiteX26" fmla="*/ 38100 w 133350"/>
              <a:gd name="connsiteY26" fmla="*/ 164306 h 190500"/>
              <a:gd name="connsiteX27" fmla="*/ 38100 w 133350"/>
              <a:gd name="connsiteY27" fmla="*/ 127546 h 190500"/>
              <a:gd name="connsiteX28" fmla="*/ 9525 w 133350"/>
              <a:gd name="connsiteY28" fmla="*/ 80282 h 190500"/>
              <a:gd name="connsiteX29" fmla="*/ 16129 w 133350"/>
              <a:gd name="connsiteY29" fmla="*/ 67699 h 190500"/>
              <a:gd name="connsiteX30" fmla="*/ 2790 w 133350"/>
              <a:gd name="connsiteY30" fmla="*/ 54360 h 190500"/>
              <a:gd name="connsiteX31" fmla="*/ 2790 w 133350"/>
              <a:gd name="connsiteY31" fmla="*/ 40890 h 190500"/>
              <a:gd name="connsiteX32" fmla="*/ 95250 w 133350"/>
              <a:gd name="connsiteY32" fmla="*/ 19050 h 190500"/>
              <a:gd name="connsiteX33" fmla="*/ 104775 w 133350"/>
              <a:gd name="connsiteY33" fmla="*/ 28575 h 190500"/>
              <a:gd name="connsiteX34" fmla="*/ 104775 w 133350"/>
              <a:gd name="connsiteY34" fmla="*/ 38100 h 190500"/>
              <a:gd name="connsiteX35" fmla="*/ 95250 w 133350"/>
              <a:gd name="connsiteY35" fmla="*/ 47625 h 190500"/>
              <a:gd name="connsiteX36" fmla="*/ 85725 w 133350"/>
              <a:gd name="connsiteY36" fmla="*/ 38100 h 190500"/>
              <a:gd name="connsiteX37" fmla="*/ 85725 w 133350"/>
              <a:gd name="connsiteY37" fmla="*/ 28575 h 190500"/>
              <a:gd name="connsiteX38" fmla="*/ 95250 w 133350"/>
              <a:gd name="connsiteY38" fmla="*/ 19050 h 190500"/>
              <a:gd name="connsiteX39" fmla="*/ 38100 w 133350"/>
              <a:gd name="connsiteY39" fmla="*/ 19050 h 190500"/>
              <a:gd name="connsiteX40" fmla="*/ 47625 w 133350"/>
              <a:gd name="connsiteY40" fmla="*/ 28575 h 190500"/>
              <a:gd name="connsiteX41" fmla="*/ 47625 w 133350"/>
              <a:gd name="connsiteY41" fmla="*/ 38100 h 190500"/>
              <a:gd name="connsiteX42" fmla="*/ 38100 w 133350"/>
              <a:gd name="connsiteY42" fmla="*/ 47625 h 190500"/>
              <a:gd name="connsiteX43" fmla="*/ 28575 w 133350"/>
              <a:gd name="connsiteY43" fmla="*/ 38100 h 190500"/>
              <a:gd name="connsiteX44" fmla="*/ 28575 w 133350"/>
              <a:gd name="connsiteY44" fmla="*/ 28575 h 190500"/>
              <a:gd name="connsiteX45" fmla="*/ 38100 w 133350"/>
              <a:gd name="connsiteY45" fmla="*/ 19050 h 190500"/>
              <a:gd name="connsiteX46" fmla="*/ 66675 w 133350"/>
              <a:gd name="connsiteY46" fmla="*/ 0 h 190500"/>
              <a:gd name="connsiteX47" fmla="*/ 76200 w 133350"/>
              <a:gd name="connsiteY47" fmla="*/ 9525 h 190500"/>
              <a:gd name="connsiteX48" fmla="*/ 76200 w 133350"/>
              <a:gd name="connsiteY48" fmla="*/ 28575 h 190500"/>
              <a:gd name="connsiteX49" fmla="*/ 66675 w 133350"/>
              <a:gd name="connsiteY49" fmla="*/ 38100 h 190500"/>
              <a:gd name="connsiteX50" fmla="*/ 57150 w 133350"/>
              <a:gd name="connsiteY50" fmla="*/ 28575 h 190500"/>
              <a:gd name="connsiteX51" fmla="*/ 57150 w 133350"/>
              <a:gd name="connsiteY51" fmla="*/ 9525 h 190500"/>
              <a:gd name="connsiteX52" fmla="*/ 66675 w 133350"/>
              <a:gd name="connsiteY52"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33350" h="190500">
                <a:moveTo>
                  <a:pt x="66675" y="123825"/>
                </a:moveTo>
                <a:cubicBezTo>
                  <a:pt x="61414" y="123825"/>
                  <a:pt x="57150" y="128089"/>
                  <a:pt x="57150" y="133350"/>
                </a:cubicBezTo>
                <a:cubicBezTo>
                  <a:pt x="57150" y="138611"/>
                  <a:pt x="61414" y="142875"/>
                  <a:pt x="66675" y="142875"/>
                </a:cubicBezTo>
                <a:cubicBezTo>
                  <a:pt x="71936" y="142875"/>
                  <a:pt x="76200" y="138611"/>
                  <a:pt x="76200" y="133350"/>
                </a:cubicBezTo>
                <a:cubicBezTo>
                  <a:pt x="76200" y="128089"/>
                  <a:pt x="71936" y="123825"/>
                  <a:pt x="66675" y="123825"/>
                </a:cubicBezTo>
                <a:close/>
                <a:moveTo>
                  <a:pt x="66674" y="57150"/>
                </a:moveTo>
                <a:cubicBezTo>
                  <a:pt x="80815" y="57150"/>
                  <a:pt x="123824" y="58411"/>
                  <a:pt x="123824" y="80282"/>
                </a:cubicBezTo>
                <a:cubicBezTo>
                  <a:pt x="123824" y="92680"/>
                  <a:pt x="121986" y="104186"/>
                  <a:pt x="113945" y="114300"/>
                </a:cubicBezTo>
                <a:cubicBezTo>
                  <a:pt x="110654" y="118440"/>
                  <a:pt x="107304" y="118319"/>
                  <a:pt x="103100" y="114300"/>
                </a:cubicBezTo>
                <a:cubicBezTo>
                  <a:pt x="101095" y="112383"/>
                  <a:pt x="91236" y="102528"/>
                  <a:pt x="80962" y="92233"/>
                </a:cubicBezTo>
                <a:cubicBezTo>
                  <a:pt x="74774" y="86034"/>
                  <a:pt x="79222" y="85391"/>
                  <a:pt x="85610" y="84467"/>
                </a:cubicBezTo>
                <a:lnTo>
                  <a:pt x="85724" y="84451"/>
                </a:lnTo>
                <a:cubicBezTo>
                  <a:pt x="97112" y="82804"/>
                  <a:pt x="104774" y="79726"/>
                  <a:pt x="104774" y="76200"/>
                </a:cubicBezTo>
                <a:cubicBezTo>
                  <a:pt x="104774" y="70940"/>
                  <a:pt x="87716" y="66675"/>
                  <a:pt x="66674" y="66675"/>
                </a:cubicBezTo>
                <a:cubicBezTo>
                  <a:pt x="65730" y="66675"/>
                  <a:pt x="64787" y="66703"/>
                  <a:pt x="63861" y="66731"/>
                </a:cubicBezTo>
                <a:cubicBezTo>
                  <a:pt x="59691" y="66856"/>
                  <a:pt x="55829" y="66972"/>
                  <a:pt x="53408" y="64461"/>
                </a:cubicBezTo>
                <a:cubicBezTo>
                  <a:pt x="50067" y="60555"/>
                  <a:pt x="49118" y="57183"/>
                  <a:pt x="57149" y="57362"/>
                </a:cubicBezTo>
                <a:cubicBezTo>
                  <a:pt x="60937" y="57188"/>
                  <a:pt x="64235" y="57150"/>
                  <a:pt x="66674" y="57150"/>
                </a:cubicBezTo>
                <a:close/>
                <a:moveTo>
                  <a:pt x="2790" y="40890"/>
                </a:moveTo>
                <a:cubicBezTo>
                  <a:pt x="6510" y="37170"/>
                  <a:pt x="12540" y="37170"/>
                  <a:pt x="16260" y="40890"/>
                </a:cubicBezTo>
                <a:lnTo>
                  <a:pt x="130560" y="155190"/>
                </a:lnTo>
                <a:cubicBezTo>
                  <a:pt x="134280" y="158909"/>
                  <a:pt x="134280" y="164941"/>
                  <a:pt x="130560" y="168660"/>
                </a:cubicBezTo>
                <a:cubicBezTo>
                  <a:pt x="126841" y="172380"/>
                  <a:pt x="120809" y="172380"/>
                  <a:pt x="117090" y="168660"/>
                </a:cubicBezTo>
                <a:lnTo>
                  <a:pt x="95250" y="146820"/>
                </a:lnTo>
                <a:lnTo>
                  <a:pt x="95250" y="164306"/>
                </a:lnTo>
                <a:cubicBezTo>
                  <a:pt x="95250" y="181768"/>
                  <a:pt x="85725" y="190500"/>
                  <a:pt x="66675" y="190500"/>
                </a:cubicBezTo>
                <a:cubicBezTo>
                  <a:pt x="47625" y="190500"/>
                  <a:pt x="38100" y="181768"/>
                  <a:pt x="38100" y="164306"/>
                </a:cubicBezTo>
                <a:lnTo>
                  <a:pt x="38100" y="127546"/>
                </a:lnTo>
                <a:cubicBezTo>
                  <a:pt x="20471" y="119393"/>
                  <a:pt x="9525" y="102963"/>
                  <a:pt x="9525" y="80282"/>
                </a:cubicBezTo>
                <a:cubicBezTo>
                  <a:pt x="9525" y="74960"/>
                  <a:pt x="12071" y="70859"/>
                  <a:pt x="16129" y="67699"/>
                </a:cubicBezTo>
                <a:lnTo>
                  <a:pt x="2790" y="54360"/>
                </a:lnTo>
                <a:cubicBezTo>
                  <a:pt x="-930" y="50640"/>
                  <a:pt x="-930" y="44610"/>
                  <a:pt x="2790" y="40890"/>
                </a:cubicBezTo>
                <a:close/>
                <a:moveTo>
                  <a:pt x="95250" y="19050"/>
                </a:moveTo>
                <a:cubicBezTo>
                  <a:pt x="100511" y="19050"/>
                  <a:pt x="104775" y="23315"/>
                  <a:pt x="104775" y="28575"/>
                </a:cubicBezTo>
                <a:lnTo>
                  <a:pt x="104775" y="38100"/>
                </a:lnTo>
                <a:cubicBezTo>
                  <a:pt x="104775" y="43360"/>
                  <a:pt x="100511" y="47625"/>
                  <a:pt x="95250" y="47625"/>
                </a:cubicBezTo>
                <a:cubicBezTo>
                  <a:pt x="89989" y="47625"/>
                  <a:pt x="85725" y="43360"/>
                  <a:pt x="85725" y="38100"/>
                </a:cubicBezTo>
                <a:lnTo>
                  <a:pt x="85725" y="28575"/>
                </a:lnTo>
                <a:cubicBezTo>
                  <a:pt x="85725" y="23315"/>
                  <a:pt x="89989" y="19050"/>
                  <a:pt x="95250" y="19050"/>
                </a:cubicBezTo>
                <a:close/>
                <a:moveTo>
                  <a:pt x="38100" y="19050"/>
                </a:moveTo>
                <a:cubicBezTo>
                  <a:pt x="43361" y="19050"/>
                  <a:pt x="47625" y="23315"/>
                  <a:pt x="47625" y="28575"/>
                </a:cubicBezTo>
                <a:lnTo>
                  <a:pt x="47625" y="38100"/>
                </a:lnTo>
                <a:cubicBezTo>
                  <a:pt x="47625" y="43360"/>
                  <a:pt x="43361" y="47625"/>
                  <a:pt x="38100" y="47625"/>
                </a:cubicBezTo>
                <a:cubicBezTo>
                  <a:pt x="32839" y="47625"/>
                  <a:pt x="28575" y="43360"/>
                  <a:pt x="28575" y="38100"/>
                </a:cubicBezTo>
                <a:lnTo>
                  <a:pt x="28575" y="28575"/>
                </a:lnTo>
                <a:cubicBezTo>
                  <a:pt x="28575" y="23315"/>
                  <a:pt x="32839" y="19050"/>
                  <a:pt x="38100" y="19050"/>
                </a:cubicBezTo>
                <a:close/>
                <a:moveTo>
                  <a:pt x="66675" y="0"/>
                </a:moveTo>
                <a:cubicBezTo>
                  <a:pt x="71936" y="0"/>
                  <a:pt x="76200" y="4265"/>
                  <a:pt x="76200" y="9525"/>
                </a:cubicBezTo>
                <a:lnTo>
                  <a:pt x="76200" y="28575"/>
                </a:lnTo>
                <a:cubicBezTo>
                  <a:pt x="76200" y="33835"/>
                  <a:pt x="71936" y="38100"/>
                  <a:pt x="66675" y="38100"/>
                </a:cubicBezTo>
                <a:cubicBezTo>
                  <a:pt x="61414" y="38100"/>
                  <a:pt x="57150" y="33835"/>
                  <a:pt x="57150" y="28575"/>
                </a:cubicBezTo>
                <a:lnTo>
                  <a:pt x="57150" y="9525"/>
                </a:lnTo>
                <a:cubicBezTo>
                  <a:pt x="57150" y="4265"/>
                  <a:pt x="61414" y="0"/>
                  <a:pt x="66675" y="0"/>
                </a:cubicBezTo>
                <a:close/>
              </a:path>
            </a:pathLst>
          </a:custGeom>
          <a:solidFill>
            <a:srgbClr val="000000"/>
          </a:solidFill>
          <a:ln w="9525" cap="flat">
            <a:noFill/>
            <a:prstDash val="solid"/>
            <a:miter/>
          </a:ln>
        </p:spPr>
        <p:txBody>
          <a:bodyPr rtlCol="0" anchor="ctr"/>
          <a:lstStyle/>
          <a:p>
            <a:endParaRPr lang="ru-RU"/>
          </a:p>
        </p:txBody>
      </p:sp>
      <p:sp>
        <p:nvSpPr>
          <p:cNvPr id="1389" name="Полилиния: фигура 1388">
            <a:extLst>
              <a:ext uri="{FF2B5EF4-FFF2-40B4-BE49-F238E27FC236}">
                <a16:creationId xmlns:a16="http://schemas.microsoft.com/office/drawing/2014/main" id="{702DD353-D516-AAA4-74E3-8644CD0BD434}"/>
              </a:ext>
            </a:extLst>
          </p:cNvPr>
          <p:cNvSpPr/>
          <p:nvPr/>
        </p:nvSpPr>
        <p:spPr>
          <a:xfrm>
            <a:off x="4855804" y="5110286"/>
            <a:ext cx="161925" cy="161925"/>
          </a:xfrm>
          <a:custGeom>
            <a:avLst/>
            <a:gdLst>
              <a:gd name="connsiteX0" fmla="*/ 128588 w 161925"/>
              <a:gd name="connsiteY0" fmla="*/ 95250 h 161925"/>
              <a:gd name="connsiteX1" fmla="*/ 161925 w 161925"/>
              <a:gd name="connsiteY1" fmla="*/ 128588 h 161925"/>
              <a:gd name="connsiteX2" fmla="*/ 128588 w 161925"/>
              <a:gd name="connsiteY2" fmla="*/ 161925 h 161925"/>
              <a:gd name="connsiteX3" fmla="*/ 95250 w 161925"/>
              <a:gd name="connsiteY3" fmla="*/ 128588 h 161925"/>
              <a:gd name="connsiteX4" fmla="*/ 128588 w 161925"/>
              <a:gd name="connsiteY4" fmla="*/ 95250 h 161925"/>
              <a:gd name="connsiteX5" fmla="*/ 57150 w 161925"/>
              <a:gd name="connsiteY5" fmla="*/ 47625 h 161925"/>
              <a:gd name="connsiteX6" fmla="*/ 47625 w 161925"/>
              <a:gd name="connsiteY6" fmla="*/ 57150 h 161925"/>
              <a:gd name="connsiteX7" fmla="*/ 47625 w 161925"/>
              <a:gd name="connsiteY7" fmla="*/ 85725 h 161925"/>
              <a:gd name="connsiteX8" fmla="*/ 57150 w 161925"/>
              <a:gd name="connsiteY8" fmla="*/ 95250 h 161925"/>
              <a:gd name="connsiteX9" fmla="*/ 66675 w 161925"/>
              <a:gd name="connsiteY9" fmla="*/ 85725 h 161925"/>
              <a:gd name="connsiteX10" fmla="*/ 66675 w 161925"/>
              <a:gd name="connsiteY10" fmla="*/ 66675 h 161925"/>
              <a:gd name="connsiteX11" fmla="*/ 85725 w 161925"/>
              <a:gd name="connsiteY11" fmla="*/ 66675 h 161925"/>
              <a:gd name="connsiteX12" fmla="*/ 95250 w 161925"/>
              <a:gd name="connsiteY12" fmla="*/ 57150 h 161925"/>
              <a:gd name="connsiteX13" fmla="*/ 85725 w 161925"/>
              <a:gd name="connsiteY13" fmla="*/ 47625 h 161925"/>
              <a:gd name="connsiteX14" fmla="*/ 76200 w 161925"/>
              <a:gd name="connsiteY14" fmla="*/ 0 h 161925"/>
              <a:gd name="connsiteX15" fmla="*/ 152400 w 161925"/>
              <a:gd name="connsiteY15" fmla="*/ 76200 h 161925"/>
              <a:gd name="connsiteX16" fmla="*/ 142875 w 161925"/>
              <a:gd name="connsiteY16" fmla="*/ 86324 h 161925"/>
              <a:gd name="connsiteX17" fmla="*/ 128588 w 161925"/>
              <a:gd name="connsiteY17" fmla="*/ 85725 h 161925"/>
              <a:gd name="connsiteX18" fmla="*/ 85725 w 161925"/>
              <a:gd name="connsiteY18" fmla="*/ 128588 h 161925"/>
              <a:gd name="connsiteX19" fmla="*/ 86324 w 161925"/>
              <a:gd name="connsiteY19" fmla="*/ 142875 h 161925"/>
              <a:gd name="connsiteX20" fmla="*/ 76200 w 161925"/>
              <a:gd name="connsiteY20" fmla="*/ 152400 h 161925"/>
              <a:gd name="connsiteX21" fmla="*/ 0 w 161925"/>
              <a:gd name="connsiteY21" fmla="*/ 76200 h 161925"/>
              <a:gd name="connsiteX22" fmla="*/ 76200 w 161925"/>
              <a:gd name="connsiteY22"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1925" h="161925">
                <a:moveTo>
                  <a:pt x="128588" y="95250"/>
                </a:moveTo>
                <a:cubicBezTo>
                  <a:pt x="156040" y="95250"/>
                  <a:pt x="161925" y="101135"/>
                  <a:pt x="161925" y="128588"/>
                </a:cubicBezTo>
                <a:cubicBezTo>
                  <a:pt x="161925" y="156040"/>
                  <a:pt x="156040" y="161925"/>
                  <a:pt x="128588" y="161925"/>
                </a:cubicBezTo>
                <a:cubicBezTo>
                  <a:pt x="101135" y="161925"/>
                  <a:pt x="95250" y="156040"/>
                  <a:pt x="95250" y="128588"/>
                </a:cubicBezTo>
                <a:cubicBezTo>
                  <a:pt x="95250" y="101135"/>
                  <a:pt x="101135" y="95250"/>
                  <a:pt x="128588" y="95250"/>
                </a:cubicBezTo>
                <a:close/>
                <a:moveTo>
                  <a:pt x="57150" y="47625"/>
                </a:moveTo>
                <a:cubicBezTo>
                  <a:pt x="51890" y="47625"/>
                  <a:pt x="47625" y="51890"/>
                  <a:pt x="47625" y="57150"/>
                </a:cubicBezTo>
                <a:lnTo>
                  <a:pt x="47625" y="85725"/>
                </a:lnTo>
                <a:cubicBezTo>
                  <a:pt x="47625" y="90986"/>
                  <a:pt x="51890" y="95250"/>
                  <a:pt x="57150" y="95250"/>
                </a:cubicBezTo>
                <a:cubicBezTo>
                  <a:pt x="62411" y="95250"/>
                  <a:pt x="66675" y="90986"/>
                  <a:pt x="66675" y="85725"/>
                </a:cubicBezTo>
                <a:lnTo>
                  <a:pt x="66675" y="66675"/>
                </a:lnTo>
                <a:lnTo>
                  <a:pt x="85725" y="66675"/>
                </a:lnTo>
                <a:cubicBezTo>
                  <a:pt x="90986" y="66675"/>
                  <a:pt x="95250" y="62411"/>
                  <a:pt x="95250" y="57150"/>
                </a:cubicBezTo>
                <a:cubicBezTo>
                  <a:pt x="95250" y="51890"/>
                  <a:pt x="90986" y="47625"/>
                  <a:pt x="85725" y="47625"/>
                </a:cubicBezTo>
                <a:close/>
                <a:moveTo>
                  <a:pt x="76200" y="0"/>
                </a:moveTo>
                <a:cubicBezTo>
                  <a:pt x="138951" y="0"/>
                  <a:pt x="152400" y="13449"/>
                  <a:pt x="152400" y="76200"/>
                </a:cubicBezTo>
                <a:cubicBezTo>
                  <a:pt x="152400" y="87275"/>
                  <a:pt x="147638" y="86809"/>
                  <a:pt x="142875" y="86324"/>
                </a:cubicBezTo>
                <a:cubicBezTo>
                  <a:pt x="138710" y="85901"/>
                  <a:pt x="133971" y="85725"/>
                  <a:pt x="128588" y="85725"/>
                </a:cubicBezTo>
                <a:cubicBezTo>
                  <a:pt x="93290" y="85725"/>
                  <a:pt x="85725" y="93290"/>
                  <a:pt x="85725" y="128588"/>
                </a:cubicBezTo>
                <a:cubicBezTo>
                  <a:pt x="85725" y="133971"/>
                  <a:pt x="85901" y="138710"/>
                  <a:pt x="86324" y="142875"/>
                </a:cubicBezTo>
                <a:cubicBezTo>
                  <a:pt x="86809" y="147638"/>
                  <a:pt x="87275" y="152400"/>
                  <a:pt x="76200" y="152400"/>
                </a:cubicBezTo>
                <a:cubicBezTo>
                  <a:pt x="13449" y="152400"/>
                  <a:pt x="0" y="138951"/>
                  <a:pt x="0" y="76200"/>
                </a:cubicBezTo>
                <a:cubicBezTo>
                  <a:pt x="0" y="13449"/>
                  <a:pt x="13449" y="0"/>
                  <a:pt x="76200" y="0"/>
                </a:cubicBezTo>
                <a:close/>
              </a:path>
            </a:pathLst>
          </a:custGeom>
          <a:solidFill>
            <a:srgbClr val="000000"/>
          </a:solidFill>
          <a:ln w="9525" cap="flat">
            <a:noFill/>
            <a:prstDash val="solid"/>
            <a:miter/>
          </a:ln>
        </p:spPr>
        <p:txBody>
          <a:bodyPr rtlCol="0" anchor="ctr"/>
          <a:lstStyle/>
          <a:p>
            <a:endParaRPr lang="ru-RU"/>
          </a:p>
        </p:txBody>
      </p:sp>
      <p:sp>
        <p:nvSpPr>
          <p:cNvPr id="1392" name="Полилиния: фигура 1391">
            <a:extLst>
              <a:ext uri="{FF2B5EF4-FFF2-40B4-BE49-F238E27FC236}">
                <a16:creationId xmlns:a16="http://schemas.microsoft.com/office/drawing/2014/main" id="{8BA6CB82-C21B-8BF0-1D81-1E44BF512591}"/>
              </a:ext>
            </a:extLst>
          </p:cNvPr>
          <p:cNvSpPr/>
          <p:nvPr/>
        </p:nvSpPr>
        <p:spPr>
          <a:xfrm>
            <a:off x="4846279" y="5610930"/>
            <a:ext cx="180974" cy="152400"/>
          </a:xfrm>
          <a:custGeom>
            <a:avLst/>
            <a:gdLst>
              <a:gd name="connsiteX0" fmla="*/ 117089 w 180974"/>
              <a:gd name="connsiteY0" fmla="*/ 40890 h 152400"/>
              <a:gd name="connsiteX1" fmla="*/ 130588 w 180974"/>
              <a:gd name="connsiteY1" fmla="*/ 40918 h 152400"/>
              <a:gd name="connsiteX2" fmla="*/ 132933 w 180974"/>
              <a:gd name="connsiteY2" fmla="*/ 43696 h 152400"/>
              <a:gd name="connsiteX3" fmla="*/ 137106 w 180974"/>
              <a:gd name="connsiteY3" fmla="*/ 50509 h 152400"/>
              <a:gd name="connsiteX4" fmla="*/ 142874 w 180974"/>
              <a:gd name="connsiteY4" fmla="*/ 76200 h 152400"/>
              <a:gd name="connsiteX5" fmla="*/ 137106 w 180974"/>
              <a:gd name="connsiteY5" fmla="*/ 101891 h 152400"/>
              <a:gd name="connsiteX6" fmla="*/ 132933 w 180974"/>
              <a:gd name="connsiteY6" fmla="*/ 108704 h 152400"/>
              <a:gd name="connsiteX7" fmla="*/ 130588 w 180974"/>
              <a:gd name="connsiteY7" fmla="*/ 111482 h 152400"/>
              <a:gd name="connsiteX8" fmla="*/ 117089 w 180974"/>
              <a:gd name="connsiteY8" fmla="*/ 111510 h 152400"/>
              <a:gd name="connsiteX9" fmla="*/ 116994 w 180974"/>
              <a:gd name="connsiteY9" fmla="*/ 98136 h 152400"/>
              <a:gd name="connsiteX10" fmla="*/ 120067 w 180974"/>
              <a:gd name="connsiteY10" fmla="*/ 93372 h 152400"/>
              <a:gd name="connsiteX11" fmla="*/ 123824 w 180974"/>
              <a:gd name="connsiteY11" fmla="*/ 76200 h 152400"/>
              <a:gd name="connsiteX12" fmla="*/ 120067 w 180974"/>
              <a:gd name="connsiteY12" fmla="*/ 59028 h 152400"/>
              <a:gd name="connsiteX13" fmla="*/ 116994 w 180974"/>
              <a:gd name="connsiteY13" fmla="*/ 54264 h 152400"/>
              <a:gd name="connsiteX14" fmla="*/ 117089 w 180974"/>
              <a:gd name="connsiteY14" fmla="*/ 40890 h 152400"/>
              <a:gd name="connsiteX15" fmla="*/ 145664 w 180974"/>
              <a:gd name="connsiteY15" fmla="*/ 12314 h 152400"/>
              <a:gd name="connsiteX16" fmla="*/ 159201 w 180974"/>
              <a:gd name="connsiteY16" fmla="*/ 12382 h 152400"/>
              <a:gd name="connsiteX17" fmla="*/ 162996 w 180974"/>
              <a:gd name="connsiteY17" fmla="*/ 16906 h 152400"/>
              <a:gd name="connsiteX18" fmla="*/ 170443 w 180974"/>
              <a:gd name="connsiteY18" fmla="*/ 29077 h 152400"/>
              <a:gd name="connsiteX19" fmla="*/ 180974 w 180974"/>
              <a:gd name="connsiteY19" fmla="*/ 76199 h 152400"/>
              <a:gd name="connsiteX20" fmla="*/ 170443 w 180974"/>
              <a:gd name="connsiteY20" fmla="*/ 123321 h 152400"/>
              <a:gd name="connsiteX21" fmla="*/ 162996 w 180974"/>
              <a:gd name="connsiteY21" fmla="*/ 135492 h 152400"/>
              <a:gd name="connsiteX22" fmla="*/ 159148 w 180974"/>
              <a:gd name="connsiteY22" fmla="*/ 140071 h 152400"/>
              <a:gd name="connsiteX23" fmla="*/ 145664 w 180974"/>
              <a:gd name="connsiteY23" fmla="*/ 140084 h 152400"/>
              <a:gd name="connsiteX24" fmla="*/ 145616 w 180974"/>
              <a:gd name="connsiteY24" fmla="*/ 126663 h 152400"/>
              <a:gd name="connsiteX25" fmla="*/ 147756 w 180974"/>
              <a:gd name="connsiteY25" fmla="*/ 124062 h 152400"/>
              <a:gd name="connsiteX26" fmla="*/ 153405 w 180974"/>
              <a:gd name="connsiteY26" fmla="*/ 114802 h 152400"/>
              <a:gd name="connsiteX27" fmla="*/ 161924 w 180974"/>
              <a:gd name="connsiteY27" fmla="*/ 76199 h 152400"/>
              <a:gd name="connsiteX28" fmla="*/ 153405 w 180974"/>
              <a:gd name="connsiteY28" fmla="*/ 37597 h 152400"/>
              <a:gd name="connsiteX29" fmla="*/ 145616 w 180974"/>
              <a:gd name="connsiteY29" fmla="*/ 25737 h 152400"/>
              <a:gd name="connsiteX30" fmla="*/ 145664 w 180974"/>
              <a:gd name="connsiteY30" fmla="*/ 12314 h 152400"/>
              <a:gd name="connsiteX31" fmla="*/ 75045 w 180974"/>
              <a:gd name="connsiteY31" fmla="*/ 0 h 152400"/>
              <a:gd name="connsiteX32" fmla="*/ 95250 w 180974"/>
              <a:gd name="connsiteY32" fmla="*/ 76200 h 152400"/>
              <a:gd name="connsiteX33" fmla="*/ 75045 w 180974"/>
              <a:gd name="connsiteY33" fmla="*/ 152400 h 152400"/>
              <a:gd name="connsiteX34" fmla="*/ 60757 w 180974"/>
              <a:gd name="connsiteY34" fmla="*/ 146482 h 152400"/>
              <a:gd name="connsiteX35" fmla="*/ 34493 w 180974"/>
              <a:gd name="connsiteY35" fmla="*/ 120218 h 152400"/>
              <a:gd name="connsiteX36" fmla="*/ 19051 w 180974"/>
              <a:gd name="connsiteY36" fmla="*/ 114300 h 152400"/>
              <a:gd name="connsiteX37" fmla="*/ 0 w 180974"/>
              <a:gd name="connsiteY37" fmla="*/ 76199 h 152400"/>
              <a:gd name="connsiteX38" fmla="*/ 19051 w 180974"/>
              <a:gd name="connsiteY38" fmla="*/ 38100 h 152400"/>
              <a:gd name="connsiteX39" fmla="*/ 34493 w 180974"/>
              <a:gd name="connsiteY39" fmla="*/ 32182 h 152400"/>
              <a:gd name="connsiteX40" fmla="*/ 60757 w 180974"/>
              <a:gd name="connsiteY40" fmla="*/ 5918 h 152400"/>
              <a:gd name="connsiteX41" fmla="*/ 75045 w 180974"/>
              <a:gd name="connsiteY41"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0974" h="152400">
                <a:moveTo>
                  <a:pt x="117089" y="40890"/>
                </a:moveTo>
                <a:cubicBezTo>
                  <a:pt x="120808" y="37170"/>
                  <a:pt x="126867" y="37198"/>
                  <a:pt x="130588" y="40918"/>
                </a:cubicBezTo>
                <a:cubicBezTo>
                  <a:pt x="131441" y="41782"/>
                  <a:pt x="132204" y="42725"/>
                  <a:pt x="132933" y="43696"/>
                </a:cubicBezTo>
                <a:cubicBezTo>
                  <a:pt x="134128" y="45291"/>
                  <a:pt x="135632" y="47561"/>
                  <a:pt x="137106" y="50509"/>
                </a:cubicBezTo>
                <a:cubicBezTo>
                  <a:pt x="140070" y="56436"/>
                  <a:pt x="142874" y="65029"/>
                  <a:pt x="142874" y="76200"/>
                </a:cubicBezTo>
                <a:cubicBezTo>
                  <a:pt x="142874" y="87371"/>
                  <a:pt x="140070" y="95963"/>
                  <a:pt x="137106" y="101891"/>
                </a:cubicBezTo>
                <a:cubicBezTo>
                  <a:pt x="135632" y="104839"/>
                  <a:pt x="134128" y="107109"/>
                  <a:pt x="132933" y="108704"/>
                </a:cubicBezTo>
                <a:cubicBezTo>
                  <a:pt x="132206" y="109672"/>
                  <a:pt x="131439" y="110620"/>
                  <a:pt x="130588" y="111482"/>
                </a:cubicBezTo>
                <a:cubicBezTo>
                  <a:pt x="126867" y="115202"/>
                  <a:pt x="120808" y="115230"/>
                  <a:pt x="117089" y="111510"/>
                </a:cubicBezTo>
                <a:cubicBezTo>
                  <a:pt x="113401" y="107822"/>
                  <a:pt x="113369" y="101863"/>
                  <a:pt x="116994" y="98136"/>
                </a:cubicBezTo>
                <a:cubicBezTo>
                  <a:pt x="118249" y="96727"/>
                  <a:pt x="119228" y="95050"/>
                  <a:pt x="120067" y="93372"/>
                </a:cubicBezTo>
                <a:cubicBezTo>
                  <a:pt x="121866" y="89774"/>
                  <a:pt x="123824" y="84079"/>
                  <a:pt x="123824" y="76200"/>
                </a:cubicBezTo>
                <a:cubicBezTo>
                  <a:pt x="123824" y="68321"/>
                  <a:pt x="121866" y="62626"/>
                  <a:pt x="120067" y="59028"/>
                </a:cubicBezTo>
                <a:cubicBezTo>
                  <a:pt x="118571" y="56036"/>
                  <a:pt x="117139" y="54423"/>
                  <a:pt x="116994" y="54264"/>
                </a:cubicBezTo>
                <a:cubicBezTo>
                  <a:pt x="113369" y="50537"/>
                  <a:pt x="113401" y="44578"/>
                  <a:pt x="117089" y="40890"/>
                </a:cubicBezTo>
                <a:close/>
                <a:moveTo>
                  <a:pt x="145664" y="12314"/>
                </a:moveTo>
                <a:cubicBezTo>
                  <a:pt x="149383" y="8595"/>
                  <a:pt x="155481" y="8662"/>
                  <a:pt x="159201" y="12382"/>
                </a:cubicBezTo>
                <a:cubicBezTo>
                  <a:pt x="160577" y="13788"/>
                  <a:pt x="161816" y="15334"/>
                  <a:pt x="162996" y="16906"/>
                </a:cubicBezTo>
                <a:cubicBezTo>
                  <a:pt x="165084" y="19692"/>
                  <a:pt x="167779" y="23748"/>
                  <a:pt x="170443" y="29077"/>
                </a:cubicBezTo>
                <a:cubicBezTo>
                  <a:pt x="175789" y="39767"/>
                  <a:pt x="180974" y="55504"/>
                  <a:pt x="180974" y="76199"/>
                </a:cubicBezTo>
                <a:cubicBezTo>
                  <a:pt x="180974" y="96895"/>
                  <a:pt x="175789" y="112632"/>
                  <a:pt x="170443" y="123321"/>
                </a:cubicBezTo>
                <a:cubicBezTo>
                  <a:pt x="167779" y="128652"/>
                  <a:pt x="165084" y="132707"/>
                  <a:pt x="162996" y="135492"/>
                </a:cubicBezTo>
                <a:cubicBezTo>
                  <a:pt x="161802" y="137084"/>
                  <a:pt x="160549" y="138654"/>
                  <a:pt x="159148" y="140071"/>
                </a:cubicBezTo>
                <a:cubicBezTo>
                  <a:pt x="155429" y="143791"/>
                  <a:pt x="149383" y="143805"/>
                  <a:pt x="145664" y="140084"/>
                </a:cubicBezTo>
                <a:cubicBezTo>
                  <a:pt x="141960" y="136381"/>
                  <a:pt x="141944" y="130386"/>
                  <a:pt x="145616" y="126663"/>
                </a:cubicBezTo>
                <a:cubicBezTo>
                  <a:pt x="146388" y="125848"/>
                  <a:pt x="147083" y="124959"/>
                  <a:pt x="147756" y="124062"/>
                </a:cubicBezTo>
                <a:cubicBezTo>
                  <a:pt x="149239" y="122086"/>
                  <a:pt x="151307" y="118998"/>
                  <a:pt x="153405" y="114802"/>
                </a:cubicBezTo>
                <a:cubicBezTo>
                  <a:pt x="157584" y="106442"/>
                  <a:pt x="161924" y="93604"/>
                  <a:pt x="161924" y="76199"/>
                </a:cubicBezTo>
                <a:cubicBezTo>
                  <a:pt x="161924" y="58795"/>
                  <a:pt x="157584" y="45957"/>
                  <a:pt x="153405" y="37597"/>
                </a:cubicBezTo>
                <a:cubicBezTo>
                  <a:pt x="151320" y="33426"/>
                  <a:pt x="148852" y="29150"/>
                  <a:pt x="145616" y="25737"/>
                </a:cubicBezTo>
                <a:cubicBezTo>
                  <a:pt x="141944" y="22013"/>
                  <a:pt x="141960" y="16018"/>
                  <a:pt x="145664" y="12314"/>
                </a:cubicBezTo>
                <a:close/>
                <a:moveTo>
                  <a:pt x="75045" y="0"/>
                </a:moveTo>
                <a:cubicBezTo>
                  <a:pt x="95250" y="0"/>
                  <a:pt x="95250" y="47625"/>
                  <a:pt x="95250" y="76200"/>
                </a:cubicBezTo>
                <a:cubicBezTo>
                  <a:pt x="95250" y="104775"/>
                  <a:pt x="95250" y="152400"/>
                  <a:pt x="75045" y="152400"/>
                </a:cubicBezTo>
                <a:cubicBezTo>
                  <a:pt x="69686" y="152400"/>
                  <a:pt x="64546" y="150271"/>
                  <a:pt x="60757" y="146482"/>
                </a:cubicBezTo>
                <a:lnTo>
                  <a:pt x="34493" y="120218"/>
                </a:lnTo>
                <a:cubicBezTo>
                  <a:pt x="30704" y="116429"/>
                  <a:pt x="24409" y="114300"/>
                  <a:pt x="19051" y="114300"/>
                </a:cubicBezTo>
                <a:cubicBezTo>
                  <a:pt x="0" y="114300"/>
                  <a:pt x="0" y="91470"/>
                  <a:pt x="0" y="76199"/>
                </a:cubicBezTo>
                <a:cubicBezTo>
                  <a:pt x="0" y="60927"/>
                  <a:pt x="0" y="38100"/>
                  <a:pt x="19051" y="38100"/>
                </a:cubicBezTo>
                <a:cubicBezTo>
                  <a:pt x="24409" y="38100"/>
                  <a:pt x="30704" y="35971"/>
                  <a:pt x="34493" y="32182"/>
                </a:cubicBezTo>
                <a:lnTo>
                  <a:pt x="60757" y="5918"/>
                </a:lnTo>
                <a:cubicBezTo>
                  <a:pt x="64546" y="2129"/>
                  <a:pt x="69686" y="0"/>
                  <a:pt x="75045" y="0"/>
                </a:cubicBezTo>
                <a:close/>
              </a:path>
            </a:pathLst>
          </a:custGeom>
          <a:solidFill>
            <a:srgbClr val="000000"/>
          </a:solidFill>
          <a:ln w="9525" cap="flat">
            <a:noFill/>
            <a:prstDash val="solid"/>
            <a:miter/>
          </a:ln>
        </p:spPr>
        <p:txBody>
          <a:bodyPr rtlCol="0" anchor="ctr"/>
          <a:lstStyle/>
          <a:p>
            <a:endParaRPr lang="ru-RU"/>
          </a:p>
        </p:txBody>
      </p:sp>
      <p:sp>
        <p:nvSpPr>
          <p:cNvPr id="1034" name="Рисунок 57">
            <a:extLst>
              <a:ext uri="{FF2B5EF4-FFF2-40B4-BE49-F238E27FC236}">
                <a16:creationId xmlns:a16="http://schemas.microsoft.com/office/drawing/2014/main" id="{88A6B23A-AEB2-3BE8-2219-D1CF82D0FC5C}"/>
              </a:ext>
            </a:extLst>
          </p:cNvPr>
          <p:cNvSpPr/>
          <p:nvPr/>
        </p:nvSpPr>
        <p:spPr>
          <a:xfrm>
            <a:off x="5267592" y="856343"/>
            <a:ext cx="171450" cy="152400"/>
          </a:xfrm>
          <a:custGeom>
            <a:avLst/>
            <a:gdLst>
              <a:gd name="connsiteX0" fmla="*/ 66675 w 171450"/>
              <a:gd name="connsiteY0" fmla="*/ 0 h 152400"/>
              <a:gd name="connsiteX1" fmla="*/ 0 w 171450"/>
              <a:gd name="connsiteY1" fmla="*/ 71438 h 152400"/>
              <a:gd name="connsiteX2" fmla="*/ 19050 w 171450"/>
              <a:gd name="connsiteY2" fmla="*/ 152400 h 152400"/>
              <a:gd name="connsiteX3" fmla="*/ 47625 w 171450"/>
              <a:gd name="connsiteY3" fmla="*/ 133350 h 152400"/>
              <a:gd name="connsiteX4" fmla="*/ 104775 w 171450"/>
              <a:gd name="connsiteY4" fmla="*/ 133350 h 152400"/>
              <a:gd name="connsiteX5" fmla="*/ 171450 w 171450"/>
              <a:gd name="connsiteY5" fmla="*/ 71438 h 152400"/>
              <a:gd name="connsiteX6" fmla="*/ 104775 w 171450"/>
              <a:gd name="connsiteY6" fmla="*/ 0 h 152400"/>
              <a:gd name="connsiteX7" fmla="*/ 66675 w 171450"/>
              <a:gd name="connsiteY7" fmla="*/ 0 h 152400"/>
              <a:gd name="connsiteX8" fmla="*/ 73410 w 171450"/>
              <a:gd name="connsiteY8" fmla="*/ 40890 h 152400"/>
              <a:gd name="connsiteX9" fmla="*/ 85725 w 171450"/>
              <a:gd name="connsiteY9" fmla="*/ 53205 h 152400"/>
              <a:gd name="connsiteX10" fmla="*/ 98040 w 171450"/>
              <a:gd name="connsiteY10" fmla="*/ 40890 h 152400"/>
              <a:gd name="connsiteX11" fmla="*/ 111510 w 171450"/>
              <a:gd name="connsiteY11" fmla="*/ 40890 h 152400"/>
              <a:gd name="connsiteX12" fmla="*/ 111510 w 171450"/>
              <a:gd name="connsiteY12" fmla="*/ 54360 h 152400"/>
              <a:gd name="connsiteX13" fmla="*/ 99195 w 171450"/>
              <a:gd name="connsiteY13" fmla="*/ 66675 h 152400"/>
              <a:gd name="connsiteX14" fmla="*/ 111510 w 171450"/>
              <a:gd name="connsiteY14" fmla="*/ 78990 h 152400"/>
              <a:gd name="connsiteX15" fmla="*/ 111510 w 171450"/>
              <a:gd name="connsiteY15" fmla="*/ 92460 h 152400"/>
              <a:gd name="connsiteX16" fmla="*/ 98040 w 171450"/>
              <a:gd name="connsiteY16" fmla="*/ 92460 h 152400"/>
              <a:gd name="connsiteX17" fmla="*/ 85725 w 171450"/>
              <a:gd name="connsiteY17" fmla="*/ 80145 h 152400"/>
              <a:gd name="connsiteX18" fmla="*/ 73410 w 171450"/>
              <a:gd name="connsiteY18" fmla="*/ 92460 h 152400"/>
              <a:gd name="connsiteX19" fmla="*/ 59940 w 171450"/>
              <a:gd name="connsiteY19" fmla="*/ 92460 h 152400"/>
              <a:gd name="connsiteX20" fmla="*/ 59940 w 171450"/>
              <a:gd name="connsiteY20" fmla="*/ 78990 h 152400"/>
              <a:gd name="connsiteX21" fmla="*/ 72255 w 171450"/>
              <a:gd name="connsiteY21" fmla="*/ 66675 h 152400"/>
              <a:gd name="connsiteX22" fmla="*/ 59940 w 171450"/>
              <a:gd name="connsiteY22" fmla="*/ 54360 h 152400"/>
              <a:gd name="connsiteX23" fmla="*/ 59940 w 171450"/>
              <a:gd name="connsiteY23" fmla="*/ 40890 h 152400"/>
              <a:gd name="connsiteX24" fmla="*/ 73410 w 171450"/>
              <a:gd name="connsiteY24" fmla="*/ 4089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52400">
                <a:moveTo>
                  <a:pt x="66675" y="0"/>
                </a:moveTo>
                <a:cubicBezTo>
                  <a:pt x="9525" y="0"/>
                  <a:pt x="0" y="14288"/>
                  <a:pt x="0" y="71438"/>
                </a:cubicBezTo>
                <a:cubicBezTo>
                  <a:pt x="0" y="100013"/>
                  <a:pt x="0" y="152400"/>
                  <a:pt x="19050" y="152400"/>
                </a:cubicBezTo>
                <a:cubicBezTo>
                  <a:pt x="30273" y="152400"/>
                  <a:pt x="41037" y="143116"/>
                  <a:pt x="47625" y="133350"/>
                </a:cubicBezTo>
                <a:lnTo>
                  <a:pt x="104775" y="133350"/>
                </a:lnTo>
                <a:cubicBezTo>
                  <a:pt x="161925" y="133350"/>
                  <a:pt x="171450" y="127029"/>
                  <a:pt x="171450" y="71438"/>
                </a:cubicBezTo>
                <a:cubicBezTo>
                  <a:pt x="171450" y="14288"/>
                  <a:pt x="161925" y="0"/>
                  <a:pt x="104775" y="0"/>
                </a:cubicBezTo>
                <a:lnTo>
                  <a:pt x="66675" y="0"/>
                </a:lnTo>
                <a:close/>
                <a:moveTo>
                  <a:pt x="73410" y="40890"/>
                </a:moveTo>
                <a:lnTo>
                  <a:pt x="85725" y="53205"/>
                </a:lnTo>
                <a:lnTo>
                  <a:pt x="98040" y="40890"/>
                </a:lnTo>
                <a:cubicBezTo>
                  <a:pt x="101759" y="37170"/>
                  <a:pt x="107791" y="37170"/>
                  <a:pt x="111510" y="40890"/>
                </a:cubicBezTo>
                <a:cubicBezTo>
                  <a:pt x="115230" y="44610"/>
                  <a:pt x="115230" y="50640"/>
                  <a:pt x="111510" y="54360"/>
                </a:cubicBezTo>
                <a:lnTo>
                  <a:pt x="99195" y="66675"/>
                </a:lnTo>
                <a:lnTo>
                  <a:pt x="111510" y="78990"/>
                </a:lnTo>
                <a:cubicBezTo>
                  <a:pt x="115230" y="82709"/>
                  <a:pt x="115230" y="88741"/>
                  <a:pt x="111510" y="92460"/>
                </a:cubicBezTo>
                <a:cubicBezTo>
                  <a:pt x="107791" y="96180"/>
                  <a:pt x="101759" y="96180"/>
                  <a:pt x="98040" y="92460"/>
                </a:cubicBezTo>
                <a:lnTo>
                  <a:pt x="85725" y="80145"/>
                </a:lnTo>
                <a:lnTo>
                  <a:pt x="73410" y="92460"/>
                </a:lnTo>
                <a:cubicBezTo>
                  <a:pt x="69691" y="96180"/>
                  <a:pt x="63660" y="96180"/>
                  <a:pt x="59940" y="92460"/>
                </a:cubicBezTo>
                <a:cubicBezTo>
                  <a:pt x="56220" y="88741"/>
                  <a:pt x="56220" y="82709"/>
                  <a:pt x="59940" y="78990"/>
                </a:cubicBezTo>
                <a:lnTo>
                  <a:pt x="72255" y="66675"/>
                </a:lnTo>
                <a:lnTo>
                  <a:pt x="59940" y="54360"/>
                </a:lnTo>
                <a:cubicBezTo>
                  <a:pt x="56220" y="50640"/>
                  <a:pt x="56220" y="44610"/>
                  <a:pt x="59940" y="40890"/>
                </a:cubicBezTo>
                <a:cubicBezTo>
                  <a:pt x="63660" y="37170"/>
                  <a:pt x="69691" y="37170"/>
                  <a:pt x="73410" y="40890"/>
                </a:cubicBezTo>
                <a:close/>
              </a:path>
            </a:pathLst>
          </a:custGeom>
          <a:solidFill>
            <a:srgbClr val="000000"/>
          </a:solidFill>
          <a:ln w="9525" cap="flat">
            <a:noFill/>
            <a:prstDash val="solid"/>
            <a:miter/>
          </a:ln>
        </p:spPr>
        <p:txBody>
          <a:bodyPr rtlCol="0" anchor="ctr"/>
          <a:lstStyle/>
          <a:p>
            <a:endParaRPr lang="ru-RU"/>
          </a:p>
        </p:txBody>
      </p:sp>
      <p:sp>
        <p:nvSpPr>
          <p:cNvPr id="1371" name="Полилиния: фигура 1370">
            <a:extLst>
              <a:ext uri="{FF2B5EF4-FFF2-40B4-BE49-F238E27FC236}">
                <a16:creationId xmlns:a16="http://schemas.microsoft.com/office/drawing/2014/main" id="{51784A36-5F6C-4FED-52E2-AEC7A8CC0C4F}"/>
              </a:ext>
            </a:extLst>
          </p:cNvPr>
          <p:cNvSpPr/>
          <p:nvPr/>
        </p:nvSpPr>
        <p:spPr>
          <a:xfrm>
            <a:off x="5267599" y="1396638"/>
            <a:ext cx="171450" cy="171450"/>
          </a:xfrm>
          <a:custGeom>
            <a:avLst/>
            <a:gdLst>
              <a:gd name="connsiteX0" fmla="*/ 8930 w 171450"/>
              <a:gd name="connsiteY0" fmla="*/ 109817 h 171450"/>
              <a:gd name="connsiteX1" fmla="*/ 17859 w 171450"/>
              <a:gd name="connsiteY1" fmla="*/ 140633 h 171450"/>
              <a:gd name="connsiteX2" fmla="*/ 8930 w 171450"/>
              <a:gd name="connsiteY2" fmla="*/ 171449 h 171450"/>
              <a:gd name="connsiteX3" fmla="*/ 0 w 171450"/>
              <a:gd name="connsiteY3" fmla="*/ 140633 h 171450"/>
              <a:gd name="connsiteX4" fmla="*/ 8930 w 171450"/>
              <a:gd name="connsiteY4" fmla="*/ 109817 h 171450"/>
              <a:gd name="connsiteX5" fmla="*/ 50602 w 171450"/>
              <a:gd name="connsiteY5" fmla="*/ 66675 h 171450"/>
              <a:gd name="connsiteX6" fmla="*/ 65485 w 171450"/>
              <a:gd name="connsiteY6" fmla="*/ 85165 h 171450"/>
              <a:gd name="connsiteX7" fmla="*/ 59532 w 171450"/>
              <a:gd name="connsiteY7" fmla="*/ 103655 h 171450"/>
              <a:gd name="connsiteX8" fmla="*/ 77477 w 171450"/>
              <a:gd name="connsiteY8" fmla="*/ 103655 h 171450"/>
              <a:gd name="connsiteX9" fmla="*/ 93297 w 171450"/>
              <a:gd name="connsiteY9" fmla="*/ 134947 h 171450"/>
              <a:gd name="connsiteX10" fmla="*/ 92316 w 171450"/>
              <a:gd name="connsiteY10" fmla="*/ 140634 h 171450"/>
              <a:gd name="connsiteX11" fmla="*/ 53626 w 171450"/>
              <a:gd name="connsiteY11" fmla="*/ 171450 h 171450"/>
              <a:gd name="connsiteX12" fmla="*/ 47663 w 171450"/>
              <a:gd name="connsiteY12" fmla="*/ 171450 h 171450"/>
              <a:gd name="connsiteX13" fmla="*/ 23813 w 171450"/>
              <a:gd name="connsiteY13" fmla="*/ 146797 h 171450"/>
              <a:gd name="connsiteX14" fmla="*/ 23813 w 171450"/>
              <a:gd name="connsiteY14" fmla="*/ 125226 h 171450"/>
              <a:gd name="connsiteX15" fmla="*/ 35719 w 171450"/>
              <a:gd name="connsiteY15" fmla="*/ 85165 h 171450"/>
              <a:gd name="connsiteX16" fmla="*/ 50602 w 171450"/>
              <a:gd name="connsiteY16" fmla="*/ 66675 h 171450"/>
              <a:gd name="connsiteX17" fmla="*/ 162521 w 171450"/>
              <a:gd name="connsiteY17" fmla="*/ 0 h 171450"/>
              <a:gd name="connsiteX18" fmla="*/ 171450 w 171450"/>
              <a:gd name="connsiteY18" fmla="*/ 30816 h 171450"/>
              <a:gd name="connsiteX19" fmla="*/ 162521 w 171450"/>
              <a:gd name="connsiteY19" fmla="*/ 61632 h 171450"/>
              <a:gd name="connsiteX20" fmla="*/ 153591 w 171450"/>
              <a:gd name="connsiteY20" fmla="*/ 30816 h 171450"/>
              <a:gd name="connsiteX21" fmla="*/ 162521 w 171450"/>
              <a:gd name="connsiteY21" fmla="*/ 0 h 171450"/>
              <a:gd name="connsiteX22" fmla="*/ 117824 w 171450"/>
              <a:gd name="connsiteY22" fmla="*/ 0 h 171450"/>
              <a:gd name="connsiteX23" fmla="*/ 123787 w 171450"/>
              <a:gd name="connsiteY23" fmla="*/ 0 h 171450"/>
              <a:gd name="connsiteX24" fmla="*/ 147637 w 171450"/>
              <a:gd name="connsiteY24" fmla="*/ 24653 h 171450"/>
              <a:gd name="connsiteX25" fmla="*/ 147637 w 171450"/>
              <a:gd name="connsiteY25" fmla="*/ 46224 h 171450"/>
              <a:gd name="connsiteX26" fmla="*/ 146672 w 171450"/>
              <a:gd name="connsiteY26" fmla="*/ 63089 h 171450"/>
              <a:gd name="connsiteX27" fmla="*/ 135731 w 171450"/>
              <a:gd name="connsiteY27" fmla="*/ 86285 h 171450"/>
              <a:gd name="connsiteX28" fmla="*/ 120848 w 171450"/>
              <a:gd name="connsiteY28" fmla="*/ 104775 h 171450"/>
              <a:gd name="connsiteX29" fmla="*/ 105965 w 171450"/>
              <a:gd name="connsiteY29" fmla="*/ 86285 h 171450"/>
              <a:gd name="connsiteX30" fmla="*/ 111919 w 171450"/>
              <a:gd name="connsiteY30" fmla="*/ 67795 h 171450"/>
              <a:gd name="connsiteX31" fmla="*/ 93974 w 171450"/>
              <a:gd name="connsiteY31" fmla="*/ 67795 h 171450"/>
              <a:gd name="connsiteX32" fmla="*/ 78154 w 171450"/>
              <a:gd name="connsiteY32" fmla="*/ 36503 h 171450"/>
              <a:gd name="connsiteX33" fmla="*/ 79135 w 171450"/>
              <a:gd name="connsiteY33" fmla="*/ 30816 h 171450"/>
              <a:gd name="connsiteX34" fmla="*/ 117824 w 171450"/>
              <a:gd name="connsiteY34"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1450" h="171450">
                <a:moveTo>
                  <a:pt x="8930" y="109817"/>
                </a:moveTo>
                <a:cubicBezTo>
                  <a:pt x="17859" y="109817"/>
                  <a:pt x="17859" y="114953"/>
                  <a:pt x="17859" y="140633"/>
                </a:cubicBezTo>
                <a:cubicBezTo>
                  <a:pt x="17859" y="166314"/>
                  <a:pt x="17859" y="171449"/>
                  <a:pt x="8930" y="171449"/>
                </a:cubicBezTo>
                <a:cubicBezTo>
                  <a:pt x="0" y="171449"/>
                  <a:pt x="0" y="166314"/>
                  <a:pt x="0" y="140633"/>
                </a:cubicBezTo>
                <a:cubicBezTo>
                  <a:pt x="0" y="114953"/>
                  <a:pt x="0" y="109817"/>
                  <a:pt x="8930" y="109817"/>
                </a:cubicBezTo>
                <a:close/>
                <a:moveTo>
                  <a:pt x="50602" y="66675"/>
                </a:moveTo>
                <a:cubicBezTo>
                  <a:pt x="61578" y="66675"/>
                  <a:pt x="65485" y="72839"/>
                  <a:pt x="65485" y="85165"/>
                </a:cubicBezTo>
                <a:cubicBezTo>
                  <a:pt x="65485" y="94410"/>
                  <a:pt x="59532" y="103655"/>
                  <a:pt x="59532" y="103655"/>
                </a:cubicBezTo>
                <a:lnTo>
                  <a:pt x="77477" y="103655"/>
                </a:lnTo>
                <a:cubicBezTo>
                  <a:pt x="98873" y="103655"/>
                  <a:pt x="96221" y="118535"/>
                  <a:pt x="93297" y="134947"/>
                </a:cubicBezTo>
                <a:cubicBezTo>
                  <a:pt x="92961" y="136829"/>
                  <a:pt x="92622" y="138732"/>
                  <a:pt x="92316" y="140634"/>
                </a:cubicBezTo>
                <a:cubicBezTo>
                  <a:pt x="89334" y="159124"/>
                  <a:pt x="74969" y="171450"/>
                  <a:pt x="53626" y="171450"/>
                </a:cubicBezTo>
                <a:lnTo>
                  <a:pt x="47663" y="171450"/>
                </a:lnTo>
                <a:cubicBezTo>
                  <a:pt x="29776" y="171450"/>
                  <a:pt x="23813" y="165286"/>
                  <a:pt x="23813" y="146797"/>
                </a:cubicBezTo>
                <a:lnTo>
                  <a:pt x="23813" y="125226"/>
                </a:lnTo>
                <a:cubicBezTo>
                  <a:pt x="23813" y="106736"/>
                  <a:pt x="23813" y="106736"/>
                  <a:pt x="35719" y="85165"/>
                </a:cubicBezTo>
                <a:cubicBezTo>
                  <a:pt x="37803" y="81390"/>
                  <a:pt x="47621" y="66675"/>
                  <a:pt x="50602" y="66675"/>
                </a:cubicBezTo>
                <a:close/>
                <a:moveTo>
                  <a:pt x="162521" y="0"/>
                </a:moveTo>
                <a:cubicBezTo>
                  <a:pt x="171450" y="0"/>
                  <a:pt x="171450" y="5136"/>
                  <a:pt x="171450" y="30816"/>
                </a:cubicBezTo>
                <a:cubicBezTo>
                  <a:pt x="171450" y="56496"/>
                  <a:pt x="171450" y="61632"/>
                  <a:pt x="162521" y="61632"/>
                </a:cubicBezTo>
                <a:cubicBezTo>
                  <a:pt x="153591" y="61632"/>
                  <a:pt x="153591" y="56496"/>
                  <a:pt x="153591" y="30816"/>
                </a:cubicBezTo>
                <a:cubicBezTo>
                  <a:pt x="153591" y="5136"/>
                  <a:pt x="153591" y="0"/>
                  <a:pt x="162521" y="0"/>
                </a:cubicBezTo>
                <a:close/>
                <a:moveTo>
                  <a:pt x="117824" y="0"/>
                </a:moveTo>
                <a:lnTo>
                  <a:pt x="123787" y="0"/>
                </a:lnTo>
                <a:cubicBezTo>
                  <a:pt x="141675" y="0"/>
                  <a:pt x="147637" y="6163"/>
                  <a:pt x="147637" y="24653"/>
                </a:cubicBezTo>
                <a:lnTo>
                  <a:pt x="147637" y="46224"/>
                </a:lnTo>
                <a:cubicBezTo>
                  <a:pt x="147637" y="54227"/>
                  <a:pt x="147637" y="58766"/>
                  <a:pt x="146672" y="63089"/>
                </a:cubicBezTo>
                <a:cubicBezTo>
                  <a:pt x="145408" y="68755"/>
                  <a:pt x="142484" y="74050"/>
                  <a:pt x="135731" y="86285"/>
                </a:cubicBezTo>
                <a:cubicBezTo>
                  <a:pt x="133648" y="90060"/>
                  <a:pt x="123830" y="104775"/>
                  <a:pt x="120848" y="104775"/>
                </a:cubicBezTo>
                <a:cubicBezTo>
                  <a:pt x="109873" y="104775"/>
                  <a:pt x="105965" y="98611"/>
                  <a:pt x="105965" y="86285"/>
                </a:cubicBezTo>
                <a:cubicBezTo>
                  <a:pt x="105965" y="77040"/>
                  <a:pt x="111919" y="67795"/>
                  <a:pt x="111919" y="67795"/>
                </a:cubicBezTo>
                <a:lnTo>
                  <a:pt x="93974" y="67795"/>
                </a:lnTo>
                <a:cubicBezTo>
                  <a:pt x="72577" y="67795"/>
                  <a:pt x="75229" y="52915"/>
                  <a:pt x="78154" y="36503"/>
                </a:cubicBezTo>
                <a:cubicBezTo>
                  <a:pt x="78490" y="34621"/>
                  <a:pt x="78829" y="32718"/>
                  <a:pt x="79135" y="30816"/>
                </a:cubicBezTo>
                <a:cubicBezTo>
                  <a:pt x="82117" y="12326"/>
                  <a:pt x="96481" y="0"/>
                  <a:pt x="117824" y="0"/>
                </a:cubicBezTo>
                <a:close/>
              </a:path>
            </a:pathLst>
          </a:custGeom>
          <a:solidFill>
            <a:srgbClr val="000000"/>
          </a:solidFill>
          <a:ln w="9525" cap="flat">
            <a:noFill/>
            <a:prstDash val="solid"/>
            <a:miter/>
          </a:ln>
        </p:spPr>
        <p:txBody>
          <a:bodyPr rtlCol="0" anchor="ctr"/>
          <a:lstStyle/>
          <a:p>
            <a:endParaRPr lang="ru-RU"/>
          </a:p>
        </p:txBody>
      </p:sp>
      <p:sp>
        <p:nvSpPr>
          <p:cNvPr id="1040" name="Рисунок 492">
            <a:extLst>
              <a:ext uri="{FF2B5EF4-FFF2-40B4-BE49-F238E27FC236}">
                <a16:creationId xmlns:a16="http://schemas.microsoft.com/office/drawing/2014/main" id="{1E9D9425-7EE9-C944-F3F1-E373CB93F552}"/>
              </a:ext>
            </a:extLst>
          </p:cNvPr>
          <p:cNvSpPr/>
          <p:nvPr/>
        </p:nvSpPr>
        <p:spPr>
          <a:xfrm>
            <a:off x="5267592" y="1955983"/>
            <a:ext cx="171450" cy="152400"/>
          </a:xfrm>
          <a:custGeom>
            <a:avLst/>
            <a:gdLst>
              <a:gd name="connsiteX0" fmla="*/ 66675 w 171450"/>
              <a:gd name="connsiteY0" fmla="*/ 0 h 152400"/>
              <a:gd name="connsiteX1" fmla="*/ 0 w 171450"/>
              <a:gd name="connsiteY1" fmla="*/ 71438 h 152400"/>
              <a:gd name="connsiteX2" fmla="*/ 19050 w 171450"/>
              <a:gd name="connsiteY2" fmla="*/ 152400 h 152400"/>
              <a:gd name="connsiteX3" fmla="*/ 47625 w 171450"/>
              <a:gd name="connsiteY3" fmla="*/ 133350 h 152400"/>
              <a:gd name="connsiteX4" fmla="*/ 104775 w 171450"/>
              <a:gd name="connsiteY4" fmla="*/ 133350 h 152400"/>
              <a:gd name="connsiteX5" fmla="*/ 171450 w 171450"/>
              <a:gd name="connsiteY5" fmla="*/ 71438 h 152400"/>
              <a:gd name="connsiteX6" fmla="*/ 104775 w 171450"/>
              <a:gd name="connsiteY6" fmla="*/ 0 h 152400"/>
              <a:gd name="connsiteX7" fmla="*/ 66675 w 171450"/>
              <a:gd name="connsiteY7" fmla="*/ 0 h 152400"/>
              <a:gd name="connsiteX8" fmla="*/ 95250 w 171450"/>
              <a:gd name="connsiteY8" fmla="*/ 28575 h 152400"/>
              <a:gd name="connsiteX9" fmla="*/ 85725 w 171450"/>
              <a:gd name="connsiteY9" fmla="*/ 38100 h 152400"/>
              <a:gd name="connsiteX10" fmla="*/ 76200 w 171450"/>
              <a:gd name="connsiteY10" fmla="*/ 28575 h 152400"/>
              <a:gd name="connsiteX11" fmla="*/ 85725 w 171450"/>
              <a:gd name="connsiteY11" fmla="*/ 19050 h 152400"/>
              <a:gd name="connsiteX12" fmla="*/ 95250 w 171450"/>
              <a:gd name="connsiteY12" fmla="*/ 28575 h 152400"/>
              <a:gd name="connsiteX13" fmla="*/ 76200 w 171450"/>
              <a:gd name="connsiteY13" fmla="*/ 66675 h 152400"/>
              <a:gd name="connsiteX14" fmla="*/ 85725 w 171450"/>
              <a:gd name="connsiteY14" fmla="*/ 57150 h 152400"/>
              <a:gd name="connsiteX15" fmla="*/ 95250 w 171450"/>
              <a:gd name="connsiteY15" fmla="*/ 66675 h 152400"/>
              <a:gd name="connsiteX16" fmla="*/ 95250 w 171450"/>
              <a:gd name="connsiteY16" fmla="*/ 104775 h 152400"/>
              <a:gd name="connsiteX17" fmla="*/ 85725 w 171450"/>
              <a:gd name="connsiteY17" fmla="*/ 114300 h 152400"/>
              <a:gd name="connsiteX18" fmla="*/ 76200 w 171450"/>
              <a:gd name="connsiteY18" fmla="*/ 104775 h 152400"/>
              <a:gd name="connsiteX19" fmla="*/ 76200 w 171450"/>
              <a:gd name="connsiteY19" fmla="*/ 666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52400">
                <a:moveTo>
                  <a:pt x="66675" y="0"/>
                </a:moveTo>
                <a:cubicBezTo>
                  <a:pt x="9525" y="0"/>
                  <a:pt x="0" y="14288"/>
                  <a:pt x="0" y="71438"/>
                </a:cubicBezTo>
                <a:cubicBezTo>
                  <a:pt x="0" y="100013"/>
                  <a:pt x="0" y="152400"/>
                  <a:pt x="19050" y="152400"/>
                </a:cubicBezTo>
                <a:cubicBezTo>
                  <a:pt x="30273" y="152400"/>
                  <a:pt x="41037" y="143116"/>
                  <a:pt x="47625" y="133350"/>
                </a:cubicBezTo>
                <a:lnTo>
                  <a:pt x="104775" y="133350"/>
                </a:lnTo>
                <a:cubicBezTo>
                  <a:pt x="161925" y="133350"/>
                  <a:pt x="171450" y="127029"/>
                  <a:pt x="171450" y="71438"/>
                </a:cubicBezTo>
                <a:cubicBezTo>
                  <a:pt x="171450" y="14288"/>
                  <a:pt x="161925" y="0"/>
                  <a:pt x="104775" y="0"/>
                </a:cubicBezTo>
                <a:lnTo>
                  <a:pt x="66675" y="0"/>
                </a:lnTo>
                <a:close/>
                <a:moveTo>
                  <a:pt x="95250" y="28575"/>
                </a:moveTo>
                <a:cubicBezTo>
                  <a:pt x="95250" y="33835"/>
                  <a:pt x="90986" y="38100"/>
                  <a:pt x="85725" y="38100"/>
                </a:cubicBezTo>
                <a:cubicBezTo>
                  <a:pt x="80464" y="38100"/>
                  <a:pt x="76200" y="33835"/>
                  <a:pt x="76200" y="28575"/>
                </a:cubicBezTo>
                <a:cubicBezTo>
                  <a:pt x="76200" y="23314"/>
                  <a:pt x="80464" y="19050"/>
                  <a:pt x="85725" y="19050"/>
                </a:cubicBezTo>
                <a:cubicBezTo>
                  <a:pt x="90986" y="19050"/>
                  <a:pt x="95250" y="23314"/>
                  <a:pt x="95250" y="28575"/>
                </a:cubicBezTo>
                <a:close/>
                <a:moveTo>
                  <a:pt x="76200" y="66675"/>
                </a:moveTo>
                <a:cubicBezTo>
                  <a:pt x="76200" y="61414"/>
                  <a:pt x="80464" y="57150"/>
                  <a:pt x="85725" y="57150"/>
                </a:cubicBezTo>
                <a:cubicBezTo>
                  <a:pt x="90986" y="57150"/>
                  <a:pt x="95250" y="61414"/>
                  <a:pt x="95250" y="66675"/>
                </a:cubicBezTo>
                <a:lnTo>
                  <a:pt x="95250" y="104775"/>
                </a:lnTo>
                <a:cubicBezTo>
                  <a:pt x="95250" y="110036"/>
                  <a:pt x="90986" y="114300"/>
                  <a:pt x="85725" y="114300"/>
                </a:cubicBezTo>
                <a:cubicBezTo>
                  <a:pt x="80464" y="114300"/>
                  <a:pt x="76200" y="110036"/>
                  <a:pt x="76200" y="104775"/>
                </a:cubicBezTo>
                <a:lnTo>
                  <a:pt x="76200" y="66675"/>
                </a:lnTo>
                <a:close/>
              </a:path>
            </a:pathLst>
          </a:custGeom>
          <a:solidFill>
            <a:srgbClr val="000000"/>
          </a:solidFill>
          <a:ln w="9525" cap="flat">
            <a:noFill/>
            <a:prstDash val="solid"/>
            <a:miter/>
          </a:ln>
        </p:spPr>
        <p:txBody>
          <a:bodyPr rtlCol="0" anchor="ctr"/>
          <a:lstStyle/>
          <a:p>
            <a:endParaRPr lang="ru-RU"/>
          </a:p>
        </p:txBody>
      </p:sp>
      <p:sp>
        <p:nvSpPr>
          <p:cNvPr id="1041" name="Рисунок 518">
            <a:extLst>
              <a:ext uri="{FF2B5EF4-FFF2-40B4-BE49-F238E27FC236}">
                <a16:creationId xmlns:a16="http://schemas.microsoft.com/office/drawing/2014/main" id="{E1D4C42C-14A1-B68E-39AC-59F5EB53B0B6}"/>
              </a:ext>
            </a:extLst>
          </p:cNvPr>
          <p:cNvSpPr/>
          <p:nvPr/>
        </p:nvSpPr>
        <p:spPr>
          <a:xfrm>
            <a:off x="5267592" y="2496276"/>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47625 w 171450"/>
              <a:gd name="connsiteY5" fmla="*/ 57150 h 171450"/>
              <a:gd name="connsiteX6" fmla="*/ 57150 w 171450"/>
              <a:gd name="connsiteY6" fmla="*/ 66675 h 171450"/>
              <a:gd name="connsiteX7" fmla="*/ 47625 w 171450"/>
              <a:gd name="connsiteY7" fmla="*/ 76200 h 171450"/>
              <a:gd name="connsiteX8" fmla="*/ 38100 w 171450"/>
              <a:gd name="connsiteY8" fmla="*/ 66675 h 171450"/>
              <a:gd name="connsiteX9" fmla="*/ 47625 w 171450"/>
              <a:gd name="connsiteY9" fmla="*/ 57150 h 171450"/>
              <a:gd name="connsiteX10" fmla="*/ 123825 w 171450"/>
              <a:gd name="connsiteY10" fmla="*/ 57150 h 171450"/>
              <a:gd name="connsiteX11" fmla="*/ 133350 w 171450"/>
              <a:gd name="connsiteY11" fmla="*/ 66675 h 171450"/>
              <a:gd name="connsiteX12" fmla="*/ 123825 w 171450"/>
              <a:gd name="connsiteY12" fmla="*/ 76200 h 171450"/>
              <a:gd name="connsiteX13" fmla="*/ 114300 w 171450"/>
              <a:gd name="connsiteY13" fmla="*/ 66675 h 171450"/>
              <a:gd name="connsiteX14" fmla="*/ 123825 w 171450"/>
              <a:gd name="connsiteY14" fmla="*/ 57150 h 171450"/>
              <a:gd name="connsiteX15" fmla="*/ 57150 w 171450"/>
              <a:gd name="connsiteY15" fmla="*/ 104776 h 171450"/>
              <a:gd name="connsiteX16" fmla="*/ 114300 w 171450"/>
              <a:gd name="connsiteY16" fmla="*/ 104776 h 171450"/>
              <a:gd name="connsiteX17" fmla="*/ 123825 w 171450"/>
              <a:gd name="connsiteY17" fmla="*/ 114301 h 171450"/>
              <a:gd name="connsiteX18" fmla="*/ 114300 w 171450"/>
              <a:gd name="connsiteY18" fmla="*/ 123826 h 171450"/>
              <a:gd name="connsiteX19" fmla="*/ 57150 w 171450"/>
              <a:gd name="connsiteY19" fmla="*/ 123826 h 171450"/>
              <a:gd name="connsiteX20" fmla="*/ 47625 w 171450"/>
              <a:gd name="connsiteY20" fmla="*/ 114301 h 171450"/>
              <a:gd name="connsiteX21" fmla="*/ 57150 w 171450"/>
              <a:gd name="connsiteY21" fmla="*/ 104776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47625" y="57150"/>
                </a:moveTo>
                <a:cubicBezTo>
                  <a:pt x="52885" y="57150"/>
                  <a:pt x="57150" y="61415"/>
                  <a:pt x="57150" y="66675"/>
                </a:cubicBezTo>
                <a:cubicBezTo>
                  <a:pt x="57150" y="71935"/>
                  <a:pt x="52885" y="76200"/>
                  <a:pt x="47625" y="76200"/>
                </a:cubicBezTo>
                <a:cubicBezTo>
                  <a:pt x="42365" y="76200"/>
                  <a:pt x="38100" y="71935"/>
                  <a:pt x="38100" y="66675"/>
                </a:cubicBezTo>
                <a:cubicBezTo>
                  <a:pt x="38100" y="61415"/>
                  <a:pt x="42365" y="57150"/>
                  <a:pt x="47625" y="57150"/>
                </a:cubicBezTo>
                <a:close/>
                <a:moveTo>
                  <a:pt x="123825" y="57150"/>
                </a:moveTo>
                <a:cubicBezTo>
                  <a:pt x="129085" y="57150"/>
                  <a:pt x="133350" y="61415"/>
                  <a:pt x="133350" y="66675"/>
                </a:cubicBezTo>
                <a:cubicBezTo>
                  <a:pt x="133350" y="71935"/>
                  <a:pt x="129085" y="76200"/>
                  <a:pt x="123825" y="76200"/>
                </a:cubicBezTo>
                <a:cubicBezTo>
                  <a:pt x="118565" y="76200"/>
                  <a:pt x="114300" y="71935"/>
                  <a:pt x="114300" y="66675"/>
                </a:cubicBezTo>
                <a:cubicBezTo>
                  <a:pt x="114300" y="61415"/>
                  <a:pt x="118565" y="57150"/>
                  <a:pt x="123825" y="57150"/>
                </a:cubicBezTo>
                <a:close/>
                <a:moveTo>
                  <a:pt x="57150" y="104776"/>
                </a:moveTo>
                <a:lnTo>
                  <a:pt x="114300" y="104776"/>
                </a:lnTo>
                <a:cubicBezTo>
                  <a:pt x="119561" y="104776"/>
                  <a:pt x="123825" y="109040"/>
                  <a:pt x="123825" y="114301"/>
                </a:cubicBezTo>
                <a:cubicBezTo>
                  <a:pt x="123825" y="119562"/>
                  <a:pt x="119561" y="123826"/>
                  <a:pt x="114300" y="123826"/>
                </a:cubicBezTo>
                <a:lnTo>
                  <a:pt x="57150" y="123826"/>
                </a:lnTo>
                <a:cubicBezTo>
                  <a:pt x="51890" y="123826"/>
                  <a:pt x="47625" y="119562"/>
                  <a:pt x="47625" y="114301"/>
                </a:cubicBezTo>
                <a:cubicBezTo>
                  <a:pt x="47625" y="109040"/>
                  <a:pt x="51890" y="104776"/>
                  <a:pt x="57150" y="104776"/>
                </a:cubicBezTo>
                <a:close/>
              </a:path>
            </a:pathLst>
          </a:custGeom>
          <a:solidFill>
            <a:srgbClr val="000000"/>
          </a:solidFill>
          <a:ln w="9525" cap="flat">
            <a:noFill/>
            <a:prstDash val="solid"/>
            <a:miter/>
          </a:ln>
        </p:spPr>
        <p:txBody>
          <a:bodyPr rtlCol="0" anchor="ctr"/>
          <a:lstStyle/>
          <a:p>
            <a:endParaRPr lang="ru-RU"/>
          </a:p>
        </p:txBody>
      </p:sp>
      <p:sp>
        <p:nvSpPr>
          <p:cNvPr id="1042" name="Рисунок 549">
            <a:extLst>
              <a:ext uri="{FF2B5EF4-FFF2-40B4-BE49-F238E27FC236}">
                <a16:creationId xmlns:a16="http://schemas.microsoft.com/office/drawing/2014/main" id="{1C55B946-3A67-D5B8-9183-A79A8B592ED7}"/>
              </a:ext>
            </a:extLst>
          </p:cNvPr>
          <p:cNvSpPr/>
          <p:nvPr/>
        </p:nvSpPr>
        <p:spPr>
          <a:xfrm>
            <a:off x="5267593" y="3046098"/>
            <a:ext cx="171450" cy="161925"/>
          </a:xfrm>
          <a:custGeom>
            <a:avLst/>
            <a:gdLst>
              <a:gd name="connsiteX0" fmla="*/ 60554 w 171450"/>
              <a:gd name="connsiteY0" fmla="*/ 29867 h 161925"/>
              <a:gd name="connsiteX1" fmla="*/ 85724 w 171450"/>
              <a:gd name="connsiteY1" fmla="*/ 0 h 161925"/>
              <a:gd name="connsiteX2" fmla="*/ 110895 w 171450"/>
              <a:gd name="connsiteY2" fmla="*/ 29867 h 161925"/>
              <a:gd name="connsiteX3" fmla="*/ 119705 w 171450"/>
              <a:gd name="connsiteY3" fmla="*/ 42769 h 161925"/>
              <a:gd name="connsiteX4" fmla="*/ 134014 w 171450"/>
              <a:gd name="connsiteY4" fmla="*/ 46785 h 161925"/>
              <a:gd name="connsiteX5" fmla="*/ 170614 w 171450"/>
              <a:gd name="connsiteY5" fmla="*/ 60664 h 161925"/>
              <a:gd name="connsiteX6" fmla="*/ 171154 w 171450"/>
              <a:gd name="connsiteY6" fmla="*/ 62400 h 161925"/>
              <a:gd name="connsiteX7" fmla="*/ 149095 w 171450"/>
              <a:gd name="connsiteY7" fmla="*/ 93952 h 161925"/>
              <a:gd name="connsiteX8" fmla="*/ 140791 w 171450"/>
              <a:gd name="connsiteY8" fmla="*/ 104896 h 161925"/>
              <a:gd name="connsiteX9" fmla="*/ 141204 w 171450"/>
              <a:gd name="connsiteY9" fmla="*/ 118055 h 161925"/>
              <a:gd name="connsiteX10" fmla="*/ 139203 w 171450"/>
              <a:gd name="connsiteY10" fmla="*/ 159099 h 161925"/>
              <a:gd name="connsiteX11" fmla="*/ 97688 w 171450"/>
              <a:gd name="connsiteY11" fmla="*/ 147116 h 161925"/>
              <a:gd name="connsiteX12" fmla="*/ 85724 w 171450"/>
              <a:gd name="connsiteY12" fmla="*/ 142875 h 161925"/>
              <a:gd name="connsiteX13" fmla="*/ 73760 w 171450"/>
              <a:gd name="connsiteY13" fmla="*/ 147116 h 161925"/>
              <a:gd name="connsiteX14" fmla="*/ 32246 w 171450"/>
              <a:gd name="connsiteY14" fmla="*/ 159099 h 161925"/>
              <a:gd name="connsiteX15" fmla="*/ 30295 w 171450"/>
              <a:gd name="connsiteY15" fmla="*/ 118055 h 161925"/>
              <a:gd name="connsiteX16" fmla="*/ 30709 w 171450"/>
              <a:gd name="connsiteY16" fmla="*/ 104896 h 161925"/>
              <a:gd name="connsiteX17" fmla="*/ 22405 w 171450"/>
              <a:gd name="connsiteY17" fmla="*/ 93952 h 161925"/>
              <a:gd name="connsiteX18" fmla="*/ 295 w 171450"/>
              <a:gd name="connsiteY18" fmla="*/ 62400 h 161925"/>
              <a:gd name="connsiteX19" fmla="*/ 835 w 171450"/>
              <a:gd name="connsiteY19" fmla="*/ 60664 h 161925"/>
              <a:gd name="connsiteX20" fmla="*/ 37435 w 171450"/>
              <a:gd name="connsiteY20" fmla="*/ 46785 h 161925"/>
              <a:gd name="connsiteX21" fmla="*/ 51743 w 171450"/>
              <a:gd name="connsiteY21" fmla="*/ 42769 h 161925"/>
              <a:gd name="connsiteX22" fmla="*/ 60554 w 171450"/>
              <a:gd name="connsiteY22" fmla="*/ 29867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1450" h="161925">
                <a:moveTo>
                  <a:pt x="60554" y="29867"/>
                </a:moveTo>
                <a:cubicBezTo>
                  <a:pt x="71726" y="9956"/>
                  <a:pt x="77312" y="0"/>
                  <a:pt x="85724" y="0"/>
                </a:cubicBezTo>
                <a:cubicBezTo>
                  <a:pt x="94136" y="0"/>
                  <a:pt x="99723" y="9956"/>
                  <a:pt x="110895" y="29867"/>
                </a:cubicBezTo>
                <a:cubicBezTo>
                  <a:pt x="113363" y="34266"/>
                  <a:pt x="115507" y="39753"/>
                  <a:pt x="119705" y="42769"/>
                </a:cubicBezTo>
                <a:cubicBezTo>
                  <a:pt x="123705" y="45642"/>
                  <a:pt x="129289" y="45926"/>
                  <a:pt x="134014" y="46785"/>
                </a:cubicBezTo>
                <a:cubicBezTo>
                  <a:pt x="156455" y="50870"/>
                  <a:pt x="167675" y="52913"/>
                  <a:pt x="170614" y="60664"/>
                </a:cubicBezTo>
                <a:cubicBezTo>
                  <a:pt x="170829" y="61231"/>
                  <a:pt x="171009" y="61811"/>
                  <a:pt x="171154" y="62400"/>
                </a:cubicBezTo>
                <a:cubicBezTo>
                  <a:pt x="173133" y="70461"/>
                  <a:pt x="165137" y="77458"/>
                  <a:pt x="149095" y="93952"/>
                </a:cubicBezTo>
                <a:cubicBezTo>
                  <a:pt x="144075" y="99112"/>
                  <a:pt x="141794" y="101556"/>
                  <a:pt x="140791" y="104896"/>
                </a:cubicBezTo>
                <a:cubicBezTo>
                  <a:pt x="139861" y="107992"/>
                  <a:pt x="140309" y="111346"/>
                  <a:pt x="141204" y="118055"/>
                </a:cubicBezTo>
                <a:cubicBezTo>
                  <a:pt x="144282" y="141106"/>
                  <a:pt x="145795" y="153882"/>
                  <a:pt x="139203" y="159099"/>
                </a:cubicBezTo>
                <a:cubicBezTo>
                  <a:pt x="127397" y="168443"/>
                  <a:pt x="108354" y="152037"/>
                  <a:pt x="97688" y="147116"/>
                </a:cubicBezTo>
                <a:cubicBezTo>
                  <a:pt x="91800" y="144399"/>
                  <a:pt x="88855" y="142875"/>
                  <a:pt x="85724" y="142875"/>
                </a:cubicBezTo>
                <a:cubicBezTo>
                  <a:pt x="82594" y="142875"/>
                  <a:pt x="79649" y="144399"/>
                  <a:pt x="73760" y="147116"/>
                </a:cubicBezTo>
                <a:cubicBezTo>
                  <a:pt x="63094" y="152037"/>
                  <a:pt x="44052" y="168443"/>
                  <a:pt x="32246" y="159099"/>
                </a:cubicBezTo>
                <a:cubicBezTo>
                  <a:pt x="25654" y="153882"/>
                  <a:pt x="27218" y="141106"/>
                  <a:pt x="30295" y="118055"/>
                </a:cubicBezTo>
                <a:cubicBezTo>
                  <a:pt x="31191" y="111346"/>
                  <a:pt x="31639" y="107992"/>
                  <a:pt x="30709" y="104896"/>
                </a:cubicBezTo>
                <a:cubicBezTo>
                  <a:pt x="29706" y="101556"/>
                  <a:pt x="27425" y="99112"/>
                  <a:pt x="22405" y="93952"/>
                </a:cubicBezTo>
                <a:cubicBezTo>
                  <a:pt x="6363" y="77458"/>
                  <a:pt x="-1684" y="70461"/>
                  <a:pt x="295" y="62400"/>
                </a:cubicBezTo>
                <a:cubicBezTo>
                  <a:pt x="440" y="61811"/>
                  <a:pt x="620" y="61231"/>
                  <a:pt x="835" y="60664"/>
                </a:cubicBezTo>
                <a:cubicBezTo>
                  <a:pt x="3773" y="52913"/>
                  <a:pt x="14994" y="50870"/>
                  <a:pt x="37435" y="46785"/>
                </a:cubicBezTo>
                <a:cubicBezTo>
                  <a:pt x="42159" y="45925"/>
                  <a:pt x="47743" y="45642"/>
                  <a:pt x="51743" y="42769"/>
                </a:cubicBezTo>
                <a:cubicBezTo>
                  <a:pt x="55942" y="39753"/>
                  <a:pt x="58086" y="34266"/>
                  <a:pt x="60554" y="29867"/>
                </a:cubicBezTo>
                <a:close/>
              </a:path>
            </a:pathLst>
          </a:custGeom>
          <a:solidFill>
            <a:srgbClr val="000000"/>
          </a:solidFill>
          <a:ln w="9525" cap="flat">
            <a:noFill/>
            <a:prstDash val="solid"/>
            <a:miter/>
          </a:ln>
        </p:spPr>
        <p:txBody>
          <a:bodyPr rtlCol="0" anchor="ctr"/>
          <a:lstStyle/>
          <a:p>
            <a:endParaRPr lang="ru-RU"/>
          </a:p>
        </p:txBody>
      </p:sp>
      <p:sp>
        <p:nvSpPr>
          <p:cNvPr id="1381" name="Полилиния: фигура 1380">
            <a:extLst>
              <a:ext uri="{FF2B5EF4-FFF2-40B4-BE49-F238E27FC236}">
                <a16:creationId xmlns:a16="http://schemas.microsoft.com/office/drawing/2014/main" id="{FA2F396E-AC68-1B2A-35A9-D46BDB2D6C52}"/>
              </a:ext>
            </a:extLst>
          </p:cNvPr>
          <p:cNvSpPr/>
          <p:nvPr/>
        </p:nvSpPr>
        <p:spPr>
          <a:xfrm>
            <a:off x="5296167" y="4581067"/>
            <a:ext cx="114300" cy="190500"/>
          </a:xfrm>
          <a:custGeom>
            <a:avLst/>
            <a:gdLst>
              <a:gd name="connsiteX0" fmla="*/ 57150 w 114300"/>
              <a:gd name="connsiteY0" fmla="*/ 123825 h 190500"/>
              <a:gd name="connsiteX1" fmla="*/ 47625 w 114300"/>
              <a:gd name="connsiteY1" fmla="*/ 133350 h 190500"/>
              <a:gd name="connsiteX2" fmla="*/ 57150 w 114300"/>
              <a:gd name="connsiteY2" fmla="*/ 142875 h 190500"/>
              <a:gd name="connsiteX3" fmla="*/ 66675 w 114300"/>
              <a:gd name="connsiteY3" fmla="*/ 133350 h 190500"/>
              <a:gd name="connsiteX4" fmla="*/ 57150 w 114300"/>
              <a:gd name="connsiteY4" fmla="*/ 123825 h 190500"/>
              <a:gd name="connsiteX5" fmla="*/ 57150 w 114300"/>
              <a:gd name="connsiteY5" fmla="*/ 66675 h 190500"/>
              <a:gd name="connsiteX6" fmla="*/ 19050 w 114300"/>
              <a:gd name="connsiteY6" fmla="*/ 76200 h 190500"/>
              <a:gd name="connsiteX7" fmla="*/ 57150 w 114300"/>
              <a:gd name="connsiteY7" fmla="*/ 85725 h 190500"/>
              <a:gd name="connsiteX8" fmla="*/ 95250 w 114300"/>
              <a:gd name="connsiteY8" fmla="*/ 76200 h 190500"/>
              <a:gd name="connsiteX9" fmla="*/ 57150 w 114300"/>
              <a:gd name="connsiteY9" fmla="*/ 66675 h 190500"/>
              <a:gd name="connsiteX10" fmla="*/ 57150 w 114300"/>
              <a:gd name="connsiteY10" fmla="*/ 57150 h 190500"/>
              <a:gd name="connsiteX11" fmla="*/ 114300 w 114300"/>
              <a:gd name="connsiteY11" fmla="*/ 80282 h 190500"/>
              <a:gd name="connsiteX12" fmla="*/ 85725 w 114300"/>
              <a:gd name="connsiteY12" fmla="*/ 127550 h 190500"/>
              <a:gd name="connsiteX13" fmla="*/ 85725 w 114300"/>
              <a:gd name="connsiteY13" fmla="*/ 164306 h 190500"/>
              <a:gd name="connsiteX14" fmla="*/ 57150 w 114300"/>
              <a:gd name="connsiteY14" fmla="*/ 190500 h 190500"/>
              <a:gd name="connsiteX15" fmla="*/ 28575 w 114300"/>
              <a:gd name="connsiteY15" fmla="*/ 164306 h 190500"/>
              <a:gd name="connsiteX16" fmla="*/ 28575 w 114300"/>
              <a:gd name="connsiteY16" fmla="*/ 127550 h 190500"/>
              <a:gd name="connsiteX17" fmla="*/ 0 w 114300"/>
              <a:gd name="connsiteY17" fmla="*/ 80282 h 190500"/>
              <a:gd name="connsiteX18" fmla="*/ 57150 w 114300"/>
              <a:gd name="connsiteY18" fmla="*/ 57150 h 190500"/>
              <a:gd name="connsiteX19" fmla="*/ 85725 w 114300"/>
              <a:gd name="connsiteY19" fmla="*/ 19050 h 190500"/>
              <a:gd name="connsiteX20" fmla="*/ 95250 w 114300"/>
              <a:gd name="connsiteY20" fmla="*/ 28575 h 190500"/>
              <a:gd name="connsiteX21" fmla="*/ 95250 w 114300"/>
              <a:gd name="connsiteY21" fmla="*/ 38100 h 190500"/>
              <a:gd name="connsiteX22" fmla="*/ 85725 w 114300"/>
              <a:gd name="connsiteY22" fmla="*/ 47625 h 190500"/>
              <a:gd name="connsiteX23" fmla="*/ 76200 w 114300"/>
              <a:gd name="connsiteY23" fmla="*/ 38100 h 190500"/>
              <a:gd name="connsiteX24" fmla="*/ 76200 w 114300"/>
              <a:gd name="connsiteY24" fmla="*/ 28575 h 190500"/>
              <a:gd name="connsiteX25" fmla="*/ 85725 w 114300"/>
              <a:gd name="connsiteY25" fmla="*/ 19050 h 190500"/>
              <a:gd name="connsiteX26" fmla="*/ 28575 w 114300"/>
              <a:gd name="connsiteY26" fmla="*/ 19050 h 190500"/>
              <a:gd name="connsiteX27" fmla="*/ 38100 w 114300"/>
              <a:gd name="connsiteY27" fmla="*/ 28575 h 190500"/>
              <a:gd name="connsiteX28" fmla="*/ 38100 w 114300"/>
              <a:gd name="connsiteY28" fmla="*/ 38100 h 190500"/>
              <a:gd name="connsiteX29" fmla="*/ 28575 w 114300"/>
              <a:gd name="connsiteY29" fmla="*/ 47625 h 190500"/>
              <a:gd name="connsiteX30" fmla="*/ 19050 w 114300"/>
              <a:gd name="connsiteY30" fmla="*/ 38100 h 190500"/>
              <a:gd name="connsiteX31" fmla="*/ 19050 w 114300"/>
              <a:gd name="connsiteY31" fmla="*/ 28575 h 190500"/>
              <a:gd name="connsiteX32" fmla="*/ 28575 w 114300"/>
              <a:gd name="connsiteY32" fmla="*/ 19050 h 190500"/>
              <a:gd name="connsiteX33" fmla="*/ 57150 w 114300"/>
              <a:gd name="connsiteY33" fmla="*/ 0 h 190500"/>
              <a:gd name="connsiteX34" fmla="*/ 66675 w 114300"/>
              <a:gd name="connsiteY34" fmla="*/ 9525 h 190500"/>
              <a:gd name="connsiteX35" fmla="*/ 66675 w 114300"/>
              <a:gd name="connsiteY35" fmla="*/ 28575 h 190500"/>
              <a:gd name="connsiteX36" fmla="*/ 57150 w 114300"/>
              <a:gd name="connsiteY36" fmla="*/ 38100 h 190500"/>
              <a:gd name="connsiteX37" fmla="*/ 47625 w 114300"/>
              <a:gd name="connsiteY37" fmla="*/ 28575 h 190500"/>
              <a:gd name="connsiteX38" fmla="*/ 47625 w 114300"/>
              <a:gd name="connsiteY38" fmla="*/ 9525 h 190500"/>
              <a:gd name="connsiteX39" fmla="*/ 57150 w 114300"/>
              <a:gd name="connsiteY39"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4300" h="190500">
                <a:moveTo>
                  <a:pt x="57150" y="123825"/>
                </a:moveTo>
                <a:cubicBezTo>
                  <a:pt x="51889" y="123825"/>
                  <a:pt x="47625" y="128089"/>
                  <a:pt x="47625" y="133350"/>
                </a:cubicBezTo>
                <a:cubicBezTo>
                  <a:pt x="47625" y="138611"/>
                  <a:pt x="51889" y="142875"/>
                  <a:pt x="57150" y="142875"/>
                </a:cubicBezTo>
                <a:cubicBezTo>
                  <a:pt x="62411" y="142875"/>
                  <a:pt x="66675" y="138611"/>
                  <a:pt x="66675" y="133350"/>
                </a:cubicBezTo>
                <a:cubicBezTo>
                  <a:pt x="66675" y="128089"/>
                  <a:pt x="62411" y="123825"/>
                  <a:pt x="57150" y="123825"/>
                </a:cubicBezTo>
                <a:close/>
                <a:moveTo>
                  <a:pt x="57150" y="66675"/>
                </a:moveTo>
                <a:cubicBezTo>
                  <a:pt x="36108" y="66675"/>
                  <a:pt x="19050" y="70939"/>
                  <a:pt x="19050" y="76200"/>
                </a:cubicBezTo>
                <a:cubicBezTo>
                  <a:pt x="19050" y="81461"/>
                  <a:pt x="36108" y="85725"/>
                  <a:pt x="57150" y="85725"/>
                </a:cubicBezTo>
                <a:cubicBezTo>
                  <a:pt x="78192" y="85725"/>
                  <a:pt x="95250" y="81461"/>
                  <a:pt x="95250" y="76200"/>
                </a:cubicBezTo>
                <a:cubicBezTo>
                  <a:pt x="95250" y="70939"/>
                  <a:pt x="78192" y="66675"/>
                  <a:pt x="57150" y="66675"/>
                </a:cubicBezTo>
                <a:close/>
                <a:moveTo>
                  <a:pt x="57150" y="57150"/>
                </a:moveTo>
                <a:cubicBezTo>
                  <a:pt x="71291" y="57150"/>
                  <a:pt x="114300" y="58411"/>
                  <a:pt x="114300" y="80282"/>
                </a:cubicBezTo>
                <a:cubicBezTo>
                  <a:pt x="114300" y="102976"/>
                  <a:pt x="103354" y="119401"/>
                  <a:pt x="85725" y="127550"/>
                </a:cubicBezTo>
                <a:lnTo>
                  <a:pt x="85725" y="164306"/>
                </a:lnTo>
                <a:cubicBezTo>
                  <a:pt x="85725" y="181768"/>
                  <a:pt x="76200" y="190500"/>
                  <a:pt x="57150" y="190500"/>
                </a:cubicBezTo>
                <a:cubicBezTo>
                  <a:pt x="38100" y="190500"/>
                  <a:pt x="28575" y="181768"/>
                  <a:pt x="28575" y="164306"/>
                </a:cubicBezTo>
                <a:lnTo>
                  <a:pt x="28575" y="127550"/>
                </a:lnTo>
                <a:cubicBezTo>
                  <a:pt x="10946" y="119400"/>
                  <a:pt x="0" y="102975"/>
                  <a:pt x="0" y="80282"/>
                </a:cubicBezTo>
                <a:cubicBezTo>
                  <a:pt x="0" y="58411"/>
                  <a:pt x="43009" y="57150"/>
                  <a:pt x="57150" y="57150"/>
                </a:cubicBezTo>
                <a:close/>
                <a:moveTo>
                  <a:pt x="85725" y="19050"/>
                </a:moveTo>
                <a:cubicBezTo>
                  <a:pt x="90986" y="19050"/>
                  <a:pt x="95250" y="23315"/>
                  <a:pt x="95250" y="28575"/>
                </a:cubicBezTo>
                <a:lnTo>
                  <a:pt x="95250" y="38100"/>
                </a:lnTo>
                <a:cubicBezTo>
                  <a:pt x="95250" y="43360"/>
                  <a:pt x="90986" y="47625"/>
                  <a:pt x="85725" y="47625"/>
                </a:cubicBezTo>
                <a:cubicBezTo>
                  <a:pt x="80464" y="47625"/>
                  <a:pt x="76200" y="43360"/>
                  <a:pt x="76200" y="38100"/>
                </a:cubicBezTo>
                <a:lnTo>
                  <a:pt x="76200" y="28575"/>
                </a:lnTo>
                <a:cubicBezTo>
                  <a:pt x="76200" y="23315"/>
                  <a:pt x="80464" y="19050"/>
                  <a:pt x="85725" y="19050"/>
                </a:cubicBezTo>
                <a:close/>
                <a:moveTo>
                  <a:pt x="28575" y="19050"/>
                </a:moveTo>
                <a:cubicBezTo>
                  <a:pt x="33835" y="19050"/>
                  <a:pt x="38100" y="23315"/>
                  <a:pt x="38100" y="28575"/>
                </a:cubicBezTo>
                <a:lnTo>
                  <a:pt x="38100" y="38100"/>
                </a:lnTo>
                <a:cubicBezTo>
                  <a:pt x="38100" y="43360"/>
                  <a:pt x="33835" y="47625"/>
                  <a:pt x="28575" y="47625"/>
                </a:cubicBezTo>
                <a:cubicBezTo>
                  <a:pt x="23315" y="47625"/>
                  <a:pt x="19050" y="43360"/>
                  <a:pt x="19050" y="38100"/>
                </a:cubicBezTo>
                <a:lnTo>
                  <a:pt x="19050" y="28575"/>
                </a:lnTo>
                <a:cubicBezTo>
                  <a:pt x="19050" y="23315"/>
                  <a:pt x="23315" y="19050"/>
                  <a:pt x="28575" y="19050"/>
                </a:cubicBezTo>
                <a:close/>
                <a:moveTo>
                  <a:pt x="57150" y="0"/>
                </a:moveTo>
                <a:cubicBezTo>
                  <a:pt x="62411" y="0"/>
                  <a:pt x="66675" y="4265"/>
                  <a:pt x="66675" y="9525"/>
                </a:cubicBezTo>
                <a:lnTo>
                  <a:pt x="66675" y="28575"/>
                </a:lnTo>
                <a:cubicBezTo>
                  <a:pt x="66675" y="33835"/>
                  <a:pt x="62411" y="38100"/>
                  <a:pt x="57150" y="38100"/>
                </a:cubicBezTo>
                <a:cubicBezTo>
                  <a:pt x="51889" y="38100"/>
                  <a:pt x="47625" y="33835"/>
                  <a:pt x="47625" y="28575"/>
                </a:cubicBezTo>
                <a:lnTo>
                  <a:pt x="47625" y="9525"/>
                </a:lnTo>
                <a:cubicBezTo>
                  <a:pt x="47625" y="4265"/>
                  <a:pt x="51889" y="0"/>
                  <a:pt x="57150" y="0"/>
                </a:cubicBezTo>
                <a:close/>
              </a:path>
            </a:pathLst>
          </a:custGeom>
          <a:solidFill>
            <a:srgbClr val="000000"/>
          </a:solidFill>
          <a:ln w="9525" cap="flat">
            <a:noFill/>
            <a:prstDash val="solid"/>
            <a:miter/>
          </a:ln>
        </p:spPr>
        <p:txBody>
          <a:bodyPr rtlCol="0" anchor="ctr"/>
          <a:lstStyle/>
          <a:p>
            <a:endParaRPr lang="ru-RU"/>
          </a:p>
        </p:txBody>
      </p:sp>
      <p:sp>
        <p:nvSpPr>
          <p:cNvPr id="1390" name="Полилиния: фигура 1389">
            <a:extLst>
              <a:ext uri="{FF2B5EF4-FFF2-40B4-BE49-F238E27FC236}">
                <a16:creationId xmlns:a16="http://schemas.microsoft.com/office/drawing/2014/main" id="{AFE39B1C-6D43-A80F-163C-02EEC1EF06D0}"/>
              </a:ext>
            </a:extLst>
          </p:cNvPr>
          <p:cNvSpPr/>
          <p:nvPr/>
        </p:nvSpPr>
        <p:spPr>
          <a:xfrm>
            <a:off x="5277117" y="5110286"/>
            <a:ext cx="161925" cy="161925"/>
          </a:xfrm>
          <a:custGeom>
            <a:avLst/>
            <a:gdLst>
              <a:gd name="connsiteX0" fmla="*/ 128588 w 161925"/>
              <a:gd name="connsiteY0" fmla="*/ 95250 h 161925"/>
              <a:gd name="connsiteX1" fmla="*/ 161925 w 161925"/>
              <a:gd name="connsiteY1" fmla="*/ 128588 h 161925"/>
              <a:gd name="connsiteX2" fmla="*/ 128588 w 161925"/>
              <a:gd name="connsiteY2" fmla="*/ 161925 h 161925"/>
              <a:gd name="connsiteX3" fmla="*/ 95250 w 161925"/>
              <a:gd name="connsiteY3" fmla="*/ 128588 h 161925"/>
              <a:gd name="connsiteX4" fmla="*/ 128588 w 161925"/>
              <a:gd name="connsiteY4" fmla="*/ 95250 h 161925"/>
              <a:gd name="connsiteX5" fmla="*/ 76200 w 161925"/>
              <a:gd name="connsiteY5" fmla="*/ 0 h 161925"/>
              <a:gd name="connsiteX6" fmla="*/ 152400 w 161925"/>
              <a:gd name="connsiteY6" fmla="*/ 76200 h 161925"/>
              <a:gd name="connsiteX7" fmla="*/ 142875 w 161925"/>
              <a:gd name="connsiteY7" fmla="*/ 86324 h 161925"/>
              <a:gd name="connsiteX8" fmla="*/ 128588 w 161925"/>
              <a:gd name="connsiteY8" fmla="*/ 85725 h 161925"/>
              <a:gd name="connsiteX9" fmla="*/ 85725 w 161925"/>
              <a:gd name="connsiteY9" fmla="*/ 128588 h 161925"/>
              <a:gd name="connsiteX10" fmla="*/ 86324 w 161925"/>
              <a:gd name="connsiteY10" fmla="*/ 142875 h 161925"/>
              <a:gd name="connsiteX11" fmla="*/ 76200 w 161925"/>
              <a:gd name="connsiteY11" fmla="*/ 152400 h 161925"/>
              <a:gd name="connsiteX12" fmla="*/ 0 w 161925"/>
              <a:gd name="connsiteY12" fmla="*/ 76200 h 161925"/>
              <a:gd name="connsiteX13" fmla="*/ 76200 w 161925"/>
              <a:gd name="connsiteY13"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61925">
                <a:moveTo>
                  <a:pt x="128588" y="95250"/>
                </a:moveTo>
                <a:cubicBezTo>
                  <a:pt x="156040" y="95250"/>
                  <a:pt x="161925" y="101135"/>
                  <a:pt x="161925" y="128588"/>
                </a:cubicBezTo>
                <a:cubicBezTo>
                  <a:pt x="161925" y="156040"/>
                  <a:pt x="156040" y="161925"/>
                  <a:pt x="128588" y="161925"/>
                </a:cubicBezTo>
                <a:cubicBezTo>
                  <a:pt x="101135" y="161925"/>
                  <a:pt x="95250" y="156040"/>
                  <a:pt x="95250" y="128588"/>
                </a:cubicBezTo>
                <a:cubicBezTo>
                  <a:pt x="95250" y="101135"/>
                  <a:pt x="101135" y="95250"/>
                  <a:pt x="128588" y="95250"/>
                </a:cubicBezTo>
                <a:close/>
                <a:moveTo>
                  <a:pt x="76200" y="0"/>
                </a:moveTo>
                <a:cubicBezTo>
                  <a:pt x="138951" y="0"/>
                  <a:pt x="152400" y="13449"/>
                  <a:pt x="152400" y="76200"/>
                </a:cubicBezTo>
                <a:cubicBezTo>
                  <a:pt x="152400" y="87275"/>
                  <a:pt x="147638" y="86809"/>
                  <a:pt x="142875" y="86324"/>
                </a:cubicBezTo>
                <a:cubicBezTo>
                  <a:pt x="138710" y="85901"/>
                  <a:pt x="133971" y="85725"/>
                  <a:pt x="128588" y="85725"/>
                </a:cubicBezTo>
                <a:cubicBezTo>
                  <a:pt x="93290" y="85725"/>
                  <a:pt x="85725" y="93290"/>
                  <a:pt x="85725" y="128588"/>
                </a:cubicBezTo>
                <a:cubicBezTo>
                  <a:pt x="85725" y="133971"/>
                  <a:pt x="85901" y="138710"/>
                  <a:pt x="86324" y="142875"/>
                </a:cubicBezTo>
                <a:cubicBezTo>
                  <a:pt x="86809" y="147638"/>
                  <a:pt x="87275" y="152400"/>
                  <a:pt x="76200" y="152400"/>
                </a:cubicBezTo>
                <a:cubicBezTo>
                  <a:pt x="13449" y="152400"/>
                  <a:pt x="0" y="138951"/>
                  <a:pt x="0" y="76200"/>
                </a:cubicBezTo>
                <a:cubicBezTo>
                  <a:pt x="0" y="13449"/>
                  <a:pt x="13449" y="0"/>
                  <a:pt x="76200" y="0"/>
                </a:cubicBezTo>
                <a:close/>
              </a:path>
            </a:pathLst>
          </a:custGeom>
          <a:solidFill>
            <a:srgbClr val="000000"/>
          </a:solidFill>
          <a:ln w="9525" cap="flat">
            <a:noFill/>
            <a:prstDash val="solid"/>
            <a:miter/>
          </a:ln>
        </p:spPr>
        <p:txBody>
          <a:bodyPr rtlCol="0" anchor="ctr"/>
          <a:lstStyle/>
          <a:p>
            <a:endParaRPr lang="ru-RU"/>
          </a:p>
        </p:txBody>
      </p:sp>
      <p:sp>
        <p:nvSpPr>
          <p:cNvPr id="1391" name="Полилиния: фигура 1390">
            <a:extLst>
              <a:ext uri="{FF2B5EF4-FFF2-40B4-BE49-F238E27FC236}">
                <a16:creationId xmlns:a16="http://schemas.microsoft.com/office/drawing/2014/main" id="{31BE37AA-A6B4-85D4-C36F-6C17D3A541B3}"/>
              </a:ext>
            </a:extLst>
          </p:cNvPr>
          <p:cNvSpPr/>
          <p:nvPr/>
        </p:nvSpPr>
        <p:spPr>
          <a:xfrm>
            <a:off x="5267592" y="5610930"/>
            <a:ext cx="171449" cy="152400"/>
          </a:xfrm>
          <a:custGeom>
            <a:avLst/>
            <a:gdLst>
              <a:gd name="connsiteX0" fmla="*/ 117090 w 171449"/>
              <a:gd name="connsiteY0" fmla="*/ 50415 h 152400"/>
              <a:gd name="connsiteX1" fmla="*/ 130560 w 171449"/>
              <a:gd name="connsiteY1" fmla="*/ 50415 h 152400"/>
              <a:gd name="connsiteX2" fmla="*/ 142875 w 171449"/>
              <a:gd name="connsiteY2" fmla="*/ 62730 h 152400"/>
              <a:gd name="connsiteX3" fmla="*/ 155190 w 171449"/>
              <a:gd name="connsiteY3" fmla="*/ 50415 h 152400"/>
              <a:gd name="connsiteX4" fmla="*/ 168660 w 171449"/>
              <a:gd name="connsiteY4" fmla="*/ 50415 h 152400"/>
              <a:gd name="connsiteX5" fmla="*/ 168660 w 171449"/>
              <a:gd name="connsiteY5" fmla="*/ 63885 h 152400"/>
              <a:gd name="connsiteX6" fmla="*/ 156345 w 171449"/>
              <a:gd name="connsiteY6" fmla="*/ 76200 h 152400"/>
              <a:gd name="connsiteX7" fmla="*/ 168660 w 171449"/>
              <a:gd name="connsiteY7" fmla="*/ 88515 h 152400"/>
              <a:gd name="connsiteX8" fmla="*/ 168660 w 171449"/>
              <a:gd name="connsiteY8" fmla="*/ 101985 h 152400"/>
              <a:gd name="connsiteX9" fmla="*/ 155190 w 171449"/>
              <a:gd name="connsiteY9" fmla="*/ 101985 h 152400"/>
              <a:gd name="connsiteX10" fmla="*/ 142875 w 171449"/>
              <a:gd name="connsiteY10" fmla="*/ 89670 h 152400"/>
              <a:gd name="connsiteX11" fmla="*/ 130560 w 171449"/>
              <a:gd name="connsiteY11" fmla="*/ 101985 h 152400"/>
              <a:gd name="connsiteX12" fmla="*/ 117090 w 171449"/>
              <a:gd name="connsiteY12" fmla="*/ 101985 h 152400"/>
              <a:gd name="connsiteX13" fmla="*/ 117090 w 171449"/>
              <a:gd name="connsiteY13" fmla="*/ 88515 h 152400"/>
              <a:gd name="connsiteX14" fmla="*/ 129405 w 171449"/>
              <a:gd name="connsiteY14" fmla="*/ 76200 h 152400"/>
              <a:gd name="connsiteX15" fmla="*/ 117090 w 171449"/>
              <a:gd name="connsiteY15" fmla="*/ 63885 h 152400"/>
              <a:gd name="connsiteX16" fmla="*/ 117090 w 171449"/>
              <a:gd name="connsiteY16" fmla="*/ 50415 h 152400"/>
              <a:gd name="connsiteX17" fmla="*/ 75045 w 171449"/>
              <a:gd name="connsiteY17" fmla="*/ 0 h 152400"/>
              <a:gd name="connsiteX18" fmla="*/ 95250 w 171449"/>
              <a:gd name="connsiteY18" fmla="*/ 76200 h 152400"/>
              <a:gd name="connsiteX19" fmla="*/ 75045 w 171449"/>
              <a:gd name="connsiteY19" fmla="*/ 152400 h 152400"/>
              <a:gd name="connsiteX20" fmla="*/ 60757 w 171449"/>
              <a:gd name="connsiteY20" fmla="*/ 146482 h 152400"/>
              <a:gd name="connsiteX21" fmla="*/ 34493 w 171449"/>
              <a:gd name="connsiteY21" fmla="*/ 120218 h 152400"/>
              <a:gd name="connsiteX22" fmla="*/ 19051 w 171449"/>
              <a:gd name="connsiteY22" fmla="*/ 114300 h 152400"/>
              <a:gd name="connsiteX23" fmla="*/ 0 w 171449"/>
              <a:gd name="connsiteY23" fmla="*/ 76200 h 152400"/>
              <a:gd name="connsiteX24" fmla="*/ 19051 w 171449"/>
              <a:gd name="connsiteY24" fmla="*/ 38100 h 152400"/>
              <a:gd name="connsiteX25" fmla="*/ 34493 w 171449"/>
              <a:gd name="connsiteY25" fmla="*/ 32182 h 152400"/>
              <a:gd name="connsiteX26" fmla="*/ 60757 w 171449"/>
              <a:gd name="connsiteY26" fmla="*/ 5918 h 152400"/>
              <a:gd name="connsiteX27" fmla="*/ 75045 w 171449"/>
              <a:gd name="connsiteY27"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49" h="152400">
                <a:moveTo>
                  <a:pt x="117090" y="50415"/>
                </a:moveTo>
                <a:cubicBezTo>
                  <a:pt x="120809" y="46695"/>
                  <a:pt x="126840" y="46695"/>
                  <a:pt x="130560" y="50415"/>
                </a:cubicBezTo>
                <a:lnTo>
                  <a:pt x="142875" y="62730"/>
                </a:lnTo>
                <a:lnTo>
                  <a:pt x="155190" y="50415"/>
                </a:lnTo>
                <a:cubicBezTo>
                  <a:pt x="158909" y="46695"/>
                  <a:pt x="164940" y="46695"/>
                  <a:pt x="168660" y="50415"/>
                </a:cubicBezTo>
                <a:cubicBezTo>
                  <a:pt x="172379" y="54135"/>
                  <a:pt x="172379" y="60166"/>
                  <a:pt x="168660" y="63885"/>
                </a:cubicBezTo>
                <a:lnTo>
                  <a:pt x="156345" y="76200"/>
                </a:lnTo>
                <a:lnTo>
                  <a:pt x="168660" y="88515"/>
                </a:lnTo>
                <a:cubicBezTo>
                  <a:pt x="172379" y="92234"/>
                  <a:pt x="172379" y="98266"/>
                  <a:pt x="168660" y="101985"/>
                </a:cubicBezTo>
                <a:cubicBezTo>
                  <a:pt x="164940" y="105705"/>
                  <a:pt x="158909" y="105705"/>
                  <a:pt x="155190" y="101985"/>
                </a:cubicBezTo>
                <a:lnTo>
                  <a:pt x="142875" y="89670"/>
                </a:lnTo>
                <a:lnTo>
                  <a:pt x="130560" y="101985"/>
                </a:lnTo>
                <a:cubicBezTo>
                  <a:pt x="126840" y="105705"/>
                  <a:pt x="120809" y="105705"/>
                  <a:pt x="117090" y="101985"/>
                </a:cubicBezTo>
                <a:cubicBezTo>
                  <a:pt x="113370" y="98266"/>
                  <a:pt x="113370" y="92234"/>
                  <a:pt x="117090" y="88515"/>
                </a:cubicBezTo>
                <a:lnTo>
                  <a:pt x="129405" y="76200"/>
                </a:lnTo>
                <a:lnTo>
                  <a:pt x="117090" y="63885"/>
                </a:lnTo>
                <a:cubicBezTo>
                  <a:pt x="113370" y="60166"/>
                  <a:pt x="113370" y="54135"/>
                  <a:pt x="117090" y="50415"/>
                </a:cubicBezTo>
                <a:close/>
                <a:moveTo>
                  <a:pt x="75045" y="0"/>
                </a:moveTo>
                <a:cubicBezTo>
                  <a:pt x="95250" y="0"/>
                  <a:pt x="95250" y="47625"/>
                  <a:pt x="95250" y="76200"/>
                </a:cubicBezTo>
                <a:cubicBezTo>
                  <a:pt x="95250" y="104775"/>
                  <a:pt x="95250" y="152400"/>
                  <a:pt x="75045" y="152400"/>
                </a:cubicBezTo>
                <a:cubicBezTo>
                  <a:pt x="69686" y="152400"/>
                  <a:pt x="64546" y="150271"/>
                  <a:pt x="60757" y="146482"/>
                </a:cubicBezTo>
                <a:lnTo>
                  <a:pt x="34493" y="120218"/>
                </a:lnTo>
                <a:cubicBezTo>
                  <a:pt x="30704" y="116429"/>
                  <a:pt x="24409" y="114300"/>
                  <a:pt x="19051" y="114300"/>
                </a:cubicBezTo>
                <a:cubicBezTo>
                  <a:pt x="0" y="114300"/>
                  <a:pt x="0" y="91471"/>
                  <a:pt x="0" y="76200"/>
                </a:cubicBezTo>
                <a:cubicBezTo>
                  <a:pt x="0" y="60929"/>
                  <a:pt x="0" y="38100"/>
                  <a:pt x="19051" y="38100"/>
                </a:cubicBezTo>
                <a:cubicBezTo>
                  <a:pt x="24409" y="38100"/>
                  <a:pt x="30704" y="35971"/>
                  <a:pt x="34493" y="32182"/>
                </a:cubicBezTo>
                <a:lnTo>
                  <a:pt x="60757" y="5918"/>
                </a:lnTo>
                <a:cubicBezTo>
                  <a:pt x="64546" y="2129"/>
                  <a:pt x="69686" y="0"/>
                  <a:pt x="75045" y="0"/>
                </a:cubicBezTo>
                <a:close/>
              </a:path>
            </a:pathLst>
          </a:custGeom>
          <a:solidFill>
            <a:srgbClr val="000000"/>
          </a:solidFill>
          <a:ln w="9525" cap="flat">
            <a:noFill/>
            <a:prstDash val="solid"/>
            <a:miter/>
          </a:ln>
        </p:spPr>
        <p:txBody>
          <a:bodyPr rtlCol="0" anchor="ctr"/>
          <a:lstStyle/>
          <a:p>
            <a:endParaRPr lang="ru-RU"/>
          </a:p>
        </p:txBody>
      </p:sp>
      <p:sp>
        <p:nvSpPr>
          <p:cNvPr id="1402" name="Полилиния: фигура 1401">
            <a:extLst>
              <a:ext uri="{FF2B5EF4-FFF2-40B4-BE49-F238E27FC236}">
                <a16:creationId xmlns:a16="http://schemas.microsoft.com/office/drawing/2014/main" id="{3F6FD5C7-BCDE-445F-9CE6-67682D2F9B49}"/>
              </a:ext>
            </a:extLst>
          </p:cNvPr>
          <p:cNvSpPr/>
          <p:nvPr/>
        </p:nvSpPr>
        <p:spPr>
          <a:xfrm>
            <a:off x="9479150" y="846816"/>
            <a:ext cx="190501" cy="161926"/>
          </a:xfrm>
          <a:custGeom>
            <a:avLst/>
            <a:gdLst>
              <a:gd name="connsiteX0" fmla="*/ 152401 w 190501"/>
              <a:gd name="connsiteY0" fmla="*/ 123826 h 161926"/>
              <a:gd name="connsiteX1" fmla="*/ 142876 w 190501"/>
              <a:gd name="connsiteY1" fmla="*/ 133351 h 161926"/>
              <a:gd name="connsiteX2" fmla="*/ 152401 w 190501"/>
              <a:gd name="connsiteY2" fmla="*/ 142876 h 161926"/>
              <a:gd name="connsiteX3" fmla="*/ 161926 w 190501"/>
              <a:gd name="connsiteY3" fmla="*/ 133351 h 161926"/>
              <a:gd name="connsiteX4" fmla="*/ 152401 w 190501"/>
              <a:gd name="connsiteY4" fmla="*/ 123826 h 161926"/>
              <a:gd name="connsiteX5" fmla="*/ 47626 w 190501"/>
              <a:gd name="connsiteY5" fmla="*/ 123826 h 161926"/>
              <a:gd name="connsiteX6" fmla="*/ 38101 w 190501"/>
              <a:gd name="connsiteY6" fmla="*/ 133351 h 161926"/>
              <a:gd name="connsiteX7" fmla="*/ 47626 w 190501"/>
              <a:gd name="connsiteY7" fmla="*/ 142876 h 161926"/>
              <a:gd name="connsiteX8" fmla="*/ 57151 w 190501"/>
              <a:gd name="connsiteY8" fmla="*/ 133351 h 161926"/>
              <a:gd name="connsiteX9" fmla="*/ 47626 w 190501"/>
              <a:gd name="connsiteY9" fmla="*/ 123826 h 161926"/>
              <a:gd name="connsiteX10" fmla="*/ 28575 w 190501"/>
              <a:gd name="connsiteY10" fmla="*/ 19050 h 161926"/>
              <a:gd name="connsiteX11" fmla="*/ 19050 w 190501"/>
              <a:gd name="connsiteY11" fmla="*/ 28575 h 161926"/>
              <a:gd name="connsiteX12" fmla="*/ 28575 w 190501"/>
              <a:gd name="connsiteY12" fmla="*/ 38100 h 161926"/>
              <a:gd name="connsiteX13" fmla="*/ 38100 w 190501"/>
              <a:gd name="connsiteY13" fmla="*/ 28575 h 161926"/>
              <a:gd name="connsiteX14" fmla="*/ 28575 w 190501"/>
              <a:gd name="connsiteY14" fmla="*/ 19050 h 161926"/>
              <a:gd name="connsiteX15" fmla="*/ 95251 w 190501"/>
              <a:gd name="connsiteY15" fmla="*/ 9825 h 161926"/>
              <a:gd name="connsiteX16" fmla="*/ 133351 w 190501"/>
              <a:gd name="connsiteY16" fmla="*/ 28576 h 161926"/>
              <a:gd name="connsiteX17" fmla="*/ 123826 w 190501"/>
              <a:gd name="connsiteY17" fmla="*/ 38971 h 161926"/>
              <a:gd name="connsiteX18" fmla="*/ 111299 w 190501"/>
              <a:gd name="connsiteY18" fmla="*/ 45446 h 161926"/>
              <a:gd name="connsiteX19" fmla="*/ 104776 w 190501"/>
              <a:gd name="connsiteY19" fmla="*/ 66229 h 161926"/>
              <a:gd name="connsiteX20" fmla="*/ 104776 w 190501"/>
              <a:gd name="connsiteY20" fmla="*/ 90488 h 161926"/>
              <a:gd name="connsiteX21" fmla="*/ 109538 w 190501"/>
              <a:gd name="connsiteY21" fmla="*/ 95251 h 161926"/>
              <a:gd name="connsiteX22" fmla="*/ 114301 w 190501"/>
              <a:gd name="connsiteY22" fmla="*/ 90488 h 161926"/>
              <a:gd name="connsiteX23" fmla="*/ 114301 w 190501"/>
              <a:gd name="connsiteY23" fmla="*/ 66676 h 161926"/>
              <a:gd name="connsiteX24" fmla="*/ 133351 w 190501"/>
              <a:gd name="connsiteY24" fmla="*/ 47626 h 161926"/>
              <a:gd name="connsiteX25" fmla="*/ 152401 w 190501"/>
              <a:gd name="connsiteY25" fmla="*/ 47626 h 161926"/>
              <a:gd name="connsiteX26" fmla="*/ 176213 w 190501"/>
              <a:gd name="connsiteY26" fmla="*/ 66676 h 161926"/>
              <a:gd name="connsiteX27" fmla="*/ 180010 w 190501"/>
              <a:gd name="connsiteY27" fmla="*/ 72231 h 161926"/>
              <a:gd name="connsiteX28" fmla="*/ 190501 w 190501"/>
              <a:gd name="connsiteY28" fmla="*/ 95251 h 161926"/>
              <a:gd name="connsiteX29" fmla="*/ 190501 w 190501"/>
              <a:gd name="connsiteY29" fmla="*/ 133351 h 161926"/>
              <a:gd name="connsiteX30" fmla="*/ 179377 w 190501"/>
              <a:gd name="connsiteY30" fmla="*/ 142799 h 161926"/>
              <a:gd name="connsiteX31" fmla="*/ 152401 w 190501"/>
              <a:gd name="connsiteY31" fmla="*/ 161926 h 161926"/>
              <a:gd name="connsiteX32" fmla="*/ 125452 w 190501"/>
              <a:gd name="connsiteY32" fmla="*/ 142876 h 161926"/>
              <a:gd name="connsiteX33" fmla="*/ 74575 w 190501"/>
              <a:gd name="connsiteY33" fmla="*/ 142876 h 161926"/>
              <a:gd name="connsiteX34" fmla="*/ 47626 w 190501"/>
              <a:gd name="connsiteY34" fmla="*/ 161926 h 161926"/>
              <a:gd name="connsiteX35" fmla="*/ 20656 w 190501"/>
              <a:gd name="connsiteY35" fmla="*/ 142816 h 161926"/>
              <a:gd name="connsiteX36" fmla="*/ 1 w 190501"/>
              <a:gd name="connsiteY36" fmla="*/ 104776 h 161926"/>
              <a:gd name="connsiteX37" fmla="*/ 0 w 190501"/>
              <a:gd name="connsiteY37" fmla="*/ 103971 h 161926"/>
              <a:gd name="connsiteX38" fmla="*/ 23813 w 190501"/>
              <a:gd name="connsiteY38" fmla="*/ 85726 h 161926"/>
              <a:gd name="connsiteX39" fmla="*/ 76201 w 190501"/>
              <a:gd name="connsiteY39" fmla="*/ 33338 h 161926"/>
              <a:gd name="connsiteX40" fmla="*/ 75987 w 190501"/>
              <a:gd name="connsiteY40" fmla="*/ 28576 h 161926"/>
              <a:gd name="connsiteX41" fmla="*/ 95251 w 190501"/>
              <a:gd name="connsiteY41" fmla="*/ 9825 h 161926"/>
              <a:gd name="connsiteX42" fmla="*/ 28575 w 190501"/>
              <a:gd name="connsiteY42" fmla="*/ 0 h 161926"/>
              <a:gd name="connsiteX43" fmla="*/ 57150 w 190501"/>
              <a:gd name="connsiteY43" fmla="*/ 28575 h 161926"/>
              <a:gd name="connsiteX44" fmla="*/ 28575 w 190501"/>
              <a:gd name="connsiteY44" fmla="*/ 66675 h 161926"/>
              <a:gd name="connsiteX45" fmla="*/ 0 w 190501"/>
              <a:gd name="connsiteY45" fmla="*/ 28575 h 161926"/>
              <a:gd name="connsiteX46" fmla="*/ 28575 w 190501"/>
              <a:gd name="connsiteY46" fmla="*/ 0 h 16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0501" h="161926">
                <a:moveTo>
                  <a:pt x="152401" y="123826"/>
                </a:moveTo>
                <a:cubicBezTo>
                  <a:pt x="147140" y="123826"/>
                  <a:pt x="142876" y="128090"/>
                  <a:pt x="142876" y="133351"/>
                </a:cubicBezTo>
                <a:cubicBezTo>
                  <a:pt x="142876" y="138611"/>
                  <a:pt x="147140" y="142876"/>
                  <a:pt x="152401" y="142876"/>
                </a:cubicBezTo>
                <a:cubicBezTo>
                  <a:pt x="157661" y="142876"/>
                  <a:pt x="161926" y="138611"/>
                  <a:pt x="161926" y="133351"/>
                </a:cubicBezTo>
                <a:cubicBezTo>
                  <a:pt x="161926" y="128090"/>
                  <a:pt x="157661" y="123826"/>
                  <a:pt x="152401" y="123826"/>
                </a:cubicBezTo>
                <a:close/>
                <a:moveTo>
                  <a:pt x="47626" y="123826"/>
                </a:moveTo>
                <a:cubicBezTo>
                  <a:pt x="42365" y="123826"/>
                  <a:pt x="38101" y="128090"/>
                  <a:pt x="38101" y="133351"/>
                </a:cubicBezTo>
                <a:cubicBezTo>
                  <a:pt x="38101" y="138611"/>
                  <a:pt x="42365" y="142876"/>
                  <a:pt x="47626" y="142876"/>
                </a:cubicBezTo>
                <a:cubicBezTo>
                  <a:pt x="52886" y="142876"/>
                  <a:pt x="57151" y="138611"/>
                  <a:pt x="57151" y="133351"/>
                </a:cubicBezTo>
                <a:cubicBezTo>
                  <a:pt x="57151" y="128090"/>
                  <a:pt x="52886" y="123826"/>
                  <a:pt x="47626" y="123826"/>
                </a:cubicBezTo>
                <a:close/>
                <a:moveTo>
                  <a:pt x="28575" y="19050"/>
                </a:moveTo>
                <a:cubicBezTo>
                  <a:pt x="23315" y="19050"/>
                  <a:pt x="19050" y="23315"/>
                  <a:pt x="19050" y="28575"/>
                </a:cubicBezTo>
                <a:cubicBezTo>
                  <a:pt x="19050" y="33836"/>
                  <a:pt x="23315" y="38100"/>
                  <a:pt x="28575" y="38100"/>
                </a:cubicBezTo>
                <a:cubicBezTo>
                  <a:pt x="33836" y="38100"/>
                  <a:pt x="38100" y="33836"/>
                  <a:pt x="38100" y="28575"/>
                </a:cubicBezTo>
                <a:cubicBezTo>
                  <a:pt x="38100" y="23315"/>
                  <a:pt x="33836" y="19050"/>
                  <a:pt x="28575" y="19050"/>
                </a:cubicBezTo>
                <a:close/>
                <a:moveTo>
                  <a:pt x="95251" y="9825"/>
                </a:moveTo>
                <a:cubicBezTo>
                  <a:pt x="128001" y="10722"/>
                  <a:pt x="133351" y="14299"/>
                  <a:pt x="133351" y="28576"/>
                </a:cubicBezTo>
                <a:cubicBezTo>
                  <a:pt x="133351" y="33338"/>
                  <a:pt x="133351" y="37006"/>
                  <a:pt x="123826" y="38971"/>
                </a:cubicBezTo>
                <a:cubicBezTo>
                  <a:pt x="118725" y="40024"/>
                  <a:pt x="114504" y="42085"/>
                  <a:pt x="111299" y="45446"/>
                </a:cubicBezTo>
                <a:cubicBezTo>
                  <a:pt x="106318" y="50672"/>
                  <a:pt x="104776" y="58032"/>
                  <a:pt x="104776" y="66229"/>
                </a:cubicBezTo>
                <a:lnTo>
                  <a:pt x="104776" y="90488"/>
                </a:lnTo>
                <a:cubicBezTo>
                  <a:pt x="104776" y="93119"/>
                  <a:pt x="106907" y="95251"/>
                  <a:pt x="109538" y="95251"/>
                </a:cubicBezTo>
                <a:cubicBezTo>
                  <a:pt x="112168" y="95251"/>
                  <a:pt x="114301" y="93119"/>
                  <a:pt x="114301" y="90488"/>
                </a:cubicBezTo>
                <a:lnTo>
                  <a:pt x="114301" y="66676"/>
                </a:lnTo>
                <a:cubicBezTo>
                  <a:pt x="114301" y="52388"/>
                  <a:pt x="119063" y="47626"/>
                  <a:pt x="133351" y="47626"/>
                </a:cubicBezTo>
                <a:lnTo>
                  <a:pt x="152401" y="47626"/>
                </a:lnTo>
                <a:cubicBezTo>
                  <a:pt x="161926" y="47626"/>
                  <a:pt x="166688" y="52388"/>
                  <a:pt x="176213" y="66676"/>
                </a:cubicBezTo>
                <a:cubicBezTo>
                  <a:pt x="177509" y="68619"/>
                  <a:pt x="178786" y="70463"/>
                  <a:pt x="180010" y="72231"/>
                </a:cubicBezTo>
                <a:cubicBezTo>
                  <a:pt x="185844" y="80654"/>
                  <a:pt x="190501" y="87378"/>
                  <a:pt x="190501" y="95251"/>
                </a:cubicBezTo>
                <a:lnTo>
                  <a:pt x="190501" y="133351"/>
                </a:lnTo>
                <a:cubicBezTo>
                  <a:pt x="190501" y="142876"/>
                  <a:pt x="185196" y="142839"/>
                  <a:pt x="179377" y="142799"/>
                </a:cubicBezTo>
                <a:cubicBezTo>
                  <a:pt x="175475" y="153938"/>
                  <a:pt x="164871" y="161926"/>
                  <a:pt x="152401" y="161926"/>
                </a:cubicBezTo>
                <a:cubicBezTo>
                  <a:pt x="139959" y="161926"/>
                  <a:pt x="129374" y="153974"/>
                  <a:pt x="125452" y="142876"/>
                </a:cubicBezTo>
                <a:lnTo>
                  <a:pt x="74575" y="142876"/>
                </a:lnTo>
                <a:cubicBezTo>
                  <a:pt x="70652" y="153974"/>
                  <a:pt x="60067" y="161926"/>
                  <a:pt x="47626" y="161926"/>
                </a:cubicBezTo>
                <a:cubicBezTo>
                  <a:pt x="35162" y="161926"/>
                  <a:pt x="24561" y="153946"/>
                  <a:pt x="20656" y="142816"/>
                </a:cubicBezTo>
                <a:cubicBezTo>
                  <a:pt x="1" y="142876"/>
                  <a:pt x="1" y="132052"/>
                  <a:pt x="1" y="104776"/>
                </a:cubicBezTo>
                <a:cubicBezTo>
                  <a:pt x="1" y="104504"/>
                  <a:pt x="1" y="104235"/>
                  <a:pt x="0" y="103971"/>
                </a:cubicBezTo>
                <a:cubicBezTo>
                  <a:pt x="-8" y="90309"/>
                  <a:pt x="-11" y="85726"/>
                  <a:pt x="23813" y="85726"/>
                </a:cubicBezTo>
                <a:cubicBezTo>
                  <a:pt x="52746" y="85726"/>
                  <a:pt x="76201" y="62271"/>
                  <a:pt x="76201" y="33338"/>
                </a:cubicBezTo>
                <a:cubicBezTo>
                  <a:pt x="76201" y="31733"/>
                  <a:pt x="76129" y="30144"/>
                  <a:pt x="75987" y="28576"/>
                </a:cubicBezTo>
                <a:cubicBezTo>
                  <a:pt x="74298" y="9825"/>
                  <a:pt x="80963" y="9434"/>
                  <a:pt x="95251" y="9825"/>
                </a:cubicBezTo>
                <a:close/>
                <a:moveTo>
                  <a:pt x="28575" y="0"/>
                </a:moveTo>
                <a:cubicBezTo>
                  <a:pt x="44648" y="0"/>
                  <a:pt x="57150" y="12700"/>
                  <a:pt x="57150" y="28575"/>
                </a:cubicBezTo>
                <a:cubicBezTo>
                  <a:pt x="57150" y="52388"/>
                  <a:pt x="33338" y="66675"/>
                  <a:pt x="28575" y="66675"/>
                </a:cubicBezTo>
                <a:cubicBezTo>
                  <a:pt x="23813" y="66675"/>
                  <a:pt x="0" y="52388"/>
                  <a:pt x="0" y="28575"/>
                </a:cubicBezTo>
                <a:cubicBezTo>
                  <a:pt x="0" y="12700"/>
                  <a:pt x="12502" y="0"/>
                  <a:pt x="28575" y="0"/>
                </a:cubicBezTo>
                <a:close/>
              </a:path>
            </a:pathLst>
          </a:custGeom>
          <a:solidFill>
            <a:srgbClr val="000000"/>
          </a:solidFill>
          <a:ln w="9525" cap="flat">
            <a:noFill/>
            <a:prstDash val="solid"/>
            <a:miter/>
          </a:ln>
        </p:spPr>
        <p:txBody>
          <a:bodyPr rtlCol="0" anchor="ctr"/>
          <a:lstStyle/>
          <a:p>
            <a:endParaRPr lang="ru-RU"/>
          </a:p>
        </p:txBody>
      </p:sp>
      <p:sp>
        <p:nvSpPr>
          <p:cNvPr id="1408" name="Полилиния: фигура 1407">
            <a:extLst>
              <a:ext uri="{FF2B5EF4-FFF2-40B4-BE49-F238E27FC236}">
                <a16:creationId xmlns:a16="http://schemas.microsoft.com/office/drawing/2014/main" id="{3BE6184B-C30C-CAD6-0F0F-6DF33E7157B6}"/>
              </a:ext>
            </a:extLst>
          </p:cNvPr>
          <p:cNvSpPr/>
          <p:nvPr/>
        </p:nvSpPr>
        <p:spPr>
          <a:xfrm>
            <a:off x="9488676" y="1406190"/>
            <a:ext cx="171450" cy="152373"/>
          </a:xfrm>
          <a:custGeom>
            <a:avLst/>
            <a:gdLst>
              <a:gd name="connsiteX0" fmla="*/ 59940 w 171450"/>
              <a:gd name="connsiteY0" fmla="*/ 69438 h 152373"/>
              <a:gd name="connsiteX1" fmla="*/ 59940 w 171450"/>
              <a:gd name="connsiteY1" fmla="*/ 82908 h 152373"/>
              <a:gd name="connsiteX2" fmla="*/ 72255 w 171450"/>
              <a:gd name="connsiteY2" fmla="*/ 95223 h 152373"/>
              <a:gd name="connsiteX3" fmla="*/ 59940 w 171450"/>
              <a:gd name="connsiteY3" fmla="*/ 107538 h 152373"/>
              <a:gd name="connsiteX4" fmla="*/ 59940 w 171450"/>
              <a:gd name="connsiteY4" fmla="*/ 121008 h 152373"/>
              <a:gd name="connsiteX5" fmla="*/ 73410 w 171450"/>
              <a:gd name="connsiteY5" fmla="*/ 121008 h 152373"/>
              <a:gd name="connsiteX6" fmla="*/ 85725 w 171450"/>
              <a:gd name="connsiteY6" fmla="*/ 108693 h 152373"/>
              <a:gd name="connsiteX7" fmla="*/ 98040 w 171450"/>
              <a:gd name="connsiteY7" fmla="*/ 121008 h 152373"/>
              <a:gd name="connsiteX8" fmla="*/ 111510 w 171450"/>
              <a:gd name="connsiteY8" fmla="*/ 121008 h 152373"/>
              <a:gd name="connsiteX9" fmla="*/ 111510 w 171450"/>
              <a:gd name="connsiteY9" fmla="*/ 107538 h 152373"/>
              <a:gd name="connsiteX10" fmla="*/ 99195 w 171450"/>
              <a:gd name="connsiteY10" fmla="*/ 95223 h 152373"/>
              <a:gd name="connsiteX11" fmla="*/ 111510 w 171450"/>
              <a:gd name="connsiteY11" fmla="*/ 82908 h 152373"/>
              <a:gd name="connsiteX12" fmla="*/ 111510 w 171450"/>
              <a:gd name="connsiteY12" fmla="*/ 69438 h 152373"/>
              <a:gd name="connsiteX13" fmla="*/ 98040 w 171450"/>
              <a:gd name="connsiteY13" fmla="*/ 69438 h 152373"/>
              <a:gd name="connsiteX14" fmla="*/ 85725 w 171450"/>
              <a:gd name="connsiteY14" fmla="*/ 81753 h 152373"/>
              <a:gd name="connsiteX15" fmla="*/ 73410 w 171450"/>
              <a:gd name="connsiteY15" fmla="*/ 69438 h 152373"/>
              <a:gd name="connsiteX16" fmla="*/ 59940 w 171450"/>
              <a:gd name="connsiteY16" fmla="*/ 69438 h 152373"/>
              <a:gd name="connsiteX17" fmla="*/ 85725 w 171450"/>
              <a:gd name="connsiteY17" fmla="*/ 38073 h 152373"/>
              <a:gd name="connsiteX18" fmla="*/ 138806 w 171450"/>
              <a:gd name="connsiteY18" fmla="*/ 39363 h 152373"/>
              <a:gd name="connsiteX19" fmla="*/ 152400 w 171450"/>
              <a:gd name="connsiteY19" fmla="*/ 40219 h 152373"/>
              <a:gd name="connsiteX20" fmla="*/ 171062 w 171450"/>
              <a:gd name="connsiteY20" fmla="*/ 57124 h 152373"/>
              <a:gd name="connsiteX21" fmla="*/ 171450 w 171450"/>
              <a:gd name="connsiteY21" fmla="*/ 95223 h 152373"/>
              <a:gd name="connsiteX22" fmla="*/ 171449 w 171450"/>
              <a:gd name="connsiteY22" fmla="*/ 95538 h 152373"/>
              <a:gd name="connsiteX23" fmla="*/ 171450 w 171450"/>
              <a:gd name="connsiteY23" fmla="*/ 99986 h 152373"/>
              <a:gd name="connsiteX24" fmla="*/ 85725 w 171450"/>
              <a:gd name="connsiteY24" fmla="*/ 152373 h 152373"/>
              <a:gd name="connsiteX25" fmla="*/ 0 w 171450"/>
              <a:gd name="connsiteY25" fmla="*/ 99986 h 152373"/>
              <a:gd name="connsiteX26" fmla="*/ 1 w 171450"/>
              <a:gd name="connsiteY26" fmla="*/ 95538 h 152373"/>
              <a:gd name="connsiteX27" fmla="*/ 0 w 171450"/>
              <a:gd name="connsiteY27" fmla="*/ 95223 h 152373"/>
              <a:gd name="connsiteX28" fmla="*/ 387 w 171450"/>
              <a:gd name="connsiteY28" fmla="*/ 57124 h 152373"/>
              <a:gd name="connsiteX29" fmla="*/ 19050 w 171450"/>
              <a:gd name="connsiteY29" fmla="*/ 40219 h 152373"/>
              <a:gd name="connsiteX30" fmla="*/ 32644 w 171450"/>
              <a:gd name="connsiteY30" fmla="*/ 39363 h 152373"/>
              <a:gd name="connsiteX31" fmla="*/ 85725 w 171450"/>
              <a:gd name="connsiteY31" fmla="*/ 38073 h 152373"/>
              <a:gd name="connsiteX32" fmla="*/ 109714 w 171450"/>
              <a:gd name="connsiteY32" fmla="*/ 14 h 152373"/>
              <a:gd name="connsiteX33" fmla="*/ 153452 w 171450"/>
              <a:gd name="connsiteY33" fmla="*/ 13916 h 152373"/>
              <a:gd name="connsiteX34" fmla="*/ 157162 w 171450"/>
              <a:gd name="connsiteY34" fmla="*/ 19022 h 152373"/>
              <a:gd name="connsiteX35" fmla="*/ 152400 w 171450"/>
              <a:gd name="connsiteY35" fmla="*/ 30668 h 152373"/>
              <a:gd name="connsiteX36" fmla="*/ 109718 w 171450"/>
              <a:gd name="connsiteY36" fmla="*/ 28698 h 152373"/>
              <a:gd name="connsiteX37" fmla="*/ 109537 w 171450"/>
              <a:gd name="connsiteY37" fmla="*/ 28695 h 152373"/>
              <a:gd name="connsiteX38" fmla="*/ 95430 w 171450"/>
              <a:gd name="connsiteY38" fmla="*/ 14267 h 152373"/>
              <a:gd name="connsiteX39" fmla="*/ 109714 w 171450"/>
              <a:gd name="connsiteY39" fmla="*/ 14 h 152373"/>
              <a:gd name="connsiteX40" fmla="*/ 61912 w 171450"/>
              <a:gd name="connsiteY40" fmla="*/ 11 h 152373"/>
              <a:gd name="connsiteX41" fmla="*/ 76199 w 171450"/>
              <a:gd name="connsiteY41" fmla="*/ 14265 h 152373"/>
              <a:gd name="connsiteX42" fmla="*/ 62092 w 171450"/>
              <a:gd name="connsiteY42" fmla="*/ 28692 h 152373"/>
              <a:gd name="connsiteX43" fmla="*/ 61912 w 171450"/>
              <a:gd name="connsiteY43" fmla="*/ 28695 h 152373"/>
              <a:gd name="connsiteX44" fmla="*/ 19049 w 171450"/>
              <a:gd name="connsiteY44" fmla="*/ 30668 h 152373"/>
              <a:gd name="connsiteX45" fmla="*/ 14287 w 171450"/>
              <a:gd name="connsiteY45" fmla="*/ 19022 h 152373"/>
              <a:gd name="connsiteX46" fmla="*/ 17899 w 171450"/>
              <a:gd name="connsiteY46" fmla="*/ 14061 h 152373"/>
              <a:gd name="connsiteX47" fmla="*/ 61912 w 171450"/>
              <a:gd name="connsiteY47" fmla="*/ 11 h 15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71450" h="152373">
                <a:moveTo>
                  <a:pt x="59940" y="69438"/>
                </a:moveTo>
                <a:cubicBezTo>
                  <a:pt x="56220" y="73157"/>
                  <a:pt x="56220" y="79189"/>
                  <a:pt x="59940" y="82908"/>
                </a:cubicBezTo>
                <a:lnTo>
                  <a:pt x="72255" y="95223"/>
                </a:lnTo>
                <a:lnTo>
                  <a:pt x="59940" y="107538"/>
                </a:lnTo>
                <a:cubicBezTo>
                  <a:pt x="56220" y="111257"/>
                  <a:pt x="56220" y="117289"/>
                  <a:pt x="59940" y="121008"/>
                </a:cubicBezTo>
                <a:cubicBezTo>
                  <a:pt x="63660" y="124728"/>
                  <a:pt x="69691" y="124728"/>
                  <a:pt x="73410" y="121008"/>
                </a:cubicBezTo>
                <a:lnTo>
                  <a:pt x="85725" y="108693"/>
                </a:lnTo>
                <a:lnTo>
                  <a:pt x="98040" y="121008"/>
                </a:lnTo>
                <a:cubicBezTo>
                  <a:pt x="101759" y="124728"/>
                  <a:pt x="107791" y="124728"/>
                  <a:pt x="111510" y="121008"/>
                </a:cubicBezTo>
                <a:cubicBezTo>
                  <a:pt x="115230" y="117289"/>
                  <a:pt x="115230" y="111257"/>
                  <a:pt x="111510" y="107538"/>
                </a:cubicBezTo>
                <a:lnTo>
                  <a:pt x="99195" y="95223"/>
                </a:lnTo>
                <a:lnTo>
                  <a:pt x="111510" y="82908"/>
                </a:lnTo>
                <a:cubicBezTo>
                  <a:pt x="115230" y="79189"/>
                  <a:pt x="115230" y="73157"/>
                  <a:pt x="111510" y="69438"/>
                </a:cubicBezTo>
                <a:cubicBezTo>
                  <a:pt x="107791" y="65718"/>
                  <a:pt x="101759" y="65718"/>
                  <a:pt x="98040" y="69438"/>
                </a:cubicBezTo>
                <a:lnTo>
                  <a:pt x="85725" y="81753"/>
                </a:lnTo>
                <a:lnTo>
                  <a:pt x="73410" y="69438"/>
                </a:lnTo>
                <a:cubicBezTo>
                  <a:pt x="69691" y="65718"/>
                  <a:pt x="63660" y="65718"/>
                  <a:pt x="59940" y="69438"/>
                </a:cubicBezTo>
                <a:close/>
                <a:moveTo>
                  <a:pt x="85725" y="38073"/>
                </a:moveTo>
                <a:cubicBezTo>
                  <a:pt x="109315" y="38073"/>
                  <a:pt x="126413" y="38073"/>
                  <a:pt x="138806" y="39363"/>
                </a:cubicBezTo>
                <a:cubicBezTo>
                  <a:pt x="143652" y="39621"/>
                  <a:pt x="148179" y="39910"/>
                  <a:pt x="152400" y="40219"/>
                </a:cubicBezTo>
                <a:cubicBezTo>
                  <a:pt x="167908" y="41354"/>
                  <a:pt x="171450" y="42836"/>
                  <a:pt x="171062" y="57124"/>
                </a:cubicBezTo>
                <a:cubicBezTo>
                  <a:pt x="171450" y="66043"/>
                  <a:pt x="171450" y="78054"/>
                  <a:pt x="171450" y="95223"/>
                </a:cubicBezTo>
                <a:lnTo>
                  <a:pt x="171449" y="95538"/>
                </a:lnTo>
                <a:lnTo>
                  <a:pt x="171450" y="99986"/>
                </a:lnTo>
                <a:cubicBezTo>
                  <a:pt x="171450" y="141445"/>
                  <a:pt x="171450" y="152373"/>
                  <a:pt x="85725" y="152373"/>
                </a:cubicBezTo>
                <a:cubicBezTo>
                  <a:pt x="0" y="152373"/>
                  <a:pt x="0" y="141445"/>
                  <a:pt x="0" y="99986"/>
                </a:cubicBezTo>
                <a:lnTo>
                  <a:pt x="1" y="95538"/>
                </a:lnTo>
                <a:lnTo>
                  <a:pt x="0" y="95223"/>
                </a:lnTo>
                <a:cubicBezTo>
                  <a:pt x="0" y="78054"/>
                  <a:pt x="0" y="66043"/>
                  <a:pt x="387" y="57124"/>
                </a:cubicBezTo>
                <a:cubicBezTo>
                  <a:pt x="387" y="42836"/>
                  <a:pt x="3542" y="41354"/>
                  <a:pt x="19050" y="40219"/>
                </a:cubicBezTo>
                <a:cubicBezTo>
                  <a:pt x="23272" y="39910"/>
                  <a:pt x="27798" y="39621"/>
                  <a:pt x="32644" y="39363"/>
                </a:cubicBezTo>
                <a:cubicBezTo>
                  <a:pt x="45037" y="38073"/>
                  <a:pt x="62135" y="38073"/>
                  <a:pt x="85725" y="38073"/>
                </a:cubicBezTo>
                <a:close/>
                <a:moveTo>
                  <a:pt x="109714" y="14"/>
                </a:moveTo>
                <a:cubicBezTo>
                  <a:pt x="143711" y="249"/>
                  <a:pt x="144906" y="1926"/>
                  <a:pt x="153452" y="13916"/>
                </a:cubicBezTo>
                <a:cubicBezTo>
                  <a:pt x="154542" y="15444"/>
                  <a:pt x="155751" y="17140"/>
                  <a:pt x="157162" y="19022"/>
                </a:cubicBezTo>
                <a:cubicBezTo>
                  <a:pt x="164417" y="28695"/>
                  <a:pt x="161925" y="31355"/>
                  <a:pt x="152400" y="30668"/>
                </a:cubicBezTo>
                <a:cubicBezTo>
                  <a:pt x="139407" y="29731"/>
                  <a:pt x="128610" y="28999"/>
                  <a:pt x="109718" y="28698"/>
                </a:cubicBezTo>
                <a:lnTo>
                  <a:pt x="109537" y="28695"/>
                </a:lnTo>
                <a:cubicBezTo>
                  <a:pt x="95517" y="28472"/>
                  <a:pt x="95430" y="28471"/>
                  <a:pt x="95430" y="14267"/>
                </a:cubicBezTo>
                <a:cubicBezTo>
                  <a:pt x="95430" y="115"/>
                  <a:pt x="95521" y="-85"/>
                  <a:pt x="109714" y="14"/>
                </a:cubicBezTo>
                <a:close/>
                <a:moveTo>
                  <a:pt x="61912" y="11"/>
                </a:moveTo>
                <a:cubicBezTo>
                  <a:pt x="76106" y="-88"/>
                  <a:pt x="76199" y="110"/>
                  <a:pt x="76199" y="14265"/>
                </a:cubicBezTo>
                <a:cubicBezTo>
                  <a:pt x="76199" y="28468"/>
                  <a:pt x="76112" y="28469"/>
                  <a:pt x="62092" y="28692"/>
                </a:cubicBezTo>
                <a:lnTo>
                  <a:pt x="61912" y="28695"/>
                </a:lnTo>
                <a:cubicBezTo>
                  <a:pt x="43019" y="28996"/>
                  <a:pt x="32042" y="29731"/>
                  <a:pt x="19049" y="30668"/>
                </a:cubicBezTo>
                <a:cubicBezTo>
                  <a:pt x="9524" y="31355"/>
                  <a:pt x="7032" y="28695"/>
                  <a:pt x="14287" y="19022"/>
                </a:cubicBezTo>
                <a:cubicBezTo>
                  <a:pt x="15654" y="17200"/>
                  <a:pt x="16833" y="15551"/>
                  <a:pt x="17899" y="14061"/>
                </a:cubicBezTo>
                <a:cubicBezTo>
                  <a:pt x="26571" y="1938"/>
                  <a:pt x="27781" y="247"/>
                  <a:pt x="61912" y="11"/>
                </a:cubicBezTo>
                <a:close/>
              </a:path>
            </a:pathLst>
          </a:custGeom>
          <a:solidFill>
            <a:srgbClr val="000000"/>
          </a:solidFill>
          <a:ln w="9525" cap="flat">
            <a:noFill/>
            <a:prstDash val="solid"/>
            <a:miter/>
          </a:ln>
        </p:spPr>
        <p:txBody>
          <a:bodyPr rtlCol="0" anchor="ctr"/>
          <a:lstStyle/>
          <a:p>
            <a:endParaRPr lang="ru-RU"/>
          </a:p>
        </p:txBody>
      </p:sp>
      <p:sp>
        <p:nvSpPr>
          <p:cNvPr id="1416" name="Полилиния: фигура 1415">
            <a:extLst>
              <a:ext uri="{FF2B5EF4-FFF2-40B4-BE49-F238E27FC236}">
                <a16:creationId xmlns:a16="http://schemas.microsoft.com/office/drawing/2014/main" id="{F7D0224C-0DBF-0BC8-A779-9957DCC900C3}"/>
              </a:ext>
            </a:extLst>
          </p:cNvPr>
          <p:cNvSpPr/>
          <p:nvPr/>
        </p:nvSpPr>
        <p:spPr>
          <a:xfrm>
            <a:off x="9498200" y="1955983"/>
            <a:ext cx="152401" cy="152399"/>
          </a:xfrm>
          <a:custGeom>
            <a:avLst/>
            <a:gdLst>
              <a:gd name="connsiteX0" fmla="*/ 2372 w 152401"/>
              <a:gd name="connsiteY0" fmla="*/ 54148 h 152399"/>
              <a:gd name="connsiteX1" fmla="*/ 18974 w 152401"/>
              <a:gd name="connsiteY1" fmla="*/ 57698 h 152399"/>
              <a:gd name="connsiteX2" fmla="*/ 76200 w 152401"/>
              <a:gd name="connsiteY2" fmla="*/ 66674 h 152399"/>
              <a:gd name="connsiteX3" fmla="*/ 133426 w 152401"/>
              <a:gd name="connsiteY3" fmla="*/ 57698 h 152399"/>
              <a:gd name="connsiteX4" fmla="*/ 152400 w 152401"/>
              <a:gd name="connsiteY4" fmla="*/ 66596 h 152399"/>
              <a:gd name="connsiteX5" fmla="*/ 152400 w 152401"/>
              <a:gd name="connsiteY5" fmla="*/ 123824 h 152399"/>
              <a:gd name="connsiteX6" fmla="*/ 76200 w 152401"/>
              <a:gd name="connsiteY6" fmla="*/ 152399 h 152399"/>
              <a:gd name="connsiteX7" fmla="*/ 0 w 152401"/>
              <a:gd name="connsiteY7" fmla="*/ 123824 h 152399"/>
              <a:gd name="connsiteX8" fmla="*/ 0 w 152401"/>
              <a:gd name="connsiteY8" fmla="*/ 66596 h 152399"/>
              <a:gd name="connsiteX9" fmla="*/ 2372 w 152401"/>
              <a:gd name="connsiteY9" fmla="*/ 54148 h 152399"/>
              <a:gd name="connsiteX10" fmla="*/ 76201 w 152401"/>
              <a:gd name="connsiteY10" fmla="*/ 0 h 152399"/>
              <a:gd name="connsiteX11" fmla="*/ 152401 w 152401"/>
              <a:gd name="connsiteY11" fmla="*/ 28575 h 152399"/>
              <a:gd name="connsiteX12" fmla="*/ 76201 w 152401"/>
              <a:gd name="connsiteY12" fmla="*/ 57150 h 152399"/>
              <a:gd name="connsiteX13" fmla="*/ 1 w 152401"/>
              <a:gd name="connsiteY13" fmla="*/ 28575 h 152399"/>
              <a:gd name="connsiteX14" fmla="*/ 76201 w 152401"/>
              <a:gd name="connsiteY14" fmla="*/ 0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401" h="152399">
                <a:moveTo>
                  <a:pt x="2372" y="54148"/>
                </a:moveTo>
                <a:cubicBezTo>
                  <a:pt x="4744" y="52811"/>
                  <a:pt x="9487" y="54141"/>
                  <a:pt x="18974" y="57698"/>
                </a:cubicBezTo>
                <a:cubicBezTo>
                  <a:pt x="34084" y="63364"/>
                  <a:pt x="54318" y="66674"/>
                  <a:pt x="76200" y="66674"/>
                </a:cubicBezTo>
                <a:cubicBezTo>
                  <a:pt x="98082" y="66674"/>
                  <a:pt x="118317" y="63364"/>
                  <a:pt x="133426" y="57698"/>
                </a:cubicBezTo>
                <a:cubicBezTo>
                  <a:pt x="152400" y="50583"/>
                  <a:pt x="152400" y="52380"/>
                  <a:pt x="152400" y="66596"/>
                </a:cubicBezTo>
                <a:lnTo>
                  <a:pt x="152400" y="123824"/>
                </a:lnTo>
                <a:cubicBezTo>
                  <a:pt x="152400" y="139605"/>
                  <a:pt x="118284" y="152399"/>
                  <a:pt x="76200" y="152399"/>
                </a:cubicBezTo>
                <a:cubicBezTo>
                  <a:pt x="34116" y="152399"/>
                  <a:pt x="0" y="139605"/>
                  <a:pt x="0" y="123824"/>
                </a:cubicBezTo>
                <a:lnTo>
                  <a:pt x="0" y="66596"/>
                </a:lnTo>
                <a:cubicBezTo>
                  <a:pt x="0" y="59488"/>
                  <a:pt x="0" y="55485"/>
                  <a:pt x="2372" y="54148"/>
                </a:cubicBezTo>
                <a:close/>
                <a:moveTo>
                  <a:pt x="76201" y="0"/>
                </a:moveTo>
                <a:cubicBezTo>
                  <a:pt x="118285" y="0"/>
                  <a:pt x="152401" y="12794"/>
                  <a:pt x="152401" y="28575"/>
                </a:cubicBezTo>
                <a:cubicBezTo>
                  <a:pt x="152401" y="44356"/>
                  <a:pt x="118285" y="57150"/>
                  <a:pt x="76201" y="57150"/>
                </a:cubicBezTo>
                <a:cubicBezTo>
                  <a:pt x="34117" y="57150"/>
                  <a:pt x="1" y="44356"/>
                  <a:pt x="1" y="28575"/>
                </a:cubicBezTo>
                <a:cubicBezTo>
                  <a:pt x="1" y="12794"/>
                  <a:pt x="34117" y="0"/>
                  <a:pt x="76201" y="0"/>
                </a:cubicBezTo>
                <a:close/>
              </a:path>
            </a:pathLst>
          </a:custGeom>
          <a:solidFill>
            <a:srgbClr val="000000"/>
          </a:solidFill>
          <a:ln w="9525" cap="flat">
            <a:noFill/>
            <a:prstDash val="solid"/>
            <a:miter/>
          </a:ln>
        </p:spPr>
        <p:txBody>
          <a:bodyPr rtlCol="0" anchor="ctr"/>
          <a:lstStyle/>
          <a:p>
            <a:endParaRPr lang="ru-RU"/>
          </a:p>
        </p:txBody>
      </p:sp>
      <p:sp>
        <p:nvSpPr>
          <p:cNvPr id="1417" name="Полилиния: фигура 1416">
            <a:extLst>
              <a:ext uri="{FF2B5EF4-FFF2-40B4-BE49-F238E27FC236}">
                <a16:creationId xmlns:a16="http://schemas.microsoft.com/office/drawing/2014/main" id="{E0055EA2-DA3F-18AC-F0FC-45CC179F9E74}"/>
              </a:ext>
            </a:extLst>
          </p:cNvPr>
          <p:cNvSpPr/>
          <p:nvPr/>
        </p:nvSpPr>
        <p:spPr>
          <a:xfrm>
            <a:off x="9488681" y="2496276"/>
            <a:ext cx="180970" cy="180974"/>
          </a:xfrm>
          <a:custGeom>
            <a:avLst/>
            <a:gdLst>
              <a:gd name="connsiteX0" fmla="*/ 141693 w 180970"/>
              <a:gd name="connsiteY0" fmla="*/ 104872 h 180974"/>
              <a:gd name="connsiteX1" fmla="*/ 148441 w 180970"/>
              <a:gd name="connsiteY1" fmla="*/ 106447 h 180974"/>
              <a:gd name="connsiteX2" fmla="*/ 148441 w 180970"/>
              <a:gd name="connsiteY2" fmla="*/ 113334 h 180974"/>
              <a:gd name="connsiteX3" fmla="*/ 135808 w 180970"/>
              <a:gd name="connsiteY3" fmla="*/ 119651 h 180974"/>
              <a:gd name="connsiteX4" fmla="*/ 130207 w 180970"/>
              <a:gd name="connsiteY4" fmla="*/ 122620 h 180974"/>
              <a:gd name="connsiteX5" fmla="*/ 125910 w 180970"/>
              <a:gd name="connsiteY5" fmla="*/ 126474 h 180974"/>
              <a:gd name="connsiteX6" fmla="*/ 124031 w 180970"/>
              <a:gd name="connsiteY6" fmla="*/ 131966 h 180974"/>
              <a:gd name="connsiteX7" fmla="*/ 123820 w 180970"/>
              <a:gd name="connsiteY7" fmla="*/ 138114 h 180974"/>
              <a:gd name="connsiteX8" fmla="*/ 123820 w 180970"/>
              <a:gd name="connsiteY8" fmla="*/ 147639 h 180974"/>
              <a:gd name="connsiteX9" fmla="*/ 128583 w 180970"/>
              <a:gd name="connsiteY9" fmla="*/ 152401 h 180974"/>
              <a:gd name="connsiteX10" fmla="*/ 133345 w 180970"/>
              <a:gd name="connsiteY10" fmla="*/ 147635 h 180974"/>
              <a:gd name="connsiteX11" fmla="*/ 133345 w 180970"/>
              <a:gd name="connsiteY11" fmla="*/ 138114 h 180974"/>
              <a:gd name="connsiteX12" fmla="*/ 133493 w 180970"/>
              <a:gd name="connsiteY12" fmla="*/ 133068 h 180974"/>
              <a:gd name="connsiteX13" fmla="*/ 133798 w 180970"/>
              <a:gd name="connsiteY13" fmla="*/ 131813 h 180974"/>
              <a:gd name="connsiteX14" fmla="*/ 135178 w 180970"/>
              <a:gd name="connsiteY14" fmla="*/ 130745 h 180974"/>
              <a:gd name="connsiteX15" fmla="*/ 140237 w 180970"/>
              <a:gd name="connsiteY15" fmla="*/ 128086 h 180974"/>
              <a:gd name="connsiteX16" fmla="*/ 158016 w 180970"/>
              <a:gd name="connsiteY16" fmla="*/ 119197 h 180974"/>
              <a:gd name="connsiteX17" fmla="*/ 173234 w 180970"/>
              <a:gd name="connsiteY17" fmla="*/ 119197 h 180974"/>
              <a:gd name="connsiteX18" fmla="*/ 180970 w 180970"/>
              <a:gd name="connsiteY18" fmla="*/ 133037 h 180974"/>
              <a:gd name="connsiteX19" fmla="*/ 180970 w 180970"/>
              <a:gd name="connsiteY19" fmla="*/ 152714 h 180974"/>
              <a:gd name="connsiteX20" fmla="*/ 173226 w 180970"/>
              <a:gd name="connsiteY20" fmla="*/ 166557 h 180974"/>
              <a:gd name="connsiteX21" fmla="*/ 171445 w 180970"/>
              <a:gd name="connsiteY21" fmla="*/ 167470 h 180974"/>
              <a:gd name="connsiteX22" fmla="*/ 152395 w 180970"/>
              <a:gd name="connsiteY22" fmla="*/ 177308 h 180974"/>
              <a:gd name="connsiteX23" fmla="*/ 133345 w 180970"/>
              <a:gd name="connsiteY23" fmla="*/ 177308 h 180974"/>
              <a:gd name="connsiteX24" fmla="*/ 114295 w 180970"/>
              <a:gd name="connsiteY24" fmla="*/ 167470 h 180974"/>
              <a:gd name="connsiteX25" fmla="*/ 112506 w 180970"/>
              <a:gd name="connsiteY25" fmla="*/ 166553 h 180974"/>
              <a:gd name="connsiteX26" fmla="*/ 104770 w 180970"/>
              <a:gd name="connsiteY26" fmla="*/ 152714 h 180974"/>
              <a:gd name="connsiteX27" fmla="*/ 104770 w 180970"/>
              <a:gd name="connsiteY27" fmla="*/ 133037 h 180974"/>
              <a:gd name="connsiteX28" fmla="*/ 113503 w 180970"/>
              <a:gd name="connsiteY28" fmla="*/ 118688 h 180974"/>
              <a:gd name="connsiteX29" fmla="*/ 133345 w 180970"/>
              <a:gd name="connsiteY29" fmla="*/ 108442 h 180974"/>
              <a:gd name="connsiteX30" fmla="*/ 141693 w 180970"/>
              <a:gd name="connsiteY30" fmla="*/ 104872 h 180974"/>
              <a:gd name="connsiteX31" fmla="*/ 38482 w 180970"/>
              <a:gd name="connsiteY31" fmla="*/ 91989 h 180974"/>
              <a:gd name="connsiteX32" fmla="*/ 45462 w 180970"/>
              <a:gd name="connsiteY32" fmla="*/ 98197 h 180974"/>
              <a:gd name="connsiteX33" fmla="*/ 58784 w 180970"/>
              <a:gd name="connsiteY33" fmla="*/ 112666 h 180974"/>
              <a:gd name="connsiteX34" fmla="*/ 73253 w 180970"/>
              <a:gd name="connsiteY34" fmla="*/ 125989 h 180974"/>
              <a:gd name="connsiteX35" fmla="*/ 79462 w 180970"/>
              <a:gd name="connsiteY35" fmla="*/ 132969 h 180974"/>
              <a:gd name="connsiteX36" fmla="*/ 75164 w 180970"/>
              <a:gd name="connsiteY36" fmla="*/ 140697 h 180974"/>
              <a:gd name="connsiteX37" fmla="*/ 64381 w 180970"/>
              <a:gd name="connsiteY37" fmla="*/ 156065 h 180974"/>
              <a:gd name="connsiteX38" fmla="*/ 48762 w 180970"/>
              <a:gd name="connsiteY38" fmla="*/ 163098 h 180974"/>
              <a:gd name="connsiteX39" fmla="*/ 25108 w 180970"/>
              <a:gd name="connsiteY39" fmla="*/ 146343 h 180974"/>
              <a:gd name="connsiteX40" fmla="*/ 8352 w 180970"/>
              <a:gd name="connsiteY40" fmla="*/ 122688 h 180974"/>
              <a:gd name="connsiteX41" fmla="*/ 15385 w 180970"/>
              <a:gd name="connsiteY41" fmla="*/ 107070 h 180974"/>
              <a:gd name="connsiteX42" fmla="*/ 30753 w 180970"/>
              <a:gd name="connsiteY42" fmla="*/ 96286 h 180974"/>
              <a:gd name="connsiteX43" fmla="*/ 38482 w 180970"/>
              <a:gd name="connsiteY43" fmla="*/ 91989 h 180974"/>
              <a:gd name="connsiteX44" fmla="*/ 81862 w 180970"/>
              <a:gd name="connsiteY44" fmla="*/ 50860 h 180974"/>
              <a:gd name="connsiteX45" fmla="*/ 91899 w 180970"/>
              <a:gd name="connsiteY45" fmla="*/ 52611 h 180974"/>
              <a:gd name="connsiteX46" fmla="*/ 105931 w 180970"/>
              <a:gd name="connsiteY46" fmla="*/ 65519 h 180974"/>
              <a:gd name="connsiteX47" fmla="*/ 118839 w 180970"/>
              <a:gd name="connsiteY47" fmla="*/ 79552 h 180974"/>
              <a:gd name="connsiteX48" fmla="*/ 112882 w 180970"/>
              <a:gd name="connsiteY48" fmla="*/ 98979 h 180974"/>
              <a:gd name="connsiteX49" fmla="*/ 98980 w 180970"/>
              <a:gd name="connsiteY49" fmla="*/ 112882 h 180974"/>
              <a:gd name="connsiteX50" fmla="*/ 79552 w 180970"/>
              <a:gd name="connsiteY50" fmla="*/ 118839 h 180974"/>
              <a:gd name="connsiteX51" fmla="*/ 65520 w 180970"/>
              <a:gd name="connsiteY51" fmla="*/ 105931 h 180974"/>
              <a:gd name="connsiteX52" fmla="*/ 52611 w 180970"/>
              <a:gd name="connsiteY52" fmla="*/ 91898 h 180974"/>
              <a:gd name="connsiteX53" fmla="*/ 58784 w 180970"/>
              <a:gd name="connsiteY53" fmla="*/ 72255 h 180974"/>
              <a:gd name="connsiteX54" fmla="*/ 72255 w 180970"/>
              <a:gd name="connsiteY54" fmla="*/ 58784 h 180974"/>
              <a:gd name="connsiteX55" fmla="*/ 81862 w 180970"/>
              <a:gd name="connsiteY55" fmla="*/ 50860 h 180974"/>
              <a:gd name="connsiteX56" fmla="*/ 12417 w 180970"/>
              <a:gd name="connsiteY56" fmla="*/ 44450 h 180974"/>
              <a:gd name="connsiteX57" fmla="*/ 15676 w 180970"/>
              <a:gd name="connsiteY57" fmla="*/ 48011 h 180974"/>
              <a:gd name="connsiteX58" fmla="*/ 28925 w 180970"/>
              <a:gd name="connsiteY58" fmla="*/ 75726 h 180974"/>
              <a:gd name="connsiteX59" fmla="*/ 26745 w 180970"/>
              <a:gd name="connsiteY59" fmla="*/ 87362 h 180974"/>
              <a:gd name="connsiteX60" fmla="*/ 10288 w 180970"/>
              <a:gd name="connsiteY60" fmla="*/ 99024 h 180974"/>
              <a:gd name="connsiteX61" fmla="*/ 475 w 180970"/>
              <a:gd name="connsiteY61" fmla="*/ 94769 h 180974"/>
              <a:gd name="connsiteX62" fmla="*/ 8352 w 180970"/>
              <a:gd name="connsiteY62" fmla="*/ 48764 h 180974"/>
              <a:gd name="connsiteX63" fmla="*/ 12417 w 180970"/>
              <a:gd name="connsiteY63" fmla="*/ 44450 h 180974"/>
              <a:gd name="connsiteX64" fmla="*/ 33887 w 180970"/>
              <a:gd name="connsiteY64" fmla="*/ 22701 h 180974"/>
              <a:gd name="connsiteX65" fmla="*/ 53398 w 180970"/>
              <a:gd name="connsiteY65" fmla="*/ 27806 h 180974"/>
              <a:gd name="connsiteX66" fmla="*/ 68461 w 180970"/>
              <a:gd name="connsiteY66" fmla="*/ 35638 h 180974"/>
              <a:gd name="connsiteX67" fmla="*/ 68714 w 180970"/>
              <a:gd name="connsiteY67" fmla="*/ 48508 h 180974"/>
              <a:gd name="connsiteX68" fmla="*/ 58784 w 180970"/>
              <a:gd name="connsiteY68" fmla="*/ 58785 h 180974"/>
              <a:gd name="connsiteX69" fmla="*/ 48507 w 180970"/>
              <a:gd name="connsiteY69" fmla="*/ 68714 h 180974"/>
              <a:gd name="connsiteX70" fmla="*/ 35637 w 180970"/>
              <a:gd name="connsiteY70" fmla="*/ 68462 h 180974"/>
              <a:gd name="connsiteX71" fmla="*/ 27805 w 180970"/>
              <a:gd name="connsiteY71" fmla="*/ 53399 h 180974"/>
              <a:gd name="connsiteX72" fmla="*/ 22700 w 180970"/>
              <a:gd name="connsiteY72" fmla="*/ 33888 h 180974"/>
              <a:gd name="connsiteX73" fmla="*/ 25108 w 180970"/>
              <a:gd name="connsiteY73" fmla="*/ 25109 h 180974"/>
              <a:gd name="connsiteX74" fmla="*/ 33887 w 180970"/>
              <a:gd name="connsiteY74" fmla="*/ 22701 h 180974"/>
              <a:gd name="connsiteX75" fmla="*/ 113789 w 180970"/>
              <a:gd name="connsiteY75" fmla="*/ 7009 h 180974"/>
              <a:gd name="connsiteX76" fmla="*/ 122687 w 180970"/>
              <a:gd name="connsiteY76" fmla="*/ 8352 h 180974"/>
              <a:gd name="connsiteX77" fmla="*/ 146342 w 180970"/>
              <a:gd name="connsiteY77" fmla="*/ 25109 h 180974"/>
              <a:gd name="connsiteX78" fmla="*/ 163098 w 180970"/>
              <a:gd name="connsiteY78" fmla="*/ 48763 h 180974"/>
              <a:gd name="connsiteX79" fmla="*/ 156051 w 180970"/>
              <a:gd name="connsiteY79" fmla="*/ 64389 h 180974"/>
              <a:gd name="connsiteX80" fmla="*/ 140696 w 180970"/>
              <a:gd name="connsiteY80" fmla="*/ 75165 h 180974"/>
              <a:gd name="connsiteX81" fmla="*/ 132969 w 180970"/>
              <a:gd name="connsiteY81" fmla="*/ 79462 h 180974"/>
              <a:gd name="connsiteX82" fmla="*/ 125988 w 180970"/>
              <a:gd name="connsiteY82" fmla="*/ 73253 h 180974"/>
              <a:gd name="connsiteX83" fmla="*/ 112666 w 180970"/>
              <a:gd name="connsiteY83" fmla="*/ 58784 h 180974"/>
              <a:gd name="connsiteX84" fmla="*/ 98198 w 180970"/>
              <a:gd name="connsiteY84" fmla="*/ 45463 h 180974"/>
              <a:gd name="connsiteX85" fmla="*/ 91988 w 180970"/>
              <a:gd name="connsiteY85" fmla="*/ 38482 h 180974"/>
              <a:gd name="connsiteX86" fmla="*/ 96286 w 180970"/>
              <a:gd name="connsiteY86" fmla="*/ 30754 h 180974"/>
              <a:gd name="connsiteX87" fmla="*/ 107061 w 180970"/>
              <a:gd name="connsiteY87" fmla="*/ 15399 h 180974"/>
              <a:gd name="connsiteX88" fmla="*/ 113789 w 180970"/>
              <a:gd name="connsiteY88" fmla="*/ 7009 h 180974"/>
              <a:gd name="connsiteX89" fmla="*/ 94769 w 180970"/>
              <a:gd name="connsiteY89" fmla="*/ 475 h 180974"/>
              <a:gd name="connsiteX90" fmla="*/ 99024 w 180970"/>
              <a:gd name="connsiteY90" fmla="*/ 10288 h 180974"/>
              <a:gd name="connsiteX91" fmla="*/ 87362 w 180970"/>
              <a:gd name="connsiteY91" fmla="*/ 26744 h 180974"/>
              <a:gd name="connsiteX92" fmla="*/ 75725 w 180970"/>
              <a:gd name="connsiteY92" fmla="*/ 28924 h 180974"/>
              <a:gd name="connsiteX93" fmla="*/ 48011 w 180970"/>
              <a:gd name="connsiteY93" fmla="*/ 15676 h 180974"/>
              <a:gd name="connsiteX94" fmla="*/ 48763 w 180970"/>
              <a:gd name="connsiteY94" fmla="*/ 8352 h 180974"/>
              <a:gd name="connsiteX95" fmla="*/ 94769 w 180970"/>
              <a:gd name="connsiteY95" fmla="*/ 475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80970" h="180974">
                <a:moveTo>
                  <a:pt x="141693" y="104872"/>
                </a:moveTo>
                <a:cubicBezTo>
                  <a:pt x="143751" y="104539"/>
                  <a:pt x="145542" y="105065"/>
                  <a:pt x="148441" y="106447"/>
                </a:cubicBezTo>
                <a:cubicBezTo>
                  <a:pt x="155445" y="109786"/>
                  <a:pt x="153927" y="110592"/>
                  <a:pt x="148441" y="113334"/>
                </a:cubicBezTo>
                <a:lnTo>
                  <a:pt x="135808" y="119651"/>
                </a:lnTo>
                <a:cubicBezTo>
                  <a:pt x="133625" y="120743"/>
                  <a:pt x="131711" y="121699"/>
                  <a:pt x="130207" y="122620"/>
                </a:cubicBezTo>
                <a:cubicBezTo>
                  <a:pt x="128627" y="123586"/>
                  <a:pt x="127070" y="124761"/>
                  <a:pt x="125910" y="126474"/>
                </a:cubicBezTo>
                <a:cubicBezTo>
                  <a:pt x="124717" y="128236"/>
                  <a:pt x="124247" y="130119"/>
                  <a:pt x="124031" y="131966"/>
                </a:cubicBezTo>
                <a:cubicBezTo>
                  <a:pt x="123828" y="133718"/>
                  <a:pt x="123820" y="135807"/>
                  <a:pt x="123820" y="138114"/>
                </a:cubicBezTo>
                <a:lnTo>
                  <a:pt x="123820" y="147639"/>
                </a:lnTo>
                <a:cubicBezTo>
                  <a:pt x="123820" y="150269"/>
                  <a:pt x="125953" y="152401"/>
                  <a:pt x="128583" y="152401"/>
                </a:cubicBezTo>
                <a:cubicBezTo>
                  <a:pt x="131212" y="152401"/>
                  <a:pt x="133345" y="150266"/>
                  <a:pt x="133345" y="147635"/>
                </a:cubicBezTo>
                <a:lnTo>
                  <a:pt x="133345" y="138114"/>
                </a:lnTo>
                <a:cubicBezTo>
                  <a:pt x="133345" y="135658"/>
                  <a:pt x="133365" y="134162"/>
                  <a:pt x="133493" y="133068"/>
                </a:cubicBezTo>
                <a:cubicBezTo>
                  <a:pt x="133606" y="132094"/>
                  <a:pt x="133768" y="131858"/>
                  <a:pt x="133798" y="131813"/>
                </a:cubicBezTo>
                <a:cubicBezTo>
                  <a:pt x="133856" y="131727"/>
                  <a:pt x="134097" y="131406"/>
                  <a:pt x="135178" y="130745"/>
                </a:cubicBezTo>
                <a:cubicBezTo>
                  <a:pt x="136293" y="130063"/>
                  <a:pt x="137836" y="129287"/>
                  <a:pt x="140237" y="128086"/>
                </a:cubicBezTo>
                <a:lnTo>
                  <a:pt x="158016" y="119197"/>
                </a:lnTo>
                <a:cubicBezTo>
                  <a:pt x="164995" y="115707"/>
                  <a:pt x="166536" y="115779"/>
                  <a:pt x="173234" y="119197"/>
                </a:cubicBezTo>
                <a:cubicBezTo>
                  <a:pt x="180782" y="123049"/>
                  <a:pt x="180970" y="123144"/>
                  <a:pt x="180970" y="133037"/>
                </a:cubicBezTo>
                <a:lnTo>
                  <a:pt x="180970" y="152714"/>
                </a:lnTo>
                <a:cubicBezTo>
                  <a:pt x="180970" y="162606"/>
                  <a:pt x="180775" y="162705"/>
                  <a:pt x="173226" y="166557"/>
                </a:cubicBezTo>
                <a:cubicBezTo>
                  <a:pt x="172673" y="166840"/>
                  <a:pt x="172080" y="167142"/>
                  <a:pt x="171445" y="167470"/>
                </a:cubicBezTo>
                <a:lnTo>
                  <a:pt x="152395" y="177308"/>
                </a:lnTo>
                <a:cubicBezTo>
                  <a:pt x="142926" y="182197"/>
                  <a:pt x="142814" y="182197"/>
                  <a:pt x="133345" y="177308"/>
                </a:cubicBezTo>
                <a:lnTo>
                  <a:pt x="114295" y="167470"/>
                </a:lnTo>
                <a:cubicBezTo>
                  <a:pt x="113657" y="167140"/>
                  <a:pt x="113062" y="166837"/>
                  <a:pt x="112506" y="166553"/>
                </a:cubicBezTo>
                <a:cubicBezTo>
                  <a:pt x="104958" y="162701"/>
                  <a:pt x="104770" y="162606"/>
                  <a:pt x="104770" y="152714"/>
                </a:cubicBezTo>
                <a:lnTo>
                  <a:pt x="104770" y="133037"/>
                </a:lnTo>
                <a:cubicBezTo>
                  <a:pt x="104770" y="123189"/>
                  <a:pt x="105270" y="122932"/>
                  <a:pt x="113503" y="118688"/>
                </a:cubicBezTo>
                <a:lnTo>
                  <a:pt x="133345" y="108442"/>
                </a:lnTo>
                <a:cubicBezTo>
                  <a:pt x="137311" y="106395"/>
                  <a:pt x="139635" y="105205"/>
                  <a:pt x="141693" y="104872"/>
                </a:cubicBezTo>
                <a:close/>
                <a:moveTo>
                  <a:pt x="38482" y="91989"/>
                </a:moveTo>
                <a:cubicBezTo>
                  <a:pt x="40352" y="92180"/>
                  <a:pt x="42039" y="94166"/>
                  <a:pt x="45462" y="98197"/>
                </a:cubicBezTo>
                <a:cubicBezTo>
                  <a:pt x="49708" y="103196"/>
                  <a:pt x="54146" y="108028"/>
                  <a:pt x="58784" y="112666"/>
                </a:cubicBezTo>
                <a:cubicBezTo>
                  <a:pt x="63422" y="117305"/>
                  <a:pt x="68253" y="121742"/>
                  <a:pt x="73253" y="125989"/>
                </a:cubicBezTo>
                <a:cubicBezTo>
                  <a:pt x="77284" y="129411"/>
                  <a:pt x="79270" y="131098"/>
                  <a:pt x="79462" y="132969"/>
                </a:cubicBezTo>
                <a:cubicBezTo>
                  <a:pt x="79647" y="134785"/>
                  <a:pt x="78139" y="136775"/>
                  <a:pt x="75164" y="140697"/>
                </a:cubicBezTo>
                <a:cubicBezTo>
                  <a:pt x="71387" y="145684"/>
                  <a:pt x="67738" y="150785"/>
                  <a:pt x="64381" y="156065"/>
                </a:cubicBezTo>
                <a:cubicBezTo>
                  <a:pt x="58726" y="164957"/>
                  <a:pt x="57312" y="167183"/>
                  <a:pt x="48762" y="163098"/>
                </a:cubicBezTo>
                <a:cubicBezTo>
                  <a:pt x="40209" y="159013"/>
                  <a:pt x="32193" y="153427"/>
                  <a:pt x="25108" y="146343"/>
                </a:cubicBezTo>
                <a:cubicBezTo>
                  <a:pt x="18023" y="139258"/>
                  <a:pt x="12438" y="131242"/>
                  <a:pt x="8352" y="122688"/>
                </a:cubicBezTo>
                <a:cubicBezTo>
                  <a:pt x="4268" y="114139"/>
                  <a:pt x="6493" y="112724"/>
                  <a:pt x="15385" y="107070"/>
                </a:cubicBezTo>
                <a:cubicBezTo>
                  <a:pt x="20665" y="103713"/>
                  <a:pt x="25766" y="100063"/>
                  <a:pt x="30753" y="96286"/>
                </a:cubicBezTo>
                <a:cubicBezTo>
                  <a:pt x="34676" y="93312"/>
                  <a:pt x="36665" y="91804"/>
                  <a:pt x="38482" y="91989"/>
                </a:cubicBezTo>
                <a:close/>
                <a:moveTo>
                  <a:pt x="81862" y="50860"/>
                </a:moveTo>
                <a:cubicBezTo>
                  <a:pt x="85018" y="49388"/>
                  <a:pt x="88246" y="49529"/>
                  <a:pt x="91899" y="52611"/>
                </a:cubicBezTo>
                <a:cubicBezTo>
                  <a:pt x="96590" y="56569"/>
                  <a:pt x="101290" y="60879"/>
                  <a:pt x="105931" y="65519"/>
                </a:cubicBezTo>
                <a:cubicBezTo>
                  <a:pt x="110570" y="70159"/>
                  <a:pt x="114881" y="74860"/>
                  <a:pt x="118839" y="79552"/>
                </a:cubicBezTo>
                <a:cubicBezTo>
                  <a:pt x="125005" y="86860"/>
                  <a:pt x="119521" y="92342"/>
                  <a:pt x="112882" y="98979"/>
                </a:cubicBezTo>
                <a:lnTo>
                  <a:pt x="98980" y="112882"/>
                </a:lnTo>
                <a:cubicBezTo>
                  <a:pt x="92342" y="119521"/>
                  <a:pt x="86860" y="125004"/>
                  <a:pt x="79552" y="118839"/>
                </a:cubicBezTo>
                <a:cubicBezTo>
                  <a:pt x="74860" y="114881"/>
                  <a:pt x="70160" y="110570"/>
                  <a:pt x="65520" y="105931"/>
                </a:cubicBezTo>
                <a:cubicBezTo>
                  <a:pt x="60880" y="101291"/>
                  <a:pt x="56569" y="96589"/>
                  <a:pt x="52611" y="91898"/>
                </a:cubicBezTo>
                <a:cubicBezTo>
                  <a:pt x="46447" y="84592"/>
                  <a:pt x="52049" y="78990"/>
                  <a:pt x="58784" y="72255"/>
                </a:cubicBezTo>
                <a:lnTo>
                  <a:pt x="72255" y="58784"/>
                </a:lnTo>
                <a:cubicBezTo>
                  <a:pt x="75622" y="55416"/>
                  <a:pt x="78706" y="52332"/>
                  <a:pt x="81862" y="50860"/>
                </a:cubicBezTo>
                <a:close/>
                <a:moveTo>
                  <a:pt x="12417" y="44450"/>
                </a:moveTo>
                <a:cubicBezTo>
                  <a:pt x="13730" y="44315"/>
                  <a:pt x="14908" y="45493"/>
                  <a:pt x="15676" y="48011"/>
                </a:cubicBezTo>
                <a:cubicBezTo>
                  <a:pt x="18674" y="57833"/>
                  <a:pt x="23503" y="67044"/>
                  <a:pt x="28925" y="75726"/>
                </a:cubicBezTo>
                <a:cubicBezTo>
                  <a:pt x="32958" y="82182"/>
                  <a:pt x="33097" y="82406"/>
                  <a:pt x="26745" y="87362"/>
                </a:cubicBezTo>
                <a:cubicBezTo>
                  <a:pt x="21054" y="91802"/>
                  <a:pt x="15793" y="95523"/>
                  <a:pt x="10288" y="99024"/>
                </a:cubicBezTo>
                <a:cubicBezTo>
                  <a:pt x="2773" y="103802"/>
                  <a:pt x="1320" y="102778"/>
                  <a:pt x="475" y="94769"/>
                </a:cubicBezTo>
                <a:cubicBezTo>
                  <a:pt x="-1170" y="79167"/>
                  <a:pt x="1456" y="63200"/>
                  <a:pt x="8352" y="48764"/>
                </a:cubicBezTo>
                <a:cubicBezTo>
                  <a:pt x="9658" y="46031"/>
                  <a:pt x="11105" y="44584"/>
                  <a:pt x="12417" y="44450"/>
                </a:cubicBezTo>
                <a:close/>
                <a:moveTo>
                  <a:pt x="33887" y="22701"/>
                </a:moveTo>
                <a:cubicBezTo>
                  <a:pt x="38913" y="22842"/>
                  <a:pt x="45523" y="24431"/>
                  <a:pt x="53398" y="27806"/>
                </a:cubicBezTo>
                <a:cubicBezTo>
                  <a:pt x="58164" y="29848"/>
                  <a:pt x="63223" y="32472"/>
                  <a:pt x="68461" y="35638"/>
                </a:cubicBezTo>
                <a:cubicBezTo>
                  <a:pt x="75237" y="39734"/>
                  <a:pt x="75259" y="41483"/>
                  <a:pt x="68714" y="48508"/>
                </a:cubicBezTo>
                <a:cubicBezTo>
                  <a:pt x="65588" y="51862"/>
                  <a:pt x="62279" y="55290"/>
                  <a:pt x="58784" y="58785"/>
                </a:cubicBezTo>
                <a:cubicBezTo>
                  <a:pt x="55290" y="62280"/>
                  <a:pt x="51861" y="65588"/>
                  <a:pt x="48507" y="68714"/>
                </a:cubicBezTo>
                <a:cubicBezTo>
                  <a:pt x="41482" y="75260"/>
                  <a:pt x="39733" y="75239"/>
                  <a:pt x="35637" y="68462"/>
                </a:cubicBezTo>
                <a:cubicBezTo>
                  <a:pt x="32471" y="63224"/>
                  <a:pt x="29847" y="58165"/>
                  <a:pt x="27805" y="53399"/>
                </a:cubicBezTo>
                <a:cubicBezTo>
                  <a:pt x="24430" y="45524"/>
                  <a:pt x="22841" y="38914"/>
                  <a:pt x="22700" y="33888"/>
                </a:cubicBezTo>
                <a:cubicBezTo>
                  <a:pt x="22561" y="28889"/>
                  <a:pt x="23837" y="26380"/>
                  <a:pt x="25108" y="25109"/>
                </a:cubicBezTo>
                <a:cubicBezTo>
                  <a:pt x="26379" y="23838"/>
                  <a:pt x="28888" y="22562"/>
                  <a:pt x="33887" y="22701"/>
                </a:cubicBezTo>
                <a:close/>
                <a:moveTo>
                  <a:pt x="113789" y="7009"/>
                </a:moveTo>
                <a:cubicBezTo>
                  <a:pt x="115920" y="5849"/>
                  <a:pt x="118413" y="6310"/>
                  <a:pt x="122687" y="8352"/>
                </a:cubicBezTo>
                <a:cubicBezTo>
                  <a:pt x="131241" y="12438"/>
                  <a:pt x="139257" y="18024"/>
                  <a:pt x="146342" y="25109"/>
                </a:cubicBezTo>
                <a:cubicBezTo>
                  <a:pt x="153426" y="32193"/>
                  <a:pt x="159012" y="40210"/>
                  <a:pt x="163098" y="48763"/>
                </a:cubicBezTo>
                <a:cubicBezTo>
                  <a:pt x="167182" y="57312"/>
                  <a:pt x="164943" y="58736"/>
                  <a:pt x="156051" y="64389"/>
                </a:cubicBezTo>
                <a:cubicBezTo>
                  <a:pt x="150771" y="67747"/>
                  <a:pt x="145683" y="71387"/>
                  <a:pt x="140696" y="75165"/>
                </a:cubicBezTo>
                <a:cubicBezTo>
                  <a:pt x="136775" y="78139"/>
                  <a:pt x="134785" y="79647"/>
                  <a:pt x="132969" y="79462"/>
                </a:cubicBezTo>
                <a:cubicBezTo>
                  <a:pt x="131098" y="79270"/>
                  <a:pt x="129411" y="77284"/>
                  <a:pt x="125988" y="73253"/>
                </a:cubicBezTo>
                <a:cubicBezTo>
                  <a:pt x="121741" y="68254"/>
                  <a:pt x="117304" y="63423"/>
                  <a:pt x="112666" y="58784"/>
                </a:cubicBezTo>
                <a:cubicBezTo>
                  <a:pt x="108027" y="54146"/>
                  <a:pt x="103196" y="49709"/>
                  <a:pt x="98198" y="45463"/>
                </a:cubicBezTo>
                <a:cubicBezTo>
                  <a:pt x="94166" y="42039"/>
                  <a:pt x="92180" y="40352"/>
                  <a:pt x="91988" y="38482"/>
                </a:cubicBezTo>
                <a:cubicBezTo>
                  <a:pt x="91803" y="36666"/>
                  <a:pt x="93312" y="34676"/>
                  <a:pt x="96286" y="30754"/>
                </a:cubicBezTo>
                <a:cubicBezTo>
                  <a:pt x="100063" y="25767"/>
                  <a:pt x="103703" y="20679"/>
                  <a:pt x="107061" y="15399"/>
                </a:cubicBezTo>
                <a:cubicBezTo>
                  <a:pt x="109888" y="10953"/>
                  <a:pt x="111658" y="8170"/>
                  <a:pt x="113789" y="7009"/>
                </a:cubicBezTo>
                <a:close/>
                <a:moveTo>
                  <a:pt x="94769" y="475"/>
                </a:moveTo>
                <a:cubicBezTo>
                  <a:pt x="102778" y="1320"/>
                  <a:pt x="103801" y="2773"/>
                  <a:pt x="99024" y="10288"/>
                </a:cubicBezTo>
                <a:cubicBezTo>
                  <a:pt x="95524" y="15792"/>
                  <a:pt x="91802" y="21054"/>
                  <a:pt x="87362" y="26744"/>
                </a:cubicBezTo>
                <a:cubicBezTo>
                  <a:pt x="82406" y="33097"/>
                  <a:pt x="82182" y="32957"/>
                  <a:pt x="75725" y="28924"/>
                </a:cubicBezTo>
                <a:cubicBezTo>
                  <a:pt x="67043" y="23503"/>
                  <a:pt x="57833" y="18673"/>
                  <a:pt x="48011" y="15676"/>
                </a:cubicBezTo>
                <a:cubicBezTo>
                  <a:pt x="42975" y="14140"/>
                  <a:pt x="42836" y="11183"/>
                  <a:pt x="48763" y="8352"/>
                </a:cubicBezTo>
                <a:cubicBezTo>
                  <a:pt x="63200" y="1456"/>
                  <a:pt x="79167" y="-1170"/>
                  <a:pt x="94769" y="475"/>
                </a:cubicBezTo>
                <a:close/>
              </a:path>
            </a:pathLst>
          </a:custGeom>
          <a:solidFill>
            <a:srgbClr val="000000"/>
          </a:solidFill>
          <a:ln w="9525" cap="flat">
            <a:noFill/>
            <a:prstDash val="solid"/>
            <a:miter/>
          </a:ln>
        </p:spPr>
        <p:txBody>
          <a:bodyPr rtlCol="0" anchor="ctr"/>
          <a:lstStyle/>
          <a:p>
            <a:endParaRPr lang="ru-RU"/>
          </a:p>
        </p:txBody>
      </p:sp>
      <p:sp>
        <p:nvSpPr>
          <p:cNvPr id="1072" name="Рисунок 205">
            <a:extLst>
              <a:ext uri="{FF2B5EF4-FFF2-40B4-BE49-F238E27FC236}">
                <a16:creationId xmlns:a16="http://schemas.microsoft.com/office/drawing/2014/main" id="{B73C8F44-6CBC-9DD0-C3A5-85ECE608F7D6}"/>
              </a:ext>
            </a:extLst>
          </p:cNvPr>
          <p:cNvSpPr/>
          <p:nvPr/>
        </p:nvSpPr>
        <p:spPr>
          <a:xfrm>
            <a:off x="9498201" y="3046098"/>
            <a:ext cx="152400" cy="171450"/>
          </a:xfrm>
          <a:custGeom>
            <a:avLst/>
            <a:gdLst>
              <a:gd name="connsiteX0" fmla="*/ 28575 w 152400"/>
              <a:gd name="connsiteY0" fmla="*/ 14288 h 171450"/>
              <a:gd name="connsiteX1" fmla="*/ 14288 w 152400"/>
              <a:gd name="connsiteY1" fmla="*/ 0 h 171450"/>
              <a:gd name="connsiteX2" fmla="*/ 0 w 152400"/>
              <a:gd name="connsiteY2" fmla="*/ 14288 h 171450"/>
              <a:gd name="connsiteX3" fmla="*/ 0 w 152400"/>
              <a:gd name="connsiteY3" fmla="*/ 157163 h 171450"/>
              <a:gd name="connsiteX4" fmla="*/ 14288 w 152400"/>
              <a:gd name="connsiteY4" fmla="*/ 171450 h 171450"/>
              <a:gd name="connsiteX5" fmla="*/ 27762 w 152400"/>
              <a:gd name="connsiteY5" fmla="*/ 161925 h 171450"/>
              <a:gd name="connsiteX6" fmla="*/ 124637 w 152400"/>
              <a:gd name="connsiteY6" fmla="*/ 161925 h 171450"/>
              <a:gd name="connsiteX7" fmla="*/ 138113 w 152400"/>
              <a:gd name="connsiteY7" fmla="*/ 171450 h 171450"/>
              <a:gd name="connsiteX8" fmla="*/ 152400 w 152400"/>
              <a:gd name="connsiteY8" fmla="*/ 157163 h 171450"/>
              <a:gd name="connsiteX9" fmla="*/ 152400 w 152400"/>
              <a:gd name="connsiteY9" fmla="*/ 14288 h 171450"/>
              <a:gd name="connsiteX10" fmla="*/ 138113 w 152400"/>
              <a:gd name="connsiteY10" fmla="*/ 0 h 171450"/>
              <a:gd name="connsiteX11" fmla="*/ 123825 w 152400"/>
              <a:gd name="connsiteY11" fmla="*/ 14288 h 171450"/>
              <a:gd name="connsiteX12" fmla="*/ 123825 w 152400"/>
              <a:gd name="connsiteY12" fmla="*/ 57150 h 171450"/>
              <a:gd name="connsiteX13" fmla="*/ 84127 w 152400"/>
              <a:gd name="connsiteY13" fmla="*/ 57150 h 171450"/>
              <a:gd name="connsiteX14" fmla="*/ 85725 w 152400"/>
              <a:gd name="connsiteY14" fmla="*/ 42863 h 171450"/>
              <a:gd name="connsiteX15" fmla="*/ 61913 w 152400"/>
              <a:gd name="connsiteY15" fmla="*/ 19050 h 171450"/>
              <a:gd name="connsiteX16" fmla="*/ 38100 w 152400"/>
              <a:gd name="connsiteY16" fmla="*/ 42863 h 171450"/>
              <a:gd name="connsiteX17" fmla="*/ 39699 w 152400"/>
              <a:gd name="connsiteY17" fmla="*/ 57150 h 171450"/>
              <a:gd name="connsiteX18" fmla="*/ 28575 w 152400"/>
              <a:gd name="connsiteY18" fmla="*/ 57150 h 171450"/>
              <a:gd name="connsiteX19" fmla="*/ 28575 w 152400"/>
              <a:gd name="connsiteY19" fmla="*/ 14288 h 171450"/>
              <a:gd name="connsiteX20" fmla="*/ 28575 w 152400"/>
              <a:gd name="connsiteY20" fmla="*/ 76200 h 171450"/>
              <a:gd name="connsiteX21" fmla="*/ 123825 w 152400"/>
              <a:gd name="connsiteY21" fmla="*/ 76200 h 171450"/>
              <a:gd name="connsiteX22" fmla="*/ 123825 w 152400"/>
              <a:gd name="connsiteY22" fmla="*/ 142875 h 171450"/>
              <a:gd name="connsiteX23" fmla="*/ 112702 w 152400"/>
              <a:gd name="connsiteY23" fmla="*/ 142875 h 171450"/>
              <a:gd name="connsiteX24" fmla="*/ 114300 w 152400"/>
              <a:gd name="connsiteY24" fmla="*/ 128588 h 171450"/>
              <a:gd name="connsiteX25" fmla="*/ 90488 w 152400"/>
              <a:gd name="connsiteY25" fmla="*/ 104775 h 171450"/>
              <a:gd name="connsiteX26" fmla="*/ 66675 w 152400"/>
              <a:gd name="connsiteY26" fmla="*/ 128588 h 171450"/>
              <a:gd name="connsiteX27" fmla="*/ 68273 w 152400"/>
              <a:gd name="connsiteY27" fmla="*/ 142875 h 171450"/>
              <a:gd name="connsiteX28" fmla="*/ 28575 w 152400"/>
              <a:gd name="connsiteY28" fmla="*/ 142875 h 171450"/>
              <a:gd name="connsiteX29" fmla="*/ 28575 w 152400"/>
              <a:gd name="connsiteY29" fmla="*/ 762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2400" h="171450">
                <a:moveTo>
                  <a:pt x="28575" y="14288"/>
                </a:moveTo>
                <a:cubicBezTo>
                  <a:pt x="28575" y="6397"/>
                  <a:pt x="22178" y="0"/>
                  <a:pt x="14288" y="0"/>
                </a:cubicBezTo>
                <a:cubicBezTo>
                  <a:pt x="6397" y="0"/>
                  <a:pt x="0" y="6397"/>
                  <a:pt x="0" y="14288"/>
                </a:cubicBezTo>
                <a:lnTo>
                  <a:pt x="0" y="157163"/>
                </a:lnTo>
                <a:cubicBezTo>
                  <a:pt x="0" y="165053"/>
                  <a:pt x="6397" y="171450"/>
                  <a:pt x="14288" y="171450"/>
                </a:cubicBezTo>
                <a:cubicBezTo>
                  <a:pt x="20508" y="171450"/>
                  <a:pt x="25801" y="167473"/>
                  <a:pt x="27762" y="161925"/>
                </a:cubicBezTo>
                <a:lnTo>
                  <a:pt x="124637" y="161925"/>
                </a:lnTo>
                <a:cubicBezTo>
                  <a:pt x="126600" y="167473"/>
                  <a:pt x="131892" y="171450"/>
                  <a:pt x="138113" y="171450"/>
                </a:cubicBezTo>
                <a:cubicBezTo>
                  <a:pt x="146003" y="171450"/>
                  <a:pt x="152400" y="165053"/>
                  <a:pt x="152400" y="157163"/>
                </a:cubicBezTo>
                <a:lnTo>
                  <a:pt x="152400" y="14288"/>
                </a:lnTo>
                <a:cubicBezTo>
                  <a:pt x="152400" y="6397"/>
                  <a:pt x="146003" y="0"/>
                  <a:pt x="138113" y="0"/>
                </a:cubicBezTo>
                <a:cubicBezTo>
                  <a:pt x="130222" y="0"/>
                  <a:pt x="123825" y="6397"/>
                  <a:pt x="123825" y="14288"/>
                </a:cubicBezTo>
                <a:lnTo>
                  <a:pt x="123825" y="57150"/>
                </a:lnTo>
                <a:lnTo>
                  <a:pt x="84127" y="57150"/>
                </a:lnTo>
                <a:cubicBezTo>
                  <a:pt x="85309" y="53680"/>
                  <a:pt x="85725" y="49034"/>
                  <a:pt x="85725" y="42863"/>
                </a:cubicBezTo>
                <a:cubicBezTo>
                  <a:pt x="85725" y="23252"/>
                  <a:pt x="81522" y="19050"/>
                  <a:pt x="61913" y="19050"/>
                </a:cubicBezTo>
                <a:cubicBezTo>
                  <a:pt x="42303" y="19050"/>
                  <a:pt x="38100" y="23252"/>
                  <a:pt x="38100" y="42863"/>
                </a:cubicBezTo>
                <a:cubicBezTo>
                  <a:pt x="38100" y="49034"/>
                  <a:pt x="38516" y="53680"/>
                  <a:pt x="39699" y="57150"/>
                </a:cubicBezTo>
                <a:lnTo>
                  <a:pt x="28575" y="57150"/>
                </a:lnTo>
                <a:lnTo>
                  <a:pt x="28575" y="14288"/>
                </a:lnTo>
                <a:close/>
                <a:moveTo>
                  <a:pt x="28575" y="76200"/>
                </a:moveTo>
                <a:lnTo>
                  <a:pt x="123825" y="76200"/>
                </a:lnTo>
                <a:lnTo>
                  <a:pt x="123825" y="142875"/>
                </a:lnTo>
                <a:lnTo>
                  <a:pt x="112702" y="142875"/>
                </a:lnTo>
                <a:cubicBezTo>
                  <a:pt x="113884" y="139405"/>
                  <a:pt x="114300" y="134759"/>
                  <a:pt x="114300" y="128588"/>
                </a:cubicBezTo>
                <a:cubicBezTo>
                  <a:pt x="114300" y="108977"/>
                  <a:pt x="110097" y="104775"/>
                  <a:pt x="90488" y="104775"/>
                </a:cubicBezTo>
                <a:cubicBezTo>
                  <a:pt x="70878" y="104775"/>
                  <a:pt x="66675" y="108977"/>
                  <a:pt x="66675" y="128588"/>
                </a:cubicBezTo>
                <a:cubicBezTo>
                  <a:pt x="66675" y="134759"/>
                  <a:pt x="67091" y="139405"/>
                  <a:pt x="68273" y="142875"/>
                </a:cubicBezTo>
                <a:lnTo>
                  <a:pt x="28575" y="142875"/>
                </a:lnTo>
                <a:lnTo>
                  <a:pt x="28575" y="76200"/>
                </a:lnTo>
                <a:close/>
              </a:path>
            </a:pathLst>
          </a:custGeom>
          <a:solidFill>
            <a:srgbClr val="000000"/>
          </a:solidFill>
          <a:ln w="9525" cap="flat">
            <a:noFill/>
            <a:prstDash val="solid"/>
            <a:miter/>
          </a:ln>
        </p:spPr>
        <p:txBody>
          <a:bodyPr rtlCol="0" anchor="ctr"/>
          <a:lstStyle/>
          <a:p>
            <a:endParaRPr lang="ru-RU"/>
          </a:p>
        </p:txBody>
      </p:sp>
      <p:sp>
        <p:nvSpPr>
          <p:cNvPr id="1434" name="Полилиния: фигура 1433">
            <a:extLst>
              <a:ext uri="{FF2B5EF4-FFF2-40B4-BE49-F238E27FC236}">
                <a16:creationId xmlns:a16="http://schemas.microsoft.com/office/drawing/2014/main" id="{05279B4B-2828-E3DC-6DF9-9F13028ACCDB}"/>
              </a:ext>
            </a:extLst>
          </p:cNvPr>
          <p:cNvSpPr/>
          <p:nvPr/>
        </p:nvSpPr>
        <p:spPr>
          <a:xfrm>
            <a:off x="9469626" y="4600116"/>
            <a:ext cx="190499" cy="171450"/>
          </a:xfrm>
          <a:custGeom>
            <a:avLst/>
            <a:gdLst>
              <a:gd name="connsiteX0" fmla="*/ 80963 w 190499"/>
              <a:gd name="connsiteY0" fmla="*/ 95250 h 171450"/>
              <a:gd name="connsiteX1" fmla="*/ 76200 w 190499"/>
              <a:gd name="connsiteY1" fmla="*/ 100013 h 171450"/>
              <a:gd name="connsiteX2" fmla="*/ 76200 w 190499"/>
              <a:gd name="connsiteY2" fmla="*/ 119063 h 171450"/>
              <a:gd name="connsiteX3" fmla="*/ 80963 w 190499"/>
              <a:gd name="connsiteY3" fmla="*/ 123825 h 171450"/>
              <a:gd name="connsiteX4" fmla="*/ 85725 w 190499"/>
              <a:gd name="connsiteY4" fmla="*/ 119063 h 171450"/>
              <a:gd name="connsiteX5" fmla="*/ 85725 w 190499"/>
              <a:gd name="connsiteY5" fmla="*/ 100013 h 171450"/>
              <a:gd name="connsiteX6" fmla="*/ 80963 w 190499"/>
              <a:gd name="connsiteY6" fmla="*/ 95250 h 171450"/>
              <a:gd name="connsiteX7" fmla="*/ 19050 w 190499"/>
              <a:gd name="connsiteY7" fmla="*/ 95250 h 171450"/>
              <a:gd name="connsiteX8" fmla="*/ 19050 w 190499"/>
              <a:gd name="connsiteY8" fmla="*/ 123825 h 171450"/>
              <a:gd name="connsiteX9" fmla="*/ 28575 w 190499"/>
              <a:gd name="connsiteY9" fmla="*/ 114300 h 171450"/>
              <a:gd name="connsiteX10" fmla="*/ 28575 w 190499"/>
              <a:gd name="connsiteY10" fmla="*/ 104775 h 171450"/>
              <a:gd name="connsiteX11" fmla="*/ 19050 w 190499"/>
              <a:gd name="connsiteY11" fmla="*/ 95250 h 171450"/>
              <a:gd name="connsiteX12" fmla="*/ 142875 w 190499"/>
              <a:gd name="connsiteY12" fmla="*/ 76200 h 171450"/>
              <a:gd name="connsiteX13" fmla="*/ 152400 w 190499"/>
              <a:gd name="connsiteY13" fmla="*/ 76200 h 171450"/>
              <a:gd name="connsiteX14" fmla="*/ 161925 w 190499"/>
              <a:gd name="connsiteY14" fmla="*/ 85725 h 171450"/>
              <a:gd name="connsiteX15" fmla="*/ 152400 w 190499"/>
              <a:gd name="connsiteY15" fmla="*/ 95250 h 171450"/>
              <a:gd name="connsiteX16" fmla="*/ 142875 w 190499"/>
              <a:gd name="connsiteY16" fmla="*/ 95250 h 171450"/>
              <a:gd name="connsiteX17" fmla="*/ 133350 w 190499"/>
              <a:gd name="connsiteY17" fmla="*/ 104775 h 171450"/>
              <a:gd name="connsiteX18" fmla="*/ 133350 w 190499"/>
              <a:gd name="connsiteY18" fmla="*/ 114300 h 171450"/>
              <a:gd name="connsiteX19" fmla="*/ 142875 w 190499"/>
              <a:gd name="connsiteY19" fmla="*/ 123825 h 171450"/>
              <a:gd name="connsiteX20" fmla="*/ 152400 w 190499"/>
              <a:gd name="connsiteY20" fmla="*/ 123825 h 171450"/>
              <a:gd name="connsiteX21" fmla="*/ 161925 w 190499"/>
              <a:gd name="connsiteY21" fmla="*/ 133350 h 171450"/>
              <a:gd name="connsiteX22" fmla="*/ 152400 w 190499"/>
              <a:gd name="connsiteY22" fmla="*/ 142875 h 171450"/>
              <a:gd name="connsiteX23" fmla="*/ 142875 w 190499"/>
              <a:gd name="connsiteY23" fmla="*/ 142875 h 171450"/>
              <a:gd name="connsiteX24" fmla="*/ 114300 w 190499"/>
              <a:gd name="connsiteY24" fmla="*/ 114300 h 171450"/>
              <a:gd name="connsiteX25" fmla="*/ 114300 w 190499"/>
              <a:gd name="connsiteY25" fmla="*/ 104775 h 171450"/>
              <a:gd name="connsiteX26" fmla="*/ 142875 w 190499"/>
              <a:gd name="connsiteY26" fmla="*/ 76200 h 171450"/>
              <a:gd name="connsiteX27" fmla="*/ 80963 w 190499"/>
              <a:gd name="connsiteY27" fmla="*/ 76200 h 171450"/>
              <a:gd name="connsiteX28" fmla="*/ 104775 w 190499"/>
              <a:gd name="connsiteY28" fmla="*/ 100013 h 171450"/>
              <a:gd name="connsiteX29" fmla="*/ 104775 w 190499"/>
              <a:gd name="connsiteY29" fmla="*/ 119063 h 171450"/>
              <a:gd name="connsiteX30" fmla="*/ 80963 w 190499"/>
              <a:gd name="connsiteY30" fmla="*/ 142875 h 171450"/>
              <a:gd name="connsiteX31" fmla="*/ 57150 w 190499"/>
              <a:gd name="connsiteY31" fmla="*/ 119063 h 171450"/>
              <a:gd name="connsiteX32" fmla="*/ 57150 w 190499"/>
              <a:gd name="connsiteY32" fmla="*/ 100013 h 171450"/>
              <a:gd name="connsiteX33" fmla="*/ 80963 w 190499"/>
              <a:gd name="connsiteY33" fmla="*/ 76200 h 171450"/>
              <a:gd name="connsiteX34" fmla="*/ 9525 w 190499"/>
              <a:gd name="connsiteY34" fmla="*/ 76200 h 171450"/>
              <a:gd name="connsiteX35" fmla="*/ 19050 w 190499"/>
              <a:gd name="connsiteY35" fmla="*/ 76200 h 171450"/>
              <a:gd name="connsiteX36" fmla="*/ 47625 w 190499"/>
              <a:gd name="connsiteY36" fmla="*/ 104775 h 171450"/>
              <a:gd name="connsiteX37" fmla="*/ 47625 w 190499"/>
              <a:gd name="connsiteY37" fmla="*/ 114300 h 171450"/>
              <a:gd name="connsiteX38" fmla="*/ 19050 w 190499"/>
              <a:gd name="connsiteY38" fmla="*/ 142875 h 171450"/>
              <a:gd name="connsiteX39" fmla="*/ 9525 w 190499"/>
              <a:gd name="connsiteY39" fmla="*/ 142875 h 171450"/>
              <a:gd name="connsiteX40" fmla="*/ 0 w 190499"/>
              <a:gd name="connsiteY40" fmla="*/ 133350 h 171450"/>
              <a:gd name="connsiteX41" fmla="*/ 0 w 190499"/>
              <a:gd name="connsiteY41" fmla="*/ 85725 h 171450"/>
              <a:gd name="connsiteX42" fmla="*/ 9525 w 190499"/>
              <a:gd name="connsiteY42" fmla="*/ 76200 h 171450"/>
              <a:gd name="connsiteX43" fmla="*/ 114232 w 190499"/>
              <a:gd name="connsiteY43" fmla="*/ 0 h 171450"/>
              <a:gd name="connsiteX44" fmla="*/ 133282 w 190499"/>
              <a:gd name="connsiteY44" fmla="*/ 951 h 171450"/>
              <a:gd name="connsiteX45" fmla="*/ 166650 w 190499"/>
              <a:gd name="connsiteY45" fmla="*/ 23813 h 171450"/>
              <a:gd name="connsiteX46" fmla="*/ 189532 w 190499"/>
              <a:gd name="connsiteY46" fmla="*/ 57150 h 171450"/>
              <a:gd name="connsiteX47" fmla="*/ 190485 w 190499"/>
              <a:gd name="connsiteY47" fmla="*/ 85726 h 171450"/>
              <a:gd name="connsiteX48" fmla="*/ 190458 w 190499"/>
              <a:gd name="connsiteY48" fmla="*/ 88121 h 171450"/>
              <a:gd name="connsiteX49" fmla="*/ 179230 w 190499"/>
              <a:gd name="connsiteY49" fmla="*/ 162048 h 171450"/>
              <a:gd name="connsiteX50" fmla="*/ 114299 w 190499"/>
              <a:gd name="connsiteY50" fmla="*/ 171450 h 171450"/>
              <a:gd name="connsiteX51" fmla="*/ 42712 w 190499"/>
              <a:gd name="connsiteY51" fmla="*/ 161926 h 171450"/>
              <a:gd name="connsiteX52" fmla="*/ 42711 w 190499"/>
              <a:gd name="connsiteY52" fmla="*/ 152401 h 171450"/>
              <a:gd name="connsiteX53" fmla="*/ 133282 w 190499"/>
              <a:gd name="connsiteY53" fmla="*/ 152401 h 171450"/>
              <a:gd name="connsiteX54" fmla="*/ 171418 w 190499"/>
              <a:gd name="connsiteY54" fmla="*/ 114301 h 171450"/>
              <a:gd name="connsiteX55" fmla="*/ 165508 w 190499"/>
              <a:gd name="connsiteY55" fmla="*/ 71398 h 171450"/>
              <a:gd name="connsiteX56" fmla="*/ 133282 w 190499"/>
              <a:gd name="connsiteY56" fmla="*/ 66675 h 171450"/>
              <a:gd name="connsiteX57" fmla="*/ 47479 w 190499"/>
              <a:gd name="connsiteY57" fmla="*/ 66675 h 171450"/>
              <a:gd name="connsiteX58" fmla="*/ 38100 w 190499"/>
              <a:gd name="connsiteY58" fmla="*/ 57150 h 171450"/>
              <a:gd name="connsiteX59" fmla="*/ 48653 w 190499"/>
              <a:gd name="connsiteY59" fmla="*/ 9503 h 171450"/>
              <a:gd name="connsiteX60" fmla="*/ 114232 w 190499"/>
              <a:gd name="connsiteY60"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90499" h="171450">
                <a:moveTo>
                  <a:pt x="80963" y="95250"/>
                </a:moveTo>
                <a:cubicBezTo>
                  <a:pt x="78332" y="95250"/>
                  <a:pt x="76200" y="97383"/>
                  <a:pt x="76200" y="100013"/>
                </a:cubicBezTo>
                <a:lnTo>
                  <a:pt x="76200" y="119063"/>
                </a:lnTo>
                <a:cubicBezTo>
                  <a:pt x="76200" y="121692"/>
                  <a:pt x="78332" y="123825"/>
                  <a:pt x="80963" y="123825"/>
                </a:cubicBezTo>
                <a:cubicBezTo>
                  <a:pt x="83593" y="123825"/>
                  <a:pt x="85725" y="121692"/>
                  <a:pt x="85725" y="119063"/>
                </a:cubicBezTo>
                <a:lnTo>
                  <a:pt x="85725" y="100013"/>
                </a:lnTo>
                <a:cubicBezTo>
                  <a:pt x="85725" y="97383"/>
                  <a:pt x="83593" y="95250"/>
                  <a:pt x="80963" y="95250"/>
                </a:cubicBezTo>
                <a:close/>
                <a:moveTo>
                  <a:pt x="19050" y="95250"/>
                </a:moveTo>
                <a:lnTo>
                  <a:pt x="19050" y="123825"/>
                </a:lnTo>
                <a:cubicBezTo>
                  <a:pt x="24310" y="123825"/>
                  <a:pt x="28575" y="119561"/>
                  <a:pt x="28575" y="114300"/>
                </a:cubicBezTo>
                <a:lnTo>
                  <a:pt x="28575" y="104775"/>
                </a:lnTo>
                <a:cubicBezTo>
                  <a:pt x="28575" y="99514"/>
                  <a:pt x="24310" y="95250"/>
                  <a:pt x="19050" y="95250"/>
                </a:cubicBezTo>
                <a:close/>
                <a:moveTo>
                  <a:pt x="142875" y="76200"/>
                </a:moveTo>
                <a:lnTo>
                  <a:pt x="152400" y="76200"/>
                </a:lnTo>
                <a:cubicBezTo>
                  <a:pt x="157661" y="76200"/>
                  <a:pt x="161925" y="80464"/>
                  <a:pt x="161925" y="85725"/>
                </a:cubicBezTo>
                <a:cubicBezTo>
                  <a:pt x="161925" y="90986"/>
                  <a:pt x="157661" y="95250"/>
                  <a:pt x="152400" y="95250"/>
                </a:cubicBezTo>
                <a:lnTo>
                  <a:pt x="142875" y="95250"/>
                </a:lnTo>
                <a:cubicBezTo>
                  <a:pt x="137614" y="95250"/>
                  <a:pt x="133350" y="99514"/>
                  <a:pt x="133350" y="104775"/>
                </a:cubicBezTo>
                <a:lnTo>
                  <a:pt x="133350" y="114300"/>
                </a:lnTo>
                <a:cubicBezTo>
                  <a:pt x="133350" y="119561"/>
                  <a:pt x="137614" y="123825"/>
                  <a:pt x="142875" y="123825"/>
                </a:cubicBezTo>
                <a:lnTo>
                  <a:pt x="152400" y="123825"/>
                </a:lnTo>
                <a:cubicBezTo>
                  <a:pt x="157661" y="123825"/>
                  <a:pt x="161925" y="128089"/>
                  <a:pt x="161925" y="133350"/>
                </a:cubicBezTo>
                <a:cubicBezTo>
                  <a:pt x="161925" y="138611"/>
                  <a:pt x="157661" y="142875"/>
                  <a:pt x="152400" y="142875"/>
                </a:cubicBezTo>
                <a:lnTo>
                  <a:pt x="142875" y="142875"/>
                </a:lnTo>
                <a:cubicBezTo>
                  <a:pt x="127093" y="142875"/>
                  <a:pt x="114300" y="130082"/>
                  <a:pt x="114300" y="114300"/>
                </a:cubicBezTo>
                <a:lnTo>
                  <a:pt x="114300" y="104775"/>
                </a:lnTo>
                <a:cubicBezTo>
                  <a:pt x="114300" y="88993"/>
                  <a:pt x="127093" y="76200"/>
                  <a:pt x="142875" y="76200"/>
                </a:cubicBezTo>
                <a:close/>
                <a:moveTo>
                  <a:pt x="80963" y="76200"/>
                </a:moveTo>
                <a:cubicBezTo>
                  <a:pt x="94114" y="76200"/>
                  <a:pt x="104775" y="86861"/>
                  <a:pt x="104775" y="100013"/>
                </a:cubicBezTo>
                <a:lnTo>
                  <a:pt x="104775" y="119063"/>
                </a:lnTo>
                <a:cubicBezTo>
                  <a:pt x="104775" y="132214"/>
                  <a:pt x="94114" y="142875"/>
                  <a:pt x="80963" y="142875"/>
                </a:cubicBezTo>
                <a:cubicBezTo>
                  <a:pt x="67811" y="142875"/>
                  <a:pt x="57150" y="132214"/>
                  <a:pt x="57150" y="119063"/>
                </a:cubicBezTo>
                <a:lnTo>
                  <a:pt x="57150" y="100013"/>
                </a:lnTo>
                <a:cubicBezTo>
                  <a:pt x="57150" y="86861"/>
                  <a:pt x="67811" y="76200"/>
                  <a:pt x="80963" y="76200"/>
                </a:cubicBezTo>
                <a:close/>
                <a:moveTo>
                  <a:pt x="9525" y="76200"/>
                </a:moveTo>
                <a:lnTo>
                  <a:pt x="19050" y="76200"/>
                </a:lnTo>
                <a:cubicBezTo>
                  <a:pt x="34831" y="76200"/>
                  <a:pt x="47625" y="88993"/>
                  <a:pt x="47625" y="104775"/>
                </a:cubicBezTo>
                <a:lnTo>
                  <a:pt x="47625" y="114300"/>
                </a:lnTo>
                <a:cubicBezTo>
                  <a:pt x="47625" y="130082"/>
                  <a:pt x="34831" y="142875"/>
                  <a:pt x="19050" y="142875"/>
                </a:cubicBezTo>
                <a:lnTo>
                  <a:pt x="9525" y="142875"/>
                </a:lnTo>
                <a:cubicBezTo>
                  <a:pt x="4265" y="142875"/>
                  <a:pt x="0" y="138611"/>
                  <a:pt x="0" y="133350"/>
                </a:cubicBezTo>
                <a:lnTo>
                  <a:pt x="0" y="85725"/>
                </a:lnTo>
                <a:cubicBezTo>
                  <a:pt x="0" y="80464"/>
                  <a:pt x="4265" y="76200"/>
                  <a:pt x="9525" y="76200"/>
                </a:cubicBezTo>
                <a:close/>
                <a:moveTo>
                  <a:pt x="114232" y="0"/>
                </a:moveTo>
                <a:cubicBezTo>
                  <a:pt x="119005" y="0"/>
                  <a:pt x="128522" y="0"/>
                  <a:pt x="133282" y="951"/>
                </a:cubicBezTo>
                <a:cubicBezTo>
                  <a:pt x="142951" y="2885"/>
                  <a:pt x="147583" y="4763"/>
                  <a:pt x="166650" y="23813"/>
                </a:cubicBezTo>
                <a:cubicBezTo>
                  <a:pt x="185718" y="42863"/>
                  <a:pt x="187652" y="47760"/>
                  <a:pt x="189532" y="57150"/>
                </a:cubicBezTo>
                <a:cubicBezTo>
                  <a:pt x="190485" y="61913"/>
                  <a:pt x="190538" y="80963"/>
                  <a:pt x="190485" y="85726"/>
                </a:cubicBezTo>
                <a:cubicBezTo>
                  <a:pt x="190476" y="86532"/>
                  <a:pt x="190468" y="87331"/>
                  <a:pt x="190458" y="88121"/>
                </a:cubicBezTo>
                <a:cubicBezTo>
                  <a:pt x="189983" y="131186"/>
                  <a:pt x="189753" y="151994"/>
                  <a:pt x="179230" y="162048"/>
                </a:cubicBezTo>
                <a:cubicBezTo>
                  <a:pt x="169390" y="171450"/>
                  <a:pt x="150751" y="171450"/>
                  <a:pt x="114299" y="171450"/>
                </a:cubicBezTo>
                <a:cubicBezTo>
                  <a:pt x="77724" y="171450"/>
                  <a:pt x="52591" y="171401"/>
                  <a:pt x="42712" y="161926"/>
                </a:cubicBezTo>
                <a:cubicBezTo>
                  <a:pt x="37666" y="157087"/>
                  <a:pt x="39102" y="152401"/>
                  <a:pt x="42711" y="152401"/>
                </a:cubicBezTo>
                <a:lnTo>
                  <a:pt x="133282" y="152401"/>
                </a:lnTo>
                <a:cubicBezTo>
                  <a:pt x="166650" y="152401"/>
                  <a:pt x="171418" y="147638"/>
                  <a:pt x="171418" y="114301"/>
                </a:cubicBezTo>
                <a:cubicBezTo>
                  <a:pt x="171418" y="88720"/>
                  <a:pt x="171418" y="76879"/>
                  <a:pt x="165508" y="71398"/>
                </a:cubicBezTo>
                <a:cubicBezTo>
                  <a:pt x="160415" y="66675"/>
                  <a:pt x="150934" y="66675"/>
                  <a:pt x="133282" y="66675"/>
                </a:cubicBezTo>
                <a:lnTo>
                  <a:pt x="47479" y="66675"/>
                </a:lnTo>
                <a:cubicBezTo>
                  <a:pt x="42712" y="66675"/>
                  <a:pt x="38011" y="61913"/>
                  <a:pt x="38100" y="57150"/>
                </a:cubicBezTo>
                <a:cubicBezTo>
                  <a:pt x="38581" y="31426"/>
                  <a:pt x="40554" y="17281"/>
                  <a:pt x="48653" y="9503"/>
                </a:cubicBezTo>
                <a:cubicBezTo>
                  <a:pt x="58548" y="0"/>
                  <a:pt x="77603" y="0"/>
                  <a:pt x="114232" y="0"/>
                </a:cubicBezTo>
                <a:close/>
              </a:path>
            </a:pathLst>
          </a:custGeom>
          <a:solidFill>
            <a:srgbClr val="000000"/>
          </a:solidFill>
          <a:ln w="9525" cap="flat">
            <a:noFill/>
            <a:prstDash val="solid"/>
            <a:miter/>
          </a:ln>
        </p:spPr>
        <p:txBody>
          <a:bodyPr rtlCol="0" anchor="ctr"/>
          <a:lstStyle/>
          <a:p>
            <a:endParaRPr lang="ru-RU"/>
          </a:p>
        </p:txBody>
      </p:sp>
      <p:sp>
        <p:nvSpPr>
          <p:cNvPr id="1440" name="Полилиния: фигура 1439">
            <a:extLst>
              <a:ext uri="{FF2B5EF4-FFF2-40B4-BE49-F238E27FC236}">
                <a16:creationId xmlns:a16="http://schemas.microsoft.com/office/drawing/2014/main" id="{32A359CD-AEDE-B7ED-2EB7-4041705AEC8C}"/>
              </a:ext>
            </a:extLst>
          </p:cNvPr>
          <p:cNvSpPr/>
          <p:nvPr/>
        </p:nvSpPr>
        <p:spPr>
          <a:xfrm>
            <a:off x="9469625" y="5100760"/>
            <a:ext cx="190512" cy="171450"/>
          </a:xfrm>
          <a:custGeom>
            <a:avLst/>
            <a:gdLst>
              <a:gd name="connsiteX0" fmla="*/ 76198 w 190512"/>
              <a:gd name="connsiteY0" fmla="*/ 95250 h 171450"/>
              <a:gd name="connsiteX1" fmla="*/ 76198 w 190512"/>
              <a:gd name="connsiteY1" fmla="*/ 123825 h 171450"/>
              <a:gd name="connsiteX2" fmla="*/ 85723 w 190512"/>
              <a:gd name="connsiteY2" fmla="*/ 114300 h 171450"/>
              <a:gd name="connsiteX3" fmla="*/ 85723 w 190512"/>
              <a:gd name="connsiteY3" fmla="*/ 104775 h 171450"/>
              <a:gd name="connsiteX4" fmla="*/ 76198 w 190512"/>
              <a:gd name="connsiteY4" fmla="*/ 95250 h 171450"/>
              <a:gd name="connsiteX5" fmla="*/ 19050 w 190512"/>
              <a:gd name="connsiteY5" fmla="*/ 95250 h 171450"/>
              <a:gd name="connsiteX6" fmla="*/ 19050 w 190512"/>
              <a:gd name="connsiteY6" fmla="*/ 104775 h 171450"/>
              <a:gd name="connsiteX7" fmla="*/ 23813 w 190512"/>
              <a:gd name="connsiteY7" fmla="*/ 104775 h 171450"/>
              <a:gd name="connsiteX8" fmla="*/ 28575 w 190512"/>
              <a:gd name="connsiteY8" fmla="*/ 100013 h 171450"/>
              <a:gd name="connsiteX9" fmla="*/ 23813 w 190512"/>
              <a:gd name="connsiteY9" fmla="*/ 95250 h 171450"/>
              <a:gd name="connsiteX10" fmla="*/ 123824 w 190512"/>
              <a:gd name="connsiteY10" fmla="*/ 76200 h 171450"/>
              <a:gd name="connsiteX11" fmla="*/ 152399 w 190512"/>
              <a:gd name="connsiteY11" fmla="*/ 76200 h 171450"/>
              <a:gd name="connsiteX12" fmla="*/ 161924 w 190512"/>
              <a:gd name="connsiteY12" fmla="*/ 85725 h 171450"/>
              <a:gd name="connsiteX13" fmla="*/ 152399 w 190512"/>
              <a:gd name="connsiteY13" fmla="*/ 95250 h 171450"/>
              <a:gd name="connsiteX14" fmla="*/ 133349 w 190512"/>
              <a:gd name="connsiteY14" fmla="*/ 95250 h 171450"/>
              <a:gd name="connsiteX15" fmla="*/ 133349 w 190512"/>
              <a:gd name="connsiteY15" fmla="*/ 104775 h 171450"/>
              <a:gd name="connsiteX16" fmla="*/ 142874 w 190512"/>
              <a:gd name="connsiteY16" fmla="*/ 104775 h 171450"/>
              <a:gd name="connsiteX17" fmla="*/ 152399 w 190512"/>
              <a:gd name="connsiteY17" fmla="*/ 114300 h 171450"/>
              <a:gd name="connsiteX18" fmla="*/ 142874 w 190512"/>
              <a:gd name="connsiteY18" fmla="*/ 123825 h 171450"/>
              <a:gd name="connsiteX19" fmla="*/ 133349 w 190512"/>
              <a:gd name="connsiteY19" fmla="*/ 123825 h 171450"/>
              <a:gd name="connsiteX20" fmla="*/ 133349 w 190512"/>
              <a:gd name="connsiteY20" fmla="*/ 133350 h 171450"/>
              <a:gd name="connsiteX21" fmla="*/ 123824 w 190512"/>
              <a:gd name="connsiteY21" fmla="*/ 142875 h 171450"/>
              <a:gd name="connsiteX22" fmla="*/ 114299 w 190512"/>
              <a:gd name="connsiteY22" fmla="*/ 133350 h 171450"/>
              <a:gd name="connsiteX23" fmla="*/ 114299 w 190512"/>
              <a:gd name="connsiteY23" fmla="*/ 85725 h 171450"/>
              <a:gd name="connsiteX24" fmla="*/ 123824 w 190512"/>
              <a:gd name="connsiteY24" fmla="*/ 76200 h 171450"/>
              <a:gd name="connsiteX25" fmla="*/ 66673 w 190512"/>
              <a:gd name="connsiteY25" fmla="*/ 76200 h 171450"/>
              <a:gd name="connsiteX26" fmla="*/ 76198 w 190512"/>
              <a:gd name="connsiteY26" fmla="*/ 76200 h 171450"/>
              <a:gd name="connsiteX27" fmla="*/ 104773 w 190512"/>
              <a:gd name="connsiteY27" fmla="*/ 104775 h 171450"/>
              <a:gd name="connsiteX28" fmla="*/ 104773 w 190512"/>
              <a:gd name="connsiteY28" fmla="*/ 114300 h 171450"/>
              <a:gd name="connsiteX29" fmla="*/ 76198 w 190512"/>
              <a:gd name="connsiteY29" fmla="*/ 142875 h 171450"/>
              <a:gd name="connsiteX30" fmla="*/ 66673 w 190512"/>
              <a:gd name="connsiteY30" fmla="*/ 142875 h 171450"/>
              <a:gd name="connsiteX31" fmla="*/ 57148 w 190512"/>
              <a:gd name="connsiteY31" fmla="*/ 133350 h 171450"/>
              <a:gd name="connsiteX32" fmla="*/ 57148 w 190512"/>
              <a:gd name="connsiteY32" fmla="*/ 85725 h 171450"/>
              <a:gd name="connsiteX33" fmla="*/ 66673 w 190512"/>
              <a:gd name="connsiteY33" fmla="*/ 76200 h 171450"/>
              <a:gd name="connsiteX34" fmla="*/ 9525 w 190512"/>
              <a:gd name="connsiteY34" fmla="*/ 76200 h 171450"/>
              <a:gd name="connsiteX35" fmla="*/ 23813 w 190512"/>
              <a:gd name="connsiteY35" fmla="*/ 76200 h 171450"/>
              <a:gd name="connsiteX36" fmla="*/ 47625 w 190512"/>
              <a:gd name="connsiteY36" fmla="*/ 100013 h 171450"/>
              <a:gd name="connsiteX37" fmla="*/ 23813 w 190512"/>
              <a:gd name="connsiteY37" fmla="*/ 123825 h 171450"/>
              <a:gd name="connsiteX38" fmla="*/ 19050 w 190512"/>
              <a:gd name="connsiteY38" fmla="*/ 123825 h 171450"/>
              <a:gd name="connsiteX39" fmla="*/ 19050 w 190512"/>
              <a:gd name="connsiteY39" fmla="*/ 133350 h 171450"/>
              <a:gd name="connsiteX40" fmla="*/ 9525 w 190512"/>
              <a:gd name="connsiteY40" fmla="*/ 142875 h 171450"/>
              <a:gd name="connsiteX41" fmla="*/ 0 w 190512"/>
              <a:gd name="connsiteY41" fmla="*/ 133350 h 171450"/>
              <a:gd name="connsiteX42" fmla="*/ 0 w 190512"/>
              <a:gd name="connsiteY42" fmla="*/ 85725 h 171450"/>
              <a:gd name="connsiteX43" fmla="*/ 9525 w 190512"/>
              <a:gd name="connsiteY43" fmla="*/ 76200 h 171450"/>
              <a:gd name="connsiteX44" fmla="*/ 114232 w 190512"/>
              <a:gd name="connsiteY44" fmla="*/ 0 h 171450"/>
              <a:gd name="connsiteX45" fmla="*/ 133282 w 190512"/>
              <a:gd name="connsiteY45" fmla="*/ 951 h 171450"/>
              <a:gd name="connsiteX46" fmla="*/ 166650 w 190512"/>
              <a:gd name="connsiteY46" fmla="*/ 23813 h 171450"/>
              <a:gd name="connsiteX47" fmla="*/ 189532 w 190512"/>
              <a:gd name="connsiteY47" fmla="*/ 57150 h 171450"/>
              <a:gd name="connsiteX48" fmla="*/ 190499 w 190512"/>
              <a:gd name="connsiteY48" fmla="*/ 85725 h 171450"/>
              <a:gd name="connsiteX49" fmla="*/ 190474 w 190512"/>
              <a:gd name="connsiteY49" fmla="*/ 87956 h 171450"/>
              <a:gd name="connsiteX50" fmla="*/ 179230 w 190512"/>
              <a:gd name="connsiteY50" fmla="*/ 162048 h 171450"/>
              <a:gd name="connsiteX51" fmla="*/ 114299 w 190512"/>
              <a:gd name="connsiteY51" fmla="*/ 171450 h 171450"/>
              <a:gd name="connsiteX52" fmla="*/ 42712 w 190512"/>
              <a:gd name="connsiteY52" fmla="*/ 161926 h 171450"/>
              <a:gd name="connsiteX53" fmla="*/ 42711 w 190512"/>
              <a:gd name="connsiteY53" fmla="*/ 152401 h 171450"/>
              <a:gd name="connsiteX54" fmla="*/ 133282 w 190512"/>
              <a:gd name="connsiteY54" fmla="*/ 152401 h 171450"/>
              <a:gd name="connsiteX55" fmla="*/ 171418 w 190512"/>
              <a:gd name="connsiteY55" fmla="*/ 114301 h 171450"/>
              <a:gd name="connsiteX56" fmla="*/ 165508 w 190512"/>
              <a:gd name="connsiteY56" fmla="*/ 71398 h 171450"/>
              <a:gd name="connsiteX57" fmla="*/ 133282 w 190512"/>
              <a:gd name="connsiteY57" fmla="*/ 66675 h 171450"/>
              <a:gd name="connsiteX58" fmla="*/ 47479 w 190512"/>
              <a:gd name="connsiteY58" fmla="*/ 66675 h 171450"/>
              <a:gd name="connsiteX59" fmla="*/ 38100 w 190512"/>
              <a:gd name="connsiteY59" fmla="*/ 57150 h 171450"/>
              <a:gd name="connsiteX60" fmla="*/ 48653 w 190512"/>
              <a:gd name="connsiteY60" fmla="*/ 9503 h 171450"/>
              <a:gd name="connsiteX61" fmla="*/ 114232 w 190512"/>
              <a:gd name="connsiteY61"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90512" h="171450">
                <a:moveTo>
                  <a:pt x="76198" y="95250"/>
                </a:moveTo>
                <a:lnTo>
                  <a:pt x="76198" y="123825"/>
                </a:lnTo>
                <a:cubicBezTo>
                  <a:pt x="81459" y="123825"/>
                  <a:pt x="85723" y="119562"/>
                  <a:pt x="85723" y="114300"/>
                </a:cubicBezTo>
                <a:lnTo>
                  <a:pt x="85723" y="104775"/>
                </a:lnTo>
                <a:cubicBezTo>
                  <a:pt x="85723" y="99515"/>
                  <a:pt x="81459" y="95250"/>
                  <a:pt x="76198" y="95250"/>
                </a:cubicBezTo>
                <a:close/>
                <a:moveTo>
                  <a:pt x="19050" y="95250"/>
                </a:moveTo>
                <a:lnTo>
                  <a:pt x="19050" y="104775"/>
                </a:lnTo>
                <a:lnTo>
                  <a:pt x="23813" y="104775"/>
                </a:lnTo>
                <a:cubicBezTo>
                  <a:pt x="26443" y="104775"/>
                  <a:pt x="28575" y="102642"/>
                  <a:pt x="28575" y="100013"/>
                </a:cubicBezTo>
                <a:cubicBezTo>
                  <a:pt x="28575" y="97383"/>
                  <a:pt x="26443" y="95250"/>
                  <a:pt x="23813" y="95250"/>
                </a:cubicBezTo>
                <a:close/>
                <a:moveTo>
                  <a:pt x="123824" y="76200"/>
                </a:moveTo>
                <a:lnTo>
                  <a:pt x="152399" y="76200"/>
                </a:lnTo>
                <a:cubicBezTo>
                  <a:pt x="157660" y="76200"/>
                  <a:pt x="161924" y="80465"/>
                  <a:pt x="161924" y="85725"/>
                </a:cubicBezTo>
                <a:cubicBezTo>
                  <a:pt x="161924" y="90985"/>
                  <a:pt x="157660" y="95250"/>
                  <a:pt x="152399" y="95250"/>
                </a:cubicBezTo>
                <a:lnTo>
                  <a:pt x="133349" y="95250"/>
                </a:lnTo>
                <a:lnTo>
                  <a:pt x="133349" y="104775"/>
                </a:lnTo>
                <a:lnTo>
                  <a:pt x="142874" y="104775"/>
                </a:lnTo>
                <a:cubicBezTo>
                  <a:pt x="148135" y="104775"/>
                  <a:pt x="152399" y="109040"/>
                  <a:pt x="152399" y="114300"/>
                </a:cubicBezTo>
                <a:cubicBezTo>
                  <a:pt x="152399" y="119560"/>
                  <a:pt x="148135" y="123825"/>
                  <a:pt x="142874" y="123825"/>
                </a:cubicBezTo>
                <a:lnTo>
                  <a:pt x="133349" y="123825"/>
                </a:lnTo>
                <a:lnTo>
                  <a:pt x="133349" y="133350"/>
                </a:lnTo>
                <a:cubicBezTo>
                  <a:pt x="133349" y="138610"/>
                  <a:pt x="129085" y="142875"/>
                  <a:pt x="123824" y="142875"/>
                </a:cubicBezTo>
                <a:cubicBezTo>
                  <a:pt x="118563" y="142875"/>
                  <a:pt x="114299" y="138610"/>
                  <a:pt x="114299" y="133350"/>
                </a:cubicBezTo>
                <a:lnTo>
                  <a:pt x="114299" y="85725"/>
                </a:lnTo>
                <a:cubicBezTo>
                  <a:pt x="114299" y="80465"/>
                  <a:pt x="118563" y="76200"/>
                  <a:pt x="123824" y="76200"/>
                </a:cubicBezTo>
                <a:close/>
                <a:moveTo>
                  <a:pt x="66673" y="76200"/>
                </a:moveTo>
                <a:lnTo>
                  <a:pt x="76198" y="76200"/>
                </a:lnTo>
                <a:cubicBezTo>
                  <a:pt x="91979" y="76200"/>
                  <a:pt x="104773" y="88993"/>
                  <a:pt x="104773" y="104775"/>
                </a:cubicBezTo>
                <a:lnTo>
                  <a:pt x="104773" y="114300"/>
                </a:lnTo>
                <a:cubicBezTo>
                  <a:pt x="104773" y="130082"/>
                  <a:pt x="91979" y="142875"/>
                  <a:pt x="76198" y="142875"/>
                </a:cubicBezTo>
                <a:lnTo>
                  <a:pt x="66673" y="142875"/>
                </a:lnTo>
                <a:cubicBezTo>
                  <a:pt x="61412" y="142875"/>
                  <a:pt x="57148" y="138612"/>
                  <a:pt x="57148" y="133350"/>
                </a:cubicBezTo>
                <a:lnTo>
                  <a:pt x="57148" y="85725"/>
                </a:lnTo>
                <a:cubicBezTo>
                  <a:pt x="57148" y="80465"/>
                  <a:pt x="61412" y="76200"/>
                  <a:pt x="66673" y="76200"/>
                </a:cubicBezTo>
                <a:close/>
                <a:moveTo>
                  <a:pt x="9525" y="76200"/>
                </a:moveTo>
                <a:lnTo>
                  <a:pt x="23813" y="76200"/>
                </a:lnTo>
                <a:cubicBezTo>
                  <a:pt x="36964" y="76200"/>
                  <a:pt x="47625" y="86861"/>
                  <a:pt x="47625" y="100013"/>
                </a:cubicBezTo>
                <a:cubicBezTo>
                  <a:pt x="47625" y="113164"/>
                  <a:pt x="36964" y="123825"/>
                  <a:pt x="23813" y="123825"/>
                </a:cubicBezTo>
                <a:lnTo>
                  <a:pt x="19050" y="123825"/>
                </a:lnTo>
                <a:lnTo>
                  <a:pt x="19050" y="133350"/>
                </a:lnTo>
                <a:cubicBezTo>
                  <a:pt x="19050" y="138611"/>
                  <a:pt x="14785" y="142875"/>
                  <a:pt x="9525" y="142875"/>
                </a:cubicBezTo>
                <a:cubicBezTo>
                  <a:pt x="4265" y="142875"/>
                  <a:pt x="0" y="138611"/>
                  <a:pt x="0" y="133350"/>
                </a:cubicBezTo>
                <a:lnTo>
                  <a:pt x="0" y="85725"/>
                </a:lnTo>
                <a:cubicBezTo>
                  <a:pt x="0" y="80464"/>
                  <a:pt x="4265" y="76200"/>
                  <a:pt x="9525" y="76200"/>
                </a:cubicBezTo>
                <a:close/>
                <a:moveTo>
                  <a:pt x="114232" y="0"/>
                </a:moveTo>
                <a:cubicBezTo>
                  <a:pt x="119005" y="0"/>
                  <a:pt x="128522" y="0"/>
                  <a:pt x="133282" y="951"/>
                </a:cubicBezTo>
                <a:cubicBezTo>
                  <a:pt x="142951" y="2885"/>
                  <a:pt x="147583" y="4763"/>
                  <a:pt x="166650" y="23813"/>
                </a:cubicBezTo>
                <a:cubicBezTo>
                  <a:pt x="185718" y="42863"/>
                  <a:pt x="187652" y="47760"/>
                  <a:pt x="189532" y="57150"/>
                </a:cubicBezTo>
                <a:cubicBezTo>
                  <a:pt x="190485" y="61913"/>
                  <a:pt x="190552" y="80963"/>
                  <a:pt x="190499" y="85725"/>
                </a:cubicBezTo>
                <a:cubicBezTo>
                  <a:pt x="190490" y="86476"/>
                  <a:pt x="190483" y="87219"/>
                  <a:pt x="190474" y="87956"/>
                </a:cubicBezTo>
                <a:cubicBezTo>
                  <a:pt x="189997" y="131132"/>
                  <a:pt x="189767" y="151981"/>
                  <a:pt x="179230" y="162048"/>
                </a:cubicBezTo>
                <a:cubicBezTo>
                  <a:pt x="169390" y="171450"/>
                  <a:pt x="150751" y="171450"/>
                  <a:pt x="114299" y="171450"/>
                </a:cubicBezTo>
                <a:cubicBezTo>
                  <a:pt x="77724" y="171450"/>
                  <a:pt x="52591" y="171401"/>
                  <a:pt x="42712" y="161926"/>
                </a:cubicBezTo>
                <a:cubicBezTo>
                  <a:pt x="37666" y="157087"/>
                  <a:pt x="39102" y="152401"/>
                  <a:pt x="42711" y="152401"/>
                </a:cubicBezTo>
                <a:lnTo>
                  <a:pt x="133282" y="152401"/>
                </a:lnTo>
                <a:cubicBezTo>
                  <a:pt x="166650" y="152401"/>
                  <a:pt x="171418" y="147638"/>
                  <a:pt x="171418" y="114301"/>
                </a:cubicBezTo>
                <a:cubicBezTo>
                  <a:pt x="171418" y="88720"/>
                  <a:pt x="171418" y="76879"/>
                  <a:pt x="165508" y="71398"/>
                </a:cubicBezTo>
                <a:cubicBezTo>
                  <a:pt x="160415" y="66675"/>
                  <a:pt x="150934" y="66675"/>
                  <a:pt x="133282" y="66675"/>
                </a:cubicBezTo>
                <a:lnTo>
                  <a:pt x="47479" y="66675"/>
                </a:lnTo>
                <a:cubicBezTo>
                  <a:pt x="42712" y="66675"/>
                  <a:pt x="38011" y="61913"/>
                  <a:pt x="38100" y="57150"/>
                </a:cubicBezTo>
                <a:cubicBezTo>
                  <a:pt x="38581" y="31426"/>
                  <a:pt x="40554" y="17281"/>
                  <a:pt x="48653" y="9503"/>
                </a:cubicBezTo>
                <a:cubicBezTo>
                  <a:pt x="58548" y="0"/>
                  <a:pt x="77603" y="0"/>
                  <a:pt x="114232" y="0"/>
                </a:cubicBezTo>
                <a:close/>
              </a:path>
            </a:pathLst>
          </a:custGeom>
          <a:solidFill>
            <a:srgbClr val="000000"/>
          </a:solidFill>
          <a:ln w="9525" cap="flat">
            <a:noFill/>
            <a:prstDash val="solid"/>
            <a:miter/>
          </a:ln>
        </p:spPr>
        <p:txBody>
          <a:bodyPr rtlCol="0" anchor="ctr"/>
          <a:lstStyle/>
          <a:p>
            <a:endParaRPr lang="ru-RU"/>
          </a:p>
        </p:txBody>
      </p:sp>
      <p:sp>
        <p:nvSpPr>
          <p:cNvPr id="1443" name="Полилиния: фигура 1442">
            <a:extLst>
              <a:ext uri="{FF2B5EF4-FFF2-40B4-BE49-F238E27FC236}">
                <a16:creationId xmlns:a16="http://schemas.microsoft.com/office/drawing/2014/main" id="{550891C8-A244-E80B-07E8-895ECED2393B}"/>
              </a:ext>
            </a:extLst>
          </p:cNvPr>
          <p:cNvSpPr/>
          <p:nvPr/>
        </p:nvSpPr>
        <p:spPr>
          <a:xfrm>
            <a:off x="9898410" y="846817"/>
            <a:ext cx="190501" cy="161924"/>
          </a:xfrm>
          <a:custGeom>
            <a:avLst/>
            <a:gdLst>
              <a:gd name="connsiteX0" fmla="*/ 152401 w 190501"/>
              <a:gd name="connsiteY0" fmla="*/ 123824 h 161924"/>
              <a:gd name="connsiteX1" fmla="*/ 142876 w 190501"/>
              <a:gd name="connsiteY1" fmla="*/ 133349 h 161924"/>
              <a:gd name="connsiteX2" fmla="*/ 152401 w 190501"/>
              <a:gd name="connsiteY2" fmla="*/ 142874 h 161924"/>
              <a:gd name="connsiteX3" fmla="*/ 161926 w 190501"/>
              <a:gd name="connsiteY3" fmla="*/ 133349 h 161924"/>
              <a:gd name="connsiteX4" fmla="*/ 152401 w 190501"/>
              <a:gd name="connsiteY4" fmla="*/ 123824 h 161924"/>
              <a:gd name="connsiteX5" fmla="*/ 47626 w 190501"/>
              <a:gd name="connsiteY5" fmla="*/ 123824 h 161924"/>
              <a:gd name="connsiteX6" fmla="*/ 38101 w 190501"/>
              <a:gd name="connsiteY6" fmla="*/ 133349 h 161924"/>
              <a:gd name="connsiteX7" fmla="*/ 47626 w 190501"/>
              <a:gd name="connsiteY7" fmla="*/ 142874 h 161924"/>
              <a:gd name="connsiteX8" fmla="*/ 57151 w 190501"/>
              <a:gd name="connsiteY8" fmla="*/ 133349 h 161924"/>
              <a:gd name="connsiteX9" fmla="*/ 47626 w 190501"/>
              <a:gd name="connsiteY9" fmla="*/ 123824 h 161924"/>
              <a:gd name="connsiteX10" fmla="*/ 95251 w 190501"/>
              <a:gd name="connsiteY10" fmla="*/ 9824 h 161924"/>
              <a:gd name="connsiteX11" fmla="*/ 133351 w 190501"/>
              <a:gd name="connsiteY11" fmla="*/ 28575 h 161924"/>
              <a:gd name="connsiteX12" fmla="*/ 123826 w 190501"/>
              <a:gd name="connsiteY12" fmla="*/ 38970 h 161924"/>
              <a:gd name="connsiteX13" fmla="*/ 111299 w 190501"/>
              <a:gd name="connsiteY13" fmla="*/ 45445 h 161924"/>
              <a:gd name="connsiteX14" fmla="*/ 104776 w 190501"/>
              <a:gd name="connsiteY14" fmla="*/ 66228 h 161924"/>
              <a:gd name="connsiteX15" fmla="*/ 104776 w 190501"/>
              <a:gd name="connsiteY15" fmla="*/ 90487 h 161924"/>
              <a:gd name="connsiteX16" fmla="*/ 109538 w 190501"/>
              <a:gd name="connsiteY16" fmla="*/ 95249 h 161924"/>
              <a:gd name="connsiteX17" fmla="*/ 114301 w 190501"/>
              <a:gd name="connsiteY17" fmla="*/ 90487 h 161924"/>
              <a:gd name="connsiteX18" fmla="*/ 114301 w 190501"/>
              <a:gd name="connsiteY18" fmla="*/ 66674 h 161924"/>
              <a:gd name="connsiteX19" fmla="*/ 133351 w 190501"/>
              <a:gd name="connsiteY19" fmla="*/ 47625 h 161924"/>
              <a:gd name="connsiteX20" fmla="*/ 152401 w 190501"/>
              <a:gd name="connsiteY20" fmla="*/ 47625 h 161924"/>
              <a:gd name="connsiteX21" fmla="*/ 176213 w 190501"/>
              <a:gd name="connsiteY21" fmla="*/ 66674 h 161924"/>
              <a:gd name="connsiteX22" fmla="*/ 180010 w 190501"/>
              <a:gd name="connsiteY22" fmla="*/ 72229 h 161924"/>
              <a:gd name="connsiteX23" fmla="*/ 190501 w 190501"/>
              <a:gd name="connsiteY23" fmla="*/ 95249 h 161924"/>
              <a:gd name="connsiteX24" fmla="*/ 190501 w 190501"/>
              <a:gd name="connsiteY24" fmla="*/ 133349 h 161924"/>
              <a:gd name="connsiteX25" fmla="*/ 179377 w 190501"/>
              <a:gd name="connsiteY25" fmla="*/ 142798 h 161924"/>
              <a:gd name="connsiteX26" fmla="*/ 152401 w 190501"/>
              <a:gd name="connsiteY26" fmla="*/ 161924 h 161924"/>
              <a:gd name="connsiteX27" fmla="*/ 125452 w 190501"/>
              <a:gd name="connsiteY27" fmla="*/ 142874 h 161924"/>
              <a:gd name="connsiteX28" fmla="*/ 74575 w 190501"/>
              <a:gd name="connsiteY28" fmla="*/ 142874 h 161924"/>
              <a:gd name="connsiteX29" fmla="*/ 47626 w 190501"/>
              <a:gd name="connsiteY29" fmla="*/ 161924 h 161924"/>
              <a:gd name="connsiteX30" fmla="*/ 20656 w 190501"/>
              <a:gd name="connsiteY30" fmla="*/ 142815 h 161924"/>
              <a:gd name="connsiteX31" fmla="*/ 1 w 190501"/>
              <a:gd name="connsiteY31" fmla="*/ 104774 h 161924"/>
              <a:gd name="connsiteX32" fmla="*/ 0 w 190501"/>
              <a:gd name="connsiteY32" fmla="*/ 103969 h 161924"/>
              <a:gd name="connsiteX33" fmla="*/ 23813 w 190501"/>
              <a:gd name="connsiteY33" fmla="*/ 85724 h 161924"/>
              <a:gd name="connsiteX34" fmla="*/ 76201 w 190501"/>
              <a:gd name="connsiteY34" fmla="*/ 33337 h 161924"/>
              <a:gd name="connsiteX35" fmla="*/ 75987 w 190501"/>
              <a:gd name="connsiteY35" fmla="*/ 28575 h 161924"/>
              <a:gd name="connsiteX36" fmla="*/ 95251 w 190501"/>
              <a:gd name="connsiteY36" fmla="*/ 9824 h 161924"/>
              <a:gd name="connsiteX37" fmla="*/ 23813 w 190501"/>
              <a:gd name="connsiteY37" fmla="*/ 0 h 161924"/>
              <a:gd name="connsiteX38" fmla="*/ 41264 w 190501"/>
              <a:gd name="connsiteY38" fmla="*/ 6362 h 161924"/>
              <a:gd name="connsiteX39" fmla="*/ 47625 w 190501"/>
              <a:gd name="connsiteY39" fmla="*/ 23813 h 161924"/>
              <a:gd name="connsiteX40" fmla="*/ 42836 w 190501"/>
              <a:gd name="connsiteY40" fmla="*/ 37079 h 161924"/>
              <a:gd name="connsiteX41" fmla="*/ 34120 w 190501"/>
              <a:gd name="connsiteY41" fmla="*/ 47216 h 161924"/>
              <a:gd name="connsiteX42" fmla="*/ 33710 w 190501"/>
              <a:gd name="connsiteY42" fmla="*/ 47625 h 161924"/>
              <a:gd name="connsiteX43" fmla="*/ 38100 w 190501"/>
              <a:gd name="connsiteY43" fmla="*/ 47625 h 161924"/>
              <a:gd name="connsiteX44" fmla="*/ 47625 w 190501"/>
              <a:gd name="connsiteY44" fmla="*/ 57150 h 161924"/>
              <a:gd name="connsiteX45" fmla="*/ 38100 w 190501"/>
              <a:gd name="connsiteY45" fmla="*/ 66675 h 161924"/>
              <a:gd name="connsiteX46" fmla="*/ 9525 w 190501"/>
              <a:gd name="connsiteY46" fmla="*/ 66675 h 161924"/>
              <a:gd name="connsiteX47" fmla="*/ 725 w 190501"/>
              <a:gd name="connsiteY47" fmla="*/ 60795 h 161924"/>
              <a:gd name="connsiteX48" fmla="*/ 2790 w 190501"/>
              <a:gd name="connsiteY48" fmla="*/ 50415 h 161924"/>
              <a:gd name="connsiteX49" fmla="*/ 11035 w 190501"/>
              <a:gd name="connsiteY49" fmla="*/ 42726 h 161924"/>
              <a:gd name="connsiteX50" fmla="*/ 11618 w 190501"/>
              <a:gd name="connsiteY50" fmla="*/ 42199 h 161924"/>
              <a:gd name="connsiteX51" fmla="*/ 20649 w 190501"/>
              <a:gd name="connsiteY51" fmla="*/ 33746 h 161924"/>
              <a:gd name="connsiteX52" fmla="*/ 27114 w 190501"/>
              <a:gd name="connsiteY52" fmla="*/ 26322 h 161924"/>
              <a:gd name="connsiteX53" fmla="*/ 28555 w 190501"/>
              <a:gd name="connsiteY53" fmla="*/ 23696 h 161924"/>
              <a:gd name="connsiteX54" fmla="*/ 28574 w 190501"/>
              <a:gd name="connsiteY54" fmla="*/ 23644 h 161924"/>
              <a:gd name="connsiteX55" fmla="*/ 28171 w 190501"/>
              <a:gd name="connsiteY55" fmla="*/ 20574 h 161924"/>
              <a:gd name="connsiteX56" fmla="*/ 27794 w 190501"/>
              <a:gd name="connsiteY56" fmla="*/ 19833 h 161924"/>
              <a:gd name="connsiteX57" fmla="*/ 27051 w 190501"/>
              <a:gd name="connsiteY57" fmla="*/ 19454 h 161924"/>
              <a:gd name="connsiteX58" fmla="*/ 23813 w 190501"/>
              <a:gd name="connsiteY58" fmla="*/ 19050 h 161924"/>
              <a:gd name="connsiteX59" fmla="*/ 19004 w 190501"/>
              <a:gd name="connsiteY59" fmla="*/ 19994 h 161924"/>
              <a:gd name="connsiteX60" fmla="*/ 9525 w 190501"/>
              <a:gd name="connsiteY60" fmla="*/ 28575 h 161924"/>
              <a:gd name="connsiteX61" fmla="*/ 0 w 190501"/>
              <a:gd name="connsiteY61" fmla="*/ 19050 h 161924"/>
              <a:gd name="connsiteX62" fmla="*/ 23813 w 190501"/>
              <a:gd name="connsiteY62" fmla="*/ 0 h 1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90501" h="161924">
                <a:moveTo>
                  <a:pt x="152401" y="123824"/>
                </a:moveTo>
                <a:cubicBezTo>
                  <a:pt x="147140" y="123824"/>
                  <a:pt x="142876" y="128090"/>
                  <a:pt x="142876" y="133349"/>
                </a:cubicBezTo>
                <a:cubicBezTo>
                  <a:pt x="142876" y="138610"/>
                  <a:pt x="147140" y="142874"/>
                  <a:pt x="152401" y="142874"/>
                </a:cubicBezTo>
                <a:cubicBezTo>
                  <a:pt x="157661" y="142874"/>
                  <a:pt x="161926" y="138610"/>
                  <a:pt x="161926" y="133349"/>
                </a:cubicBezTo>
                <a:cubicBezTo>
                  <a:pt x="161926" y="128090"/>
                  <a:pt x="157661" y="123824"/>
                  <a:pt x="152401" y="123824"/>
                </a:cubicBezTo>
                <a:close/>
                <a:moveTo>
                  <a:pt x="47626" y="123824"/>
                </a:moveTo>
                <a:cubicBezTo>
                  <a:pt x="42365" y="123824"/>
                  <a:pt x="38101" y="128090"/>
                  <a:pt x="38101" y="133349"/>
                </a:cubicBezTo>
                <a:cubicBezTo>
                  <a:pt x="38101" y="138610"/>
                  <a:pt x="42365" y="142874"/>
                  <a:pt x="47626" y="142874"/>
                </a:cubicBezTo>
                <a:cubicBezTo>
                  <a:pt x="52886" y="142874"/>
                  <a:pt x="57151" y="138610"/>
                  <a:pt x="57151" y="133349"/>
                </a:cubicBezTo>
                <a:cubicBezTo>
                  <a:pt x="57151" y="128090"/>
                  <a:pt x="52886" y="123824"/>
                  <a:pt x="47626" y="123824"/>
                </a:cubicBezTo>
                <a:close/>
                <a:moveTo>
                  <a:pt x="95251" y="9824"/>
                </a:moveTo>
                <a:cubicBezTo>
                  <a:pt x="128001" y="10721"/>
                  <a:pt x="133351" y="14298"/>
                  <a:pt x="133351" y="28575"/>
                </a:cubicBezTo>
                <a:cubicBezTo>
                  <a:pt x="133351" y="33337"/>
                  <a:pt x="133351" y="37005"/>
                  <a:pt x="123826" y="38970"/>
                </a:cubicBezTo>
                <a:cubicBezTo>
                  <a:pt x="118725" y="40023"/>
                  <a:pt x="114504" y="42084"/>
                  <a:pt x="111299" y="45445"/>
                </a:cubicBezTo>
                <a:cubicBezTo>
                  <a:pt x="106318" y="50671"/>
                  <a:pt x="104776" y="58031"/>
                  <a:pt x="104776" y="66228"/>
                </a:cubicBezTo>
                <a:lnTo>
                  <a:pt x="104776" y="90487"/>
                </a:lnTo>
                <a:cubicBezTo>
                  <a:pt x="104776" y="93118"/>
                  <a:pt x="106908" y="95249"/>
                  <a:pt x="109538" y="95249"/>
                </a:cubicBezTo>
                <a:cubicBezTo>
                  <a:pt x="112168" y="95249"/>
                  <a:pt x="114301" y="93118"/>
                  <a:pt x="114301" y="90487"/>
                </a:cubicBezTo>
                <a:lnTo>
                  <a:pt x="114301" y="66674"/>
                </a:lnTo>
                <a:cubicBezTo>
                  <a:pt x="114301" y="52387"/>
                  <a:pt x="119063" y="47625"/>
                  <a:pt x="133351" y="47625"/>
                </a:cubicBezTo>
                <a:lnTo>
                  <a:pt x="152401" y="47625"/>
                </a:lnTo>
                <a:cubicBezTo>
                  <a:pt x="161926" y="47625"/>
                  <a:pt x="166688" y="52387"/>
                  <a:pt x="176213" y="66674"/>
                </a:cubicBezTo>
                <a:cubicBezTo>
                  <a:pt x="177509" y="68618"/>
                  <a:pt x="178786" y="70461"/>
                  <a:pt x="180010" y="72229"/>
                </a:cubicBezTo>
                <a:cubicBezTo>
                  <a:pt x="185844" y="80653"/>
                  <a:pt x="190501" y="87377"/>
                  <a:pt x="190501" y="95249"/>
                </a:cubicBezTo>
                <a:lnTo>
                  <a:pt x="190501" y="133349"/>
                </a:lnTo>
                <a:cubicBezTo>
                  <a:pt x="190501" y="142874"/>
                  <a:pt x="185196" y="142838"/>
                  <a:pt x="179377" y="142798"/>
                </a:cubicBezTo>
                <a:cubicBezTo>
                  <a:pt x="175475" y="153937"/>
                  <a:pt x="164871" y="161924"/>
                  <a:pt x="152401" y="161924"/>
                </a:cubicBezTo>
                <a:cubicBezTo>
                  <a:pt x="139959" y="161924"/>
                  <a:pt x="129374" y="153973"/>
                  <a:pt x="125452" y="142874"/>
                </a:cubicBezTo>
                <a:lnTo>
                  <a:pt x="74575" y="142874"/>
                </a:lnTo>
                <a:cubicBezTo>
                  <a:pt x="70652" y="153973"/>
                  <a:pt x="60067" y="161924"/>
                  <a:pt x="47626" y="161924"/>
                </a:cubicBezTo>
                <a:cubicBezTo>
                  <a:pt x="35162" y="161924"/>
                  <a:pt x="24561" y="153944"/>
                  <a:pt x="20656" y="142815"/>
                </a:cubicBezTo>
                <a:cubicBezTo>
                  <a:pt x="1" y="142874"/>
                  <a:pt x="1" y="132051"/>
                  <a:pt x="1" y="104774"/>
                </a:cubicBezTo>
                <a:lnTo>
                  <a:pt x="0" y="103969"/>
                </a:lnTo>
                <a:cubicBezTo>
                  <a:pt x="-8" y="90308"/>
                  <a:pt x="-11" y="85724"/>
                  <a:pt x="23813" y="85724"/>
                </a:cubicBezTo>
                <a:cubicBezTo>
                  <a:pt x="52746" y="85724"/>
                  <a:pt x="76201" y="62270"/>
                  <a:pt x="76201" y="33337"/>
                </a:cubicBezTo>
                <a:cubicBezTo>
                  <a:pt x="76201" y="31732"/>
                  <a:pt x="76128" y="30143"/>
                  <a:pt x="75987" y="28575"/>
                </a:cubicBezTo>
                <a:cubicBezTo>
                  <a:pt x="74297" y="9824"/>
                  <a:pt x="80963" y="9433"/>
                  <a:pt x="95251" y="9824"/>
                </a:cubicBezTo>
                <a:close/>
                <a:moveTo>
                  <a:pt x="23813" y="0"/>
                </a:moveTo>
                <a:cubicBezTo>
                  <a:pt x="30043" y="0"/>
                  <a:pt x="36466" y="1564"/>
                  <a:pt x="41264" y="6362"/>
                </a:cubicBezTo>
                <a:cubicBezTo>
                  <a:pt x="46061" y="11159"/>
                  <a:pt x="47625" y="17582"/>
                  <a:pt x="47625" y="23813"/>
                </a:cubicBezTo>
                <a:cubicBezTo>
                  <a:pt x="47625" y="29113"/>
                  <a:pt x="45103" y="33765"/>
                  <a:pt x="42836" y="37079"/>
                </a:cubicBezTo>
                <a:cubicBezTo>
                  <a:pt x="40412" y="40622"/>
                  <a:pt x="37255" y="44082"/>
                  <a:pt x="34120" y="47216"/>
                </a:cubicBezTo>
                <a:lnTo>
                  <a:pt x="33710" y="47625"/>
                </a:lnTo>
                <a:lnTo>
                  <a:pt x="38100" y="47625"/>
                </a:lnTo>
                <a:cubicBezTo>
                  <a:pt x="43361" y="47625"/>
                  <a:pt x="47625" y="51890"/>
                  <a:pt x="47625" y="57150"/>
                </a:cubicBezTo>
                <a:cubicBezTo>
                  <a:pt x="47625" y="62411"/>
                  <a:pt x="43361" y="66675"/>
                  <a:pt x="38100" y="66675"/>
                </a:cubicBezTo>
                <a:lnTo>
                  <a:pt x="9525" y="66675"/>
                </a:lnTo>
                <a:cubicBezTo>
                  <a:pt x="5673" y="66675"/>
                  <a:pt x="2200" y="64354"/>
                  <a:pt x="725" y="60795"/>
                </a:cubicBezTo>
                <a:cubicBezTo>
                  <a:pt x="-749" y="57236"/>
                  <a:pt x="66" y="53139"/>
                  <a:pt x="2790" y="50415"/>
                </a:cubicBezTo>
                <a:cubicBezTo>
                  <a:pt x="5215" y="47990"/>
                  <a:pt x="8164" y="45323"/>
                  <a:pt x="11035" y="42726"/>
                </a:cubicBezTo>
                <a:lnTo>
                  <a:pt x="11618" y="42199"/>
                </a:lnTo>
                <a:cubicBezTo>
                  <a:pt x="14760" y="39356"/>
                  <a:pt x="17865" y="36530"/>
                  <a:pt x="20649" y="33746"/>
                </a:cubicBezTo>
                <a:cubicBezTo>
                  <a:pt x="23468" y="30928"/>
                  <a:pt x="25668" y="28434"/>
                  <a:pt x="27114" y="26322"/>
                </a:cubicBezTo>
                <a:cubicBezTo>
                  <a:pt x="28194" y="24743"/>
                  <a:pt x="28482" y="23908"/>
                  <a:pt x="28555" y="23696"/>
                </a:cubicBezTo>
                <a:cubicBezTo>
                  <a:pt x="28565" y="23667"/>
                  <a:pt x="28574" y="23644"/>
                  <a:pt x="28574" y="23644"/>
                </a:cubicBezTo>
                <a:cubicBezTo>
                  <a:pt x="28561" y="22125"/>
                  <a:pt x="28363" y="21149"/>
                  <a:pt x="28171" y="20574"/>
                </a:cubicBezTo>
                <a:cubicBezTo>
                  <a:pt x="27989" y="20028"/>
                  <a:pt x="27823" y="19862"/>
                  <a:pt x="27794" y="19833"/>
                </a:cubicBezTo>
                <a:cubicBezTo>
                  <a:pt x="27765" y="19804"/>
                  <a:pt x="27597" y="19636"/>
                  <a:pt x="27051" y="19454"/>
                </a:cubicBezTo>
                <a:cubicBezTo>
                  <a:pt x="26455" y="19255"/>
                  <a:pt x="25429" y="19050"/>
                  <a:pt x="23813" y="19050"/>
                </a:cubicBezTo>
                <a:cubicBezTo>
                  <a:pt x="20995" y="19050"/>
                  <a:pt x="19560" y="19663"/>
                  <a:pt x="19004" y="19994"/>
                </a:cubicBezTo>
                <a:cubicBezTo>
                  <a:pt x="18530" y="24812"/>
                  <a:pt x="14467" y="28575"/>
                  <a:pt x="9525" y="28575"/>
                </a:cubicBezTo>
                <a:cubicBezTo>
                  <a:pt x="4265" y="28575"/>
                  <a:pt x="0" y="24311"/>
                  <a:pt x="0" y="19050"/>
                </a:cubicBezTo>
                <a:cubicBezTo>
                  <a:pt x="0" y="6668"/>
                  <a:pt x="11748" y="0"/>
                  <a:pt x="23813" y="0"/>
                </a:cubicBezTo>
                <a:close/>
              </a:path>
            </a:pathLst>
          </a:custGeom>
          <a:solidFill>
            <a:srgbClr val="000000"/>
          </a:solidFill>
          <a:ln w="9525" cap="flat">
            <a:noFill/>
            <a:prstDash val="solid"/>
            <a:miter/>
          </a:ln>
        </p:spPr>
        <p:txBody>
          <a:bodyPr rtlCol="0" anchor="ctr"/>
          <a:lstStyle/>
          <a:p>
            <a:endParaRPr lang="ru-RU"/>
          </a:p>
        </p:txBody>
      </p:sp>
      <p:sp>
        <p:nvSpPr>
          <p:cNvPr id="1449" name="Полилиния: фигура 1448">
            <a:extLst>
              <a:ext uri="{FF2B5EF4-FFF2-40B4-BE49-F238E27FC236}">
                <a16:creationId xmlns:a16="http://schemas.microsoft.com/office/drawing/2014/main" id="{02C612A5-4CA8-B1C2-E380-ABCADCBAD95C}"/>
              </a:ext>
            </a:extLst>
          </p:cNvPr>
          <p:cNvSpPr/>
          <p:nvPr/>
        </p:nvSpPr>
        <p:spPr>
          <a:xfrm>
            <a:off x="9907936" y="1406190"/>
            <a:ext cx="171450" cy="152373"/>
          </a:xfrm>
          <a:custGeom>
            <a:avLst/>
            <a:gdLst>
              <a:gd name="connsiteX0" fmla="*/ 85725 w 171450"/>
              <a:gd name="connsiteY0" fmla="*/ 38073 h 152373"/>
              <a:gd name="connsiteX1" fmla="*/ 138806 w 171450"/>
              <a:gd name="connsiteY1" fmla="*/ 39363 h 152373"/>
              <a:gd name="connsiteX2" fmla="*/ 152400 w 171450"/>
              <a:gd name="connsiteY2" fmla="*/ 40219 h 152373"/>
              <a:gd name="connsiteX3" fmla="*/ 171062 w 171450"/>
              <a:gd name="connsiteY3" fmla="*/ 57124 h 152373"/>
              <a:gd name="connsiteX4" fmla="*/ 171450 w 171450"/>
              <a:gd name="connsiteY4" fmla="*/ 95223 h 152373"/>
              <a:gd name="connsiteX5" fmla="*/ 171449 w 171450"/>
              <a:gd name="connsiteY5" fmla="*/ 95538 h 152373"/>
              <a:gd name="connsiteX6" fmla="*/ 171450 w 171450"/>
              <a:gd name="connsiteY6" fmla="*/ 99986 h 152373"/>
              <a:gd name="connsiteX7" fmla="*/ 85725 w 171450"/>
              <a:gd name="connsiteY7" fmla="*/ 152373 h 152373"/>
              <a:gd name="connsiteX8" fmla="*/ 0 w 171450"/>
              <a:gd name="connsiteY8" fmla="*/ 99986 h 152373"/>
              <a:gd name="connsiteX9" fmla="*/ 1 w 171450"/>
              <a:gd name="connsiteY9" fmla="*/ 95538 h 152373"/>
              <a:gd name="connsiteX10" fmla="*/ 0 w 171450"/>
              <a:gd name="connsiteY10" fmla="*/ 95223 h 152373"/>
              <a:gd name="connsiteX11" fmla="*/ 387 w 171450"/>
              <a:gd name="connsiteY11" fmla="*/ 57124 h 152373"/>
              <a:gd name="connsiteX12" fmla="*/ 19050 w 171450"/>
              <a:gd name="connsiteY12" fmla="*/ 40219 h 152373"/>
              <a:gd name="connsiteX13" fmla="*/ 32644 w 171450"/>
              <a:gd name="connsiteY13" fmla="*/ 39363 h 152373"/>
              <a:gd name="connsiteX14" fmla="*/ 85725 w 171450"/>
              <a:gd name="connsiteY14" fmla="*/ 38073 h 152373"/>
              <a:gd name="connsiteX15" fmla="*/ 109714 w 171450"/>
              <a:gd name="connsiteY15" fmla="*/ 14 h 152373"/>
              <a:gd name="connsiteX16" fmla="*/ 157162 w 171450"/>
              <a:gd name="connsiteY16" fmla="*/ 19022 h 152373"/>
              <a:gd name="connsiteX17" fmla="*/ 152400 w 171450"/>
              <a:gd name="connsiteY17" fmla="*/ 30668 h 152373"/>
              <a:gd name="connsiteX18" fmla="*/ 109537 w 171450"/>
              <a:gd name="connsiteY18" fmla="*/ 28695 h 152373"/>
              <a:gd name="connsiteX19" fmla="*/ 95430 w 171450"/>
              <a:gd name="connsiteY19" fmla="*/ 14267 h 152373"/>
              <a:gd name="connsiteX20" fmla="*/ 109714 w 171450"/>
              <a:gd name="connsiteY20" fmla="*/ 14 h 152373"/>
              <a:gd name="connsiteX21" fmla="*/ 61912 w 171450"/>
              <a:gd name="connsiteY21" fmla="*/ 11 h 152373"/>
              <a:gd name="connsiteX22" fmla="*/ 76199 w 171450"/>
              <a:gd name="connsiteY22" fmla="*/ 14265 h 152373"/>
              <a:gd name="connsiteX23" fmla="*/ 62092 w 171450"/>
              <a:gd name="connsiteY23" fmla="*/ 28692 h 152373"/>
              <a:gd name="connsiteX24" fmla="*/ 19049 w 171450"/>
              <a:gd name="connsiteY24" fmla="*/ 30668 h 152373"/>
              <a:gd name="connsiteX25" fmla="*/ 14287 w 171450"/>
              <a:gd name="connsiteY25" fmla="*/ 19022 h 152373"/>
              <a:gd name="connsiteX26" fmla="*/ 61912 w 171450"/>
              <a:gd name="connsiteY26" fmla="*/ 11 h 15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1450" h="152373">
                <a:moveTo>
                  <a:pt x="85725" y="38073"/>
                </a:moveTo>
                <a:cubicBezTo>
                  <a:pt x="109315" y="38073"/>
                  <a:pt x="126413" y="38073"/>
                  <a:pt x="138806" y="39363"/>
                </a:cubicBezTo>
                <a:cubicBezTo>
                  <a:pt x="143652" y="39621"/>
                  <a:pt x="148179" y="39910"/>
                  <a:pt x="152400" y="40219"/>
                </a:cubicBezTo>
                <a:cubicBezTo>
                  <a:pt x="167908" y="41355"/>
                  <a:pt x="171450" y="42836"/>
                  <a:pt x="171062" y="57124"/>
                </a:cubicBezTo>
                <a:cubicBezTo>
                  <a:pt x="171450" y="66043"/>
                  <a:pt x="171450" y="78054"/>
                  <a:pt x="171450" y="95223"/>
                </a:cubicBezTo>
                <a:cubicBezTo>
                  <a:pt x="171450" y="95329"/>
                  <a:pt x="171450" y="95434"/>
                  <a:pt x="171449" y="95538"/>
                </a:cubicBezTo>
                <a:cubicBezTo>
                  <a:pt x="171450" y="96984"/>
                  <a:pt x="171450" y="98466"/>
                  <a:pt x="171450" y="99986"/>
                </a:cubicBezTo>
                <a:cubicBezTo>
                  <a:pt x="171450" y="141446"/>
                  <a:pt x="171450" y="152373"/>
                  <a:pt x="85725" y="152373"/>
                </a:cubicBezTo>
                <a:cubicBezTo>
                  <a:pt x="0" y="152373"/>
                  <a:pt x="0" y="141446"/>
                  <a:pt x="0" y="99986"/>
                </a:cubicBezTo>
                <a:cubicBezTo>
                  <a:pt x="0" y="98466"/>
                  <a:pt x="0" y="96984"/>
                  <a:pt x="1" y="95538"/>
                </a:cubicBezTo>
                <a:cubicBezTo>
                  <a:pt x="0" y="95434"/>
                  <a:pt x="0" y="95329"/>
                  <a:pt x="0" y="95223"/>
                </a:cubicBezTo>
                <a:cubicBezTo>
                  <a:pt x="0" y="78054"/>
                  <a:pt x="0" y="66043"/>
                  <a:pt x="387" y="57124"/>
                </a:cubicBezTo>
                <a:cubicBezTo>
                  <a:pt x="387" y="42836"/>
                  <a:pt x="3542" y="41355"/>
                  <a:pt x="19050" y="40219"/>
                </a:cubicBezTo>
                <a:cubicBezTo>
                  <a:pt x="23272" y="39910"/>
                  <a:pt x="27798" y="39621"/>
                  <a:pt x="32644" y="39363"/>
                </a:cubicBezTo>
                <a:cubicBezTo>
                  <a:pt x="45037" y="38073"/>
                  <a:pt x="62135" y="38073"/>
                  <a:pt x="85725" y="38073"/>
                </a:cubicBezTo>
                <a:close/>
                <a:moveTo>
                  <a:pt x="109714" y="14"/>
                </a:moveTo>
                <a:cubicBezTo>
                  <a:pt x="148044" y="279"/>
                  <a:pt x="144678" y="2377"/>
                  <a:pt x="157162" y="19022"/>
                </a:cubicBezTo>
                <a:cubicBezTo>
                  <a:pt x="164417" y="28695"/>
                  <a:pt x="161925" y="31355"/>
                  <a:pt x="152400" y="30668"/>
                </a:cubicBezTo>
                <a:cubicBezTo>
                  <a:pt x="139407" y="29731"/>
                  <a:pt x="128430" y="28996"/>
                  <a:pt x="109537" y="28695"/>
                </a:cubicBezTo>
                <a:cubicBezTo>
                  <a:pt x="95517" y="28472"/>
                  <a:pt x="95430" y="28471"/>
                  <a:pt x="95430" y="14267"/>
                </a:cubicBezTo>
                <a:cubicBezTo>
                  <a:pt x="95430" y="115"/>
                  <a:pt x="95521" y="-84"/>
                  <a:pt x="109714" y="14"/>
                </a:cubicBezTo>
                <a:close/>
                <a:moveTo>
                  <a:pt x="61912" y="11"/>
                </a:moveTo>
                <a:cubicBezTo>
                  <a:pt x="76106" y="-88"/>
                  <a:pt x="76199" y="110"/>
                  <a:pt x="76199" y="14265"/>
                </a:cubicBezTo>
                <a:cubicBezTo>
                  <a:pt x="76199" y="28468"/>
                  <a:pt x="76112" y="28469"/>
                  <a:pt x="62092" y="28692"/>
                </a:cubicBezTo>
                <a:cubicBezTo>
                  <a:pt x="43198" y="28993"/>
                  <a:pt x="32042" y="29731"/>
                  <a:pt x="19049" y="30668"/>
                </a:cubicBezTo>
                <a:cubicBezTo>
                  <a:pt x="9524" y="31355"/>
                  <a:pt x="7032" y="28695"/>
                  <a:pt x="14287" y="19022"/>
                </a:cubicBezTo>
                <a:cubicBezTo>
                  <a:pt x="26771" y="2376"/>
                  <a:pt x="23584" y="276"/>
                  <a:pt x="61912" y="11"/>
                </a:cubicBezTo>
                <a:close/>
              </a:path>
            </a:pathLst>
          </a:custGeom>
          <a:solidFill>
            <a:srgbClr val="000000"/>
          </a:solidFill>
          <a:ln w="9525" cap="flat">
            <a:noFill/>
            <a:prstDash val="solid"/>
            <a:miter/>
          </a:ln>
        </p:spPr>
        <p:txBody>
          <a:bodyPr rtlCol="0" anchor="ctr"/>
          <a:lstStyle/>
          <a:p>
            <a:endParaRPr lang="ru-RU"/>
          </a:p>
        </p:txBody>
      </p:sp>
      <p:sp>
        <p:nvSpPr>
          <p:cNvPr id="1090" name="Рисунок 610">
            <a:extLst>
              <a:ext uri="{FF2B5EF4-FFF2-40B4-BE49-F238E27FC236}">
                <a16:creationId xmlns:a16="http://schemas.microsoft.com/office/drawing/2014/main" id="{0C98A802-8BE4-F129-D5D6-4FF72500E8ED}"/>
              </a:ext>
            </a:extLst>
          </p:cNvPr>
          <p:cNvSpPr/>
          <p:nvPr/>
        </p:nvSpPr>
        <p:spPr>
          <a:xfrm>
            <a:off x="9917461" y="1955983"/>
            <a:ext cx="152400" cy="171450"/>
          </a:xfrm>
          <a:custGeom>
            <a:avLst/>
            <a:gdLst>
              <a:gd name="connsiteX0" fmla="*/ 76493 w 152400"/>
              <a:gd name="connsiteY0" fmla="*/ 20566 h 171450"/>
              <a:gd name="connsiteX1" fmla="*/ 76090 w 152400"/>
              <a:gd name="connsiteY1" fmla="*/ 23804 h 171450"/>
              <a:gd name="connsiteX2" fmla="*/ 76090 w 152400"/>
              <a:gd name="connsiteY2" fmla="*/ 30943 h 171450"/>
              <a:gd name="connsiteX3" fmla="*/ 88847 w 152400"/>
              <a:gd name="connsiteY3" fmla="*/ 29634 h 171450"/>
              <a:gd name="connsiteX4" fmla="*/ 99868 w 152400"/>
              <a:gd name="connsiteY4" fmla="*/ 28565 h 171450"/>
              <a:gd name="connsiteX5" fmla="*/ 152180 w 152400"/>
              <a:gd name="connsiteY5" fmla="*/ 69252 h 171450"/>
              <a:gd name="connsiteX6" fmla="*/ 152267 w 152400"/>
              <a:gd name="connsiteY6" fmla="*/ 82307 h 171450"/>
              <a:gd name="connsiteX7" fmla="*/ 152400 w 152400"/>
              <a:gd name="connsiteY7" fmla="*/ 104736 h 171450"/>
              <a:gd name="connsiteX8" fmla="*/ 137913 w 152400"/>
              <a:gd name="connsiteY8" fmla="*/ 123779 h 171450"/>
              <a:gd name="connsiteX9" fmla="*/ 95250 w 152400"/>
              <a:gd name="connsiteY9" fmla="*/ 134075 h 171450"/>
              <a:gd name="connsiteX10" fmla="*/ 95250 w 152400"/>
              <a:gd name="connsiteY10" fmla="*/ 161925 h 171450"/>
              <a:gd name="connsiteX11" fmla="*/ 85725 w 152400"/>
              <a:gd name="connsiteY11" fmla="*/ 171450 h 171450"/>
              <a:gd name="connsiteX12" fmla="*/ 76200 w 152400"/>
              <a:gd name="connsiteY12" fmla="*/ 161925 h 171450"/>
              <a:gd name="connsiteX13" fmla="*/ 76200 w 152400"/>
              <a:gd name="connsiteY13" fmla="*/ 138442 h 171450"/>
              <a:gd name="connsiteX14" fmla="*/ 70386 w 152400"/>
              <a:gd name="connsiteY14" fmla="*/ 139768 h 171450"/>
              <a:gd name="connsiteX15" fmla="*/ 38268 w 152400"/>
              <a:gd name="connsiteY15" fmla="*/ 141483 h 171450"/>
              <a:gd name="connsiteX16" fmla="*/ 19022 w 152400"/>
              <a:gd name="connsiteY16" fmla="*/ 138062 h 171450"/>
              <a:gd name="connsiteX17" fmla="*/ 0 w 152400"/>
              <a:gd name="connsiteY17" fmla="*/ 114258 h 171450"/>
              <a:gd name="connsiteX18" fmla="*/ 0 w 152400"/>
              <a:gd name="connsiteY18" fmla="*/ 86230 h 171450"/>
              <a:gd name="connsiteX19" fmla="*/ 28534 w 152400"/>
              <a:gd name="connsiteY19" fmla="*/ 38086 h 171450"/>
              <a:gd name="connsiteX20" fmla="*/ 54827 w 152400"/>
              <a:gd name="connsiteY20" fmla="*/ 74156 h 171450"/>
              <a:gd name="connsiteX21" fmla="*/ 57068 w 152400"/>
              <a:gd name="connsiteY21" fmla="*/ 119019 h 171450"/>
              <a:gd name="connsiteX22" fmla="*/ 61823 w 152400"/>
              <a:gd name="connsiteY22" fmla="*/ 123779 h 171450"/>
              <a:gd name="connsiteX23" fmla="*/ 66579 w 152400"/>
              <a:gd name="connsiteY23" fmla="*/ 119019 h 171450"/>
              <a:gd name="connsiteX24" fmla="*/ 64556 w 152400"/>
              <a:gd name="connsiteY24" fmla="*/ 75363 h 171450"/>
              <a:gd name="connsiteX25" fmla="*/ 60486 w 152400"/>
              <a:gd name="connsiteY25" fmla="*/ 53261 h 171450"/>
              <a:gd name="connsiteX26" fmla="*/ 60419 w 152400"/>
              <a:gd name="connsiteY26" fmla="*/ 53022 h 171450"/>
              <a:gd name="connsiteX27" fmla="*/ 57068 w 152400"/>
              <a:gd name="connsiteY27" fmla="*/ 33325 h 171450"/>
              <a:gd name="connsiteX28" fmla="*/ 57068 w 152400"/>
              <a:gd name="connsiteY28" fmla="*/ 23804 h 171450"/>
              <a:gd name="connsiteX29" fmla="*/ 63420 w 152400"/>
              <a:gd name="connsiteY29" fmla="*/ 6359 h 171450"/>
              <a:gd name="connsiteX30" fmla="*/ 80845 w 152400"/>
              <a:gd name="connsiteY30" fmla="*/ 0 h 171450"/>
              <a:gd name="connsiteX31" fmla="*/ 85593 w 152400"/>
              <a:gd name="connsiteY31" fmla="*/ 0 h 171450"/>
              <a:gd name="connsiteX32" fmla="*/ 95113 w 152400"/>
              <a:gd name="connsiteY32" fmla="*/ 9521 h 171450"/>
              <a:gd name="connsiteX33" fmla="*/ 85601 w 152400"/>
              <a:gd name="connsiteY33" fmla="*/ 19043 h 171450"/>
              <a:gd name="connsiteX34" fmla="*/ 80845 w 152400"/>
              <a:gd name="connsiteY34" fmla="*/ 19043 h 171450"/>
              <a:gd name="connsiteX35" fmla="*/ 77612 w 152400"/>
              <a:gd name="connsiteY35" fmla="*/ 19447 h 171450"/>
              <a:gd name="connsiteX36" fmla="*/ 76872 w 152400"/>
              <a:gd name="connsiteY36" fmla="*/ 19824 h 171450"/>
              <a:gd name="connsiteX37" fmla="*/ 76493 w 152400"/>
              <a:gd name="connsiteY37" fmla="*/ 20566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2400" h="171450">
                <a:moveTo>
                  <a:pt x="76493" y="20566"/>
                </a:moveTo>
                <a:cubicBezTo>
                  <a:pt x="76295" y="21162"/>
                  <a:pt x="76090" y="22188"/>
                  <a:pt x="76090" y="23804"/>
                </a:cubicBezTo>
                <a:lnTo>
                  <a:pt x="76090" y="30943"/>
                </a:lnTo>
                <a:cubicBezTo>
                  <a:pt x="80304" y="30415"/>
                  <a:pt x="84375" y="30042"/>
                  <a:pt x="88847" y="29634"/>
                </a:cubicBezTo>
                <a:cubicBezTo>
                  <a:pt x="92216" y="29325"/>
                  <a:pt x="95813" y="28997"/>
                  <a:pt x="99868" y="28565"/>
                </a:cubicBezTo>
                <a:cubicBezTo>
                  <a:pt x="136517" y="24660"/>
                  <a:pt x="152180" y="35298"/>
                  <a:pt x="152180" y="69252"/>
                </a:cubicBezTo>
                <a:cubicBezTo>
                  <a:pt x="152180" y="71919"/>
                  <a:pt x="152220" y="76765"/>
                  <a:pt x="152267" y="82307"/>
                </a:cubicBezTo>
                <a:cubicBezTo>
                  <a:pt x="152328" y="89715"/>
                  <a:pt x="152400" y="98368"/>
                  <a:pt x="152400" y="104736"/>
                </a:cubicBezTo>
                <a:cubicBezTo>
                  <a:pt x="152400" y="119132"/>
                  <a:pt x="150082" y="120733"/>
                  <a:pt x="137913" y="123779"/>
                </a:cubicBezTo>
                <a:cubicBezTo>
                  <a:pt x="124759" y="127071"/>
                  <a:pt x="109793" y="130684"/>
                  <a:pt x="95250" y="134075"/>
                </a:cubicBezTo>
                <a:lnTo>
                  <a:pt x="95250" y="161925"/>
                </a:lnTo>
                <a:cubicBezTo>
                  <a:pt x="95250" y="167186"/>
                  <a:pt x="90986" y="171450"/>
                  <a:pt x="85725" y="171450"/>
                </a:cubicBezTo>
                <a:cubicBezTo>
                  <a:pt x="80464" y="171450"/>
                  <a:pt x="76200" y="167186"/>
                  <a:pt x="76200" y="161925"/>
                </a:cubicBezTo>
                <a:lnTo>
                  <a:pt x="76200" y="138442"/>
                </a:lnTo>
                <a:cubicBezTo>
                  <a:pt x="74071" y="138921"/>
                  <a:pt x="72146" y="139363"/>
                  <a:pt x="70386" y="139768"/>
                </a:cubicBezTo>
                <a:cubicBezTo>
                  <a:pt x="55777" y="143123"/>
                  <a:pt x="52544" y="143866"/>
                  <a:pt x="38268" y="141483"/>
                </a:cubicBezTo>
                <a:lnTo>
                  <a:pt x="19022" y="138062"/>
                </a:lnTo>
                <a:cubicBezTo>
                  <a:pt x="3446" y="135463"/>
                  <a:pt x="0" y="133300"/>
                  <a:pt x="0" y="114258"/>
                </a:cubicBezTo>
                <a:lnTo>
                  <a:pt x="0" y="86230"/>
                </a:lnTo>
                <a:cubicBezTo>
                  <a:pt x="0" y="57129"/>
                  <a:pt x="3121" y="38122"/>
                  <a:pt x="28534" y="38086"/>
                </a:cubicBezTo>
                <a:cubicBezTo>
                  <a:pt x="50577" y="38055"/>
                  <a:pt x="53471" y="62636"/>
                  <a:pt x="54827" y="74156"/>
                </a:cubicBezTo>
                <a:cubicBezTo>
                  <a:pt x="56585" y="89088"/>
                  <a:pt x="57068" y="103987"/>
                  <a:pt x="57068" y="119019"/>
                </a:cubicBezTo>
                <a:cubicBezTo>
                  <a:pt x="57068" y="121648"/>
                  <a:pt x="59197" y="123779"/>
                  <a:pt x="61823" y="123779"/>
                </a:cubicBezTo>
                <a:cubicBezTo>
                  <a:pt x="64450" y="123779"/>
                  <a:pt x="66579" y="121648"/>
                  <a:pt x="66579" y="119019"/>
                </a:cubicBezTo>
                <a:cubicBezTo>
                  <a:pt x="66579" y="105574"/>
                  <a:pt x="66452" y="89673"/>
                  <a:pt x="64556" y="75363"/>
                </a:cubicBezTo>
                <a:cubicBezTo>
                  <a:pt x="63614" y="68254"/>
                  <a:pt x="62219" y="59421"/>
                  <a:pt x="60486" y="53261"/>
                </a:cubicBezTo>
                <a:lnTo>
                  <a:pt x="60419" y="53022"/>
                </a:lnTo>
                <a:cubicBezTo>
                  <a:pt x="58403" y="45863"/>
                  <a:pt x="57068" y="41117"/>
                  <a:pt x="57068" y="33325"/>
                </a:cubicBezTo>
                <a:lnTo>
                  <a:pt x="57068" y="23804"/>
                </a:lnTo>
                <a:cubicBezTo>
                  <a:pt x="57068" y="17575"/>
                  <a:pt x="58629" y="11155"/>
                  <a:pt x="63420" y="6359"/>
                </a:cubicBezTo>
                <a:cubicBezTo>
                  <a:pt x="68210" y="1563"/>
                  <a:pt x="74625" y="0"/>
                  <a:pt x="80845" y="0"/>
                </a:cubicBezTo>
                <a:lnTo>
                  <a:pt x="85593" y="0"/>
                </a:lnTo>
                <a:cubicBezTo>
                  <a:pt x="90846" y="0"/>
                  <a:pt x="95113" y="4263"/>
                  <a:pt x="95113" y="9521"/>
                </a:cubicBezTo>
                <a:cubicBezTo>
                  <a:pt x="95113" y="14780"/>
                  <a:pt x="90854" y="19043"/>
                  <a:pt x="85601" y="19043"/>
                </a:cubicBezTo>
                <a:lnTo>
                  <a:pt x="80845" y="19043"/>
                </a:lnTo>
                <a:cubicBezTo>
                  <a:pt x="79232" y="19043"/>
                  <a:pt x="78207" y="19248"/>
                  <a:pt x="77612" y="19447"/>
                </a:cubicBezTo>
                <a:cubicBezTo>
                  <a:pt x="77066" y="19629"/>
                  <a:pt x="76901" y="19795"/>
                  <a:pt x="76872" y="19824"/>
                </a:cubicBezTo>
                <a:cubicBezTo>
                  <a:pt x="76843" y="19853"/>
                  <a:pt x="76675" y="20020"/>
                  <a:pt x="76493" y="20566"/>
                </a:cubicBezTo>
                <a:close/>
              </a:path>
            </a:pathLst>
          </a:custGeom>
          <a:solidFill>
            <a:srgbClr val="000000"/>
          </a:solidFill>
          <a:ln w="9525" cap="flat">
            <a:noFill/>
            <a:prstDash val="solid"/>
            <a:miter/>
          </a:ln>
        </p:spPr>
        <p:txBody>
          <a:bodyPr rtlCol="0" anchor="ctr"/>
          <a:lstStyle/>
          <a:p>
            <a:endParaRPr lang="ru-RU"/>
          </a:p>
        </p:txBody>
      </p:sp>
      <p:sp>
        <p:nvSpPr>
          <p:cNvPr id="1453" name="Полилиния: фигура 1452">
            <a:extLst>
              <a:ext uri="{FF2B5EF4-FFF2-40B4-BE49-F238E27FC236}">
                <a16:creationId xmlns:a16="http://schemas.microsoft.com/office/drawing/2014/main" id="{50510AE0-54D0-F321-80B5-9A19319D333B}"/>
              </a:ext>
            </a:extLst>
          </p:cNvPr>
          <p:cNvSpPr/>
          <p:nvPr/>
        </p:nvSpPr>
        <p:spPr>
          <a:xfrm>
            <a:off x="9907936" y="2505803"/>
            <a:ext cx="171450" cy="152400"/>
          </a:xfrm>
          <a:custGeom>
            <a:avLst/>
            <a:gdLst>
              <a:gd name="connsiteX0" fmla="*/ 14288 w 171450"/>
              <a:gd name="connsiteY0" fmla="*/ 95250 h 152400"/>
              <a:gd name="connsiteX1" fmla="*/ 28575 w 171450"/>
              <a:gd name="connsiteY1" fmla="*/ 109537 h 152400"/>
              <a:gd name="connsiteX2" fmla="*/ 28575 w 171450"/>
              <a:gd name="connsiteY2" fmla="*/ 138112 h 152400"/>
              <a:gd name="connsiteX3" fmla="*/ 14288 w 171450"/>
              <a:gd name="connsiteY3" fmla="*/ 152400 h 152400"/>
              <a:gd name="connsiteX4" fmla="*/ 0 w 171450"/>
              <a:gd name="connsiteY4" fmla="*/ 138112 h 152400"/>
              <a:gd name="connsiteX5" fmla="*/ 0 w 171450"/>
              <a:gd name="connsiteY5" fmla="*/ 109537 h 152400"/>
              <a:gd name="connsiteX6" fmla="*/ 14288 w 171450"/>
              <a:gd name="connsiteY6" fmla="*/ 95250 h 152400"/>
              <a:gd name="connsiteX7" fmla="*/ 109538 w 171450"/>
              <a:gd name="connsiteY7" fmla="*/ 76200 h 152400"/>
              <a:gd name="connsiteX8" fmla="*/ 123825 w 171450"/>
              <a:gd name="connsiteY8" fmla="*/ 90487 h 152400"/>
              <a:gd name="connsiteX9" fmla="*/ 123825 w 171450"/>
              <a:gd name="connsiteY9" fmla="*/ 138112 h 152400"/>
              <a:gd name="connsiteX10" fmla="*/ 109538 w 171450"/>
              <a:gd name="connsiteY10" fmla="*/ 152400 h 152400"/>
              <a:gd name="connsiteX11" fmla="*/ 95250 w 171450"/>
              <a:gd name="connsiteY11" fmla="*/ 138112 h 152400"/>
              <a:gd name="connsiteX12" fmla="*/ 95250 w 171450"/>
              <a:gd name="connsiteY12" fmla="*/ 90487 h 152400"/>
              <a:gd name="connsiteX13" fmla="*/ 109538 w 171450"/>
              <a:gd name="connsiteY13" fmla="*/ 76200 h 152400"/>
              <a:gd name="connsiteX14" fmla="*/ 61912 w 171450"/>
              <a:gd name="connsiteY14" fmla="*/ 66675 h 152400"/>
              <a:gd name="connsiteX15" fmla="*/ 76200 w 171450"/>
              <a:gd name="connsiteY15" fmla="*/ 80962 h 152400"/>
              <a:gd name="connsiteX16" fmla="*/ 76200 w 171450"/>
              <a:gd name="connsiteY16" fmla="*/ 138112 h 152400"/>
              <a:gd name="connsiteX17" fmla="*/ 61912 w 171450"/>
              <a:gd name="connsiteY17" fmla="*/ 152400 h 152400"/>
              <a:gd name="connsiteX18" fmla="*/ 47625 w 171450"/>
              <a:gd name="connsiteY18" fmla="*/ 138112 h 152400"/>
              <a:gd name="connsiteX19" fmla="*/ 47625 w 171450"/>
              <a:gd name="connsiteY19" fmla="*/ 80962 h 152400"/>
              <a:gd name="connsiteX20" fmla="*/ 61912 w 171450"/>
              <a:gd name="connsiteY20" fmla="*/ 66675 h 152400"/>
              <a:gd name="connsiteX21" fmla="*/ 157163 w 171450"/>
              <a:gd name="connsiteY21" fmla="*/ 47625 h 152400"/>
              <a:gd name="connsiteX22" fmla="*/ 171450 w 171450"/>
              <a:gd name="connsiteY22" fmla="*/ 61912 h 152400"/>
              <a:gd name="connsiteX23" fmla="*/ 171450 w 171450"/>
              <a:gd name="connsiteY23" fmla="*/ 138112 h 152400"/>
              <a:gd name="connsiteX24" fmla="*/ 157163 w 171450"/>
              <a:gd name="connsiteY24" fmla="*/ 152400 h 152400"/>
              <a:gd name="connsiteX25" fmla="*/ 142875 w 171450"/>
              <a:gd name="connsiteY25" fmla="*/ 138112 h 152400"/>
              <a:gd name="connsiteX26" fmla="*/ 142875 w 171450"/>
              <a:gd name="connsiteY26" fmla="*/ 61912 h 152400"/>
              <a:gd name="connsiteX27" fmla="*/ 157163 w 171450"/>
              <a:gd name="connsiteY27" fmla="*/ 47625 h 152400"/>
              <a:gd name="connsiteX28" fmla="*/ 155518 w 171450"/>
              <a:gd name="connsiteY28" fmla="*/ 2477 h 152400"/>
              <a:gd name="connsiteX29" fmla="*/ 168973 w 171450"/>
              <a:gd name="connsiteY29" fmla="*/ 3118 h 152400"/>
              <a:gd name="connsiteX30" fmla="*/ 168332 w 171450"/>
              <a:gd name="connsiteY30" fmla="*/ 16573 h 152400"/>
              <a:gd name="connsiteX31" fmla="*/ 115945 w 171450"/>
              <a:gd name="connsiteY31" fmla="*/ 64198 h 152400"/>
              <a:gd name="connsiteX32" fmla="*/ 104638 w 171450"/>
              <a:gd name="connsiteY32" fmla="*/ 65318 h 152400"/>
              <a:gd name="connsiteX33" fmla="*/ 62418 w 171450"/>
              <a:gd name="connsiteY33" fmla="*/ 39986 h 152400"/>
              <a:gd name="connsiteX34" fmla="*/ 15128 w 171450"/>
              <a:gd name="connsiteY34" fmla="*/ 74378 h 152400"/>
              <a:gd name="connsiteX35" fmla="*/ 1822 w 171450"/>
              <a:gd name="connsiteY35" fmla="*/ 72278 h 152400"/>
              <a:gd name="connsiteX36" fmla="*/ 3923 w 171450"/>
              <a:gd name="connsiteY36" fmla="*/ 58972 h 152400"/>
              <a:gd name="connsiteX37" fmla="*/ 56311 w 171450"/>
              <a:gd name="connsiteY37" fmla="*/ 20872 h 152400"/>
              <a:gd name="connsiteX38" fmla="*/ 66814 w 171450"/>
              <a:gd name="connsiteY38" fmla="*/ 20407 h 152400"/>
              <a:gd name="connsiteX39" fmla="*/ 108369 w 171450"/>
              <a:gd name="connsiteY39" fmla="*/ 4534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71450" h="152400">
                <a:moveTo>
                  <a:pt x="14288" y="95250"/>
                </a:moveTo>
                <a:cubicBezTo>
                  <a:pt x="22178" y="95250"/>
                  <a:pt x="28575" y="101647"/>
                  <a:pt x="28575" y="109537"/>
                </a:cubicBezTo>
                <a:lnTo>
                  <a:pt x="28575" y="138112"/>
                </a:lnTo>
                <a:cubicBezTo>
                  <a:pt x="28575" y="146003"/>
                  <a:pt x="22178" y="152400"/>
                  <a:pt x="14288" y="152400"/>
                </a:cubicBezTo>
                <a:cubicBezTo>
                  <a:pt x="6397" y="152400"/>
                  <a:pt x="0" y="146003"/>
                  <a:pt x="0" y="138112"/>
                </a:cubicBezTo>
                <a:lnTo>
                  <a:pt x="0" y="109537"/>
                </a:lnTo>
                <a:cubicBezTo>
                  <a:pt x="0" y="101647"/>
                  <a:pt x="6397" y="95250"/>
                  <a:pt x="14288" y="95250"/>
                </a:cubicBezTo>
                <a:close/>
                <a:moveTo>
                  <a:pt x="109538" y="76200"/>
                </a:moveTo>
                <a:cubicBezTo>
                  <a:pt x="117428" y="76200"/>
                  <a:pt x="123825" y="82597"/>
                  <a:pt x="123825" y="90487"/>
                </a:cubicBezTo>
                <a:lnTo>
                  <a:pt x="123825" y="138112"/>
                </a:lnTo>
                <a:cubicBezTo>
                  <a:pt x="123825" y="146003"/>
                  <a:pt x="117428" y="152400"/>
                  <a:pt x="109538" y="152400"/>
                </a:cubicBezTo>
                <a:cubicBezTo>
                  <a:pt x="101646" y="152400"/>
                  <a:pt x="95250" y="146003"/>
                  <a:pt x="95250" y="138112"/>
                </a:cubicBezTo>
                <a:lnTo>
                  <a:pt x="95250" y="90487"/>
                </a:lnTo>
                <a:cubicBezTo>
                  <a:pt x="95250" y="82597"/>
                  <a:pt x="101646" y="76200"/>
                  <a:pt x="109538" y="76200"/>
                </a:cubicBezTo>
                <a:close/>
                <a:moveTo>
                  <a:pt x="61912" y="66675"/>
                </a:moveTo>
                <a:cubicBezTo>
                  <a:pt x="69803" y="66675"/>
                  <a:pt x="76200" y="73072"/>
                  <a:pt x="76200" y="80962"/>
                </a:cubicBezTo>
                <a:lnTo>
                  <a:pt x="76200" y="138112"/>
                </a:lnTo>
                <a:cubicBezTo>
                  <a:pt x="76200" y="146003"/>
                  <a:pt x="69803" y="152400"/>
                  <a:pt x="61912" y="152400"/>
                </a:cubicBezTo>
                <a:cubicBezTo>
                  <a:pt x="54022" y="152400"/>
                  <a:pt x="47625" y="146003"/>
                  <a:pt x="47625" y="138112"/>
                </a:cubicBezTo>
                <a:lnTo>
                  <a:pt x="47625" y="80962"/>
                </a:lnTo>
                <a:cubicBezTo>
                  <a:pt x="47625" y="73072"/>
                  <a:pt x="54022" y="66675"/>
                  <a:pt x="61912" y="66675"/>
                </a:cubicBezTo>
                <a:close/>
                <a:moveTo>
                  <a:pt x="157163" y="47625"/>
                </a:moveTo>
                <a:cubicBezTo>
                  <a:pt x="165053" y="47625"/>
                  <a:pt x="171450" y="54022"/>
                  <a:pt x="171450" y="61912"/>
                </a:cubicBezTo>
                <a:lnTo>
                  <a:pt x="171450" y="138112"/>
                </a:lnTo>
                <a:cubicBezTo>
                  <a:pt x="171450" y="146003"/>
                  <a:pt x="165053" y="152400"/>
                  <a:pt x="157163" y="152400"/>
                </a:cubicBezTo>
                <a:cubicBezTo>
                  <a:pt x="149271" y="152400"/>
                  <a:pt x="142875" y="146003"/>
                  <a:pt x="142875" y="138112"/>
                </a:cubicBezTo>
                <a:lnTo>
                  <a:pt x="142875" y="61912"/>
                </a:lnTo>
                <a:cubicBezTo>
                  <a:pt x="142875" y="54022"/>
                  <a:pt x="149271" y="47625"/>
                  <a:pt x="157163" y="47625"/>
                </a:cubicBezTo>
                <a:close/>
                <a:moveTo>
                  <a:pt x="155518" y="2477"/>
                </a:moveTo>
                <a:cubicBezTo>
                  <a:pt x="159411" y="-1061"/>
                  <a:pt x="165435" y="-775"/>
                  <a:pt x="168973" y="3118"/>
                </a:cubicBezTo>
                <a:cubicBezTo>
                  <a:pt x="172512" y="7010"/>
                  <a:pt x="172225" y="13034"/>
                  <a:pt x="168332" y="16573"/>
                </a:cubicBezTo>
                <a:lnTo>
                  <a:pt x="115945" y="64198"/>
                </a:lnTo>
                <a:cubicBezTo>
                  <a:pt x="112836" y="67025"/>
                  <a:pt x="108241" y="67480"/>
                  <a:pt x="104638" y="65318"/>
                </a:cubicBezTo>
                <a:lnTo>
                  <a:pt x="62418" y="39986"/>
                </a:lnTo>
                <a:lnTo>
                  <a:pt x="15128" y="74378"/>
                </a:lnTo>
                <a:cubicBezTo>
                  <a:pt x="10874" y="77473"/>
                  <a:pt x="4917" y="76531"/>
                  <a:pt x="1822" y="72278"/>
                </a:cubicBezTo>
                <a:cubicBezTo>
                  <a:pt x="-1272" y="68023"/>
                  <a:pt x="-331" y="62066"/>
                  <a:pt x="3923" y="58972"/>
                </a:cubicBezTo>
                <a:lnTo>
                  <a:pt x="56311" y="20872"/>
                </a:lnTo>
                <a:cubicBezTo>
                  <a:pt x="59402" y="18624"/>
                  <a:pt x="63537" y="18441"/>
                  <a:pt x="66814" y="20407"/>
                </a:cubicBezTo>
                <a:lnTo>
                  <a:pt x="108369" y="45340"/>
                </a:lnTo>
                <a:close/>
              </a:path>
            </a:pathLst>
          </a:custGeom>
          <a:solidFill>
            <a:srgbClr val="000000"/>
          </a:solidFill>
          <a:ln w="9525" cap="flat">
            <a:noFill/>
            <a:prstDash val="solid"/>
            <a:miter/>
          </a:ln>
        </p:spPr>
        <p:txBody>
          <a:bodyPr rtlCol="0" anchor="ctr"/>
          <a:lstStyle/>
          <a:p>
            <a:endParaRPr lang="ru-RU"/>
          </a:p>
        </p:txBody>
      </p:sp>
      <p:sp>
        <p:nvSpPr>
          <p:cNvPr id="1460" name="Полилиния: фигура 1459">
            <a:extLst>
              <a:ext uri="{FF2B5EF4-FFF2-40B4-BE49-F238E27FC236}">
                <a16:creationId xmlns:a16="http://schemas.microsoft.com/office/drawing/2014/main" id="{DCE3AF94-86BC-ACD8-E813-A26813A63567}"/>
              </a:ext>
            </a:extLst>
          </p:cNvPr>
          <p:cNvSpPr/>
          <p:nvPr/>
        </p:nvSpPr>
        <p:spPr>
          <a:xfrm>
            <a:off x="9907935" y="3074673"/>
            <a:ext cx="171451" cy="114300"/>
          </a:xfrm>
          <a:custGeom>
            <a:avLst/>
            <a:gdLst>
              <a:gd name="connsiteX0" fmla="*/ 9526 w 171451"/>
              <a:gd name="connsiteY0" fmla="*/ 95250 h 114300"/>
              <a:gd name="connsiteX1" fmla="*/ 161926 w 171451"/>
              <a:gd name="connsiteY1" fmla="*/ 95250 h 114300"/>
              <a:gd name="connsiteX2" fmla="*/ 170260 w 171451"/>
              <a:gd name="connsiteY2" fmla="*/ 96441 h 114300"/>
              <a:gd name="connsiteX3" fmla="*/ 171451 w 171451"/>
              <a:gd name="connsiteY3" fmla="*/ 104775 h 114300"/>
              <a:gd name="connsiteX4" fmla="*/ 152401 w 171451"/>
              <a:gd name="connsiteY4" fmla="*/ 114300 h 114300"/>
              <a:gd name="connsiteX5" fmla="*/ 19051 w 171451"/>
              <a:gd name="connsiteY5" fmla="*/ 114300 h 114300"/>
              <a:gd name="connsiteX6" fmla="*/ 1 w 171451"/>
              <a:gd name="connsiteY6" fmla="*/ 104775 h 114300"/>
              <a:gd name="connsiteX7" fmla="*/ 1192 w 171451"/>
              <a:gd name="connsiteY7" fmla="*/ 96441 h 114300"/>
              <a:gd name="connsiteX8" fmla="*/ 9526 w 171451"/>
              <a:gd name="connsiteY8" fmla="*/ 95250 h 114300"/>
              <a:gd name="connsiteX9" fmla="*/ 2398 w 171451"/>
              <a:gd name="connsiteY9" fmla="*/ 58626 h 114300"/>
              <a:gd name="connsiteX10" fmla="*/ 9525 w 171451"/>
              <a:gd name="connsiteY10" fmla="*/ 59437 h 114300"/>
              <a:gd name="connsiteX11" fmla="*/ 19850 w 171451"/>
              <a:gd name="connsiteY11" fmla="*/ 65876 h 114300"/>
              <a:gd name="connsiteX12" fmla="*/ 26288 w 171451"/>
              <a:gd name="connsiteY12" fmla="*/ 76200 h 114300"/>
              <a:gd name="connsiteX13" fmla="*/ 19050 w 171451"/>
              <a:gd name="connsiteY13" fmla="*/ 85725 h 114300"/>
              <a:gd name="connsiteX14" fmla="*/ 14288 w 171451"/>
              <a:gd name="connsiteY14" fmla="*/ 85725 h 114300"/>
              <a:gd name="connsiteX15" fmla="*/ 0 w 171451"/>
              <a:gd name="connsiteY15" fmla="*/ 71437 h 114300"/>
              <a:gd name="connsiteX16" fmla="*/ 6 w 171451"/>
              <a:gd name="connsiteY16" fmla="*/ 66675 h 114300"/>
              <a:gd name="connsiteX17" fmla="*/ 2398 w 171451"/>
              <a:gd name="connsiteY17" fmla="*/ 58626 h 114300"/>
              <a:gd name="connsiteX18" fmla="*/ 76200 w 171451"/>
              <a:gd name="connsiteY18" fmla="*/ 0 h 114300"/>
              <a:gd name="connsiteX19" fmla="*/ 109538 w 171451"/>
              <a:gd name="connsiteY19" fmla="*/ 7319 h 114300"/>
              <a:gd name="connsiteX20" fmla="*/ 111268 w 171451"/>
              <a:gd name="connsiteY20" fmla="*/ 15348 h 114300"/>
              <a:gd name="connsiteX21" fmla="*/ 106170 w 171451"/>
              <a:gd name="connsiteY21" fmla="*/ 20445 h 114300"/>
              <a:gd name="connsiteX22" fmla="*/ 106170 w 171451"/>
              <a:gd name="connsiteY22" fmla="*/ 27180 h 114300"/>
              <a:gd name="connsiteX23" fmla="*/ 112906 w 171451"/>
              <a:gd name="connsiteY23" fmla="*/ 27180 h 114300"/>
              <a:gd name="connsiteX24" fmla="*/ 121323 w 171451"/>
              <a:gd name="connsiteY24" fmla="*/ 18762 h 114300"/>
              <a:gd name="connsiteX25" fmla="*/ 130059 w 171451"/>
              <a:gd name="connsiteY25" fmla="*/ 17467 h 114300"/>
              <a:gd name="connsiteX26" fmla="*/ 130004 w 171451"/>
              <a:gd name="connsiteY26" fmla="*/ 25186 h 114300"/>
              <a:gd name="connsiteX27" fmla="*/ 125220 w 171451"/>
              <a:gd name="connsiteY27" fmla="*/ 29970 h 114300"/>
              <a:gd name="connsiteX28" fmla="*/ 125220 w 171451"/>
              <a:gd name="connsiteY28" fmla="*/ 36705 h 114300"/>
              <a:gd name="connsiteX29" fmla="*/ 131956 w 171451"/>
              <a:gd name="connsiteY29" fmla="*/ 36705 h 114300"/>
              <a:gd name="connsiteX30" fmla="*/ 137341 w 171451"/>
              <a:gd name="connsiteY30" fmla="*/ 31320 h 114300"/>
              <a:gd name="connsiteX31" fmla="*/ 149431 w 171451"/>
              <a:gd name="connsiteY31" fmla="*/ 31320 h 114300"/>
              <a:gd name="connsiteX32" fmla="*/ 171450 w 171451"/>
              <a:gd name="connsiteY32" fmla="*/ 66675 h 114300"/>
              <a:gd name="connsiteX33" fmla="*/ 171450 w 171451"/>
              <a:gd name="connsiteY33" fmla="*/ 71438 h 114300"/>
              <a:gd name="connsiteX34" fmla="*/ 157163 w 171451"/>
              <a:gd name="connsiteY34" fmla="*/ 85725 h 114300"/>
              <a:gd name="connsiteX35" fmla="*/ 47626 w 171451"/>
              <a:gd name="connsiteY35" fmla="*/ 85725 h 114300"/>
              <a:gd name="connsiteX36" fmla="*/ 36667 w 171451"/>
              <a:gd name="connsiteY36" fmla="*/ 77650 h 114300"/>
              <a:gd name="connsiteX37" fmla="*/ 36275 w 171451"/>
              <a:gd name="connsiteY37" fmla="*/ 76200 h 114300"/>
              <a:gd name="connsiteX38" fmla="*/ 26585 w 171451"/>
              <a:gd name="connsiteY38" fmla="*/ 59140 h 114300"/>
              <a:gd name="connsiteX39" fmla="*/ 9525 w 171451"/>
              <a:gd name="connsiteY39" fmla="*/ 49450 h 114300"/>
              <a:gd name="connsiteX40" fmla="*/ 7597 w 171451"/>
              <a:gd name="connsiteY40" fmla="*/ 48926 h 114300"/>
              <a:gd name="connsiteX41" fmla="*/ 7 w 171451"/>
              <a:gd name="connsiteY41" fmla="*/ 38100 h 114300"/>
              <a:gd name="connsiteX42" fmla="*/ 15186 w 171451"/>
              <a:gd name="connsiteY42" fmla="*/ 18996 h 114300"/>
              <a:gd name="connsiteX43" fmla="*/ 19051 w 171451"/>
              <a:gd name="connsiteY43" fmla="*/ 19050 h 114300"/>
              <a:gd name="connsiteX44" fmla="*/ 28117 w 171451"/>
              <a:gd name="connsiteY44" fmla="*/ 26403 h 114300"/>
              <a:gd name="connsiteX45" fmla="*/ 47626 w 171451"/>
              <a:gd name="connsiteY45" fmla="*/ 38100 h 114300"/>
              <a:gd name="connsiteX46" fmla="*/ 65738 w 171451"/>
              <a:gd name="connsiteY46" fmla="*/ 16240 h 114300"/>
              <a:gd name="connsiteX47" fmla="*/ 76200 w 171451"/>
              <a:gd name="connsiteY47"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71451" h="114300">
                <a:moveTo>
                  <a:pt x="9526" y="95250"/>
                </a:moveTo>
                <a:lnTo>
                  <a:pt x="161926" y="95250"/>
                </a:lnTo>
                <a:cubicBezTo>
                  <a:pt x="166689" y="95250"/>
                  <a:pt x="169070" y="95250"/>
                  <a:pt x="170260" y="96441"/>
                </a:cubicBezTo>
                <a:cubicBezTo>
                  <a:pt x="171451" y="97631"/>
                  <a:pt x="171451" y="100013"/>
                  <a:pt x="171451" y="104775"/>
                </a:cubicBezTo>
                <a:cubicBezTo>
                  <a:pt x="171451" y="114300"/>
                  <a:pt x="161926" y="114300"/>
                  <a:pt x="152401" y="114300"/>
                </a:cubicBezTo>
                <a:lnTo>
                  <a:pt x="19051" y="114300"/>
                </a:lnTo>
                <a:cubicBezTo>
                  <a:pt x="9526" y="114300"/>
                  <a:pt x="1" y="114300"/>
                  <a:pt x="1" y="104775"/>
                </a:cubicBezTo>
                <a:cubicBezTo>
                  <a:pt x="1" y="100013"/>
                  <a:pt x="1" y="97631"/>
                  <a:pt x="1192" y="96441"/>
                </a:cubicBezTo>
                <a:cubicBezTo>
                  <a:pt x="2382" y="95250"/>
                  <a:pt x="4764" y="95250"/>
                  <a:pt x="9526" y="95250"/>
                </a:cubicBezTo>
                <a:close/>
                <a:moveTo>
                  <a:pt x="2398" y="58626"/>
                </a:moveTo>
                <a:cubicBezTo>
                  <a:pt x="3990" y="57722"/>
                  <a:pt x="6371" y="58293"/>
                  <a:pt x="9525" y="59437"/>
                </a:cubicBezTo>
                <a:cubicBezTo>
                  <a:pt x="13662" y="60937"/>
                  <a:pt x="17103" y="63129"/>
                  <a:pt x="19850" y="65876"/>
                </a:cubicBezTo>
                <a:cubicBezTo>
                  <a:pt x="22596" y="68622"/>
                  <a:pt x="24788" y="72063"/>
                  <a:pt x="26288" y="76200"/>
                </a:cubicBezTo>
                <a:cubicBezTo>
                  <a:pt x="28575" y="82508"/>
                  <a:pt x="27909" y="85725"/>
                  <a:pt x="19050" y="85725"/>
                </a:cubicBezTo>
                <a:lnTo>
                  <a:pt x="14288" y="85725"/>
                </a:lnTo>
                <a:cubicBezTo>
                  <a:pt x="4815" y="85725"/>
                  <a:pt x="-8" y="80912"/>
                  <a:pt x="0" y="71437"/>
                </a:cubicBezTo>
                <a:cubicBezTo>
                  <a:pt x="1" y="69799"/>
                  <a:pt x="3" y="68212"/>
                  <a:pt x="6" y="66675"/>
                </a:cubicBezTo>
                <a:cubicBezTo>
                  <a:pt x="3" y="61912"/>
                  <a:pt x="806" y="59531"/>
                  <a:pt x="2398" y="58626"/>
                </a:cubicBezTo>
                <a:close/>
                <a:moveTo>
                  <a:pt x="76200" y="0"/>
                </a:moveTo>
                <a:cubicBezTo>
                  <a:pt x="86431" y="0"/>
                  <a:pt x="98036" y="2747"/>
                  <a:pt x="109538" y="7319"/>
                </a:cubicBezTo>
                <a:cubicBezTo>
                  <a:pt x="114421" y="9261"/>
                  <a:pt x="116533" y="10492"/>
                  <a:pt x="111268" y="15348"/>
                </a:cubicBezTo>
                <a:lnTo>
                  <a:pt x="106170" y="20445"/>
                </a:lnTo>
                <a:cubicBezTo>
                  <a:pt x="104311" y="22305"/>
                  <a:pt x="104311" y="25320"/>
                  <a:pt x="106170" y="27180"/>
                </a:cubicBezTo>
                <a:cubicBezTo>
                  <a:pt x="108030" y="29040"/>
                  <a:pt x="111046" y="29040"/>
                  <a:pt x="112906" y="27180"/>
                </a:cubicBezTo>
                <a:lnTo>
                  <a:pt x="121323" y="18762"/>
                </a:lnTo>
                <a:cubicBezTo>
                  <a:pt x="124946" y="15135"/>
                  <a:pt x="125391" y="14689"/>
                  <a:pt x="130059" y="17467"/>
                </a:cubicBezTo>
                <a:cubicBezTo>
                  <a:pt x="134445" y="20078"/>
                  <a:pt x="133350" y="22101"/>
                  <a:pt x="130004" y="25186"/>
                </a:cubicBezTo>
                <a:lnTo>
                  <a:pt x="125220" y="29970"/>
                </a:lnTo>
                <a:cubicBezTo>
                  <a:pt x="123361" y="31830"/>
                  <a:pt x="123361" y="34845"/>
                  <a:pt x="125220" y="36705"/>
                </a:cubicBezTo>
                <a:cubicBezTo>
                  <a:pt x="127080" y="38565"/>
                  <a:pt x="130096" y="38565"/>
                  <a:pt x="131956" y="36705"/>
                </a:cubicBezTo>
                <a:lnTo>
                  <a:pt x="137341" y="31320"/>
                </a:lnTo>
                <a:cubicBezTo>
                  <a:pt x="139992" y="28668"/>
                  <a:pt x="144237" y="26839"/>
                  <a:pt x="149431" y="31320"/>
                </a:cubicBezTo>
                <a:cubicBezTo>
                  <a:pt x="162549" y="42637"/>
                  <a:pt x="171450" y="55397"/>
                  <a:pt x="171450" y="66675"/>
                </a:cubicBezTo>
                <a:lnTo>
                  <a:pt x="171450" y="71438"/>
                </a:lnTo>
                <a:cubicBezTo>
                  <a:pt x="171450" y="81587"/>
                  <a:pt x="167060" y="85725"/>
                  <a:pt x="157163" y="85725"/>
                </a:cubicBezTo>
                <a:lnTo>
                  <a:pt x="47626" y="85725"/>
                </a:lnTo>
                <a:cubicBezTo>
                  <a:pt x="38821" y="85725"/>
                  <a:pt x="38172" y="83293"/>
                  <a:pt x="36667" y="77650"/>
                </a:cubicBezTo>
                <a:cubicBezTo>
                  <a:pt x="36544" y="77188"/>
                  <a:pt x="36415" y="76705"/>
                  <a:pt x="36275" y="76200"/>
                </a:cubicBezTo>
                <a:cubicBezTo>
                  <a:pt x="34430" y="69521"/>
                  <a:pt x="31192" y="63747"/>
                  <a:pt x="26585" y="59140"/>
                </a:cubicBezTo>
                <a:cubicBezTo>
                  <a:pt x="21979" y="54533"/>
                  <a:pt x="16205" y="51295"/>
                  <a:pt x="9525" y="49450"/>
                </a:cubicBezTo>
                <a:cubicBezTo>
                  <a:pt x="8834" y="49259"/>
                  <a:pt x="8192" y="49086"/>
                  <a:pt x="7597" y="48926"/>
                </a:cubicBezTo>
                <a:cubicBezTo>
                  <a:pt x="509" y="47022"/>
                  <a:pt x="7" y="46887"/>
                  <a:pt x="7" y="38100"/>
                </a:cubicBezTo>
                <a:cubicBezTo>
                  <a:pt x="0" y="18996"/>
                  <a:pt x="4891" y="18772"/>
                  <a:pt x="15186" y="18996"/>
                </a:cubicBezTo>
                <a:cubicBezTo>
                  <a:pt x="16378" y="19022"/>
                  <a:pt x="17664" y="19050"/>
                  <a:pt x="19051" y="19050"/>
                </a:cubicBezTo>
                <a:cubicBezTo>
                  <a:pt x="24485" y="19050"/>
                  <a:pt x="26172" y="22465"/>
                  <a:pt x="28117" y="26403"/>
                </a:cubicBezTo>
                <a:cubicBezTo>
                  <a:pt x="30766" y="31766"/>
                  <a:pt x="33895" y="38100"/>
                  <a:pt x="47626" y="38100"/>
                </a:cubicBezTo>
                <a:cubicBezTo>
                  <a:pt x="63323" y="38100"/>
                  <a:pt x="64593" y="26603"/>
                  <a:pt x="65738" y="16240"/>
                </a:cubicBezTo>
                <a:cubicBezTo>
                  <a:pt x="66677" y="7738"/>
                  <a:pt x="67533" y="0"/>
                  <a:pt x="76200" y="0"/>
                </a:cubicBezTo>
                <a:close/>
              </a:path>
            </a:pathLst>
          </a:custGeom>
          <a:solidFill>
            <a:srgbClr val="000000"/>
          </a:solidFill>
          <a:ln w="9525" cap="flat">
            <a:noFill/>
            <a:prstDash val="solid"/>
            <a:miter/>
          </a:ln>
        </p:spPr>
        <p:txBody>
          <a:bodyPr rtlCol="0" anchor="ctr"/>
          <a:lstStyle/>
          <a:p>
            <a:endParaRPr lang="ru-RU"/>
          </a:p>
        </p:txBody>
      </p:sp>
      <p:sp>
        <p:nvSpPr>
          <p:cNvPr id="1462" name="Полилиния: фигура 1461">
            <a:extLst>
              <a:ext uri="{FF2B5EF4-FFF2-40B4-BE49-F238E27FC236}">
                <a16:creationId xmlns:a16="http://schemas.microsoft.com/office/drawing/2014/main" id="{552B28F8-9D93-8C7E-A451-2466F0364772}"/>
              </a:ext>
            </a:extLst>
          </p:cNvPr>
          <p:cNvSpPr/>
          <p:nvPr/>
        </p:nvSpPr>
        <p:spPr>
          <a:xfrm>
            <a:off x="9917461" y="4600117"/>
            <a:ext cx="171449" cy="171449"/>
          </a:xfrm>
          <a:custGeom>
            <a:avLst/>
            <a:gdLst>
              <a:gd name="connsiteX0" fmla="*/ 155190 w 171449"/>
              <a:gd name="connsiteY0" fmla="*/ 126615 h 171449"/>
              <a:gd name="connsiteX1" fmla="*/ 168660 w 171449"/>
              <a:gd name="connsiteY1" fmla="*/ 126615 h 171449"/>
              <a:gd name="connsiteX2" fmla="*/ 168660 w 171449"/>
              <a:gd name="connsiteY2" fmla="*/ 140085 h 171449"/>
              <a:gd name="connsiteX3" fmla="*/ 140085 w 171449"/>
              <a:gd name="connsiteY3" fmla="*/ 168660 h 171449"/>
              <a:gd name="connsiteX4" fmla="*/ 126615 w 171449"/>
              <a:gd name="connsiteY4" fmla="*/ 168660 h 171449"/>
              <a:gd name="connsiteX5" fmla="*/ 107565 w 171449"/>
              <a:gd name="connsiteY5" fmla="*/ 149610 h 171449"/>
              <a:gd name="connsiteX6" fmla="*/ 107565 w 171449"/>
              <a:gd name="connsiteY6" fmla="*/ 136140 h 171449"/>
              <a:gd name="connsiteX7" fmla="*/ 121035 w 171449"/>
              <a:gd name="connsiteY7" fmla="*/ 136140 h 171449"/>
              <a:gd name="connsiteX8" fmla="*/ 133350 w 171449"/>
              <a:gd name="connsiteY8" fmla="*/ 148455 h 171449"/>
              <a:gd name="connsiteX9" fmla="*/ 47625 w 171449"/>
              <a:gd name="connsiteY9" fmla="*/ 95250 h 171449"/>
              <a:gd name="connsiteX10" fmla="*/ 38100 w 171449"/>
              <a:gd name="connsiteY10" fmla="*/ 104775 h 171449"/>
              <a:gd name="connsiteX11" fmla="*/ 47625 w 171449"/>
              <a:gd name="connsiteY11" fmla="*/ 114300 h 171449"/>
              <a:gd name="connsiteX12" fmla="*/ 85725 w 171449"/>
              <a:gd name="connsiteY12" fmla="*/ 114300 h 171449"/>
              <a:gd name="connsiteX13" fmla="*/ 95250 w 171449"/>
              <a:gd name="connsiteY13" fmla="*/ 104775 h 171449"/>
              <a:gd name="connsiteX14" fmla="*/ 85725 w 171449"/>
              <a:gd name="connsiteY14" fmla="*/ 95250 h 171449"/>
              <a:gd name="connsiteX15" fmla="*/ 47625 w 171449"/>
              <a:gd name="connsiteY15" fmla="*/ 57150 h 171449"/>
              <a:gd name="connsiteX16" fmla="*/ 38100 w 171449"/>
              <a:gd name="connsiteY16" fmla="*/ 66675 h 171449"/>
              <a:gd name="connsiteX17" fmla="*/ 47625 w 171449"/>
              <a:gd name="connsiteY17" fmla="*/ 76200 h 171449"/>
              <a:gd name="connsiteX18" fmla="*/ 104775 w 171449"/>
              <a:gd name="connsiteY18" fmla="*/ 76200 h 171449"/>
              <a:gd name="connsiteX19" fmla="*/ 114300 w 171449"/>
              <a:gd name="connsiteY19" fmla="*/ 66675 h 171449"/>
              <a:gd name="connsiteX20" fmla="*/ 104775 w 171449"/>
              <a:gd name="connsiteY20" fmla="*/ 57150 h 171449"/>
              <a:gd name="connsiteX21" fmla="*/ 76216 w 171449"/>
              <a:gd name="connsiteY21" fmla="*/ 0 h 171449"/>
              <a:gd name="connsiteX22" fmla="*/ 95250 w 171449"/>
              <a:gd name="connsiteY22" fmla="*/ 952 h 171449"/>
              <a:gd name="connsiteX23" fmla="*/ 128588 w 171449"/>
              <a:gd name="connsiteY23" fmla="*/ 23813 h 171449"/>
              <a:gd name="connsiteX24" fmla="*/ 151448 w 171449"/>
              <a:gd name="connsiteY24" fmla="*/ 57150 h 171449"/>
              <a:gd name="connsiteX25" fmla="*/ 152373 w 171449"/>
              <a:gd name="connsiteY25" fmla="*/ 88120 h 171449"/>
              <a:gd name="connsiteX26" fmla="*/ 152195 w 171449"/>
              <a:gd name="connsiteY26" fmla="*/ 102634 h 171449"/>
              <a:gd name="connsiteX27" fmla="*/ 123825 w 171449"/>
              <a:gd name="connsiteY27" fmla="*/ 114300 h 171449"/>
              <a:gd name="connsiteX28" fmla="*/ 95250 w 171449"/>
              <a:gd name="connsiteY28" fmla="*/ 152400 h 171449"/>
              <a:gd name="connsiteX29" fmla="*/ 67934 w 171449"/>
              <a:gd name="connsiteY29" fmla="*/ 171445 h 171449"/>
              <a:gd name="connsiteX30" fmla="*/ 10681 w 171449"/>
              <a:gd name="connsiteY30" fmla="*/ 162002 h 171449"/>
              <a:gd name="connsiteX31" fmla="*/ 0 w 171449"/>
              <a:gd name="connsiteY31" fmla="*/ 85785 h 171449"/>
              <a:gd name="connsiteX32" fmla="*/ 10698 w 171449"/>
              <a:gd name="connsiteY32" fmla="*/ 9503 h 171449"/>
              <a:gd name="connsiteX33" fmla="*/ 76216 w 171449"/>
              <a:gd name="connsiteY33"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49" h="171449">
                <a:moveTo>
                  <a:pt x="155190" y="126615"/>
                </a:moveTo>
                <a:cubicBezTo>
                  <a:pt x="158909" y="122895"/>
                  <a:pt x="164940" y="122895"/>
                  <a:pt x="168660" y="126615"/>
                </a:cubicBezTo>
                <a:cubicBezTo>
                  <a:pt x="172379" y="130334"/>
                  <a:pt x="172379" y="136365"/>
                  <a:pt x="168660" y="140085"/>
                </a:cubicBezTo>
                <a:lnTo>
                  <a:pt x="140085" y="168660"/>
                </a:lnTo>
                <a:cubicBezTo>
                  <a:pt x="136365" y="172379"/>
                  <a:pt x="130334" y="172379"/>
                  <a:pt x="126615" y="168660"/>
                </a:cubicBezTo>
                <a:lnTo>
                  <a:pt x="107565" y="149610"/>
                </a:lnTo>
                <a:cubicBezTo>
                  <a:pt x="103845" y="145890"/>
                  <a:pt x="103845" y="139859"/>
                  <a:pt x="107565" y="136140"/>
                </a:cubicBezTo>
                <a:cubicBezTo>
                  <a:pt x="111284" y="132420"/>
                  <a:pt x="117315" y="132420"/>
                  <a:pt x="121035" y="136140"/>
                </a:cubicBezTo>
                <a:lnTo>
                  <a:pt x="133350" y="148455"/>
                </a:lnTo>
                <a:close/>
                <a:moveTo>
                  <a:pt x="47625" y="95250"/>
                </a:moveTo>
                <a:cubicBezTo>
                  <a:pt x="42364" y="95250"/>
                  <a:pt x="38100" y="99514"/>
                  <a:pt x="38100" y="104775"/>
                </a:cubicBezTo>
                <a:cubicBezTo>
                  <a:pt x="38100" y="110036"/>
                  <a:pt x="42364" y="114300"/>
                  <a:pt x="47625" y="114300"/>
                </a:cubicBezTo>
                <a:lnTo>
                  <a:pt x="85725" y="114300"/>
                </a:lnTo>
                <a:cubicBezTo>
                  <a:pt x="90986" y="114300"/>
                  <a:pt x="95250" y="110036"/>
                  <a:pt x="95250" y="104775"/>
                </a:cubicBezTo>
                <a:cubicBezTo>
                  <a:pt x="95250" y="99514"/>
                  <a:pt x="90986" y="95250"/>
                  <a:pt x="85725" y="95250"/>
                </a:cubicBezTo>
                <a:close/>
                <a:moveTo>
                  <a:pt x="47625" y="57150"/>
                </a:moveTo>
                <a:cubicBezTo>
                  <a:pt x="42364" y="57150"/>
                  <a:pt x="38100" y="61414"/>
                  <a:pt x="38100" y="66675"/>
                </a:cubicBezTo>
                <a:cubicBezTo>
                  <a:pt x="38100" y="71936"/>
                  <a:pt x="42364" y="76200"/>
                  <a:pt x="47625" y="76200"/>
                </a:cubicBezTo>
                <a:lnTo>
                  <a:pt x="104775" y="76200"/>
                </a:lnTo>
                <a:cubicBezTo>
                  <a:pt x="110036" y="76200"/>
                  <a:pt x="114300" y="71936"/>
                  <a:pt x="114300" y="66675"/>
                </a:cubicBezTo>
                <a:cubicBezTo>
                  <a:pt x="114300" y="61414"/>
                  <a:pt x="110036" y="57150"/>
                  <a:pt x="104775" y="57150"/>
                </a:cubicBezTo>
                <a:close/>
                <a:moveTo>
                  <a:pt x="76216" y="0"/>
                </a:moveTo>
                <a:cubicBezTo>
                  <a:pt x="80984" y="0"/>
                  <a:pt x="90493" y="0"/>
                  <a:pt x="95250" y="952"/>
                </a:cubicBezTo>
                <a:cubicBezTo>
                  <a:pt x="104910" y="2884"/>
                  <a:pt x="109538" y="4763"/>
                  <a:pt x="128588" y="23813"/>
                </a:cubicBezTo>
                <a:cubicBezTo>
                  <a:pt x="147638" y="42863"/>
                  <a:pt x="149569" y="47760"/>
                  <a:pt x="151448" y="57150"/>
                </a:cubicBezTo>
                <a:cubicBezTo>
                  <a:pt x="152400" y="61913"/>
                  <a:pt x="152427" y="83357"/>
                  <a:pt x="152373" y="88120"/>
                </a:cubicBezTo>
                <a:cubicBezTo>
                  <a:pt x="152317" y="93270"/>
                  <a:pt x="152264" y="98101"/>
                  <a:pt x="152195" y="102634"/>
                </a:cubicBezTo>
                <a:cubicBezTo>
                  <a:pt x="152373" y="114300"/>
                  <a:pt x="144938" y="114300"/>
                  <a:pt x="123825" y="114300"/>
                </a:cubicBezTo>
                <a:cubicBezTo>
                  <a:pt x="100013" y="114300"/>
                  <a:pt x="95250" y="128588"/>
                  <a:pt x="95250" y="152400"/>
                </a:cubicBezTo>
                <a:cubicBezTo>
                  <a:pt x="95250" y="166432"/>
                  <a:pt x="90656" y="171277"/>
                  <a:pt x="67934" y="171445"/>
                </a:cubicBezTo>
                <a:cubicBezTo>
                  <a:pt x="36881" y="171392"/>
                  <a:pt x="19748" y="170706"/>
                  <a:pt x="10681" y="162002"/>
                </a:cubicBezTo>
                <a:cubicBezTo>
                  <a:pt x="0" y="151749"/>
                  <a:pt x="0" y="130370"/>
                  <a:pt x="0" y="85785"/>
                </a:cubicBezTo>
                <a:cubicBezTo>
                  <a:pt x="0" y="41199"/>
                  <a:pt x="0" y="19787"/>
                  <a:pt x="10698" y="9503"/>
                </a:cubicBezTo>
                <a:cubicBezTo>
                  <a:pt x="20583" y="0"/>
                  <a:pt x="39621" y="0"/>
                  <a:pt x="76216" y="0"/>
                </a:cubicBezTo>
                <a:close/>
              </a:path>
            </a:pathLst>
          </a:custGeom>
          <a:solidFill>
            <a:srgbClr val="000000"/>
          </a:solidFill>
          <a:ln w="9525" cap="flat">
            <a:noFill/>
            <a:prstDash val="solid"/>
            <a:miter/>
          </a:ln>
        </p:spPr>
        <p:txBody>
          <a:bodyPr rtlCol="0" anchor="ctr"/>
          <a:lstStyle/>
          <a:p>
            <a:endParaRPr lang="ru-RU"/>
          </a:p>
        </p:txBody>
      </p:sp>
      <p:sp>
        <p:nvSpPr>
          <p:cNvPr id="1101" name="Рисунок 775">
            <a:extLst>
              <a:ext uri="{FF2B5EF4-FFF2-40B4-BE49-F238E27FC236}">
                <a16:creationId xmlns:a16="http://schemas.microsoft.com/office/drawing/2014/main" id="{8A39B0EC-0861-4303-9B01-E95535F58258}"/>
              </a:ext>
            </a:extLst>
          </p:cNvPr>
          <p:cNvSpPr/>
          <p:nvPr/>
        </p:nvSpPr>
        <p:spPr>
          <a:xfrm>
            <a:off x="9917461" y="5100761"/>
            <a:ext cx="152400" cy="171450"/>
          </a:xfrm>
          <a:custGeom>
            <a:avLst/>
            <a:gdLst>
              <a:gd name="connsiteX0" fmla="*/ 123825 w 152400"/>
              <a:gd name="connsiteY0" fmla="*/ 171450 h 171450"/>
              <a:gd name="connsiteX1" fmla="*/ 76200 w 152400"/>
              <a:gd name="connsiteY1" fmla="*/ 171450 h 171450"/>
              <a:gd name="connsiteX2" fmla="*/ 0 w 152400"/>
              <a:gd name="connsiteY2" fmla="*/ 85726 h 171450"/>
              <a:gd name="connsiteX3" fmla="*/ 66675 w 152400"/>
              <a:gd name="connsiteY3" fmla="*/ 0 h 171450"/>
              <a:gd name="connsiteX4" fmla="*/ 123825 w 152400"/>
              <a:gd name="connsiteY4" fmla="*/ 0 h 171450"/>
              <a:gd name="connsiteX5" fmla="*/ 152400 w 152400"/>
              <a:gd name="connsiteY5" fmla="*/ 28575 h 171450"/>
              <a:gd name="connsiteX6" fmla="*/ 152400 w 152400"/>
              <a:gd name="connsiteY6" fmla="*/ 142875 h 171450"/>
              <a:gd name="connsiteX7" fmla="*/ 123825 w 152400"/>
              <a:gd name="connsiteY7" fmla="*/ 171450 h 171450"/>
              <a:gd name="connsiteX8" fmla="*/ 47625 w 152400"/>
              <a:gd name="connsiteY8" fmla="*/ 152400 h 171450"/>
              <a:gd name="connsiteX9" fmla="*/ 133350 w 152400"/>
              <a:gd name="connsiteY9" fmla="*/ 152400 h 171450"/>
              <a:gd name="connsiteX10" fmla="*/ 142875 w 152400"/>
              <a:gd name="connsiteY10" fmla="*/ 138113 h 171450"/>
              <a:gd name="connsiteX11" fmla="*/ 133350 w 152400"/>
              <a:gd name="connsiteY11" fmla="*/ 123825 h 171450"/>
              <a:gd name="connsiteX12" fmla="*/ 102080 w 152400"/>
              <a:gd name="connsiteY12" fmla="*/ 123824 h 171450"/>
              <a:gd name="connsiteX13" fmla="*/ 38100 w 152400"/>
              <a:gd name="connsiteY13" fmla="*/ 123825 h 171450"/>
              <a:gd name="connsiteX14" fmla="*/ 19050 w 152400"/>
              <a:gd name="connsiteY14" fmla="*/ 133350 h 171450"/>
              <a:gd name="connsiteX15" fmla="*/ 47625 w 152400"/>
              <a:gd name="connsiteY15" fmla="*/ 152400 h 171450"/>
              <a:gd name="connsiteX16" fmla="*/ 68778 w 152400"/>
              <a:gd name="connsiteY16" fmla="*/ 79645 h 171450"/>
              <a:gd name="connsiteX17" fmla="*/ 76552 w 152400"/>
              <a:gd name="connsiteY17" fmla="*/ 84417 h 171450"/>
              <a:gd name="connsiteX18" fmla="*/ 80963 w 152400"/>
              <a:gd name="connsiteY18" fmla="*/ 85725 h 171450"/>
              <a:gd name="connsiteX19" fmla="*/ 85364 w 152400"/>
              <a:gd name="connsiteY19" fmla="*/ 84417 h 171450"/>
              <a:gd name="connsiteX20" fmla="*/ 93138 w 152400"/>
              <a:gd name="connsiteY20" fmla="*/ 79645 h 171450"/>
              <a:gd name="connsiteX21" fmla="*/ 104775 w 152400"/>
              <a:gd name="connsiteY21" fmla="*/ 60325 h 171450"/>
              <a:gd name="connsiteX22" fmla="*/ 91787 w 152400"/>
              <a:gd name="connsiteY22" fmla="*/ 47625 h 171450"/>
              <a:gd name="connsiteX23" fmla="*/ 80963 w 152400"/>
              <a:gd name="connsiteY23" fmla="*/ 53975 h 171450"/>
              <a:gd name="connsiteX24" fmla="*/ 70138 w 152400"/>
              <a:gd name="connsiteY24" fmla="*/ 47625 h 171450"/>
              <a:gd name="connsiteX25" fmla="*/ 57150 w 152400"/>
              <a:gd name="connsiteY25" fmla="*/ 60325 h 171450"/>
              <a:gd name="connsiteX26" fmla="*/ 68778 w 152400"/>
              <a:gd name="connsiteY26" fmla="*/ 7964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2400" h="171450">
                <a:moveTo>
                  <a:pt x="123825" y="171450"/>
                </a:moveTo>
                <a:lnTo>
                  <a:pt x="76200" y="171450"/>
                </a:lnTo>
                <a:cubicBezTo>
                  <a:pt x="0" y="171450"/>
                  <a:pt x="0" y="161925"/>
                  <a:pt x="0" y="85726"/>
                </a:cubicBezTo>
                <a:cubicBezTo>
                  <a:pt x="0" y="9525"/>
                  <a:pt x="0" y="0"/>
                  <a:pt x="66675" y="0"/>
                </a:cubicBezTo>
                <a:lnTo>
                  <a:pt x="123825" y="0"/>
                </a:lnTo>
                <a:cubicBezTo>
                  <a:pt x="147638" y="0"/>
                  <a:pt x="152400" y="4763"/>
                  <a:pt x="152400" y="28575"/>
                </a:cubicBezTo>
                <a:lnTo>
                  <a:pt x="152400" y="142875"/>
                </a:lnTo>
                <a:cubicBezTo>
                  <a:pt x="152400" y="166688"/>
                  <a:pt x="147638" y="171450"/>
                  <a:pt x="123825" y="171450"/>
                </a:cubicBezTo>
                <a:close/>
                <a:moveTo>
                  <a:pt x="47625" y="152400"/>
                </a:moveTo>
                <a:lnTo>
                  <a:pt x="133350" y="152400"/>
                </a:lnTo>
                <a:cubicBezTo>
                  <a:pt x="142875" y="152400"/>
                  <a:pt x="142875" y="147638"/>
                  <a:pt x="142875" y="138113"/>
                </a:cubicBezTo>
                <a:cubicBezTo>
                  <a:pt x="142875" y="128588"/>
                  <a:pt x="142875" y="123825"/>
                  <a:pt x="133350" y="123825"/>
                </a:cubicBezTo>
                <a:lnTo>
                  <a:pt x="102080" y="123824"/>
                </a:lnTo>
                <a:cubicBezTo>
                  <a:pt x="80987" y="123824"/>
                  <a:pt x="60728" y="123823"/>
                  <a:pt x="38100" y="123825"/>
                </a:cubicBezTo>
                <a:cubicBezTo>
                  <a:pt x="33336" y="123825"/>
                  <a:pt x="19050" y="123826"/>
                  <a:pt x="19050" y="133350"/>
                </a:cubicBezTo>
                <a:cubicBezTo>
                  <a:pt x="19050" y="142875"/>
                  <a:pt x="28575" y="152400"/>
                  <a:pt x="47625" y="152400"/>
                </a:cubicBezTo>
                <a:close/>
                <a:moveTo>
                  <a:pt x="68778" y="79645"/>
                </a:moveTo>
                <a:cubicBezTo>
                  <a:pt x="71614" y="81773"/>
                  <a:pt x="74440" y="83361"/>
                  <a:pt x="76552" y="84417"/>
                </a:cubicBezTo>
                <a:cubicBezTo>
                  <a:pt x="78299" y="85290"/>
                  <a:pt x="79631" y="85726"/>
                  <a:pt x="80963" y="85725"/>
                </a:cubicBezTo>
                <a:cubicBezTo>
                  <a:pt x="82291" y="85724"/>
                  <a:pt x="83621" y="85288"/>
                  <a:pt x="85364" y="84417"/>
                </a:cubicBezTo>
                <a:cubicBezTo>
                  <a:pt x="87475" y="83361"/>
                  <a:pt x="90301" y="81773"/>
                  <a:pt x="93138" y="79645"/>
                </a:cubicBezTo>
                <a:cubicBezTo>
                  <a:pt x="98756" y="75433"/>
                  <a:pt x="104775" y="69351"/>
                  <a:pt x="104775" y="60325"/>
                </a:cubicBezTo>
                <a:cubicBezTo>
                  <a:pt x="104775" y="53605"/>
                  <a:pt x="98960" y="47625"/>
                  <a:pt x="91787" y="47625"/>
                </a:cubicBezTo>
                <a:cubicBezTo>
                  <a:pt x="86916" y="47625"/>
                  <a:pt x="83384" y="50811"/>
                  <a:pt x="80963" y="53975"/>
                </a:cubicBezTo>
                <a:cubicBezTo>
                  <a:pt x="78541" y="50811"/>
                  <a:pt x="75009" y="47625"/>
                  <a:pt x="70138" y="47625"/>
                </a:cubicBezTo>
                <a:cubicBezTo>
                  <a:pt x="62965" y="47625"/>
                  <a:pt x="57150" y="53605"/>
                  <a:pt x="57150" y="60325"/>
                </a:cubicBezTo>
                <a:cubicBezTo>
                  <a:pt x="57150" y="69350"/>
                  <a:pt x="63162" y="75432"/>
                  <a:pt x="68778" y="79645"/>
                </a:cubicBezTo>
                <a:close/>
              </a:path>
            </a:pathLst>
          </a:custGeom>
          <a:solidFill>
            <a:srgbClr val="000000"/>
          </a:solidFill>
          <a:ln w="9525" cap="flat">
            <a:noFill/>
            <a:prstDash val="solid"/>
            <a:miter/>
          </a:ln>
        </p:spPr>
        <p:txBody>
          <a:bodyPr rtlCol="0" anchor="ctr"/>
          <a:lstStyle/>
          <a:p>
            <a:endParaRPr lang="ru-RU"/>
          </a:p>
        </p:txBody>
      </p:sp>
      <p:sp>
        <p:nvSpPr>
          <p:cNvPr id="1444" name="Полилиния: фигура 1443">
            <a:extLst>
              <a:ext uri="{FF2B5EF4-FFF2-40B4-BE49-F238E27FC236}">
                <a16:creationId xmlns:a16="http://schemas.microsoft.com/office/drawing/2014/main" id="{969BE726-1596-437F-4BCD-007AFBBC8D27}"/>
              </a:ext>
            </a:extLst>
          </p:cNvPr>
          <p:cNvSpPr/>
          <p:nvPr/>
        </p:nvSpPr>
        <p:spPr>
          <a:xfrm>
            <a:off x="10327201" y="846816"/>
            <a:ext cx="171450" cy="171450"/>
          </a:xfrm>
          <a:custGeom>
            <a:avLst/>
            <a:gdLst>
              <a:gd name="connsiteX0" fmla="*/ 38082 w 171450"/>
              <a:gd name="connsiteY0" fmla="*/ 123839 h 171450"/>
              <a:gd name="connsiteX1" fmla="*/ 28554 w 171450"/>
              <a:gd name="connsiteY1" fmla="*/ 133368 h 171450"/>
              <a:gd name="connsiteX2" fmla="*/ 38082 w 171450"/>
              <a:gd name="connsiteY2" fmla="*/ 142897 h 171450"/>
              <a:gd name="connsiteX3" fmla="*/ 47611 w 171450"/>
              <a:gd name="connsiteY3" fmla="*/ 133368 h 171450"/>
              <a:gd name="connsiteX4" fmla="*/ 38082 w 171450"/>
              <a:gd name="connsiteY4" fmla="*/ 123839 h 171450"/>
              <a:gd name="connsiteX5" fmla="*/ 154468 w 171450"/>
              <a:gd name="connsiteY5" fmla="*/ 95253 h 171450"/>
              <a:gd name="connsiteX6" fmla="*/ 169583 w 171450"/>
              <a:gd name="connsiteY6" fmla="*/ 97391 h 171450"/>
              <a:gd name="connsiteX7" fmla="*/ 171358 w 171450"/>
              <a:gd name="connsiteY7" fmla="*/ 112085 h 171450"/>
              <a:gd name="connsiteX8" fmla="*/ 171309 w 171450"/>
              <a:gd name="connsiteY8" fmla="*/ 114310 h 171450"/>
              <a:gd name="connsiteX9" fmla="*/ 160763 w 171450"/>
              <a:gd name="connsiteY9" fmla="*/ 160763 h 171450"/>
              <a:gd name="connsiteX10" fmla="*/ 114310 w 171450"/>
              <a:gd name="connsiteY10" fmla="*/ 171310 h 171450"/>
              <a:gd name="connsiteX11" fmla="*/ 112086 w 171450"/>
              <a:gd name="connsiteY11" fmla="*/ 171358 h 171450"/>
              <a:gd name="connsiteX12" fmla="*/ 97390 w 171450"/>
              <a:gd name="connsiteY12" fmla="*/ 169583 h 171450"/>
              <a:gd name="connsiteX13" fmla="*/ 95252 w 171450"/>
              <a:gd name="connsiteY13" fmla="*/ 154468 h 171450"/>
              <a:gd name="connsiteX14" fmla="*/ 95253 w 171450"/>
              <a:gd name="connsiteY14" fmla="*/ 114310 h 171450"/>
              <a:gd name="connsiteX15" fmla="*/ 97636 w 171450"/>
              <a:gd name="connsiteY15" fmla="*/ 97637 h 171450"/>
              <a:gd name="connsiteX16" fmla="*/ 114311 w 171450"/>
              <a:gd name="connsiteY16" fmla="*/ 95254 h 171450"/>
              <a:gd name="connsiteX17" fmla="*/ 16982 w 171450"/>
              <a:gd name="connsiteY17" fmla="*/ 95253 h 171450"/>
              <a:gd name="connsiteX18" fmla="*/ 57139 w 171450"/>
              <a:gd name="connsiteY18" fmla="*/ 95254 h 171450"/>
              <a:gd name="connsiteX19" fmla="*/ 73814 w 171450"/>
              <a:gd name="connsiteY19" fmla="*/ 97637 h 171450"/>
              <a:gd name="connsiteX20" fmla="*/ 76197 w 171450"/>
              <a:gd name="connsiteY20" fmla="*/ 114310 h 171450"/>
              <a:gd name="connsiteX21" fmla="*/ 76199 w 171450"/>
              <a:gd name="connsiteY21" fmla="*/ 154468 h 171450"/>
              <a:gd name="connsiteX22" fmla="*/ 74060 w 171450"/>
              <a:gd name="connsiteY22" fmla="*/ 169583 h 171450"/>
              <a:gd name="connsiteX23" fmla="*/ 59364 w 171450"/>
              <a:gd name="connsiteY23" fmla="*/ 171358 h 171450"/>
              <a:gd name="connsiteX24" fmla="*/ 57139 w 171450"/>
              <a:gd name="connsiteY24" fmla="*/ 171310 h 171450"/>
              <a:gd name="connsiteX25" fmla="*/ 10688 w 171450"/>
              <a:gd name="connsiteY25" fmla="*/ 160763 h 171450"/>
              <a:gd name="connsiteX26" fmla="*/ 141 w 171450"/>
              <a:gd name="connsiteY26" fmla="*/ 114310 h 171450"/>
              <a:gd name="connsiteX27" fmla="*/ 92 w 171450"/>
              <a:gd name="connsiteY27" fmla="*/ 112085 h 171450"/>
              <a:gd name="connsiteX28" fmla="*/ 1868 w 171450"/>
              <a:gd name="connsiteY28" fmla="*/ 97391 h 171450"/>
              <a:gd name="connsiteX29" fmla="*/ 16982 w 171450"/>
              <a:gd name="connsiteY29" fmla="*/ 95253 h 171450"/>
              <a:gd name="connsiteX30" fmla="*/ 133368 w 171450"/>
              <a:gd name="connsiteY30" fmla="*/ 28553 h 171450"/>
              <a:gd name="connsiteX31" fmla="*/ 123839 w 171450"/>
              <a:gd name="connsiteY31" fmla="*/ 38081 h 171450"/>
              <a:gd name="connsiteX32" fmla="*/ 133368 w 171450"/>
              <a:gd name="connsiteY32" fmla="*/ 47610 h 171450"/>
              <a:gd name="connsiteX33" fmla="*/ 142897 w 171450"/>
              <a:gd name="connsiteY33" fmla="*/ 38081 h 171450"/>
              <a:gd name="connsiteX34" fmla="*/ 133368 w 171450"/>
              <a:gd name="connsiteY34" fmla="*/ 28553 h 171450"/>
              <a:gd name="connsiteX35" fmla="*/ 38082 w 171450"/>
              <a:gd name="connsiteY35" fmla="*/ 28553 h 171450"/>
              <a:gd name="connsiteX36" fmla="*/ 28554 w 171450"/>
              <a:gd name="connsiteY36" fmla="*/ 38082 h 171450"/>
              <a:gd name="connsiteX37" fmla="*/ 38082 w 171450"/>
              <a:gd name="connsiteY37" fmla="*/ 47610 h 171450"/>
              <a:gd name="connsiteX38" fmla="*/ 47611 w 171450"/>
              <a:gd name="connsiteY38" fmla="*/ 38081 h 171450"/>
              <a:gd name="connsiteX39" fmla="*/ 38082 w 171450"/>
              <a:gd name="connsiteY39" fmla="*/ 28553 h 171450"/>
              <a:gd name="connsiteX40" fmla="*/ 112083 w 171450"/>
              <a:gd name="connsiteY40" fmla="*/ 92 h 171450"/>
              <a:gd name="connsiteX41" fmla="*/ 114311 w 171450"/>
              <a:gd name="connsiteY41" fmla="*/ 141 h 171450"/>
              <a:gd name="connsiteX42" fmla="*/ 160763 w 171450"/>
              <a:gd name="connsiteY42" fmla="*/ 10688 h 171450"/>
              <a:gd name="connsiteX43" fmla="*/ 171309 w 171450"/>
              <a:gd name="connsiteY43" fmla="*/ 57138 h 171450"/>
              <a:gd name="connsiteX44" fmla="*/ 171358 w 171450"/>
              <a:gd name="connsiteY44" fmla="*/ 59366 h 171450"/>
              <a:gd name="connsiteX45" fmla="*/ 169583 w 171450"/>
              <a:gd name="connsiteY45" fmla="*/ 74060 h 171450"/>
              <a:gd name="connsiteX46" fmla="*/ 154465 w 171450"/>
              <a:gd name="connsiteY46" fmla="*/ 76198 h 171450"/>
              <a:gd name="connsiteX47" fmla="*/ 114311 w 171450"/>
              <a:gd name="connsiteY47" fmla="*/ 76196 h 171450"/>
              <a:gd name="connsiteX48" fmla="*/ 97636 w 171450"/>
              <a:gd name="connsiteY48" fmla="*/ 73814 h 171450"/>
              <a:gd name="connsiteX49" fmla="*/ 95253 w 171450"/>
              <a:gd name="connsiteY49" fmla="*/ 57138 h 171450"/>
              <a:gd name="connsiteX50" fmla="*/ 95252 w 171450"/>
              <a:gd name="connsiteY50" fmla="*/ 16984 h 171450"/>
              <a:gd name="connsiteX51" fmla="*/ 97390 w 171450"/>
              <a:gd name="connsiteY51" fmla="*/ 1867 h 171450"/>
              <a:gd name="connsiteX52" fmla="*/ 112083 w 171450"/>
              <a:gd name="connsiteY52" fmla="*/ 92 h 171450"/>
              <a:gd name="connsiteX53" fmla="*/ 59367 w 171450"/>
              <a:gd name="connsiteY53" fmla="*/ 92 h 171450"/>
              <a:gd name="connsiteX54" fmla="*/ 74060 w 171450"/>
              <a:gd name="connsiteY54" fmla="*/ 1867 h 171450"/>
              <a:gd name="connsiteX55" fmla="*/ 76199 w 171450"/>
              <a:gd name="connsiteY55" fmla="*/ 16984 h 171450"/>
              <a:gd name="connsiteX56" fmla="*/ 76197 w 171450"/>
              <a:gd name="connsiteY56" fmla="*/ 57138 h 171450"/>
              <a:gd name="connsiteX57" fmla="*/ 73814 w 171450"/>
              <a:gd name="connsiteY57" fmla="*/ 73814 h 171450"/>
              <a:gd name="connsiteX58" fmla="*/ 57139 w 171450"/>
              <a:gd name="connsiteY58" fmla="*/ 76196 h 171450"/>
              <a:gd name="connsiteX59" fmla="*/ 16985 w 171450"/>
              <a:gd name="connsiteY59" fmla="*/ 76198 h 171450"/>
              <a:gd name="connsiteX60" fmla="*/ 1867 w 171450"/>
              <a:gd name="connsiteY60" fmla="*/ 74060 h 171450"/>
              <a:gd name="connsiteX61" fmla="*/ 92 w 171450"/>
              <a:gd name="connsiteY61" fmla="*/ 59366 h 171450"/>
              <a:gd name="connsiteX62" fmla="*/ 141 w 171450"/>
              <a:gd name="connsiteY62" fmla="*/ 57138 h 171450"/>
              <a:gd name="connsiteX63" fmla="*/ 10688 w 171450"/>
              <a:gd name="connsiteY63" fmla="*/ 10688 h 171450"/>
              <a:gd name="connsiteX64" fmla="*/ 57139 w 171450"/>
              <a:gd name="connsiteY64" fmla="*/ 141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71450" h="171450">
                <a:moveTo>
                  <a:pt x="38082" y="123839"/>
                </a:moveTo>
                <a:cubicBezTo>
                  <a:pt x="28554" y="123838"/>
                  <a:pt x="28554" y="123841"/>
                  <a:pt x="28554" y="133368"/>
                </a:cubicBezTo>
                <a:cubicBezTo>
                  <a:pt x="28554" y="142896"/>
                  <a:pt x="28554" y="142897"/>
                  <a:pt x="38082" y="142897"/>
                </a:cubicBezTo>
                <a:cubicBezTo>
                  <a:pt x="47611" y="142897"/>
                  <a:pt x="47611" y="142895"/>
                  <a:pt x="47611" y="133368"/>
                </a:cubicBezTo>
                <a:cubicBezTo>
                  <a:pt x="47611" y="123840"/>
                  <a:pt x="47611" y="123840"/>
                  <a:pt x="38082" y="123839"/>
                </a:cubicBezTo>
                <a:close/>
                <a:moveTo>
                  <a:pt x="154468" y="95253"/>
                </a:moveTo>
                <a:cubicBezTo>
                  <a:pt x="163172" y="95241"/>
                  <a:pt x="167490" y="95235"/>
                  <a:pt x="169583" y="97391"/>
                </a:cubicBezTo>
                <a:cubicBezTo>
                  <a:pt x="171642" y="99511"/>
                  <a:pt x="171547" y="103725"/>
                  <a:pt x="171358" y="112085"/>
                </a:cubicBezTo>
                <a:lnTo>
                  <a:pt x="171309" y="114310"/>
                </a:lnTo>
                <a:cubicBezTo>
                  <a:pt x="170797" y="138760"/>
                  <a:pt x="168772" y="152754"/>
                  <a:pt x="160763" y="160763"/>
                </a:cubicBezTo>
                <a:cubicBezTo>
                  <a:pt x="152753" y="168772"/>
                  <a:pt x="138760" y="170797"/>
                  <a:pt x="114310" y="171310"/>
                </a:cubicBezTo>
                <a:lnTo>
                  <a:pt x="112086" y="171358"/>
                </a:lnTo>
                <a:cubicBezTo>
                  <a:pt x="103725" y="171548"/>
                  <a:pt x="99511" y="171643"/>
                  <a:pt x="97390" y="169583"/>
                </a:cubicBezTo>
                <a:cubicBezTo>
                  <a:pt x="95235" y="167490"/>
                  <a:pt x="95240" y="163172"/>
                  <a:pt x="95252" y="154468"/>
                </a:cubicBezTo>
                <a:lnTo>
                  <a:pt x="95253" y="114310"/>
                </a:lnTo>
                <a:cubicBezTo>
                  <a:pt x="95253" y="104782"/>
                  <a:pt x="95253" y="100019"/>
                  <a:pt x="97636" y="97637"/>
                </a:cubicBezTo>
                <a:cubicBezTo>
                  <a:pt x="100018" y="95254"/>
                  <a:pt x="104782" y="95254"/>
                  <a:pt x="114311" y="95254"/>
                </a:cubicBezTo>
                <a:close/>
                <a:moveTo>
                  <a:pt x="16982" y="95253"/>
                </a:moveTo>
                <a:lnTo>
                  <a:pt x="57139" y="95254"/>
                </a:lnTo>
                <a:cubicBezTo>
                  <a:pt x="66668" y="95254"/>
                  <a:pt x="71432" y="95254"/>
                  <a:pt x="73814" y="97637"/>
                </a:cubicBezTo>
                <a:cubicBezTo>
                  <a:pt x="76197" y="100019"/>
                  <a:pt x="76197" y="104782"/>
                  <a:pt x="76197" y="114310"/>
                </a:cubicBezTo>
                <a:lnTo>
                  <a:pt x="76199" y="154468"/>
                </a:lnTo>
                <a:cubicBezTo>
                  <a:pt x="76210" y="163172"/>
                  <a:pt x="76215" y="167490"/>
                  <a:pt x="74060" y="169583"/>
                </a:cubicBezTo>
                <a:cubicBezTo>
                  <a:pt x="71939" y="171643"/>
                  <a:pt x="67725" y="171548"/>
                  <a:pt x="59364" y="171358"/>
                </a:cubicBezTo>
                <a:lnTo>
                  <a:pt x="57139" y="171310"/>
                </a:lnTo>
                <a:cubicBezTo>
                  <a:pt x="32690" y="170797"/>
                  <a:pt x="18697" y="168772"/>
                  <a:pt x="10688" y="160763"/>
                </a:cubicBezTo>
                <a:cubicBezTo>
                  <a:pt x="2678" y="152754"/>
                  <a:pt x="653" y="138760"/>
                  <a:pt x="141" y="114310"/>
                </a:cubicBezTo>
                <a:lnTo>
                  <a:pt x="92" y="112085"/>
                </a:lnTo>
                <a:cubicBezTo>
                  <a:pt x="-97" y="103725"/>
                  <a:pt x="-192" y="99511"/>
                  <a:pt x="1868" y="97391"/>
                </a:cubicBezTo>
                <a:cubicBezTo>
                  <a:pt x="3960" y="95235"/>
                  <a:pt x="8278" y="95241"/>
                  <a:pt x="16982" y="95253"/>
                </a:cubicBezTo>
                <a:close/>
                <a:moveTo>
                  <a:pt x="133368" y="28553"/>
                </a:moveTo>
                <a:cubicBezTo>
                  <a:pt x="123839" y="28552"/>
                  <a:pt x="123839" y="28554"/>
                  <a:pt x="123839" y="38081"/>
                </a:cubicBezTo>
                <a:cubicBezTo>
                  <a:pt x="123839" y="47609"/>
                  <a:pt x="123839" y="47610"/>
                  <a:pt x="133368" y="47610"/>
                </a:cubicBezTo>
                <a:cubicBezTo>
                  <a:pt x="142897" y="47610"/>
                  <a:pt x="142897" y="47609"/>
                  <a:pt x="142897" y="38081"/>
                </a:cubicBezTo>
                <a:cubicBezTo>
                  <a:pt x="142897" y="28554"/>
                  <a:pt x="142897" y="28554"/>
                  <a:pt x="133368" y="28553"/>
                </a:cubicBezTo>
                <a:close/>
                <a:moveTo>
                  <a:pt x="38082" y="28553"/>
                </a:moveTo>
                <a:cubicBezTo>
                  <a:pt x="28554" y="28552"/>
                  <a:pt x="28554" y="28554"/>
                  <a:pt x="28554" y="38082"/>
                </a:cubicBezTo>
                <a:cubicBezTo>
                  <a:pt x="28554" y="47609"/>
                  <a:pt x="28554" y="47610"/>
                  <a:pt x="38082" y="47610"/>
                </a:cubicBezTo>
                <a:cubicBezTo>
                  <a:pt x="47611" y="47610"/>
                  <a:pt x="47611" y="47609"/>
                  <a:pt x="47611" y="38081"/>
                </a:cubicBezTo>
                <a:cubicBezTo>
                  <a:pt x="47611" y="28554"/>
                  <a:pt x="47611" y="28554"/>
                  <a:pt x="38082" y="28553"/>
                </a:cubicBezTo>
                <a:close/>
                <a:moveTo>
                  <a:pt x="112083" y="92"/>
                </a:moveTo>
                <a:lnTo>
                  <a:pt x="114311" y="141"/>
                </a:lnTo>
                <a:cubicBezTo>
                  <a:pt x="138760" y="653"/>
                  <a:pt x="152753" y="2678"/>
                  <a:pt x="160763" y="10688"/>
                </a:cubicBezTo>
                <a:cubicBezTo>
                  <a:pt x="168771" y="18697"/>
                  <a:pt x="170796" y="32690"/>
                  <a:pt x="171309" y="57138"/>
                </a:cubicBezTo>
                <a:lnTo>
                  <a:pt x="171358" y="59366"/>
                </a:lnTo>
                <a:cubicBezTo>
                  <a:pt x="171547" y="67726"/>
                  <a:pt x="171642" y="71939"/>
                  <a:pt x="169583" y="74060"/>
                </a:cubicBezTo>
                <a:cubicBezTo>
                  <a:pt x="167490" y="76215"/>
                  <a:pt x="163171" y="76210"/>
                  <a:pt x="154465" y="76198"/>
                </a:cubicBezTo>
                <a:lnTo>
                  <a:pt x="114311" y="76196"/>
                </a:lnTo>
                <a:cubicBezTo>
                  <a:pt x="104782" y="76196"/>
                  <a:pt x="100018" y="76196"/>
                  <a:pt x="97636" y="73814"/>
                </a:cubicBezTo>
                <a:cubicBezTo>
                  <a:pt x="95253" y="71432"/>
                  <a:pt x="95253" y="66668"/>
                  <a:pt x="95253" y="57138"/>
                </a:cubicBezTo>
                <a:lnTo>
                  <a:pt x="95252" y="16984"/>
                </a:lnTo>
                <a:cubicBezTo>
                  <a:pt x="95240" y="8278"/>
                  <a:pt x="95235" y="3960"/>
                  <a:pt x="97390" y="1867"/>
                </a:cubicBezTo>
                <a:cubicBezTo>
                  <a:pt x="99511" y="-192"/>
                  <a:pt x="103724" y="-97"/>
                  <a:pt x="112083" y="92"/>
                </a:cubicBezTo>
                <a:close/>
                <a:moveTo>
                  <a:pt x="59367" y="92"/>
                </a:moveTo>
                <a:cubicBezTo>
                  <a:pt x="67726" y="-97"/>
                  <a:pt x="71939" y="-192"/>
                  <a:pt x="74060" y="1867"/>
                </a:cubicBezTo>
                <a:cubicBezTo>
                  <a:pt x="76215" y="3960"/>
                  <a:pt x="76209" y="8278"/>
                  <a:pt x="76199" y="16984"/>
                </a:cubicBezTo>
                <a:lnTo>
                  <a:pt x="76197" y="57138"/>
                </a:lnTo>
                <a:cubicBezTo>
                  <a:pt x="76197" y="66668"/>
                  <a:pt x="76197" y="71432"/>
                  <a:pt x="73814" y="73814"/>
                </a:cubicBezTo>
                <a:cubicBezTo>
                  <a:pt x="71432" y="76196"/>
                  <a:pt x="66668" y="76196"/>
                  <a:pt x="57139" y="76196"/>
                </a:cubicBezTo>
                <a:lnTo>
                  <a:pt x="16985" y="76198"/>
                </a:lnTo>
                <a:cubicBezTo>
                  <a:pt x="8279" y="76210"/>
                  <a:pt x="3960" y="76215"/>
                  <a:pt x="1867" y="74060"/>
                </a:cubicBezTo>
                <a:cubicBezTo>
                  <a:pt x="-192" y="71939"/>
                  <a:pt x="-97" y="67726"/>
                  <a:pt x="92" y="59366"/>
                </a:cubicBezTo>
                <a:lnTo>
                  <a:pt x="141" y="57138"/>
                </a:lnTo>
                <a:cubicBezTo>
                  <a:pt x="653" y="32690"/>
                  <a:pt x="2679" y="18697"/>
                  <a:pt x="10688" y="10688"/>
                </a:cubicBezTo>
                <a:cubicBezTo>
                  <a:pt x="18697" y="2678"/>
                  <a:pt x="32690" y="653"/>
                  <a:pt x="57139" y="141"/>
                </a:cubicBezTo>
                <a:close/>
              </a:path>
            </a:pathLst>
          </a:custGeom>
          <a:solidFill>
            <a:srgbClr val="000000"/>
          </a:solidFill>
          <a:ln w="9525" cap="flat">
            <a:noFill/>
            <a:prstDash val="solid"/>
            <a:miter/>
          </a:ln>
        </p:spPr>
        <p:txBody>
          <a:bodyPr rtlCol="0" anchor="ctr"/>
          <a:lstStyle/>
          <a:p>
            <a:endParaRPr lang="ru-RU"/>
          </a:p>
        </p:txBody>
      </p:sp>
      <p:sp>
        <p:nvSpPr>
          <p:cNvPr id="1448" name="Полилиния: фигура 1447">
            <a:extLst>
              <a:ext uri="{FF2B5EF4-FFF2-40B4-BE49-F238E27FC236}">
                <a16:creationId xmlns:a16="http://schemas.microsoft.com/office/drawing/2014/main" id="{06EEA57A-DA58-6EF2-71D5-34862D4772CC}"/>
              </a:ext>
            </a:extLst>
          </p:cNvPr>
          <p:cNvSpPr/>
          <p:nvPr/>
        </p:nvSpPr>
        <p:spPr>
          <a:xfrm>
            <a:off x="10327196" y="1406190"/>
            <a:ext cx="171450" cy="152373"/>
          </a:xfrm>
          <a:custGeom>
            <a:avLst/>
            <a:gdLst>
              <a:gd name="connsiteX0" fmla="*/ 89966 w 171450"/>
              <a:gd name="connsiteY0" fmla="*/ 58722 h 152373"/>
              <a:gd name="connsiteX1" fmla="*/ 87324 w 171450"/>
              <a:gd name="connsiteY1" fmla="*/ 71932 h 152373"/>
              <a:gd name="connsiteX2" fmla="*/ 96503 w 171450"/>
              <a:gd name="connsiteY2" fmla="*/ 85698 h 152373"/>
              <a:gd name="connsiteX3" fmla="*/ 47625 w 171450"/>
              <a:gd name="connsiteY3" fmla="*/ 85698 h 152373"/>
              <a:gd name="connsiteX4" fmla="*/ 38100 w 171450"/>
              <a:gd name="connsiteY4" fmla="*/ 95223 h 152373"/>
              <a:gd name="connsiteX5" fmla="*/ 47625 w 171450"/>
              <a:gd name="connsiteY5" fmla="*/ 104748 h 152373"/>
              <a:gd name="connsiteX6" fmla="*/ 96503 w 171450"/>
              <a:gd name="connsiteY6" fmla="*/ 104748 h 152373"/>
              <a:gd name="connsiteX7" fmla="*/ 87324 w 171450"/>
              <a:gd name="connsiteY7" fmla="*/ 118514 h 152373"/>
              <a:gd name="connsiteX8" fmla="*/ 89966 w 171450"/>
              <a:gd name="connsiteY8" fmla="*/ 131723 h 152373"/>
              <a:gd name="connsiteX9" fmla="*/ 103176 w 171450"/>
              <a:gd name="connsiteY9" fmla="*/ 129082 h 152373"/>
              <a:gd name="connsiteX10" fmla="*/ 122226 w 171450"/>
              <a:gd name="connsiteY10" fmla="*/ 100507 h 152373"/>
              <a:gd name="connsiteX11" fmla="*/ 122226 w 171450"/>
              <a:gd name="connsiteY11" fmla="*/ 89939 h 152373"/>
              <a:gd name="connsiteX12" fmla="*/ 103176 w 171450"/>
              <a:gd name="connsiteY12" fmla="*/ 61364 h 152373"/>
              <a:gd name="connsiteX13" fmla="*/ 89966 w 171450"/>
              <a:gd name="connsiteY13" fmla="*/ 58722 h 152373"/>
              <a:gd name="connsiteX14" fmla="*/ 85725 w 171450"/>
              <a:gd name="connsiteY14" fmla="*/ 38073 h 152373"/>
              <a:gd name="connsiteX15" fmla="*/ 138806 w 171450"/>
              <a:gd name="connsiteY15" fmla="*/ 39363 h 152373"/>
              <a:gd name="connsiteX16" fmla="*/ 152400 w 171450"/>
              <a:gd name="connsiteY16" fmla="*/ 40219 h 152373"/>
              <a:gd name="connsiteX17" fmla="*/ 171062 w 171450"/>
              <a:gd name="connsiteY17" fmla="*/ 57124 h 152373"/>
              <a:gd name="connsiteX18" fmla="*/ 171450 w 171450"/>
              <a:gd name="connsiteY18" fmla="*/ 95223 h 152373"/>
              <a:gd name="connsiteX19" fmla="*/ 171449 w 171450"/>
              <a:gd name="connsiteY19" fmla="*/ 95538 h 152373"/>
              <a:gd name="connsiteX20" fmla="*/ 171450 w 171450"/>
              <a:gd name="connsiteY20" fmla="*/ 99986 h 152373"/>
              <a:gd name="connsiteX21" fmla="*/ 85725 w 171450"/>
              <a:gd name="connsiteY21" fmla="*/ 152373 h 152373"/>
              <a:gd name="connsiteX22" fmla="*/ 0 w 171450"/>
              <a:gd name="connsiteY22" fmla="*/ 99986 h 152373"/>
              <a:gd name="connsiteX23" fmla="*/ 1 w 171450"/>
              <a:gd name="connsiteY23" fmla="*/ 95538 h 152373"/>
              <a:gd name="connsiteX24" fmla="*/ 0 w 171450"/>
              <a:gd name="connsiteY24" fmla="*/ 95223 h 152373"/>
              <a:gd name="connsiteX25" fmla="*/ 387 w 171450"/>
              <a:gd name="connsiteY25" fmla="*/ 57124 h 152373"/>
              <a:gd name="connsiteX26" fmla="*/ 19050 w 171450"/>
              <a:gd name="connsiteY26" fmla="*/ 40219 h 152373"/>
              <a:gd name="connsiteX27" fmla="*/ 32644 w 171450"/>
              <a:gd name="connsiteY27" fmla="*/ 39363 h 152373"/>
              <a:gd name="connsiteX28" fmla="*/ 85725 w 171450"/>
              <a:gd name="connsiteY28" fmla="*/ 38073 h 152373"/>
              <a:gd name="connsiteX29" fmla="*/ 109714 w 171450"/>
              <a:gd name="connsiteY29" fmla="*/ 14 h 152373"/>
              <a:gd name="connsiteX30" fmla="*/ 153452 w 171450"/>
              <a:gd name="connsiteY30" fmla="*/ 13916 h 152373"/>
              <a:gd name="connsiteX31" fmla="*/ 157162 w 171450"/>
              <a:gd name="connsiteY31" fmla="*/ 19022 h 152373"/>
              <a:gd name="connsiteX32" fmla="*/ 152400 w 171450"/>
              <a:gd name="connsiteY32" fmla="*/ 30668 h 152373"/>
              <a:gd name="connsiteX33" fmla="*/ 109718 w 171450"/>
              <a:gd name="connsiteY33" fmla="*/ 28698 h 152373"/>
              <a:gd name="connsiteX34" fmla="*/ 109537 w 171450"/>
              <a:gd name="connsiteY34" fmla="*/ 28695 h 152373"/>
              <a:gd name="connsiteX35" fmla="*/ 95430 w 171450"/>
              <a:gd name="connsiteY35" fmla="*/ 14268 h 152373"/>
              <a:gd name="connsiteX36" fmla="*/ 109714 w 171450"/>
              <a:gd name="connsiteY36" fmla="*/ 14 h 152373"/>
              <a:gd name="connsiteX37" fmla="*/ 61912 w 171450"/>
              <a:gd name="connsiteY37" fmla="*/ 11 h 152373"/>
              <a:gd name="connsiteX38" fmla="*/ 76199 w 171450"/>
              <a:gd name="connsiteY38" fmla="*/ 14265 h 152373"/>
              <a:gd name="connsiteX39" fmla="*/ 62092 w 171450"/>
              <a:gd name="connsiteY39" fmla="*/ 28692 h 152373"/>
              <a:gd name="connsiteX40" fmla="*/ 61912 w 171450"/>
              <a:gd name="connsiteY40" fmla="*/ 28695 h 152373"/>
              <a:gd name="connsiteX41" fmla="*/ 19049 w 171450"/>
              <a:gd name="connsiteY41" fmla="*/ 30668 h 152373"/>
              <a:gd name="connsiteX42" fmla="*/ 14287 w 171450"/>
              <a:gd name="connsiteY42" fmla="*/ 19022 h 152373"/>
              <a:gd name="connsiteX43" fmla="*/ 17899 w 171450"/>
              <a:gd name="connsiteY43" fmla="*/ 14061 h 152373"/>
              <a:gd name="connsiteX44" fmla="*/ 61912 w 171450"/>
              <a:gd name="connsiteY44" fmla="*/ 11 h 15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52373">
                <a:moveTo>
                  <a:pt x="89966" y="58722"/>
                </a:moveTo>
                <a:cubicBezTo>
                  <a:pt x="85590" y="61641"/>
                  <a:pt x="84407" y="67555"/>
                  <a:pt x="87324" y="71932"/>
                </a:cubicBezTo>
                <a:lnTo>
                  <a:pt x="96503" y="85698"/>
                </a:lnTo>
                <a:lnTo>
                  <a:pt x="47625" y="85698"/>
                </a:lnTo>
                <a:cubicBezTo>
                  <a:pt x="42365" y="85698"/>
                  <a:pt x="38100" y="89962"/>
                  <a:pt x="38100" y="95223"/>
                </a:cubicBezTo>
                <a:cubicBezTo>
                  <a:pt x="38100" y="100484"/>
                  <a:pt x="42365" y="104748"/>
                  <a:pt x="47625" y="104748"/>
                </a:cubicBezTo>
                <a:lnTo>
                  <a:pt x="96503" y="104748"/>
                </a:lnTo>
                <a:lnTo>
                  <a:pt x="87324" y="118514"/>
                </a:lnTo>
                <a:cubicBezTo>
                  <a:pt x="84407" y="122891"/>
                  <a:pt x="85590" y="128805"/>
                  <a:pt x="89966" y="131723"/>
                </a:cubicBezTo>
                <a:cubicBezTo>
                  <a:pt x="94343" y="134641"/>
                  <a:pt x="100257" y="133458"/>
                  <a:pt x="103176" y="129082"/>
                </a:cubicBezTo>
                <a:lnTo>
                  <a:pt x="122226" y="100507"/>
                </a:lnTo>
                <a:cubicBezTo>
                  <a:pt x="124358" y="97307"/>
                  <a:pt x="124358" y="93139"/>
                  <a:pt x="122226" y="89939"/>
                </a:cubicBezTo>
                <a:lnTo>
                  <a:pt x="103176" y="61364"/>
                </a:lnTo>
                <a:cubicBezTo>
                  <a:pt x="100257" y="56987"/>
                  <a:pt x="94343" y="55805"/>
                  <a:pt x="89966" y="58722"/>
                </a:cubicBezTo>
                <a:close/>
                <a:moveTo>
                  <a:pt x="85725" y="38073"/>
                </a:moveTo>
                <a:cubicBezTo>
                  <a:pt x="109315" y="38073"/>
                  <a:pt x="126413" y="38073"/>
                  <a:pt x="138806" y="39363"/>
                </a:cubicBezTo>
                <a:cubicBezTo>
                  <a:pt x="143652" y="39621"/>
                  <a:pt x="148179" y="39910"/>
                  <a:pt x="152400" y="40219"/>
                </a:cubicBezTo>
                <a:cubicBezTo>
                  <a:pt x="167908" y="41354"/>
                  <a:pt x="171450" y="42836"/>
                  <a:pt x="171062" y="57124"/>
                </a:cubicBezTo>
                <a:cubicBezTo>
                  <a:pt x="171450" y="66043"/>
                  <a:pt x="171450" y="78054"/>
                  <a:pt x="171450" y="95223"/>
                </a:cubicBezTo>
                <a:lnTo>
                  <a:pt x="171449" y="95538"/>
                </a:lnTo>
                <a:lnTo>
                  <a:pt x="171450" y="99986"/>
                </a:lnTo>
                <a:cubicBezTo>
                  <a:pt x="171450" y="141445"/>
                  <a:pt x="171450" y="152373"/>
                  <a:pt x="85725" y="152373"/>
                </a:cubicBezTo>
                <a:cubicBezTo>
                  <a:pt x="0" y="152373"/>
                  <a:pt x="0" y="141445"/>
                  <a:pt x="0" y="99986"/>
                </a:cubicBezTo>
                <a:lnTo>
                  <a:pt x="1" y="95538"/>
                </a:lnTo>
                <a:lnTo>
                  <a:pt x="0" y="95223"/>
                </a:lnTo>
                <a:cubicBezTo>
                  <a:pt x="0" y="78054"/>
                  <a:pt x="0" y="66043"/>
                  <a:pt x="387" y="57124"/>
                </a:cubicBezTo>
                <a:cubicBezTo>
                  <a:pt x="387" y="42836"/>
                  <a:pt x="3542" y="41354"/>
                  <a:pt x="19050" y="40219"/>
                </a:cubicBezTo>
                <a:cubicBezTo>
                  <a:pt x="23272" y="39910"/>
                  <a:pt x="27798" y="39621"/>
                  <a:pt x="32644" y="39363"/>
                </a:cubicBezTo>
                <a:cubicBezTo>
                  <a:pt x="45037" y="38073"/>
                  <a:pt x="62135" y="38073"/>
                  <a:pt x="85725" y="38073"/>
                </a:cubicBezTo>
                <a:close/>
                <a:moveTo>
                  <a:pt x="109714" y="14"/>
                </a:moveTo>
                <a:cubicBezTo>
                  <a:pt x="143711" y="249"/>
                  <a:pt x="144906" y="1926"/>
                  <a:pt x="153452" y="13916"/>
                </a:cubicBezTo>
                <a:cubicBezTo>
                  <a:pt x="154542" y="15444"/>
                  <a:pt x="155751" y="17140"/>
                  <a:pt x="157162" y="19022"/>
                </a:cubicBezTo>
                <a:cubicBezTo>
                  <a:pt x="164417" y="28695"/>
                  <a:pt x="161925" y="31355"/>
                  <a:pt x="152400" y="30668"/>
                </a:cubicBezTo>
                <a:cubicBezTo>
                  <a:pt x="139407" y="29731"/>
                  <a:pt x="128610" y="28999"/>
                  <a:pt x="109718" y="28698"/>
                </a:cubicBezTo>
                <a:lnTo>
                  <a:pt x="109537" y="28695"/>
                </a:lnTo>
                <a:cubicBezTo>
                  <a:pt x="95517" y="28472"/>
                  <a:pt x="95430" y="28471"/>
                  <a:pt x="95430" y="14268"/>
                </a:cubicBezTo>
                <a:cubicBezTo>
                  <a:pt x="95430" y="115"/>
                  <a:pt x="95521" y="-85"/>
                  <a:pt x="109714" y="14"/>
                </a:cubicBezTo>
                <a:close/>
                <a:moveTo>
                  <a:pt x="61912" y="11"/>
                </a:moveTo>
                <a:cubicBezTo>
                  <a:pt x="76106" y="-88"/>
                  <a:pt x="76199" y="110"/>
                  <a:pt x="76199" y="14265"/>
                </a:cubicBezTo>
                <a:cubicBezTo>
                  <a:pt x="76199" y="28468"/>
                  <a:pt x="76112" y="28469"/>
                  <a:pt x="62092" y="28692"/>
                </a:cubicBezTo>
                <a:lnTo>
                  <a:pt x="61912" y="28695"/>
                </a:lnTo>
                <a:cubicBezTo>
                  <a:pt x="43019" y="28996"/>
                  <a:pt x="32042" y="29731"/>
                  <a:pt x="19049" y="30668"/>
                </a:cubicBezTo>
                <a:cubicBezTo>
                  <a:pt x="9524" y="31355"/>
                  <a:pt x="7032" y="28695"/>
                  <a:pt x="14287" y="19022"/>
                </a:cubicBezTo>
                <a:cubicBezTo>
                  <a:pt x="15654" y="17200"/>
                  <a:pt x="16833" y="15551"/>
                  <a:pt x="17899" y="14061"/>
                </a:cubicBezTo>
                <a:cubicBezTo>
                  <a:pt x="26571" y="1938"/>
                  <a:pt x="27781" y="247"/>
                  <a:pt x="61912" y="11"/>
                </a:cubicBezTo>
                <a:close/>
              </a:path>
            </a:pathLst>
          </a:custGeom>
          <a:solidFill>
            <a:srgbClr val="000000"/>
          </a:solidFill>
          <a:ln w="9525" cap="flat">
            <a:noFill/>
            <a:prstDash val="solid"/>
            <a:miter/>
          </a:ln>
        </p:spPr>
        <p:txBody>
          <a:bodyPr rtlCol="0" anchor="ctr"/>
          <a:lstStyle/>
          <a:p>
            <a:endParaRPr lang="ru-RU"/>
          </a:p>
        </p:txBody>
      </p:sp>
      <p:sp>
        <p:nvSpPr>
          <p:cNvPr id="1450" name="Полилиния: фигура 1449">
            <a:extLst>
              <a:ext uri="{FF2B5EF4-FFF2-40B4-BE49-F238E27FC236}">
                <a16:creationId xmlns:a16="http://schemas.microsoft.com/office/drawing/2014/main" id="{181E9777-7EF9-71A9-0E18-E09B087DEC97}"/>
              </a:ext>
            </a:extLst>
          </p:cNvPr>
          <p:cNvSpPr/>
          <p:nvPr/>
        </p:nvSpPr>
        <p:spPr>
          <a:xfrm>
            <a:off x="10336721" y="1946458"/>
            <a:ext cx="152400" cy="171450"/>
          </a:xfrm>
          <a:custGeom>
            <a:avLst/>
            <a:gdLst>
              <a:gd name="connsiteX0" fmla="*/ 9525 w 152400"/>
              <a:gd name="connsiteY0" fmla="*/ 133350 h 171450"/>
              <a:gd name="connsiteX1" fmla="*/ 142875 w 152400"/>
              <a:gd name="connsiteY1" fmla="*/ 133350 h 171450"/>
              <a:gd name="connsiteX2" fmla="*/ 152400 w 152400"/>
              <a:gd name="connsiteY2" fmla="*/ 142875 h 171450"/>
              <a:gd name="connsiteX3" fmla="*/ 76200 w 152400"/>
              <a:gd name="connsiteY3" fmla="*/ 171450 h 171450"/>
              <a:gd name="connsiteX4" fmla="*/ 0 w 152400"/>
              <a:gd name="connsiteY4" fmla="*/ 142875 h 171450"/>
              <a:gd name="connsiteX5" fmla="*/ 9525 w 152400"/>
              <a:gd name="connsiteY5" fmla="*/ 133350 h 171450"/>
              <a:gd name="connsiteX6" fmla="*/ 95249 w 152400"/>
              <a:gd name="connsiteY6" fmla="*/ 85724 h 171450"/>
              <a:gd name="connsiteX7" fmla="*/ 85724 w 152400"/>
              <a:gd name="connsiteY7" fmla="*/ 95249 h 171450"/>
              <a:gd name="connsiteX8" fmla="*/ 95249 w 152400"/>
              <a:gd name="connsiteY8" fmla="*/ 104774 h 171450"/>
              <a:gd name="connsiteX9" fmla="*/ 104774 w 152400"/>
              <a:gd name="connsiteY9" fmla="*/ 95249 h 171450"/>
              <a:gd name="connsiteX10" fmla="*/ 95249 w 152400"/>
              <a:gd name="connsiteY10" fmla="*/ 85724 h 171450"/>
              <a:gd name="connsiteX11" fmla="*/ 85724 w 152400"/>
              <a:gd name="connsiteY11" fmla="*/ 66674 h 171450"/>
              <a:gd name="connsiteX12" fmla="*/ 142874 w 152400"/>
              <a:gd name="connsiteY12" fmla="*/ 66674 h 171450"/>
              <a:gd name="connsiteX13" fmla="*/ 152395 w 152400"/>
              <a:gd name="connsiteY13" fmla="*/ 76199 h 171450"/>
              <a:gd name="connsiteX14" fmla="*/ 152399 w 152400"/>
              <a:gd name="connsiteY14" fmla="*/ 85724 h 171450"/>
              <a:gd name="connsiteX15" fmla="*/ 152245 w 152400"/>
              <a:gd name="connsiteY15" fmla="*/ 114299 h 171450"/>
              <a:gd name="connsiteX16" fmla="*/ 142874 w 152400"/>
              <a:gd name="connsiteY16" fmla="*/ 123824 h 171450"/>
              <a:gd name="connsiteX17" fmla="*/ 85724 w 152400"/>
              <a:gd name="connsiteY17" fmla="*/ 123824 h 171450"/>
              <a:gd name="connsiteX18" fmla="*/ 76199 w 152400"/>
              <a:gd name="connsiteY18" fmla="*/ 114299 h 171450"/>
              <a:gd name="connsiteX19" fmla="*/ 76199 w 152400"/>
              <a:gd name="connsiteY19" fmla="*/ 76199 h 171450"/>
              <a:gd name="connsiteX20" fmla="*/ 85724 w 152400"/>
              <a:gd name="connsiteY20" fmla="*/ 66674 h 171450"/>
              <a:gd name="connsiteX21" fmla="*/ 9525 w 152400"/>
              <a:gd name="connsiteY21" fmla="*/ 66674 h 171450"/>
              <a:gd name="connsiteX22" fmla="*/ 57150 w 152400"/>
              <a:gd name="connsiteY22" fmla="*/ 66674 h 171450"/>
              <a:gd name="connsiteX23" fmla="*/ 66675 w 152400"/>
              <a:gd name="connsiteY23" fmla="*/ 76199 h 171450"/>
              <a:gd name="connsiteX24" fmla="*/ 66675 w 152400"/>
              <a:gd name="connsiteY24" fmla="*/ 114299 h 171450"/>
              <a:gd name="connsiteX25" fmla="*/ 57150 w 152400"/>
              <a:gd name="connsiteY25" fmla="*/ 123824 h 171450"/>
              <a:gd name="connsiteX26" fmla="*/ 9525 w 152400"/>
              <a:gd name="connsiteY26" fmla="*/ 123824 h 171450"/>
              <a:gd name="connsiteX27" fmla="*/ 154 w 152400"/>
              <a:gd name="connsiteY27" fmla="*/ 114299 h 171450"/>
              <a:gd name="connsiteX28" fmla="*/ 0 w 152400"/>
              <a:gd name="connsiteY28" fmla="*/ 85724 h 171450"/>
              <a:gd name="connsiteX29" fmla="*/ 4 w 152400"/>
              <a:gd name="connsiteY29" fmla="*/ 76199 h 171450"/>
              <a:gd name="connsiteX30" fmla="*/ 9525 w 152400"/>
              <a:gd name="connsiteY30" fmla="*/ 66674 h 171450"/>
              <a:gd name="connsiteX31" fmla="*/ 76200 w 152400"/>
              <a:gd name="connsiteY31" fmla="*/ 0 h 171450"/>
              <a:gd name="connsiteX32" fmla="*/ 151970 w 152400"/>
              <a:gd name="connsiteY32" fmla="*/ 47625 h 171450"/>
              <a:gd name="connsiteX33" fmla="*/ 142875 w 152400"/>
              <a:gd name="connsiteY33" fmla="*/ 57150 h 171450"/>
              <a:gd name="connsiteX34" fmla="*/ 9524 w 152400"/>
              <a:gd name="connsiteY34" fmla="*/ 57150 h 171450"/>
              <a:gd name="connsiteX35" fmla="*/ 429 w 152400"/>
              <a:gd name="connsiteY35" fmla="*/ 47625 h 171450"/>
              <a:gd name="connsiteX36" fmla="*/ 76200 w 152400"/>
              <a:gd name="connsiteY3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2400" h="171450">
                <a:moveTo>
                  <a:pt x="9525" y="133350"/>
                </a:moveTo>
                <a:cubicBezTo>
                  <a:pt x="61601" y="133350"/>
                  <a:pt x="90799" y="133350"/>
                  <a:pt x="142875" y="133350"/>
                </a:cubicBezTo>
                <a:cubicBezTo>
                  <a:pt x="152168" y="133350"/>
                  <a:pt x="152400" y="133350"/>
                  <a:pt x="152400" y="142875"/>
                </a:cubicBezTo>
                <a:cubicBezTo>
                  <a:pt x="152400" y="171450"/>
                  <a:pt x="152400" y="171450"/>
                  <a:pt x="76200" y="171450"/>
                </a:cubicBezTo>
                <a:cubicBezTo>
                  <a:pt x="0" y="171450"/>
                  <a:pt x="0" y="171450"/>
                  <a:pt x="0" y="142875"/>
                </a:cubicBezTo>
                <a:cubicBezTo>
                  <a:pt x="154" y="133350"/>
                  <a:pt x="231" y="133350"/>
                  <a:pt x="9525" y="133350"/>
                </a:cubicBezTo>
                <a:close/>
                <a:moveTo>
                  <a:pt x="95249" y="85724"/>
                </a:moveTo>
                <a:cubicBezTo>
                  <a:pt x="89989" y="85724"/>
                  <a:pt x="85724" y="89989"/>
                  <a:pt x="85724" y="95249"/>
                </a:cubicBezTo>
                <a:cubicBezTo>
                  <a:pt x="85724" y="100510"/>
                  <a:pt x="89989" y="104774"/>
                  <a:pt x="95249" y="104774"/>
                </a:cubicBezTo>
                <a:cubicBezTo>
                  <a:pt x="100510" y="104774"/>
                  <a:pt x="104774" y="100510"/>
                  <a:pt x="104774" y="95249"/>
                </a:cubicBezTo>
                <a:cubicBezTo>
                  <a:pt x="104774" y="89989"/>
                  <a:pt x="100510" y="85724"/>
                  <a:pt x="95249" y="85724"/>
                </a:cubicBezTo>
                <a:close/>
                <a:moveTo>
                  <a:pt x="85724" y="66674"/>
                </a:moveTo>
                <a:cubicBezTo>
                  <a:pt x="108043" y="66674"/>
                  <a:pt x="120556" y="66674"/>
                  <a:pt x="142874" y="66674"/>
                </a:cubicBezTo>
                <a:cubicBezTo>
                  <a:pt x="152822" y="66674"/>
                  <a:pt x="152373" y="66244"/>
                  <a:pt x="152395" y="76199"/>
                </a:cubicBezTo>
                <a:cubicBezTo>
                  <a:pt x="152395" y="76199"/>
                  <a:pt x="152399" y="82424"/>
                  <a:pt x="152399" y="85724"/>
                </a:cubicBezTo>
                <a:cubicBezTo>
                  <a:pt x="152399" y="96562"/>
                  <a:pt x="152245" y="114299"/>
                  <a:pt x="152245" y="114299"/>
                </a:cubicBezTo>
                <a:cubicBezTo>
                  <a:pt x="152020" y="124033"/>
                  <a:pt x="152572" y="123824"/>
                  <a:pt x="142874" y="123824"/>
                </a:cubicBezTo>
                <a:cubicBezTo>
                  <a:pt x="124667" y="123824"/>
                  <a:pt x="108043" y="123824"/>
                  <a:pt x="85724" y="123824"/>
                </a:cubicBezTo>
                <a:cubicBezTo>
                  <a:pt x="75442" y="123824"/>
                  <a:pt x="76199" y="124582"/>
                  <a:pt x="76199" y="114299"/>
                </a:cubicBezTo>
                <a:cubicBezTo>
                  <a:pt x="76199" y="99420"/>
                  <a:pt x="76199" y="88071"/>
                  <a:pt x="76199" y="76199"/>
                </a:cubicBezTo>
                <a:cubicBezTo>
                  <a:pt x="76199" y="65917"/>
                  <a:pt x="75442" y="66674"/>
                  <a:pt x="85724" y="66674"/>
                </a:cubicBezTo>
                <a:close/>
                <a:moveTo>
                  <a:pt x="9525" y="66674"/>
                </a:moveTo>
                <a:cubicBezTo>
                  <a:pt x="28124" y="66674"/>
                  <a:pt x="38551" y="66674"/>
                  <a:pt x="57150" y="66674"/>
                </a:cubicBezTo>
                <a:cubicBezTo>
                  <a:pt x="67432" y="66674"/>
                  <a:pt x="66675" y="65917"/>
                  <a:pt x="66675" y="76199"/>
                </a:cubicBezTo>
                <a:cubicBezTo>
                  <a:pt x="66675" y="88071"/>
                  <a:pt x="66675" y="114299"/>
                  <a:pt x="66675" y="114299"/>
                </a:cubicBezTo>
                <a:cubicBezTo>
                  <a:pt x="66675" y="124106"/>
                  <a:pt x="67178" y="123824"/>
                  <a:pt x="57150" y="123824"/>
                </a:cubicBezTo>
                <a:cubicBezTo>
                  <a:pt x="38551" y="123824"/>
                  <a:pt x="9525" y="123824"/>
                  <a:pt x="9525" y="123824"/>
                </a:cubicBezTo>
                <a:cubicBezTo>
                  <a:pt x="293" y="123824"/>
                  <a:pt x="327" y="123570"/>
                  <a:pt x="154" y="114299"/>
                </a:cubicBezTo>
                <a:cubicBezTo>
                  <a:pt x="0" y="106029"/>
                  <a:pt x="0" y="96562"/>
                  <a:pt x="0" y="85724"/>
                </a:cubicBezTo>
                <a:cubicBezTo>
                  <a:pt x="0" y="82424"/>
                  <a:pt x="4" y="76199"/>
                  <a:pt x="4" y="76199"/>
                </a:cubicBezTo>
                <a:cubicBezTo>
                  <a:pt x="27" y="66244"/>
                  <a:pt x="-423" y="66674"/>
                  <a:pt x="9525" y="66674"/>
                </a:cubicBezTo>
                <a:close/>
                <a:moveTo>
                  <a:pt x="76200" y="0"/>
                </a:moveTo>
                <a:cubicBezTo>
                  <a:pt x="152400" y="0"/>
                  <a:pt x="152400" y="0"/>
                  <a:pt x="151970" y="47625"/>
                </a:cubicBezTo>
                <a:cubicBezTo>
                  <a:pt x="152400" y="57150"/>
                  <a:pt x="152245" y="57150"/>
                  <a:pt x="142875" y="57150"/>
                </a:cubicBezTo>
                <a:cubicBezTo>
                  <a:pt x="90798" y="57150"/>
                  <a:pt x="61601" y="57150"/>
                  <a:pt x="9524" y="57150"/>
                </a:cubicBezTo>
                <a:cubicBezTo>
                  <a:pt x="-1" y="57150"/>
                  <a:pt x="153" y="57150"/>
                  <a:pt x="429" y="47625"/>
                </a:cubicBezTo>
                <a:cubicBezTo>
                  <a:pt x="-1" y="0"/>
                  <a:pt x="-1" y="0"/>
                  <a:pt x="76200" y="0"/>
                </a:cubicBezTo>
                <a:close/>
              </a:path>
            </a:pathLst>
          </a:custGeom>
          <a:solidFill>
            <a:srgbClr val="000000"/>
          </a:solidFill>
          <a:ln w="9525" cap="flat">
            <a:noFill/>
            <a:prstDash val="solid"/>
            <a:miter/>
          </a:ln>
        </p:spPr>
        <p:txBody>
          <a:bodyPr rtlCol="0" anchor="ctr"/>
          <a:lstStyle/>
          <a:p>
            <a:endParaRPr lang="ru-RU"/>
          </a:p>
        </p:txBody>
      </p:sp>
      <p:sp>
        <p:nvSpPr>
          <p:cNvPr id="1454" name="Полилиния: фигура 1453">
            <a:extLst>
              <a:ext uri="{FF2B5EF4-FFF2-40B4-BE49-F238E27FC236}">
                <a16:creationId xmlns:a16="http://schemas.microsoft.com/office/drawing/2014/main" id="{1880F387-0A07-12C0-403F-2D092E7643DF}"/>
              </a:ext>
            </a:extLst>
          </p:cNvPr>
          <p:cNvSpPr/>
          <p:nvPr/>
        </p:nvSpPr>
        <p:spPr>
          <a:xfrm>
            <a:off x="10327196" y="2505803"/>
            <a:ext cx="171450" cy="152399"/>
          </a:xfrm>
          <a:custGeom>
            <a:avLst/>
            <a:gdLst>
              <a:gd name="connsiteX0" fmla="*/ 100854 w 171450"/>
              <a:gd name="connsiteY0" fmla="*/ 46020 h 152399"/>
              <a:gd name="connsiteX1" fmla="*/ 110119 w 171450"/>
              <a:gd name="connsiteY1" fmla="*/ 46075 h 152399"/>
              <a:gd name="connsiteX2" fmla="*/ 123825 w 171450"/>
              <a:gd name="connsiteY2" fmla="*/ 47624 h 152399"/>
              <a:gd name="connsiteX3" fmla="*/ 137531 w 171450"/>
              <a:gd name="connsiteY3" fmla="*/ 46075 h 152399"/>
              <a:gd name="connsiteX4" fmla="*/ 152400 w 171450"/>
              <a:gd name="connsiteY4" fmla="*/ 57149 h 152399"/>
              <a:gd name="connsiteX5" fmla="*/ 154781 w 171450"/>
              <a:gd name="connsiteY5" fmla="*/ 66674 h 152399"/>
              <a:gd name="connsiteX6" fmla="*/ 142290 w 171450"/>
              <a:gd name="connsiteY6" fmla="*/ 77204 h 152399"/>
              <a:gd name="connsiteX7" fmla="*/ 114300 w 171450"/>
              <a:gd name="connsiteY7" fmla="*/ 76199 h 152399"/>
              <a:gd name="connsiteX8" fmla="*/ 109538 w 171450"/>
              <a:gd name="connsiteY8" fmla="*/ 80962 h 152399"/>
              <a:gd name="connsiteX9" fmla="*/ 114300 w 171450"/>
              <a:gd name="connsiteY9" fmla="*/ 85724 h 152399"/>
              <a:gd name="connsiteX10" fmla="*/ 135495 w 171450"/>
              <a:gd name="connsiteY10" fmla="*/ 86254 h 152399"/>
              <a:gd name="connsiteX11" fmla="*/ 167850 w 171450"/>
              <a:gd name="connsiteY11" fmla="*/ 94982 h 152399"/>
              <a:gd name="connsiteX12" fmla="*/ 171450 w 171450"/>
              <a:gd name="connsiteY12" fmla="*/ 119062 h 152399"/>
              <a:gd name="connsiteX13" fmla="*/ 167850 w 171450"/>
              <a:gd name="connsiteY13" fmla="*/ 143142 h 152399"/>
              <a:gd name="connsiteX14" fmla="*/ 85725 w 171450"/>
              <a:gd name="connsiteY14" fmla="*/ 152399 h 152399"/>
              <a:gd name="connsiteX15" fmla="*/ 0 w 171450"/>
              <a:gd name="connsiteY15" fmla="*/ 119062 h 152399"/>
              <a:gd name="connsiteX16" fmla="*/ 3600 w 171450"/>
              <a:gd name="connsiteY16" fmla="*/ 94982 h 152399"/>
              <a:gd name="connsiteX17" fmla="*/ 19683 w 171450"/>
              <a:gd name="connsiteY17" fmla="*/ 87666 h 152399"/>
              <a:gd name="connsiteX18" fmla="*/ 19050 w 171450"/>
              <a:gd name="connsiteY18" fmla="*/ 76199 h 152399"/>
              <a:gd name="connsiteX19" fmla="*/ 47625 w 171450"/>
              <a:gd name="connsiteY19" fmla="*/ 47624 h 152399"/>
              <a:gd name="connsiteX20" fmla="*/ 76200 w 171450"/>
              <a:gd name="connsiteY20" fmla="*/ 76199 h 152399"/>
              <a:gd name="connsiteX21" fmla="*/ 75800 w 171450"/>
              <a:gd name="connsiteY21" fmla="*/ 85726 h 152399"/>
              <a:gd name="connsiteX22" fmla="*/ 85725 w 171450"/>
              <a:gd name="connsiteY22" fmla="*/ 85724 h 152399"/>
              <a:gd name="connsiteX23" fmla="*/ 88106 w 171450"/>
              <a:gd name="connsiteY23" fmla="*/ 85724 h 152399"/>
              <a:gd name="connsiteX24" fmla="*/ 95250 w 171450"/>
              <a:gd name="connsiteY24" fmla="*/ 57149 h 152399"/>
              <a:gd name="connsiteX25" fmla="*/ 100854 w 171450"/>
              <a:gd name="connsiteY25" fmla="*/ 46020 h 152399"/>
              <a:gd name="connsiteX26" fmla="*/ 123825 w 171450"/>
              <a:gd name="connsiteY26" fmla="*/ 0 h 152399"/>
              <a:gd name="connsiteX27" fmla="*/ 142875 w 171450"/>
              <a:gd name="connsiteY27" fmla="*/ 19050 h 152399"/>
              <a:gd name="connsiteX28" fmla="*/ 123825 w 171450"/>
              <a:gd name="connsiteY28" fmla="*/ 38100 h 152399"/>
              <a:gd name="connsiteX29" fmla="*/ 104775 w 171450"/>
              <a:gd name="connsiteY29" fmla="*/ 19050 h 152399"/>
              <a:gd name="connsiteX30" fmla="*/ 123825 w 171450"/>
              <a:gd name="connsiteY30" fmla="*/ 0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450" h="152399">
                <a:moveTo>
                  <a:pt x="100854" y="46020"/>
                </a:moveTo>
                <a:cubicBezTo>
                  <a:pt x="103129" y="44716"/>
                  <a:pt x="106014" y="45277"/>
                  <a:pt x="110119" y="46075"/>
                </a:cubicBezTo>
                <a:cubicBezTo>
                  <a:pt x="113653" y="46762"/>
                  <a:pt x="118092" y="47624"/>
                  <a:pt x="123825" y="47624"/>
                </a:cubicBezTo>
                <a:cubicBezTo>
                  <a:pt x="129558" y="47624"/>
                  <a:pt x="133997" y="46762"/>
                  <a:pt x="137531" y="46075"/>
                </a:cubicBezTo>
                <a:cubicBezTo>
                  <a:pt x="145741" y="44479"/>
                  <a:pt x="149071" y="43832"/>
                  <a:pt x="152400" y="57149"/>
                </a:cubicBezTo>
                <a:lnTo>
                  <a:pt x="154781" y="66674"/>
                </a:lnTo>
                <a:cubicBezTo>
                  <a:pt x="157163" y="76199"/>
                  <a:pt x="152400" y="78099"/>
                  <a:pt x="142290" y="77204"/>
                </a:cubicBezTo>
                <a:cubicBezTo>
                  <a:pt x="132400" y="76329"/>
                  <a:pt x="122259" y="76199"/>
                  <a:pt x="114300" y="76199"/>
                </a:cubicBezTo>
                <a:cubicBezTo>
                  <a:pt x="111670" y="76199"/>
                  <a:pt x="109538" y="78332"/>
                  <a:pt x="109538" y="80962"/>
                </a:cubicBezTo>
                <a:cubicBezTo>
                  <a:pt x="109538" y="83592"/>
                  <a:pt x="111670" y="85724"/>
                  <a:pt x="114300" y="85724"/>
                </a:cubicBezTo>
                <a:cubicBezTo>
                  <a:pt x="120542" y="85724"/>
                  <a:pt x="127979" y="85806"/>
                  <a:pt x="135495" y="86254"/>
                </a:cubicBezTo>
                <a:cubicBezTo>
                  <a:pt x="154755" y="87100"/>
                  <a:pt x="163697" y="89292"/>
                  <a:pt x="167850" y="94982"/>
                </a:cubicBezTo>
                <a:cubicBezTo>
                  <a:pt x="171450" y="99914"/>
                  <a:pt x="171450" y="107474"/>
                  <a:pt x="171450" y="119062"/>
                </a:cubicBezTo>
                <a:cubicBezTo>
                  <a:pt x="171450" y="130650"/>
                  <a:pt x="171450" y="138210"/>
                  <a:pt x="167850" y="143142"/>
                </a:cubicBezTo>
                <a:cubicBezTo>
                  <a:pt x="161093" y="152399"/>
                  <a:pt x="141653" y="152399"/>
                  <a:pt x="85725" y="152399"/>
                </a:cubicBezTo>
                <a:cubicBezTo>
                  <a:pt x="0" y="152399"/>
                  <a:pt x="0" y="152399"/>
                  <a:pt x="0" y="119062"/>
                </a:cubicBezTo>
                <a:cubicBezTo>
                  <a:pt x="0" y="107474"/>
                  <a:pt x="0" y="99914"/>
                  <a:pt x="3600" y="94982"/>
                </a:cubicBezTo>
                <a:cubicBezTo>
                  <a:pt x="6342" y="91225"/>
                  <a:pt x="11173" y="88992"/>
                  <a:pt x="19683" y="87666"/>
                </a:cubicBezTo>
                <a:cubicBezTo>
                  <a:pt x="19231" y="84446"/>
                  <a:pt x="19050" y="80654"/>
                  <a:pt x="19050" y="76199"/>
                </a:cubicBezTo>
                <a:cubicBezTo>
                  <a:pt x="19050" y="52668"/>
                  <a:pt x="24093" y="47624"/>
                  <a:pt x="47625" y="47624"/>
                </a:cubicBezTo>
                <a:cubicBezTo>
                  <a:pt x="71157" y="47624"/>
                  <a:pt x="76200" y="52668"/>
                  <a:pt x="76200" y="76199"/>
                </a:cubicBezTo>
                <a:cubicBezTo>
                  <a:pt x="76200" y="79789"/>
                  <a:pt x="76083" y="82950"/>
                  <a:pt x="75800" y="85726"/>
                </a:cubicBezTo>
                <a:cubicBezTo>
                  <a:pt x="78974" y="85724"/>
                  <a:pt x="82280" y="85724"/>
                  <a:pt x="85725" y="85724"/>
                </a:cubicBezTo>
                <a:cubicBezTo>
                  <a:pt x="86526" y="85724"/>
                  <a:pt x="87320" y="85724"/>
                  <a:pt x="88106" y="85724"/>
                </a:cubicBezTo>
                <a:lnTo>
                  <a:pt x="95250" y="57149"/>
                </a:lnTo>
                <a:cubicBezTo>
                  <a:pt x="96915" y="50491"/>
                  <a:pt x="98579" y="47323"/>
                  <a:pt x="100854" y="46020"/>
                </a:cubicBezTo>
                <a:close/>
                <a:moveTo>
                  <a:pt x="123825" y="0"/>
                </a:moveTo>
                <a:cubicBezTo>
                  <a:pt x="134346" y="0"/>
                  <a:pt x="142875" y="8529"/>
                  <a:pt x="142875" y="19050"/>
                </a:cubicBezTo>
                <a:cubicBezTo>
                  <a:pt x="142875" y="29571"/>
                  <a:pt x="134346" y="38100"/>
                  <a:pt x="123825" y="38100"/>
                </a:cubicBezTo>
                <a:cubicBezTo>
                  <a:pt x="113304" y="38100"/>
                  <a:pt x="104775" y="29571"/>
                  <a:pt x="104775" y="19050"/>
                </a:cubicBezTo>
                <a:cubicBezTo>
                  <a:pt x="104775" y="8529"/>
                  <a:pt x="113304" y="0"/>
                  <a:pt x="123825" y="0"/>
                </a:cubicBezTo>
                <a:close/>
              </a:path>
            </a:pathLst>
          </a:custGeom>
          <a:solidFill>
            <a:srgbClr val="000000"/>
          </a:solidFill>
          <a:ln w="9525" cap="flat">
            <a:noFill/>
            <a:prstDash val="solid"/>
            <a:miter/>
          </a:ln>
        </p:spPr>
        <p:txBody>
          <a:bodyPr rtlCol="0" anchor="ctr"/>
          <a:lstStyle/>
          <a:p>
            <a:endParaRPr lang="ru-RU"/>
          </a:p>
        </p:txBody>
      </p:sp>
      <p:sp>
        <p:nvSpPr>
          <p:cNvPr id="1459" name="Полилиния: фигура 1458">
            <a:extLst>
              <a:ext uri="{FF2B5EF4-FFF2-40B4-BE49-F238E27FC236}">
                <a16:creationId xmlns:a16="http://schemas.microsoft.com/office/drawing/2014/main" id="{42577A8F-2D7E-C170-2C2E-AA50519A7942}"/>
              </a:ext>
            </a:extLst>
          </p:cNvPr>
          <p:cNvSpPr/>
          <p:nvPr/>
        </p:nvSpPr>
        <p:spPr>
          <a:xfrm>
            <a:off x="10327196" y="3046098"/>
            <a:ext cx="171449" cy="171449"/>
          </a:xfrm>
          <a:custGeom>
            <a:avLst/>
            <a:gdLst>
              <a:gd name="connsiteX0" fmla="*/ 123051 w 171449"/>
              <a:gd name="connsiteY0" fmla="*/ 29583 h 171449"/>
              <a:gd name="connsiteX1" fmla="*/ 133349 w 171449"/>
              <a:gd name="connsiteY1" fmla="*/ 30036 h 171449"/>
              <a:gd name="connsiteX2" fmla="*/ 158480 w 171449"/>
              <a:gd name="connsiteY2" fmla="*/ 114462 h 171449"/>
              <a:gd name="connsiteX3" fmla="*/ 94150 w 171449"/>
              <a:gd name="connsiteY3" fmla="*/ 166669 h 171449"/>
              <a:gd name="connsiteX4" fmla="*/ 94150 w 171449"/>
              <a:gd name="connsiteY4" fmla="*/ 152400 h 171449"/>
              <a:gd name="connsiteX5" fmla="*/ 122015 w 171449"/>
              <a:gd name="connsiteY5" fmla="*/ 140582 h 171449"/>
              <a:gd name="connsiteX6" fmla="*/ 139985 w 171449"/>
              <a:gd name="connsiteY6" fmla="*/ 122845 h 171449"/>
              <a:gd name="connsiteX7" fmla="*/ 141586 w 171449"/>
              <a:gd name="connsiteY7" fmla="*/ 94659 h 171449"/>
              <a:gd name="connsiteX8" fmla="*/ 125653 w 171449"/>
              <a:gd name="connsiteY8" fmla="*/ 42862 h 171449"/>
              <a:gd name="connsiteX9" fmla="*/ 123051 w 171449"/>
              <a:gd name="connsiteY9" fmla="*/ 29583 h 171449"/>
              <a:gd name="connsiteX10" fmla="*/ 69734 w 171449"/>
              <a:gd name="connsiteY10" fmla="*/ 945 h 171449"/>
              <a:gd name="connsiteX11" fmla="*/ 120402 w 171449"/>
              <a:gd name="connsiteY11" fmla="*/ 56986 h 171449"/>
              <a:gd name="connsiteX12" fmla="*/ 90950 w 171449"/>
              <a:gd name="connsiteY12" fmla="*/ 142966 h 171449"/>
              <a:gd name="connsiteX13" fmla="*/ 12968 w 171449"/>
              <a:gd name="connsiteY13" fmla="*/ 95551 h 171449"/>
              <a:gd name="connsiteX14" fmla="*/ 42420 w 171449"/>
              <a:gd name="connsiteY14" fmla="*/ 9571 h 171449"/>
              <a:gd name="connsiteX15" fmla="*/ 69734 w 171449"/>
              <a:gd name="connsiteY15" fmla="*/ 945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1449" h="171449">
                <a:moveTo>
                  <a:pt x="123051" y="29583"/>
                </a:moveTo>
                <a:cubicBezTo>
                  <a:pt x="124291" y="27642"/>
                  <a:pt x="127682" y="27990"/>
                  <a:pt x="133349" y="30036"/>
                </a:cubicBezTo>
                <a:cubicBezTo>
                  <a:pt x="173597" y="44566"/>
                  <a:pt x="181929" y="50009"/>
                  <a:pt x="158480" y="114462"/>
                </a:cubicBezTo>
                <a:cubicBezTo>
                  <a:pt x="136955" y="173628"/>
                  <a:pt x="126839" y="177550"/>
                  <a:pt x="94150" y="166669"/>
                </a:cubicBezTo>
                <a:cubicBezTo>
                  <a:pt x="76199" y="160694"/>
                  <a:pt x="76199" y="158624"/>
                  <a:pt x="94150" y="152400"/>
                </a:cubicBezTo>
                <a:cubicBezTo>
                  <a:pt x="103893" y="149021"/>
                  <a:pt x="113535" y="145114"/>
                  <a:pt x="122015" y="140582"/>
                </a:cubicBezTo>
                <a:cubicBezTo>
                  <a:pt x="129696" y="136479"/>
                  <a:pt x="136342" y="131156"/>
                  <a:pt x="139985" y="122845"/>
                </a:cubicBezTo>
                <a:cubicBezTo>
                  <a:pt x="143530" y="114758"/>
                  <a:pt x="143536" y="105387"/>
                  <a:pt x="141586" y="94659"/>
                </a:cubicBezTo>
                <a:cubicBezTo>
                  <a:pt x="138418" y="77237"/>
                  <a:pt x="132580" y="59642"/>
                  <a:pt x="125653" y="42862"/>
                </a:cubicBezTo>
                <a:cubicBezTo>
                  <a:pt x="122720" y="35753"/>
                  <a:pt x="121810" y="31524"/>
                  <a:pt x="123051" y="29583"/>
                </a:cubicBezTo>
                <a:close/>
                <a:moveTo>
                  <a:pt x="69734" y="945"/>
                </a:moveTo>
                <a:cubicBezTo>
                  <a:pt x="92160" y="-3570"/>
                  <a:pt x="102203" y="6963"/>
                  <a:pt x="120402" y="56986"/>
                </a:cubicBezTo>
                <a:cubicBezTo>
                  <a:pt x="144667" y="123684"/>
                  <a:pt x="134900" y="127190"/>
                  <a:pt x="90950" y="142966"/>
                </a:cubicBezTo>
                <a:cubicBezTo>
                  <a:pt x="46999" y="158743"/>
                  <a:pt x="37233" y="162248"/>
                  <a:pt x="12968" y="95551"/>
                </a:cubicBezTo>
                <a:cubicBezTo>
                  <a:pt x="-11297" y="28853"/>
                  <a:pt x="-1530" y="25347"/>
                  <a:pt x="42420" y="9571"/>
                </a:cubicBezTo>
                <a:cubicBezTo>
                  <a:pt x="53408" y="5627"/>
                  <a:pt x="62259" y="2450"/>
                  <a:pt x="69734" y="945"/>
                </a:cubicBezTo>
                <a:close/>
              </a:path>
            </a:pathLst>
          </a:custGeom>
          <a:solidFill>
            <a:srgbClr val="000000"/>
          </a:solidFill>
          <a:ln w="9525" cap="flat">
            <a:noFill/>
            <a:prstDash val="solid"/>
            <a:miter/>
          </a:ln>
        </p:spPr>
        <p:txBody>
          <a:bodyPr rtlCol="0" anchor="ctr"/>
          <a:lstStyle/>
          <a:p>
            <a:endParaRPr lang="ru-RU"/>
          </a:p>
        </p:txBody>
      </p:sp>
      <p:sp>
        <p:nvSpPr>
          <p:cNvPr id="1122" name="Рисунок 710">
            <a:extLst>
              <a:ext uri="{FF2B5EF4-FFF2-40B4-BE49-F238E27FC236}">
                <a16:creationId xmlns:a16="http://schemas.microsoft.com/office/drawing/2014/main" id="{DF6FC86C-ABA5-0225-6FF2-D91DB854FE0F}"/>
              </a:ext>
            </a:extLst>
          </p:cNvPr>
          <p:cNvSpPr/>
          <p:nvPr/>
        </p:nvSpPr>
        <p:spPr>
          <a:xfrm>
            <a:off x="10336721" y="4600117"/>
            <a:ext cx="152389" cy="171450"/>
          </a:xfrm>
          <a:custGeom>
            <a:avLst/>
            <a:gdLst>
              <a:gd name="connsiteX0" fmla="*/ 0 w 152389"/>
              <a:gd name="connsiteY0" fmla="*/ 85785 h 171450"/>
              <a:gd name="connsiteX1" fmla="*/ 10698 w 152389"/>
              <a:gd name="connsiteY1" fmla="*/ 9503 h 171450"/>
              <a:gd name="connsiteX2" fmla="*/ 76216 w 152389"/>
              <a:gd name="connsiteY2" fmla="*/ 0 h 171450"/>
              <a:gd name="connsiteX3" fmla="*/ 95250 w 152389"/>
              <a:gd name="connsiteY3" fmla="*/ 952 h 171450"/>
              <a:gd name="connsiteX4" fmla="*/ 128588 w 152389"/>
              <a:gd name="connsiteY4" fmla="*/ 23813 h 171450"/>
              <a:gd name="connsiteX5" fmla="*/ 151448 w 152389"/>
              <a:gd name="connsiteY5" fmla="*/ 57150 h 171450"/>
              <a:gd name="connsiteX6" fmla="*/ 152373 w 152389"/>
              <a:gd name="connsiteY6" fmla="*/ 88120 h 171450"/>
              <a:gd name="connsiteX7" fmla="*/ 141155 w 152389"/>
              <a:gd name="connsiteY7" fmla="*/ 162048 h 171450"/>
              <a:gd name="connsiteX8" fmla="*/ 76200 w 152389"/>
              <a:gd name="connsiteY8" fmla="*/ 171450 h 171450"/>
              <a:gd name="connsiteX9" fmla="*/ 10681 w 152389"/>
              <a:gd name="connsiteY9" fmla="*/ 162002 h 171450"/>
              <a:gd name="connsiteX10" fmla="*/ 0 w 152389"/>
              <a:gd name="connsiteY10" fmla="*/ 85785 h 171450"/>
              <a:gd name="connsiteX11" fmla="*/ 38100 w 152389"/>
              <a:gd name="connsiteY11" fmla="*/ 66675 h 171450"/>
              <a:gd name="connsiteX12" fmla="*/ 47625 w 152389"/>
              <a:gd name="connsiteY12" fmla="*/ 76200 h 171450"/>
              <a:gd name="connsiteX13" fmla="*/ 104775 w 152389"/>
              <a:gd name="connsiteY13" fmla="*/ 76200 h 171450"/>
              <a:gd name="connsiteX14" fmla="*/ 114300 w 152389"/>
              <a:gd name="connsiteY14" fmla="*/ 66675 h 171450"/>
              <a:gd name="connsiteX15" fmla="*/ 104775 w 152389"/>
              <a:gd name="connsiteY15" fmla="*/ 57150 h 171450"/>
              <a:gd name="connsiteX16" fmla="*/ 47625 w 152389"/>
              <a:gd name="connsiteY16" fmla="*/ 57150 h 171450"/>
              <a:gd name="connsiteX17" fmla="*/ 38100 w 152389"/>
              <a:gd name="connsiteY17" fmla="*/ 66675 h 171450"/>
              <a:gd name="connsiteX18" fmla="*/ 47625 w 152389"/>
              <a:gd name="connsiteY18" fmla="*/ 95250 h 171450"/>
              <a:gd name="connsiteX19" fmla="*/ 38100 w 152389"/>
              <a:gd name="connsiteY19" fmla="*/ 104775 h 171450"/>
              <a:gd name="connsiteX20" fmla="*/ 47625 w 152389"/>
              <a:gd name="connsiteY20" fmla="*/ 114300 h 171450"/>
              <a:gd name="connsiteX21" fmla="*/ 85725 w 152389"/>
              <a:gd name="connsiteY21" fmla="*/ 114300 h 171450"/>
              <a:gd name="connsiteX22" fmla="*/ 95250 w 152389"/>
              <a:gd name="connsiteY22" fmla="*/ 104775 h 171450"/>
              <a:gd name="connsiteX23" fmla="*/ 85725 w 152389"/>
              <a:gd name="connsiteY23" fmla="*/ 95250 h 171450"/>
              <a:gd name="connsiteX24" fmla="*/ 47625 w 152389"/>
              <a:gd name="connsiteY24" fmla="*/ 952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389" h="171450">
                <a:moveTo>
                  <a:pt x="0" y="85785"/>
                </a:moveTo>
                <a:cubicBezTo>
                  <a:pt x="0" y="41199"/>
                  <a:pt x="0" y="19787"/>
                  <a:pt x="10698" y="9503"/>
                </a:cubicBezTo>
                <a:cubicBezTo>
                  <a:pt x="20583" y="0"/>
                  <a:pt x="39621" y="0"/>
                  <a:pt x="76216" y="0"/>
                </a:cubicBezTo>
                <a:cubicBezTo>
                  <a:pt x="80984" y="0"/>
                  <a:pt x="90493" y="0"/>
                  <a:pt x="95250" y="952"/>
                </a:cubicBezTo>
                <a:cubicBezTo>
                  <a:pt x="104910" y="2884"/>
                  <a:pt x="109538" y="4763"/>
                  <a:pt x="128588" y="23813"/>
                </a:cubicBezTo>
                <a:cubicBezTo>
                  <a:pt x="147638" y="42863"/>
                  <a:pt x="149569" y="47760"/>
                  <a:pt x="151448" y="57150"/>
                </a:cubicBezTo>
                <a:cubicBezTo>
                  <a:pt x="152400" y="61913"/>
                  <a:pt x="152427" y="83357"/>
                  <a:pt x="152373" y="88120"/>
                </a:cubicBezTo>
                <a:cubicBezTo>
                  <a:pt x="151898" y="131184"/>
                  <a:pt x="151668" y="151993"/>
                  <a:pt x="141155" y="162048"/>
                </a:cubicBezTo>
                <a:cubicBezTo>
                  <a:pt x="131324" y="171449"/>
                  <a:pt x="112619" y="171450"/>
                  <a:pt x="76200" y="171450"/>
                </a:cubicBezTo>
                <a:cubicBezTo>
                  <a:pt x="39867" y="171450"/>
                  <a:pt x="20523" y="171449"/>
                  <a:pt x="10681" y="162002"/>
                </a:cubicBezTo>
                <a:cubicBezTo>
                  <a:pt x="0" y="151749"/>
                  <a:pt x="0" y="130370"/>
                  <a:pt x="0" y="85785"/>
                </a:cubicBezTo>
                <a:close/>
                <a:moveTo>
                  <a:pt x="38100" y="66675"/>
                </a:moveTo>
                <a:cubicBezTo>
                  <a:pt x="38100" y="71936"/>
                  <a:pt x="42364" y="76200"/>
                  <a:pt x="47625" y="76200"/>
                </a:cubicBezTo>
                <a:lnTo>
                  <a:pt x="104775" y="76200"/>
                </a:lnTo>
                <a:cubicBezTo>
                  <a:pt x="110036" y="76200"/>
                  <a:pt x="114300" y="71936"/>
                  <a:pt x="114300" y="66675"/>
                </a:cubicBezTo>
                <a:cubicBezTo>
                  <a:pt x="114300" y="61414"/>
                  <a:pt x="110036" y="57150"/>
                  <a:pt x="104775" y="57150"/>
                </a:cubicBezTo>
                <a:lnTo>
                  <a:pt x="47625" y="57150"/>
                </a:lnTo>
                <a:cubicBezTo>
                  <a:pt x="42364" y="57150"/>
                  <a:pt x="38100" y="61414"/>
                  <a:pt x="38100" y="66675"/>
                </a:cubicBezTo>
                <a:close/>
                <a:moveTo>
                  <a:pt x="47625" y="95250"/>
                </a:moveTo>
                <a:cubicBezTo>
                  <a:pt x="42364" y="95250"/>
                  <a:pt x="38100" y="99514"/>
                  <a:pt x="38100" y="104775"/>
                </a:cubicBezTo>
                <a:cubicBezTo>
                  <a:pt x="38100" y="110036"/>
                  <a:pt x="42364" y="114300"/>
                  <a:pt x="47625" y="114300"/>
                </a:cubicBezTo>
                <a:lnTo>
                  <a:pt x="85725" y="114300"/>
                </a:lnTo>
                <a:cubicBezTo>
                  <a:pt x="90986" y="114300"/>
                  <a:pt x="95250" y="110036"/>
                  <a:pt x="95250" y="104775"/>
                </a:cubicBezTo>
                <a:cubicBezTo>
                  <a:pt x="95250" y="99514"/>
                  <a:pt x="90986" y="95250"/>
                  <a:pt x="85725" y="95250"/>
                </a:cubicBezTo>
                <a:lnTo>
                  <a:pt x="47625" y="95250"/>
                </a:lnTo>
                <a:close/>
              </a:path>
            </a:pathLst>
          </a:custGeom>
          <a:solidFill>
            <a:srgbClr val="000000"/>
          </a:solidFill>
          <a:ln w="9525" cap="flat">
            <a:noFill/>
            <a:prstDash val="solid"/>
            <a:miter/>
          </a:ln>
        </p:spPr>
        <p:txBody>
          <a:bodyPr rtlCol="0" anchor="ctr"/>
          <a:lstStyle/>
          <a:p>
            <a:endParaRPr lang="ru-RU"/>
          </a:p>
        </p:txBody>
      </p:sp>
      <p:sp>
        <p:nvSpPr>
          <p:cNvPr id="1463" name="Полилиния: фигура 1462">
            <a:extLst>
              <a:ext uri="{FF2B5EF4-FFF2-40B4-BE49-F238E27FC236}">
                <a16:creationId xmlns:a16="http://schemas.microsoft.com/office/drawing/2014/main" id="{0889F7B5-9CD2-248A-60A8-CBDED638F4CB}"/>
              </a:ext>
            </a:extLst>
          </p:cNvPr>
          <p:cNvSpPr/>
          <p:nvPr/>
        </p:nvSpPr>
        <p:spPr>
          <a:xfrm>
            <a:off x="10327196" y="5100761"/>
            <a:ext cx="171450" cy="180976"/>
          </a:xfrm>
          <a:custGeom>
            <a:avLst/>
            <a:gdLst>
              <a:gd name="connsiteX0" fmla="*/ 104775 w 171450"/>
              <a:gd name="connsiteY0" fmla="*/ 114300 h 180976"/>
              <a:gd name="connsiteX1" fmla="*/ 95250 w 171450"/>
              <a:gd name="connsiteY1" fmla="*/ 123825 h 180976"/>
              <a:gd name="connsiteX2" fmla="*/ 104775 w 171450"/>
              <a:gd name="connsiteY2" fmla="*/ 133350 h 180976"/>
              <a:gd name="connsiteX3" fmla="*/ 123825 w 171450"/>
              <a:gd name="connsiteY3" fmla="*/ 133350 h 180976"/>
              <a:gd name="connsiteX4" fmla="*/ 133350 w 171450"/>
              <a:gd name="connsiteY4" fmla="*/ 123825 h 180976"/>
              <a:gd name="connsiteX5" fmla="*/ 123825 w 171450"/>
              <a:gd name="connsiteY5" fmla="*/ 114300 h 180976"/>
              <a:gd name="connsiteX6" fmla="*/ 114300 w 171450"/>
              <a:gd name="connsiteY6" fmla="*/ 85725 h 180976"/>
              <a:gd name="connsiteX7" fmla="*/ 104775 w 171450"/>
              <a:gd name="connsiteY7" fmla="*/ 95250 h 180976"/>
              <a:gd name="connsiteX8" fmla="*/ 114300 w 171450"/>
              <a:gd name="connsiteY8" fmla="*/ 104775 h 180976"/>
              <a:gd name="connsiteX9" fmla="*/ 123825 w 171450"/>
              <a:gd name="connsiteY9" fmla="*/ 104775 h 180976"/>
              <a:gd name="connsiteX10" fmla="*/ 133350 w 171450"/>
              <a:gd name="connsiteY10" fmla="*/ 95250 h 180976"/>
              <a:gd name="connsiteX11" fmla="*/ 123825 w 171450"/>
              <a:gd name="connsiteY11" fmla="*/ 85725 h 180976"/>
              <a:gd name="connsiteX12" fmla="*/ 66675 w 171450"/>
              <a:gd name="connsiteY12" fmla="*/ 85725 h 180976"/>
              <a:gd name="connsiteX13" fmla="*/ 73897 w 171450"/>
              <a:gd name="connsiteY13" fmla="*/ 88028 h 180976"/>
              <a:gd name="connsiteX14" fmla="*/ 76200 w 171450"/>
              <a:gd name="connsiteY14" fmla="*/ 95250 h 180976"/>
              <a:gd name="connsiteX15" fmla="*/ 73897 w 171450"/>
              <a:gd name="connsiteY15" fmla="*/ 102472 h 180976"/>
              <a:gd name="connsiteX16" fmla="*/ 66675 w 171450"/>
              <a:gd name="connsiteY16" fmla="*/ 104775 h 180976"/>
              <a:gd name="connsiteX17" fmla="*/ 59453 w 171450"/>
              <a:gd name="connsiteY17" fmla="*/ 102472 h 180976"/>
              <a:gd name="connsiteX18" fmla="*/ 57150 w 171450"/>
              <a:gd name="connsiteY18" fmla="*/ 95250 h 180976"/>
              <a:gd name="connsiteX19" fmla="*/ 59453 w 171450"/>
              <a:gd name="connsiteY19" fmla="*/ 88028 h 180976"/>
              <a:gd name="connsiteX20" fmla="*/ 66675 w 171450"/>
              <a:gd name="connsiteY20" fmla="*/ 85725 h 180976"/>
              <a:gd name="connsiteX21" fmla="*/ 66675 w 171450"/>
              <a:gd name="connsiteY21" fmla="*/ 66675 h 180976"/>
              <a:gd name="connsiteX22" fmla="*/ 45982 w 171450"/>
              <a:gd name="connsiteY22" fmla="*/ 74557 h 180976"/>
              <a:gd name="connsiteX23" fmla="*/ 38100 w 171450"/>
              <a:gd name="connsiteY23" fmla="*/ 95250 h 180976"/>
              <a:gd name="connsiteX24" fmla="*/ 45982 w 171450"/>
              <a:gd name="connsiteY24" fmla="*/ 115943 h 180976"/>
              <a:gd name="connsiteX25" fmla="*/ 66675 w 171450"/>
              <a:gd name="connsiteY25" fmla="*/ 123825 h 180976"/>
              <a:gd name="connsiteX26" fmla="*/ 87368 w 171450"/>
              <a:gd name="connsiteY26" fmla="*/ 115943 h 180976"/>
              <a:gd name="connsiteX27" fmla="*/ 95250 w 171450"/>
              <a:gd name="connsiteY27" fmla="*/ 95250 h 180976"/>
              <a:gd name="connsiteX28" fmla="*/ 87368 w 171450"/>
              <a:gd name="connsiteY28" fmla="*/ 74557 h 180976"/>
              <a:gd name="connsiteX29" fmla="*/ 66675 w 171450"/>
              <a:gd name="connsiteY29" fmla="*/ 66675 h 180976"/>
              <a:gd name="connsiteX30" fmla="*/ 104775 w 171450"/>
              <a:gd name="connsiteY30" fmla="*/ 57150 h 180976"/>
              <a:gd name="connsiteX31" fmla="*/ 95250 w 171450"/>
              <a:gd name="connsiteY31" fmla="*/ 66675 h 180976"/>
              <a:gd name="connsiteX32" fmla="*/ 104775 w 171450"/>
              <a:gd name="connsiteY32" fmla="*/ 76200 h 180976"/>
              <a:gd name="connsiteX33" fmla="*/ 123825 w 171450"/>
              <a:gd name="connsiteY33" fmla="*/ 76200 h 180976"/>
              <a:gd name="connsiteX34" fmla="*/ 133350 w 171450"/>
              <a:gd name="connsiteY34" fmla="*/ 66675 h 180976"/>
              <a:gd name="connsiteX35" fmla="*/ 123825 w 171450"/>
              <a:gd name="connsiteY35" fmla="*/ 57150 h 180976"/>
              <a:gd name="connsiteX36" fmla="*/ 85725 w 171450"/>
              <a:gd name="connsiteY36" fmla="*/ 38100 h 180976"/>
              <a:gd name="connsiteX37" fmla="*/ 157141 w 171450"/>
              <a:gd name="connsiteY37" fmla="*/ 47030 h 180976"/>
              <a:gd name="connsiteX38" fmla="*/ 161925 w 171450"/>
              <a:gd name="connsiteY38" fmla="*/ 78921 h 180976"/>
              <a:gd name="connsiteX39" fmla="*/ 138251 w 171450"/>
              <a:gd name="connsiteY39" fmla="*/ 144697 h 180976"/>
              <a:gd name="connsiteX40" fmla="*/ 133028 w 171450"/>
              <a:gd name="connsiteY40" fmla="*/ 152400 h 180976"/>
              <a:gd name="connsiteX41" fmla="*/ 141518 w 171450"/>
              <a:gd name="connsiteY41" fmla="*/ 166549 h 180976"/>
              <a:gd name="connsiteX42" fmla="*/ 138251 w 171450"/>
              <a:gd name="connsiteY42" fmla="*/ 179618 h 180976"/>
              <a:gd name="connsiteX43" fmla="*/ 125182 w 171450"/>
              <a:gd name="connsiteY43" fmla="*/ 176351 h 180976"/>
              <a:gd name="connsiteX44" fmla="*/ 114300 w 171450"/>
              <a:gd name="connsiteY44" fmla="*/ 158213 h 180976"/>
              <a:gd name="connsiteX45" fmla="*/ 100013 w 171450"/>
              <a:gd name="connsiteY45" fmla="*/ 152127 h 180976"/>
              <a:gd name="connsiteX46" fmla="*/ 85725 w 171450"/>
              <a:gd name="connsiteY46" fmla="*/ 152400 h 180976"/>
              <a:gd name="connsiteX47" fmla="*/ 71438 w 171450"/>
              <a:gd name="connsiteY47" fmla="*/ 152127 h 180976"/>
              <a:gd name="connsiteX48" fmla="*/ 57150 w 171450"/>
              <a:gd name="connsiteY48" fmla="*/ 158214 h 180976"/>
              <a:gd name="connsiteX49" fmla="*/ 46268 w 171450"/>
              <a:gd name="connsiteY49" fmla="*/ 176351 h 180976"/>
              <a:gd name="connsiteX50" fmla="*/ 33200 w 171450"/>
              <a:gd name="connsiteY50" fmla="*/ 179618 h 180976"/>
              <a:gd name="connsiteX51" fmla="*/ 29933 w 171450"/>
              <a:gd name="connsiteY51" fmla="*/ 166549 h 180976"/>
              <a:gd name="connsiteX52" fmla="*/ 38423 w 171450"/>
              <a:gd name="connsiteY52" fmla="*/ 152400 h 180976"/>
              <a:gd name="connsiteX53" fmla="*/ 33200 w 171450"/>
              <a:gd name="connsiteY53" fmla="*/ 144697 h 180976"/>
              <a:gd name="connsiteX54" fmla="*/ 9525 w 171450"/>
              <a:gd name="connsiteY54" fmla="*/ 78921 h 180976"/>
              <a:gd name="connsiteX55" fmla="*/ 14309 w 171450"/>
              <a:gd name="connsiteY55" fmla="*/ 47030 h 180976"/>
              <a:gd name="connsiteX56" fmla="*/ 85725 w 171450"/>
              <a:gd name="connsiteY56" fmla="*/ 38100 h 180976"/>
              <a:gd name="connsiteX57" fmla="*/ 85725 w 171450"/>
              <a:gd name="connsiteY57" fmla="*/ 0 h 180976"/>
              <a:gd name="connsiteX58" fmla="*/ 95250 w 171450"/>
              <a:gd name="connsiteY58" fmla="*/ 9525 h 180976"/>
              <a:gd name="connsiteX59" fmla="*/ 161925 w 171450"/>
              <a:gd name="connsiteY59" fmla="*/ 9525 h 180976"/>
              <a:gd name="connsiteX60" fmla="*/ 171450 w 171450"/>
              <a:gd name="connsiteY60" fmla="*/ 19050 h 180976"/>
              <a:gd name="connsiteX61" fmla="*/ 161925 w 171450"/>
              <a:gd name="connsiteY61" fmla="*/ 28575 h 180976"/>
              <a:gd name="connsiteX62" fmla="*/ 9525 w 171450"/>
              <a:gd name="connsiteY62" fmla="*/ 28575 h 180976"/>
              <a:gd name="connsiteX63" fmla="*/ 0 w 171450"/>
              <a:gd name="connsiteY63" fmla="*/ 19050 h 180976"/>
              <a:gd name="connsiteX64" fmla="*/ 9525 w 171450"/>
              <a:gd name="connsiteY64" fmla="*/ 9525 h 180976"/>
              <a:gd name="connsiteX65" fmla="*/ 76200 w 171450"/>
              <a:gd name="connsiteY65" fmla="*/ 9525 h 180976"/>
              <a:gd name="connsiteX66" fmla="*/ 85725 w 171450"/>
              <a:gd name="connsiteY66" fmla="*/ 0 h 18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71450" h="180976">
                <a:moveTo>
                  <a:pt x="104775" y="114300"/>
                </a:moveTo>
                <a:cubicBezTo>
                  <a:pt x="99514" y="114300"/>
                  <a:pt x="95250" y="118564"/>
                  <a:pt x="95250" y="123825"/>
                </a:cubicBezTo>
                <a:cubicBezTo>
                  <a:pt x="95250" y="129086"/>
                  <a:pt x="99514" y="133350"/>
                  <a:pt x="104775" y="133350"/>
                </a:cubicBezTo>
                <a:lnTo>
                  <a:pt x="123825" y="133350"/>
                </a:lnTo>
                <a:cubicBezTo>
                  <a:pt x="129086" y="133350"/>
                  <a:pt x="133350" y="129086"/>
                  <a:pt x="133350" y="123825"/>
                </a:cubicBezTo>
                <a:cubicBezTo>
                  <a:pt x="133350" y="118564"/>
                  <a:pt x="129086" y="114300"/>
                  <a:pt x="123825" y="114300"/>
                </a:cubicBezTo>
                <a:close/>
                <a:moveTo>
                  <a:pt x="114300" y="85725"/>
                </a:moveTo>
                <a:cubicBezTo>
                  <a:pt x="109039" y="85725"/>
                  <a:pt x="104775" y="89989"/>
                  <a:pt x="104775" y="95250"/>
                </a:cubicBezTo>
                <a:cubicBezTo>
                  <a:pt x="104775" y="100511"/>
                  <a:pt x="109039" y="104775"/>
                  <a:pt x="114300" y="104775"/>
                </a:cubicBezTo>
                <a:lnTo>
                  <a:pt x="123825" y="104775"/>
                </a:lnTo>
                <a:cubicBezTo>
                  <a:pt x="129086" y="104775"/>
                  <a:pt x="133350" y="100511"/>
                  <a:pt x="133350" y="95250"/>
                </a:cubicBezTo>
                <a:cubicBezTo>
                  <a:pt x="133350" y="89989"/>
                  <a:pt x="129086" y="85725"/>
                  <a:pt x="123825" y="85725"/>
                </a:cubicBezTo>
                <a:close/>
                <a:moveTo>
                  <a:pt x="66675" y="85725"/>
                </a:moveTo>
                <a:cubicBezTo>
                  <a:pt x="70628" y="85725"/>
                  <a:pt x="72764" y="86895"/>
                  <a:pt x="73897" y="88028"/>
                </a:cubicBezTo>
                <a:cubicBezTo>
                  <a:pt x="75030" y="89161"/>
                  <a:pt x="76200" y="91297"/>
                  <a:pt x="76200" y="95250"/>
                </a:cubicBezTo>
                <a:cubicBezTo>
                  <a:pt x="76200" y="99203"/>
                  <a:pt x="75030" y="101339"/>
                  <a:pt x="73897" y="102472"/>
                </a:cubicBezTo>
                <a:cubicBezTo>
                  <a:pt x="72764" y="103605"/>
                  <a:pt x="70628" y="104775"/>
                  <a:pt x="66675" y="104775"/>
                </a:cubicBezTo>
                <a:cubicBezTo>
                  <a:pt x="62722" y="104775"/>
                  <a:pt x="60585" y="103605"/>
                  <a:pt x="59453" y="102472"/>
                </a:cubicBezTo>
                <a:cubicBezTo>
                  <a:pt x="58320" y="101339"/>
                  <a:pt x="57150" y="99203"/>
                  <a:pt x="57150" y="95250"/>
                </a:cubicBezTo>
                <a:cubicBezTo>
                  <a:pt x="57150" y="91297"/>
                  <a:pt x="58320" y="89161"/>
                  <a:pt x="59453" y="88028"/>
                </a:cubicBezTo>
                <a:cubicBezTo>
                  <a:pt x="60585" y="86895"/>
                  <a:pt x="62722" y="85725"/>
                  <a:pt x="66675" y="85725"/>
                </a:cubicBezTo>
                <a:close/>
                <a:moveTo>
                  <a:pt x="66675" y="66675"/>
                </a:moveTo>
                <a:cubicBezTo>
                  <a:pt x="58808" y="66675"/>
                  <a:pt x="51420" y="69120"/>
                  <a:pt x="45982" y="74557"/>
                </a:cubicBezTo>
                <a:cubicBezTo>
                  <a:pt x="40545" y="79995"/>
                  <a:pt x="38100" y="87383"/>
                  <a:pt x="38100" y="95250"/>
                </a:cubicBezTo>
                <a:cubicBezTo>
                  <a:pt x="38100" y="103117"/>
                  <a:pt x="40545" y="110505"/>
                  <a:pt x="45982" y="115943"/>
                </a:cubicBezTo>
                <a:cubicBezTo>
                  <a:pt x="51420" y="121380"/>
                  <a:pt x="58808" y="123825"/>
                  <a:pt x="66675" y="123825"/>
                </a:cubicBezTo>
                <a:cubicBezTo>
                  <a:pt x="74542" y="123825"/>
                  <a:pt x="81930" y="121380"/>
                  <a:pt x="87368" y="115943"/>
                </a:cubicBezTo>
                <a:cubicBezTo>
                  <a:pt x="92805" y="110505"/>
                  <a:pt x="95250" y="103117"/>
                  <a:pt x="95250" y="95250"/>
                </a:cubicBezTo>
                <a:cubicBezTo>
                  <a:pt x="95250" y="87383"/>
                  <a:pt x="92805" y="79995"/>
                  <a:pt x="87368" y="74557"/>
                </a:cubicBezTo>
                <a:cubicBezTo>
                  <a:pt x="81930" y="69120"/>
                  <a:pt x="74542" y="66675"/>
                  <a:pt x="66675" y="66675"/>
                </a:cubicBezTo>
                <a:close/>
                <a:moveTo>
                  <a:pt x="104775" y="57150"/>
                </a:moveTo>
                <a:cubicBezTo>
                  <a:pt x="99514" y="57150"/>
                  <a:pt x="95250" y="61415"/>
                  <a:pt x="95250" y="66675"/>
                </a:cubicBezTo>
                <a:cubicBezTo>
                  <a:pt x="95250" y="71936"/>
                  <a:pt x="99514" y="76200"/>
                  <a:pt x="104775" y="76200"/>
                </a:cubicBezTo>
                <a:lnTo>
                  <a:pt x="123825" y="76200"/>
                </a:lnTo>
                <a:cubicBezTo>
                  <a:pt x="129086" y="76200"/>
                  <a:pt x="133350" y="71936"/>
                  <a:pt x="133350" y="66675"/>
                </a:cubicBezTo>
                <a:cubicBezTo>
                  <a:pt x="133350" y="61415"/>
                  <a:pt x="129086" y="57150"/>
                  <a:pt x="123825" y="57150"/>
                </a:cubicBezTo>
                <a:close/>
                <a:moveTo>
                  <a:pt x="85725" y="38100"/>
                </a:moveTo>
                <a:cubicBezTo>
                  <a:pt x="131639" y="38100"/>
                  <a:pt x="149888" y="38100"/>
                  <a:pt x="157141" y="47030"/>
                </a:cubicBezTo>
                <a:cubicBezTo>
                  <a:pt x="161925" y="52921"/>
                  <a:pt x="161925" y="62697"/>
                  <a:pt x="161925" y="78921"/>
                </a:cubicBezTo>
                <a:cubicBezTo>
                  <a:pt x="161925" y="116184"/>
                  <a:pt x="156824" y="135419"/>
                  <a:pt x="138251" y="144697"/>
                </a:cubicBezTo>
                <a:cubicBezTo>
                  <a:pt x="132535" y="147553"/>
                  <a:pt x="129391" y="146338"/>
                  <a:pt x="133028" y="152400"/>
                </a:cubicBezTo>
                <a:lnTo>
                  <a:pt x="141518" y="166549"/>
                </a:lnTo>
                <a:cubicBezTo>
                  <a:pt x="144225" y="171060"/>
                  <a:pt x="142762" y="176911"/>
                  <a:pt x="138251" y="179618"/>
                </a:cubicBezTo>
                <a:cubicBezTo>
                  <a:pt x="133740" y="182324"/>
                  <a:pt x="127889" y="180862"/>
                  <a:pt x="125182" y="176351"/>
                </a:cubicBezTo>
                <a:lnTo>
                  <a:pt x="114300" y="158213"/>
                </a:lnTo>
                <a:cubicBezTo>
                  <a:pt x="109934" y="150936"/>
                  <a:pt x="108441" y="151770"/>
                  <a:pt x="100013" y="152127"/>
                </a:cubicBezTo>
                <a:cubicBezTo>
                  <a:pt x="95561" y="152314"/>
                  <a:pt x="90804" y="152400"/>
                  <a:pt x="85725" y="152400"/>
                </a:cubicBezTo>
                <a:cubicBezTo>
                  <a:pt x="80646" y="152400"/>
                  <a:pt x="75889" y="152314"/>
                  <a:pt x="71438" y="152127"/>
                </a:cubicBezTo>
                <a:cubicBezTo>
                  <a:pt x="63009" y="151770"/>
                  <a:pt x="61516" y="150936"/>
                  <a:pt x="57150" y="158214"/>
                </a:cubicBezTo>
                <a:lnTo>
                  <a:pt x="46268" y="176351"/>
                </a:lnTo>
                <a:cubicBezTo>
                  <a:pt x="43561" y="180862"/>
                  <a:pt x="37711" y="182324"/>
                  <a:pt x="33200" y="179618"/>
                </a:cubicBezTo>
                <a:cubicBezTo>
                  <a:pt x="28689" y="176911"/>
                  <a:pt x="27226" y="171060"/>
                  <a:pt x="29933" y="166549"/>
                </a:cubicBezTo>
                <a:lnTo>
                  <a:pt x="38423" y="152400"/>
                </a:lnTo>
                <a:cubicBezTo>
                  <a:pt x="42059" y="146338"/>
                  <a:pt x="38916" y="147553"/>
                  <a:pt x="33200" y="144697"/>
                </a:cubicBezTo>
                <a:cubicBezTo>
                  <a:pt x="14626" y="135419"/>
                  <a:pt x="9525" y="116184"/>
                  <a:pt x="9525" y="78921"/>
                </a:cubicBezTo>
                <a:cubicBezTo>
                  <a:pt x="9525" y="62697"/>
                  <a:pt x="9525" y="52921"/>
                  <a:pt x="14309" y="47030"/>
                </a:cubicBezTo>
                <a:cubicBezTo>
                  <a:pt x="21562" y="38100"/>
                  <a:pt x="39811" y="38100"/>
                  <a:pt x="85725" y="38100"/>
                </a:cubicBezTo>
                <a:close/>
                <a:moveTo>
                  <a:pt x="85725" y="0"/>
                </a:moveTo>
                <a:cubicBezTo>
                  <a:pt x="90986" y="0"/>
                  <a:pt x="95250" y="4265"/>
                  <a:pt x="95250" y="9525"/>
                </a:cubicBezTo>
                <a:lnTo>
                  <a:pt x="161925" y="9525"/>
                </a:lnTo>
                <a:cubicBezTo>
                  <a:pt x="167186" y="9525"/>
                  <a:pt x="171450" y="13790"/>
                  <a:pt x="171450" y="19050"/>
                </a:cubicBezTo>
                <a:cubicBezTo>
                  <a:pt x="171450" y="24310"/>
                  <a:pt x="167186" y="28575"/>
                  <a:pt x="161925" y="28575"/>
                </a:cubicBezTo>
                <a:lnTo>
                  <a:pt x="9525" y="28575"/>
                </a:lnTo>
                <a:cubicBezTo>
                  <a:pt x="4265" y="28575"/>
                  <a:pt x="0" y="24310"/>
                  <a:pt x="0" y="19050"/>
                </a:cubicBezTo>
                <a:cubicBezTo>
                  <a:pt x="0" y="13790"/>
                  <a:pt x="4265" y="9525"/>
                  <a:pt x="9525" y="9525"/>
                </a:cubicBezTo>
                <a:lnTo>
                  <a:pt x="76200" y="9525"/>
                </a:lnTo>
                <a:cubicBezTo>
                  <a:pt x="76200" y="4265"/>
                  <a:pt x="80464" y="0"/>
                  <a:pt x="85725" y="0"/>
                </a:cubicBezTo>
                <a:close/>
              </a:path>
            </a:pathLst>
          </a:custGeom>
          <a:solidFill>
            <a:srgbClr val="000000"/>
          </a:solidFill>
          <a:ln w="9525" cap="flat">
            <a:noFill/>
            <a:prstDash val="solid"/>
            <a:miter/>
          </a:ln>
        </p:spPr>
        <p:txBody>
          <a:bodyPr rtlCol="0" anchor="ctr"/>
          <a:lstStyle/>
          <a:p>
            <a:endParaRPr lang="ru-RU"/>
          </a:p>
        </p:txBody>
      </p:sp>
      <p:sp>
        <p:nvSpPr>
          <p:cNvPr id="1458" name="Полилиния: фигура 1457">
            <a:extLst>
              <a:ext uri="{FF2B5EF4-FFF2-40B4-BE49-F238E27FC236}">
                <a16:creationId xmlns:a16="http://schemas.microsoft.com/office/drawing/2014/main" id="{554CE523-02FD-5140-CA09-CA8685D7C64C}"/>
              </a:ext>
            </a:extLst>
          </p:cNvPr>
          <p:cNvSpPr/>
          <p:nvPr/>
        </p:nvSpPr>
        <p:spPr>
          <a:xfrm>
            <a:off x="10746766" y="3055622"/>
            <a:ext cx="171451" cy="151757"/>
          </a:xfrm>
          <a:custGeom>
            <a:avLst/>
            <a:gdLst>
              <a:gd name="connsiteX0" fmla="*/ 133351 w 171451"/>
              <a:gd name="connsiteY0" fmla="*/ 104132 h 151757"/>
              <a:gd name="connsiteX1" fmla="*/ 123826 w 171451"/>
              <a:gd name="connsiteY1" fmla="*/ 113657 h 151757"/>
              <a:gd name="connsiteX2" fmla="*/ 133351 w 171451"/>
              <a:gd name="connsiteY2" fmla="*/ 123182 h 151757"/>
              <a:gd name="connsiteX3" fmla="*/ 140021 w 171451"/>
              <a:gd name="connsiteY3" fmla="*/ 120456 h 151757"/>
              <a:gd name="connsiteX4" fmla="*/ 140085 w 171451"/>
              <a:gd name="connsiteY4" fmla="*/ 120391 h 151757"/>
              <a:gd name="connsiteX5" fmla="*/ 140150 w 171451"/>
              <a:gd name="connsiteY5" fmla="*/ 120327 h 151757"/>
              <a:gd name="connsiteX6" fmla="*/ 142876 w 171451"/>
              <a:gd name="connsiteY6" fmla="*/ 113657 h 151757"/>
              <a:gd name="connsiteX7" fmla="*/ 140100 w 171451"/>
              <a:gd name="connsiteY7" fmla="*/ 106936 h 151757"/>
              <a:gd name="connsiteX8" fmla="*/ 133351 w 171451"/>
              <a:gd name="connsiteY8" fmla="*/ 104132 h 151757"/>
              <a:gd name="connsiteX9" fmla="*/ 27338 w 171451"/>
              <a:gd name="connsiteY9" fmla="*/ 76988 h 151757"/>
              <a:gd name="connsiteX10" fmla="*/ 28575 w 171451"/>
              <a:gd name="connsiteY10" fmla="*/ 85217 h 151757"/>
              <a:gd name="connsiteX11" fmla="*/ 28575 w 171451"/>
              <a:gd name="connsiteY11" fmla="*/ 94607 h 151757"/>
              <a:gd name="connsiteX12" fmla="*/ 38100 w 171451"/>
              <a:gd name="connsiteY12" fmla="*/ 104132 h 151757"/>
              <a:gd name="connsiteX13" fmla="*/ 47625 w 171451"/>
              <a:gd name="connsiteY13" fmla="*/ 94607 h 151757"/>
              <a:gd name="connsiteX14" fmla="*/ 47625 w 171451"/>
              <a:gd name="connsiteY14" fmla="*/ 85217 h 151757"/>
              <a:gd name="connsiteX15" fmla="*/ 57150 w 171451"/>
              <a:gd name="connsiteY15" fmla="*/ 77068 h 151757"/>
              <a:gd name="connsiteX16" fmla="*/ 76200 w 171451"/>
              <a:gd name="connsiteY16" fmla="*/ 113657 h 151757"/>
              <a:gd name="connsiteX17" fmla="*/ 38100 w 171451"/>
              <a:gd name="connsiteY17" fmla="*/ 151757 h 151757"/>
              <a:gd name="connsiteX18" fmla="*/ 0 w 171451"/>
              <a:gd name="connsiteY18" fmla="*/ 113657 h 151757"/>
              <a:gd name="connsiteX19" fmla="*/ 19050 w 171451"/>
              <a:gd name="connsiteY19" fmla="*/ 77068 h 151757"/>
              <a:gd name="connsiteX20" fmla="*/ 27338 w 171451"/>
              <a:gd name="connsiteY20" fmla="*/ 76988 h 151757"/>
              <a:gd name="connsiteX21" fmla="*/ 133351 w 171451"/>
              <a:gd name="connsiteY21" fmla="*/ 75557 h 151757"/>
              <a:gd name="connsiteX22" fmla="*/ 142876 w 171451"/>
              <a:gd name="connsiteY22" fmla="*/ 85082 h 151757"/>
              <a:gd name="connsiteX23" fmla="*/ 142876 w 171451"/>
              <a:gd name="connsiteY23" fmla="*/ 86708 h 151757"/>
              <a:gd name="connsiteX24" fmla="*/ 145671 w 171451"/>
              <a:gd name="connsiteY24" fmla="*/ 87867 h 151757"/>
              <a:gd name="connsiteX25" fmla="*/ 146821 w 171451"/>
              <a:gd name="connsiteY25" fmla="*/ 86716 h 151757"/>
              <a:gd name="connsiteX26" fmla="*/ 160292 w 171451"/>
              <a:gd name="connsiteY26" fmla="*/ 86716 h 151757"/>
              <a:gd name="connsiteX27" fmla="*/ 160292 w 171451"/>
              <a:gd name="connsiteY27" fmla="*/ 100187 h 151757"/>
              <a:gd name="connsiteX28" fmla="*/ 159141 w 171451"/>
              <a:gd name="connsiteY28" fmla="*/ 101337 h 151757"/>
              <a:gd name="connsiteX29" fmla="*/ 160299 w 171451"/>
              <a:gd name="connsiteY29" fmla="*/ 104132 h 151757"/>
              <a:gd name="connsiteX30" fmla="*/ 161926 w 171451"/>
              <a:gd name="connsiteY30" fmla="*/ 104132 h 151757"/>
              <a:gd name="connsiteX31" fmla="*/ 171451 w 171451"/>
              <a:gd name="connsiteY31" fmla="*/ 113657 h 151757"/>
              <a:gd name="connsiteX32" fmla="*/ 161926 w 171451"/>
              <a:gd name="connsiteY32" fmla="*/ 123182 h 151757"/>
              <a:gd name="connsiteX33" fmla="*/ 160299 w 171451"/>
              <a:gd name="connsiteY33" fmla="*/ 123182 h 151757"/>
              <a:gd name="connsiteX34" fmla="*/ 159141 w 171451"/>
              <a:gd name="connsiteY34" fmla="*/ 125977 h 151757"/>
              <a:gd name="connsiteX35" fmla="*/ 160292 w 171451"/>
              <a:gd name="connsiteY35" fmla="*/ 127126 h 151757"/>
              <a:gd name="connsiteX36" fmla="*/ 160292 w 171451"/>
              <a:gd name="connsiteY36" fmla="*/ 140597 h 151757"/>
              <a:gd name="connsiteX37" fmla="*/ 146820 w 171451"/>
              <a:gd name="connsiteY37" fmla="*/ 140597 h 151757"/>
              <a:gd name="connsiteX38" fmla="*/ 145671 w 171451"/>
              <a:gd name="connsiteY38" fmla="*/ 139447 h 151757"/>
              <a:gd name="connsiteX39" fmla="*/ 142876 w 171451"/>
              <a:gd name="connsiteY39" fmla="*/ 140606 h 151757"/>
              <a:gd name="connsiteX40" fmla="*/ 142876 w 171451"/>
              <a:gd name="connsiteY40" fmla="*/ 142232 h 151757"/>
              <a:gd name="connsiteX41" fmla="*/ 133351 w 171451"/>
              <a:gd name="connsiteY41" fmla="*/ 151757 h 151757"/>
              <a:gd name="connsiteX42" fmla="*/ 123826 w 171451"/>
              <a:gd name="connsiteY42" fmla="*/ 142232 h 151757"/>
              <a:gd name="connsiteX43" fmla="*/ 123826 w 171451"/>
              <a:gd name="connsiteY43" fmla="*/ 140606 h 151757"/>
              <a:gd name="connsiteX44" fmla="*/ 121031 w 171451"/>
              <a:gd name="connsiteY44" fmla="*/ 139447 h 151757"/>
              <a:gd name="connsiteX45" fmla="*/ 119881 w 171451"/>
              <a:gd name="connsiteY45" fmla="*/ 140598 h 151757"/>
              <a:gd name="connsiteX46" fmla="*/ 106410 w 171451"/>
              <a:gd name="connsiteY46" fmla="*/ 140598 h 151757"/>
              <a:gd name="connsiteX47" fmla="*/ 106410 w 171451"/>
              <a:gd name="connsiteY47" fmla="*/ 127127 h 151757"/>
              <a:gd name="connsiteX48" fmla="*/ 107560 w 171451"/>
              <a:gd name="connsiteY48" fmla="*/ 125977 h 151757"/>
              <a:gd name="connsiteX49" fmla="*/ 106402 w 171451"/>
              <a:gd name="connsiteY49" fmla="*/ 123182 h 151757"/>
              <a:gd name="connsiteX50" fmla="*/ 104776 w 171451"/>
              <a:gd name="connsiteY50" fmla="*/ 123182 h 151757"/>
              <a:gd name="connsiteX51" fmla="*/ 95251 w 171451"/>
              <a:gd name="connsiteY51" fmla="*/ 113657 h 151757"/>
              <a:gd name="connsiteX52" fmla="*/ 104776 w 171451"/>
              <a:gd name="connsiteY52" fmla="*/ 104132 h 151757"/>
              <a:gd name="connsiteX53" fmla="*/ 106402 w 171451"/>
              <a:gd name="connsiteY53" fmla="*/ 104132 h 151757"/>
              <a:gd name="connsiteX54" fmla="*/ 107561 w 171451"/>
              <a:gd name="connsiteY54" fmla="*/ 101336 h 151757"/>
              <a:gd name="connsiteX55" fmla="*/ 106410 w 171451"/>
              <a:gd name="connsiteY55" fmla="*/ 100186 h 151757"/>
              <a:gd name="connsiteX56" fmla="*/ 106410 w 171451"/>
              <a:gd name="connsiteY56" fmla="*/ 86716 h 151757"/>
              <a:gd name="connsiteX57" fmla="*/ 119880 w 171451"/>
              <a:gd name="connsiteY57" fmla="*/ 86716 h 151757"/>
              <a:gd name="connsiteX58" fmla="*/ 121031 w 171451"/>
              <a:gd name="connsiteY58" fmla="*/ 87866 h 151757"/>
              <a:gd name="connsiteX59" fmla="*/ 123826 w 171451"/>
              <a:gd name="connsiteY59" fmla="*/ 86708 h 151757"/>
              <a:gd name="connsiteX60" fmla="*/ 123826 w 171451"/>
              <a:gd name="connsiteY60" fmla="*/ 85082 h 151757"/>
              <a:gd name="connsiteX61" fmla="*/ 133351 w 171451"/>
              <a:gd name="connsiteY61" fmla="*/ 75557 h 151757"/>
              <a:gd name="connsiteX62" fmla="*/ 74963 w 171451"/>
              <a:gd name="connsiteY62" fmla="*/ 787 h 151757"/>
              <a:gd name="connsiteX63" fmla="*/ 76200 w 171451"/>
              <a:gd name="connsiteY63" fmla="*/ 9017 h 151757"/>
              <a:gd name="connsiteX64" fmla="*/ 76200 w 171451"/>
              <a:gd name="connsiteY64" fmla="*/ 18406 h 151757"/>
              <a:gd name="connsiteX65" fmla="*/ 85725 w 171451"/>
              <a:gd name="connsiteY65" fmla="*/ 27931 h 151757"/>
              <a:gd name="connsiteX66" fmla="*/ 95250 w 171451"/>
              <a:gd name="connsiteY66" fmla="*/ 18406 h 151757"/>
              <a:gd name="connsiteX67" fmla="*/ 95250 w 171451"/>
              <a:gd name="connsiteY67" fmla="*/ 9017 h 151757"/>
              <a:gd name="connsiteX68" fmla="*/ 104775 w 171451"/>
              <a:gd name="connsiteY68" fmla="*/ 866 h 151757"/>
              <a:gd name="connsiteX69" fmla="*/ 123825 w 171451"/>
              <a:gd name="connsiteY69" fmla="*/ 37456 h 151757"/>
              <a:gd name="connsiteX70" fmla="*/ 85725 w 171451"/>
              <a:gd name="connsiteY70" fmla="*/ 75556 h 151757"/>
              <a:gd name="connsiteX71" fmla="*/ 47625 w 171451"/>
              <a:gd name="connsiteY71" fmla="*/ 37456 h 151757"/>
              <a:gd name="connsiteX72" fmla="*/ 66675 w 171451"/>
              <a:gd name="connsiteY72" fmla="*/ 866 h 151757"/>
              <a:gd name="connsiteX73" fmla="*/ 74963 w 171451"/>
              <a:gd name="connsiteY73" fmla="*/ 787 h 15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71451" h="151757">
                <a:moveTo>
                  <a:pt x="133351" y="104132"/>
                </a:moveTo>
                <a:cubicBezTo>
                  <a:pt x="128090" y="104132"/>
                  <a:pt x="123826" y="108396"/>
                  <a:pt x="123826" y="113657"/>
                </a:cubicBezTo>
                <a:cubicBezTo>
                  <a:pt x="123826" y="118918"/>
                  <a:pt x="128090" y="123182"/>
                  <a:pt x="133351" y="123182"/>
                </a:cubicBezTo>
                <a:cubicBezTo>
                  <a:pt x="135948" y="123182"/>
                  <a:pt x="138303" y="122142"/>
                  <a:pt x="140021" y="120456"/>
                </a:cubicBezTo>
                <a:lnTo>
                  <a:pt x="140085" y="120391"/>
                </a:lnTo>
                <a:lnTo>
                  <a:pt x="140150" y="120327"/>
                </a:lnTo>
                <a:cubicBezTo>
                  <a:pt x="141836" y="118609"/>
                  <a:pt x="142876" y="116254"/>
                  <a:pt x="142876" y="113657"/>
                </a:cubicBezTo>
                <a:cubicBezTo>
                  <a:pt x="142876" y="111034"/>
                  <a:pt x="141815" y="108659"/>
                  <a:pt x="140100" y="106936"/>
                </a:cubicBezTo>
                <a:cubicBezTo>
                  <a:pt x="138375" y="105205"/>
                  <a:pt x="135988" y="104132"/>
                  <a:pt x="133351" y="104132"/>
                </a:cubicBezTo>
                <a:close/>
                <a:moveTo>
                  <a:pt x="27338" y="76988"/>
                </a:moveTo>
                <a:cubicBezTo>
                  <a:pt x="28544" y="78155"/>
                  <a:pt x="28575" y="80706"/>
                  <a:pt x="28575" y="85217"/>
                </a:cubicBezTo>
                <a:lnTo>
                  <a:pt x="28575" y="94607"/>
                </a:lnTo>
                <a:cubicBezTo>
                  <a:pt x="28575" y="99868"/>
                  <a:pt x="32840" y="104132"/>
                  <a:pt x="38100" y="104132"/>
                </a:cubicBezTo>
                <a:cubicBezTo>
                  <a:pt x="43361" y="104132"/>
                  <a:pt x="47625" y="99868"/>
                  <a:pt x="47625" y="94607"/>
                </a:cubicBezTo>
                <a:lnTo>
                  <a:pt x="47625" y="85217"/>
                </a:lnTo>
                <a:cubicBezTo>
                  <a:pt x="47625" y="76195"/>
                  <a:pt x="47748" y="75011"/>
                  <a:pt x="57150" y="77068"/>
                </a:cubicBezTo>
                <a:cubicBezTo>
                  <a:pt x="72394" y="80400"/>
                  <a:pt x="76200" y="90053"/>
                  <a:pt x="76200" y="113657"/>
                </a:cubicBezTo>
                <a:cubicBezTo>
                  <a:pt x="76200" y="145032"/>
                  <a:pt x="69476" y="151757"/>
                  <a:pt x="38100" y="151757"/>
                </a:cubicBezTo>
                <a:cubicBezTo>
                  <a:pt x="6725" y="151757"/>
                  <a:pt x="0" y="145032"/>
                  <a:pt x="0" y="113657"/>
                </a:cubicBezTo>
                <a:cubicBezTo>
                  <a:pt x="0" y="90053"/>
                  <a:pt x="3806" y="80400"/>
                  <a:pt x="19050" y="77068"/>
                </a:cubicBezTo>
                <a:cubicBezTo>
                  <a:pt x="23751" y="76040"/>
                  <a:pt x="26132" y="75821"/>
                  <a:pt x="27338" y="76988"/>
                </a:cubicBezTo>
                <a:close/>
                <a:moveTo>
                  <a:pt x="133351" y="75557"/>
                </a:moveTo>
                <a:cubicBezTo>
                  <a:pt x="138611" y="75557"/>
                  <a:pt x="142876" y="79821"/>
                  <a:pt x="142876" y="85082"/>
                </a:cubicBezTo>
                <a:lnTo>
                  <a:pt x="142876" y="86708"/>
                </a:lnTo>
                <a:cubicBezTo>
                  <a:pt x="143831" y="87046"/>
                  <a:pt x="144764" y="87434"/>
                  <a:pt x="145671" y="87867"/>
                </a:cubicBezTo>
                <a:lnTo>
                  <a:pt x="146821" y="86716"/>
                </a:lnTo>
                <a:cubicBezTo>
                  <a:pt x="150541" y="82997"/>
                  <a:pt x="156572" y="82997"/>
                  <a:pt x="160292" y="86716"/>
                </a:cubicBezTo>
                <a:cubicBezTo>
                  <a:pt x="164011" y="90436"/>
                  <a:pt x="164011" y="96467"/>
                  <a:pt x="160292" y="100187"/>
                </a:cubicBezTo>
                <a:lnTo>
                  <a:pt x="159141" y="101337"/>
                </a:lnTo>
                <a:cubicBezTo>
                  <a:pt x="159574" y="102243"/>
                  <a:pt x="159962" y="103177"/>
                  <a:pt x="160299" y="104132"/>
                </a:cubicBezTo>
                <a:lnTo>
                  <a:pt x="161926" y="104132"/>
                </a:lnTo>
                <a:cubicBezTo>
                  <a:pt x="167186" y="104132"/>
                  <a:pt x="171451" y="108396"/>
                  <a:pt x="171451" y="113657"/>
                </a:cubicBezTo>
                <a:cubicBezTo>
                  <a:pt x="171451" y="118918"/>
                  <a:pt x="167186" y="123182"/>
                  <a:pt x="161926" y="123182"/>
                </a:cubicBezTo>
                <a:lnTo>
                  <a:pt x="160299" y="123182"/>
                </a:lnTo>
                <a:cubicBezTo>
                  <a:pt x="159962" y="124137"/>
                  <a:pt x="159574" y="125070"/>
                  <a:pt x="159141" y="125977"/>
                </a:cubicBezTo>
                <a:lnTo>
                  <a:pt x="160292" y="127126"/>
                </a:lnTo>
                <a:cubicBezTo>
                  <a:pt x="164011" y="130846"/>
                  <a:pt x="164011" y="136877"/>
                  <a:pt x="160292" y="140597"/>
                </a:cubicBezTo>
                <a:cubicBezTo>
                  <a:pt x="156571" y="144316"/>
                  <a:pt x="150541" y="144316"/>
                  <a:pt x="146820" y="140597"/>
                </a:cubicBezTo>
                <a:lnTo>
                  <a:pt x="145671" y="139447"/>
                </a:lnTo>
                <a:cubicBezTo>
                  <a:pt x="144765" y="139880"/>
                  <a:pt x="143831" y="140268"/>
                  <a:pt x="142876" y="140606"/>
                </a:cubicBezTo>
                <a:lnTo>
                  <a:pt x="142876" y="142232"/>
                </a:lnTo>
                <a:cubicBezTo>
                  <a:pt x="142876" y="147493"/>
                  <a:pt x="138611" y="151757"/>
                  <a:pt x="133351" y="151757"/>
                </a:cubicBezTo>
                <a:cubicBezTo>
                  <a:pt x="128090" y="151757"/>
                  <a:pt x="123826" y="147493"/>
                  <a:pt x="123826" y="142232"/>
                </a:cubicBezTo>
                <a:lnTo>
                  <a:pt x="123826" y="140606"/>
                </a:lnTo>
                <a:cubicBezTo>
                  <a:pt x="122870" y="140268"/>
                  <a:pt x="121937" y="139881"/>
                  <a:pt x="121031" y="139447"/>
                </a:cubicBezTo>
                <a:lnTo>
                  <a:pt x="119881" y="140598"/>
                </a:lnTo>
                <a:cubicBezTo>
                  <a:pt x="116160" y="144318"/>
                  <a:pt x="110130" y="144318"/>
                  <a:pt x="106410" y="140598"/>
                </a:cubicBezTo>
                <a:cubicBezTo>
                  <a:pt x="102690" y="136878"/>
                  <a:pt x="102690" y="130848"/>
                  <a:pt x="106410" y="127127"/>
                </a:cubicBezTo>
                <a:lnTo>
                  <a:pt x="107560" y="125977"/>
                </a:lnTo>
                <a:cubicBezTo>
                  <a:pt x="107127" y="125071"/>
                  <a:pt x="106739" y="124138"/>
                  <a:pt x="106402" y="123182"/>
                </a:cubicBezTo>
                <a:lnTo>
                  <a:pt x="104776" y="123182"/>
                </a:lnTo>
                <a:cubicBezTo>
                  <a:pt x="99515" y="123182"/>
                  <a:pt x="95251" y="118918"/>
                  <a:pt x="95251" y="113657"/>
                </a:cubicBezTo>
                <a:cubicBezTo>
                  <a:pt x="95251" y="108396"/>
                  <a:pt x="99515" y="104132"/>
                  <a:pt x="104776" y="104132"/>
                </a:cubicBezTo>
                <a:lnTo>
                  <a:pt x="106402" y="104132"/>
                </a:lnTo>
                <a:cubicBezTo>
                  <a:pt x="106739" y="103176"/>
                  <a:pt x="107127" y="102243"/>
                  <a:pt x="107561" y="101336"/>
                </a:cubicBezTo>
                <a:lnTo>
                  <a:pt x="106410" y="100186"/>
                </a:lnTo>
                <a:cubicBezTo>
                  <a:pt x="102690" y="96466"/>
                  <a:pt x="102690" y="90435"/>
                  <a:pt x="106410" y="86716"/>
                </a:cubicBezTo>
                <a:cubicBezTo>
                  <a:pt x="110129" y="82995"/>
                  <a:pt x="116160" y="82995"/>
                  <a:pt x="119880" y="86716"/>
                </a:cubicBezTo>
                <a:lnTo>
                  <a:pt x="121031" y="87866"/>
                </a:lnTo>
                <a:cubicBezTo>
                  <a:pt x="121937" y="87433"/>
                  <a:pt x="122870" y="87046"/>
                  <a:pt x="123826" y="86708"/>
                </a:cubicBezTo>
                <a:lnTo>
                  <a:pt x="123826" y="85082"/>
                </a:lnTo>
                <a:cubicBezTo>
                  <a:pt x="123826" y="79821"/>
                  <a:pt x="128090" y="75557"/>
                  <a:pt x="133351" y="75557"/>
                </a:cubicBezTo>
                <a:close/>
                <a:moveTo>
                  <a:pt x="74963" y="787"/>
                </a:moveTo>
                <a:cubicBezTo>
                  <a:pt x="76169" y="1954"/>
                  <a:pt x="76200" y="4506"/>
                  <a:pt x="76200" y="9017"/>
                </a:cubicBezTo>
                <a:lnTo>
                  <a:pt x="76200" y="18406"/>
                </a:lnTo>
                <a:cubicBezTo>
                  <a:pt x="76200" y="23667"/>
                  <a:pt x="80465" y="27931"/>
                  <a:pt x="85725" y="27931"/>
                </a:cubicBezTo>
                <a:cubicBezTo>
                  <a:pt x="90985" y="27931"/>
                  <a:pt x="95250" y="23667"/>
                  <a:pt x="95250" y="18406"/>
                </a:cubicBezTo>
                <a:lnTo>
                  <a:pt x="95250" y="9017"/>
                </a:lnTo>
                <a:cubicBezTo>
                  <a:pt x="95250" y="-5"/>
                  <a:pt x="95373" y="-1190"/>
                  <a:pt x="104775" y="866"/>
                </a:cubicBezTo>
                <a:cubicBezTo>
                  <a:pt x="120019" y="4200"/>
                  <a:pt x="123825" y="13853"/>
                  <a:pt x="123825" y="37456"/>
                </a:cubicBezTo>
                <a:cubicBezTo>
                  <a:pt x="123825" y="68831"/>
                  <a:pt x="117101" y="75556"/>
                  <a:pt x="85725" y="75556"/>
                </a:cubicBezTo>
                <a:cubicBezTo>
                  <a:pt x="54350" y="75556"/>
                  <a:pt x="47625" y="68831"/>
                  <a:pt x="47625" y="37456"/>
                </a:cubicBezTo>
                <a:cubicBezTo>
                  <a:pt x="47625" y="13852"/>
                  <a:pt x="51431" y="4200"/>
                  <a:pt x="66675" y="866"/>
                </a:cubicBezTo>
                <a:cubicBezTo>
                  <a:pt x="71376" y="-162"/>
                  <a:pt x="73757" y="-380"/>
                  <a:pt x="74963" y="787"/>
                </a:cubicBezTo>
                <a:close/>
              </a:path>
            </a:pathLst>
          </a:custGeom>
          <a:solidFill>
            <a:srgbClr val="000000"/>
          </a:solidFill>
          <a:ln w="9525" cap="flat">
            <a:noFill/>
            <a:prstDash val="solid"/>
            <a:miter/>
          </a:ln>
        </p:spPr>
        <p:txBody>
          <a:bodyPr rtlCol="0" anchor="ctr"/>
          <a:lstStyle/>
          <a:p>
            <a:endParaRPr lang="ru-RU"/>
          </a:p>
        </p:txBody>
      </p:sp>
      <p:sp>
        <p:nvSpPr>
          <p:cNvPr id="1455" name="Полилиния: фигура 1454">
            <a:extLst>
              <a:ext uri="{FF2B5EF4-FFF2-40B4-BE49-F238E27FC236}">
                <a16:creationId xmlns:a16="http://schemas.microsoft.com/office/drawing/2014/main" id="{71223E9D-E990-DFE2-0061-DA6B04FB52B5}"/>
              </a:ext>
            </a:extLst>
          </p:cNvPr>
          <p:cNvSpPr/>
          <p:nvPr/>
        </p:nvSpPr>
        <p:spPr>
          <a:xfrm>
            <a:off x="10746297" y="2505803"/>
            <a:ext cx="171451" cy="152400"/>
          </a:xfrm>
          <a:custGeom>
            <a:avLst/>
            <a:gdLst>
              <a:gd name="connsiteX0" fmla="*/ 19050 w 171451"/>
              <a:gd name="connsiteY0" fmla="*/ 104775 h 152400"/>
              <a:gd name="connsiteX1" fmla="*/ 38100 w 171451"/>
              <a:gd name="connsiteY1" fmla="*/ 104775 h 152400"/>
              <a:gd name="connsiteX2" fmla="*/ 47625 w 171451"/>
              <a:gd name="connsiteY2" fmla="*/ 114300 h 152400"/>
              <a:gd name="connsiteX3" fmla="*/ 38100 w 171451"/>
              <a:gd name="connsiteY3" fmla="*/ 123825 h 152400"/>
              <a:gd name="connsiteX4" fmla="*/ 19050 w 171451"/>
              <a:gd name="connsiteY4" fmla="*/ 123825 h 152400"/>
              <a:gd name="connsiteX5" fmla="*/ 9525 w 171451"/>
              <a:gd name="connsiteY5" fmla="*/ 114300 h 152400"/>
              <a:gd name="connsiteX6" fmla="*/ 19050 w 171451"/>
              <a:gd name="connsiteY6" fmla="*/ 104775 h 152400"/>
              <a:gd name="connsiteX7" fmla="*/ 9525 w 171451"/>
              <a:gd name="connsiteY7" fmla="*/ 66675 h 152400"/>
              <a:gd name="connsiteX8" fmla="*/ 38100 w 171451"/>
              <a:gd name="connsiteY8" fmla="*/ 66675 h 152400"/>
              <a:gd name="connsiteX9" fmla="*/ 47625 w 171451"/>
              <a:gd name="connsiteY9" fmla="*/ 76200 h 152400"/>
              <a:gd name="connsiteX10" fmla="*/ 38100 w 171451"/>
              <a:gd name="connsiteY10" fmla="*/ 85725 h 152400"/>
              <a:gd name="connsiteX11" fmla="*/ 9525 w 171451"/>
              <a:gd name="connsiteY11" fmla="*/ 85725 h 152400"/>
              <a:gd name="connsiteX12" fmla="*/ 0 w 171451"/>
              <a:gd name="connsiteY12" fmla="*/ 76200 h 152400"/>
              <a:gd name="connsiteX13" fmla="*/ 9525 w 171451"/>
              <a:gd name="connsiteY13" fmla="*/ 66675 h 152400"/>
              <a:gd name="connsiteX14" fmla="*/ 104775 w 171451"/>
              <a:gd name="connsiteY14" fmla="*/ 16933 h 152400"/>
              <a:gd name="connsiteX15" fmla="*/ 86023 w 171451"/>
              <a:gd name="connsiteY15" fmla="*/ 23878 h 152400"/>
              <a:gd name="connsiteX16" fmla="*/ 80129 w 171451"/>
              <a:gd name="connsiteY16" fmla="*/ 42333 h 152400"/>
              <a:gd name="connsiteX17" fmla="*/ 129422 w 171451"/>
              <a:gd name="connsiteY17" fmla="*/ 42333 h 152400"/>
              <a:gd name="connsiteX18" fmla="*/ 123528 w 171451"/>
              <a:gd name="connsiteY18" fmla="*/ 23878 h 152400"/>
              <a:gd name="connsiteX19" fmla="*/ 104775 w 171451"/>
              <a:gd name="connsiteY19" fmla="*/ 16933 h 152400"/>
              <a:gd name="connsiteX20" fmla="*/ 104775 w 171451"/>
              <a:gd name="connsiteY20" fmla="*/ 0 h 152400"/>
              <a:gd name="connsiteX21" fmla="*/ 136496 w 171451"/>
              <a:gd name="connsiteY21" fmla="*/ 13239 h 152400"/>
              <a:gd name="connsiteX22" fmla="*/ 146149 w 171451"/>
              <a:gd name="connsiteY22" fmla="*/ 42333 h 152400"/>
              <a:gd name="connsiteX23" fmla="*/ 171451 w 171451"/>
              <a:gd name="connsiteY23" fmla="*/ 67998 h 152400"/>
              <a:gd name="connsiteX24" fmla="*/ 104775 w 171451"/>
              <a:gd name="connsiteY24" fmla="*/ 152400 h 152400"/>
              <a:gd name="connsiteX25" fmla="*/ 53523 w 171451"/>
              <a:gd name="connsiteY25" fmla="*/ 142875 h 152400"/>
              <a:gd name="connsiteX26" fmla="*/ 57150 w 171451"/>
              <a:gd name="connsiteY26" fmla="*/ 123825 h 152400"/>
              <a:gd name="connsiteX27" fmla="*/ 66675 w 171451"/>
              <a:gd name="connsiteY27" fmla="*/ 123825 h 152400"/>
              <a:gd name="connsiteX28" fmla="*/ 76201 w 171451"/>
              <a:gd name="connsiteY28" fmla="*/ 114300 h 152400"/>
              <a:gd name="connsiteX29" fmla="*/ 66675 w 171451"/>
              <a:gd name="connsiteY29" fmla="*/ 104775 h 152400"/>
              <a:gd name="connsiteX30" fmla="*/ 57150 w 171451"/>
              <a:gd name="connsiteY30" fmla="*/ 104775 h 152400"/>
              <a:gd name="connsiteX31" fmla="*/ 38335 w 171451"/>
              <a:gd name="connsiteY31" fmla="*/ 95250 h 152400"/>
              <a:gd name="connsiteX32" fmla="*/ 57146 w 171451"/>
              <a:gd name="connsiteY32" fmla="*/ 85725 h 152400"/>
              <a:gd name="connsiteX33" fmla="*/ 66675 w 171451"/>
              <a:gd name="connsiteY33" fmla="*/ 76200 h 152400"/>
              <a:gd name="connsiteX34" fmla="*/ 57150 w 171451"/>
              <a:gd name="connsiteY34" fmla="*/ 66675 h 152400"/>
              <a:gd name="connsiteX35" fmla="*/ 38570 w 171451"/>
              <a:gd name="connsiteY35" fmla="*/ 52388 h 152400"/>
              <a:gd name="connsiteX36" fmla="*/ 41226 w 171451"/>
              <a:gd name="connsiteY36" fmla="*/ 45508 h 152400"/>
              <a:gd name="connsiteX37" fmla="*/ 63402 w 171451"/>
              <a:gd name="connsiteY37" fmla="*/ 42333 h 152400"/>
              <a:gd name="connsiteX38" fmla="*/ 73055 w 171451"/>
              <a:gd name="connsiteY38" fmla="*/ 13239 h 152400"/>
              <a:gd name="connsiteX39" fmla="*/ 104775 w 171451"/>
              <a:gd name="connsiteY39"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71451" h="152400">
                <a:moveTo>
                  <a:pt x="19050" y="104775"/>
                </a:moveTo>
                <a:lnTo>
                  <a:pt x="38100" y="104775"/>
                </a:lnTo>
                <a:cubicBezTo>
                  <a:pt x="43360" y="104775"/>
                  <a:pt x="47625" y="109039"/>
                  <a:pt x="47625" y="114300"/>
                </a:cubicBezTo>
                <a:cubicBezTo>
                  <a:pt x="47625" y="119561"/>
                  <a:pt x="43360" y="123825"/>
                  <a:pt x="38100" y="123825"/>
                </a:cubicBezTo>
                <a:lnTo>
                  <a:pt x="19050" y="123825"/>
                </a:lnTo>
                <a:cubicBezTo>
                  <a:pt x="13789" y="123825"/>
                  <a:pt x="9525" y="119561"/>
                  <a:pt x="9525" y="114300"/>
                </a:cubicBezTo>
                <a:cubicBezTo>
                  <a:pt x="9525" y="109039"/>
                  <a:pt x="13789" y="104775"/>
                  <a:pt x="19050" y="104775"/>
                </a:cubicBezTo>
                <a:close/>
                <a:moveTo>
                  <a:pt x="9525" y="66675"/>
                </a:moveTo>
                <a:lnTo>
                  <a:pt x="38100" y="66675"/>
                </a:lnTo>
                <a:cubicBezTo>
                  <a:pt x="43360" y="66675"/>
                  <a:pt x="47625" y="70939"/>
                  <a:pt x="47625" y="76200"/>
                </a:cubicBezTo>
                <a:cubicBezTo>
                  <a:pt x="47625" y="81461"/>
                  <a:pt x="43360" y="85725"/>
                  <a:pt x="38100" y="85725"/>
                </a:cubicBezTo>
                <a:lnTo>
                  <a:pt x="9525" y="85725"/>
                </a:lnTo>
                <a:cubicBezTo>
                  <a:pt x="4264" y="85725"/>
                  <a:pt x="0" y="81461"/>
                  <a:pt x="0" y="76200"/>
                </a:cubicBezTo>
                <a:cubicBezTo>
                  <a:pt x="0" y="70939"/>
                  <a:pt x="4264" y="66675"/>
                  <a:pt x="9525" y="66675"/>
                </a:cubicBezTo>
                <a:close/>
                <a:moveTo>
                  <a:pt x="104775" y="16933"/>
                </a:moveTo>
                <a:cubicBezTo>
                  <a:pt x="94888" y="16933"/>
                  <a:pt x="89391" y="19641"/>
                  <a:pt x="86023" y="23878"/>
                </a:cubicBezTo>
                <a:cubicBezTo>
                  <a:pt x="83141" y="27504"/>
                  <a:pt x="80954" y="33297"/>
                  <a:pt x="80129" y="42333"/>
                </a:cubicBezTo>
                <a:lnTo>
                  <a:pt x="129422" y="42333"/>
                </a:lnTo>
                <a:cubicBezTo>
                  <a:pt x="128597" y="33297"/>
                  <a:pt x="126410" y="27504"/>
                  <a:pt x="123528" y="23878"/>
                </a:cubicBezTo>
                <a:cubicBezTo>
                  <a:pt x="120160" y="19641"/>
                  <a:pt x="114663" y="16933"/>
                  <a:pt x="104775" y="16933"/>
                </a:cubicBezTo>
                <a:close/>
                <a:moveTo>
                  <a:pt x="104775" y="0"/>
                </a:moveTo>
                <a:cubicBezTo>
                  <a:pt x="117735" y="0"/>
                  <a:pt x="128906" y="3692"/>
                  <a:pt x="136496" y="13239"/>
                </a:cubicBezTo>
                <a:cubicBezTo>
                  <a:pt x="142388" y="20651"/>
                  <a:pt x="145271" y="30578"/>
                  <a:pt x="146149" y="42333"/>
                </a:cubicBezTo>
                <a:cubicBezTo>
                  <a:pt x="171152" y="42333"/>
                  <a:pt x="171451" y="42333"/>
                  <a:pt x="171451" y="67998"/>
                </a:cubicBezTo>
                <a:cubicBezTo>
                  <a:pt x="171450" y="135466"/>
                  <a:pt x="171450" y="152400"/>
                  <a:pt x="104775" y="152400"/>
                </a:cubicBezTo>
                <a:cubicBezTo>
                  <a:pt x="79029" y="152400"/>
                  <a:pt x="63224" y="149875"/>
                  <a:pt x="53523" y="142875"/>
                </a:cubicBezTo>
                <a:cubicBezTo>
                  <a:pt x="40321" y="133350"/>
                  <a:pt x="40018" y="123825"/>
                  <a:pt x="57150" y="123825"/>
                </a:cubicBezTo>
                <a:lnTo>
                  <a:pt x="66675" y="123825"/>
                </a:lnTo>
                <a:cubicBezTo>
                  <a:pt x="71935" y="123825"/>
                  <a:pt x="76201" y="119561"/>
                  <a:pt x="76201" y="114300"/>
                </a:cubicBezTo>
                <a:cubicBezTo>
                  <a:pt x="76201" y="109039"/>
                  <a:pt x="71935" y="104775"/>
                  <a:pt x="66675" y="104775"/>
                </a:cubicBezTo>
                <a:lnTo>
                  <a:pt x="57150" y="104775"/>
                </a:lnTo>
                <a:cubicBezTo>
                  <a:pt x="45082" y="104775"/>
                  <a:pt x="38100" y="104775"/>
                  <a:pt x="38335" y="95250"/>
                </a:cubicBezTo>
                <a:cubicBezTo>
                  <a:pt x="38571" y="85725"/>
                  <a:pt x="44987" y="85725"/>
                  <a:pt x="57146" y="85725"/>
                </a:cubicBezTo>
                <a:cubicBezTo>
                  <a:pt x="62407" y="85725"/>
                  <a:pt x="66675" y="81461"/>
                  <a:pt x="66675" y="76200"/>
                </a:cubicBezTo>
                <a:cubicBezTo>
                  <a:pt x="66675" y="70939"/>
                  <a:pt x="62411" y="66675"/>
                  <a:pt x="57150" y="66675"/>
                </a:cubicBezTo>
                <a:cubicBezTo>
                  <a:pt x="42334" y="66675"/>
                  <a:pt x="36727" y="66675"/>
                  <a:pt x="38570" y="52388"/>
                </a:cubicBezTo>
                <a:cubicBezTo>
                  <a:pt x="38983" y="49180"/>
                  <a:pt x="39762" y="46996"/>
                  <a:pt x="41226" y="45508"/>
                </a:cubicBezTo>
                <a:cubicBezTo>
                  <a:pt x="44351" y="42333"/>
                  <a:pt x="50901" y="42333"/>
                  <a:pt x="63402" y="42333"/>
                </a:cubicBezTo>
                <a:cubicBezTo>
                  <a:pt x="64279" y="30578"/>
                  <a:pt x="67163" y="20651"/>
                  <a:pt x="73055" y="13239"/>
                </a:cubicBezTo>
                <a:cubicBezTo>
                  <a:pt x="80644" y="3692"/>
                  <a:pt x="91816" y="0"/>
                  <a:pt x="104775" y="0"/>
                </a:cubicBezTo>
                <a:close/>
              </a:path>
            </a:pathLst>
          </a:custGeom>
          <a:solidFill>
            <a:srgbClr val="000000"/>
          </a:solidFill>
          <a:ln w="9525" cap="flat">
            <a:noFill/>
            <a:prstDash val="solid"/>
            <a:miter/>
          </a:ln>
        </p:spPr>
        <p:txBody>
          <a:bodyPr rtlCol="0" anchor="ctr"/>
          <a:lstStyle/>
          <a:p>
            <a:endParaRPr lang="ru-RU"/>
          </a:p>
        </p:txBody>
      </p:sp>
      <p:sp>
        <p:nvSpPr>
          <p:cNvPr id="1451" name="Полилиния: фигура 1450">
            <a:extLst>
              <a:ext uri="{FF2B5EF4-FFF2-40B4-BE49-F238E27FC236}">
                <a16:creationId xmlns:a16="http://schemas.microsoft.com/office/drawing/2014/main" id="{7700086A-AFC5-6093-E725-EC615A855DEB}"/>
              </a:ext>
            </a:extLst>
          </p:cNvPr>
          <p:cNvSpPr/>
          <p:nvPr/>
        </p:nvSpPr>
        <p:spPr>
          <a:xfrm>
            <a:off x="10755981" y="1946457"/>
            <a:ext cx="152400" cy="180974"/>
          </a:xfrm>
          <a:custGeom>
            <a:avLst/>
            <a:gdLst>
              <a:gd name="connsiteX0" fmla="*/ 42774 w 152400"/>
              <a:gd name="connsiteY0" fmla="*/ 81544 h 180974"/>
              <a:gd name="connsiteX1" fmla="*/ 38021 w 152400"/>
              <a:gd name="connsiteY1" fmla="*/ 90986 h 180974"/>
              <a:gd name="connsiteX2" fmla="*/ 42774 w 152400"/>
              <a:gd name="connsiteY2" fmla="*/ 100429 h 180974"/>
              <a:gd name="connsiteX3" fmla="*/ 47527 w 152400"/>
              <a:gd name="connsiteY3" fmla="*/ 90986 h 180974"/>
              <a:gd name="connsiteX4" fmla="*/ 42774 w 152400"/>
              <a:gd name="connsiteY4" fmla="*/ 81544 h 180974"/>
              <a:gd name="connsiteX5" fmla="*/ 104559 w 152400"/>
              <a:gd name="connsiteY5" fmla="*/ 81543 h 180974"/>
              <a:gd name="connsiteX6" fmla="*/ 95054 w 152400"/>
              <a:gd name="connsiteY6" fmla="*/ 90985 h 180974"/>
              <a:gd name="connsiteX7" fmla="*/ 104559 w 152400"/>
              <a:gd name="connsiteY7" fmla="*/ 100427 h 180974"/>
              <a:gd name="connsiteX8" fmla="*/ 114065 w 152400"/>
              <a:gd name="connsiteY8" fmla="*/ 90985 h 180974"/>
              <a:gd name="connsiteX9" fmla="*/ 104559 w 152400"/>
              <a:gd name="connsiteY9" fmla="*/ 81543 h 180974"/>
              <a:gd name="connsiteX10" fmla="*/ 95054 w 152400"/>
              <a:gd name="connsiteY10" fmla="*/ 6412 h 180974"/>
              <a:gd name="connsiteX11" fmla="*/ 152086 w 152400"/>
              <a:gd name="connsiteY11" fmla="*/ 90985 h 180974"/>
              <a:gd name="connsiteX12" fmla="*/ 152265 w 152400"/>
              <a:gd name="connsiteY12" fmla="*/ 109971 h 180974"/>
              <a:gd name="connsiteX13" fmla="*/ 152086 w 152400"/>
              <a:gd name="connsiteY13" fmla="*/ 135063 h 180974"/>
              <a:gd name="connsiteX14" fmla="*/ 152086 w 152400"/>
              <a:gd name="connsiteY14" fmla="*/ 166524 h 180974"/>
              <a:gd name="connsiteX15" fmla="*/ 142581 w 152400"/>
              <a:gd name="connsiteY15" fmla="*/ 175966 h 180974"/>
              <a:gd name="connsiteX16" fmla="*/ 133075 w 152400"/>
              <a:gd name="connsiteY16" fmla="*/ 166524 h 180974"/>
              <a:gd name="connsiteX17" fmla="*/ 133075 w 152400"/>
              <a:gd name="connsiteY17" fmla="*/ 162699 h 180974"/>
              <a:gd name="connsiteX18" fmla="*/ 95054 w 152400"/>
              <a:gd name="connsiteY18" fmla="*/ 166383 h 180974"/>
              <a:gd name="connsiteX19" fmla="*/ 76043 w 152400"/>
              <a:gd name="connsiteY19" fmla="*/ 147641 h 180974"/>
              <a:gd name="connsiteX20" fmla="*/ 76042 w 152400"/>
              <a:gd name="connsiteY20" fmla="*/ 23308 h 180974"/>
              <a:gd name="connsiteX21" fmla="*/ 95054 w 152400"/>
              <a:gd name="connsiteY21" fmla="*/ 6412 h 180974"/>
              <a:gd name="connsiteX22" fmla="*/ 54651 w 152400"/>
              <a:gd name="connsiteY22" fmla="*/ 395 h 180974"/>
              <a:gd name="connsiteX23" fmla="*/ 63100 w 152400"/>
              <a:gd name="connsiteY23" fmla="*/ 1208 h 180974"/>
              <a:gd name="connsiteX24" fmla="*/ 66538 w 152400"/>
              <a:gd name="connsiteY24" fmla="*/ 24890 h 180974"/>
              <a:gd name="connsiteX25" fmla="*/ 66538 w 152400"/>
              <a:gd name="connsiteY25" fmla="*/ 157082 h 180974"/>
              <a:gd name="connsiteX26" fmla="*/ 63232 w 152400"/>
              <a:gd name="connsiteY26" fmla="*/ 180190 h 180974"/>
              <a:gd name="connsiteX27" fmla="*/ 38022 w 152400"/>
              <a:gd name="connsiteY27" fmla="*/ 173269 h 180974"/>
              <a:gd name="connsiteX28" fmla="*/ 28516 w 152400"/>
              <a:gd name="connsiteY28" fmla="*/ 169222 h 180974"/>
              <a:gd name="connsiteX29" fmla="*/ 19011 w 152400"/>
              <a:gd name="connsiteY29" fmla="*/ 165119 h 180974"/>
              <a:gd name="connsiteX30" fmla="*/ 19011 w 152400"/>
              <a:gd name="connsiteY30" fmla="*/ 166525 h 180974"/>
              <a:gd name="connsiteX31" fmla="*/ 9505 w 152400"/>
              <a:gd name="connsiteY31" fmla="*/ 175967 h 180974"/>
              <a:gd name="connsiteX32" fmla="*/ 0 w 152400"/>
              <a:gd name="connsiteY32" fmla="*/ 166525 h 180974"/>
              <a:gd name="connsiteX33" fmla="*/ 0 w 152400"/>
              <a:gd name="connsiteY33" fmla="*/ 43774 h 180974"/>
              <a:gd name="connsiteX34" fmla="*/ 25404 w 152400"/>
              <a:gd name="connsiteY34" fmla="*/ 8234 h 180974"/>
              <a:gd name="connsiteX35" fmla="*/ 28516 w 152400"/>
              <a:gd name="connsiteY35" fmla="*/ 7354 h 180974"/>
              <a:gd name="connsiteX36" fmla="*/ 38021 w 152400"/>
              <a:gd name="connsiteY36" fmla="*/ 4656 h 180974"/>
              <a:gd name="connsiteX37" fmla="*/ 54651 w 152400"/>
              <a:gd name="connsiteY37" fmla="*/ 395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2400" h="180974">
                <a:moveTo>
                  <a:pt x="42774" y="81544"/>
                </a:moveTo>
                <a:cubicBezTo>
                  <a:pt x="40149" y="81544"/>
                  <a:pt x="38021" y="85771"/>
                  <a:pt x="38021" y="90986"/>
                </a:cubicBezTo>
                <a:cubicBezTo>
                  <a:pt x="38021" y="96201"/>
                  <a:pt x="40149" y="100429"/>
                  <a:pt x="42774" y="100429"/>
                </a:cubicBezTo>
                <a:cubicBezTo>
                  <a:pt x="45399" y="100429"/>
                  <a:pt x="47527" y="96201"/>
                  <a:pt x="47527" y="90986"/>
                </a:cubicBezTo>
                <a:cubicBezTo>
                  <a:pt x="47527" y="85771"/>
                  <a:pt x="45399" y="81544"/>
                  <a:pt x="42774" y="81544"/>
                </a:cubicBezTo>
                <a:close/>
                <a:moveTo>
                  <a:pt x="104559" y="81543"/>
                </a:moveTo>
                <a:cubicBezTo>
                  <a:pt x="99309" y="81543"/>
                  <a:pt x="95054" y="85770"/>
                  <a:pt x="95054" y="90985"/>
                </a:cubicBezTo>
                <a:cubicBezTo>
                  <a:pt x="95054" y="96200"/>
                  <a:pt x="99309" y="100427"/>
                  <a:pt x="104559" y="100427"/>
                </a:cubicBezTo>
                <a:cubicBezTo>
                  <a:pt x="109809" y="100427"/>
                  <a:pt x="114065" y="96200"/>
                  <a:pt x="114065" y="90985"/>
                </a:cubicBezTo>
                <a:cubicBezTo>
                  <a:pt x="114065" y="85770"/>
                  <a:pt x="109809" y="81543"/>
                  <a:pt x="104559" y="81543"/>
                </a:cubicBezTo>
                <a:close/>
                <a:moveTo>
                  <a:pt x="95054" y="6412"/>
                </a:moveTo>
                <a:cubicBezTo>
                  <a:pt x="152086" y="9208"/>
                  <a:pt x="152086" y="27403"/>
                  <a:pt x="152086" y="90985"/>
                </a:cubicBezTo>
                <a:cubicBezTo>
                  <a:pt x="152086" y="97929"/>
                  <a:pt x="152180" y="104238"/>
                  <a:pt x="152265" y="109971"/>
                </a:cubicBezTo>
                <a:cubicBezTo>
                  <a:pt x="152413" y="119996"/>
                  <a:pt x="152536" y="128259"/>
                  <a:pt x="152086" y="135063"/>
                </a:cubicBezTo>
                <a:lnTo>
                  <a:pt x="152086" y="166524"/>
                </a:lnTo>
                <a:cubicBezTo>
                  <a:pt x="152086" y="171739"/>
                  <a:pt x="147830" y="175966"/>
                  <a:pt x="142581" y="175966"/>
                </a:cubicBezTo>
                <a:cubicBezTo>
                  <a:pt x="137330" y="175966"/>
                  <a:pt x="133075" y="171739"/>
                  <a:pt x="133075" y="166524"/>
                </a:cubicBezTo>
                <a:lnTo>
                  <a:pt x="133075" y="162699"/>
                </a:lnTo>
                <a:cubicBezTo>
                  <a:pt x="124581" y="165128"/>
                  <a:pt x="112422" y="166066"/>
                  <a:pt x="95054" y="166383"/>
                </a:cubicBezTo>
                <a:cubicBezTo>
                  <a:pt x="76044" y="166383"/>
                  <a:pt x="76044" y="165960"/>
                  <a:pt x="76043" y="147641"/>
                </a:cubicBezTo>
                <a:lnTo>
                  <a:pt x="76042" y="23308"/>
                </a:lnTo>
                <a:cubicBezTo>
                  <a:pt x="76027" y="5507"/>
                  <a:pt x="76027" y="5479"/>
                  <a:pt x="95054" y="6412"/>
                </a:cubicBezTo>
                <a:close/>
                <a:moveTo>
                  <a:pt x="54651" y="395"/>
                </a:moveTo>
                <a:cubicBezTo>
                  <a:pt x="58677" y="-289"/>
                  <a:pt x="61340" y="-127"/>
                  <a:pt x="63100" y="1208"/>
                </a:cubicBezTo>
                <a:cubicBezTo>
                  <a:pt x="66538" y="3815"/>
                  <a:pt x="66538" y="10896"/>
                  <a:pt x="66538" y="24890"/>
                </a:cubicBezTo>
                <a:lnTo>
                  <a:pt x="66538" y="157082"/>
                </a:lnTo>
                <a:cubicBezTo>
                  <a:pt x="66538" y="170894"/>
                  <a:pt x="66538" y="177971"/>
                  <a:pt x="63232" y="180190"/>
                </a:cubicBezTo>
                <a:cubicBezTo>
                  <a:pt x="59759" y="182523"/>
                  <a:pt x="52634" y="179490"/>
                  <a:pt x="38022" y="173269"/>
                </a:cubicBezTo>
                <a:lnTo>
                  <a:pt x="28516" y="169222"/>
                </a:lnTo>
                <a:cubicBezTo>
                  <a:pt x="24911" y="167688"/>
                  <a:pt x="21762" y="166346"/>
                  <a:pt x="19011" y="165119"/>
                </a:cubicBezTo>
                <a:lnTo>
                  <a:pt x="19011" y="166525"/>
                </a:lnTo>
                <a:cubicBezTo>
                  <a:pt x="19011" y="171740"/>
                  <a:pt x="14755" y="175967"/>
                  <a:pt x="9505" y="175967"/>
                </a:cubicBezTo>
                <a:cubicBezTo>
                  <a:pt x="4256" y="175967"/>
                  <a:pt x="0" y="171740"/>
                  <a:pt x="0" y="166525"/>
                </a:cubicBezTo>
                <a:lnTo>
                  <a:pt x="0" y="43774"/>
                </a:lnTo>
                <a:cubicBezTo>
                  <a:pt x="0" y="15402"/>
                  <a:pt x="395" y="15290"/>
                  <a:pt x="25404" y="8234"/>
                </a:cubicBezTo>
                <a:cubicBezTo>
                  <a:pt x="26401" y="7952"/>
                  <a:pt x="27439" y="7660"/>
                  <a:pt x="28516" y="7354"/>
                </a:cubicBezTo>
                <a:lnTo>
                  <a:pt x="38021" y="4656"/>
                </a:lnTo>
                <a:cubicBezTo>
                  <a:pt x="45235" y="2609"/>
                  <a:pt x="50625" y="1079"/>
                  <a:pt x="54651" y="395"/>
                </a:cubicBezTo>
                <a:close/>
              </a:path>
            </a:pathLst>
          </a:custGeom>
          <a:solidFill>
            <a:srgbClr val="000000"/>
          </a:solidFill>
          <a:ln w="9525" cap="flat">
            <a:noFill/>
            <a:prstDash val="solid"/>
            <a:miter/>
          </a:ln>
        </p:spPr>
        <p:txBody>
          <a:bodyPr rtlCol="0" anchor="ctr"/>
          <a:lstStyle/>
          <a:p>
            <a:endParaRPr lang="ru-RU"/>
          </a:p>
        </p:txBody>
      </p:sp>
      <p:sp>
        <p:nvSpPr>
          <p:cNvPr id="1138" name="Рисунок 227">
            <a:extLst>
              <a:ext uri="{FF2B5EF4-FFF2-40B4-BE49-F238E27FC236}">
                <a16:creationId xmlns:a16="http://schemas.microsoft.com/office/drawing/2014/main" id="{82C0F553-F0B9-D170-ED47-1E55D9A2F5B5}"/>
              </a:ext>
            </a:extLst>
          </p:cNvPr>
          <p:cNvSpPr/>
          <p:nvPr/>
        </p:nvSpPr>
        <p:spPr>
          <a:xfrm>
            <a:off x="10755981" y="1406163"/>
            <a:ext cx="152404" cy="152400"/>
          </a:xfrm>
          <a:custGeom>
            <a:avLst/>
            <a:gdLst>
              <a:gd name="connsiteX0" fmla="*/ 152403 w 152404"/>
              <a:gd name="connsiteY0" fmla="*/ 98511 h 152400"/>
              <a:gd name="connsiteX1" fmla="*/ 152402 w 152404"/>
              <a:gd name="connsiteY1" fmla="*/ 100013 h 152400"/>
              <a:gd name="connsiteX2" fmla="*/ 76201 w 152404"/>
              <a:gd name="connsiteY2" fmla="*/ 152400 h 152400"/>
              <a:gd name="connsiteX3" fmla="*/ 2 w 152404"/>
              <a:gd name="connsiteY3" fmla="*/ 100013 h 152400"/>
              <a:gd name="connsiteX4" fmla="*/ 1 w 152404"/>
              <a:gd name="connsiteY4" fmla="*/ 98481 h 152400"/>
              <a:gd name="connsiteX5" fmla="*/ 3407 w 152404"/>
              <a:gd name="connsiteY5" fmla="*/ 58775 h 152400"/>
              <a:gd name="connsiteX6" fmla="*/ 28577 w 152404"/>
              <a:gd name="connsiteY6" fmla="*/ 28681 h 152400"/>
              <a:gd name="connsiteX7" fmla="*/ 76201 w 152404"/>
              <a:gd name="connsiteY7" fmla="*/ 0 h 152400"/>
              <a:gd name="connsiteX8" fmla="*/ 123823 w 152404"/>
              <a:gd name="connsiteY8" fmla="*/ 28681 h 152400"/>
              <a:gd name="connsiteX9" fmla="*/ 148992 w 152404"/>
              <a:gd name="connsiteY9" fmla="*/ 58775 h 152400"/>
              <a:gd name="connsiteX10" fmla="*/ 152403 w 152404"/>
              <a:gd name="connsiteY10" fmla="*/ 98511 h 152400"/>
              <a:gd name="connsiteX11" fmla="*/ 66677 w 152404"/>
              <a:gd name="connsiteY11" fmla="*/ 114298 h 152400"/>
              <a:gd name="connsiteX12" fmla="*/ 47627 w 152404"/>
              <a:gd name="connsiteY12" fmla="*/ 95248 h 152400"/>
              <a:gd name="connsiteX13" fmla="*/ 28577 w 152404"/>
              <a:gd name="connsiteY13" fmla="*/ 114298 h 152400"/>
              <a:gd name="connsiteX14" fmla="*/ 47627 w 152404"/>
              <a:gd name="connsiteY14" fmla="*/ 133348 h 152400"/>
              <a:gd name="connsiteX15" fmla="*/ 66677 w 152404"/>
              <a:gd name="connsiteY15" fmla="*/ 114298 h 152400"/>
              <a:gd name="connsiteX16" fmla="*/ 104777 w 152404"/>
              <a:gd name="connsiteY16" fmla="*/ 95248 h 152400"/>
              <a:gd name="connsiteX17" fmla="*/ 85727 w 152404"/>
              <a:gd name="connsiteY17" fmla="*/ 114298 h 152400"/>
              <a:gd name="connsiteX18" fmla="*/ 104777 w 152404"/>
              <a:gd name="connsiteY18" fmla="*/ 133348 h 152400"/>
              <a:gd name="connsiteX19" fmla="*/ 123827 w 152404"/>
              <a:gd name="connsiteY19" fmla="*/ 114298 h 152400"/>
              <a:gd name="connsiteX20" fmla="*/ 104777 w 152404"/>
              <a:gd name="connsiteY20" fmla="*/ 95248 h 152400"/>
              <a:gd name="connsiteX21" fmla="*/ 95252 w 152404"/>
              <a:gd name="connsiteY21" fmla="*/ 66675 h 152400"/>
              <a:gd name="connsiteX22" fmla="*/ 76202 w 152404"/>
              <a:gd name="connsiteY22" fmla="*/ 47625 h 152400"/>
              <a:gd name="connsiteX23" fmla="*/ 57152 w 152404"/>
              <a:gd name="connsiteY23" fmla="*/ 66675 h 152400"/>
              <a:gd name="connsiteX24" fmla="*/ 76202 w 152404"/>
              <a:gd name="connsiteY24" fmla="*/ 85725 h 152400"/>
              <a:gd name="connsiteX25" fmla="*/ 95252 w 152404"/>
              <a:gd name="connsiteY25" fmla="*/ 666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404" h="152400">
                <a:moveTo>
                  <a:pt x="152403" y="98511"/>
                </a:moveTo>
                <a:lnTo>
                  <a:pt x="152402" y="100013"/>
                </a:lnTo>
                <a:cubicBezTo>
                  <a:pt x="152402" y="152400"/>
                  <a:pt x="138113" y="152400"/>
                  <a:pt x="76201" y="152400"/>
                </a:cubicBezTo>
                <a:cubicBezTo>
                  <a:pt x="14290" y="152400"/>
                  <a:pt x="2" y="152400"/>
                  <a:pt x="2" y="100013"/>
                </a:cubicBezTo>
                <a:lnTo>
                  <a:pt x="1" y="98481"/>
                </a:lnTo>
                <a:cubicBezTo>
                  <a:pt x="-10" y="88159"/>
                  <a:pt x="-33" y="66349"/>
                  <a:pt x="3407" y="58775"/>
                </a:cubicBezTo>
                <a:cubicBezTo>
                  <a:pt x="6824" y="51251"/>
                  <a:pt x="15234" y="40291"/>
                  <a:pt x="28577" y="28681"/>
                </a:cubicBezTo>
                <a:cubicBezTo>
                  <a:pt x="44974" y="14412"/>
                  <a:pt x="67143" y="0"/>
                  <a:pt x="76201" y="0"/>
                </a:cubicBezTo>
                <a:cubicBezTo>
                  <a:pt x="85260" y="0"/>
                  <a:pt x="107426" y="14412"/>
                  <a:pt x="123823" y="28681"/>
                </a:cubicBezTo>
                <a:cubicBezTo>
                  <a:pt x="137166" y="40291"/>
                  <a:pt x="145576" y="51251"/>
                  <a:pt x="148992" y="58775"/>
                </a:cubicBezTo>
                <a:cubicBezTo>
                  <a:pt x="152436" y="66357"/>
                  <a:pt x="152414" y="88202"/>
                  <a:pt x="152403" y="98511"/>
                </a:cubicBezTo>
                <a:close/>
                <a:moveTo>
                  <a:pt x="66677" y="114298"/>
                </a:moveTo>
                <a:cubicBezTo>
                  <a:pt x="66677" y="100011"/>
                  <a:pt x="66677" y="95248"/>
                  <a:pt x="47627" y="95248"/>
                </a:cubicBezTo>
                <a:cubicBezTo>
                  <a:pt x="28577" y="95248"/>
                  <a:pt x="28577" y="100011"/>
                  <a:pt x="28577" y="114298"/>
                </a:cubicBezTo>
                <a:cubicBezTo>
                  <a:pt x="28577" y="128588"/>
                  <a:pt x="28577" y="133350"/>
                  <a:pt x="47627" y="133348"/>
                </a:cubicBezTo>
                <a:cubicBezTo>
                  <a:pt x="66677" y="133345"/>
                  <a:pt x="66677" y="128586"/>
                  <a:pt x="66677" y="114298"/>
                </a:cubicBezTo>
                <a:close/>
                <a:moveTo>
                  <a:pt x="104777" y="95248"/>
                </a:moveTo>
                <a:cubicBezTo>
                  <a:pt x="85727" y="95248"/>
                  <a:pt x="85727" y="100011"/>
                  <a:pt x="85727" y="114298"/>
                </a:cubicBezTo>
                <a:cubicBezTo>
                  <a:pt x="85727" y="128588"/>
                  <a:pt x="85727" y="133350"/>
                  <a:pt x="104777" y="133348"/>
                </a:cubicBezTo>
                <a:cubicBezTo>
                  <a:pt x="123827" y="133345"/>
                  <a:pt x="123827" y="128586"/>
                  <a:pt x="123827" y="114298"/>
                </a:cubicBezTo>
                <a:cubicBezTo>
                  <a:pt x="123827" y="100011"/>
                  <a:pt x="123827" y="95248"/>
                  <a:pt x="104777" y="95248"/>
                </a:cubicBezTo>
                <a:close/>
                <a:moveTo>
                  <a:pt x="95252" y="66675"/>
                </a:moveTo>
                <a:cubicBezTo>
                  <a:pt x="95252" y="52388"/>
                  <a:pt x="95252" y="47625"/>
                  <a:pt x="76202" y="47625"/>
                </a:cubicBezTo>
                <a:cubicBezTo>
                  <a:pt x="57152" y="47625"/>
                  <a:pt x="57152" y="52388"/>
                  <a:pt x="57152" y="66675"/>
                </a:cubicBezTo>
                <a:cubicBezTo>
                  <a:pt x="57152" y="80964"/>
                  <a:pt x="57152" y="85727"/>
                  <a:pt x="76202" y="85725"/>
                </a:cubicBezTo>
                <a:cubicBezTo>
                  <a:pt x="95252" y="85723"/>
                  <a:pt x="95252" y="80963"/>
                  <a:pt x="95252" y="66675"/>
                </a:cubicBezTo>
                <a:close/>
              </a:path>
            </a:pathLst>
          </a:custGeom>
          <a:solidFill>
            <a:srgbClr val="000000"/>
          </a:solidFill>
          <a:ln w="9525" cap="flat">
            <a:noFill/>
            <a:prstDash val="solid"/>
            <a:miter/>
          </a:ln>
        </p:spPr>
        <p:txBody>
          <a:bodyPr rtlCol="0" anchor="ctr"/>
          <a:lstStyle/>
          <a:p>
            <a:endParaRPr lang="ru-RU"/>
          </a:p>
        </p:txBody>
      </p:sp>
      <p:sp>
        <p:nvSpPr>
          <p:cNvPr id="1445" name="Полилиния: фигура 1444">
            <a:extLst>
              <a:ext uri="{FF2B5EF4-FFF2-40B4-BE49-F238E27FC236}">
                <a16:creationId xmlns:a16="http://schemas.microsoft.com/office/drawing/2014/main" id="{914E326A-5532-BA63-0ADF-ED8402E5D9E0}"/>
              </a:ext>
            </a:extLst>
          </p:cNvPr>
          <p:cNvSpPr/>
          <p:nvPr/>
        </p:nvSpPr>
        <p:spPr>
          <a:xfrm>
            <a:off x="10746456" y="846817"/>
            <a:ext cx="171449" cy="171450"/>
          </a:xfrm>
          <a:custGeom>
            <a:avLst/>
            <a:gdLst>
              <a:gd name="connsiteX0" fmla="*/ 19050 w 171449"/>
              <a:gd name="connsiteY0" fmla="*/ 142875 h 171450"/>
              <a:gd name="connsiteX1" fmla="*/ 152400 w 171449"/>
              <a:gd name="connsiteY1" fmla="*/ 142875 h 171450"/>
              <a:gd name="connsiteX2" fmla="*/ 160734 w 171449"/>
              <a:gd name="connsiteY2" fmla="*/ 160734 h 171450"/>
              <a:gd name="connsiteX3" fmla="*/ 85725 w 171449"/>
              <a:gd name="connsiteY3" fmla="*/ 171450 h 171450"/>
              <a:gd name="connsiteX4" fmla="*/ 10716 w 171449"/>
              <a:gd name="connsiteY4" fmla="*/ 160734 h 171450"/>
              <a:gd name="connsiteX5" fmla="*/ 19050 w 171449"/>
              <a:gd name="connsiteY5" fmla="*/ 142875 h 171450"/>
              <a:gd name="connsiteX6" fmla="*/ 76199 w 171449"/>
              <a:gd name="connsiteY6" fmla="*/ 47625 h 171450"/>
              <a:gd name="connsiteX7" fmla="*/ 95249 w 171449"/>
              <a:gd name="connsiteY7" fmla="*/ 47625 h 171450"/>
              <a:gd name="connsiteX8" fmla="*/ 114299 w 171449"/>
              <a:gd name="connsiteY8" fmla="*/ 66675 h 171450"/>
              <a:gd name="connsiteX9" fmla="*/ 114299 w 171449"/>
              <a:gd name="connsiteY9" fmla="*/ 104775 h 171450"/>
              <a:gd name="connsiteX10" fmla="*/ 95249 w 171449"/>
              <a:gd name="connsiteY10" fmla="*/ 123825 h 171450"/>
              <a:gd name="connsiteX11" fmla="*/ 76199 w 171449"/>
              <a:gd name="connsiteY11" fmla="*/ 123825 h 171450"/>
              <a:gd name="connsiteX12" fmla="*/ 57149 w 171449"/>
              <a:gd name="connsiteY12" fmla="*/ 104775 h 171450"/>
              <a:gd name="connsiteX13" fmla="*/ 57149 w 171449"/>
              <a:gd name="connsiteY13" fmla="*/ 66675 h 171450"/>
              <a:gd name="connsiteX14" fmla="*/ 76199 w 171449"/>
              <a:gd name="connsiteY14" fmla="*/ 47625 h 171450"/>
              <a:gd name="connsiteX15" fmla="*/ 19291 w 171449"/>
              <a:gd name="connsiteY15" fmla="*/ 47625 h 171450"/>
              <a:gd name="connsiteX16" fmla="*/ 38100 w 171449"/>
              <a:gd name="connsiteY16" fmla="*/ 66675 h 171450"/>
              <a:gd name="connsiteX17" fmla="*/ 38100 w 171449"/>
              <a:gd name="connsiteY17" fmla="*/ 104775 h 171450"/>
              <a:gd name="connsiteX18" fmla="*/ 19291 w 171449"/>
              <a:gd name="connsiteY18" fmla="*/ 123825 h 171450"/>
              <a:gd name="connsiteX19" fmla="*/ 44 w 171449"/>
              <a:gd name="connsiteY19" fmla="*/ 104775 h 171450"/>
              <a:gd name="connsiteX20" fmla="*/ 0 w 171449"/>
              <a:gd name="connsiteY20" fmla="*/ 85725 h 171450"/>
              <a:gd name="connsiteX21" fmla="*/ 44 w 171449"/>
              <a:gd name="connsiteY21" fmla="*/ 66675 h 171450"/>
              <a:gd name="connsiteX22" fmla="*/ 19291 w 171449"/>
              <a:gd name="connsiteY22" fmla="*/ 47625 h 171450"/>
              <a:gd name="connsiteX23" fmla="*/ 152158 w 171449"/>
              <a:gd name="connsiteY23" fmla="*/ 47624 h 171450"/>
              <a:gd name="connsiteX24" fmla="*/ 171405 w 171449"/>
              <a:gd name="connsiteY24" fmla="*/ 66674 h 171450"/>
              <a:gd name="connsiteX25" fmla="*/ 171449 w 171449"/>
              <a:gd name="connsiteY25" fmla="*/ 85724 h 171450"/>
              <a:gd name="connsiteX26" fmla="*/ 171405 w 171449"/>
              <a:gd name="connsiteY26" fmla="*/ 104775 h 171450"/>
              <a:gd name="connsiteX27" fmla="*/ 152158 w 171449"/>
              <a:gd name="connsiteY27" fmla="*/ 123824 h 171450"/>
              <a:gd name="connsiteX28" fmla="*/ 133349 w 171449"/>
              <a:gd name="connsiteY28" fmla="*/ 104774 h 171450"/>
              <a:gd name="connsiteX29" fmla="*/ 133349 w 171449"/>
              <a:gd name="connsiteY29" fmla="*/ 66674 h 171450"/>
              <a:gd name="connsiteX30" fmla="*/ 152158 w 171449"/>
              <a:gd name="connsiteY30" fmla="*/ 47624 h 171450"/>
              <a:gd name="connsiteX31" fmla="*/ 85725 w 171449"/>
              <a:gd name="connsiteY31" fmla="*/ 0 h 171450"/>
              <a:gd name="connsiteX32" fmla="*/ 160734 w 171449"/>
              <a:gd name="connsiteY32" fmla="*/ 10716 h 171450"/>
              <a:gd name="connsiteX33" fmla="*/ 152400 w 171449"/>
              <a:gd name="connsiteY33" fmla="*/ 28575 h 171450"/>
              <a:gd name="connsiteX34" fmla="*/ 19050 w 171449"/>
              <a:gd name="connsiteY34" fmla="*/ 28575 h 171450"/>
              <a:gd name="connsiteX35" fmla="*/ 10716 w 171449"/>
              <a:gd name="connsiteY35" fmla="*/ 10716 h 171450"/>
              <a:gd name="connsiteX36" fmla="*/ 85725 w 171449"/>
              <a:gd name="connsiteY3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1449" h="171450">
                <a:moveTo>
                  <a:pt x="19050" y="142875"/>
                </a:moveTo>
                <a:lnTo>
                  <a:pt x="152400" y="142875"/>
                </a:lnTo>
                <a:cubicBezTo>
                  <a:pt x="167535" y="142875"/>
                  <a:pt x="171450" y="150019"/>
                  <a:pt x="160734" y="160734"/>
                </a:cubicBezTo>
                <a:cubicBezTo>
                  <a:pt x="150019" y="171450"/>
                  <a:pt x="128587" y="171450"/>
                  <a:pt x="85725" y="171450"/>
                </a:cubicBezTo>
                <a:cubicBezTo>
                  <a:pt x="42862" y="171450"/>
                  <a:pt x="21431" y="171450"/>
                  <a:pt x="10716" y="160734"/>
                </a:cubicBezTo>
                <a:cubicBezTo>
                  <a:pt x="0" y="150019"/>
                  <a:pt x="3914" y="142875"/>
                  <a:pt x="19050" y="142875"/>
                </a:cubicBezTo>
                <a:close/>
                <a:moveTo>
                  <a:pt x="76199" y="47625"/>
                </a:moveTo>
                <a:cubicBezTo>
                  <a:pt x="83638" y="47625"/>
                  <a:pt x="87810" y="47625"/>
                  <a:pt x="95249" y="47625"/>
                </a:cubicBezTo>
                <a:cubicBezTo>
                  <a:pt x="115305" y="47625"/>
                  <a:pt x="114299" y="47062"/>
                  <a:pt x="114299" y="66675"/>
                </a:cubicBezTo>
                <a:lnTo>
                  <a:pt x="114299" y="104775"/>
                </a:lnTo>
                <a:cubicBezTo>
                  <a:pt x="114299" y="124388"/>
                  <a:pt x="115305" y="123825"/>
                  <a:pt x="95249" y="123825"/>
                </a:cubicBezTo>
                <a:cubicBezTo>
                  <a:pt x="87810" y="123825"/>
                  <a:pt x="83638" y="123825"/>
                  <a:pt x="76199" y="123825"/>
                </a:cubicBezTo>
                <a:cubicBezTo>
                  <a:pt x="56143" y="123825"/>
                  <a:pt x="57149" y="124388"/>
                  <a:pt x="57149" y="104775"/>
                </a:cubicBezTo>
                <a:lnTo>
                  <a:pt x="57149" y="66675"/>
                </a:lnTo>
                <a:cubicBezTo>
                  <a:pt x="57149" y="47062"/>
                  <a:pt x="56143" y="47625"/>
                  <a:pt x="76199" y="47625"/>
                </a:cubicBezTo>
                <a:close/>
                <a:moveTo>
                  <a:pt x="19291" y="47625"/>
                </a:moveTo>
                <a:cubicBezTo>
                  <a:pt x="39719" y="47625"/>
                  <a:pt x="38100" y="46236"/>
                  <a:pt x="38100" y="66675"/>
                </a:cubicBezTo>
                <a:cubicBezTo>
                  <a:pt x="38100" y="81554"/>
                  <a:pt x="38100" y="104775"/>
                  <a:pt x="38100" y="104775"/>
                </a:cubicBezTo>
                <a:cubicBezTo>
                  <a:pt x="38100" y="124258"/>
                  <a:pt x="39218" y="123825"/>
                  <a:pt x="19291" y="123825"/>
                </a:cubicBezTo>
                <a:cubicBezTo>
                  <a:pt x="-466" y="123825"/>
                  <a:pt x="194" y="124322"/>
                  <a:pt x="44" y="104775"/>
                </a:cubicBezTo>
                <a:cubicBezTo>
                  <a:pt x="0" y="98948"/>
                  <a:pt x="0" y="92613"/>
                  <a:pt x="0" y="85725"/>
                </a:cubicBezTo>
                <a:cubicBezTo>
                  <a:pt x="0" y="78836"/>
                  <a:pt x="44" y="66675"/>
                  <a:pt x="44" y="66675"/>
                </a:cubicBezTo>
                <a:cubicBezTo>
                  <a:pt x="302" y="46837"/>
                  <a:pt x="-406" y="47625"/>
                  <a:pt x="19291" y="47625"/>
                </a:cubicBezTo>
                <a:close/>
                <a:moveTo>
                  <a:pt x="152158" y="47624"/>
                </a:moveTo>
                <a:cubicBezTo>
                  <a:pt x="171915" y="47624"/>
                  <a:pt x="171256" y="47126"/>
                  <a:pt x="171405" y="66674"/>
                </a:cubicBezTo>
                <a:cubicBezTo>
                  <a:pt x="171449" y="72501"/>
                  <a:pt x="171449" y="78836"/>
                  <a:pt x="171449" y="85724"/>
                </a:cubicBezTo>
                <a:cubicBezTo>
                  <a:pt x="171449" y="92614"/>
                  <a:pt x="171449" y="98949"/>
                  <a:pt x="171405" y="104775"/>
                </a:cubicBezTo>
                <a:cubicBezTo>
                  <a:pt x="171256" y="124322"/>
                  <a:pt x="171915" y="123824"/>
                  <a:pt x="152158" y="123824"/>
                </a:cubicBezTo>
                <a:cubicBezTo>
                  <a:pt x="132231" y="123824"/>
                  <a:pt x="133349" y="124258"/>
                  <a:pt x="133349" y="104774"/>
                </a:cubicBezTo>
                <a:lnTo>
                  <a:pt x="133349" y="66674"/>
                </a:lnTo>
                <a:cubicBezTo>
                  <a:pt x="133349" y="47191"/>
                  <a:pt x="132231" y="47624"/>
                  <a:pt x="152158" y="47624"/>
                </a:cubicBezTo>
                <a:close/>
                <a:moveTo>
                  <a:pt x="85725" y="0"/>
                </a:moveTo>
                <a:cubicBezTo>
                  <a:pt x="128587" y="0"/>
                  <a:pt x="150019" y="0"/>
                  <a:pt x="160734" y="10716"/>
                </a:cubicBezTo>
                <a:cubicBezTo>
                  <a:pt x="171450" y="21431"/>
                  <a:pt x="167535" y="28575"/>
                  <a:pt x="152400" y="28575"/>
                </a:cubicBezTo>
                <a:lnTo>
                  <a:pt x="19050" y="28575"/>
                </a:lnTo>
                <a:cubicBezTo>
                  <a:pt x="3914" y="28575"/>
                  <a:pt x="0" y="21431"/>
                  <a:pt x="10716" y="10716"/>
                </a:cubicBezTo>
                <a:cubicBezTo>
                  <a:pt x="21431" y="0"/>
                  <a:pt x="42862" y="0"/>
                  <a:pt x="85725" y="0"/>
                </a:cubicBezTo>
                <a:close/>
              </a:path>
            </a:pathLst>
          </a:custGeom>
          <a:solidFill>
            <a:srgbClr val="000000"/>
          </a:solidFill>
          <a:ln w="9525" cap="flat">
            <a:noFill/>
            <a:prstDash val="solid"/>
            <a:miter/>
          </a:ln>
        </p:spPr>
        <p:txBody>
          <a:bodyPr rtlCol="0" anchor="ctr"/>
          <a:lstStyle/>
          <a:p>
            <a:endParaRPr lang="ru-RU"/>
          </a:p>
        </p:txBody>
      </p:sp>
      <p:sp>
        <p:nvSpPr>
          <p:cNvPr id="1461" name="Полилиния: фигура 1460">
            <a:extLst>
              <a:ext uri="{FF2B5EF4-FFF2-40B4-BE49-F238E27FC236}">
                <a16:creationId xmlns:a16="http://schemas.microsoft.com/office/drawing/2014/main" id="{09FFAD65-588D-AF6A-3630-2EACF2F6483F}"/>
              </a:ext>
            </a:extLst>
          </p:cNvPr>
          <p:cNvSpPr/>
          <p:nvPr/>
        </p:nvSpPr>
        <p:spPr>
          <a:xfrm>
            <a:off x="10746455" y="4609642"/>
            <a:ext cx="180976" cy="152400"/>
          </a:xfrm>
          <a:custGeom>
            <a:avLst/>
            <a:gdLst>
              <a:gd name="connsiteX0" fmla="*/ 171451 w 180976"/>
              <a:gd name="connsiteY0" fmla="*/ 133350 h 152400"/>
              <a:gd name="connsiteX1" fmla="*/ 180976 w 180976"/>
              <a:gd name="connsiteY1" fmla="*/ 142875 h 152400"/>
              <a:gd name="connsiteX2" fmla="*/ 171451 w 180976"/>
              <a:gd name="connsiteY2" fmla="*/ 152400 h 152400"/>
              <a:gd name="connsiteX3" fmla="*/ 161926 w 180976"/>
              <a:gd name="connsiteY3" fmla="*/ 142875 h 152400"/>
              <a:gd name="connsiteX4" fmla="*/ 171451 w 180976"/>
              <a:gd name="connsiteY4" fmla="*/ 133350 h 152400"/>
              <a:gd name="connsiteX5" fmla="*/ 103840 w 180976"/>
              <a:gd name="connsiteY5" fmla="*/ 485 h 152400"/>
              <a:gd name="connsiteX6" fmla="*/ 148136 w 180976"/>
              <a:gd name="connsiteY6" fmla="*/ 23940 h 152400"/>
              <a:gd name="connsiteX7" fmla="*/ 164662 w 180976"/>
              <a:gd name="connsiteY7" fmla="*/ 85725 h 152400"/>
              <a:gd name="connsiteX8" fmla="*/ 152400 w 180976"/>
              <a:gd name="connsiteY8" fmla="*/ 88515 h 152400"/>
              <a:gd name="connsiteX9" fmla="*/ 103381 w 180976"/>
              <a:gd name="connsiteY9" fmla="*/ 39495 h 152400"/>
              <a:gd name="connsiteX10" fmla="*/ 96644 w 180976"/>
              <a:gd name="connsiteY10" fmla="*/ 39495 h 152400"/>
              <a:gd name="connsiteX11" fmla="*/ 96644 w 180976"/>
              <a:gd name="connsiteY11" fmla="*/ 46230 h 152400"/>
              <a:gd name="connsiteX12" fmla="*/ 145833 w 180976"/>
              <a:gd name="connsiteY12" fmla="*/ 95418 h 152400"/>
              <a:gd name="connsiteX13" fmla="*/ 145833 w 180976"/>
              <a:gd name="connsiteY13" fmla="*/ 110884 h 152400"/>
              <a:gd name="connsiteX14" fmla="*/ 127332 w 180976"/>
              <a:gd name="connsiteY14" fmla="*/ 130744 h 152400"/>
              <a:gd name="connsiteX15" fmla="*/ 124782 w 180976"/>
              <a:gd name="connsiteY15" fmla="*/ 133350 h 152400"/>
              <a:gd name="connsiteX16" fmla="*/ 142875 w 180976"/>
              <a:gd name="connsiteY16" fmla="*/ 133350 h 152400"/>
              <a:gd name="connsiteX17" fmla="*/ 152400 w 180976"/>
              <a:gd name="connsiteY17" fmla="*/ 142875 h 152400"/>
              <a:gd name="connsiteX18" fmla="*/ 142875 w 180976"/>
              <a:gd name="connsiteY18" fmla="*/ 152400 h 152400"/>
              <a:gd name="connsiteX19" fmla="*/ 47625 w 180976"/>
              <a:gd name="connsiteY19" fmla="*/ 152400 h 152400"/>
              <a:gd name="connsiteX20" fmla="*/ 9525 w 180976"/>
              <a:gd name="connsiteY20" fmla="*/ 136334 h 152400"/>
              <a:gd name="connsiteX21" fmla="*/ 44118 w 180976"/>
              <a:gd name="connsiteY21" fmla="*/ 45300 h 152400"/>
              <a:gd name="connsiteX22" fmla="*/ 103840 w 180976"/>
              <a:gd name="connsiteY22" fmla="*/ 48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0976" h="152400">
                <a:moveTo>
                  <a:pt x="171451" y="133350"/>
                </a:moveTo>
                <a:cubicBezTo>
                  <a:pt x="176712" y="133350"/>
                  <a:pt x="180976" y="137614"/>
                  <a:pt x="180976" y="142875"/>
                </a:cubicBezTo>
                <a:cubicBezTo>
                  <a:pt x="180976" y="148136"/>
                  <a:pt x="176712" y="152400"/>
                  <a:pt x="171451" y="152400"/>
                </a:cubicBezTo>
                <a:cubicBezTo>
                  <a:pt x="166190" y="152400"/>
                  <a:pt x="161926" y="148136"/>
                  <a:pt x="161926" y="142875"/>
                </a:cubicBezTo>
                <a:cubicBezTo>
                  <a:pt x="161926" y="137614"/>
                  <a:pt x="166190" y="133350"/>
                  <a:pt x="171451" y="133350"/>
                </a:cubicBezTo>
                <a:close/>
                <a:moveTo>
                  <a:pt x="103840" y="485"/>
                </a:moveTo>
                <a:cubicBezTo>
                  <a:pt x="118762" y="-2216"/>
                  <a:pt x="131114" y="6462"/>
                  <a:pt x="148136" y="23940"/>
                </a:cubicBezTo>
                <a:cubicBezTo>
                  <a:pt x="170774" y="47185"/>
                  <a:pt x="178253" y="61950"/>
                  <a:pt x="164662" y="85725"/>
                </a:cubicBezTo>
                <a:cubicBezTo>
                  <a:pt x="159768" y="94285"/>
                  <a:pt x="159291" y="95406"/>
                  <a:pt x="152400" y="88515"/>
                </a:cubicBezTo>
                <a:lnTo>
                  <a:pt x="103381" y="39495"/>
                </a:lnTo>
                <a:cubicBezTo>
                  <a:pt x="101520" y="37635"/>
                  <a:pt x="98505" y="37635"/>
                  <a:pt x="96644" y="39495"/>
                </a:cubicBezTo>
                <a:cubicBezTo>
                  <a:pt x="94785" y="41355"/>
                  <a:pt x="94785" y="44370"/>
                  <a:pt x="96644" y="46230"/>
                </a:cubicBezTo>
                <a:lnTo>
                  <a:pt x="145833" y="95418"/>
                </a:lnTo>
                <a:cubicBezTo>
                  <a:pt x="153109" y="102694"/>
                  <a:pt x="152669" y="103084"/>
                  <a:pt x="145833" y="110884"/>
                </a:cubicBezTo>
                <a:cubicBezTo>
                  <a:pt x="140546" y="116916"/>
                  <a:pt x="134393" y="123493"/>
                  <a:pt x="127332" y="130744"/>
                </a:cubicBezTo>
                <a:cubicBezTo>
                  <a:pt x="126472" y="131626"/>
                  <a:pt x="125622" y="132495"/>
                  <a:pt x="124782" y="133350"/>
                </a:cubicBezTo>
                <a:lnTo>
                  <a:pt x="142875" y="133350"/>
                </a:lnTo>
                <a:cubicBezTo>
                  <a:pt x="148136" y="133350"/>
                  <a:pt x="152400" y="137614"/>
                  <a:pt x="152400" y="142875"/>
                </a:cubicBezTo>
                <a:cubicBezTo>
                  <a:pt x="152400" y="148136"/>
                  <a:pt x="148136" y="152400"/>
                  <a:pt x="142875" y="152400"/>
                </a:cubicBezTo>
                <a:lnTo>
                  <a:pt x="47625" y="152400"/>
                </a:lnTo>
                <a:cubicBezTo>
                  <a:pt x="25489" y="152400"/>
                  <a:pt x="21392" y="152400"/>
                  <a:pt x="9525" y="136334"/>
                </a:cubicBezTo>
                <a:cubicBezTo>
                  <a:pt x="-9216" y="110961"/>
                  <a:pt x="-1620" y="92264"/>
                  <a:pt x="44118" y="45300"/>
                </a:cubicBezTo>
                <a:cubicBezTo>
                  <a:pt x="71423" y="17264"/>
                  <a:pt x="88917" y="3185"/>
                  <a:pt x="103840" y="485"/>
                </a:cubicBezTo>
                <a:close/>
              </a:path>
            </a:pathLst>
          </a:custGeom>
          <a:solidFill>
            <a:srgbClr val="000000"/>
          </a:solidFill>
          <a:ln w="9525" cap="flat">
            <a:noFill/>
            <a:prstDash val="solid"/>
            <a:miter/>
          </a:ln>
        </p:spPr>
        <p:txBody>
          <a:bodyPr rtlCol="0" anchor="ctr"/>
          <a:lstStyle/>
          <a:p>
            <a:endParaRPr lang="ru-RU"/>
          </a:p>
        </p:txBody>
      </p:sp>
      <p:sp>
        <p:nvSpPr>
          <p:cNvPr id="1148" name="Рисунок 779">
            <a:extLst>
              <a:ext uri="{FF2B5EF4-FFF2-40B4-BE49-F238E27FC236}">
                <a16:creationId xmlns:a16="http://schemas.microsoft.com/office/drawing/2014/main" id="{9A31E2A8-2A21-26AC-CFD2-ED95A073ADDC}"/>
              </a:ext>
            </a:extLst>
          </p:cNvPr>
          <p:cNvSpPr/>
          <p:nvPr/>
        </p:nvSpPr>
        <p:spPr>
          <a:xfrm>
            <a:off x="10755981" y="5100761"/>
            <a:ext cx="152400" cy="171450"/>
          </a:xfrm>
          <a:custGeom>
            <a:avLst/>
            <a:gdLst>
              <a:gd name="connsiteX0" fmla="*/ 76200 w 152400"/>
              <a:gd name="connsiteY0" fmla="*/ 0 h 171450"/>
              <a:gd name="connsiteX1" fmla="*/ 48495 w 152400"/>
              <a:gd name="connsiteY1" fmla="*/ 20369 h 171450"/>
              <a:gd name="connsiteX2" fmla="*/ 0 w 152400"/>
              <a:gd name="connsiteY2" fmla="*/ 95250 h 171450"/>
              <a:gd name="connsiteX3" fmla="*/ 76200 w 152400"/>
              <a:gd name="connsiteY3" fmla="*/ 171450 h 171450"/>
              <a:gd name="connsiteX4" fmla="*/ 152400 w 152400"/>
              <a:gd name="connsiteY4" fmla="*/ 95250 h 171450"/>
              <a:gd name="connsiteX5" fmla="*/ 103904 w 152400"/>
              <a:gd name="connsiteY5" fmla="*/ 20369 h 171450"/>
              <a:gd name="connsiteX6" fmla="*/ 76200 w 152400"/>
              <a:gd name="connsiteY6" fmla="*/ 0 h 171450"/>
              <a:gd name="connsiteX7" fmla="*/ 76200 w 152400"/>
              <a:gd name="connsiteY7" fmla="*/ 38100 h 171450"/>
              <a:gd name="connsiteX8" fmla="*/ 66675 w 152400"/>
              <a:gd name="connsiteY8" fmla="*/ 28575 h 171450"/>
              <a:gd name="connsiteX9" fmla="*/ 76200 w 152400"/>
              <a:gd name="connsiteY9" fmla="*/ 19050 h 171450"/>
              <a:gd name="connsiteX10" fmla="*/ 85725 w 152400"/>
              <a:gd name="connsiteY10" fmla="*/ 28575 h 171450"/>
              <a:gd name="connsiteX11" fmla="*/ 76200 w 152400"/>
              <a:gd name="connsiteY11" fmla="*/ 38100 h 171450"/>
              <a:gd name="connsiteX12" fmla="*/ 38100 w 152400"/>
              <a:gd name="connsiteY12" fmla="*/ 66675 h 171450"/>
              <a:gd name="connsiteX13" fmla="*/ 76200 w 152400"/>
              <a:gd name="connsiteY13" fmla="*/ 66675 h 171450"/>
              <a:gd name="connsiteX14" fmla="*/ 85725 w 152400"/>
              <a:gd name="connsiteY14" fmla="*/ 76200 h 171450"/>
              <a:gd name="connsiteX15" fmla="*/ 76200 w 152400"/>
              <a:gd name="connsiteY15" fmla="*/ 85725 h 171450"/>
              <a:gd name="connsiteX16" fmla="*/ 38100 w 152400"/>
              <a:gd name="connsiteY16" fmla="*/ 85725 h 171450"/>
              <a:gd name="connsiteX17" fmla="*/ 28575 w 152400"/>
              <a:gd name="connsiteY17" fmla="*/ 76200 h 171450"/>
              <a:gd name="connsiteX18" fmla="*/ 38100 w 152400"/>
              <a:gd name="connsiteY18" fmla="*/ 66675 h 171450"/>
              <a:gd name="connsiteX19" fmla="*/ 95250 w 152400"/>
              <a:gd name="connsiteY19" fmla="*/ 76200 h 171450"/>
              <a:gd name="connsiteX20" fmla="*/ 104775 w 152400"/>
              <a:gd name="connsiteY20" fmla="*/ 66675 h 171450"/>
              <a:gd name="connsiteX21" fmla="*/ 114300 w 152400"/>
              <a:gd name="connsiteY21" fmla="*/ 66675 h 171450"/>
              <a:gd name="connsiteX22" fmla="*/ 123825 w 152400"/>
              <a:gd name="connsiteY22" fmla="*/ 76200 h 171450"/>
              <a:gd name="connsiteX23" fmla="*/ 114300 w 152400"/>
              <a:gd name="connsiteY23" fmla="*/ 85725 h 171450"/>
              <a:gd name="connsiteX24" fmla="*/ 104775 w 152400"/>
              <a:gd name="connsiteY24" fmla="*/ 85725 h 171450"/>
              <a:gd name="connsiteX25" fmla="*/ 95250 w 152400"/>
              <a:gd name="connsiteY25" fmla="*/ 76200 h 171450"/>
              <a:gd name="connsiteX26" fmla="*/ 38100 w 152400"/>
              <a:gd name="connsiteY26" fmla="*/ 104775 h 171450"/>
              <a:gd name="connsiteX27" fmla="*/ 76200 w 152400"/>
              <a:gd name="connsiteY27" fmla="*/ 104775 h 171450"/>
              <a:gd name="connsiteX28" fmla="*/ 85725 w 152400"/>
              <a:gd name="connsiteY28" fmla="*/ 114300 h 171450"/>
              <a:gd name="connsiteX29" fmla="*/ 76200 w 152400"/>
              <a:gd name="connsiteY29" fmla="*/ 123825 h 171450"/>
              <a:gd name="connsiteX30" fmla="*/ 38100 w 152400"/>
              <a:gd name="connsiteY30" fmla="*/ 123825 h 171450"/>
              <a:gd name="connsiteX31" fmla="*/ 28575 w 152400"/>
              <a:gd name="connsiteY31" fmla="*/ 114300 h 171450"/>
              <a:gd name="connsiteX32" fmla="*/ 38100 w 152400"/>
              <a:gd name="connsiteY32" fmla="*/ 104775 h 171450"/>
              <a:gd name="connsiteX33" fmla="*/ 95250 w 152400"/>
              <a:gd name="connsiteY33" fmla="*/ 114300 h 171450"/>
              <a:gd name="connsiteX34" fmla="*/ 104775 w 152400"/>
              <a:gd name="connsiteY34" fmla="*/ 104775 h 171450"/>
              <a:gd name="connsiteX35" fmla="*/ 114300 w 152400"/>
              <a:gd name="connsiteY35" fmla="*/ 104775 h 171450"/>
              <a:gd name="connsiteX36" fmla="*/ 123825 w 152400"/>
              <a:gd name="connsiteY36" fmla="*/ 114300 h 171450"/>
              <a:gd name="connsiteX37" fmla="*/ 114300 w 152400"/>
              <a:gd name="connsiteY37" fmla="*/ 123825 h 171450"/>
              <a:gd name="connsiteX38" fmla="*/ 104775 w 152400"/>
              <a:gd name="connsiteY38" fmla="*/ 123825 h 171450"/>
              <a:gd name="connsiteX39" fmla="*/ 95250 w 152400"/>
              <a:gd name="connsiteY39"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2400" h="171450">
                <a:moveTo>
                  <a:pt x="76200" y="0"/>
                </a:moveTo>
                <a:cubicBezTo>
                  <a:pt x="61399" y="0"/>
                  <a:pt x="51397" y="7558"/>
                  <a:pt x="48495" y="20369"/>
                </a:cubicBezTo>
                <a:cubicBezTo>
                  <a:pt x="9297" y="24986"/>
                  <a:pt x="0" y="43078"/>
                  <a:pt x="0" y="95250"/>
                </a:cubicBezTo>
                <a:cubicBezTo>
                  <a:pt x="0" y="158001"/>
                  <a:pt x="13449" y="171450"/>
                  <a:pt x="76200" y="171450"/>
                </a:cubicBezTo>
                <a:cubicBezTo>
                  <a:pt x="138951" y="171450"/>
                  <a:pt x="152400" y="158001"/>
                  <a:pt x="152400" y="95250"/>
                </a:cubicBezTo>
                <a:cubicBezTo>
                  <a:pt x="152400" y="43078"/>
                  <a:pt x="143104" y="24986"/>
                  <a:pt x="103904" y="20369"/>
                </a:cubicBezTo>
                <a:cubicBezTo>
                  <a:pt x="101003" y="7558"/>
                  <a:pt x="91001" y="0"/>
                  <a:pt x="76200" y="0"/>
                </a:cubicBezTo>
                <a:close/>
                <a:moveTo>
                  <a:pt x="76200" y="38100"/>
                </a:moveTo>
                <a:cubicBezTo>
                  <a:pt x="70290" y="38100"/>
                  <a:pt x="66675" y="34485"/>
                  <a:pt x="66675" y="28575"/>
                </a:cubicBezTo>
                <a:cubicBezTo>
                  <a:pt x="66675" y="22665"/>
                  <a:pt x="70290" y="19050"/>
                  <a:pt x="76200" y="19050"/>
                </a:cubicBezTo>
                <a:cubicBezTo>
                  <a:pt x="82110" y="19050"/>
                  <a:pt x="85725" y="22665"/>
                  <a:pt x="85725" y="28575"/>
                </a:cubicBezTo>
                <a:cubicBezTo>
                  <a:pt x="85725" y="34485"/>
                  <a:pt x="82110" y="38100"/>
                  <a:pt x="76200" y="38100"/>
                </a:cubicBezTo>
                <a:close/>
                <a:moveTo>
                  <a:pt x="38100" y="66675"/>
                </a:moveTo>
                <a:lnTo>
                  <a:pt x="76200" y="66675"/>
                </a:lnTo>
                <a:cubicBezTo>
                  <a:pt x="81461" y="66675"/>
                  <a:pt x="85725" y="70939"/>
                  <a:pt x="85725" y="76200"/>
                </a:cubicBezTo>
                <a:cubicBezTo>
                  <a:pt x="85725" y="81461"/>
                  <a:pt x="81461" y="85725"/>
                  <a:pt x="76200" y="85725"/>
                </a:cubicBezTo>
                <a:lnTo>
                  <a:pt x="38100" y="85725"/>
                </a:lnTo>
                <a:cubicBezTo>
                  <a:pt x="32840" y="85725"/>
                  <a:pt x="28575" y="81461"/>
                  <a:pt x="28575" y="76200"/>
                </a:cubicBezTo>
                <a:cubicBezTo>
                  <a:pt x="28575" y="70939"/>
                  <a:pt x="32840" y="66675"/>
                  <a:pt x="38100" y="66675"/>
                </a:cubicBezTo>
                <a:close/>
                <a:moveTo>
                  <a:pt x="95250" y="76200"/>
                </a:moveTo>
                <a:cubicBezTo>
                  <a:pt x="95250" y="70939"/>
                  <a:pt x="99514" y="66675"/>
                  <a:pt x="104775" y="66675"/>
                </a:cubicBezTo>
                <a:lnTo>
                  <a:pt x="114300" y="66675"/>
                </a:lnTo>
                <a:cubicBezTo>
                  <a:pt x="119561" y="66675"/>
                  <a:pt x="123825" y="70939"/>
                  <a:pt x="123825" y="76200"/>
                </a:cubicBezTo>
                <a:cubicBezTo>
                  <a:pt x="123825" y="81461"/>
                  <a:pt x="119561" y="85725"/>
                  <a:pt x="114300" y="85725"/>
                </a:cubicBezTo>
                <a:lnTo>
                  <a:pt x="104775" y="85725"/>
                </a:lnTo>
                <a:cubicBezTo>
                  <a:pt x="99514" y="85725"/>
                  <a:pt x="95250" y="81461"/>
                  <a:pt x="95250" y="76200"/>
                </a:cubicBezTo>
                <a:close/>
                <a:moveTo>
                  <a:pt x="38100" y="104775"/>
                </a:moveTo>
                <a:lnTo>
                  <a:pt x="76200" y="104775"/>
                </a:lnTo>
                <a:cubicBezTo>
                  <a:pt x="81461" y="104775"/>
                  <a:pt x="85725" y="109039"/>
                  <a:pt x="85725" y="114300"/>
                </a:cubicBezTo>
                <a:cubicBezTo>
                  <a:pt x="85725" y="119561"/>
                  <a:pt x="81461" y="123825"/>
                  <a:pt x="76200" y="123825"/>
                </a:cubicBezTo>
                <a:lnTo>
                  <a:pt x="38100" y="123825"/>
                </a:lnTo>
                <a:cubicBezTo>
                  <a:pt x="32840" y="123825"/>
                  <a:pt x="28575" y="119561"/>
                  <a:pt x="28575" y="114300"/>
                </a:cubicBezTo>
                <a:cubicBezTo>
                  <a:pt x="28575" y="109039"/>
                  <a:pt x="32840" y="104775"/>
                  <a:pt x="38100" y="104775"/>
                </a:cubicBezTo>
                <a:close/>
                <a:moveTo>
                  <a:pt x="95250" y="114300"/>
                </a:moveTo>
                <a:cubicBezTo>
                  <a:pt x="95250" y="109039"/>
                  <a:pt x="99514" y="104775"/>
                  <a:pt x="104775" y="104775"/>
                </a:cubicBezTo>
                <a:lnTo>
                  <a:pt x="114300" y="104775"/>
                </a:lnTo>
                <a:cubicBezTo>
                  <a:pt x="119561" y="104775"/>
                  <a:pt x="123825" y="109039"/>
                  <a:pt x="123825" y="114300"/>
                </a:cubicBezTo>
                <a:cubicBezTo>
                  <a:pt x="123825" y="119561"/>
                  <a:pt x="119561" y="123825"/>
                  <a:pt x="114300" y="123825"/>
                </a:cubicBezTo>
                <a:lnTo>
                  <a:pt x="104775" y="123825"/>
                </a:lnTo>
                <a:cubicBezTo>
                  <a:pt x="99514" y="123825"/>
                  <a:pt x="95250" y="119561"/>
                  <a:pt x="95250" y="114300"/>
                </a:cubicBezTo>
                <a:close/>
              </a:path>
            </a:pathLst>
          </a:custGeom>
          <a:solidFill>
            <a:srgbClr val="000000"/>
          </a:solidFill>
          <a:ln w="9525" cap="flat">
            <a:noFill/>
            <a:prstDash val="solid"/>
            <a:miter/>
          </a:ln>
        </p:spPr>
        <p:txBody>
          <a:bodyPr rtlCol="0" anchor="ctr"/>
          <a:lstStyle/>
          <a:p>
            <a:endParaRPr lang="ru-RU"/>
          </a:p>
        </p:txBody>
      </p:sp>
      <p:sp>
        <p:nvSpPr>
          <p:cNvPr id="1457" name="Полилиния: фигура 1456">
            <a:extLst>
              <a:ext uri="{FF2B5EF4-FFF2-40B4-BE49-F238E27FC236}">
                <a16:creationId xmlns:a16="http://schemas.microsoft.com/office/drawing/2014/main" id="{96502EA4-23D0-D371-FACF-E7EDD98B6D21}"/>
              </a:ext>
            </a:extLst>
          </p:cNvPr>
          <p:cNvSpPr/>
          <p:nvPr/>
        </p:nvSpPr>
        <p:spPr>
          <a:xfrm>
            <a:off x="11165713" y="3046097"/>
            <a:ext cx="171451" cy="171451"/>
          </a:xfrm>
          <a:custGeom>
            <a:avLst/>
            <a:gdLst>
              <a:gd name="connsiteX0" fmla="*/ 160057 w 171451"/>
              <a:gd name="connsiteY0" fmla="*/ 114486 h 171451"/>
              <a:gd name="connsiteX1" fmla="*/ 171265 w 171451"/>
              <a:gd name="connsiteY1" fmla="*/ 121958 h 171451"/>
              <a:gd name="connsiteX2" fmla="*/ 163793 w 171451"/>
              <a:gd name="connsiteY2" fmla="*/ 133166 h 171451"/>
              <a:gd name="connsiteX3" fmla="*/ 114300 w 171451"/>
              <a:gd name="connsiteY3" fmla="*/ 143065 h 171451"/>
              <a:gd name="connsiteX4" fmla="*/ 104145 w 171451"/>
              <a:gd name="connsiteY4" fmla="*/ 135942 h 171451"/>
              <a:gd name="connsiteX5" fmla="*/ 109537 w 171451"/>
              <a:gd name="connsiteY5" fmla="*/ 124590 h 171451"/>
              <a:gd name="connsiteX6" fmla="*/ 66675 w 171451"/>
              <a:gd name="connsiteY6" fmla="*/ 114301 h 171451"/>
              <a:gd name="connsiteX7" fmla="*/ 95250 w 171451"/>
              <a:gd name="connsiteY7" fmla="*/ 142876 h 171451"/>
              <a:gd name="connsiteX8" fmla="*/ 66675 w 171451"/>
              <a:gd name="connsiteY8" fmla="*/ 171451 h 171451"/>
              <a:gd name="connsiteX9" fmla="*/ 38100 w 171451"/>
              <a:gd name="connsiteY9" fmla="*/ 142876 h 171451"/>
              <a:gd name="connsiteX10" fmla="*/ 66675 w 171451"/>
              <a:gd name="connsiteY10" fmla="*/ 114301 h 171451"/>
              <a:gd name="connsiteX11" fmla="*/ 133655 w 171451"/>
              <a:gd name="connsiteY11" fmla="*/ 47644 h 171451"/>
              <a:gd name="connsiteX12" fmla="*/ 160256 w 171451"/>
              <a:gd name="connsiteY12" fmla="*/ 73088 h 171451"/>
              <a:gd name="connsiteX13" fmla="*/ 125478 w 171451"/>
              <a:gd name="connsiteY13" fmla="*/ 111553 h 171451"/>
              <a:gd name="connsiteX14" fmla="*/ 77869 w 171451"/>
              <a:gd name="connsiteY14" fmla="*/ 88839 h 171451"/>
              <a:gd name="connsiteX15" fmla="*/ 112647 w 171451"/>
              <a:gd name="connsiteY15" fmla="*/ 50374 h 171451"/>
              <a:gd name="connsiteX16" fmla="*/ 133655 w 171451"/>
              <a:gd name="connsiteY16" fmla="*/ 47644 h 171451"/>
              <a:gd name="connsiteX17" fmla="*/ 9525 w 171451"/>
              <a:gd name="connsiteY17" fmla="*/ 9526 h 171451"/>
              <a:gd name="connsiteX18" fmla="*/ 40780 w 171451"/>
              <a:gd name="connsiteY18" fmla="*/ 19130 h 171451"/>
              <a:gd name="connsiteX19" fmla="*/ 53975 w 171451"/>
              <a:gd name="connsiteY19" fmla="*/ 45484 h 171451"/>
              <a:gd name="connsiteX20" fmla="*/ 65460 w 171451"/>
              <a:gd name="connsiteY20" fmla="*/ 95251 h 171451"/>
              <a:gd name="connsiteX21" fmla="*/ 65767 w 171451"/>
              <a:gd name="connsiteY21" fmla="*/ 96504 h 171451"/>
              <a:gd name="connsiteX22" fmla="*/ 58299 w 171451"/>
              <a:gd name="connsiteY22" fmla="*/ 105700 h 171451"/>
              <a:gd name="connsiteX23" fmla="*/ 47008 w 171451"/>
              <a:gd name="connsiteY23" fmla="*/ 100014 h 171451"/>
              <a:gd name="connsiteX24" fmla="*/ 35413 w 171451"/>
              <a:gd name="connsiteY24" fmla="*/ 49768 h 171451"/>
              <a:gd name="connsiteX25" fmla="*/ 28002 w 171451"/>
              <a:gd name="connsiteY25" fmla="*/ 33259 h 171451"/>
              <a:gd name="connsiteX26" fmla="*/ 9525 w 171451"/>
              <a:gd name="connsiteY26" fmla="*/ 28576 h 171451"/>
              <a:gd name="connsiteX27" fmla="*/ 0 w 171451"/>
              <a:gd name="connsiteY27" fmla="*/ 19051 h 171451"/>
              <a:gd name="connsiteX28" fmla="*/ 9525 w 171451"/>
              <a:gd name="connsiteY28" fmla="*/ 9526 h 171451"/>
              <a:gd name="connsiteX29" fmla="*/ 114003 w 171451"/>
              <a:gd name="connsiteY29" fmla="*/ 1590 h 171451"/>
              <a:gd name="connsiteX30" fmla="*/ 122712 w 171451"/>
              <a:gd name="connsiteY30" fmla="*/ 18188 h 171451"/>
              <a:gd name="connsiteX31" fmla="*/ 99527 w 171451"/>
              <a:gd name="connsiteY31" fmla="*/ 45662 h 171451"/>
              <a:gd name="connsiteX32" fmla="*/ 67787 w 171451"/>
              <a:gd name="connsiteY32" fmla="*/ 29437 h 171451"/>
              <a:gd name="connsiteX33" fmla="*/ 90973 w 171451"/>
              <a:gd name="connsiteY33" fmla="*/ 1963 h 171451"/>
              <a:gd name="connsiteX34" fmla="*/ 114003 w 171451"/>
              <a:gd name="connsiteY34" fmla="*/ 1590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1451" h="171451">
                <a:moveTo>
                  <a:pt x="160057" y="114486"/>
                </a:moveTo>
                <a:cubicBezTo>
                  <a:pt x="165215" y="113454"/>
                  <a:pt x="170233" y="116799"/>
                  <a:pt x="171265" y="121958"/>
                </a:cubicBezTo>
                <a:cubicBezTo>
                  <a:pt x="172297" y="127116"/>
                  <a:pt x="168951" y="132135"/>
                  <a:pt x="163793" y="133166"/>
                </a:cubicBezTo>
                <a:lnTo>
                  <a:pt x="114300" y="143065"/>
                </a:lnTo>
                <a:cubicBezTo>
                  <a:pt x="108611" y="144202"/>
                  <a:pt x="105671" y="144242"/>
                  <a:pt x="104145" y="135942"/>
                </a:cubicBezTo>
                <a:cubicBezTo>
                  <a:pt x="102619" y="127642"/>
                  <a:pt x="105019" y="125494"/>
                  <a:pt x="109537" y="124590"/>
                </a:cubicBezTo>
                <a:close/>
                <a:moveTo>
                  <a:pt x="66675" y="114301"/>
                </a:moveTo>
                <a:cubicBezTo>
                  <a:pt x="82457" y="114301"/>
                  <a:pt x="95250" y="127094"/>
                  <a:pt x="95250" y="142876"/>
                </a:cubicBezTo>
                <a:cubicBezTo>
                  <a:pt x="95250" y="158658"/>
                  <a:pt x="82457" y="171451"/>
                  <a:pt x="66675" y="171451"/>
                </a:cubicBezTo>
                <a:cubicBezTo>
                  <a:pt x="50894" y="171451"/>
                  <a:pt x="38100" y="158658"/>
                  <a:pt x="38100" y="142876"/>
                </a:cubicBezTo>
                <a:cubicBezTo>
                  <a:pt x="38100" y="127094"/>
                  <a:pt x="50894" y="114301"/>
                  <a:pt x="66675" y="114301"/>
                </a:cubicBezTo>
                <a:close/>
                <a:moveTo>
                  <a:pt x="133655" y="47644"/>
                </a:moveTo>
                <a:cubicBezTo>
                  <a:pt x="150577" y="47217"/>
                  <a:pt x="156295" y="54195"/>
                  <a:pt x="160256" y="73088"/>
                </a:cubicBezTo>
                <a:cubicBezTo>
                  <a:pt x="165540" y="98279"/>
                  <a:pt x="159401" y="105068"/>
                  <a:pt x="125478" y="111553"/>
                </a:cubicBezTo>
                <a:cubicBezTo>
                  <a:pt x="91554" y="118039"/>
                  <a:pt x="83151" y="114030"/>
                  <a:pt x="77869" y="88839"/>
                </a:cubicBezTo>
                <a:cubicBezTo>
                  <a:pt x="72585" y="63648"/>
                  <a:pt x="78724" y="56859"/>
                  <a:pt x="112647" y="50374"/>
                </a:cubicBezTo>
                <a:cubicBezTo>
                  <a:pt x="121128" y="48752"/>
                  <a:pt x="128014" y="47787"/>
                  <a:pt x="133655" y="47644"/>
                </a:cubicBezTo>
                <a:close/>
                <a:moveTo>
                  <a:pt x="9525" y="9526"/>
                </a:moveTo>
                <a:cubicBezTo>
                  <a:pt x="22542" y="9526"/>
                  <a:pt x="33016" y="12109"/>
                  <a:pt x="40780" y="19130"/>
                </a:cubicBezTo>
                <a:cubicBezTo>
                  <a:pt x="48320" y="25949"/>
                  <a:pt x="51686" y="35564"/>
                  <a:pt x="53975" y="45484"/>
                </a:cubicBezTo>
                <a:lnTo>
                  <a:pt x="65460" y="95251"/>
                </a:lnTo>
                <a:cubicBezTo>
                  <a:pt x="65559" y="95680"/>
                  <a:pt x="65665" y="96097"/>
                  <a:pt x="65767" y="96504"/>
                </a:cubicBezTo>
                <a:cubicBezTo>
                  <a:pt x="66807" y="100616"/>
                  <a:pt x="67567" y="103621"/>
                  <a:pt x="58299" y="105700"/>
                </a:cubicBezTo>
                <a:cubicBezTo>
                  <a:pt x="49068" y="107771"/>
                  <a:pt x="48107" y="104776"/>
                  <a:pt x="47008" y="100014"/>
                </a:cubicBezTo>
                <a:lnTo>
                  <a:pt x="35413" y="49768"/>
                </a:lnTo>
                <a:cubicBezTo>
                  <a:pt x="33306" y="40638"/>
                  <a:pt x="30994" y="35965"/>
                  <a:pt x="28002" y="33259"/>
                </a:cubicBezTo>
                <a:cubicBezTo>
                  <a:pt x="25233" y="30756"/>
                  <a:pt x="20320" y="28576"/>
                  <a:pt x="9525" y="28576"/>
                </a:cubicBezTo>
                <a:cubicBezTo>
                  <a:pt x="4265" y="28576"/>
                  <a:pt x="0" y="24311"/>
                  <a:pt x="0" y="19051"/>
                </a:cubicBezTo>
                <a:cubicBezTo>
                  <a:pt x="0" y="13791"/>
                  <a:pt x="4265" y="9526"/>
                  <a:pt x="9525" y="9526"/>
                </a:cubicBezTo>
                <a:close/>
                <a:moveTo>
                  <a:pt x="114003" y="1590"/>
                </a:moveTo>
                <a:cubicBezTo>
                  <a:pt x="118671" y="3976"/>
                  <a:pt x="120951" y="9191"/>
                  <a:pt x="122712" y="18188"/>
                </a:cubicBezTo>
                <a:cubicBezTo>
                  <a:pt x="126235" y="36181"/>
                  <a:pt x="122142" y="41030"/>
                  <a:pt x="99527" y="45662"/>
                </a:cubicBezTo>
                <a:cubicBezTo>
                  <a:pt x="76911" y="50295"/>
                  <a:pt x="71309" y="47431"/>
                  <a:pt x="67787" y="29437"/>
                </a:cubicBezTo>
                <a:cubicBezTo>
                  <a:pt x="64265" y="11444"/>
                  <a:pt x="68358" y="6595"/>
                  <a:pt x="90973" y="1963"/>
                </a:cubicBezTo>
                <a:cubicBezTo>
                  <a:pt x="102281" y="-354"/>
                  <a:pt x="109335" y="-796"/>
                  <a:pt x="114003" y="1590"/>
                </a:cubicBezTo>
                <a:close/>
              </a:path>
            </a:pathLst>
          </a:custGeom>
          <a:solidFill>
            <a:srgbClr val="000000"/>
          </a:solidFill>
          <a:ln w="9525" cap="flat">
            <a:noFill/>
            <a:prstDash val="solid"/>
            <a:miter/>
          </a:ln>
        </p:spPr>
        <p:txBody>
          <a:bodyPr rtlCol="0" anchor="ctr"/>
          <a:lstStyle/>
          <a:p>
            <a:endParaRPr lang="ru-RU"/>
          </a:p>
        </p:txBody>
      </p:sp>
      <p:sp>
        <p:nvSpPr>
          <p:cNvPr id="1456" name="Полилиния: фигура 1455">
            <a:extLst>
              <a:ext uri="{FF2B5EF4-FFF2-40B4-BE49-F238E27FC236}">
                <a16:creationId xmlns:a16="http://schemas.microsoft.com/office/drawing/2014/main" id="{C6328788-89B7-0205-33CD-B71A82C01608}"/>
              </a:ext>
            </a:extLst>
          </p:cNvPr>
          <p:cNvSpPr/>
          <p:nvPr/>
        </p:nvSpPr>
        <p:spPr>
          <a:xfrm>
            <a:off x="11165719" y="2496278"/>
            <a:ext cx="171461" cy="171450"/>
          </a:xfrm>
          <a:custGeom>
            <a:avLst/>
            <a:gdLst>
              <a:gd name="connsiteX0" fmla="*/ 19055 w 171461"/>
              <a:gd name="connsiteY0" fmla="*/ 123825 h 171450"/>
              <a:gd name="connsiteX1" fmla="*/ 95254 w 171461"/>
              <a:gd name="connsiteY1" fmla="*/ 123825 h 171450"/>
              <a:gd name="connsiteX2" fmla="*/ 114304 w 171461"/>
              <a:gd name="connsiteY2" fmla="*/ 142875 h 171450"/>
              <a:gd name="connsiteX3" fmla="*/ 114304 w 171461"/>
              <a:gd name="connsiteY3" fmla="*/ 152400 h 171450"/>
              <a:gd name="connsiteX4" fmla="*/ 95254 w 171461"/>
              <a:gd name="connsiteY4" fmla="*/ 171445 h 171450"/>
              <a:gd name="connsiteX5" fmla="*/ 85729 w 171461"/>
              <a:gd name="connsiteY5" fmla="*/ 171450 h 171450"/>
              <a:gd name="connsiteX6" fmla="*/ 10720 w 171461"/>
              <a:gd name="connsiteY6" fmla="*/ 160734 h 171450"/>
              <a:gd name="connsiteX7" fmla="*/ 2476 w 171461"/>
              <a:gd name="connsiteY7" fmla="*/ 142875 h 171450"/>
              <a:gd name="connsiteX8" fmla="*/ 19055 w 171461"/>
              <a:gd name="connsiteY8" fmla="*/ 123825 h 171450"/>
              <a:gd name="connsiteX9" fmla="*/ 19055 w 171461"/>
              <a:gd name="connsiteY9" fmla="*/ 66675 h 171450"/>
              <a:gd name="connsiteX10" fmla="*/ 95254 w 171461"/>
              <a:gd name="connsiteY10" fmla="*/ 66675 h 171450"/>
              <a:gd name="connsiteX11" fmla="*/ 114304 w 171461"/>
              <a:gd name="connsiteY11" fmla="*/ 85725 h 171450"/>
              <a:gd name="connsiteX12" fmla="*/ 95254 w 171461"/>
              <a:gd name="connsiteY12" fmla="*/ 104775 h 171450"/>
              <a:gd name="connsiteX13" fmla="*/ 19055 w 171461"/>
              <a:gd name="connsiteY13" fmla="*/ 104775 h 171450"/>
              <a:gd name="connsiteX14" fmla="*/ 5 w 171461"/>
              <a:gd name="connsiteY14" fmla="*/ 85725 h 171450"/>
              <a:gd name="connsiteX15" fmla="*/ 19055 w 171461"/>
              <a:gd name="connsiteY15" fmla="*/ 66675 h 171450"/>
              <a:gd name="connsiteX16" fmla="*/ 152383 w 171461"/>
              <a:gd name="connsiteY16" fmla="*/ 66674 h 171450"/>
              <a:gd name="connsiteX17" fmla="*/ 171454 w 171461"/>
              <a:gd name="connsiteY17" fmla="*/ 85724 h 171450"/>
              <a:gd name="connsiteX18" fmla="*/ 160739 w 171461"/>
              <a:gd name="connsiteY18" fmla="*/ 160734 h 171450"/>
              <a:gd name="connsiteX19" fmla="*/ 152404 w 171461"/>
              <a:gd name="connsiteY19" fmla="*/ 166195 h 171450"/>
              <a:gd name="connsiteX20" fmla="*/ 133354 w 171461"/>
              <a:gd name="connsiteY20" fmla="*/ 152399 h 171450"/>
              <a:gd name="connsiteX21" fmla="*/ 133354 w 171461"/>
              <a:gd name="connsiteY21" fmla="*/ 85724 h 171450"/>
              <a:gd name="connsiteX22" fmla="*/ 152383 w 171461"/>
              <a:gd name="connsiteY22" fmla="*/ 66674 h 171450"/>
              <a:gd name="connsiteX23" fmla="*/ 85729 w 171461"/>
              <a:gd name="connsiteY23" fmla="*/ 0 h 171450"/>
              <a:gd name="connsiteX24" fmla="*/ 160739 w 171461"/>
              <a:gd name="connsiteY24" fmla="*/ 10716 h 171450"/>
              <a:gd name="connsiteX25" fmla="*/ 168983 w 171461"/>
              <a:gd name="connsiteY25" fmla="*/ 28575 h 171450"/>
              <a:gd name="connsiteX26" fmla="*/ 152404 w 171461"/>
              <a:gd name="connsiteY26" fmla="*/ 47625 h 171450"/>
              <a:gd name="connsiteX27" fmla="*/ 19055 w 171461"/>
              <a:gd name="connsiteY27" fmla="*/ 47625 h 171450"/>
              <a:gd name="connsiteX28" fmla="*/ 2476 w 171461"/>
              <a:gd name="connsiteY28" fmla="*/ 28575 h 171450"/>
              <a:gd name="connsiteX29" fmla="*/ 10720 w 171461"/>
              <a:gd name="connsiteY29" fmla="*/ 10716 h 171450"/>
              <a:gd name="connsiteX30" fmla="*/ 85729 w 171461"/>
              <a:gd name="connsiteY30"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461" h="171450">
                <a:moveTo>
                  <a:pt x="19055" y="123825"/>
                </a:moveTo>
                <a:cubicBezTo>
                  <a:pt x="48813" y="123825"/>
                  <a:pt x="65497" y="123825"/>
                  <a:pt x="95254" y="123825"/>
                </a:cubicBezTo>
                <a:cubicBezTo>
                  <a:pt x="115311" y="123825"/>
                  <a:pt x="114304" y="123262"/>
                  <a:pt x="114304" y="142875"/>
                </a:cubicBezTo>
                <a:cubicBezTo>
                  <a:pt x="114304" y="142875"/>
                  <a:pt x="114304" y="148680"/>
                  <a:pt x="114304" y="152400"/>
                </a:cubicBezTo>
                <a:cubicBezTo>
                  <a:pt x="114304" y="172207"/>
                  <a:pt x="115136" y="171373"/>
                  <a:pt x="95254" y="171445"/>
                </a:cubicBezTo>
                <a:cubicBezTo>
                  <a:pt x="95254" y="171445"/>
                  <a:pt x="89030" y="171450"/>
                  <a:pt x="85729" y="171450"/>
                </a:cubicBezTo>
                <a:cubicBezTo>
                  <a:pt x="42867" y="171450"/>
                  <a:pt x="21436" y="171450"/>
                  <a:pt x="10720" y="160734"/>
                </a:cubicBezTo>
                <a:cubicBezTo>
                  <a:pt x="6576" y="156590"/>
                  <a:pt x="4035" y="150843"/>
                  <a:pt x="2476" y="142875"/>
                </a:cubicBezTo>
                <a:cubicBezTo>
                  <a:pt x="-1297" y="123582"/>
                  <a:pt x="329" y="123825"/>
                  <a:pt x="19055" y="123825"/>
                </a:cubicBezTo>
                <a:close/>
                <a:moveTo>
                  <a:pt x="19055" y="66675"/>
                </a:moveTo>
                <a:cubicBezTo>
                  <a:pt x="48813" y="66675"/>
                  <a:pt x="65497" y="66675"/>
                  <a:pt x="95254" y="66675"/>
                </a:cubicBezTo>
                <a:cubicBezTo>
                  <a:pt x="115819" y="66675"/>
                  <a:pt x="114304" y="65161"/>
                  <a:pt x="114304" y="85725"/>
                </a:cubicBezTo>
                <a:cubicBezTo>
                  <a:pt x="114304" y="106289"/>
                  <a:pt x="115819" y="104775"/>
                  <a:pt x="95254" y="104775"/>
                </a:cubicBezTo>
                <a:cubicBezTo>
                  <a:pt x="65497" y="104775"/>
                  <a:pt x="48813" y="104775"/>
                  <a:pt x="19055" y="104775"/>
                </a:cubicBezTo>
                <a:cubicBezTo>
                  <a:pt x="-863" y="104775"/>
                  <a:pt x="5" y="105674"/>
                  <a:pt x="5" y="85725"/>
                </a:cubicBezTo>
                <a:cubicBezTo>
                  <a:pt x="5" y="65776"/>
                  <a:pt x="-863" y="66675"/>
                  <a:pt x="19055" y="66675"/>
                </a:cubicBezTo>
                <a:close/>
                <a:moveTo>
                  <a:pt x="152383" y="66674"/>
                </a:moveTo>
                <a:cubicBezTo>
                  <a:pt x="172440" y="66674"/>
                  <a:pt x="171454" y="66069"/>
                  <a:pt x="171454" y="85724"/>
                </a:cubicBezTo>
                <a:cubicBezTo>
                  <a:pt x="171454" y="128587"/>
                  <a:pt x="171454" y="150018"/>
                  <a:pt x="160739" y="160734"/>
                </a:cubicBezTo>
                <a:cubicBezTo>
                  <a:pt x="158474" y="162999"/>
                  <a:pt x="155730" y="164786"/>
                  <a:pt x="152404" y="166195"/>
                </a:cubicBezTo>
                <a:cubicBezTo>
                  <a:pt x="134633" y="173726"/>
                  <a:pt x="133354" y="169118"/>
                  <a:pt x="133354" y="152399"/>
                </a:cubicBezTo>
                <a:cubicBezTo>
                  <a:pt x="133354" y="152399"/>
                  <a:pt x="133354" y="111763"/>
                  <a:pt x="133354" y="85724"/>
                </a:cubicBezTo>
                <a:cubicBezTo>
                  <a:pt x="133354" y="65172"/>
                  <a:pt x="131830" y="66674"/>
                  <a:pt x="152383" y="66674"/>
                </a:cubicBezTo>
                <a:close/>
                <a:moveTo>
                  <a:pt x="85729" y="0"/>
                </a:moveTo>
                <a:cubicBezTo>
                  <a:pt x="128592" y="0"/>
                  <a:pt x="150023" y="0"/>
                  <a:pt x="160739" y="10716"/>
                </a:cubicBezTo>
                <a:cubicBezTo>
                  <a:pt x="164883" y="14860"/>
                  <a:pt x="167424" y="20606"/>
                  <a:pt x="168983" y="28575"/>
                </a:cubicBezTo>
                <a:cubicBezTo>
                  <a:pt x="172756" y="47868"/>
                  <a:pt x="171131" y="47625"/>
                  <a:pt x="152404" y="47625"/>
                </a:cubicBezTo>
                <a:cubicBezTo>
                  <a:pt x="100328" y="47625"/>
                  <a:pt x="71131" y="47625"/>
                  <a:pt x="19055" y="47625"/>
                </a:cubicBezTo>
                <a:cubicBezTo>
                  <a:pt x="329" y="47625"/>
                  <a:pt x="-1297" y="47868"/>
                  <a:pt x="2476" y="28575"/>
                </a:cubicBezTo>
                <a:cubicBezTo>
                  <a:pt x="4035" y="20606"/>
                  <a:pt x="6576" y="14860"/>
                  <a:pt x="10720" y="10716"/>
                </a:cubicBezTo>
                <a:cubicBezTo>
                  <a:pt x="21436" y="0"/>
                  <a:pt x="42867" y="0"/>
                  <a:pt x="85729" y="0"/>
                </a:cubicBezTo>
                <a:close/>
              </a:path>
            </a:pathLst>
          </a:custGeom>
          <a:solidFill>
            <a:srgbClr val="000000"/>
          </a:solidFill>
          <a:ln w="9525" cap="flat">
            <a:noFill/>
            <a:prstDash val="solid"/>
            <a:miter/>
          </a:ln>
        </p:spPr>
        <p:txBody>
          <a:bodyPr rtlCol="0" anchor="ctr"/>
          <a:lstStyle/>
          <a:p>
            <a:endParaRPr lang="ru-RU"/>
          </a:p>
        </p:txBody>
      </p:sp>
      <p:sp>
        <p:nvSpPr>
          <p:cNvPr id="1452" name="Полилиния: фигура 1451">
            <a:extLst>
              <a:ext uri="{FF2B5EF4-FFF2-40B4-BE49-F238E27FC236}">
                <a16:creationId xmlns:a16="http://schemas.microsoft.com/office/drawing/2014/main" id="{DDADBF72-C6F4-7686-37D1-E6AD9160B87C}"/>
              </a:ext>
            </a:extLst>
          </p:cNvPr>
          <p:cNvSpPr/>
          <p:nvPr/>
        </p:nvSpPr>
        <p:spPr>
          <a:xfrm>
            <a:off x="11156187" y="1946456"/>
            <a:ext cx="180976" cy="171450"/>
          </a:xfrm>
          <a:custGeom>
            <a:avLst/>
            <a:gdLst>
              <a:gd name="connsiteX0" fmla="*/ 123826 w 180976"/>
              <a:gd name="connsiteY0" fmla="*/ 35705 h 171450"/>
              <a:gd name="connsiteX1" fmla="*/ 159213 w 180976"/>
              <a:gd name="connsiteY1" fmla="*/ 36592 h 171450"/>
              <a:gd name="connsiteX2" fmla="*/ 168276 w 180976"/>
              <a:gd name="connsiteY2" fmla="*/ 37181 h 171450"/>
              <a:gd name="connsiteX3" fmla="*/ 180718 w 180976"/>
              <a:gd name="connsiteY3" fmla="*/ 48805 h 171450"/>
              <a:gd name="connsiteX4" fmla="*/ 180976 w 180976"/>
              <a:gd name="connsiteY4" fmla="*/ 75003 h 171450"/>
              <a:gd name="connsiteX5" fmla="*/ 180975 w 180976"/>
              <a:gd name="connsiteY5" fmla="*/ 75219 h 171450"/>
              <a:gd name="connsiteX6" fmla="*/ 180976 w 180976"/>
              <a:gd name="connsiteY6" fmla="*/ 78277 h 171450"/>
              <a:gd name="connsiteX7" fmla="*/ 123826 w 180976"/>
              <a:gd name="connsiteY7" fmla="*/ 114300 h 171450"/>
              <a:gd name="connsiteX8" fmla="*/ 66676 w 180976"/>
              <a:gd name="connsiteY8" fmla="*/ 78277 h 171450"/>
              <a:gd name="connsiteX9" fmla="*/ 66677 w 180976"/>
              <a:gd name="connsiteY9" fmla="*/ 75219 h 171450"/>
              <a:gd name="connsiteX10" fmla="*/ 66676 w 180976"/>
              <a:gd name="connsiteY10" fmla="*/ 75003 h 171450"/>
              <a:gd name="connsiteX11" fmla="*/ 66934 w 180976"/>
              <a:gd name="connsiteY11" fmla="*/ 48805 h 171450"/>
              <a:gd name="connsiteX12" fmla="*/ 79376 w 180976"/>
              <a:gd name="connsiteY12" fmla="*/ 37181 h 171450"/>
              <a:gd name="connsiteX13" fmla="*/ 88439 w 180976"/>
              <a:gd name="connsiteY13" fmla="*/ 36592 h 171450"/>
              <a:gd name="connsiteX14" fmla="*/ 123826 w 180976"/>
              <a:gd name="connsiteY14" fmla="*/ 35705 h 171450"/>
              <a:gd name="connsiteX15" fmla="*/ 139818 w 180976"/>
              <a:gd name="connsiteY15" fmla="*/ 9536 h 171450"/>
              <a:gd name="connsiteX16" fmla="*/ 168981 w 180976"/>
              <a:gd name="connsiteY16" fmla="*/ 19100 h 171450"/>
              <a:gd name="connsiteX17" fmla="*/ 171451 w 180976"/>
              <a:gd name="connsiteY17" fmla="*/ 22607 h 171450"/>
              <a:gd name="connsiteX18" fmla="*/ 168276 w 180976"/>
              <a:gd name="connsiteY18" fmla="*/ 30615 h 171450"/>
              <a:gd name="connsiteX19" fmla="*/ 139701 w 180976"/>
              <a:gd name="connsiteY19" fmla="*/ 29258 h 171450"/>
              <a:gd name="connsiteX20" fmla="*/ 130296 w 180976"/>
              <a:gd name="connsiteY20" fmla="*/ 19337 h 171450"/>
              <a:gd name="connsiteX21" fmla="*/ 139818 w 180976"/>
              <a:gd name="connsiteY21" fmla="*/ 9536 h 171450"/>
              <a:gd name="connsiteX22" fmla="*/ 107950 w 180976"/>
              <a:gd name="connsiteY22" fmla="*/ 9534 h 171450"/>
              <a:gd name="connsiteX23" fmla="*/ 117475 w 180976"/>
              <a:gd name="connsiteY23" fmla="*/ 19335 h 171450"/>
              <a:gd name="connsiteX24" fmla="*/ 108070 w 180976"/>
              <a:gd name="connsiteY24" fmla="*/ 29256 h 171450"/>
              <a:gd name="connsiteX25" fmla="*/ 79375 w 180976"/>
              <a:gd name="connsiteY25" fmla="*/ 30615 h 171450"/>
              <a:gd name="connsiteX26" fmla="*/ 76200 w 180976"/>
              <a:gd name="connsiteY26" fmla="*/ 22607 h 171450"/>
              <a:gd name="connsiteX27" fmla="*/ 78608 w 180976"/>
              <a:gd name="connsiteY27" fmla="*/ 19195 h 171450"/>
              <a:gd name="connsiteX28" fmla="*/ 107950 w 180976"/>
              <a:gd name="connsiteY28" fmla="*/ 9534 h 171450"/>
              <a:gd name="connsiteX29" fmla="*/ 9525 w 180976"/>
              <a:gd name="connsiteY29" fmla="*/ 0 h 171450"/>
              <a:gd name="connsiteX30" fmla="*/ 31205 w 180976"/>
              <a:gd name="connsiteY30" fmla="*/ 6729 h 171450"/>
              <a:gd name="connsiteX31" fmla="*/ 39437 w 180976"/>
              <a:gd name="connsiteY31" fmla="*/ 27896 h 171450"/>
              <a:gd name="connsiteX32" fmla="*/ 44879 w 180976"/>
              <a:gd name="connsiteY32" fmla="*/ 104097 h 171450"/>
              <a:gd name="connsiteX33" fmla="*/ 47087 w 180976"/>
              <a:gd name="connsiteY33" fmla="*/ 121092 h 171450"/>
              <a:gd name="connsiteX34" fmla="*/ 50371 w 180976"/>
              <a:gd name="connsiteY34" fmla="*/ 129083 h 171450"/>
              <a:gd name="connsiteX35" fmla="*/ 53818 w 180976"/>
              <a:gd name="connsiteY35" fmla="*/ 131619 h 171450"/>
              <a:gd name="connsiteX36" fmla="*/ 71438 w 180976"/>
              <a:gd name="connsiteY36" fmla="*/ 123825 h 171450"/>
              <a:gd name="connsiteX37" fmla="*/ 90489 w 180976"/>
              <a:gd name="connsiteY37" fmla="*/ 133350 h 171450"/>
              <a:gd name="connsiteX38" fmla="*/ 138111 w 180976"/>
              <a:gd name="connsiteY38" fmla="*/ 133350 h 171450"/>
              <a:gd name="connsiteX39" fmla="*/ 157163 w 180976"/>
              <a:gd name="connsiteY39" fmla="*/ 123825 h 171450"/>
              <a:gd name="connsiteX40" fmla="*/ 180975 w 180976"/>
              <a:gd name="connsiteY40" fmla="*/ 147638 h 171450"/>
              <a:gd name="connsiteX41" fmla="*/ 157163 w 180976"/>
              <a:gd name="connsiteY41" fmla="*/ 171450 h 171450"/>
              <a:gd name="connsiteX42" fmla="*/ 133826 w 180976"/>
              <a:gd name="connsiteY42" fmla="*/ 152400 h 171450"/>
              <a:gd name="connsiteX43" fmla="*/ 94774 w 180976"/>
              <a:gd name="connsiteY43" fmla="*/ 152400 h 171450"/>
              <a:gd name="connsiteX44" fmla="*/ 71438 w 180976"/>
              <a:gd name="connsiteY44" fmla="*/ 171450 h 171450"/>
              <a:gd name="connsiteX45" fmla="*/ 47712 w 180976"/>
              <a:gd name="connsiteY45" fmla="*/ 149689 h 171450"/>
              <a:gd name="connsiteX46" fmla="*/ 35417 w 180976"/>
              <a:gd name="connsiteY46" fmla="*/ 140885 h 171450"/>
              <a:gd name="connsiteX47" fmla="*/ 28547 w 180976"/>
              <a:gd name="connsiteY47" fmla="*/ 125472 h 171450"/>
              <a:gd name="connsiteX48" fmla="*/ 25878 w 180976"/>
              <a:gd name="connsiteY48" fmla="*/ 105453 h 171450"/>
              <a:gd name="connsiteX49" fmla="*/ 20435 w 180976"/>
              <a:gd name="connsiteY49" fmla="*/ 29254 h 171450"/>
              <a:gd name="connsiteX50" fmla="*/ 18206 w 180976"/>
              <a:gd name="connsiteY50" fmla="*/ 20655 h 171450"/>
              <a:gd name="connsiteX51" fmla="*/ 9525 w 180976"/>
              <a:gd name="connsiteY51" fmla="*/ 19050 h 171450"/>
              <a:gd name="connsiteX52" fmla="*/ 0 w 180976"/>
              <a:gd name="connsiteY52" fmla="*/ 9525 h 171450"/>
              <a:gd name="connsiteX53" fmla="*/ 9525 w 180976"/>
              <a:gd name="connsiteY5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80976" h="171450">
                <a:moveTo>
                  <a:pt x="123826" y="35705"/>
                </a:moveTo>
                <a:cubicBezTo>
                  <a:pt x="139553" y="35705"/>
                  <a:pt x="150951" y="35705"/>
                  <a:pt x="159213" y="36592"/>
                </a:cubicBezTo>
                <a:cubicBezTo>
                  <a:pt x="162444" y="36770"/>
                  <a:pt x="165462" y="36968"/>
                  <a:pt x="168276" y="37181"/>
                </a:cubicBezTo>
                <a:cubicBezTo>
                  <a:pt x="178615" y="37961"/>
                  <a:pt x="180976" y="38980"/>
                  <a:pt x="180718" y="48805"/>
                </a:cubicBezTo>
                <a:cubicBezTo>
                  <a:pt x="180976" y="54938"/>
                  <a:pt x="180976" y="63197"/>
                  <a:pt x="180976" y="75003"/>
                </a:cubicBezTo>
                <a:lnTo>
                  <a:pt x="180975" y="75219"/>
                </a:lnTo>
                <a:lnTo>
                  <a:pt x="180976" y="78277"/>
                </a:lnTo>
                <a:cubicBezTo>
                  <a:pt x="180976" y="106786"/>
                  <a:pt x="180976" y="114300"/>
                  <a:pt x="123826" y="114300"/>
                </a:cubicBezTo>
                <a:cubicBezTo>
                  <a:pt x="66676" y="114300"/>
                  <a:pt x="66676" y="106786"/>
                  <a:pt x="66676" y="78277"/>
                </a:cubicBezTo>
                <a:lnTo>
                  <a:pt x="66677" y="75219"/>
                </a:lnTo>
                <a:lnTo>
                  <a:pt x="66676" y="75003"/>
                </a:lnTo>
                <a:cubicBezTo>
                  <a:pt x="66676" y="63197"/>
                  <a:pt x="66676" y="54938"/>
                  <a:pt x="66934" y="48805"/>
                </a:cubicBezTo>
                <a:cubicBezTo>
                  <a:pt x="66934" y="38980"/>
                  <a:pt x="69037" y="37961"/>
                  <a:pt x="79376" y="37181"/>
                </a:cubicBezTo>
                <a:cubicBezTo>
                  <a:pt x="82190" y="36968"/>
                  <a:pt x="85208" y="36770"/>
                  <a:pt x="88439" y="36592"/>
                </a:cubicBezTo>
                <a:cubicBezTo>
                  <a:pt x="96701" y="35705"/>
                  <a:pt x="108099" y="35705"/>
                  <a:pt x="123826" y="35705"/>
                </a:cubicBezTo>
                <a:close/>
                <a:moveTo>
                  <a:pt x="139818" y="9536"/>
                </a:moveTo>
                <a:cubicBezTo>
                  <a:pt x="162483" y="9698"/>
                  <a:pt x="163283" y="10855"/>
                  <a:pt x="168981" y="19100"/>
                </a:cubicBezTo>
                <a:cubicBezTo>
                  <a:pt x="169706" y="20150"/>
                  <a:pt x="170511" y="21315"/>
                  <a:pt x="171451" y="22607"/>
                </a:cubicBezTo>
                <a:cubicBezTo>
                  <a:pt x="176287" y="29258"/>
                  <a:pt x="174625" y="31087"/>
                  <a:pt x="168276" y="30615"/>
                </a:cubicBezTo>
                <a:cubicBezTo>
                  <a:pt x="159614" y="29970"/>
                  <a:pt x="152296" y="29465"/>
                  <a:pt x="139701" y="29258"/>
                </a:cubicBezTo>
                <a:cubicBezTo>
                  <a:pt x="130354" y="29105"/>
                  <a:pt x="130296" y="29104"/>
                  <a:pt x="130296" y="19337"/>
                </a:cubicBezTo>
                <a:cubicBezTo>
                  <a:pt x="130296" y="9606"/>
                  <a:pt x="130357" y="9468"/>
                  <a:pt x="139818" y="9536"/>
                </a:cubicBezTo>
                <a:close/>
                <a:moveTo>
                  <a:pt x="107950" y="9534"/>
                </a:moveTo>
                <a:cubicBezTo>
                  <a:pt x="117413" y="9467"/>
                  <a:pt x="117475" y="9602"/>
                  <a:pt x="117475" y="19335"/>
                </a:cubicBezTo>
                <a:cubicBezTo>
                  <a:pt x="117475" y="29102"/>
                  <a:pt x="117417" y="29103"/>
                  <a:pt x="108070" y="29256"/>
                </a:cubicBezTo>
                <a:cubicBezTo>
                  <a:pt x="95475" y="29463"/>
                  <a:pt x="88037" y="29970"/>
                  <a:pt x="79375" y="30615"/>
                </a:cubicBezTo>
                <a:cubicBezTo>
                  <a:pt x="73025" y="31087"/>
                  <a:pt x="71364" y="29258"/>
                  <a:pt x="76200" y="22607"/>
                </a:cubicBezTo>
                <a:cubicBezTo>
                  <a:pt x="77112" y="21354"/>
                  <a:pt x="77898" y="20220"/>
                  <a:pt x="78608" y="19195"/>
                </a:cubicBezTo>
                <a:cubicBezTo>
                  <a:pt x="84390" y="10860"/>
                  <a:pt x="85197" y="9696"/>
                  <a:pt x="107950" y="9534"/>
                </a:cubicBezTo>
                <a:close/>
                <a:moveTo>
                  <a:pt x="9525" y="0"/>
                </a:moveTo>
                <a:cubicBezTo>
                  <a:pt x="17302" y="0"/>
                  <a:pt x="25280" y="1199"/>
                  <a:pt x="31205" y="6729"/>
                </a:cubicBezTo>
                <a:cubicBezTo>
                  <a:pt x="37123" y="12252"/>
                  <a:pt x="38882" y="20129"/>
                  <a:pt x="39437" y="27896"/>
                </a:cubicBezTo>
                <a:lnTo>
                  <a:pt x="44879" y="104097"/>
                </a:lnTo>
                <a:cubicBezTo>
                  <a:pt x="45399" y="111368"/>
                  <a:pt x="46089" y="116871"/>
                  <a:pt x="47087" y="121092"/>
                </a:cubicBezTo>
                <a:cubicBezTo>
                  <a:pt x="48083" y="125309"/>
                  <a:pt x="49257" y="127671"/>
                  <a:pt x="50371" y="129083"/>
                </a:cubicBezTo>
                <a:cubicBezTo>
                  <a:pt x="51091" y="129995"/>
                  <a:pt x="52087" y="130888"/>
                  <a:pt x="53818" y="131619"/>
                </a:cubicBezTo>
                <a:cubicBezTo>
                  <a:pt x="58174" y="126831"/>
                  <a:pt x="64455" y="123825"/>
                  <a:pt x="71438" y="123825"/>
                </a:cubicBezTo>
                <a:cubicBezTo>
                  <a:pt x="79228" y="123825"/>
                  <a:pt x="86145" y="127566"/>
                  <a:pt x="90489" y="133350"/>
                </a:cubicBezTo>
                <a:lnTo>
                  <a:pt x="138111" y="133350"/>
                </a:lnTo>
                <a:cubicBezTo>
                  <a:pt x="142455" y="127566"/>
                  <a:pt x="149372" y="123825"/>
                  <a:pt x="157163" y="123825"/>
                </a:cubicBezTo>
                <a:cubicBezTo>
                  <a:pt x="170314" y="123825"/>
                  <a:pt x="180975" y="134486"/>
                  <a:pt x="180975" y="147638"/>
                </a:cubicBezTo>
                <a:cubicBezTo>
                  <a:pt x="180975" y="160789"/>
                  <a:pt x="170314" y="171450"/>
                  <a:pt x="157163" y="171450"/>
                </a:cubicBezTo>
                <a:cubicBezTo>
                  <a:pt x="145642" y="171450"/>
                  <a:pt x="136032" y="163269"/>
                  <a:pt x="133826" y="152400"/>
                </a:cubicBezTo>
                <a:lnTo>
                  <a:pt x="94774" y="152400"/>
                </a:lnTo>
                <a:cubicBezTo>
                  <a:pt x="92568" y="163269"/>
                  <a:pt x="82958" y="171450"/>
                  <a:pt x="71438" y="171450"/>
                </a:cubicBezTo>
                <a:cubicBezTo>
                  <a:pt x="58977" y="171450"/>
                  <a:pt x="48752" y="161880"/>
                  <a:pt x="47712" y="149689"/>
                </a:cubicBezTo>
                <a:cubicBezTo>
                  <a:pt x="42980" y="147943"/>
                  <a:pt x="38802" y="145173"/>
                  <a:pt x="35417" y="140885"/>
                </a:cubicBezTo>
                <a:cubicBezTo>
                  <a:pt x="31950" y="136492"/>
                  <a:pt x="29897" y="131189"/>
                  <a:pt x="28547" y="125472"/>
                </a:cubicBezTo>
                <a:cubicBezTo>
                  <a:pt x="27197" y="119760"/>
                  <a:pt x="26421" y="113061"/>
                  <a:pt x="25878" y="105453"/>
                </a:cubicBezTo>
                <a:lnTo>
                  <a:pt x="20435" y="29254"/>
                </a:lnTo>
                <a:cubicBezTo>
                  <a:pt x="19969" y="22733"/>
                  <a:pt x="18667" y="21085"/>
                  <a:pt x="18206" y="20655"/>
                </a:cubicBezTo>
                <a:cubicBezTo>
                  <a:pt x="17752" y="20231"/>
                  <a:pt x="16035" y="19050"/>
                  <a:pt x="9525" y="19050"/>
                </a:cubicBezTo>
                <a:cubicBezTo>
                  <a:pt x="4265" y="19050"/>
                  <a:pt x="0" y="14786"/>
                  <a:pt x="0" y="9525"/>
                </a:cubicBezTo>
                <a:cubicBezTo>
                  <a:pt x="0" y="4265"/>
                  <a:pt x="4264" y="0"/>
                  <a:pt x="9525" y="0"/>
                </a:cubicBezTo>
                <a:close/>
              </a:path>
            </a:pathLst>
          </a:custGeom>
          <a:solidFill>
            <a:srgbClr val="000000"/>
          </a:solidFill>
          <a:ln w="9525" cap="flat">
            <a:noFill/>
            <a:prstDash val="solid"/>
            <a:miter/>
          </a:ln>
        </p:spPr>
        <p:txBody>
          <a:bodyPr rtlCol="0" anchor="ctr"/>
          <a:lstStyle/>
          <a:p>
            <a:endParaRPr lang="ru-RU"/>
          </a:p>
        </p:txBody>
      </p:sp>
      <p:sp>
        <p:nvSpPr>
          <p:cNvPr id="1447" name="Полилиния: фигура 1446">
            <a:extLst>
              <a:ext uri="{FF2B5EF4-FFF2-40B4-BE49-F238E27FC236}">
                <a16:creationId xmlns:a16="http://schemas.microsoft.com/office/drawing/2014/main" id="{B0636E45-F6DD-31FA-18A4-EE97371A6079}"/>
              </a:ext>
            </a:extLst>
          </p:cNvPr>
          <p:cNvSpPr/>
          <p:nvPr/>
        </p:nvSpPr>
        <p:spPr>
          <a:xfrm>
            <a:off x="11175237" y="1396638"/>
            <a:ext cx="152402" cy="171449"/>
          </a:xfrm>
          <a:custGeom>
            <a:avLst/>
            <a:gdLst>
              <a:gd name="connsiteX0" fmla="*/ 21674 w 152402"/>
              <a:gd name="connsiteY0" fmla="*/ 150369 h 171449"/>
              <a:gd name="connsiteX1" fmla="*/ 75431 w 152402"/>
              <a:gd name="connsiteY1" fmla="*/ 152399 h 171449"/>
              <a:gd name="connsiteX2" fmla="*/ 76973 w 152402"/>
              <a:gd name="connsiteY2" fmla="*/ 152399 h 171449"/>
              <a:gd name="connsiteX3" fmla="*/ 130731 w 152402"/>
              <a:gd name="connsiteY3" fmla="*/ 150369 h 171449"/>
              <a:gd name="connsiteX4" fmla="*/ 142262 w 152402"/>
              <a:gd name="connsiteY4" fmla="*/ 158220 h 171449"/>
              <a:gd name="connsiteX5" fmla="*/ 123828 w 152402"/>
              <a:gd name="connsiteY5" fmla="*/ 171449 h 171449"/>
              <a:gd name="connsiteX6" fmla="*/ 28577 w 152402"/>
              <a:gd name="connsiteY6" fmla="*/ 171449 h 171449"/>
              <a:gd name="connsiteX7" fmla="*/ 10143 w 152402"/>
              <a:gd name="connsiteY7" fmla="*/ 158220 h 171449"/>
              <a:gd name="connsiteX8" fmla="*/ 21674 w 152402"/>
              <a:gd name="connsiteY8" fmla="*/ 150369 h 171449"/>
              <a:gd name="connsiteX9" fmla="*/ 76201 w 152402"/>
              <a:gd name="connsiteY9" fmla="*/ 114300 h 171449"/>
              <a:gd name="connsiteX10" fmla="*/ 103150 w 152402"/>
              <a:gd name="connsiteY10" fmla="*/ 133350 h 171449"/>
              <a:gd name="connsiteX11" fmla="*/ 95252 w 152402"/>
              <a:gd name="connsiteY11" fmla="*/ 142845 h 171449"/>
              <a:gd name="connsiteX12" fmla="*/ 85073 w 152402"/>
              <a:gd name="connsiteY12" fmla="*/ 137901 h 171449"/>
              <a:gd name="connsiteX13" fmla="*/ 76201 w 152402"/>
              <a:gd name="connsiteY13" fmla="*/ 133350 h 171449"/>
              <a:gd name="connsiteX14" fmla="*/ 67331 w 152402"/>
              <a:gd name="connsiteY14" fmla="*/ 137901 h 171449"/>
              <a:gd name="connsiteX15" fmla="*/ 57151 w 152402"/>
              <a:gd name="connsiteY15" fmla="*/ 142845 h 171449"/>
              <a:gd name="connsiteX16" fmla="*/ 49253 w 152402"/>
              <a:gd name="connsiteY16" fmla="*/ 133350 h 171449"/>
              <a:gd name="connsiteX17" fmla="*/ 76201 w 152402"/>
              <a:gd name="connsiteY17" fmla="*/ 114300 h 171449"/>
              <a:gd name="connsiteX18" fmla="*/ 76202 w 152402"/>
              <a:gd name="connsiteY18" fmla="*/ 57150 h 171449"/>
              <a:gd name="connsiteX19" fmla="*/ 152402 w 152402"/>
              <a:gd name="connsiteY19" fmla="*/ 127288 h 171449"/>
              <a:gd name="connsiteX20" fmla="*/ 128589 w 152402"/>
              <a:gd name="connsiteY20" fmla="*/ 141931 h 171449"/>
              <a:gd name="connsiteX21" fmla="*/ 111677 w 152402"/>
              <a:gd name="connsiteY21" fmla="*/ 128945 h 171449"/>
              <a:gd name="connsiteX22" fmla="*/ 111533 w 152402"/>
              <a:gd name="connsiteY22" fmla="*/ 128588 h 171449"/>
              <a:gd name="connsiteX23" fmla="*/ 100014 w 152402"/>
              <a:gd name="connsiteY23" fmla="*/ 113131 h 171449"/>
              <a:gd name="connsiteX24" fmla="*/ 96260 w 152402"/>
              <a:gd name="connsiteY24" fmla="*/ 101506 h 171449"/>
              <a:gd name="connsiteX25" fmla="*/ 104459 w 152402"/>
              <a:gd name="connsiteY25" fmla="*/ 82671 h 171449"/>
              <a:gd name="connsiteX26" fmla="*/ 101724 w 152402"/>
              <a:gd name="connsiteY26" fmla="*/ 76516 h 171449"/>
              <a:gd name="connsiteX27" fmla="*/ 95570 w 152402"/>
              <a:gd name="connsiteY27" fmla="*/ 79252 h 171449"/>
              <a:gd name="connsiteX28" fmla="*/ 87318 w 152402"/>
              <a:gd name="connsiteY28" fmla="*/ 98207 h 171449"/>
              <a:gd name="connsiteX29" fmla="*/ 76202 w 152402"/>
              <a:gd name="connsiteY29" fmla="*/ 104775 h 171449"/>
              <a:gd name="connsiteX30" fmla="*/ 40872 w 152402"/>
              <a:gd name="connsiteY30" fmla="*/ 128588 h 171449"/>
              <a:gd name="connsiteX31" fmla="*/ 23815 w 152402"/>
              <a:gd name="connsiteY31" fmla="*/ 141931 h 171449"/>
              <a:gd name="connsiteX32" fmla="*/ 2 w 152402"/>
              <a:gd name="connsiteY32" fmla="*/ 127288 h 171449"/>
              <a:gd name="connsiteX33" fmla="*/ 76202 w 152402"/>
              <a:gd name="connsiteY33" fmla="*/ 57150 h 171449"/>
              <a:gd name="connsiteX34" fmla="*/ 5266 w 152402"/>
              <a:gd name="connsiteY34" fmla="*/ 10530 h 171449"/>
              <a:gd name="connsiteX35" fmla="*/ 18046 w 152402"/>
              <a:gd name="connsiteY35" fmla="*/ 14789 h 171449"/>
              <a:gd name="connsiteX36" fmla="*/ 27026 w 152402"/>
              <a:gd name="connsiteY36" fmla="*/ 27021 h 171449"/>
              <a:gd name="connsiteX37" fmla="*/ 33596 w 152402"/>
              <a:gd name="connsiteY37" fmla="*/ 28303 h 171449"/>
              <a:gd name="connsiteX38" fmla="*/ 47626 w 152402"/>
              <a:gd name="connsiteY38" fmla="*/ 28574 h 171449"/>
              <a:gd name="connsiteX39" fmla="*/ 104776 w 152402"/>
              <a:gd name="connsiteY39" fmla="*/ 28574 h 171449"/>
              <a:gd name="connsiteX40" fmla="*/ 118806 w 152402"/>
              <a:gd name="connsiteY40" fmla="*/ 28303 h 171449"/>
              <a:gd name="connsiteX41" fmla="*/ 125377 w 152402"/>
              <a:gd name="connsiteY41" fmla="*/ 27021 h 171449"/>
              <a:gd name="connsiteX42" fmla="*/ 134357 w 152402"/>
              <a:gd name="connsiteY42" fmla="*/ 14789 h 171449"/>
              <a:gd name="connsiteX43" fmla="*/ 147135 w 152402"/>
              <a:gd name="connsiteY43" fmla="*/ 10530 h 171449"/>
              <a:gd name="connsiteX44" fmla="*/ 151395 w 152402"/>
              <a:gd name="connsiteY44" fmla="*/ 23309 h 171449"/>
              <a:gd name="connsiteX45" fmla="*/ 133144 w 152402"/>
              <a:gd name="connsiteY45" fmla="*/ 44415 h 171449"/>
              <a:gd name="connsiteX46" fmla="*/ 120237 w 152402"/>
              <a:gd name="connsiteY46" fmla="*/ 47300 h 171449"/>
              <a:gd name="connsiteX47" fmla="*/ 105085 w 152402"/>
              <a:gd name="connsiteY47" fmla="*/ 47624 h 171449"/>
              <a:gd name="connsiteX48" fmla="*/ 47317 w 152402"/>
              <a:gd name="connsiteY48" fmla="*/ 47624 h 171449"/>
              <a:gd name="connsiteX49" fmla="*/ 32166 w 152402"/>
              <a:gd name="connsiteY49" fmla="*/ 47300 h 171449"/>
              <a:gd name="connsiteX50" fmla="*/ 19258 w 152402"/>
              <a:gd name="connsiteY50" fmla="*/ 44415 h 171449"/>
              <a:gd name="connsiteX51" fmla="*/ 1007 w 152402"/>
              <a:gd name="connsiteY51" fmla="*/ 23309 h 171449"/>
              <a:gd name="connsiteX52" fmla="*/ 5266 w 152402"/>
              <a:gd name="connsiteY52" fmla="*/ 10530 h 171449"/>
              <a:gd name="connsiteX53" fmla="*/ 47627 w 152402"/>
              <a:gd name="connsiteY53" fmla="*/ 0 h 171449"/>
              <a:gd name="connsiteX54" fmla="*/ 104777 w 152402"/>
              <a:gd name="connsiteY54" fmla="*/ 0 h 171449"/>
              <a:gd name="connsiteX55" fmla="*/ 114302 w 152402"/>
              <a:gd name="connsiteY55" fmla="*/ 9525 h 171449"/>
              <a:gd name="connsiteX56" fmla="*/ 104777 w 152402"/>
              <a:gd name="connsiteY56" fmla="*/ 19050 h 171449"/>
              <a:gd name="connsiteX57" fmla="*/ 47627 w 152402"/>
              <a:gd name="connsiteY57" fmla="*/ 19050 h 171449"/>
              <a:gd name="connsiteX58" fmla="*/ 38102 w 152402"/>
              <a:gd name="connsiteY58" fmla="*/ 9525 h 171449"/>
              <a:gd name="connsiteX59" fmla="*/ 47627 w 152402"/>
              <a:gd name="connsiteY59"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52402" h="171449">
                <a:moveTo>
                  <a:pt x="21674" y="150369"/>
                </a:moveTo>
                <a:cubicBezTo>
                  <a:pt x="37079" y="152399"/>
                  <a:pt x="49471" y="152399"/>
                  <a:pt x="75431" y="152399"/>
                </a:cubicBezTo>
                <a:lnTo>
                  <a:pt x="76973" y="152399"/>
                </a:lnTo>
                <a:cubicBezTo>
                  <a:pt x="102934" y="152399"/>
                  <a:pt x="115326" y="152399"/>
                  <a:pt x="130731" y="150369"/>
                </a:cubicBezTo>
                <a:cubicBezTo>
                  <a:pt x="140768" y="149046"/>
                  <a:pt x="144068" y="150369"/>
                  <a:pt x="142262" y="158220"/>
                </a:cubicBezTo>
                <a:cubicBezTo>
                  <a:pt x="140009" y="168012"/>
                  <a:pt x="131918" y="171449"/>
                  <a:pt x="123828" y="171449"/>
                </a:cubicBezTo>
                <a:lnTo>
                  <a:pt x="28577" y="171449"/>
                </a:lnTo>
                <a:cubicBezTo>
                  <a:pt x="20487" y="171449"/>
                  <a:pt x="12396" y="168012"/>
                  <a:pt x="10143" y="158220"/>
                </a:cubicBezTo>
                <a:cubicBezTo>
                  <a:pt x="8336" y="150369"/>
                  <a:pt x="11637" y="149046"/>
                  <a:pt x="21674" y="150369"/>
                </a:cubicBezTo>
                <a:close/>
                <a:moveTo>
                  <a:pt x="76201" y="114300"/>
                </a:moveTo>
                <a:cubicBezTo>
                  <a:pt x="88644" y="114300"/>
                  <a:pt x="99228" y="122251"/>
                  <a:pt x="103150" y="133350"/>
                </a:cubicBezTo>
                <a:cubicBezTo>
                  <a:pt x="106450" y="142684"/>
                  <a:pt x="103885" y="142800"/>
                  <a:pt x="95252" y="142845"/>
                </a:cubicBezTo>
                <a:cubicBezTo>
                  <a:pt x="89558" y="142873"/>
                  <a:pt x="87284" y="140353"/>
                  <a:pt x="85073" y="137901"/>
                </a:cubicBezTo>
                <a:cubicBezTo>
                  <a:pt x="82993" y="135595"/>
                  <a:pt x="80968" y="133350"/>
                  <a:pt x="76201" y="133350"/>
                </a:cubicBezTo>
                <a:cubicBezTo>
                  <a:pt x="71436" y="133350"/>
                  <a:pt x="69411" y="135595"/>
                  <a:pt x="67331" y="137901"/>
                </a:cubicBezTo>
                <a:cubicBezTo>
                  <a:pt x="65120" y="140353"/>
                  <a:pt x="62845" y="142873"/>
                  <a:pt x="57151" y="142845"/>
                </a:cubicBezTo>
                <a:cubicBezTo>
                  <a:pt x="48519" y="142800"/>
                  <a:pt x="45953" y="142685"/>
                  <a:pt x="49253" y="133350"/>
                </a:cubicBezTo>
                <a:cubicBezTo>
                  <a:pt x="53175" y="122251"/>
                  <a:pt x="63760" y="114300"/>
                  <a:pt x="76201" y="114300"/>
                </a:cubicBezTo>
                <a:close/>
                <a:moveTo>
                  <a:pt x="76202" y="57150"/>
                </a:moveTo>
                <a:cubicBezTo>
                  <a:pt x="129391" y="57150"/>
                  <a:pt x="152402" y="83770"/>
                  <a:pt x="152402" y="127288"/>
                </a:cubicBezTo>
                <a:cubicBezTo>
                  <a:pt x="152402" y="136754"/>
                  <a:pt x="149927" y="140472"/>
                  <a:pt x="128589" y="141931"/>
                </a:cubicBezTo>
                <a:cubicBezTo>
                  <a:pt x="117247" y="142707"/>
                  <a:pt x="116713" y="141388"/>
                  <a:pt x="111677" y="128945"/>
                </a:cubicBezTo>
                <a:lnTo>
                  <a:pt x="111533" y="128588"/>
                </a:lnTo>
                <a:cubicBezTo>
                  <a:pt x="109066" y="122492"/>
                  <a:pt x="105067" y="117181"/>
                  <a:pt x="100014" y="113131"/>
                </a:cubicBezTo>
                <a:cubicBezTo>
                  <a:pt x="93868" y="108204"/>
                  <a:pt x="93748" y="107279"/>
                  <a:pt x="96260" y="101506"/>
                </a:cubicBezTo>
                <a:lnTo>
                  <a:pt x="104459" y="82671"/>
                </a:lnTo>
                <a:cubicBezTo>
                  <a:pt x="105404" y="80216"/>
                  <a:pt x="104179" y="77460"/>
                  <a:pt x="101724" y="76516"/>
                </a:cubicBezTo>
                <a:cubicBezTo>
                  <a:pt x="99269" y="75572"/>
                  <a:pt x="96514" y="76797"/>
                  <a:pt x="95570" y="79252"/>
                </a:cubicBezTo>
                <a:lnTo>
                  <a:pt x="87318" y="98207"/>
                </a:lnTo>
                <a:cubicBezTo>
                  <a:pt x="84744" y="104121"/>
                  <a:pt x="83960" y="104775"/>
                  <a:pt x="76202" y="104775"/>
                </a:cubicBezTo>
                <a:cubicBezTo>
                  <a:pt x="60213" y="104775"/>
                  <a:pt x="46524" y="114625"/>
                  <a:pt x="40872" y="128588"/>
                </a:cubicBezTo>
                <a:cubicBezTo>
                  <a:pt x="35700" y="141362"/>
                  <a:pt x="35117" y="142705"/>
                  <a:pt x="23815" y="141931"/>
                </a:cubicBezTo>
                <a:cubicBezTo>
                  <a:pt x="2477" y="140472"/>
                  <a:pt x="2" y="136754"/>
                  <a:pt x="2" y="127288"/>
                </a:cubicBezTo>
                <a:cubicBezTo>
                  <a:pt x="2" y="83770"/>
                  <a:pt x="23013" y="57150"/>
                  <a:pt x="76202" y="57150"/>
                </a:cubicBezTo>
                <a:close/>
                <a:moveTo>
                  <a:pt x="5266" y="10530"/>
                </a:moveTo>
                <a:cubicBezTo>
                  <a:pt x="9971" y="8177"/>
                  <a:pt x="15693" y="10084"/>
                  <a:pt x="18046" y="14789"/>
                </a:cubicBezTo>
                <a:cubicBezTo>
                  <a:pt x="22769" y="24236"/>
                  <a:pt x="25032" y="26130"/>
                  <a:pt x="27026" y="27021"/>
                </a:cubicBezTo>
                <a:cubicBezTo>
                  <a:pt x="28254" y="27569"/>
                  <a:pt x="30130" y="28042"/>
                  <a:pt x="33596" y="28303"/>
                </a:cubicBezTo>
                <a:cubicBezTo>
                  <a:pt x="37112" y="28568"/>
                  <a:pt x="41493" y="28574"/>
                  <a:pt x="47626" y="28574"/>
                </a:cubicBezTo>
                <a:lnTo>
                  <a:pt x="104776" y="28574"/>
                </a:lnTo>
                <a:cubicBezTo>
                  <a:pt x="110910" y="28574"/>
                  <a:pt x="115290" y="28568"/>
                  <a:pt x="118806" y="28303"/>
                </a:cubicBezTo>
                <a:cubicBezTo>
                  <a:pt x="122272" y="28042"/>
                  <a:pt x="124148" y="27569"/>
                  <a:pt x="125377" y="27021"/>
                </a:cubicBezTo>
                <a:cubicBezTo>
                  <a:pt x="127370" y="26130"/>
                  <a:pt x="129633" y="24236"/>
                  <a:pt x="134357" y="14789"/>
                </a:cubicBezTo>
                <a:cubicBezTo>
                  <a:pt x="136709" y="10084"/>
                  <a:pt x="142431" y="8177"/>
                  <a:pt x="147135" y="10530"/>
                </a:cubicBezTo>
                <a:cubicBezTo>
                  <a:pt x="151841" y="12882"/>
                  <a:pt x="153748" y="18604"/>
                  <a:pt x="151395" y="23309"/>
                </a:cubicBezTo>
                <a:cubicBezTo>
                  <a:pt x="146594" y="32912"/>
                  <a:pt x="141816" y="40543"/>
                  <a:pt x="133144" y="44415"/>
                </a:cubicBezTo>
                <a:cubicBezTo>
                  <a:pt x="129040" y="46248"/>
                  <a:pt x="124677" y="46965"/>
                  <a:pt x="120237" y="47300"/>
                </a:cubicBezTo>
                <a:cubicBezTo>
                  <a:pt x="115923" y="47624"/>
                  <a:pt x="110833" y="47624"/>
                  <a:pt x="105085" y="47624"/>
                </a:cubicBezTo>
                <a:lnTo>
                  <a:pt x="47317" y="47624"/>
                </a:lnTo>
                <a:cubicBezTo>
                  <a:pt x="41569" y="47624"/>
                  <a:pt x="36479" y="47624"/>
                  <a:pt x="32166" y="47300"/>
                </a:cubicBezTo>
                <a:cubicBezTo>
                  <a:pt x="27725" y="46965"/>
                  <a:pt x="23363" y="46248"/>
                  <a:pt x="19258" y="44415"/>
                </a:cubicBezTo>
                <a:cubicBezTo>
                  <a:pt x="10587" y="40543"/>
                  <a:pt x="5808" y="32912"/>
                  <a:pt x="1007" y="23309"/>
                </a:cubicBezTo>
                <a:cubicBezTo>
                  <a:pt x="-1346" y="18604"/>
                  <a:pt x="561" y="12882"/>
                  <a:pt x="5266" y="10530"/>
                </a:cubicBezTo>
                <a:close/>
                <a:moveTo>
                  <a:pt x="47627" y="0"/>
                </a:moveTo>
                <a:lnTo>
                  <a:pt x="104777" y="0"/>
                </a:lnTo>
                <a:cubicBezTo>
                  <a:pt x="110037" y="0"/>
                  <a:pt x="114302" y="4265"/>
                  <a:pt x="114302" y="9525"/>
                </a:cubicBezTo>
                <a:cubicBezTo>
                  <a:pt x="114302" y="14785"/>
                  <a:pt x="110037" y="19050"/>
                  <a:pt x="104777" y="19050"/>
                </a:cubicBezTo>
                <a:lnTo>
                  <a:pt x="47627" y="19050"/>
                </a:lnTo>
                <a:cubicBezTo>
                  <a:pt x="42367" y="19050"/>
                  <a:pt x="38102" y="14785"/>
                  <a:pt x="38102" y="9525"/>
                </a:cubicBezTo>
                <a:cubicBezTo>
                  <a:pt x="38102" y="4265"/>
                  <a:pt x="42367" y="0"/>
                  <a:pt x="47627" y="0"/>
                </a:cubicBezTo>
                <a:close/>
              </a:path>
            </a:pathLst>
          </a:custGeom>
          <a:solidFill>
            <a:srgbClr val="000000"/>
          </a:solidFill>
          <a:ln w="9525" cap="flat">
            <a:noFill/>
            <a:prstDash val="solid"/>
            <a:miter/>
          </a:ln>
        </p:spPr>
        <p:txBody>
          <a:bodyPr rtlCol="0" anchor="ctr"/>
          <a:lstStyle/>
          <a:p>
            <a:endParaRPr lang="ru-RU"/>
          </a:p>
        </p:txBody>
      </p:sp>
      <p:sp>
        <p:nvSpPr>
          <p:cNvPr id="1446" name="Полилиния: фигура 1445">
            <a:extLst>
              <a:ext uri="{FF2B5EF4-FFF2-40B4-BE49-F238E27FC236}">
                <a16:creationId xmlns:a16="http://schemas.microsoft.com/office/drawing/2014/main" id="{9ABD2838-2B81-F17D-854E-82B728AA3D52}"/>
              </a:ext>
            </a:extLst>
          </p:cNvPr>
          <p:cNvSpPr/>
          <p:nvPr/>
        </p:nvSpPr>
        <p:spPr>
          <a:xfrm>
            <a:off x="11175238" y="846818"/>
            <a:ext cx="152400" cy="180974"/>
          </a:xfrm>
          <a:custGeom>
            <a:avLst/>
            <a:gdLst>
              <a:gd name="connsiteX0" fmla="*/ 14193 w 152400"/>
              <a:gd name="connsiteY0" fmla="*/ 127171 h 180974"/>
              <a:gd name="connsiteX1" fmla="*/ 27244 w 152400"/>
              <a:gd name="connsiteY1" fmla="*/ 130508 h 180974"/>
              <a:gd name="connsiteX2" fmla="*/ 23907 w 152400"/>
              <a:gd name="connsiteY2" fmla="*/ 143558 h 180974"/>
              <a:gd name="connsiteX3" fmla="*/ 19496 w 152400"/>
              <a:gd name="connsiteY3" fmla="*/ 147064 h 180974"/>
              <a:gd name="connsiteX4" fmla="*/ 19109 w 152400"/>
              <a:gd name="connsiteY4" fmla="*/ 147634 h 180974"/>
              <a:gd name="connsiteX5" fmla="*/ 20910 w 152400"/>
              <a:gd name="connsiteY5" fmla="*/ 149629 h 180974"/>
              <a:gd name="connsiteX6" fmla="*/ 32257 w 152400"/>
              <a:gd name="connsiteY6" fmla="*/ 155505 h 180974"/>
              <a:gd name="connsiteX7" fmla="*/ 76200 w 152400"/>
              <a:gd name="connsiteY7" fmla="*/ 161924 h 180974"/>
              <a:gd name="connsiteX8" fmla="*/ 120143 w 152400"/>
              <a:gd name="connsiteY8" fmla="*/ 155505 h 180974"/>
              <a:gd name="connsiteX9" fmla="*/ 131491 w 152400"/>
              <a:gd name="connsiteY9" fmla="*/ 149629 h 180974"/>
              <a:gd name="connsiteX10" fmla="*/ 133291 w 152400"/>
              <a:gd name="connsiteY10" fmla="*/ 147634 h 180974"/>
              <a:gd name="connsiteX11" fmla="*/ 132904 w 152400"/>
              <a:gd name="connsiteY11" fmla="*/ 147064 h 180974"/>
              <a:gd name="connsiteX12" fmla="*/ 128493 w 152400"/>
              <a:gd name="connsiteY12" fmla="*/ 143558 h 180974"/>
              <a:gd name="connsiteX13" fmla="*/ 125157 w 152400"/>
              <a:gd name="connsiteY13" fmla="*/ 130508 h 180974"/>
              <a:gd name="connsiteX14" fmla="*/ 138207 w 152400"/>
              <a:gd name="connsiteY14" fmla="*/ 127171 h 180974"/>
              <a:gd name="connsiteX15" fmla="*/ 152400 w 152400"/>
              <a:gd name="connsiteY15" fmla="*/ 147637 h 180974"/>
              <a:gd name="connsiteX16" fmla="*/ 143781 w 152400"/>
              <a:gd name="connsiteY16" fmla="*/ 164184 h 180974"/>
              <a:gd name="connsiteX17" fmla="*/ 126550 w 152400"/>
              <a:gd name="connsiteY17" fmla="*/ 173445 h 180974"/>
              <a:gd name="connsiteX18" fmla="*/ 76200 w 152400"/>
              <a:gd name="connsiteY18" fmla="*/ 180974 h 180974"/>
              <a:gd name="connsiteX19" fmla="*/ 25850 w 152400"/>
              <a:gd name="connsiteY19" fmla="*/ 173445 h 180974"/>
              <a:gd name="connsiteX20" fmla="*/ 8620 w 152400"/>
              <a:gd name="connsiteY20" fmla="*/ 164184 h 180974"/>
              <a:gd name="connsiteX21" fmla="*/ 0 w 152400"/>
              <a:gd name="connsiteY21" fmla="*/ 147637 h 180974"/>
              <a:gd name="connsiteX22" fmla="*/ 14193 w 152400"/>
              <a:gd name="connsiteY22" fmla="*/ 127171 h 180974"/>
              <a:gd name="connsiteX23" fmla="*/ 76199 w 152400"/>
              <a:gd name="connsiteY23" fmla="*/ 53933 h 180974"/>
              <a:gd name="connsiteX24" fmla="*/ 80446 w 152400"/>
              <a:gd name="connsiteY24" fmla="*/ 66675 h 180974"/>
              <a:gd name="connsiteX25" fmla="*/ 71952 w 152400"/>
              <a:gd name="connsiteY25" fmla="*/ 66675 h 180974"/>
              <a:gd name="connsiteX26" fmla="*/ 71438 w 152400"/>
              <a:gd name="connsiteY26" fmla="*/ 28575 h 180974"/>
              <a:gd name="connsiteX27" fmla="*/ 62401 w 152400"/>
              <a:gd name="connsiteY27" fmla="*/ 35088 h 180974"/>
              <a:gd name="connsiteX28" fmla="*/ 43352 w 152400"/>
              <a:gd name="connsiteY28" fmla="*/ 92238 h 180974"/>
              <a:gd name="connsiteX29" fmla="*/ 49376 w 152400"/>
              <a:gd name="connsiteY29" fmla="*/ 104286 h 180974"/>
              <a:gd name="connsiteX30" fmla="*/ 61424 w 152400"/>
              <a:gd name="connsiteY30" fmla="*/ 98262 h 180974"/>
              <a:gd name="connsiteX31" fmla="*/ 65603 w 152400"/>
              <a:gd name="connsiteY31" fmla="*/ 85725 h 180974"/>
              <a:gd name="connsiteX32" fmla="*/ 86798 w 152400"/>
              <a:gd name="connsiteY32" fmla="*/ 85725 h 180974"/>
              <a:gd name="connsiteX33" fmla="*/ 90976 w 152400"/>
              <a:gd name="connsiteY33" fmla="*/ 98262 h 180974"/>
              <a:gd name="connsiteX34" fmla="*/ 103025 w 152400"/>
              <a:gd name="connsiteY34" fmla="*/ 104286 h 180974"/>
              <a:gd name="connsiteX35" fmla="*/ 109049 w 152400"/>
              <a:gd name="connsiteY35" fmla="*/ 92238 h 180974"/>
              <a:gd name="connsiteX36" fmla="*/ 89999 w 152400"/>
              <a:gd name="connsiteY36" fmla="*/ 35088 h 180974"/>
              <a:gd name="connsiteX37" fmla="*/ 80963 w 152400"/>
              <a:gd name="connsiteY37" fmla="*/ 28575 h 180974"/>
              <a:gd name="connsiteX38" fmla="*/ 76200 w 152400"/>
              <a:gd name="connsiteY38" fmla="*/ 0 h 180974"/>
              <a:gd name="connsiteX39" fmla="*/ 142875 w 152400"/>
              <a:gd name="connsiteY39" fmla="*/ 67733 h 180974"/>
              <a:gd name="connsiteX40" fmla="*/ 76200 w 152400"/>
              <a:gd name="connsiteY40" fmla="*/ 152400 h 180974"/>
              <a:gd name="connsiteX41" fmla="*/ 9525 w 152400"/>
              <a:gd name="connsiteY41" fmla="*/ 67733 h 180974"/>
              <a:gd name="connsiteX42" fmla="*/ 76200 w 152400"/>
              <a:gd name="connsiteY42"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52400" h="180974">
                <a:moveTo>
                  <a:pt x="14193" y="127171"/>
                </a:moveTo>
                <a:cubicBezTo>
                  <a:pt x="18719" y="124488"/>
                  <a:pt x="24562" y="125983"/>
                  <a:pt x="27244" y="130508"/>
                </a:cubicBezTo>
                <a:cubicBezTo>
                  <a:pt x="29926" y="135033"/>
                  <a:pt x="28432" y="140876"/>
                  <a:pt x="23907" y="143558"/>
                </a:cubicBezTo>
                <a:cubicBezTo>
                  <a:pt x="21525" y="144970"/>
                  <a:pt x="20173" y="146205"/>
                  <a:pt x="19496" y="147064"/>
                </a:cubicBezTo>
                <a:cubicBezTo>
                  <a:pt x="19294" y="147320"/>
                  <a:pt x="19176" y="147508"/>
                  <a:pt x="19109" y="147634"/>
                </a:cubicBezTo>
                <a:cubicBezTo>
                  <a:pt x="19269" y="147949"/>
                  <a:pt x="19717" y="148622"/>
                  <a:pt x="20910" y="149629"/>
                </a:cubicBezTo>
                <a:cubicBezTo>
                  <a:pt x="23094" y="151473"/>
                  <a:pt x="26820" y="153563"/>
                  <a:pt x="32257" y="155505"/>
                </a:cubicBezTo>
                <a:cubicBezTo>
                  <a:pt x="43049" y="159359"/>
                  <a:pt x="58584" y="161924"/>
                  <a:pt x="76200" y="161924"/>
                </a:cubicBezTo>
                <a:cubicBezTo>
                  <a:pt x="93816" y="161924"/>
                  <a:pt x="109351" y="159359"/>
                  <a:pt x="120143" y="155505"/>
                </a:cubicBezTo>
                <a:cubicBezTo>
                  <a:pt x="125580" y="153563"/>
                  <a:pt x="129306" y="151473"/>
                  <a:pt x="131491" y="149629"/>
                </a:cubicBezTo>
                <a:cubicBezTo>
                  <a:pt x="132682" y="148622"/>
                  <a:pt x="133131" y="147949"/>
                  <a:pt x="133291" y="147634"/>
                </a:cubicBezTo>
                <a:cubicBezTo>
                  <a:pt x="133224" y="147508"/>
                  <a:pt x="133106" y="147320"/>
                  <a:pt x="132904" y="147064"/>
                </a:cubicBezTo>
                <a:cubicBezTo>
                  <a:pt x="132227" y="146205"/>
                  <a:pt x="130875" y="144970"/>
                  <a:pt x="128493" y="143558"/>
                </a:cubicBezTo>
                <a:cubicBezTo>
                  <a:pt x="123968" y="140876"/>
                  <a:pt x="122474" y="135033"/>
                  <a:pt x="125157" y="130508"/>
                </a:cubicBezTo>
                <a:cubicBezTo>
                  <a:pt x="127839" y="125983"/>
                  <a:pt x="133681" y="124488"/>
                  <a:pt x="138207" y="127171"/>
                </a:cubicBezTo>
                <a:cubicBezTo>
                  <a:pt x="145014" y="131205"/>
                  <a:pt x="152400" y="137883"/>
                  <a:pt x="152400" y="147637"/>
                </a:cubicBezTo>
                <a:cubicBezTo>
                  <a:pt x="152400" y="154816"/>
                  <a:pt x="148299" y="160367"/>
                  <a:pt x="143781" y="164184"/>
                </a:cubicBezTo>
                <a:cubicBezTo>
                  <a:pt x="139217" y="168037"/>
                  <a:pt x="133179" y="171078"/>
                  <a:pt x="126550" y="173445"/>
                </a:cubicBezTo>
                <a:cubicBezTo>
                  <a:pt x="113210" y="178209"/>
                  <a:pt x="95408" y="180974"/>
                  <a:pt x="76200" y="180974"/>
                </a:cubicBezTo>
                <a:cubicBezTo>
                  <a:pt x="56992" y="180974"/>
                  <a:pt x="39190" y="178209"/>
                  <a:pt x="25850" y="173445"/>
                </a:cubicBezTo>
                <a:cubicBezTo>
                  <a:pt x="19222" y="171078"/>
                  <a:pt x="13183" y="168037"/>
                  <a:pt x="8620" y="164184"/>
                </a:cubicBezTo>
                <a:cubicBezTo>
                  <a:pt x="4100" y="160367"/>
                  <a:pt x="0" y="154816"/>
                  <a:pt x="0" y="147637"/>
                </a:cubicBezTo>
                <a:cubicBezTo>
                  <a:pt x="0" y="137883"/>
                  <a:pt x="7386" y="131205"/>
                  <a:pt x="14193" y="127171"/>
                </a:cubicBezTo>
                <a:close/>
                <a:moveTo>
                  <a:pt x="76199" y="53933"/>
                </a:moveTo>
                <a:lnTo>
                  <a:pt x="80446" y="66675"/>
                </a:lnTo>
                <a:lnTo>
                  <a:pt x="71952" y="66675"/>
                </a:lnTo>
                <a:close/>
                <a:moveTo>
                  <a:pt x="71438" y="28575"/>
                </a:moveTo>
                <a:cubicBezTo>
                  <a:pt x="67338" y="28575"/>
                  <a:pt x="63698" y="31198"/>
                  <a:pt x="62401" y="35088"/>
                </a:cubicBezTo>
                <a:lnTo>
                  <a:pt x="43352" y="92238"/>
                </a:lnTo>
                <a:cubicBezTo>
                  <a:pt x="41688" y="97228"/>
                  <a:pt x="44385" y="102622"/>
                  <a:pt x="49376" y="104286"/>
                </a:cubicBezTo>
                <a:cubicBezTo>
                  <a:pt x="54366" y="105949"/>
                  <a:pt x="59761" y="103253"/>
                  <a:pt x="61424" y="98262"/>
                </a:cubicBezTo>
                <a:lnTo>
                  <a:pt x="65603" y="85725"/>
                </a:lnTo>
                <a:lnTo>
                  <a:pt x="86798" y="85725"/>
                </a:lnTo>
                <a:lnTo>
                  <a:pt x="90976" y="98262"/>
                </a:lnTo>
                <a:cubicBezTo>
                  <a:pt x="92640" y="103253"/>
                  <a:pt x="98034" y="105949"/>
                  <a:pt x="103025" y="104286"/>
                </a:cubicBezTo>
                <a:cubicBezTo>
                  <a:pt x="108015" y="102622"/>
                  <a:pt x="110713" y="97228"/>
                  <a:pt x="109049" y="92238"/>
                </a:cubicBezTo>
                <a:lnTo>
                  <a:pt x="89999" y="35088"/>
                </a:lnTo>
                <a:cubicBezTo>
                  <a:pt x="88703" y="31198"/>
                  <a:pt x="85063" y="28575"/>
                  <a:pt x="80963" y="28575"/>
                </a:cubicBezTo>
                <a:close/>
                <a:moveTo>
                  <a:pt x="76200" y="0"/>
                </a:moveTo>
                <a:cubicBezTo>
                  <a:pt x="113310" y="0"/>
                  <a:pt x="142875" y="25400"/>
                  <a:pt x="142875" y="67733"/>
                </a:cubicBezTo>
                <a:cubicBezTo>
                  <a:pt x="142875" y="110067"/>
                  <a:pt x="92869" y="152400"/>
                  <a:pt x="76200" y="152400"/>
                </a:cubicBezTo>
                <a:cubicBezTo>
                  <a:pt x="59531" y="152400"/>
                  <a:pt x="9525" y="110067"/>
                  <a:pt x="9525" y="67733"/>
                </a:cubicBezTo>
                <a:cubicBezTo>
                  <a:pt x="9525" y="25400"/>
                  <a:pt x="39090" y="0"/>
                  <a:pt x="76200" y="0"/>
                </a:cubicBezTo>
                <a:close/>
              </a:path>
            </a:pathLst>
          </a:custGeom>
          <a:solidFill>
            <a:srgbClr val="000000"/>
          </a:solidFill>
          <a:ln w="9525" cap="flat">
            <a:noFill/>
            <a:prstDash val="solid"/>
            <a:miter/>
          </a:ln>
        </p:spPr>
        <p:txBody>
          <a:bodyPr rtlCol="0" anchor="ctr"/>
          <a:lstStyle/>
          <a:p>
            <a:endParaRPr lang="ru-RU"/>
          </a:p>
        </p:txBody>
      </p:sp>
      <p:sp>
        <p:nvSpPr>
          <p:cNvPr id="1175" name="Рисунок 757">
            <a:extLst>
              <a:ext uri="{FF2B5EF4-FFF2-40B4-BE49-F238E27FC236}">
                <a16:creationId xmlns:a16="http://schemas.microsoft.com/office/drawing/2014/main" id="{D223C6C3-C2BF-665D-118B-386FFC1D6D8D}"/>
              </a:ext>
            </a:extLst>
          </p:cNvPr>
          <p:cNvSpPr/>
          <p:nvPr/>
        </p:nvSpPr>
        <p:spPr>
          <a:xfrm>
            <a:off x="11165713" y="4609637"/>
            <a:ext cx="171450" cy="152399"/>
          </a:xfrm>
          <a:custGeom>
            <a:avLst/>
            <a:gdLst>
              <a:gd name="connsiteX0" fmla="*/ 0 w 171450"/>
              <a:gd name="connsiteY0" fmla="*/ 95250 h 152399"/>
              <a:gd name="connsiteX1" fmla="*/ 38100 w 171450"/>
              <a:gd name="connsiteY1" fmla="*/ 0 h 152399"/>
              <a:gd name="connsiteX2" fmla="*/ 94655 w 171450"/>
              <a:gd name="connsiteY2" fmla="*/ 23217 h 152399"/>
              <a:gd name="connsiteX3" fmla="*/ 90488 w 171450"/>
              <a:gd name="connsiteY3" fmla="*/ 28575 h 152399"/>
              <a:gd name="connsiteX4" fmla="*/ 50003 w 171450"/>
              <a:gd name="connsiteY4" fmla="*/ 30707 h 152399"/>
              <a:gd name="connsiteX5" fmla="*/ 25662 w 171450"/>
              <a:gd name="connsiteY5" fmla="*/ 38283 h 152399"/>
              <a:gd name="connsiteX6" fmla="*/ 19050 w 171450"/>
              <a:gd name="connsiteY6" fmla="*/ 61911 h 152399"/>
              <a:gd name="connsiteX7" fmla="*/ 19050 w 171450"/>
              <a:gd name="connsiteY7" fmla="*/ 109536 h 152399"/>
              <a:gd name="connsiteX8" fmla="*/ 23813 w 171450"/>
              <a:gd name="connsiteY8" fmla="*/ 114299 h 152399"/>
              <a:gd name="connsiteX9" fmla="*/ 28575 w 171450"/>
              <a:gd name="connsiteY9" fmla="*/ 109536 h 152399"/>
              <a:gd name="connsiteX10" fmla="*/ 28575 w 171450"/>
              <a:gd name="connsiteY10" fmla="*/ 61911 h 152399"/>
              <a:gd name="connsiteX11" fmla="*/ 40067 w 171450"/>
              <a:gd name="connsiteY11" fmla="*/ 41919 h 152399"/>
              <a:gd name="connsiteX12" fmla="*/ 123351 w 171450"/>
              <a:gd name="connsiteY12" fmla="*/ 40440 h 152399"/>
              <a:gd name="connsiteX13" fmla="*/ 171450 w 171450"/>
              <a:gd name="connsiteY13" fmla="*/ 95250 h 152399"/>
              <a:gd name="connsiteX14" fmla="*/ 85725 w 171450"/>
              <a:gd name="connsiteY14" fmla="*/ 152400 h 152399"/>
              <a:gd name="connsiteX15" fmla="*/ 0 w 171450"/>
              <a:gd name="connsiteY15" fmla="*/ 95250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1450" h="152399">
                <a:moveTo>
                  <a:pt x="0" y="95250"/>
                </a:moveTo>
                <a:cubicBezTo>
                  <a:pt x="0" y="9524"/>
                  <a:pt x="0" y="0"/>
                  <a:pt x="38100" y="0"/>
                </a:cubicBezTo>
                <a:cubicBezTo>
                  <a:pt x="76194" y="0"/>
                  <a:pt x="80963" y="0"/>
                  <a:pt x="94655" y="23217"/>
                </a:cubicBezTo>
                <a:cubicBezTo>
                  <a:pt x="96446" y="26256"/>
                  <a:pt x="95403" y="28575"/>
                  <a:pt x="90488" y="28575"/>
                </a:cubicBezTo>
                <a:cubicBezTo>
                  <a:pt x="72665" y="28575"/>
                  <a:pt x="61926" y="29085"/>
                  <a:pt x="50003" y="30707"/>
                </a:cubicBezTo>
                <a:cubicBezTo>
                  <a:pt x="42050" y="31626"/>
                  <a:pt x="31910" y="32612"/>
                  <a:pt x="25662" y="38283"/>
                </a:cubicBezTo>
                <a:cubicBezTo>
                  <a:pt x="19727" y="43670"/>
                  <a:pt x="19050" y="51894"/>
                  <a:pt x="19050" y="61911"/>
                </a:cubicBezTo>
                <a:lnTo>
                  <a:pt x="19050" y="109536"/>
                </a:lnTo>
                <a:cubicBezTo>
                  <a:pt x="19050" y="112166"/>
                  <a:pt x="21182" y="114299"/>
                  <a:pt x="23813" y="114299"/>
                </a:cubicBezTo>
                <a:cubicBezTo>
                  <a:pt x="26443" y="114299"/>
                  <a:pt x="28575" y="112166"/>
                  <a:pt x="28575" y="109536"/>
                </a:cubicBezTo>
                <a:lnTo>
                  <a:pt x="28575" y="61911"/>
                </a:lnTo>
                <a:cubicBezTo>
                  <a:pt x="28575" y="51501"/>
                  <a:pt x="29332" y="44408"/>
                  <a:pt x="40067" y="41919"/>
                </a:cubicBezTo>
                <a:cubicBezTo>
                  <a:pt x="63613" y="37835"/>
                  <a:pt x="92811" y="36406"/>
                  <a:pt x="123351" y="40440"/>
                </a:cubicBezTo>
                <a:cubicBezTo>
                  <a:pt x="156830" y="44861"/>
                  <a:pt x="171450" y="47626"/>
                  <a:pt x="171450" y="95250"/>
                </a:cubicBezTo>
                <a:cubicBezTo>
                  <a:pt x="171450" y="142874"/>
                  <a:pt x="161925" y="152400"/>
                  <a:pt x="85725" y="152400"/>
                </a:cubicBezTo>
                <a:cubicBezTo>
                  <a:pt x="9525" y="152400"/>
                  <a:pt x="0" y="142874"/>
                  <a:pt x="0" y="95250"/>
                </a:cubicBezTo>
                <a:close/>
              </a:path>
            </a:pathLst>
          </a:custGeom>
          <a:solidFill>
            <a:srgbClr val="000000"/>
          </a:solidFill>
          <a:ln w="9525" cap="flat">
            <a:noFill/>
            <a:prstDash val="solid"/>
            <a:miter/>
          </a:ln>
        </p:spPr>
        <p:txBody>
          <a:bodyPr rtlCol="0" anchor="ctr"/>
          <a:lstStyle/>
          <a:p>
            <a:endParaRPr lang="ru-RU"/>
          </a:p>
        </p:txBody>
      </p:sp>
      <p:sp>
        <p:nvSpPr>
          <p:cNvPr id="1464" name="Полилиния: фигура 1463">
            <a:extLst>
              <a:ext uri="{FF2B5EF4-FFF2-40B4-BE49-F238E27FC236}">
                <a16:creationId xmlns:a16="http://schemas.microsoft.com/office/drawing/2014/main" id="{B217E526-AEF6-ED40-9B7A-09635F6AC5F5}"/>
              </a:ext>
            </a:extLst>
          </p:cNvPr>
          <p:cNvSpPr/>
          <p:nvPr/>
        </p:nvSpPr>
        <p:spPr>
          <a:xfrm>
            <a:off x="11165713" y="5110286"/>
            <a:ext cx="171450" cy="152400"/>
          </a:xfrm>
          <a:custGeom>
            <a:avLst/>
            <a:gdLst>
              <a:gd name="connsiteX0" fmla="*/ 42863 w 171450"/>
              <a:gd name="connsiteY0" fmla="*/ 95250 h 152400"/>
              <a:gd name="connsiteX1" fmla="*/ 38100 w 171450"/>
              <a:gd name="connsiteY1" fmla="*/ 100013 h 152400"/>
              <a:gd name="connsiteX2" fmla="*/ 42863 w 171450"/>
              <a:gd name="connsiteY2" fmla="*/ 104775 h 152400"/>
              <a:gd name="connsiteX3" fmla="*/ 128588 w 171450"/>
              <a:gd name="connsiteY3" fmla="*/ 104775 h 152400"/>
              <a:gd name="connsiteX4" fmla="*/ 133350 w 171450"/>
              <a:gd name="connsiteY4" fmla="*/ 100013 h 152400"/>
              <a:gd name="connsiteX5" fmla="*/ 128588 w 171450"/>
              <a:gd name="connsiteY5" fmla="*/ 95250 h 152400"/>
              <a:gd name="connsiteX6" fmla="*/ 85725 w 171450"/>
              <a:gd name="connsiteY6" fmla="*/ 38100 h 152400"/>
              <a:gd name="connsiteX7" fmla="*/ 171450 w 171450"/>
              <a:gd name="connsiteY7" fmla="*/ 80963 h 152400"/>
              <a:gd name="connsiteX8" fmla="*/ 132910 w 171450"/>
              <a:gd name="connsiteY8" fmla="*/ 121478 h 152400"/>
              <a:gd name="connsiteX9" fmla="*/ 85725 w 171450"/>
              <a:gd name="connsiteY9" fmla="*/ 152400 h 152400"/>
              <a:gd name="connsiteX10" fmla="*/ 38540 w 171450"/>
              <a:gd name="connsiteY10" fmla="*/ 121478 h 152400"/>
              <a:gd name="connsiteX11" fmla="*/ 0 w 171450"/>
              <a:gd name="connsiteY11" fmla="*/ 80963 h 152400"/>
              <a:gd name="connsiteX12" fmla="*/ 85725 w 171450"/>
              <a:gd name="connsiteY12" fmla="*/ 38100 h 152400"/>
              <a:gd name="connsiteX13" fmla="*/ 85726 w 171450"/>
              <a:gd name="connsiteY13" fmla="*/ 0 h 152400"/>
              <a:gd name="connsiteX14" fmla="*/ 139756 w 171450"/>
              <a:gd name="connsiteY14" fmla="*/ 19050 h 152400"/>
              <a:gd name="connsiteX15" fmla="*/ 130370 w 171450"/>
              <a:gd name="connsiteY15" fmla="*/ 30515 h 152400"/>
              <a:gd name="connsiteX16" fmla="*/ 85726 w 171450"/>
              <a:gd name="connsiteY16" fmla="*/ 28575 h 152400"/>
              <a:gd name="connsiteX17" fmla="*/ 41080 w 171450"/>
              <a:gd name="connsiteY17" fmla="*/ 30515 h 152400"/>
              <a:gd name="connsiteX18" fmla="*/ 31695 w 171450"/>
              <a:gd name="connsiteY18" fmla="*/ 19050 h 152400"/>
              <a:gd name="connsiteX19" fmla="*/ 85726 w 171450"/>
              <a:gd name="connsiteY19"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52400">
                <a:moveTo>
                  <a:pt x="42863" y="95250"/>
                </a:moveTo>
                <a:cubicBezTo>
                  <a:pt x="40232" y="95250"/>
                  <a:pt x="38100" y="97383"/>
                  <a:pt x="38100" y="100013"/>
                </a:cubicBezTo>
                <a:cubicBezTo>
                  <a:pt x="38100" y="102642"/>
                  <a:pt x="40232" y="104775"/>
                  <a:pt x="42863" y="104775"/>
                </a:cubicBezTo>
                <a:lnTo>
                  <a:pt x="128588" y="104775"/>
                </a:lnTo>
                <a:cubicBezTo>
                  <a:pt x="131217" y="104775"/>
                  <a:pt x="133350" y="102642"/>
                  <a:pt x="133350" y="100013"/>
                </a:cubicBezTo>
                <a:cubicBezTo>
                  <a:pt x="133350" y="97383"/>
                  <a:pt x="131217" y="95250"/>
                  <a:pt x="128588" y="95250"/>
                </a:cubicBezTo>
                <a:close/>
                <a:moveTo>
                  <a:pt x="85725" y="38100"/>
                </a:moveTo>
                <a:cubicBezTo>
                  <a:pt x="157163" y="38100"/>
                  <a:pt x="171450" y="46672"/>
                  <a:pt x="171450" y="80963"/>
                </a:cubicBezTo>
                <a:cubicBezTo>
                  <a:pt x="171450" y="105737"/>
                  <a:pt x="163992" y="117087"/>
                  <a:pt x="132910" y="121478"/>
                </a:cubicBezTo>
                <a:cubicBezTo>
                  <a:pt x="130797" y="145882"/>
                  <a:pt x="120332" y="152400"/>
                  <a:pt x="85725" y="152400"/>
                </a:cubicBezTo>
                <a:cubicBezTo>
                  <a:pt x="51118" y="152400"/>
                  <a:pt x="40653" y="145882"/>
                  <a:pt x="38540" y="121478"/>
                </a:cubicBezTo>
                <a:cubicBezTo>
                  <a:pt x="7458" y="117087"/>
                  <a:pt x="0" y="105737"/>
                  <a:pt x="0" y="80963"/>
                </a:cubicBezTo>
                <a:cubicBezTo>
                  <a:pt x="0" y="46672"/>
                  <a:pt x="14288" y="38100"/>
                  <a:pt x="85725" y="38100"/>
                </a:cubicBezTo>
                <a:close/>
                <a:moveTo>
                  <a:pt x="85726" y="0"/>
                </a:moveTo>
                <a:cubicBezTo>
                  <a:pt x="119500" y="0"/>
                  <a:pt x="134113" y="4311"/>
                  <a:pt x="139756" y="19050"/>
                </a:cubicBezTo>
                <a:cubicBezTo>
                  <a:pt x="142876" y="27198"/>
                  <a:pt x="142134" y="31899"/>
                  <a:pt x="130370" y="30515"/>
                </a:cubicBezTo>
                <a:cubicBezTo>
                  <a:pt x="118433" y="29111"/>
                  <a:pt x="103711" y="28575"/>
                  <a:pt x="85726" y="28575"/>
                </a:cubicBezTo>
                <a:cubicBezTo>
                  <a:pt x="67740" y="28575"/>
                  <a:pt x="53017" y="29111"/>
                  <a:pt x="41080" y="30515"/>
                </a:cubicBezTo>
                <a:cubicBezTo>
                  <a:pt x="29317" y="31899"/>
                  <a:pt x="28575" y="27197"/>
                  <a:pt x="31695" y="19050"/>
                </a:cubicBezTo>
                <a:cubicBezTo>
                  <a:pt x="37337" y="4311"/>
                  <a:pt x="51950" y="0"/>
                  <a:pt x="85726" y="0"/>
                </a:cubicBezTo>
                <a:close/>
              </a:path>
            </a:pathLst>
          </a:custGeom>
          <a:solidFill>
            <a:srgbClr val="000000"/>
          </a:solidFill>
          <a:ln w="9525" cap="flat">
            <a:noFill/>
            <a:prstDash val="solid"/>
            <a:miter/>
          </a:ln>
        </p:spPr>
        <p:txBody>
          <a:bodyPr rtlCol="0" anchor="ctr"/>
          <a:lstStyle/>
          <a:p>
            <a:endParaRPr lang="ru-RU"/>
          </a:p>
        </p:txBody>
      </p:sp>
      <p:sp>
        <p:nvSpPr>
          <p:cNvPr id="1399" name="Полилиния: фигура 1398">
            <a:extLst>
              <a:ext uri="{FF2B5EF4-FFF2-40B4-BE49-F238E27FC236}">
                <a16:creationId xmlns:a16="http://schemas.microsoft.com/office/drawing/2014/main" id="{9ED6FFF5-53BD-57D6-AB9D-16D9789483A7}"/>
              </a:ext>
            </a:extLst>
          </p:cNvPr>
          <p:cNvSpPr/>
          <p:nvPr/>
        </p:nvSpPr>
        <p:spPr>
          <a:xfrm>
            <a:off x="6544331" y="837292"/>
            <a:ext cx="190500" cy="171450"/>
          </a:xfrm>
          <a:custGeom>
            <a:avLst/>
            <a:gdLst>
              <a:gd name="connsiteX0" fmla="*/ 84741 w 190500"/>
              <a:gd name="connsiteY0" fmla="*/ 114300 h 171450"/>
              <a:gd name="connsiteX1" fmla="*/ 74149 w 190500"/>
              <a:gd name="connsiteY1" fmla="*/ 123825 h 171450"/>
              <a:gd name="connsiteX2" fmla="*/ 84741 w 190500"/>
              <a:gd name="connsiteY2" fmla="*/ 133350 h 171450"/>
              <a:gd name="connsiteX3" fmla="*/ 105928 w 190500"/>
              <a:gd name="connsiteY3" fmla="*/ 133350 h 171450"/>
              <a:gd name="connsiteX4" fmla="*/ 116520 w 190500"/>
              <a:gd name="connsiteY4" fmla="*/ 123825 h 171450"/>
              <a:gd name="connsiteX5" fmla="*/ 105928 w 190500"/>
              <a:gd name="connsiteY5" fmla="*/ 114300 h 171450"/>
              <a:gd name="connsiteX6" fmla="*/ 147637 w 190500"/>
              <a:gd name="connsiteY6" fmla="*/ 104775 h 171450"/>
              <a:gd name="connsiteX7" fmla="*/ 133349 w 190500"/>
              <a:gd name="connsiteY7" fmla="*/ 119063 h 171450"/>
              <a:gd name="connsiteX8" fmla="*/ 147637 w 190500"/>
              <a:gd name="connsiteY8" fmla="*/ 133350 h 171450"/>
              <a:gd name="connsiteX9" fmla="*/ 161924 w 190500"/>
              <a:gd name="connsiteY9" fmla="*/ 119063 h 171450"/>
              <a:gd name="connsiteX10" fmla="*/ 147637 w 190500"/>
              <a:gd name="connsiteY10" fmla="*/ 104775 h 171450"/>
              <a:gd name="connsiteX11" fmla="*/ 42862 w 190500"/>
              <a:gd name="connsiteY11" fmla="*/ 104775 h 171450"/>
              <a:gd name="connsiteX12" fmla="*/ 28574 w 190500"/>
              <a:gd name="connsiteY12" fmla="*/ 119063 h 171450"/>
              <a:gd name="connsiteX13" fmla="*/ 42862 w 190500"/>
              <a:gd name="connsiteY13" fmla="*/ 133350 h 171450"/>
              <a:gd name="connsiteX14" fmla="*/ 57149 w 190500"/>
              <a:gd name="connsiteY14" fmla="*/ 119063 h 171450"/>
              <a:gd name="connsiteX15" fmla="*/ 42862 w 190500"/>
              <a:gd name="connsiteY15" fmla="*/ 104775 h 171450"/>
              <a:gd name="connsiteX16" fmla="*/ 95335 w 190500"/>
              <a:gd name="connsiteY16" fmla="*/ 85725 h 171450"/>
              <a:gd name="connsiteX17" fmla="*/ 180077 w 190500"/>
              <a:gd name="connsiteY17" fmla="*/ 119063 h 171450"/>
              <a:gd name="connsiteX18" fmla="*/ 169484 w 190500"/>
              <a:gd name="connsiteY18" fmla="*/ 149080 h 171450"/>
              <a:gd name="connsiteX19" fmla="*/ 169484 w 190500"/>
              <a:gd name="connsiteY19" fmla="*/ 157163 h 171450"/>
              <a:gd name="connsiteX20" fmla="*/ 153595 w 190500"/>
              <a:gd name="connsiteY20" fmla="*/ 171450 h 171450"/>
              <a:gd name="connsiteX21" fmla="*/ 137717 w 190500"/>
              <a:gd name="connsiteY21" fmla="*/ 159637 h 171450"/>
              <a:gd name="connsiteX22" fmla="*/ 95335 w 190500"/>
              <a:gd name="connsiteY22" fmla="*/ 161925 h 171450"/>
              <a:gd name="connsiteX23" fmla="*/ 52951 w 190500"/>
              <a:gd name="connsiteY23" fmla="*/ 159637 h 171450"/>
              <a:gd name="connsiteX24" fmla="*/ 37074 w 190500"/>
              <a:gd name="connsiteY24" fmla="*/ 171450 h 171450"/>
              <a:gd name="connsiteX25" fmla="*/ 21185 w 190500"/>
              <a:gd name="connsiteY25" fmla="*/ 157163 h 171450"/>
              <a:gd name="connsiteX26" fmla="*/ 21185 w 190500"/>
              <a:gd name="connsiteY26" fmla="*/ 149080 h 171450"/>
              <a:gd name="connsiteX27" fmla="*/ 10592 w 190500"/>
              <a:gd name="connsiteY27" fmla="*/ 119063 h 171450"/>
              <a:gd name="connsiteX28" fmla="*/ 95335 w 190500"/>
              <a:gd name="connsiteY28" fmla="*/ 85725 h 171450"/>
              <a:gd name="connsiteX29" fmla="*/ 95335 w 190500"/>
              <a:gd name="connsiteY29" fmla="*/ 19050 h 171450"/>
              <a:gd name="connsiteX30" fmla="*/ 104775 w 190500"/>
              <a:gd name="connsiteY30" fmla="*/ 28575 h 171450"/>
              <a:gd name="connsiteX31" fmla="*/ 142875 w 190500"/>
              <a:gd name="connsiteY31" fmla="*/ 66675 h 171450"/>
              <a:gd name="connsiteX32" fmla="*/ 179907 w 190500"/>
              <a:gd name="connsiteY32" fmla="*/ 66675 h 171450"/>
              <a:gd name="connsiteX33" fmla="*/ 180078 w 190500"/>
              <a:gd name="connsiteY33" fmla="*/ 66675 h 171450"/>
              <a:gd name="connsiteX34" fmla="*/ 190500 w 190500"/>
              <a:gd name="connsiteY34" fmla="*/ 76200 h 171450"/>
              <a:gd name="connsiteX35" fmla="*/ 179907 w 190500"/>
              <a:gd name="connsiteY35" fmla="*/ 85725 h 171450"/>
              <a:gd name="connsiteX36" fmla="*/ 170638 w 190500"/>
              <a:gd name="connsiteY36" fmla="*/ 84609 h 171450"/>
              <a:gd name="connsiteX37" fmla="*/ 168542 w 190500"/>
              <a:gd name="connsiteY37" fmla="*/ 83704 h 171450"/>
              <a:gd name="connsiteX38" fmla="*/ 95336 w 190500"/>
              <a:gd name="connsiteY38" fmla="*/ 76200 h 171450"/>
              <a:gd name="connsiteX39" fmla="*/ 21958 w 190500"/>
              <a:gd name="connsiteY39" fmla="*/ 83704 h 171450"/>
              <a:gd name="connsiteX40" fmla="*/ 19862 w 190500"/>
              <a:gd name="connsiteY40" fmla="*/ 84609 h 171450"/>
              <a:gd name="connsiteX41" fmla="*/ 10593 w 190500"/>
              <a:gd name="connsiteY41" fmla="*/ 85725 h 171450"/>
              <a:gd name="connsiteX42" fmla="*/ 0 w 190500"/>
              <a:gd name="connsiteY42" fmla="*/ 76200 h 171450"/>
              <a:gd name="connsiteX43" fmla="*/ 10422 w 190500"/>
              <a:gd name="connsiteY43" fmla="*/ 66675 h 171450"/>
              <a:gd name="connsiteX44" fmla="*/ 10593 w 190500"/>
              <a:gd name="connsiteY44" fmla="*/ 66675 h 171450"/>
              <a:gd name="connsiteX45" fmla="*/ 21186 w 190500"/>
              <a:gd name="connsiteY45" fmla="*/ 69663 h 171450"/>
              <a:gd name="connsiteX46" fmla="*/ 29048 w 190500"/>
              <a:gd name="connsiteY46" fmla="*/ 66968 h 171450"/>
              <a:gd name="connsiteX47" fmla="*/ 95335 w 190500"/>
              <a:gd name="connsiteY47" fmla="*/ 19050 h 171450"/>
              <a:gd name="connsiteX48" fmla="*/ 152400 w 190500"/>
              <a:gd name="connsiteY48" fmla="*/ 0 h 171450"/>
              <a:gd name="connsiteX49" fmla="*/ 161925 w 190500"/>
              <a:gd name="connsiteY49" fmla="*/ 9525 h 171450"/>
              <a:gd name="connsiteX50" fmla="*/ 161925 w 190500"/>
              <a:gd name="connsiteY50" fmla="*/ 19050 h 171450"/>
              <a:gd name="connsiteX51" fmla="*/ 171450 w 190500"/>
              <a:gd name="connsiteY51" fmla="*/ 19050 h 171450"/>
              <a:gd name="connsiteX52" fmla="*/ 180975 w 190500"/>
              <a:gd name="connsiteY52" fmla="*/ 28575 h 171450"/>
              <a:gd name="connsiteX53" fmla="*/ 171450 w 190500"/>
              <a:gd name="connsiteY53" fmla="*/ 38100 h 171450"/>
              <a:gd name="connsiteX54" fmla="*/ 161925 w 190500"/>
              <a:gd name="connsiteY54" fmla="*/ 38100 h 171450"/>
              <a:gd name="connsiteX55" fmla="*/ 161925 w 190500"/>
              <a:gd name="connsiteY55" fmla="*/ 47625 h 171450"/>
              <a:gd name="connsiteX56" fmla="*/ 152400 w 190500"/>
              <a:gd name="connsiteY56" fmla="*/ 57150 h 171450"/>
              <a:gd name="connsiteX57" fmla="*/ 142875 w 190500"/>
              <a:gd name="connsiteY57" fmla="*/ 47625 h 171450"/>
              <a:gd name="connsiteX58" fmla="*/ 142875 w 190500"/>
              <a:gd name="connsiteY58" fmla="*/ 38100 h 171450"/>
              <a:gd name="connsiteX59" fmla="*/ 133350 w 190500"/>
              <a:gd name="connsiteY59" fmla="*/ 38100 h 171450"/>
              <a:gd name="connsiteX60" fmla="*/ 123825 w 190500"/>
              <a:gd name="connsiteY60" fmla="*/ 28575 h 171450"/>
              <a:gd name="connsiteX61" fmla="*/ 133350 w 190500"/>
              <a:gd name="connsiteY61" fmla="*/ 19050 h 171450"/>
              <a:gd name="connsiteX62" fmla="*/ 142875 w 190500"/>
              <a:gd name="connsiteY62" fmla="*/ 19050 h 171450"/>
              <a:gd name="connsiteX63" fmla="*/ 142875 w 190500"/>
              <a:gd name="connsiteY63" fmla="*/ 9525 h 171450"/>
              <a:gd name="connsiteX64" fmla="*/ 152400 w 190500"/>
              <a:gd name="connsiteY64"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90500" h="171450">
                <a:moveTo>
                  <a:pt x="84741" y="114300"/>
                </a:moveTo>
                <a:cubicBezTo>
                  <a:pt x="78891" y="114300"/>
                  <a:pt x="74149" y="118564"/>
                  <a:pt x="74149" y="123825"/>
                </a:cubicBezTo>
                <a:cubicBezTo>
                  <a:pt x="74149" y="129086"/>
                  <a:pt x="78891" y="133350"/>
                  <a:pt x="84741" y="133350"/>
                </a:cubicBezTo>
                <a:lnTo>
                  <a:pt x="105928" y="133350"/>
                </a:lnTo>
                <a:cubicBezTo>
                  <a:pt x="111778" y="133350"/>
                  <a:pt x="116520" y="129086"/>
                  <a:pt x="116520" y="123825"/>
                </a:cubicBezTo>
                <a:cubicBezTo>
                  <a:pt x="116520" y="118564"/>
                  <a:pt x="111778" y="114300"/>
                  <a:pt x="105928" y="114300"/>
                </a:cubicBezTo>
                <a:close/>
                <a:moveTo>
                  <a:pt x="147637" y="104775"/>
                </a:moveTo>
                <a:cubicBezTo>
                  <a:pt x="138772" y="104775"/>
                  <a:pt x="133349" y="110198"/>
                  <a:pt x="133349" y="119063"/>
                </a:cubicBezTo>
                <a:cubicBezTo>
                  <a:pt x="133349" y="127927"/>
                  <a:pt x="138772" y="133350"/>
                  <a:pt x="147637" y="133350"/>
                </a:cubicBezTo>
                <a:cubicBezTo>
                  <a:pt x="156502" y="133350"/>
                  <a:pt x="161924" y="127927"/>
                  <a:pt x="161924" y="119063"/>
                </a:cubicBezTo>
                <a:cubicBezTo>
                  <a:pt x="161924" y="110198"/>
                  <a:pt x="156502" y="104775"/>
                  <a:pt x="147637" y="104775"/>
                </a:cubicBezTo>
                <a:close/>
                <a:moveTo>
                  <a:pt x="42862" y="104775"/>
                </a:moveTo>
                <a:cubicBezTo>
                  <a:pt x="33997" y="104775"/>
                  <a:pt x="28574" y="110198"/>
                  <a:pt x="28574" y="119063"/>
                </a:cubicBezTo>
                <a:cubicBezTo>
                  <a:pt x="28574" y="127927"/>
                  <a:pt x="33997" y="133350"/>
                  <a:pt x="42862" y="133350"/>
                </a:cubicBezTo>
                <a:cubicBezTo>
                  <a:pt x="51727" y="133350"/>
                  <a:pt x="57149" y="127927"/>
                  <a:pt x="57149" y="119063"/>
                </a:cubicBezTo>
                <a:cubicBezTo>
                  <a:pt x="57149" y="110198"/>
                  <a:pt x="51727" y="104775"/>
                  <a:pt x="42862" y="104775"/>
                </a:cubicBezTo>
                <a:close/>
                <a:moveTo>
                  <a:pt x="95335" y="85725"/>
                </a:moveTo>
                <a:cubicBezTo>
                  <a:pt x="169484" y="85725"/>
                  <a:pt x="180077" y="92392"/>
                  <a:pt x="180077" y="119063"/>
                </a:cubicBezTo>
                <a:cubicBezTo>
                  <a:pt x="180077" y="131569"/>
                  <a:pt x="178912" y="141770"/>
                  <a:pt x="169484" y="149080"/>
                </a:cubicBezTo>
                <a:lnTo>
                  <a:pt x="169484" y="157163"/>
                </a:lnTo>
                <a:cubicBezTo>
                  <a:pt x="169484" y="166688"/>
                  <a:pt x="169484" y="171450"/>
                  <a:pt x="153595" y="171450"/>
                </a:cubicBezTo>
                <a:cubicBezTo>
                  <a:pt x="139147" y="171450"/>
                  <a:pt x="137836" y="167512"/>
                  <a:pt x="137717" y="159637"/>
                </a:cubicBezTo>
                <a:cubicBezTo>
                  <a:pt x="126686" y="161142"/>
                  <a:pt x="112803" y="161925"/>
                  <a:pt x="95335" y="161925"/>
                </a:cubicBezTo>
                <a:cubicBezTo>
                  <a:pt x="77866" y="161925"/>
                  <a:pt x="63982" y="161142"/>
                  <a:pt x="52951" y="159637"/>
                </a:cubicBezTo>
                <a:cubicBezTo>
                  <a:pt x="52832" y="167512"/>
                  <a:pt x="51522" y="171450"/>
                  <a:pt x="37074" y="171450"/>
                </a:cubicBezTo>
                <a:cubicBezTo>
                  <a:pt x="21185" y="171450"/>
                  <a:pt x="21185" y="166688"/>
                  <a:pt x="21185" y="157163"/>
                </a:cubicBezTo>
                <a:lnTo>
                  <a:pt x="21185" y="149080"/>
                </a:lnTo>
                <a:cubicBezTo>
                  <a:pt x="11757" y="141770"/>
                  <a:pt x="10592" y="131569"/>
                  <a:pt x="10592" y="119063"/>
                </a:cubicBezTo>
                <a:cubicBezTo>
                  <a:pt x="10592" y="92392"/>
                  <a:pt x="21185" y="85725"/>
                  <a:pt x="95335" y="85725"/>
                </a:cubicBezTo>
                <a:close/>
                <a:moveTo>
                  <a:pt x="95335" y="19050"/>
                </a:moveTo>
                <a:cubicBezTo>
                  <a:pt x="101947" y="19050"/>
                  <a:pt x="104775" y="22027"/>
                  <a:pt x="104775" y="28575"/>
                </a:cubicBezTo>
                <a:cubicBezTo>
                  <a:pt x="104775" y="49617"/>
                  <a:pt x="121833" y="66675"/>
                  <a:pt x="142875" y="66675"/>
                </a:cubicBezTo>
                <a:cubicBezTo>
                  <a:pt x="155815" y="66675"/>
                  <a:pt x="167635" y="66675"/>
                  <a:pt x="179907" y="66675"/>
                </a:cubicBezTo>
                <a:lnTo>
                  <a:pt x="180078" y="66675"/>
                </a:lnTo>
                <a:cubicBezTo>
                  <a:pt x="185316" y="66674"/>
                  <a:pt x="190500" y="66673"/>
                  <a:pt x="190500" y="76200"/>
                </a:cubicBezTo>
                <a:cubicBezTo>
                  <a:pt x="190500" y="83122"/>
                  <a:pt x="186061" y="85725"/>
                  <a:pt x="179907" y="85725"/>
                </a:cubicBezTo>
                <a:cubicBezTo>
                  <a:pt x="177113" y="85758"/>
                  <a:pt x="173636" y="85771"/>
                  <a:pt x="170638" y="84609"/>
                </a:cubicBezTo>
                <a:cubicBezTo>
                  <a:pt x="169954" y="84343"/>
                  <a:pt x="169279" y="84038"/>
                  <a:pt x="168542" y="83704"/>
                </a:cubicBezTo>
                <a:cubicBezTo>
                  <a:pt x="162422" y="80932"/>
                  <a:pt x="151994" y="76210"/>
                  <a:pt x="95336" y="76200"/>
                </a:cubicBezTo>
                <a:cubicBezTo>
                  <a:pt x="38527" y="76200"/>
                  <a:pt x="28084" y="80929"/>
                  <a:pt x="21958" y="83704"/>
                </a:cubicBezTo>
                <a:cubicBezTo>
                  <a:pt x="21221" y="84038"/>
                  <a:pt x="20547" y="84343"/>
                  <a:pt x="19862" y="84609"/>
                </a:cubicBezTo>
                <a:cubicBezTo>
                  <a:pt x="16864" y="85771"/>
                  <a:pt x="13387" y="85759"/>
                  <a:pt x="10593" y="85725"/>
                </a:cubicBezTo>
                <a:cubicBezTo>
                  <a:pt x="4439" y="85725"/>
                  <a:pt x="0" y="83122"/>
                  <a:pt x="0" y="76200"/>
                </a:cubicBezTo>
                <a:cubicBezTo>
                  <a:pt x="0" y="66673"/>
                  <a:pt x="5183" y="66674"/>
                  <a:pt x="10422" y="66675"/>
                </a:cubicBezTo>
                <a:lnTo>
                  <a:pt x="10593" y="66675"/>
                </a:lnTo>
                <a:cubicBezTo>
                  <a:pt x="14069" y="66675"/>
                  <a:pt x="17705" y="66962"/>
                  <a:pt x="21186" y="69663"/>
                </a:cubicBezTo>
                <a:cubicBezTo>
                  <a:pt x="26482" y="73774"/>
                  <a:pt x="27806" y="71438"/>
                  <a:pt x="29048" y="66968"/>
                </a:cubicBezTo>
                <a:cubicBezTo>
                  <a:pt x="38861" y="31673"/>
                  <a:pt x="42371" y="19050"/>
                  <a:pt x="95335" y="19050"/>
                </a:cubicBezTo>
                <a:close/>
                <a:moveTo>
                  <a:pt x="152400" y="0"/>
                </a:moveTo>
                <a:cubicBezTo>
                  <a:pt x="157661" y="0"/>
                  <a:pt x="161925" y="4264"/>
                  <a:pt x="161925" y="9525"/>
                </a:cubicBezTo>
                <a:lnTo>
                  <a:pt x="161925" y="19050"/>
                </a:lnTo>
                <a:lnTo>
                  <a:pt x="171450" y="19050"/>
                </a:lnTo>
                <a:cubicBezTo>
                  <a:pt x="176711" y="19050"/>
                  <a:pt x="180975" y="23315"/>
                  <a:pt x="180975" y="28575"/>
                </a:cubicBezTo>
                <a:cubicBezTo>
                  <a:pt x="180975" y="33835"/>
                  <a:pt x="176711" y="38100"/>
                  <a:pt x="171450" y="38100"/>
                </a:cubicBezTo>
                <a:lnTo>
                  <a:pt x="161925" y="38100"/>
                </a:lnTo>
                <a:lnTo>
                  <a:pt x="161925" y="47625"/>
                </a:lnTo>
                <a:cubicBezTo>
                  <a:pt x="161925" y="52885"/>
                  <a:pt x="157661" y="57150"/>
                  <a:pt x="152400" y="57150"/>
                </a:cubicBezTo>
                <a:cubicBezTo>
                  <a:pt x="147139" y="57150"/>
                  <a:pt x="142875" y="52885"/>
                  <a:pt x="142875" y="47625"/>
                </a:cubicBezTo>
                <a:lnTo>
                  <a:pt x="142875" y="38100"/>
                </a:lnTo>
                <a:lnTo>
                  <a:pt x="133350" y="38100"/>
                </a:lnTo>
                <a:cubicBezTo>
                  <a:pt x="128089" y="38100"/>
                  <a:pt x="123825" y="33835"/>
                  <a:pt x="123825" y="28575"/>
                </a:cubicBezTo>
                <a:cubicBezTo>
                  <a:pt x="123825" y="23315"/>
                  <a:pt x="128089" y="19050"/>
                  <a:pt x="133350" y="19050"/>
                </a:cubicBezTo>
                <a:lnTo>
                  <a:pt x="142875" y="19050"/>
                </a:lnTo>
                <a:lnTo>
                  <a:pt x="142875" y="9525"/>
                </a:lnTo>
                <a:cubicBezTo>
                  <a:pt x="142875" y="4264"/>
                  <a:pt x="147139" y="0"/>
                  <a:pt x="152400" y="0"/>
                </a:cubicBezTo>
                <a:close/>
              </a:path>
            </a:pathLst>
          </a:custGeom>
          <a:solidFill>
            <a:srgbClr val="000000"/>
          </a:solidFill>
          <a:ln w="9525" cap="flat">
            <a:noFill/>
            <a:prstDash val="solid"/>
            <a:miter/>
          </a:ln>
        </p:spPr>
        <p:txBody>
          <a:bodyPr rtlCol="0" anchor="ctr"/>
          <a:lstStyle/>
          <a:p>
            <a:endParaRPr lang="ru-RU"/>
          </a:p>
        </p:txBody>
      </p:sp>
      <p:sp>
        <p:nvSpPr>
          <p:cNvPr id="1183" name="Рисунок 186">
            <a:extLst>
              <a:ext uri="{FF2B5EF4-FFF2-40B4-BE49-F238E27FC236}">
                <a16:creationId xmlns:a16="http://schemas.microsoft.com/office/drawing/2014/main" id="{33F65444-0367-086B-A6ED-3C8CDFBD4970}"/>
              </a:ext>
            </a:extLst>
          </p:cNvPr>
          <p:cNvSpPr/>
          <p:nvPr/>
        </p:nvSpPr>
        <p:spPr>
          <a:xfrm>
            <a:off x="6554166" y="1396638"/>
            <a:ext cx="171450" cy="171450"/>
          </a:xfrm>
          <a:custGeom>
            <a:avLst/>
            <a:gdLst>
              <a:gd name="connsiteX0" fmla="*/ 152400 w 171450"/>
              <a:gd name="connsiteY0" fmla="*/ 55951 h 171450"/>
              <a:gd name="connsiteX1" fmla="*/ 171450 w 171450"/>
              <a:gd name="connsiteY1" fmla="*/ 28575 h 171450"/>
              <a:gd name="connsiteX2" fmla="*/ 142875 w 171450"/>
              <a:gd name="connsiteY2" fmla="*/ 0 h 171450"/>
              <a:gd name="connsiteX3" fmla="*/ 114300 w 171450"/>
              <a:gd name="connsiteY3" fmla="*/ 28575 h 171450"/>
              <a:gd name="connsiteX4" fmla="*/ 133350 w 171450"/>
              <a:gd name="connsiteY4" fmla="*/ 55951 h 171450"/>
              <a:gd name="connsiteX5" fmla="*/ 133350 w 171450"/>
              <a:gd name="connsiteY5" fmla="*/ 85725 h 171450"/>
              <a:gd name="connsiteX6" fmla="*/ 132924 w 171450"/>
              <a:gd name="connsiteY6" fmla="*/ 108106 h 171450"/>
              <a:gd name="connsiteX7" fmla="*/ 130322 w 171450"/>
              <a:gd name="connsiteY7" fmla="*/ 123632 h 171450"/>
              <a:gd name="connsiteX8" fmla="*/ 125436 w 171450"/>
              <a:gd name="connsiteY8" fmla="*/ 130776 h 171450"/>
              <a:gd name="connsiteX9" fmla="*/ 114300 w 171450"/>
              <a:gd name="connsiteY9" fmla="*/ 133350 h 171450"/>
              <a:gd name="connsiteX10" fmla="*/ 103164 w 171450"/>
              <a:gd name="connsiteY10" fmla="*/ 130776 h 171450"/>
              <a:gd name="connsiteX11" fmla="*/ 98278 w 171450"/>
              <a:gd name="connsiteY11" fmla="*/ 123632 h 171450"/>
              <a:gd name="connsiteX12" fmla="*/ 96082 w 171450"/>
              <a:gd name="connsiteY12" fmla="*/ 112862 h 171450"/>
              <a:gd name="connsiteX13" fmla="*/ 114300 w 171450"/>
              <a:gd name="connsiteY13" fmla="*/ 85725 h 171450"/>
              <a:gd name="connsiteX14" fmla="*/ 94471 w 171450"/>
              <a:gd name="connsiteY14" fmla="*/ 58148 h 171450"/>
              <a:gd name="connsiteX15" fmla="*/ 91135 w 171450"/>
              <a:gd name="connsiteY15" fmla="*/ 41478 h 171450"/>
              <a:gd name="connsiteX16" fmla="*/ 79054 w 171450"/>
              <a:gd name="connsiteY16" fmla="*/ 24959 h 171450"/>
              <a:gd name="connsiteX17" fmla="*/ 57150 w 171450"/>
              <a:gd name="connsiteY17" fmla="*/ 19050 h 171450"/>
              <a:gd name="connsiteX18" fmla="*/ 35246 w 171450"/>
              <a:gd name="connsiteY18" fmla="*/ 24959 h 171450"/>
              <a:gd name="connsiteX19" fmla="*/ 23165 w 171450"/>
              <a:gd name="connsiteY19" fmla="*/ 41478 h 171450"/>
              <a:gd name="connsiteX20" fmla="*/ 19516 w 171450"/>
              <a:gd name="connsiteY20" fmla="*/ 62118 h 171450"/>
              <a:gd name="connsiteX21" fmla="*/ 19050 w 171450"/>
              <a:gd name="connsiteY21" fmla="*/ 85523 h 171450"/>
              <a:gd name="connsiteX22" fmla="*/ 19050 w 171450"/>
              <a:gd name="connsiteY22" fmla="*/ 115499 h 171450"/>
              <a:gd name="connsiteX23" fmla="*/ 0 w 171450"/>
              <a:gd name="connsiteY23" fmla="*/ 142875 h 171450"/>
              <a:gd name="connsiteX24" fmla="*/ 28575 w 171450"/>
              <a:gd name="connsiteY24" fmla="*/ 171450 h 171450"/>
              <a:gd name="connsiteX25" fmla="*/ 57150 w 171450"/>
              <a:gd name="connsiteY25" fmla="*/ 142875 h 171450"/>
              <a:gd name="connsiteX26" fmla="*/ 38100 w 171450"/>
              <a:gd name="connsiteY26" fmla="*/ 115499 h 171450"/>
              <a:gd name="connsiteX27" fmla="*/ 38100 w 171450"/>
              <a:gd name="connsiteY27" fmla="*/ 85725 h 171450"/>
              <a:gd name="connsiteX28" fmla="*/ 38527 w 171450"/>
              <a:gd name="connsiteY28" fmla="*/ 63344 h 171450"/>
              <a:gd name="connsiteX29" fmla="*/ 41129 w 171450"/>
              <a:gd name="connsiteY29" fmla="*/ 47819 h 171450"/>
              <a:gd name="connsiteX30" fmla="*/ 46014 w 171450"/>
              <a:gd name="connsiteY30" fmla="*/ 40674 h 171450"/>
              <a:gd name="connsiteX31" fmla="*/ 57150 w 171450"/>
              <a:gd name="connsiteY31" fmla="*/ 38100 h 171450"/>
              <a:gd name="connsiteX32" fmla="*/ 68286 w 171450"/>
              <a:gd name="connsiteY32" fmla="*/ 40674 h 171450"/>
              <a:gd name="connsiteX33" fmla="*/ 73172 w 171450"/>
              <a:gd name="connsiteY33" fmla="*/ 47819 h 171450"/>
              <a:gd name="connsiteX34" fmla="*/ 75368 w 171450"/>
              <a:gd name="connsiteY34" fmla="*/ 58589 h 171450"/>
              <a:gd name="connsiteX35" fmla="*/ 57150 w 171450"/>
              <a:gd name="connsiteY35" fmla="*/ 85725 h 171450"/>
              <a:gd name="connsiteX36" fmla="*/ 76979 w 171450"/>
              <a:gd name="connsiteY36" fmla="*/ 113303 h 171450"/>
              <a:gd name="connsiteX37" fmla="*/ 80315 w 171450"/>
              <a:gd name="connsiteY37" fmla="*/ 129971 h 171450"/>
              <a:gd name="connsiteX38" fmla="*/ 92396 w 171450"/>
              <a:gd name="connsiteY38" fmla="*/ 146491 h 171450"/>
              <a:gd name="connsiteX39" fmla="*/ 114300 w 171450"/>
              <a:gd name="connsiteY39" fmla="*/ 152400 h 171450"/>
              <a:gd name="connsiteX40" fmla="*/ 136204 w 171450"/>
              <a:gd name="connsiteY40" fmla="*/ 146491 h 171450"/>
              <a:gd name="connsiteX41" fmla="*/ 148285 w 171450"/>
              <a:gd name="connsiteY41" fmla="*/ 129971 h 171450"/>
              <a:gd name="connsiteX42" fmla="*/ 151934 w 171450"/>
              <a:gd name="connsiteY42" fmla="*/ 109332 h 171450"/>
              <a:gd name="connsiteX43" fmla="*/ 152400 w 171450"/>
              <a:gd name="connsiteY43" fmla="*/ 85927 h 171450"/>
              <a:gd name="connsiteX44" fmla="*/ 152400 w 171450"/>
              <a:gd name="connsiteY44" fmla="*/ 55951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152400" y="55951"/>
                </a:moveTo>
                <a:cubicBezTo>
                  <a:pt x="164410" y="52676"/>
                  <a:pt x="171450" y="42860"/>
                  <a:pt x="171450" y="28575"/>
                </a:cubicBezTo>
                <a:cubicBezTo>
                  <a:pt x="171450" y="10845"/>
                  <a:pt x="160605" y="0"/>
                  <a:pt x="142875" y="0"/>
                </a:cubicBezTo>
                <a:cubicBezTo>
                  <a:pt x="125146" y="0"/>
                  <a:pt x="114300" y="10845"/>
                  <a:pt x="114300" y="28575"/>
                </a:cubicBezTo>
                <a:cubicBezTo>
                  <a:pt x="114300" y="42860"/>
                  <a:pt x="121340" y="52676"/>
                  <a:pt x="133350" y="55951"/>
                </a:cubicBezTo>
                <a:lnTo>
                  <a:pt x="133350" y="85725"/>
                </a:lnTo>
                <a:cubicBezTo>
                  <a:pt x="133350" y="94141"/>
                  <a:pt x="133346" y="101552"/>
                  <a:pt x="132924" y="108106"/>
                </a:cubicBezTo>
                <a:cubicBezTo>
                  <a:pt x="132498" y="114694"/>
                  <a:pt x="131679" y="119784"/>
                  <a:pt x="130322" y="123632"/>
                </a:cubicBezTo>
                <a:cubicBezTo>
                  <a:pt x="129013" y="127338"/>
                  <a:pt x="127364" y="129455"/>
                  <a:pt x="125436" y="130776"/>
                </a:cubicBezTo>
                <a:cubicBezTo>
                  <a:pt x="123453" y="132135"/>
                  <a:pt x="120152" y="133350"/>
                  <a:pt x="114300" y="133350"/>
                </a:cubicBezTo>
                <a:cubicBezTo>
                  <a:pt x="108448" y="133350"/>
                  <a:pt x="105147" y="132135"/>
                  <a:pt x="103164" y="130776"/>
                </a:cubicBezTo>
                <a:cubicBezTo>
                  <a:pt x="101236" y="129455"/>
                  <a:pt x="99587" y="127338"/>
                  <a:pt x="98278" y="123632"/>
                </a:cubicBezTo>
                <a:cubicBezTo>
                  <a:pt x="97268" y="120767"/>
                  <a:pt x="96555" y="117212"/>
                  <a:pt x="96082" y="112862"/>
                </a:cubicBezTo>
                <a:cubicBezTo>
                  <a:pt x="107583" y="109366"/>
                  <a:pt x="114300" y="99677"/>
                  <a:pt x="114300" y="85725"/>
                </a:cubicBezTo>
                <a:cubicBezTo>
                  <a:pt x="114300" y="71134"/>
                  <a:pt x="106955" y="61205"/>
                  <a:pt x="94471" y="58148"/>
                </a:cubicBezTo>
                <a:cubicBezTo>
                  <a:pt x="93920" y="52285"/>
                  <a:pt x="92944" y="46602"/>
                  <a:pt x="91135" y="41478"/>
                </a:cubicBezTo>
                <a:cubicBezTo>
                  <a:pt x="88872" y="35064"/>
                  <a:pt x="85163" y="29145"/>
                  <a:pt x="79054" y="24959"/>
                </a:cubicBezTo>
                <a:cubicBezTo>
                  <a:pt x="73000" y="20811"/>
                  <a:pt x="65586" y="19050"/>
                  <a:pt x="57150" y="19050"/>
                </a:cubicBezTo>
                <a:cubicBezTo>
                  <a:pt x="48714" y="19050"/>
                  <a:pt x="41300" y="20811"/>
                  <a:pt x="35246" y="24959"/>
                </a:cubicBezTo>
                <a:cubicBezTo>
                  <a:pt x="29137" y="29145"/>
                  <a:pt x="25429" y="35064"/>
                  <a:pt x="23165" y="41478"/>
                </a:cubicBezTo>
                <a:cubicBezTo>
                  <a:pt x="20951" y="47752"/>
                  <a:pt x="19984" y="54865"/>
                  <a:pt x="19516" y="62118"/>
                </a:cubicBezTo>
                <a:cubicBezTo>
                  <a:pt x="19050" y="69346"/>
                  <a:pt x="19050" y="77340"/>
                  <a:pt x="19050" y="85523"/>
                </a:cubicBezTo>
                <a:lnTo>
                  <a:pt x="19050" y="115499"/>
                </a:lnTo>
                <a:cubicBezTo>
                  <a:pt x="7041" y="118774"/>
                  <a:pt x="0" y="128589"/>
                  <a:pt x="0" y="142875"/>
                </a:cubicBezTo>
                <a:cubicBezTo>
                  <a:pt x="0" y="160605"/>
                  <a:pt x="10845" y="171450"/>
                  <a:pt x="28575" y="171450"/>
                </a:cubicBezTo>
                <a:cubicBezTo>
                  <a:pt x="46305" y="171450"/>
                  <a:pt x="57150" y="160605"/>
                  <a:pt x="57150" y="142875"/>
                </a:cubicBezTo>
                <a:cubicBezTo>
                  <a:pt x="57150" y="128589"/>
                  <a:pt x="50110" y="118774"/>
                  <a:pt x="38100" y="115499"/>
                </a:cubicBezTo>
                <a:lnTo>
                  <a:pt x="38100" y="85725"/>
                </a:lnTo>
                <a:cubicBezTo>
                  <a:pt x="38100" y="77309"/>
                  <a:pt x="38104" y="69898"/>
                  <a:pt x="38527" y="63344"/>
                </a:cubicBezTo>
                <a:cubicBezTo>
                  <a:pt x="38952" y="56756"/>
                  <a:pt x="39771" y="51665"/>
                  <a:pt x="41129" y="47819"/>
                </a:cubicBezTo>
                <a:cubicBezTo>
                  <a:pt x="42437" y="44112"/>
                  <a:pt x="44086" y="41995"/>
                  <a:pt x="46014" y="40674"/>
                </a:cubicBezTo>
                <a:cubicBezTo>
                  <a:pt x="47997" y="39315"/>
                  <a:pt x="51299" y="38100"/>
                  <a:pt x="57150" y="38100"/>
                </a:cubicBezTo>
                <a:cubicBezTo>
                  <a:pt x="63001" y="38100"/>
                  <a:pt x="66303" y="39315"/>
                  <a:pt x="68286" y="40674"/>
                </a:cubicBezTo>
                <a:cubicBezTo>
                  <a:pt x="70214" y="41995"/>
                  <a:pt x="71863" y="44112"/>
                  <a:pt x="73172" y="47819"/>
                </a:cubicBezTo>
                <a:cubicBezTo>
                  <a:pt x="74182" y="50683"/>
                  <a:pt x="74895" y="54239"/>
                  <a:pt x="75368" y="58589"/>
                </a:cubicBezTo>
                <a:cubicBezTo>
                  <a:pt x="63866" y="62084"/>
                  <a:pt x="57150" y="71773"/>
                  <a:pt x="57150" y="85725"/>
                </a:cubicBezTo>
                <a:cubicBezTo>
                  <a:pt x="57150" y="100316"/>
                  <a:pt x="64495" y="110244"/>
                  <a:pt x="76979" y="113303"/>
                </a:cubicBezTo>
                <a:cubicBezTo>
                  <a:pt x="77530" y="119164"/>
                  <a:pt x="78506" y="124848"/>
                  <a:pt x="80315" y="129971"/>
                </a:cubicBezTo>
                <a:cubicBezTo>
                  <a:pt x="82578" y="136386"/>
                  <a:pt x="86287" y="142305"/>
                  <a:pt x="92396" y="146491"/>
                </a:cubicBezTo>
                <a:cubicBezTo>
                  <a:pt x="98450" y="150639"/>
                  <a:pt x="105864" y="152400"/>
                  <a:pt x="114300" y="152400"/>
                </a:cubicBezTo>
                <a:cubicBezTo>
                  <a:pt x="122736" y="152400"/>
                  <a:pt x="130150" y="150639"/>
                  <a:pt x="136204" y="146491"/>
                </a:cubicBezTo>
                <a:cubicBezTo>
                  <a:pt x="142313" y="142305"/>
                  <a:pt x="146022" y="136386"/>
                  <a:pt x="148285" y="129971"/>
                </a:cubicBezTo>
                <a:cubicBezTo>
                  <a:pt x="150499" y="123698"/>
                  <a:pt x="151466" y="116585"/>
                  <a:pt x="151934" y="109332"/>
                </a:cubicBezTo>
                <a:cubicBezTo>
                  <a:pt x="152400" y="102104"/>
                  <a:pt x="152400" y="94109"/>
                  <a:pt x="152400" y="85927"/>
                </a:cubicBezTo>
                <a:lnTo>
                  <a:pt x="152400" y="55951"/>
                </a:lnTo>
                <a:close/>
              </a:path>
            </a:pathLst>
          </a:custGeom>
          <a:solidFill>
            <a:srgbClr val="000000"/>
          </a:solidFill>
          <a:ln w="9525" cap="flat">
            <a:noFill/>
            <a:prstDash val="solid"/>
            <a:miter/>
          </a:ln>
        </p:spPr>
        <p:txBody>
          <a:bodyPr rtlCol="0" anchor="ctr"/>
          <a:lstStyle/>
          <a:p>
            <a:endParaRPr lang="ru-RU"/>
          </a:p>
        </p:txBody>
      </p:sp>
      <p:sp>
        <p:nvSpPr>
          <p:cNvPr id="1409" name="Полилиния: фигура 1408">
            <a:extLst>
              <a:ext uri="{FF2B5EF4-FFF2-40B4-BE49-F238E27FC236}">
                <a16:creationId xmlns:a16="http://schemas.microsoft.com/office/drawing/2014/main" id="{0C3F35A1-A14D-862D-933A-2E512402E567}"/>
              </a:ext>
            </a:extLst>
          </p:cNvPr>
          <p:cNvSpPr/>
          <p:nvPr/>
        </p:nvSpPr>
        <p:spPr>
          <a:xfrm>
            <a:off x="6553856" y="1956010"/>
            <a:ext cx="171450" cy="152372"/>
          </a:xfrm>
          <a:custGeom>
            <a:avLst/>
            <a:gdLst>
              <a:gd name="connsiteX0" fmla="*/ 81484 w 171450"/>
              <a:gd name="connsiteY0" fmla="*/ 58722 h 152372"/>
              <a:gd name="connsiteX1" fmla="*/ 68274 w 171450"/>
              <a:gd name="connsiteY1" fmla="*/ 61364 h 152372"/>
              <a:gd name="connsiteX2" fmla="*/ 49225 w 171450"/>
              <a:gd name="connsiteY2" fmla="*/ 89939 h 152372"/>
              <a:gd name="connsiteX3" fmla="*/ 49225 w 171450"/>
              <a:gd name="connsiteY3" fmla="*/ 100506 h 152372"/>
              <a:gd name="connsiteX4" fmla="*/ 68274 w 171450"/>
              <a:gd name="connsiteY4" fmla="*/ 129081 h 152372"/>
              <a:gd name="connsiteX5" fmla="*/ 81484 w 171450"/>
              <a:gd name="connsiteY5" fmla="*/ 131723 h 152372"/>
              <a:gd name="connsiteX6" fmla="*/ 84126 w 171450"/>
              <a:gd name="connsiteY6" fmla="*/ 118514 h 152372"/>
              <a:gd name="connsiteX7" fmla="*/ 74947 w 171450"/>
              <a:gd name="connsiteY7" fmla="*/ 104747 h 152372"/>
              <a:gd name="connsiteX8" fmla="*/ 123825 w 171450"/>
              <a:gd name="connsiteY8" fmla="*/ 104747 h 152372"/>
              <a:gd name="connsiteX9" fmla="*/ 133350 w 171450"/>
              <a:gd name="connsiteY9" fmla="*/ 95222 h 152372"/>
              <a:gd name="connsiteX10" fmla="*/ 123825 w 171450"/>
              <a:gd name="connsiteY10" fmla="*/ 85697 h 152372"/>
              <a:gd name="connsiteX11" fmla="*/ 74947 w 171450"/>
              <a:gd name="connsiteY11" fmla="*/ 85697 h 152372"/>
              <a:gd name="connsiteX12" fmla="*/ 84126 w 171450"/>
              <a:gd name="connsiteY12" fmla="*/ 71931 h 152372"/>
              <a:gd name="connsiteX13" fmla="*/ 81484 w 171450"/>
              <a:gd name="connsiteY13" fmla="*/ 58722 h 152372"/>
              <a:gd name="connsiteX14" fmla="*/ 85725 w 171450"/>
              <a:gd name="connsiteY14" fmla="*/ 38072 h 152372"/>
              <a:gd name="connsiteX15" fmla="*/ 138806 w 171450"/>
              <a:gd name="connsiteY15" fmla="*/ 39362 h 152372"/>
              <a:gd name="connsiteX16" fmla="*/ 152400 w 171450"/>
              <a:gd name="connsiteY16" fmla="*/ 40218 h 152372"/>
              <a:gd name="connsiteX17" fmla="*/ 171062 w 171450"/>
              <a:gd name="connsiteY17" fmla="*/ 57123 h 152372"/>
              <a:gd name="connsiteX18" fmla="*/ 171450 w 171450"/>
              <a:gd name="connsiteY18" fmla="*/ 95222 h 152372"/>
              <a:gd name="connsiteX19" fmla="*/ 171449 w 171450"/>
              <a:gd name="connsiteY19" fmla="*/ 95537 h 152372"/>
              <a:gd name="connsiteX20" fmla="*/ 171450 w 171450"/>
              <a:gd name="connsiteY20" fmla="*/ 99985 h 152372"/>
              <a:gd name="connsiteX21" fmla="*/ 85725 w 171450"/>
              <a:gd name="connsiteY21" fmla="*/ 152372 h 152372"/>
              <a:gd name="connsiteX22" fmla="*/ 0 w 171450"/>
              <a:gd name="connsiteY22" fmla="*/ 99985 h 152372"/>
              <a:gd name="connsiteX23" fmla="*/ 1 w 171450"/>
              <a:gd name="connsiteY23" fmla="*/ 95537 h 152372"/>
              <a:gd name="connsiteX24" fmla="*/ 0 w 171450"/>
              <a:gd name="connsiteY24" fmla="*/ 95222 h 152372"/>
              <a:gd name="connsiteX25" fmla="*/ 387 w 171450"/>
              <a:gd name="connsiteY25" fmla="*/ 57123 h 152372"/>
              <a:gd name="connsiteX26" fmla="*/ 19050 w 171450"/>
              <a:gd name="connsiteY26" fmla="*/ 40218 h 152372"/>
              <a:gd name="connsiteX27" fmla="*/ 32644 w 171450"/>
              <a:gd name="connsiteY27" fmla="*/ 39362 h 152372"/>
              <a:gd name="connsiteX28" fmla="*/ 85725 w 171450"/>
              <a:gd name="connsiteY28" fmla="*/ 38072 h 152372"/>
              <a:gd name="connsiteX29" fmla="*/ 109714 w 171450"/>
              <a:gd name="connsiteY29" fmla="*/ 14 h 152372"/>
              <a:gd name="connsiteX30" fmla="*/ 153452 w 171450"/>
              <a:gd name="connsiteY30" fmla="*/ 13916 h 152372"/>
              <a:gd name="connsiteX31" fmla="*/ 157162 w 171450"/>
              <a:gd name="connsiteY31" fmla="*/ 19023 h 152372"/>
              <a:gd name="connsiteX32" fmla="*/ 152400 w 171450"/>
              <a:gd name="connsiteY32" fmla="*/ 30668 h 152372"/>
              <a:gd name="connsiteX33" fmla="*/ 109718 w 171450"/>
              <a:gd name="connsiteY33" fmla="*/ 28698 h 152372"/>
              <a:gd name="connsiteX34" fmla="*/ 109537 w 171450"/>
              <a:gd name="connsiteY34" fmla="*/ 28695 h 152372"/>
              <a:gd name="connsiteX35" fmla="*/ 95430 w 171450"/>
              <a:gd name="connsiteY35" fmla="*/ 14267 h 152372"/>
              <a:gd name="connsiteX36" fmla="*/ 109714 w 171450"/>
              <a:gd name="connsiteY36" fmla="*/ 14 h 152372"/>
              <a:gd name="connsiteX37" fmla="*/ 61912 w 171450"/>
              <a:gd name="connsiteY37" fmla="*/ 11 h 152372"/>
              <a:gd name="connsiteX38" fmla="*/ 76199 w 171450"/>
              <a:gd name="connsiteY38" fmla="*/ 14265 h 152372"/>
              <a:gd name="connsiteX39" fmla="*/ 62092 w 171450"/>
              <a:gd name="connsiteY39" fmla="*/ 28692 h 152372"/>
              <a:gd name="connsiteX40" fmla="*/ 61912 w 171450"/>
              <a:gd name="connsiteY40" fmla="*/ 28695 h 152372"/>
              <a:gd name="connsiteX41" fmla="*/ 19049 w 171450"/>
              <a:gd name="connsiteY41" fmla="*/ 30668 h 152372"/>
              <a:gd name="connsiteX42" fmla="*/ 14287 w 171450"/>
              <a:gd name="connsiteY42" fmla="*/ 19022 h 152372"/>
              <a:gd name="connsiteX43" fmla="*/ 17899 w 171450"/>
              <a:gd name="connsiteY43" fmla="*/ 14061 h 152372"/>
              <a:gd name="connsiteX44" fmla="*/ 61912 w 171450"/>
              <a:gd name="connsiteY44" fmla="*/ 11 h 15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52372">
                <a:moveTo>
                  <a:pt x="81484" y="58722"/>
                </a:moveTo>
                <a:cubicBezTo>
                  <a:pt x="77107" y="55804"/>
                  <a:pt x="71193" y="56987"/>
                  <a:pt x="68274" y="61364"/>
                </a:cubicBezTo>
                <a:lnTo>
                  <a:pt x="49225" y="89939"/>
                </a:lnTo>
                <a:cubicBezTo>
                  <a:pt x="47092" y="93138"/>
                  <a:pt x="47092" y="97306"/>
                  <a:pt x="49225" y="100506"/>
                </a:cubicBezTo>
                <a:lnTo>
                  <a:pt x="68274" y="129081"/>
                </a:lnTo>
                <a:cubicBezTo>
                  <a:pt x="71193" y="133457"/>
                  <a:pt x="77107" y="134640"/>
                  <a:pt x="81484" y="131723"/>
                </a:cubicBezTo>
                <a:cubicBezTo>
                  <a:pt x="85860" y="128804"/>
                  <a:pt x="87043" y="122890"/>
                  <a:pt x="84126" y="118514"/>
                </a:cubicBezTo>
                <a:lnTo>
                  <a:pt x="74947" y="104747"/>
                </a:lnTo>
                <a:lnTo>
                  <a:pt x="123825" y="104747"/>
                </a:lnTo>
                <a:cubicBezTo>
                  <a:pt x="129086" y="104747"/>
                  <a:pt x="133350" y="100483"/>
                  <a:pt x="133350" y="95222"/>
                </a:cubicBezTo>
                <a:cubicBezTo>
                  <a:pt x="133350" y="89961"/>
                  <a:pt x="129086" y="85697"/>
                  <a:pt x="123825" y="85697"/>
                </a:cubicBezTo>
                <a:lnTo>
                  <a:pt x="74947" y="85697"/>
                </a:lnTo>
                <a:lnTo>
                  <a:pt x="84126" y="71931"/>
                </a:lnTo>
                <a:cubicBezTo>
                  <a:pt x="87043" y="67554"/>
                  <a:pt x="85860" y="61640"/>
                  <a:pt x="81484" y="58722"/>
                </a:cubicBezTo>
                <a:close/>
                <a:moveTo>
                  <a:pt x="85725" y="38072"/>
                </a:moveTo>
                <a:cubicBezTo>
                  <a:pt x="109315" y="38072"/>
                  <a:pt x="126413" y="38072"/>
                  <a:pt x="138806" y="39362"/>
                </a:cubicBezTo>
                <a:cubicBezTo>
                  <a:pt x="143652" y="39621"/>
                  <a:pt x="148179" y="39909"/>
                  <a:pt x="152400" y="40218"/>
                </a:cubicBezTo>
                <a:cubicBezTo>
                  <a:pt x="167908" y="41354"/>
                  <a:pt x="171450" y="42835"/>
                  <a:pt x="171062" y="57123"/>
                </a:cubicBezTo>
                <a:cubicBezTo>
                  <a:pt x="171450" y="66042"/>
                  <a:pt x="171450" y="78053"/>
                  <a:pt x="171450" y="95222"/>
                </a:cubicBezTo>
                <a:lnTo>
                  <a:pt x="171449" y="95537"/>
                </a:lnTo>
                <a:lnTo>
                  <a:pt x="171450" y="99985"/>
                </a:lnTo>
                <a:cubicBezTo>
                  <a:pt x="171450" y="141444"/>
                  <a:pt x="171450" y="152372"/>
                  <a:pt x="85725" y="152372"/>
                </a:cubicBezTo>
                <a:cubicBezTo>
                  <a:pt x="0" y="152372"/>
                  <a:pt x="0" y="141444"/>
                  <a:pt x="0" y="99985"/>
                </a:cubicBezTo>
                <a:lnTo>
                  <a:pt x="1" y="95537"/>
                </a:lnTo>
                <a:lnTo>
                  <a:pt x="0" y="95222"/>
                </a:lnTo>
                <a:cubicBezTo>
                  <a:pt x="0" y="78053"/>
                  <a:pt x="0" y="66042"/>
                  <a:pt x="387" y="57123"/>
                </a:cubicBezTo>
                <a:cubicBezTo>
                  <a:pt x="387" y="42835"/>
                  <a:pt x="3542" y="41354"/>
                  <a:pt x="19050" y="40218"/>
                </a:cubicBezTo>
                <a:cubicBezTo>
                  <a:pt x="23272" y="39909"/>
                  <a:pt x="27798" y="39620"/>
                  <a:pt x="32644" y="39362"/>
                </a:cubicBezTo>
                <a:cubicBezTo>
                  <a:pt x="45037" y="38072"/>
                  <a:pt x="62135" y="38072"/>
                  <a:pt x="85725" y="38072"/>
                </a:cubicBezTo>
                <a:close/>
                <a:moveTo>
                  <a:pt x="109714" y="14"/>
                </a:moveTo>
                <a:cubicBezTo>
                  <a:pt x="143711" y="249"/>
                  <a:pt x="144906" y="1926"/>
                  <a:pt x="153452" y="13916"/>
                </a:cubicBezTo>
                <a:cubicBezTo>
                  <a:pt x="154542" y="15444"/>
                  <a:pt x="155751" y="17141"/>
                  <a:pt x="157162" y="19023"/>
                </a:cubicBezTo>
                <a:cubicBezTo>
                  <a:pt x="164417" y="28695"/>
                  <a:pt x="161925" y="31355"/>
                  <a:pt x="152400" y="30668"/>
                </a:cubicBezTo>
                <a:cubicBezTo>
                  <a:pt x="139407" y="29731"/>
                  <a:pt x="128610" y="28999"/>
                  <a:pt x="109718" y="28698"/>
                </a:cubicBezTo>
                <a:lnTo>
                  <a:pt x="109537" y="28695"/>
                </a:lnTo>
                <a:cubicBezTo>
                  <a:pt x="95517" y="28472"/>
                  <a:pt x="95430" y="28471"/>
                  <a:pt x="95430" y="14267"/>
                </a:cubicBezTo>
                <a:cubicBezTo>
                  <a:pt x="95430" y="115"/>
                  <a:pt x="95521" y="-84"/>
                  <a:pt x="109714" y="14"/>
                </a:cubicBezTo>
                <a:close/>
                <a:moveTo>
                  <a:pt x="61912" y="11"/>
                </a:moveTo>
                <a:cubicBezTo>
                  <a:pt x="76106" y="-88"/>
                  <a:pt x="76199" y="110"/>
                  <a:pt x="76199" y="14265"/>
                </a:cubicBezTo>
                <a:cubicBezTo>
                  <a:pt x="76199" y="28468"/>
                  <a:pt x="76112" y="28469"/>
                  <a:pt x="62092" y="28692"/>
                </a:cubicBezTo>
                <a:lnTo>
                  <a:pt x="61912" y="28695"/>
                </a:lnTo>
                <a:cubicBezTo>
                  <a:pt x="43019" y="28996"/>
                  <a:pt x="32042" y="29731"/>
                  <a:pt x="19049" y="30668"/>
                </a:cubicBezTo>
                <a:cubicBezTo>
                  <a:pt x="9524" y="31355"/>
                  <a:pt x="7032" y="28695"/>
                  <a:pt x="14287" y="19022"/>
                </a:cubicBezTo>
                <a:cubicBezTo>
                  <a:pt x="15654" y="17200"/>
                  <a:pt x="16833" y="15551"/>
                  <a:pt x="17899" y="14061"/>
                </a:cubicBezTo>
                <a:cubicBezTo>
                  <a:pt x="26571" y="1938"/>
                  <a:pt x="27781" y="247"/>
                  <a:pt x="61912" y="11"/>
                </a:cubicBezTo>
                <a:close/>
              </a:path>
            </a:pathLst>
          </a:custGeom>
          <a:solidFill>
            <a:srgbClr val="000000"/>
          </a:solidFill>
          <a:ln w="9525" cap="flat">
            <a:noFill/>
            <a:prstDash val="solid"/>
            <a:miter/>
          </a:ln>
        </p:spPr>
        <p:txBody>
          <a:bodyPr rtlCol="0" anchor="ctr"/>
          <a:lstStyle/>
          <a:p>
            <a:endParaRPr lang="ru-RU"/>
          </a:p>
        </p:txBody>
      </p:sp>
      <p:sp>
        <p:nvSpPr>
          <p:cNvPr id="1424" name="Полилиния: фигура 1423">
            <a:extLst>
              <a:ext uri="{FF2B5EF4-FFF2-40B4-BE49-F238E27FC236}">
                <a16:creationId xmlns:a16="http://schemas.microsoft.com/office/drawing/2014/main" id="{C03523C1-52E8-030B-965E-EF9BAF680C79}"/>
              </a:ext>
            </a:extLst>
          </p:cNvPr>
          <p:cNvSpPr/>
          <p:nvPr/>
        </p:nvSpPr>
        <p:spPr>
          <a:xfrm>
            <a:off x="6563380" y="2477227"/>
            <a:ext cx="152400" cy="190500"/>
          </a:xfrm>
          <a:custGeom>
            <a:avLst/>
            <a:gdLst>
              <a:gd name="connsiteX0" fmla="*/ 98040 w 152400"/>
              <a:gd name="connsiteY0" fmla="*/ 107565 h 190500"/>
              <a:gd name="connsiteX1" fmla="*/ 76200 w 152400"/>
              <a:gd name="connsiteY1" fmla="*/ 129405 h 190500"/>
              <a:gd name="connsiteX2" fmla="*/ 63885 w 152400"/>
              <a:gd name="connsiteY2" fmla="*/ 117090 h 190500"/>
              <a:gd name="connsiteX3" fmla="*/ 50415 w 152400"/>
              <a:gd name="connsiteY3" fmla="*/ 117090 h 190500"/>
              <a:gd name="connsiteX4" fmla="*/ 50415 w 152400"/>
              <a:gd name="connsiteY4" fmla="*/ 130560 h 190500"/>
              <a:gd name="connsiteX5" fmla="*/ 69465 w 152400"/>
              <a:gd name="connsiteY5" fmla="*/ 149610 h 190500"/>
              <a:gd name="connsiteX6" fmla="*/ 82935 w 152400"/>
              <a:gd name="connsiteY6" fmla="*/ 149610 h 190500"/>
              <a:gd name="connsiteX7" fmla="*/ 111510 w 152400"/>
              <a:gd name="connsiteY7" fmla="*/ 121035 h 190500"/>
              <a:gd name="connsiteX8" fmla="*/ 111510 w 152400"/>
              <a:gd name="connsiteY8" fmla="*/ 107565 h 190500"/>
              <a:gd name="connsiteX9" fmla="*/ 98040 w 152400"/>
              <a:gd name="connsiteY9" fmla="*/ 107565 h 190500"/>
              <a:gd name="connsiteX10" fmla="*/ 47625 w 152400"/>
              <a:gd name="connsiteY10" fmla="*/ 66675 h 190500"/>
              <a:gd name="connsiteX11" fmla="*/ 59137 w 152400"/>
              <a:gd name="connsiteY11" fmla="*/ 71156 h 190500"/>
              <a:gd name="connsiteX12" fmla="*/ 76200 w 152400"/>
              <a:gd name="connsiteY12" fmla="*/ 77066 h 190500"/>
              <a:gd name="connsiteX13" fmla="*/ 93520 w 152400"/>
              <a:gd name="connsiteY13" fmla="*/ 71086 h 190500"/>
              <a:gd name="connsiteX14" fmla="*/ 104775 w 152400"/>
              <a:gd name="connsiteY14" fmla="*/ 66675 h 190500"/>
              <a:gd name="connsiteX15" fmla="*/ 152400 w 152400"/>
              <a:gd name="connsiteY15" fmla="*/ 129020 h 190500"/>
              <a:gd name="connsiteX16" fmla="*/ 76200 w 152400"/>
              <a:gd name="connsiteY16" fmla="*/ 190500 h 190500"/>
              <a:gd name="connsiteX17" fmla="*/ 0 w 152400"/>
              <a:gd name="connsiteY17" fmla="*/ 129020 h 190500"/>
              <a:gd name="connsiteX18" fmla="*/ 47625 w 152400"/>
              <a:gd name="connsiteY18" fmla="*/ 66675 h 190500"/>
              <a:gd name="connsiteX19" fmla="*/ 100014 w 152400"/>
              <a:gd name="connsiteY19" fmla="*/ 0 h 190500"/>
              <a:gd name="connsiteX20" fmla="*/ 123826 w 152400"/>
              <a:gd name="connsiteY20" fmla="*/ 28575 h 190500"/>
              <a:gd name="connsiteX21" fmla="*/ 94757 w 152400"/>
              <a:gd name="connsiteY21" fmla="*/ 51967 h 190500"/>
              <a:gd name="connsiteX22" fmla="*/ 76201 w 152400"/>
              <a:gd name="connsiteY22" fmla="*/ 66675 h 190500"/>
              <a:gd name="connsiteX23" fmla="*/ 57548 w 152400"/>
              <a:gd name="connsiteY23" fmla="*/ 51529 h 190500"/>
              <a:gd name="connsiteX24" fmla="*/ 38101 w 152400"/>
              <a:gd name="connsiteY24" fmla="*/ 33338 h 190500"/>
              <a:gd name="connsiteX25" fmla="*/ 57151 w 152400"/>
              <a:gd name="connsiteY25" fmla="*/ 19050 h 190500"/>
              <a:gd name="connsiteX26" fmla="*/ 73824 w 152400"/>
              <a:gd name="connsiteY26" fmla="*/ 38114 h 190500"/>
              <a:gd name="connsiteX27" fmla="*/ 76201 w 152400"/>
              <a:gd name="connsiteY27" fmla="*/ 38126 h 190500"/>
              <a:gd name="connsiteX28" fmla="*/ 77578 w 152400"/>
              <a:gd name="connsiteY28" fmla="*/ 38121 h 190500"/>
              <a:gd name="connsiteX29" fmla="*/ 100014 w 152400"/>
              <a:gd name="connsiteY29"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2400" h="190500">
                <a:moveTo>
                  <a:pt x="98040" y="107565"/>
                </a:moveTo>
                <a:lnTo>
                  <a:pt x="76200" y="129405"/>
                </a:lnTo>
                <a:lnTo>
                  <a:pt x="63885" y="117090"/>
                </a:lnTo>
                <a:cubicBezTo>
                  <a:pt x="60166" y="113370"/>
                  <a:pt x="54135" y="113370"/>
                  <a:pt x="50415" y="117090"/>
                </a:cubicBezTo>
                <a:cubicBezTo>
                  <a:pt x="46695" y="120809"/>
                  <a:pt x="46695" y="126841"/>
                  <a:pt x="50415" y="130560"/>
                </a:cubicBezTo>
                <a:lnTo>
                  <a:pt x="69465" y="149610"/>
                </a:lnTo>
                <a:cubicBezTo>
                  <a:pt x="73184" y="153330"/>
                  <a:pt x="79216" y="153330"/>
                  <a:pt x="82935" y="149610"/>
                </a:cubicBezTo>
                <a:lnTo>
                  <a:pt x="111510" y="121035"/>
                </a:lnTo>
                <a:cubicBezTo>
                  <a:pt x="115230" y="117316"/>
                  <a:pt x="115230" y="111284"/>
                  <a:pt x="111510" y="107565"/>
                </a:cubicBezTo>
                <a:cubicBezTo>
                  <a:pt x="107791" y="103845"/>
                  <a:pt x="101759" y="103845"/>
                  <a:pt x="98040" y="107565"/>
                </a:cubicBezTo>
                <a:close/>
                <a:moveTo>
                  <a:pt x="47625" y="66675"/>
                </a:moveTo>
                <a:cubicBezTo>
                  <a:pt x="52113" y="66675"/>
                  <a:pt x="55471" y="68817"/>
                  <a:pt x="59137" y="71156"/>
                </a:cubicBezTo>
                <a:cubicBezTo>
                  <a:pt x="63545" y="73969"/>
                  <a:pt x="68400" y="77066"/>
                  <a:pt x="76200" y="77066"/>
                </a:cubicBezTo>
                <a:cubicBezTo>
                  <a:pt x="84066" y="77066"/>
                  <a:pt x="89044" y="73917"/>
                  <a:pt x="93520" y="71086"/>
                </a:cubicBezTo>
                <a:cubicBezTo>
                  <a:pt x="97174" y="68774"/>
                  <a:pt x="100494" y="66675"/>
                  <a:pt x="104775" y="66675"/>
                </a:cubicBezTo>
                <a:cubicBezTo>
                  <a:pt x="123825" y="66675"/>
                  <a:pt x="152400" y="98744"/>
                  <a:pt x="152400" y="129020"/>
                </a:cubicBezTo>
                <a:cubicBezTo>
                  <a:pt x="152400" y="170584"/>
                  <a:pt x="123825" y="190500"/>
                  <a:pt x="76200" y="190500"/>
                </a:cubicBezTo>
                <a:cubicBezTo>
                  <a:pt x="28575" y="190500"/>
                  <a:pt x="0" y="170584"/>
                  <a:pt x="0" y="129020"/>
                </a:cubicBezTo>
                <a:cubicBezTo>
                  <a:pt x="0" y="98744"/>
                  <a:pt x="28575" y="66675"/>
                  <a:pt x="47625" y="66675"/>
                </a:cubicBezTo>
                <a:close/>
                <a:moveTo>
                  <a:pt x="100014" y="0"/>
                </a:moveTo>
                <a:cubicBezTo>
                  <a:pt x="109539" y="0"/>
                  <a:pt x="123826" y="16329"/>
                  <a:pt x="123826" y="28575"/>
                </a:cubicBezTo>
                <a:cubicBezTo>
                  <a:pt x="123826" y="39512"/>
                  <a:pt x="108128" y="47310"/>
                  <a:pt x="94757" y="51967"/>
                </a:cubicBezTo>
                <a:cubicBezTo>
                  <a:pt x="92796" y="60395"/>
                  <a:pt x="85233" y="66675"/>
                  <a:pt x="76201" y="66675"/>
                </a:cubicBezTo>
                <a:cubicBezTo>
                  <a:pt x="67013" y="66675"/>
                  <a:pt x="59345" y="60177"/>
                  <a:pt x="57548" y="51529"/>
                </a:cubicBezTo>
                <a:cubicBezTo>
                  <a:pt x="47893" y="47620"/>
                  <a:pt x="38101" y="41615"/>
                  <a:pt x="38101" y="33338"/>
                </a:cubicBezTo>
                <a:cubicBezTo>
                  <a:pt x="38101" y="25173"/>
                  <a:pt x="47626" y="19050"/>
                  <a:pt x="57151" y="19050"/>
                </a:cubicBezTo>
                <a:cubicBezTo>
                  <a:pt x="66681" y="19050"/>
                  <a:pt x="71443" y="28584"/>
                  <a:pt x="73824" y="38114"/>
                </a:cubicBezTo>
                <a:cubicBezTo>
                  <a:pt x="74602" y="38120"/>
                  <a:pt x="75396" y="38126"/>
                  <a:pt x="76201" y="38126"/>
                </a:cubicBezTo>
                <a:cubicBezTo>
                  <a:pt x="76664" y="38126"/>
                  <a:pt x="77123" y="38124"/>
                  <a:pt x="77578" y="38121"/>
                </a:cubicBezTo>
                <a:cubicBezTo>
                  <a:pt x="79762" y="21496"/>
                  <a:pt x="85410" y="0"/>
                  <a:pt x="100014" y="0"/>
                </a:cubicBezTo>
                <a:close/>
              </a:path>
            </a:pathLst>
          </a:custGeom>
          <a:solidFill>
            <a:srgbClr val="000000"/>
          </a:solidFill>
          <a:ln w="9525" cap="flat">
            <a:noFill/>
            <a:prstDash val="solid"/>
            <a:miter/>
          </a:ln>
        </p:spPr>
        <p:txBody>
          <a:bodyPr rtlCol="0" anchor="ctr"/>
          <a:lstStyle/>
          <a:p>
            <a:endParaRPr lang="ru-RU"/>
          </a:p>
        </p:txBody>
      </p:sp>
      <p:sp>
        <p:nvSpPr>
          <p:cNvPr id="1191" name="Рисунок 636">
            <a:extLst>
              <a:ext uri="{FF2B5EF4-FFF2-40B4-BE49-F238E27FC236}">
                <a16:creationId xmlns:a16="http://schemas.microsoft.com/office/drawing/2014/main" id="{646FA68D-1B45-F5AC-F32A-24929F3BA26F}"/>
              </a:ext>
            </a:extLst>
          </p:cNvPr>
          <p:cNvSpPr/>
          <p:nvPr/>
        </p:nvSpPr>
        <p:spPr>
          <a:xfrm>
            <a:off x="6553856" y="3046098"/>
            <a:ext cx="171450" cy="171450"/>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39002 w 171450"/>
              <a:gd name="connsiteY5" fmla="*/ 44647 h 171450"/>
              <a:gd name="connsiteX6" fmla="*/ 38100 w 171450"/>
              <a:gd name="connsiteY6" fmla="*/ 57150 h 171450"/>
              <a:gd name="connsiteX7" fmla="*/ 28575 w 171450"/>
              <a:gd name="connsiteY7" fmla="*/ 66675 h 171450"/>
              <a:gd name="connsiteX8" fmla="*/ 19050 w 171450"/>
              <a:gd name="connsiteY8" fmla="*/ 57150 h 171450"/>
              <a:gd name="connsiteX9" fmla="*/ 20380 w 171450"/>
              <a:gd name="connsiteY9" fmla="*/ 40631 h 171450"/>
              <a:gd name="connsiteX10" fmla="*/ 27198 w 171450"/>
              <a:gd name="connsiteY10" fmla="*/ 27198 h 171450"/>
              <a:gd name="connsiteX11" fmla="*/ 40631 w 171450"/>
              <a:gd name="connsiteY11" fmla="*/ 20380 h 171450"/>
              <a:gd name="connsiteX12" fmla="*/ 57150 w 171450"/>
              <a:gd name="connsiteY12" fmla="*/ 19050 h 171450"/>
              <a:gd name="connsiteX13" fmla="*/ 66675 w 171450"/>
              <a:gd name="connsiteY13" fmla="*/ 28575 h 171450"/>
              <a:gd name="connsiteX14" fmla="*/ 57150 w 171450"/>
              <a:gd name="connsiteY14" fmla="*/ 38100 h 171450"/>
              <a:gd name="connsiteX15" fmla="*/ 44647 w 171450"/>
              <a:gd name="connsiteY15" fmla="*/ 39002 h 171450"/>
              <a:gd name="connsiteX16" fmla="*/ 40668 w 171450"/>
              <a:gd name="connsiteY16" fmla="*/ 40668 h 171450"/>
              <a:gd name="connsiteX17" fmla="*/ 39002 w 171450"/>
              <a:gd name="connsiteY17" fmla="*/ 44647 h 171450"/>
              <a:gd name="connsiteX18" fmla="*/ 39002 w 171450"/>
              <a:gd name="connsiteY18" fmla="*/ 126803 h 171450"/>
              <a:gd name="connsiteX19" fmla="*/ 40668 w 171450"/>
              <a:gd name="connsiteY19" fmla="*/ 130782 h 171450"/>
              <a:gd name="connsiteX20" fmla="*/ 44647 w 171450"/>
              <a:gd name="connsiteY20" fmla="*/ 132448 h 171450"/>
              <a:gd name="connsiteX21" fmla="*/ 57150 w 171450"/>
              <a:gd name="connsiteY21" fmla="*/ 133350 h 171450"/>
              <a:gd name="connsiteX22" fmla="*/ 66675 w 171450"/>
              <a:gd name="connsiteY22" fmla="*/ 142875 h 171450"/>
              <a:gd name="connsiteX23" fmla="*/ 57150 w 171450"/>
              <a:gd name="connsiteY23" fmla="*/ 152400 h 171450"/>
              <a:gd name="connsiteX24" fmla="*/ 40631 w 171450"/>
              <a:gd name="connsiteY24" fmla="*/ 151069 h 171450"/>
              <a:gd name="connsiteX25" fmla="*/ 27198 w 171450"/>
              <a:gd name="connsiteY25" fmla="*/ 144252 h 171450"/>
              <a:gd name="connsiteX26" fmla="*/ 20380 w 171450"/>
              <a:gd name="connsiteY26" fmla="*/ 130819 h 171450"/>
              <a:gd name="connsiteX27" fmla="*/ 19050 w 171450"/>
              <a:gd name="connsiteY27" fmla="*/ 114300 h 171450"/>
              <a:gd name="connsiteX28" fmla="*/ 28575 w 171450"/>
              <a:gd name="connsiteY28" fmla="*/ 104775 h 171450"/>
              <a:gd name="connsiteX29" fmla="*/ 38100 w 171450"/>
              <a:gd name="connsiteY29" fmla="*/ 114300 h 171450"/>
              <a:gd name="connsiteX30" fmla="*/ 39002 w 171450"/>
              <a:gd name="connsiteY30" fmla="*/ 126803 h 171450"/>
              <a:gd name="connsiteX31" fmla="*/ 132448 w 171450"/>
              <a:gd name="connsiteY31" fmla="*/ 44647 h 171450"/>
              <a:gd name="connsiteX32" fmla="*/ 130782 w 171450"/>
              <a:gd name="connsiteY32" fmla="*/ 40668 h 171450"/>
              <a:gd name="connsiteX33" fmla="*/ 126803 w 171450"/>
              <a:gd name="connsiteY33" fmla="*/ 39002 h 171450"/>
              <a:gd name="connsiteX34" fmla="*/ 114300 w 171450"/>
              <a:gd name="connsiteY34" fmla="*/ 38100 h 171450"/>
              <a:gd name="connsiteX35" fmla="*/ 104775 w 171450"/>
              <a:gd name="connsiteY35" fmla="*/ 28575 h 171450"/>
              <a:gd name="connsiteX36" fmla="*/ 114300 w 171450"/>
              <a:gd name="connsiteY36" fmla="*/ 19050 h 171450"/>
              <a:gd name="connsiteX37" fmla="*/ 130819 w 171450"/>
              <a:gd name="connsiteY37" fmla="*/ 20380 h 171450"/>
              <a:gd name="connsiteX38" fmla="*/ 144252 w 171450"/>
              <a:gd name="connsiteY38" fmla="*/ 27198 h 171450"/>
              <a:gd name="connsiteX39" fmla="*/ 151069 w 171450"/>
              <a:gd name="connsiteY39" fmla="*/ 40631 h 171450"/>
              <a:gd name="connsiteX40" fmla="*/ 152400 w 171450"/>
              <a:gd name="connsiteY40" fmla="*/ 57150 h 171450"/>
              <a:gd name="connsiteX41" fmla="*/ 142875 w 171450"/>
              <a:gd name="connsiteY41" fmla="*/ 66675 h 171450"/>
              <a:gd name="connsiteX42" fmla="*/ 133350 w 171450"/>
              <a:gd name="connsiteY42" fmla="*/ 57150 h 171450"/>
              <a:gd name="connsiteX43" fmla="*/ 132448 w 171450"/>
              <a:gd name="connsiteY43" fmla="*/ 44647 h 171450"/>
              <a:gd name="connsiteX44" fmla="*/ 132448 w 171450"/>
              <a:gd name="connsiteY44" fmla="*/ 126803 h 171450"/>
              <a:gd name="connsiteX45" fmla="*/ 133350 w 171450"/>
              <a:gd name="connsiteY45" fmla="*/ 114300 h 171450"/>
              <a:gd name="connsiteX46" fmla="*/ 142875 w 171450"/>
              <a:gd name="connsiteY46" fmla="*/ 104775 h 171450"/>
              <a:gd name="connsiteX47" fmla="*/ 152400 w 171450"/>
              <a:gd name="connsiteY47" fmla="*/ 114300 h 171450"/>
              <a:gd name="connsiteX48" fmla="*/ 151069 w 171450"/>
              <a:gd name="connsiteY48" fmla="*/ 130819 h 171450"/>
              <a:gd name="connsiteX49" fmla="*/ 144252 w 171450"/>
              <a:gd name="connsiteY49" fmla="*/ 144252 h 171450"/>
              <a:gd name="connsiteX50" fmla="*/ 130819 w 171450"/>
              <a:gd name="connsiteY50" fmla="*/ 151069 h 171450"/>
              <a:gd name="connsiteX51" fmla="*/ 114300 w 171450"/>
              <a:gd name="connsiteY51" fmla="*/ 152400 h 171450"/>
              <a:gd name="connsiteX52" fmla="*/ 104775 w 171450"/>
              <a:gd name="connsiteY52" fmla="*/ 142875 h 171450"/>
              <a:gd name="connsiteX53" fmla="*/ 114300 w 171450"/>
              <a:gd name="connsiteY53" fmla="*/ 133350 h 171450"/>
              <a:gd name="connsiteX54" fmla="*/ 126803 w 171450"/>
              <a:gd name="connsiteY54" fmla="*/ 132448 h 171450"/>
              <a:gd name="connsiteX55" fmla="*/ 130782 w 171450"/>
              <a:gd name="connsiteY55" fmla="*/ 130782 h 171450"/>
              <a:gd name="connsiteX56" fmla="*/ 132448 w 171450"/>
              <a:gd name="connsiteY56" fmla="*/ 126803 h 171450"/>
              <a:gd name="connsiteX57" fmla="*/ 76200 w 171450"/>
              <a:gd name="connsiteY57" fmla="*/ 61913 h 171450"/>
              <a:gd name="connsiteX58" fmla="*/ 61913 w 171450"/>
              <a:gd name="connsiteY58" fmla="*/ 76200 h 171450"/>
              <a:gd name="connsiteX59" fmla="*/ 47625 w 171450"/>
              <a:gd name="connsiteY59" fmla="*/ 61913 h 171450"/>
              <a:gd name="connsiteX60" fmla="*/ 61913 w 171450"/>
              <a:gd name="connsiteY60" fmla="*/ 47625 h 171450"/>
              <a:gd name="connsiteX61" fmla="*/ 76200 w 171450"/>
              <a:gd name="connsiteY61" fmla="*/ 61913 h 171450"/>
              <a:gd name="connsiteX62" fmla="*/ 123825 w 171450"/>
              <a:gd name="connsiteY62" fmla="*/ 109538 h 171450"/>
              <a:gd name="connsiteX63" fmla="*/ 109538 w 171450"/>
              <a:gd name="connsiteY63" fmla="*/ 123825 h 171450"/>
              <a:gd name="connsiteX64" fmla="*/ 95250 w 171450"/>
              <a:gd name="connsiteY64" fmla="*/ 109538 h 171450"/>
              <a:gd name="connsiteX65" fmla="*/ 109538 w 171450"/>
              <a:gd name="connsiteY65" fmla="*/ 95250 h 171450"/>
              <a:gd name="connsiteX66" fmla="*/ 123825 w 171450"/>
              <a:gd name="connsiteY66" fmla="*/ 109538 h 171450"/>
              <a:gd name="connsiteX67" fmla="*/ 95250 w 171450"/>
              <a:gd name="connsiteY67" fmla="*/ 71438 h 171450"/>
              <a:gd name="connsiteX68" fmla="*/ 90488 w 171450"/>
              <a:gd name="connsiteY68" fmla="*/ 76200 h 171450"/>
              <a:gd name="connsiteX69" fmla="*/ 85725 w 171450"/>
              <a:gd name="connsiteY69" fmla="*/ 71438 h 171450"/>
              <a:gd name="connsiteX70" fmla="*/ 90488 w 171450"/>
              <a:gd name="connsiteY70" fmla="*/ 66675 h 171450"/>
              <a:gd name="connsiteX71" fmla="*/ 95250 w 171450"/>
              <a:gd name="connsiteY71" fmla="*/ 71438 h 171450"/>
              <a:gd name="connsiteX72" fmla="*/ 66675 w 171450"/>
              <a:gd name="connsiteY72" fmla="*/ 109538 h 171450"/>
              <a:gd name="connsiteX73" fmla="*/ 71438 w 171450"/>
              <a:gd name="connsiteY73" fmla="*/ 104775 h 171450"/>
              <a:gd name="connsiteX74" fmla="*/ 76200 w 171450"/>
              <a:gd name="connsiteY74" fmla="*/ 109538 h 171450"/>
              <a:gd name="connsiteX75" fmla="*/ 71438 w 171450"/>
              <a:gd name="connsiteY75" fmla="*/ 114300 h 171450"/>
              <a:gd name="connsiteX76" fmla="*/ 66675 w 171450"/>
              <a:gd name="connsiteY76" fmla="*/ 109538 h 171450"/>
              <a:gd name="connsiteX77" fmla="*/ 66675 w 171450"/>
              <a:gd name="connsiteY77" fmla="*/ 100013 h 171450"/>
              <a:gd name="connsiteX78" fmla="*/ 66675 w 171450"/>
              <a:gd name="connsiteY78" fmla="*/ 109538 h 171450"/>
              <a:gd name="connsiteX79" fmla="*/ 66675 w 171450"/>
              <a:gd name="connsiteY79" fmla="*/ 119063 h 171450"/>
              <a:gd name="connsiteX80" fmla="*/ 61913 w 171450"/>
              <a:gd name="connsiteY80" fmla="*/ 123825 h 171450"/>
              <a:gd name="connsiteX81" fmla="*/ 57150 w 171450"/>
              <a:gd name="connsiteY81" fmla="*/ 119063 h 171450"/>
              <a:gd name="connsiteX82" fmla="*/ 57150 w 171450"/>
              <a:gd name="connsiteY82" fmla="*/ 100013 h 171450"/>
              <a:gd name="connsiteX83" fmla="*/ 61913 w 171450"/>
              <a:gd name="connsiteY83" fmla="*/ 95250 h 171450"/>
              <a:gd name="connsiteX84" fmla="*/ 66675 w 171450"/>
              <a:gd name="connsiteY84" fmla="*/ 100013 h 171450"/>
              <a:gd name="connsiteX85" fmla="*/ 90488 w 171450"/>
              <a:gd name="connsiteY85" fmla="*/ 57150 h 171450"/>
              <a:gd name="connsiteX86" fmla="*/ 85725 w 171450"/>
              <a:gd name="connsiteY86" fmla="*/ 52388 h 171450"/>
              <a:gd name="connsiteX87" fmla="*/ 90488 w 171450"/>
              <a:gd name="connsiteY87" fmla="*/ 47625 h 171450"/>
              <a:gd name="connsiteX88" fmla="*/ 95250 w 171450"/>
              <a:gd name="connsiteY88" fmla="*/ 52388 h 171450"/>
              <a:gd name="connsiteX89" fmla="*/ 90488 w 171450"/>
              <a:gd name="connsiteY89" fmla="*/ 57150 h 171450"/>
              <a:gd name="connsiteX90" fmla="*/ 80963 w 171450"/>
              <a:gd name="connsiteY90" fmla="*/ 114300 h 171450"/>
              <a:gd name="connsiteX91" fmla="*/ 85725 w 171450"/>
              <a:gd name="connsiteY91" fmla="*/ 119063 h 171450"/>
              <a:gd name="connsiteX92" fmla="*/ 80963 w 171450"/>
              <a:gd name="connsiteY92" fmla="*/ 123825 h 171450"/>
              <a:gd name="connsiteX93" fmla="*/ 76200 w 171450"/>
              <a:gd name="connsiteY93" fmla="*/ 119063 h 171450"/>
              <a:gd name="connsiteX94" fmla="*/ 80963 w 171450"/>
              <a:gd name="connsiteY94" fmla="*/ 114300 h 171450"/>
              <a:gd name="connsiteX95" fmla="*/ 100013 w 171450"/>
              <a:gd name="connsiteY95" fmla="*/ 66675 h 171450"/>
              <a:gd name="connsiteX96" fmla="*/ 95250 w 171450"/>
              <a:gd name="connsiteY96" fmla="*/ 61913 h 171450"/>
              <a:gd name="connsiteX97" fmla="*/ 100013 w 171450"/>
              <a:gd name="connsiteY97" fmla="*/ 57150 h 171450"/>
              <a:gd name="connsiteX98" fmla="*/ 104775 w 171450"/>
              <a:gd name="connsiteY98" fmla="*/ 61913 h 171450"/>
              <a:gd name="connsiteX99" fmla="*/ 104775 w 171450"/>
              <a:gd name="connsiteY99" fmla="*/ 52388 h 171450"/>
              <a:gd name="connsiteX100" fmla="*/ 109538 w 171450"/>
              <a:gd name="connsiteY100" fmla="*/ 47625 h 171450"/>
              <a:gd name="connsiteX101" fmla="*/ 114300 w 171450"/>
              <a:gd name="connsiteY101" fmla="*/ 52388 h 171450"/>
              <a:gd name="connsiteX102" fmla="*/ 114300 w 171450"/>
              <a:gd name="connsiteY102" fmla="*/ 71438 h 171450"/>
              <a:gd name="connsiteX103" fmla="*/ 109538 w 171450"/>
              <a:gd name="connsiteY103" fmla="*/ 76200 h 171450"/>
              <a:gd name="connsiteX104" fmla="*/ 104775 w 171450"/>
              <a:gd name="connsiteY104" fmla="*/ 71438 h 171450"/>
              <a:gd name="connsiteX105" fmla="*/ 104775 w 171450"/>
              <a:gd name="connsiteY105" fmla="*/ 61913 h 171450"/>
              <a:gd name="connsiteX106" fmla="*/ 100013 w 171450"/>
              <a:gd name="connsiteY106" fmla="*/ 66675 h 171450"/>
              <a:gd name="connsiteX107" fmla="*/ 76200 w 171450"/>
              <a:gd name="connsiteY107" fmla="*/ 100013 h 171450"/>
              <a:gd name="connsiteX108" fmla="*/ 80963 w 171450"/>
              <a:gd name="connsiteY108" fmla="*/ 95250 h 171450"/>
              <a:gd name="connsiteX109" fmla="*/ 85725 w 171450"/>
              <a:gd name="connsiteY109" fmla="*/ 100013 h 171450"/>
              <a:gd name="connsiteX110" fmla="*/ 80963 w 171450"/>
              <a:gd name="connsiteY110" fmla="*/ 104775 h 171450"/>
              <a:gd name="connsiteX111" fmla="*/ 76200 w 171450"/>
              <a:gd name="connsiteY111" fmla="*/ 10001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450" h="171450">
                <a:moveTo>
                  <a:pt x="85725" y="0"/>
                </a:moveTo>
                <a:cubicBezTo>
                  <a:pt x="15130" y="0"/>
                  <a:pt x="0" y="15130"/>
                  <a:pt x="0" y="85725"/>
                </a:cubicBezTo>
                <a:cubicBezTo>
                  <a:pt x="0" y="156320"/>
                  <a:pt x="15130" y="171450"/>
                  <a:pt x="85725" y="171450"/>
                </a:cubicBezTo>
                <a:cubicBezTo>
                  <a:pt x="156320" y="171450"/>
                  <a:pt x="171450" y="156320"/>
                  <a:pt x="171450" y="85725"/>
                </a:cubicBezTo>
                <a:cubicBezTo>
                  <a:pt x="171450" y="15130"/>
                  <a:pt x="156320" y="0"/>
                  <a:pt x="85725" y="0"/>
                </a:cubicBezTo>
                <a:close/>
                <a:moveTo>
                  <a:pt x="39002" y="44647"/>
                </a:moveTo>
                <a:cubicBezTo>
                  <a:pt x="38401" y="47435"/>
                  <a:pt x="38100" y="51386"/>
                  <a:pt x="38100" y="57150"/>
                </a:cubicBezTo>
                <a:cubicBezTo>
                  <a:pt x="38100" y="62410"/>
                  <a:pt x="33835" y="66675"/>
                  <a:pt x="28575" y="66675"/>
                </a:cubicBezTo>
                <a:cubicBezTo>
                  <a:pt x="23315" y="66675"/>
                  <a:pt x="19050" y="62410"/>
                  <a:pt x="19050" y="57150"/>
                </a:cubicBezTo>
                <a:cubicBezTo>
                  <a:pt x="19050" y="51008"/>
                  <a:pt x="19344" y="45434"/>
                  <a:pt x="20380" y="40631"/>
                </a:cubicBezTo>
                <a:cubicBezTo>
                  <a:pt x="21439" y="35721"/>
                  <a:pt x="23404" y="30991"/>
                  <a:pt x="27198" y="27198"/>
                </a:cubicBezTo>
                <a:cubicBezTo>
                  <a:pt x="30991" y="23404"/>
                  <a:pt x="35721" y="21439"/>
                  <a:pt x="40631" y="20380"/>
                </a:cubicBezTo>
                <a:cubicBezTo>
                  <a:pt x="45434" y="19344"/>
                  <a:pt x="51008" y="19050"/>
                  <a:pt x="57150" y="19050"/>
                </a:cubicBezTo>
                <a:cubicBezTo>
                  <a:pt x="62410" y="19050"/>
                  <a:pt x="66675" y="23315"/>
                  <a:pt x="66675" y="28575"/>
                </a:cubicBezTo>
                <a:cubicBezTo>
                  <a:pt x="66675" y="33835"/>
                  <a:pt x="62410" y="38100"/>
                  <a:pt x="57150" y="38100"/>
                </a:cubicBezTo>
                <a:cubicBezTo>
                  <a:pt x="51386" y="38100"/>
                  <a:pt x="47435" y="38401"/>
                  <a:pt x="44647" y="39002"/>
                </a:cubicBezTo>
                <a:cubicBezTo>
                  <a:pt x="41968" y="39580"/>
                  <a:pt x="41042" y="40294"/>
                  <a:pt x="40668" y="40668"/>
                </a:cubicBezTo>
                <a:cubicBezTo>
                  <a:pt x="40294" y="41042"/>
                  <a:pt x="39580" y="41968"/>
                  <a:pt x="39002" y="44647"/>
                </a:cubicBezTo>
                <a:close/>
                <a:moveTo>
                  <a:pt x="39002" y="126803"/>
                </a:moveTo>
                <a:cubicBezTo>
                  <a:pt x="39580" y="129483"/>
                  <a:pt x="40294" y="130408"/>
                  <a:pt x="40668" y="130782"/>
                </a:cubicBezTo>
                <a:cubicBezTo>
                  <a:pt x="41042" y="131155"/>
                  <a:pt x="41968" y="131870"/>
                  <a:pt x="44647" y="132448"/>
                </a:cubicBezTo>
                <a:cubicBezTo>
                  <a:pt x="47435" y="133049"/>
                  <a:pt x="51386" y="133350"/>
                  <a:pt x="57150" y="133350"/>
                </a:cubicBezTo>
                <a:cubicBezTo>
                  <a:pt x="62410" y="133350"/>
                  <a:pt x="66675" y="137614"/>
                  <a:pt x="66675" y="142875"/>
                </a:cubicBezTo>
                <a:cubicBezTo>
                  <a:pt x="66675" y="148136"/>
                  <a:pt x="62410" y="152400"/>
                  <a:pt x="57150" y="152400"/>
                </a:cubicBezTo>
                <a:cubicBezTo>
                  <a:pt x="51008" y="152400"/>
                  <a:pt x="45434" y="152106"/>
                  <a:pt x="40631" y="151069"/>
                </a:cubicBezTo>
                <a:cubicBezTo>
                  <a:pt x="35721" y="150010"/>
                  <a:pt x="30991" y="148046"/>
                  <a:pt x="27198" y="144252"/>
                </a:cubicBezTo>
                <a:cubicBezTo>
                  <a:pt x="23404" y="140459"/>
                  <a:pt x="21439" y="135729"/>
                  <a:pt x="20380" y="130819"/>
                </a:cubicBezTo>
                <a:cubicBezTo>
                  <a:pt x="19344" y="126016"/>
                  <a:pt x="19050" y="120442"/>
                  <a:pt x="19050" y="114300"/>
                </a:cubicBezTo>
                <a:cubicBezTo>
                  <a:pt x="19050" y="109039"/>
                  <a:pt x="23315" y="104775"/>
                  <a:pt x="28575" y="104775"/>
                </a:cubicBezTo>
                <a:cubicBezTo>
                  <a:pt x="33835" y="104775"/>
                  <a:pt x="38100" y="109039"/>
                  <a:pt x="38100" y="114300"/>
                </a:cubicBezTo>
                <a:cubicBezTo>
                  <a:pt x="38100" y="120065"/>
                  <a:pt x="38401" y="124016"/>
                  <a:pt x="39002" y="126803"/>
                </a:cubicBezTo>
                <a:close/>
                <a:moveTo>
                  <a:pt x="132448" y="44647"/>
                </a:moveTo>
                <a:cubicBezTo>
                  <a:pt x="131870" y="41968"/>
                  <a:pt x="131155" y="41042"/>
                  <a:pt x="130782" y="40668"/>
                </a:cubicBezTo>
                <a:cubicBezTo>
                  <a:pt x="130408" y="40294"/>
                  <a:pt x="129483" y="39580"/>
                  <a:pt x="126803" y="39002"/>
                </a:cubicBezTo>
                <a:cubicBezTo>
                  <a:pt x="124016" y="38401"/>
                  <a:pt x="120065" y="38100"/>
                  <a:pt x="114300" y="38100"/>
                </a:cubicBezTo>
                <a:cubicBezTo>
                  <a:pt x="109039" y="38100"/>
                  <a:pt x="104775" y="33835"/>
                  <a:pt x="104775" y="28575"/>
                </a:cubicBezTo>
                <a:cubicBezTo>
                  <a:pt x="104775" y="23315"/>
                  <a:pt x="109039" y="19050"/>
                  <a:pt x="114300" y="19050"/>
                </a:cubicBezTo>
                <a:cubicBezTo>
                  <a:pt x="120442" y="19050"/>
                  <a:pt x="126016" y="19344"/>
                  <a:pt x="130819" y="20380"/>
                </a:cubicBezTo>
                <a:cubicBezTo>
                  <a:pt x="135729" y="21439"/>
                  <a:pt x="140459" y="23404"/>
                  <a:pt x="144252" y="27198"/>
                </a:cubicBezTo>
                <a:cubicBezTo>
                  <a:pt x="148046" y="30991"/>
                  <a:pt x="150010" y="35721"/>
                  <a:pt x="151069" y="40631"/>
                </a:cubicBezTo>
                <a:cubicBezTo>
                  <a:pt x="152106" y="45434"/>
                  <a:pt x="152400" y="51008"/>
                  <a:pt x="152400" y="57150"/>
                </a:cubicBezTo>
                <a:cubicBezTo>
                  <a:pt x="152400" y="62410"/>
                  <a:pt x="148136" y="66675"/>
                  <a:pt x="142875" y="66675"/>
                </a:cubicBezTo>
                <a:cubicBezTo>
                  <a:pt x="137614" y="66675"/>
                  <a:pt x="133350" y="62410"/>
                  <a:pt x="133350" y="57150"/>
                </a:cubicBezTo>
                <a:cubicBezTo>
                  <a:pt x="133350" y="51386"/>
                  <a:pt x="133049" y="47435"/>
                  <a:pt x="132448" y="44647"/>
                </a:cubicBezTo>
                <a:close/>
                <a:moveTo>
                  <a:pt x="132448" y="126803"/>
                </a:moveTo>
                <a:cubicBezTo>
                  <a:pt x="133049" y="124016"/>
                  <a:pt x="133350" y="120065"/>
                  <a:pt x="133350" y="114300"/>
                </a:cubicBezTo>
                <a:cubicBezTo>
                  <a:pt x="133350" y="109039"/>
                  <a:pt x="137614" y="104775"/>
                  <a:pt x="142875" y="104775"/>
                </a:cubicBezTo>
                <a:cubicBezTo>
                  <a:pt x="148136" y="104775"/>
                  <a:pt x="152400" y="109039"/>
                  <a:pt x="152400" y="114300"/>
                </a:cubicBezTo>
                <a:cubicBezTo>
                  <a:pt x="152400" y="120442"/>
                  <a:pt x="152106" y="126016"/>
                  <a:pt x="151069" y="130819"/>
                </a:cubicBezTo>
                <a:cubicBezTo>
                  <a:pt x="150010" y="135729"/>
                  <a:pt x="148046" y="140459"/>
                  <a:pt x="144252" y="144252"/>
                </a:cubicBezTo>
                <a:cubicBezTo>
                  <a:pt x="140459" y="148046"/>
                  <a:pt x="135729" y="150010"/>
                  <a:pt x="130819" y="151069"/>
                </a:cubicBezTo>
                <a:cubicBezTo>
                  <a:pt x="126016" y="152106"/>
                  <a:pt x="120442" y="152400"/>
                  <a:pt x="114300" y="152400"/>
                </a:cubicBezTo>
                <a:cubicBezTo>
                  <a:pt x="109039" y="152400"/>
                  <a:pt x="104775" y="148136"/>
                  <a:pt x="104775" y="142875"/>
                </a:cubicBezTo>
                <a:cubicBezTo>
                  <a:pt x="104775" y="137614"/>
                  <a:pt x="109039" y="133350"/>
                  <a:pt x="114300" y="133350"/>
                </a:cubicBezTo>
                <a:cubicBezTo>
                  <a:pt x="120065" y="133350"/>
                  <a:pt x="124016" y="133049"/>
                  <a:pt x="126803" y="132448"/>
                </a:cubicBezTo>
                <a:cubicBezTo>
                  <a:pt x="129483" y="131870"/>
                  <a:pt x="130408" y="131155"/>
                  <a:pt x="130782" y="130782"/>
                </a:cubicBezTo>
                <a:cubicBezTo>
                  <a:pt x="131155" y="130408"/>
                  <a:pt x="131870" y="129483"/>
                  <a:pt x="132448" y="126803"/>
                </a:cubicBezTo>
                <a:close/>
                <a:moveTo>
                  <a:pt x="76200" y="61913"/>
                </a:moveTo>
                <a:cubicBezTo>
                  <a:pt x="76200" y="71438"/>
                  <a:pt x="71438" y="76200"/>
                  <a:pt x="61913" y="76200"/>
                </a:cubicBezTo>
                <a:cubicBezTo>
                  <a:pt x="52388" y="76200"/>
                  <a:pt x="47625" y="71438"/>
                  <a:pt x="47625" y="61913"/>
                </a:cubicBezTo>
                <a:cubicBezTo>
                  <a:pt x="47625" y="52388"/>
                  <a:pt x="52388" y="47625"/>
                  <a:pt x="61913" y="47625"/>
                </a:cubicBezTo>
                <a:cubicBezTo>
                  <a:pt x="71438" y="47625"/>
                  <a:pt x="76200" y="52388"/>
                  <a:pt x="76200" y="61913"/>
                </a:cubicBezTo>
                <a:close/>
                <a:moveTo>
                  <a:pt x="123825" y="109538"/>
                </a:moveTo>
                <a:cubicBezTo>
                  <a:pt x="123825" y="119063"/>
                  <a:pt x="119063" y="123825"/>
                  <a:pt x="109538" y="123825"/>
                </a:cubicBezTo>
                <a:cubicBezTo>
                  <a:pt x="100013" y="123825"/>
                  <a:pt x="95250" y="119063"/>
                  <a:pt x="95250" y="109538"/>
                </a:cubicBezTo>
                <a:cubicBezTo>
                  <a:pt x="95250" y="100013"/>
                  <a:pt x="100013" y="95250"/>
                  <a:pt x="109538" y="95250"/>
                </a:cubicBezTo>
                <a:cubicBezTo>
                  <a:pt x="119063" y="95250"/>
                  <a:pt x="123825" y="100013"/>
                  <a:pt x="123825" y="109538"/>
                </a:cubicBezTo>
                <a:close/>
                <a:moveTo>
                  <a:pt x="95250" y="71438"/>
                </a:moveTo>
                <a:cubicBezTo>
                  <a:pt x="95250" y="74067"/>
                  <a:pt x="93117" y="76200"/>
                  <a:pt x="90488" y="76200"/>
                </a:cubicBezTo>
                <a:cubicBezTo>
                  <a:pt x="87858" y="76200"/>
                  <a:pt x="85725" y="74067"/>
                  <a:pt x="85725" y="71438"/>
                </a:cubicBezTo>
                <a:cubicBezTo>
                  <a:pt x="85725" y="68808"/>
                  <a:pt x="87858" y="66675"/>
                  <a:pt x="90488" y="66675"/>
                </a:cubicBezTo>
                <a:cubicBezTo>
                  <a:pt x="93117" y="66675"/>
                  <a:pt x="95250" y="68808"/>
                  <a:pt x="95250" y="71438"/>
                </a:cubicBezTo>
                <a:close/>
                <a:moveTo>
                  <a:pt x="66675" y="109538"/>
                </a:moveTo>
                <a:cubicBezTo>
                  <a:pt x="66675" y="106908"/>
                  <a:pt x="68808" y="104775"/>
                  <a:pt x="71438" y="104775"/>
                </a:cubicBezTo>
                <a:cubicBezTo>
                  <a:pt x="74067" y="104775"/>
                  <a:pt x="76200" y="106908"/>
                  <a:pt x="76200" y="109538"/>
                </a:cubicBezTo>
                <a:cubicBezTo>
                  <a:pt x="76200" y="112167"/>
                  <a:pt x="74067" y="114300"/>
                  <a:pt x="71438" y="114300"/>
                </a:cubicBezTo>
                <a:cubicBezTo>
                  <a:pt x="68808" y="114300"/>
                  <a:pt x="66675" y="112167"/>
                  <a:pt x="66675" y="109538"/>
                </a:cubicBezTo>
                <a:close/>
                <a:moveTo>
                  <a:pt x="66675" y="100013"/>
                </a:moveTo>
                <a:lnTo>
                  <a:pt x="66675" y="109538"/>
                </a:lnTo>
                <a:lnTo>
                  <a:pt x="66675" y="119063"/>
                </a:lnTo>
                <a:cubicBezTo>
                  <a:pt x="66675" y="121692"/>
                  <a:pt x="64543" y="123825"/>
                  <a:pt x="61913" y="123825"/>
                </a:cubicBezTo>
                <a:cubicBezTo>
                  <a:pt x="59282" y="123825"/>
                  <a:pt x="57150" y="121692"/>
                  <a:pt x="57150" y="119063"/>
                </a:cubicBezTo>
                <a:lnTo>
                  <a:pt x="57150" y="100013"/>
                </a:lnTo>
                <a:cubicBezTo>
                  <a:pt x="57150" y="97383"/>
                  <a:pt x="59282" y="95250"/>
                  <a:pt x="61913" y="95250"/>
                </a:cubicBezTo>
                <a:cubicBezTo>
                  <a:pt x="64543" y="95250"/>
                  <a:pt x="66675" y="97383"/>
                  <a:pt x="66675" y="100013"/>
                </a:cubicBezTo>
                <a:close/>
                <a:moveTo>
                  <a:pt x="90488" y="57150"/>
                </a:moveTo>
                <a:cubicBezTo>
                  <a:pt x="87858" y="57150"/>
                  <a:pt x="85725" y="55018"/>
                  <a:pt x="85725" y="52388"/>
                </a:cubicBezTo>
                <a:cubicBezTo>
                  <a:pt x="85725" y="49757"/>
                  <a:pt x="87858" y="47625"/>
                  <a:pt x="90488" y="47625"/>
                </a:cubicBezTo>
                <a:cubicBezTo>
                  <a:pt x="93117" y="47625"/>
                  <a:pt x="95250" y="49757"/>
                  <a:pt x="95250" y="52388"/>
                </a:cubicBezTo>
                <a:cubicBezTo>
                  <a:pt x="95250" y="55018"/>
                  <a:pt x="93117" y="57150"/>
                  <a:pt x="90488" y="57150"/>
                </a:cubicBezTo>
                <a:close/>
                <a:moveTo>
                  <a:pt x="80963" y="114300"/>
                </a:moveTo>
                <a:cubicBezTo>
                  <a:pt x="83592" y="114300"/>
                  <a:pt x="85725" y="116433"/>
                  <a:pt x="85725" y="119063"/>
                </a:cubicBezTo>
                <a:cubicBezTo>
                  <a:pt x="85725" y="121692"/>
                  <a:pt x="83592" y="123825"/>
                  <a:pt x="80963" y="123825"/>
                </a:cubicBezTo>
                <a:cubicBezTo>
                  <a:pt x="78333" y="123825"/>
                  <a:pt x="76200" y="121692"/>
                  <a:pt x="76200" y="119063"/>
                </a:cubicBezTo>
                <a:cubicBezTo>
                  <a:pt x="76200" y="116433"/>
                  <a:pt x="78333" y="114300"/>
                  <a:pt x="80963" y="114300"/>
                </a:cubicBezTo>
                <a:close/>
                <a:moveTo>
                  <a:pt x="100013" y="66675"/>
                </a:moveTo>
                <a:cubicBezTo>
                  <a:pt x="97383" y="66675"/>
                  <a:pt x="95250" y="64543"/>
                  <a:pt x="95250" y="61913"/>
                </a:cubicBezTo>
                <a:cubicBezTo>
                  <a:pt x="95250" y="59282"/>
                  <a:pt x="97383" y="57150"/>
                  <a:pt x="100013" y="57150"/>
                </a:cubicBezTo>
                <a:cubicBezTo>
                  <a:pt x="102642" y="57150"/>
                  <a:pt x="104775" y="59282"/>
                  <a:pt x="104775" y="61913"/>
                </a:cubicBezTo>
                <a:lnTo>
                  <a:pt x="104775" y="52388"/>
                </a:lnTo>
                <a:cubicBezTo>
                  <a:pt x="104775" y="49757"/>
                  <a:pt x="106908" y="47625"/>
                  <a:pt x="109538" y="47625"/>
                </a:cubicBezTo>
                <a:cubicBezTo>
                  <a:pt x="112167" y="47625"/>
                  <a:pt x="114300" y="49757"/>
                  <a:pt x="114300" y="52388"/>
                </a:cubicBezTo>
                <a:lnTo>
                  <a:pt x="114300" y="71438"/>
                </a:lnTo>
                <a:cubicBezTo>
                  <a:pt x="114300" y="74067"/>
                  <a:pt x="112167" y="76200"/>
                  <a:pt x="109538" y="76200"/>
                </a:cubicBezTo>
                <a:cubicBezTo>
                  <a:pt x="106908" y="76200"/>
                  <a:pt x="104775" y="74067"/>
                  <a:pt x="104775" y="71438"/>
                </a:cubicBezTo>
                <a:lnTo>
                  <a:pt x="104775" y="61913"/>
                </a:lnTo>
                <a:cubicBezTo>
                  <a:pt x="104775" y="64543"/>
                  <a:pt x="102642" y="66675"/>
                  <a:pt x="100013" y="66675"/>
                </a:cubicBezTo>
                <a:close/>
                <a:moveTo>
                  <a:pt x="76200" y="100013"/>
                </a:moveTo>
                <a:cubicBezTo>
                  <a:pt x="76200" y="97383"/>
                  <a:pt x="78333" y="95250"/>
                  <a:pt x="80963" y="95250"/>
                </a:cubicBezTo>
                <a:cubicBezTo>
                  <a:pt x="83592" y="95250"/>
                  <a:pt x="85725" y="97383"/>
                  <a:pt x="85725" y="100013"/>
                </a:cubicBezTo>
                <a:cubicBezTo>
                  <a:pt x="85725" y="102642"/>
                  <a:pt x="83592" y="104775"/>
                  <a:pt x="80963" y="104775"/>
                </a:cubicBezTo>
                <a:cubicBezTo>
                  <a:pt x="78333" y="104775"/>
                  <a:pt x="76200" y="102642"/>
                  <a:pt x="76200" y="100013"/>
                </a:cubicBezTo>
                <a:close/>
              </a:path>
            </a:pathLst>
          </a:custGeom>
          <a:solidFill>
            <a:srgbClr val="000000"/>
          </a:solidFill>
          <a:ln w="9525" cap="flat">
            <a:noFill/>
            <a:prstDash val="solid"/>
            <a:miter/>
          </a:ln>
        </p:spPr>
        <p:txBody>
          <a:bodyPr rtlCol="0" anchor="ctr"/>
          <a:lstStyle/>
          <a:p>
            <a:endParaRPr lang="ru-RU"/>
          </a:p>
        </p:txBody>
      </p:sp>
      <p:sp>
        <p:nvSpPr>
          <p:cNvPr id="1430" name="Полилиния: фигура 1429">
            <a:extLst>
              <a:ext uri="{FF2B5EF4-FFF2-40B4-BE49-F238E27FC236}">
                <a16:creationId xmlns:a16="http://schemas.microsoft.com/office/drawing/2014/main" id="{6CD2CD94-2F15-2E5E-B30A-811437AB420E}"/>
              </a:ext>
            </a:extLst>
          </p:cNvPr>
          <p:cNvSpPr/>
          <p:nvPr/>
        </p:nvSpPr>
        <p:spPr>
          <a:xfrm>
            <a:off x="6553856" y="4609642"/>
            <a:ext cx="171449" cy="152400"/>
          </a:xfrm>
          <a:custGeom>
            <a:avLst/>
            <a:gdLst>
              <a:gd name="connsiteX0" fmla="*/ 38100 w 171449"/>
              <a:gd name="connsiteY0" fmla="*/ 104775 h 152400"/>
              <a:gd name="connsiteX1" fmla="*/ 28575 w 171449"/>
              <a:gd name="connsiteY1" fmla="*/ 114300 h 152400"/>
              <a:gd name="connsiteX2" fmla="*/ 38100 w 171449"/>
              <a:gd name="connsiteY2" fmla="*/ 123825 h 152400"/>
              <a:gd name="connsiteX3" fmla="*/ 66675 w 171449"/>
              <a:gd name="connsiteY3" fmla="*/ 123825 h 152400"/>
              <a:gd name="connsiteX4" fmla="*/ 76200 w 171449"/>
              <a:gd name="connsiteY4" fmla="*/ 114300 h 152400"/>
              <a:gd name="connsiteX5" fmla="*/ 66675 w 171449"/>
              <a:gd name="connsiteY5" fmla="*/ 104775 h 152400"/>
              <a:gd name="connsiteX6" fmla="*/ 38100 w 171449"/>
              <a:gd name="connsiteY6" fmla="*/ 66675 h 152400"/>
              <a:gd name="connsiteX7" fmla="*/ 28575 w 171449"/>
              <a:gd name="connsiteY7" fmla="*/ 76200 h 152400"/>
              <a:gd name="connsiteX8" fmla="*/ 38100 w 171449"/>
              <a:gd name="connsiteY8" fmla="*/ 85725 h 152400"/>
              <a:gd name="connsiteX9" fmla="*/ 95250 w 171449"/>
              <a:gd name="connsiteY9" fmla="*/ 85725 h 152400"/>
              <a:gd name="connsiteX10" fmla="*/ 104775 w 171449"/>
              <a:gd name="connsiteY10" fmla="*/ 76200 h 152400"/>
              <a:gd name="connsiteX11" fmla="*/ 95250 w 171449"/>
              <a:gd name="connsiteY11" fmla="*/ 66675 h 152400"/>
              <a:gd name="connsiteX12" fmla="*/ 38100 w 171449"/>
              <a:gd name="connsiteY12" fmla="*/ 28575 h 152400"/>
              <a:gd name="connsiteX13" fmla="*/ 28575 w 171449"/>
              <a:gd name="connsiteY13" fmla="*/ 38100 h 152400"/>
              <a:gd name="connsiteX14" fmla="*/ 38100 w 171449"/>
              <a:gd name="connsiteY14" fmla="*/ 47625 h 152400"/>
              <a:gd name="connsiteX15" fmla="*/ 95250 w 171449"/>
              <a:gd name="connsiteY15" fmla="*/ 47625 h 152400"/>
              <a:gd name="connsiteX16" fmla="*/ 104775 w 171449"/>
              <a:gd name="connsiteY16" fmla="*/ 38100 h 152400"/>
              <a:gd name="connsiteX17" fmla="*/ 95250 w 171449"/>
              <a:gd name="connsiteY17" fmla="*/ 28575 h 152400"/>
              <a:gd name="connsiteX18" fmla="*/ 140946 w 171449"/>
              <a:gd name="connsiteY18" fmla="*/ 11755 h 152400"/>
              <a:gd name="connsiteX19" fmla="*/ 152399 w 171449"/>
              <a:gd name="connsiteY19" fmla="*/ 13077 h 152400"/>
              <a:gd name="connsiteX20" fmla="*/ 171449 w 171449"/>
              <a:gd name="connsiteY20" fmla="*/ 76200 h 152400"/>
              <a:gd name="connsiteX21" fmla="*/ 152399 w 171449"/>
              <a:gd name="connsiteY21" fmla="*/ 139322 h 152400"/>
              <a:gd name="connsiteX22" fmla="*/ 139967 w 171449"/>
              <a:gd name="connsiteY22" fmla="*/ 128588 h 152400"/>
              <a:gd name="connsiteX23" fmla="*/ 141783 w 171449"/>
              <a:gd name="connsiteY23" fmla="*/ 117196 h 152400"/>
              <a:gd name="connsiteX24" fmla="*/ 142874 w 171449"/>
              <a:gd name="connsiteY24" fmla="*/ 76698 h 152400"/>
              <a:gd name="connsiteX25" fmla="*/ 142874 w 171449"/>
              <a:gd name="connsiteY25" fmla="*/ 75701 h 152400"/>
              <a:gd name="connsiteX26" fmla="*/ 141783 w 171449"/>
              <a:gd name="connsiteY26" fmla="*/ 35204 h 152400"/>
              <a:gd name="connsiteX27" fmla="*/ 139967 w 171449"/>
              <a:gd name="connsiteY27" fmla="*/ 23812 h 152400"/>
              <a:gd name="connsiteX28" fmla="*/ 140946 w 171449"/>
              <a:gd name="connsiteY28" fmla="*/ 11755 h 152400"/>
              <a:gd name="connsiteX29" fmla="*/ 66675 w 171449"/>
              <a:gd name="connsiteY29" fmla="*/ 0 h 152400"/>
              <a:gd name="connsiteX30" fmla="*/ 133350 w 171449"/>
              <a:gd name="connsiteY30" fmla="*/ 76200 h 152400"/>
              <a:gd name="connsiteX31" fmla="*/ 66675 w 171449"/>
              <a:gd name="connsiteY31" fmla="*/ 152400 h 152400"/>
              <a:gd name="connsiteX32" fmla="*/ 0 w 171449"/>
              <a:gd name="connsiteY32" fmla="*/ 76200 h 152400"/>
              <a:gd name="connsiteX33" fmla="*/ 66675 w 171449"/>
              <a:gd name="connsiteY3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49" h="152400">
                <a:moveTo>
                  <a:pt x="38100" y="104775"/>
                </a:moveTo>
                <a:cubicBezTo>
                  <a:pt x="32840" y="104775"/>
                  <a:pt x="28575" y="109039"/>
                  <a:pt x="28575" y="114300"/>
                </a:cubicBezTo>
                <a:cubicBezTo>
                  <a:pt x="28575" y="119561"/>
                  <a:pt x="32840" y="123825"/>
                  <a:pt x="38100" y="123825"/>
                </a:cubicBezTo>
                <a:lnTo>
                  <a:pt x="66675" y="123825"/>
                </a:lnTo>
                <a:cubicBezTo>
                  <a:pt x="71936" y="123825"/>
                  <a:pt x="76200" y="119561"/>
                  <a:pt x="76200" y="114300"/>
                </a:cubicBezTo>
                <a:cubicBezTo>
                  <a:pt x="76200" y="109039"/>
                  <a:pt x="71936" y="104775"/>
                  <a:pt x="66675" y="104775"/>
                </a:cubicBezTo>
                <a:close/>
                <a:moveTo>
                  <a:pt x="38100" y="66675"/>
                </a:moveTo>
                <a:cubicBezTo>
                  <a:pt x="32840" y="66675"/>
                  <a:pt x="28575" y="70939"/>
                  <a:pt x="28575" y="76200"/>
                </a:cubicBezTo>
                <a:cubicBezTo>
                  <a:pt x="28575" y="81461"/>
                  <a:pt x="32840" y="85725"/>
                  <a:pt x="38100" y="85725"/>
                </a:cubicBezTo>
                <a:lnTo>
                  <a:pt x="95250" y="85725"/>
                </a:lnTo>
                <a:cubicBezTo>
                  <a:pt x="100511" y="85725"/>
                  <a:pt x="104775" y="81461"/>
                  <a:pt x="104775" y="76200"/>
                </a:cubicBezTo>
                <a:cubicBezTo>
                  <a:pt x="104775" y="70939"/>
                  <a:pt x="100511" y="66675"/>
                  <a:pt x="95250" y="66675"/>
                </a:cubicBezTo>
                <a:close/>
                <a:moveTo>
                  <a:pt x="38100" y="28575"/>
                </a:moveTo>
                <a:cubicBezTo>
                  <a:pt x="32840" y="28575"/>
                  <a:pt x="28575" y="32840"/>
                  <a:pt x="28575" y="38100"/>
                </a:cubicBezTo>
                <a:cubicBezTo>
                  <a:pt x="28575" y="43361"/>
                  <a:pt x="32840" y="47625"/>
                  <a:pt x="38100" y="47625"/>
                </a:cubicBezTo>
                <a:lnTo>
                  <a:pt x="95250" y="47625"/>
                </a:lnTo>
                <a:cubicBezTo>
                  <a:pt x="100511" y="47625"/>
                  <a:pt x="104775" y="43361"/>
                  <a:pt x="104775" y="38100"/>
                </a:cubicBezTo>
                <a:cubicBezTo>
                  <a:pt x="104775" y="32840"/>
                  <a:pt x="100511" y="28575"/>
                  <a:pt x="95250" y="28575"/>
                </a:cubicBezTo>
                <a:close/>
                <a:moveTo>
                  <a:pt x="140946" y="11755"/>
                </a:moveTo>
                <a:cubicBezTo>
                  <a:pt x="143146" y="10412"/>
                  <a:pt x="147091" y="11301"/>
                  <a:pt x="152399" y="13077"/>
                </a:cubicBezTo>
                <a:cubicBezTo>
                  <a:pt x="171449" y="19338"/>
                  <a:pt x="171449" y="35748"/>
                  <a:pt x="171449" y="76200"/>
                </a:cubicBezTo>
                <a:cubicBezTo>
                  <a:pt x="171449" y="116650"/>
                  <a:pt x="171449" y="133061"/>
                  <a:pt x="152399" y="139322"/>
                </a:cubicBezTo>
                <a:cubicBezTo>
                  <a:pt x="141349" y="142875"/>
                  <a:pt x="136616" y="142875"/>
                  <a:pt x="139967" y="128588"/>
                </a:cubicBezTo>
                <a:cubicBezTo>
                  <a:pt x="140814" y="124980"/>
                  <a:pt x="141381" y="121166"/>
                  <a:pt x="141783" y="117196"/>
                </a:cubicBezTo>
                <a:cubicBezTo>
                  <a:pt x="142874" y="106445"/>
                  <a:pt x="142874" y="92951"/>
                  <a:pt x="142874" y="76698"/>
                </a:cubicBezTo>
                <a:lnTo>
                  <a:pt x="142874" y="75701"/>
                </a:lnTo>
                <a:cubicBezTo>
                  <a:pt x="142874" y="59448"/>
                  <a:pt x="142874" y="45954"/>
                  <a:pt x="141783" y="35204"/>
                </a:cubicBezTo>
                <a:cubicBezTo>
                  <a:pt x="141381" y="31233"/>
                  <a:pt x="140814" y="27420"/>
                  <a:pt x="139967" y="23812"/>
                </a:cubicBezTo>
                <a:cubicBezTo>
                  <a:pt x="138291" y="16669"/>
                  <a:pt x="138745" y="13097"/>
                  <a:pt x="140946" y="11755"/>
                </a:cubicBezTo>
                <a:close/>
                <a:moveTo>
                  <a:pt x="66675" y="0"/>
                </a:moveTo>
                <a:cubicBezTo>
                  <a:pt x="133350" y="0"/>
                  <a:pt x="133350" y="9525"/>
                  <a:pt x="133350" y="76200"/>
                </a:cubicBezTo>
                <a:cubicBezTo>
                  <a:pt x="133350" y="142875"/>
                  <a:pt x="133350" y="152400"/>
                  <a:pt x="66675" y="152400"/>
                </a:cubicBezTo>
                <a:cubicBezTo>
                  <a:pt x="0" y="152400"/>
                  <a:pt x="0" y="142875"/>
                  <a:pt x="0" y="76200"/>
                </a:cubicBezTo>
                <a:cubicBezTo>
                  <a:pt x="0" y="9525"/>
                  <a:pt x="0" y="0"/>
                  <a:pt x="66675" y="0"/>
                </a:cubicBezTo>
                <a:close/>
              </a:path>
            </a:pathLst>
          </a:custGeom>
          <a:solidFill>
            <a:srgbClr val="000000"/>
          </a:solidFill>
          <a:ln w="9525" cap="flat">
            <a:noFill/>
            <a:prstDash val="solid"/>
            <a:miter/>
          </a:ln>
        </p:spPr>
        <p:txBody>
          <a:bodyPr rtlCol="0" anchor="ctr"/>
          <a:lstStyle/>
          <a:p>
            <a:endParaRPr lang="ru-RU"/>
          </a:p>
        </p:txBody>
      </p:sp>
      <p:sp>
        <p:nvSpPr>
          <p:cNvPr id="1435" name="Полилиния: фигура 1434">
            <a:extLst>
              <a:ext uri="{FF2B5EF4-FFF2-40B4-BE49-F238E27FC236}">
                <a16:creationId xmlns:a16="http://schemas.microsoft.com/office/drawing/2014/main" id="{3A406EDF-6967-FE16-9EFC-A133B5C93DC9}"/>
              </a:ext>
            </a:extLst>
          </p:cNvPr>
          <p:cNvSpPr/>
          <p:nvPr/>
        </p:nvSpPr>
        <p:spPr>
          <a:xfrm>
            <a:off x="6563381" y="5100761"/>
            <a:ext cx="152400" cy="171450"/>
          </a:xfrm>
          <a:custGeom>
            <a:avLst/>
            <a:gdLst>
              <a:gd name="connsiteX0" fmla="*/ 123825 w 152400"/>
              <a:gd name="connsiteY0" fmla="*/ 0 h 171450"/>
              <a:gd name="connsiteX1" fmla="*/ 152400 w 152400"/>
              <a:gd name="connsiteY1" fmla="*/ 28575 h 171450"/>
              <a:gd name="connsiteX2" fmla="*/ 127588 w 152400"/>
              <a:gd name="connsiteY2" fmla="*/ 56979 h 171450"/>
              <a:gd name="connsiteX3" fmla="*/ 117451 w 152400"/>
              <a:gd name="connsiteY3" fmla="*/ 76618 h 171450"/>
              <a:gd name="connsiteX4" fmla="*/ 87791 w 152400"/>
              <a:gd name="connsiteY4" fmla="*/ 91848 h 171450"/>
              <a:gd name="connsiteX5" fmla="*/ 59216 w 152400"/>
              <a:gd name="connsiteY5" fmla="*/ 98198 h 171450"/>
              <a:gd name="connsiteX6" fmla="*/ 41305 w 152400"/>
              <a:gd name="connsiteY6" fmla="*/ 105448 h 171450"/>
              <a:gd name="connsiteX7" fmla="*/ 38396 w 152400"/>
              <a:gd name="connsiteY7" fmla="*/ 115581 h 171450"/>
              <a:gd name="connsiteX8" fmla="*/ 57150 w 152400"/>
              <a:gd name="connsiteY8" fmla="*/ 142875 h 171450"/>
              <a:gd name="connsiteX9" fmla="*/ 28575 w 152400"/>
              <a:gd name="connsiteY9" fmla="*/ 171450 h 171450"/>
              <a:gd name="connsiteX10" fmla="*/ 0 w 152400"/>
              <a:gd name="connsiteY10" fmla="*/ 142875 h 171450"/>
              <a:gd name="connsiteX11" fmla="*/ 19290 w 152400"/>
              <a:gd name="connsiteY11" fmla="*/ 115434 h 171450"/>
              <a:gd name="connsiteX12" fmla="*/ 19706 w 152400"/>
              <a:gd name="connsiteY12" fmla="*/ 111104 h 171450"/>
              <a:gd name="connsiteX13" fmla="*/ 26561 w 152400"/>
              <a:gd name="connsiteY13" fmla="*/ 93385 h 171450"/>
              <a:gd name="connsiteX14" fmla="*/ 38100 w 152400"/>
              <a:gd name="connsiteY14" fmla="*/ 84837 h 171450"/>
              <a:gd name="connsiteX15" fmla="*/ 55084 w 152400"/>
              <a:gd name="connsiteY15" fmla="*/ 79601 h 171450"/>
              <a:gd name="connsiteX16" fmla="*/ 83659 w 152400"/>
              <a:gd name="connsiteY16" fmla="*/ 73251 h 171450"/>
              <a:gd name="connsiteX17" fmla="*/ 103291 w 152400"/>
              <a:gd name="connsiteY17" fmla="*/ 63874 h 171450"/>
              <a:gd name="connsiteX18" fmla="*/ 108670 w 152400"/>
              <a:gd name="connsiteY18" fmla="*/ 53752 h 171450"/>
              <a:gd name="connsiteX19" fmla="*/ 95250 w 152400"/>
              <a:gd name="connsiteY19" fmla="*/ 28575 h 171450"/>
              <a:gd name="connsiteX20" fmla="*/ 123825 w 152400"/>
              <a:gd name="connsiteY20" fmla="*/ 0 h 171450"/>
              <a:gd name="connsiteX21" fmla="*/ 28575 w 152400"/>
              <a:gd name="connsiteY21" fmla="*/ 0 h 171450"/>
              <a:gd name="connsiteX22" fmla="*/ 57150 w 152400"/>
              <a:gd name="connsiteY22" fmla="*/ 28575 h 171450"/>
              <a:gd name="connsiteX23" fmla="*/ 38100 w 152400"/>
              <a:gd name="connsiteY23" fmla="*/ 55951 h 171450"/>
              <a:gd name="connsiteX24" fmla="*/ 38100 w 152400"/>
              <a:gd name="connsiteY24" fmla="*/ 66675 h 171450"/>
              <a:gd name="connsiteX25" fmla="*/ 28575 w 152400"/>
              <a:gd name="connsiteY25" fmla="*/ 79169 h 171450"/>
              <a:gd name="connsiteX26" fmla="*/ 19050 w 152400"/>
              <a:gd name="connsiteY26" fmla="*/ 76200 h 171450"/>
              <a:gd name="connsiteX27" fmla="*/ 19050 w 152400"/>
              <a:gd name="connsiteY27" fmla="*/ 55951 h 171450"/>
              <a:gd name="connsiteX28" fmla="*/ 0 w 152400"/>
              <a:gd name="connsiteY28" fmla="*/ 28575 h 171450"/>
              <a:gd name="connsiteX29" fmla="*/ 28575 w 152400"/>
              <a:gd name="connsiteY29"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2400" h="171450">
                <a:moveTo>
                  <a:pt x="123825" y="0"/>
                </a:moveTo>
                <a:cubicBezTo>
                  <a:pt x="141555" y="0"/>
                  <a:pt x="152400" y="10845"/>
                  <a:pt x="152400" y="28575"/>
                </a:cubicBezTo>
                <a:cubicBezTo>
                  <a:pt x="152400" y="45013"/>
                  <a:pt x="143077" y="55533"/>
                  <a:pt x="127588" y="56979"/>
                </a:cubicBezTo>
                <a:cubicBezTo>
                  <a:pt x="125563" y="64212"/>
                  <a:pt x="122571" y="70930"/>
                  <a:pt x="117451" y="76618"/>
                </a:cubicBezTo>
                <a:cubicBezTo>
                  <a:pt x="110512" y="84329"/>
                  <a:pt x="100759" y="88965"/>
                  <a:pt x="87791" y="91848"/>
                </a:cubicBezTo>
                <a:lnTo>
                  <a:pt x="59216" y="98198"/>
                </a:lnTo>
                <a:cubicBezTo>
                  <a:pt x="47209" y="100866"/>
                  <a:pt x="43177" y="103160"/>
                  <a:pt x="41305" y="105448"/>
                </a:cubicBezTo>
                <a:cubicBezTo>
                  <a:pt x="39988" y="107057"/>
                  <a:pt x="38898" y="109703"/>
                  <a:pt x="38396" y="115581"/>
                </a:cubicBezTo>
                <a:cubicBezTo>
                  <a:pt x="50225" y="118936"/>
                  <a:pt x="57150" y="128708"/>
                  <a:pt x="57150" y="142875"/>
                </a:cubicBezTo>
                <a:cubicBezTo>
                  <a:pt x="57150" y="160605"/>
                  <a:pt x="46305" y="171450"/>
                  <a:pt x="28575" y="171450"/>
                </a:cubicBezTo>
                <a:cubicBezTo>
                  <a:pt x="10845" y="171450"/>
                  <a:pt x="0" y="160605"/>
                  <a:pt x="0" y="142875"/>
                </a:cubicBezTo>
                <a:cubicBezTo>
                  <a:pt x="0" y="128495"/>
                  <a:pt x="7135" y="118643"/>
                  <a:pt x="19290" y="115434"/>
                </a:cubicBezTo>
                <a:cubicBezTo>
                  <a:pt x="19389" y="113963"/>
                  <a:pt x="19524" y="112518"/>
                  <a:pt x="19706" y="111104"/>
                </a:cubicBezTo>
                <a:cubicBezTo>
                  <a:pt x="20568" y="104390"/>
                  <a:pt x="22484" y="98368"/>
                  <a:pt x="26561" y="93385"/>
                </a:cubicBezTo>
                <a:cubicBezTo>
                  <a:pt x="29631" y="89632"/>
                  <a:pt x="33558" y="86926"/>
                  <a:pt x="38100" y="84837"/>
                </a:cubicBezTo>
                <a:cubicBezTo>
                  <a:pt x="43118" y="82531"/>
                  <a:pt x="48887" y="80979"/>
                  <a:pt x="55084" y="79601"/>
                </a:cubicBezTo>
                <a:lnTo>
                  <a:pt x="83659" y="73251"/>
                </a:lnTo>
                <a:cubicBezTo>
                  <a:pt x="94503" y="70841"/>
                  <a:pt x="99991" y="67541"/>
                  <a:pt x="103291" y="63874"/>
                </a:cubicBezTo>
                <a:cubicBezTo>
                  <a:pt x="105527" y="61389"/>
                  <a:pt x="107245" y="58209"/>
                  <a:pt x="108670" y="53752"/>
                </a:cubicBezTo>
                <a:cubicBezTo>
                  <a:pt x="100121" y="49247"/>
                  <a:pt x="95250" y="40457"/>
                  <a:pt x="95250" y="28575"/>
                </a:cubicBezTo>
                <a:cubicBezTo>
                  <a:pt x="95250" y="10845"/>
                  <a:pt x="106095" y="0"/>
                  <a:pt x="123825" y="0"/>
                </a:cubicBezTo>
                <a:close/>
                <a:moveTo>
                  <a:pt x="28575" y="0"/>
                </a:moveTo>
                <a:cubicBezTo>
                  <a:pt x="46305" y="0"/>
                  <a:pt x="57150" y="10845"/>
                  <a:pt x="57150" y="28575"/>
                </a:cubicBezTo>
                <a:cubicBezTo>
                  <a:pt x="57150" y="42860"/>
                  <a:pt x="50110" y="52676"/>
                  <a:pt x="38100" y="55951"/>
                </a:cubicBezTo>
                <a:lnTo>
                  <a:pt x="38100" y="66675"/>
                </a:lnTo>
                <a:cubicBezTo>
                  <a:pt x="38100" y="75629"/>
                  <a:pt x="35880" y="74587"/>
                  <a:pt x="28575" y="79169"/>
                </a:cubicBezTo>
                <a:cubicBezTo>
                  <a:pt x="17709" y="85984"/>
                  <a:pt x="19050" y="90488"/>
                  <a:pt x="19050" y="76200"/>
                </a:cubicBezTo>
                <a:lnTo>
                  <a:pt x="19050" y="55951"/>
                </a:lnTo>
                <a:cubicBezTo>
                  <a:pt x="7040" y="52676"/>
                  <a:pt x="0" y="42860"/>
                  <a:pt x="0" y="28575"/>
                </a:cubicBezTo>
                <a:cubicBezTo>
                  <a:pt x="0" y="10845"/>
                  <a:pt x="10845" y="0"/>
                  <a:pt x="28575" y="0"/>
                </a:cubicBezTo>
                <a:close/>
              </a:path>
            </a:pathLst>
          </a:custGeom>
          <a:solidFill>
            <a:srgbClr val="000000"/>
          </a:solidFill>
          <a:ln w="9525" cap="flat">
            <a:noFill/>
            <a:prstDash val="solid"/>
            <a:miter/>
          </a:ln>
        </p:spPr>
        <p:txBody>
          <a:bodyPr rtlCol="0" anchor="ctr"/>
          <a:lstStyle/>
          <a:p>
            <a:endParaRPr lang="ru-RU"/>
          </a:p>
        </p:txBody>
      </p:sp>
      <p:sp>
        <p:nvSpPr>
          <p:cNvPr id="1198" name="Рисунок 783">
            <a:extLst>
              <a:ext uri="{FF2B5EF4-FFF2-40B4-BE49-F238E27FC236}">
                <a16:creationId xmlns:a16="http://schemas.microsoft.com/office/drawing/2014/main" id="{08A224CE-5DC4-1DE3-FD27-ACDC133F64F7}"/>
              </a:ext>
            </a:extLst>
          </p:cNvPr>
          <p:cNvSpPr/>
          <p:nvPr/>
        </p:nvSpPr>
        <p:spPr>
          <a:xfrm>
            <a:off x="6553856" y="5610926"/>
            <a:ext cx="171450" cy="152400"/>
          </a:xfrm>
          <a:custGeom>
            <a:avLst/>
            <a:gdLst>
              <a:gd name="connsiteX0" fmla="*/ 38100 w 171450"/>
              <a:gd name="connsiteY0" fmla="*/ 0 h 152400"/>
              <a:gd name="connsiteX1" fmla="*/ 0 w 171450"/>
              <a:gd name="connsiteY1" fmla="*/ 95250 h 152400"/>
              <a:gd name="connsiteX2" fmla="*/ 85725 w 171450"/>
              <a:gd name="connsiteY2" fmla="*/ 152400 h 152400"/>
              <a:gd name="connsiteX3" fmla="*/ 171450 w 171450"/>
              <a:gd name="connsiteY3" fmla="*/ 95250 h 152400"/>
              <a:gd name="connsiteX4" fmla="*/ 123351 w 171450"/>
              <a:gd name="connsiteY4" fmla="*/ 40440 h 152400"/>
              <a:gd name="connsiteX5" fmla="*/ 40067 w 171450"/>
              <a:gd name="connsiteY5" fmla="*/ 41919 h 152400"/>
              <a:gd name="connsiteX6" fmla="*/ 28575 w 171450"/>
              <a:gd name="connsiteY6" fmla="*/ 61911 h 152400"/>
              <a:gd name="connsiteX7" fmla="*/ 28575 w 171450"/>
              <a:gd name="connsiteY7" fmla="*/ 109536 h 152400"/>
              <a:gd name="connsiteX8" fmla="*/ 23813 w 171450"/>
              <a:gd name="connsiteY8" fmla="*/ 114298 h 152400"/>
              <a:gd name="connsiteX9" fmla="*/ 19050 w 171450"/>
              <a:gd name="connsiteY9" fmla="*/ 109536 h 152400"/>
              <a:gd name="connsiteX10" fmla="*/ 19050 w 171450"/>
              <a:gd name="connsiteY10" fmla="*/ 61911 h 152400"/>
              <a:gd name="connsiteX11" fmla="*/ 25662 w 171450"/>
              <a:gd name="connsiteY11" fmla="*/ 38283 h 152400"/>
              <a:gd name="connsiteX12" fmla="*/ 49163 w 171450"/>
              <a:gd name="connsiteY12" fmla="*/ 30803 h 152400"/>
              <a:gd name="connsiteX13" fmla="*/ 50003 w 171450"/>
              <a:gd name="connsiteY13" fmla="*/ 30707 h 152400"/>
              <a:gd name="connsiteX14" fmla="*/ 90488 w 171450"/>
              <a:gd name="connsiteY14" fmla="*/ 28575 h 152400"/>
              <a:gd name="connsiteX15" fmla="*/ 94655 w 171450"/>
              <a:gd name="connsiteY15" fmla="*/ 23217 h 152400"/>
              <a:gd name="connsiteX16" fmla="*/ 38100 w 171450"/>
              <a:gd name="connsiteY16" fmla="*/ 0 h 152400"/>
              <a:gd name="connsiteX17" fmla="*/ 77391 w 171450"/>
              <a:gd name="connsiteY17" fmla="*/ 85200 h 152400"/>
              <a:gd name="connsiteX18" fmla="*/ 95250 w 171450"/>
              <a:gd name="connsiteY18" fmla="*/ 66680 h 152400"/>
              <a:gd name="connsiteX19" fmla="*/ 113109 w 171450"/>
              <a:gd name="connsiteY19" fmla="*/ 85200 h 152400"/>
              <a:gd name="connsiteX20" fmla="*/ 95250 w 171450"/>
              <a:gd name="connsiteY20" fmla="*/ 103721 h 152400"/>
              <a:gd name="connsiteX21" fmla="*/ 77391 w 171450"/>
              <a:gd name="connsiteY21" fmla="*/ 85200 h 152400"/>
              <a:gd name="connsiteX22" fmla="*/ 84210 w 171450"/>
              <a:gd name="connsiteY22" fmla="*/ 108809 h 152400"/>
              <a:gd name="connsiteX23" fmla="*/ 95250 w 171450"/>
              <a:gd name="connsiteY23" fmla="*/ 111129 h 152400"/>
              <a:gd name="connsiteX24" fmla="*/ 106281 w 171450"/>
              <a:gd name="connsiteY24" fmla="*/ 108805 h 152400"/>
              <a:gd name="connsiteX25" fmla="*/ 111323 w 171450"/>
              <a:gd name="connsiteY25" fmla="*/ 107425 h 152400"/>
              <a:gd name="connsiteX26" fmla="*/ 123825 w 171450"/>
              <a:gd name="connsiteY26" fmla="*/ 120390 h 152400"/>
              <a:gd name="connsiteX27" fmla="*/ 95219 w 171450"/>
              <a:gd name="connsiteY27" fmla="*/ 133355 h 152400"/>
              <a:gd name="connsiteX28" fmla="*/ 66675 w 171450"/>
              <a:gd name="connsiteY28" fmla="*/ 120390 h 152400"/>
              <a:gd name="connsiteX29" fmla="*/ 79177 w 171450"/>
              <a:gd name="connsiteY29" fmla="*/ 107425 h 152400"/>
              <a:gd name="connsiteX30" fmla="*/ 84210 w 171450"/>
              <a:gd name="connsiteY30" fmla="*/ 10880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450" h="152400">
                <a:moveTo>
                  <a:pt x="38100" y="0"/>
                </a:moveTo>
                <a:cubicBezTo>
                  <a:pt x="0" y="0"/>
                  <a:pt x="0" y="9524"/>
                  <a:pt x="0" y="95250"/>
                </a:cubicBezTo>
                <a:cubicBezTo>
                  <a:pt x="0" y="142873"/>
                  <a:pt x="9525" y="152400"/>
                  <a:pt x="85725" y="152400"/>
                </a:cubicBezTo>
                <a:cubicBezTo>
                  <a:pt x="161925" y="152400"/>
                  <a:pt x="171450" y="142873"/>
                  <a:pt x="171450" y="95250"/>
                </a:cubicBezTo>
                <a:cubicBezTo>
                  <a:pt x="171450" y="47626"/>
                  <a:pt x="156830" y="44861"/>
                  <a:pt x="123351" y="40440"/>
                </a:cubicBezTo>
                <a:cubicBezTo>
                  <a:pt x="92811" y="36406"/>
                  <a:pt x="63613" y="37835"/>
                  <a:pt x="40067" y="41919"/>
                </a:cubicBezTo>
                <a:cubicBezTo>
                  <a:pt x="29332" y="44408"/>
                  <a:pt x="28575" y="51501"/>
                  <a:pt x="28575" y="61911"/>
                </a:cubicBezTo>
                <a:lnTo>
                  <a:pt x="28575" y="109536"/>
                </a:lnTo>
                <a:cubicBezTo>
                  <a:pt x="28575" y="112167"/>
                  <a:pt x="26443" y="114298"/>
                  <a:pt x="23813" y="114298"/>
                </a:cubicBezTo>
                <a:cubicBezTo>
                  <a:pt x="21182" y="114298"/>
                  <a:pt x="19050" y="112167"/>
                  <a:pt x="19050" y="109536"/>
                </a:cubicBezTo>
                <a:lnTo>
                  <a:pt x="19050" y="61911"/>
                </a:lnTo>
                <a:cubicBezTo>
                  <a:pt x="19050" y="51894"/>
                  <a:pt x="19727" y="43670"/>
                  <a:pt x="25662" y="38283"/>
                </a:cubicBezTo>
                <a:cubicBezTo>
                  <a:pt x="31692" y="32809"/>
                  <a:pt x="41347" y="31701"/>
                  <a:pt x="49163" y="30803"/>
                </a:cubicBezTo>
                <a:cubicBezTo>
                  <a:pt x="49445" y="30771"/>
                  <a:pt x="49725" y="30739"/>
                  <a:pt x="50003" y="30707"/>
                </a:cubicBezTo>
                <a:cubicBezTo>
                  <a:pt x="61926" y="29085"/>
                  <a:pt x="72665" y="28575"/>
                  <a:pt x="90488" y="28575"/>
                </a:cubicBezTo>
                <a:cubicBezTo>
                  <a:pt x="95403" y="28575"/>
                  <a:pt x="96446" y="26256"/>
                  <a:pt x="94655" y="23217"/>
                </a:cubicBezTo>
                <a:cubicBezTo>
                  <a:pt x="80963" y="0"/>
                  <a:pt x="76194" y="0"/>
                  <a:pt x="38100" y="0"/>
                </a:cubicBezTo>
                <a:close/>
                <a:moveTo>
                  <a:pt x="77391" y="85200"/>
                </a:moveTo>
                <a:cubicBezTo>
                  <a:pt x="77391" y="74088"/>
                  <a:pt x="84534" y="66680"/>
                  <a:pt x="95250" y="66680"/>
                </a:cubicBezTo>
                <a:cubicBezTo>
                  <a:pt x="105966" y="66680"/>
                  <a:pt x="113109" y="74088"/>
                  <a:pt x="113109" y="85200"/>
                </a:cubicBezTo>
                <a:cubicBezTo>
                  <a:pt x="113109" y="96313"/>
                  <a:pt x="105966" y="103721"/>
                  <a:pt x="95250" y="103721"/>
                </a:cubicBezTo>
                <a:cubicBezTo>
                  <a:pt x="84534" y="103721"/>
                  <a:pt x="77391" y="96313"/>
                  <a:pt x="77391" y="85200"/>
                </a:cubicBezTo>
                <a:close/>
                <a:moveTo>
                  <a:pt x="84210" y="108809"/>
                </a:moveTo>
                <a:cubicBezTo>
                  <a:pt x="86365" y="109862"/>
                  <a:pt x="88964" y="111129"/>
                  <a:pt x="95250" y="111129"/>
                </a:cubicBezTo>
                <a:cubicBezTo>
                  <a:pt x="101527" y="111129"/>
                  <a:pt x="104127" y="109859"/>
                  <a:pt x="106281" y="108805"/>
                </a:cubicBezTo>
                <a:cubicBezTo>
                  <a:pt x="107804" y="108061"/>
                  <a:pt x="109104" y="107425"/>
                  <a:pt x="111323" y="107425"/>
                </a:cubicBezTo>
                <a:cubicBezTo>
                  <a:pt x="114895" y="107425"/>
                  <a:pt x="123825" y="116686"/>
                  <a:pt x="123825" y="120390"/>
                </a:cubicBezTo>
                <a:cubicBezTo>
                  <a:pt x="123825" y="124094"/>
                  <a:pt x="114833" y="133355"/>
                  <a:pt x="95219" y="133355"/>
                </a:cubicBezTo>
                <a:cubicBezTo>
                  <a:pt x="75605" y="133355"/>
                  <a:pt x="66675" y="124094"/>
                  <a:pt x="66675" y="120390"/>
                </a:cubicBezTo>
                <a:cubicBezTo>
                  <a:pt x="66675" y="116686"/>
                  <a:pt x="75605" y="107414"/>
                  <a:pt x="79177" y="107425"/>
                </a:cubicBezTo>
                <a:cubicBezTo>
                  <a:pt x="81391" y="107433"/>
                  <a:pt x="82690" y="108067"/>
                  <a:pt x="84210" y="108809"/>
                </a:cubicBezTo>
                <a:close/>
              </a:path>
            </a:pathLst>
          </a:custGeom>
          <a:solidFill>
            <a:srgbClr val="000000"/>
          </a:solidFill>
          <a:ln w="9525" cap="flat">
            <a:noFill/>
            <a:prstDash val="solid"/>
            <a:miter/>
          </a:ln>
        </p:spPr>
        <p:txBody>
          <a:bodyPr rtlCol="0" anchor="ctr"/>
          <a:lstStyle/>
          <a:p>
            <a:endParaRPr lang="ru-RU"/>
          </a:p>
        </p:txBody>
      </p:sp>
      <p:sp>
        <p:nvSpPr>
          <p:cNvPr id="1400" name="Полилиния: фигура 1399">
            <a:extLst>
              <a:ext uri="{FF2B5EF4-FFF2-40B4-BE49-F238E27FC236}">
                <a16:creationId xmlns:a16="http://schemas.microsoft.com/office/drawing/2014/main" id="{389D5C0F-A9E9-4361-A97A-4582CD0F7605}"/>
              </a:ext>
            </a:extLst>
          </p:cNvPr>
          <p:cNvSpPr/>
          <p:nvPr/>
        </p:nvSpPr>
        <p:spPr>
          <a:xfrm>
            <a:off x="6954065" y="846816"/>
            <a:ext cx="200026" cy="161926"/>
          </a:xfrm>
          <a:custGeom>
            <a:avLst/>
            <a:gdLst>
              <a:gd name="connsiteX0" fmla="*/ 161926 w 200026"/>
              <a:gd name="connsiteY0" fmla="*/ 123826 h 161926"/>
              <a:gd name="connsiteX1" fmla="*/ 152401 w 200026"/>
              <a:gd name="connsiteY1" fmla="*/ 133351 h 161926"/>
              <a:gd name="connsiteX2" fmla="*/ 161926 w 200026"/>
              <a:gd name="connsiteY2" fmla="*/ 142876 h 161926"/>
              <a:gd name="connsiteX3" fmla="*/ 171451 w 200026"/>
              <a:gd name="connsiteY3" fmla="*/ 133351 h 161926"/>
              <a:gd name="connsiteX4" fmla="*/ 161926 w 200026"/>
              <a:gd name="connsiteY4" fmla="*/ 123826 h 161926"/>
              <a:gd name="connsiteX5" fmla="*/ 57151 w 200026"/>
              <a:gd name="connsiteY5" fmla="*/ 123826 h 161926"/>
              <a:gd name="connsiteX6" fmla="*/ 47626 w 200026"/>
              <a:gd name="connsiteY6" fmla="*/ 133351 h 161926"/>
              <a:gd name="connsiteX7" fmla="*/ 57151 w 200026"/>
              <a:gd name="connsiteY7" fmla="*/ 142876 h 161926"/>
              <a:gd name="connsiteX8" fmla="*/ 66676 w 200026"/>
              <a:gd name="connsiteY8" fmla="*/ 133351 h 161926"/>
              <a:gd name="connsiteX9" fmla="*/ 57151 w 200026"/>
              <a:gd name="connsiteY9" fmla="*/ 123826 h 161926"/>
              <a:gd name="connsiteX10" fmla="*/ 104776 w 200026"/>
              <a:gd name="connsiteY10" fmla="*/ 9825 h 161926"/>
              <a:gd name="connsiteX11" fmla="*/ 142876 w 200026"/>
              <a:gd name="connsiteY11" fmla="*/ 28576 h 161926"/>
              <a:gd name="connsiteX12" fmla="*/ 133351 w 200026"/>
              <a:gd name="connsiteY12" fmla="*/ 38971 h 161926"/>
              <a:gd name="connsiteX13" fmla="*/ 120824 w 200026"/>
              <a:gd name="connsiteY13" fmla="*/ 45446 h 161926"/>
              <a:gd name="connsiteX14" fmla="*/ 114301 w 200026"/>
              <a:gd name="connsiteY14" fmla="*/ 66229 h 161926"/>
              <a:gd name="connsiteX15" fmla="*/ 114301 w 200026"/>
              <a:gd name="connsiteY15" fmla="*/ 90488 h 161926"/>
              <a:gd name="connsiteX16" fmla="*/ 119063 w 200026"/>
              <a:gd name="connsiteY16" fmla="*/ 95251 h 161926"/>
              <a:gd name="connsiteX17" fmla="*/ 123826 w 200026"/>
              <a:gd name="connsiteY17" fmla="*/ 90488 h 161926"/>
              <a:gd name="connsiteX18" fmla="*/ 123826 w 200026"/>
              <a:gd name="connsiteY18" fmla="*/ 66676 h 161926"/>
              <a:gd name="connsiteX19" fmla="*/ 142876 w 200026"/>
              <a:gd name="connsiteY19" fmla="*/ 47626 h 161926"/>
              <a:gd name="connsiteX20" fmla="*/ 161926 w 200026"/>
              <a:gd name="connsiteY20" fmla="*/ 47626 h 161926"/>
              <a:gd name="connsiteX21" fmla="*/ 185738 w 200026"/>
              <a:gd name="connsiteY21" fmla="*/ 66676 h 161926"/>
              <a:gd name="connsiteX22" fmla="*/ 189535 w 200026"/>
              <a:gd name="connsiteY22" fmla="*/ 72231 h 161926"/>
              <a:gd name="connsiteX23" fmla="*/ 200026 w 200026"/>
              <a:gd name="connsiteY23" fmla="*/ 95251 h 161926"/>
              <a:gd name="connsiteX24" fmla="*/ 200026 w 200026"/>
              <a:gd name="connsiteY24" fmla="*/ 133351 h 161926"/>
              <a:gd name="connsiteX25" fmla="*/ 188902 w 200026"/>
              <a:gd name="connsiteY25" fmla="*/ 142799 h 161926"/>
              <a:gd name="connsiteX26" fmla="*/ 161926 w 200026"/>
              <a:gd name="connsiteY26" fmla="*/ 161926 h 161926"/>
              <a:gd name="connsiteX27" fmla="*/ 134977 w 200026"/>
              <a:gd name="connsiteY27" fmla="*/ 142876 h 161926"/>
              <a:gd name="connsiteX28" fmla="*/ 84100 w 200026"/>
              <a:gd name="connsiteY28" fmla="*/ 142876 h 161926"/>
              <a:gd name="connsiteX29" fmla="*/ 57151 w 200026"/>
              <a:gd name="connsiteY29" fmla="*/ 161926 h 161926"/>
              <a:gd name="connsiteX30" fmla="*/ 30181 w 200026"/>
              <a:gd name="connsiteY30" fmla="*/ 142816 h 161926"/>
              <a:gd name="connsiteX31" fmla="*/ 9526 w 200026"/>
              <a:gd name="connsiteY31" fmla="*/ 104776 h 161926"/>
              <a:gd name="connsiteX32" fmla="*/ 9525 w 200026"/>
              <a:gd name="connsiteY32" fmla="*/ 103971 h 161926"/>
              <a:gd name="connsiteX33" fmla="*/ 33338 w 200026"/>
              <a:gd name="connsiteY33" fmla="*/ 85726 h 161926"/>
              <a:gd name="connsiteX34" fmla="*/ 85726 w 200026"/>
              <a:gd name="connsiteY34" fmla="*/ 33338 h 161926"/>
              <a:gd name="connsiteX35" fmla="*/ 85512 w 200026"/>
              <a:gd name="connsiteY35" fmla="*/ 28576 h 161926"/>
              <a:gd name="connsiteX36" fmla="*/ 104776 w 200026"/>
              <a:gd name="connsiteY36" fmla="*/ 9825 h 161926"/>
              <a:gd name="connsiteX37" fmla="*/ 33337 w 200026"/>
              <a:gd name="connsiteY37" fmla="*/ 9525 h 161926"/>
              <a:gd name="connsiteX38" fmla="*/ 28575 w 200026"/>
              <a:gd name="connsiteY38" fmla="*/ 14288 h 161926"/>
              <a:gd name="connsiteX39" fmla="*/ 28575 w 200026"/>
              <a:gd name="connsiteY39" fmla="*/ 33338 h 161926"/>
              <a:gd name="connsiteX40" fmla="*/ 29970 w 200026"/>
              <a:gd name="connsiteY40" fmla="*/ 36705 h 161926"/>
              <a:gd name="connsiteX41" fmla="*/ 39495 w 200026"/>
              <a:gd name="connsiteY41" fmla="*/ 46230 h 161926"/>
              <a:gd name="connsiteX42" fmla="*/ 46230 w 200026"/>
              <a:gd name="connsiteY42" fmla="*/ 46230 h 161926"/>
              <a:gd name="connsiteX43" fmla="*/ 46230 w 200026"/>
              <a:gd name="connsiteY43" fmla="*/ 39495 h 161926"/>
              <a:gd name="connsiteX44" fmla="*/ 38100 w 200026"/>
              <a:gd name="connsiteY44" fmla="*/ 31365 h 161926"/>
              <a:gd name="connsiteX45" fmla="*/ 38100 w 200026"/>
              <a:gd name="connsiteY45" fmla="*/ 14288 h 161926"/>
              <a:gd name="connsiteX46" fmla="*/ 33337 w 200026"/>
              <a:gd name="connsiteY46" fmla="*/ 9525 h 161926"/>
              <a:gd name="connsiteX47" fmla="*/ 33337 w 200026"/>
              <a:gd name="connsiteY47" fmla="*/ 0 h 161926"/>
              <a:gd name="connsiteX48" fmla="*/ 66675 w 200026"/>
              <a:gd name="connsiteY48" fmla="*/ 33338 h 161926"/>
              <a:gd name="connsiteX49" fmla="*/ 33337 w 200026"/>
              <a:gd name="connsiteY49" fmla="*/ 66675 h 161926"/>
              <a:gd name="connsiteX50" fmla="*/ 0 w 200026"/>
              <a:gd name="connsiteY50" fmla="*/ 33338 h 161926"/>
              <a:gd name="connsiteX51" fmla="*/ 33337 w 200026"/>
              <a:gd name="connsiteY51" fmla="*/ 0 h 16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00026" h="161926">
                <a:moveTo>
                  <a:pt x="161926" y="123826"/>
                </a:moveTo>
                <a:cubicBezTo>
                  <a:pt x="156665" y="123826"/>
                  <a:pt x="152401" y="128090"/>
                  <a:pt x="152401" y="133351"/>
                </a:cubicBezTo>
                <a:cubicBezTo>
                  <a:pt x="152401" y="138611"/>
                  <a:pt x="156665" y="142876"/>
                  <a:pt x="161926" y="142876"/>
                </a:cubicBezTo>
                <a:cubicBezTo>
                  <a:pt x="167186" y="142876"/>
                  <a:pt x="171451" y="138611"/>
                  <a:pt x="171451" y="133351"/>
                </a:cubicBezTo>
                <a:cubicBezTo>
                  <a:pt x="171451" y="128090"/>
                  <a:pt x="167186" y="123826"/>
                  <a:pt x="161926" y="123826"/>
                </a:cubicBezTo>
                <a:close/>
                <a:moveTo>
                  <a:pt x="57151" y="123826"/>
                </a:moveTo>
                <a:cubicBezTo>
                  <a:pt x="51890" y="123826"/>
                  <a:pt x="47626" y="128090"/>
                  <a:pt x="47626" y="133351"/>
                </a:cubicBezTo>
                <a:cubicBezTo>
                  <a:pt x="47626" y="138611"/>
                  <a:pt x="51890" y="142876"/>
                  <a:pt x="57151" y="142876"/>
                </a:cubicBezTo>
                <a:cubicBezTo>
                  <a:pt x="62411" y="142876"/>
                  <a:pt x="66676" y="138611"/>
                  <a:pt x="66676" y="133351"/>
                </a:cubicBezTo>
                <a:cubicBezTo>
                  <a:pt x="66676" y="128090"/>
                  <a:pt x="62411" y="123826"/>
                  <a:pt x="57151" y="123826"/>
                </a:cubicBezTo>
                <a:close/>
                <a:moveTo>
                  <a:pt x="104776" y="9825"/>
                </a:moveTo>
                <a:cubicBezTo>
                  <a:pt x="137526" y="10722"/>
                  <a:pt x="142876" y="14299"/>
                  <a:pt x="142876" y="28576"/>
                </a:cubicBezTo>
                <a:cubicBezTo>
                  <a:pt x="142876" y="33338"/>
                  <a:pt x="142876" y="37006"/>
                  <a:pt x="133351" y="38971"/>
                </a:cubicBezTo>
                <a:cubicBezTo>
                  <a:pt x="128250" y="40024"/>
                  <a:pt x="124029" y="42085"/>
                  <a:pt x="120824" y="45446"/>
                </a:cubicBezTo>
                <a:cubicBezTo>
                  <a:pt x="115843" y="50672"/>
                  <a:pt x="114301" y="58032"/>
                  <a:pt x="114301" y="66229"/>
                </a:cubicBezTo>
                <a:lnTo>
                  <a:pt x="114301" y="90488"/>
                </a:lnTo>
                <a:cubicBezTo>
                  <a:pt x="114301" y="93119"/>
                  <a:pt x="116432" y="95251"/>
                  <a:pt x="119063" y="95251"/>
                </a:cubicBezTo>
                <a:cubicBezTo>
                  <a:pt x="121693" y="95251"/>
                  <a:pt x="123826" y="93119"/>
                  <a:pt x="123826" y="90488"/>
                </a:cubicBezTo>
                <a:lnTo>
                  <a:pt x="123826" y="66676"/>
                </a:lnTo>
                <a:cubicBezTo>
                  <a:pt x="123826" y="52388"/>
                  <a:pt x="128588" y="47626"/>
                  <a:pt x="142876" y="47626"/>
                </a:cubicBezTo>
                <a:lnTo>
                  <a:pt x="161926" y="47626"/>
                </a:lnTo>
                <a:cubicBezTo>
                  <a:pt x="171451" y="47626"/>
                  <a:pt x="176213" y="52388"/>
                  <a:pt x="185738" y="66676"/>
                </a:cubicBezTo>
                <a:cubicBezTo>
                  <a:pt x="187034" y="68619"/>
                  <a:pt x="188311" y="70463"/>
                  <a:pt x="189535" y="72231"/>
                </a:cubicBezTo>
                <a:cubicBezTo>
                  <a:pt x="195369" y="80654"/>
                  <a:pt x="200026" y="87378"/>
                  <a:pt x="200026" y="95251"/>
                </a:cubicBezTo>
                <a:lnTo>
                  <a:pt x="200026" y="133351"/>
                </a:lnTo>
                <a:cubicBezTo>
                  <a:pt x="200026" y="142876"/>
                  <a:pt x="194721" y="142839"/>
                  <a:pt x="188902" y="142799"/>
                </a:cubicBezTo>
                <a:cubicBezTo>
                  <a:pt x="185000" y="153938"/>
                  <a:pt x="174396" y="161926"/>
                  <a:pt x="161926" y="161926"/>
                </a:cubicBezTo>
                <a:cubicBezTo>
                  <a:pt x="149484" y="161926"/>
                  <a:pt x="138899" y="153974"/>
                  <a:pt x="134977" y="142876"/>
                </a:cubicBezTo>
                <a:lnTo>
                  <a:pt x="84100" y="142876"/>
                </a:lnTo>
                <a:cubicBezTo>
                  <a:pt x="80177" y="153974"/>
                  <a:pt x="69592" y="161926"/>
                  <a:pt x="57151" y="161926"/>
                </a:cubicBezTo>
                <a:cubicBezTo>
                  <a:pt x="44687" y="161926"/>
                  <a:pt x="34086" y="153946"/>
                  <a:pt x="30181" y="142816"/>
                </a:cubicBezTo>
                <a:cubicBezTo>
                  <a:pt x="9526" y="142876"/>
                  <a:pt x="9526" y="132052"/>
                  <a:pt x="9526" y="104776"/>
                </a:cubicBezTo>
                <a:cubicBezTo>
                  <a:pt x="9526" y="104504"/>
                  <a:pt x="9526" y="104235"/>
                  <a:pt x="9525" y="103971"/>
                </a:cubicBezTo>
                <a:cubicBezTo>
                  <a:pt x="9517" y="90309"/>
                  <a:pt x="9514" y="85726"/>
                  <a:pt x="33338" y="85726"/>
                </a:cubicBezTo>
                <a:cubicBezTo>
                  <a:pt x="62271" y="85726"/>
                  <a:pt x="85726" y="62271"/>
                  <a:pt x="85726" y="33338"/>
                </a:cubicBezTo>
                <a:cubicBezTo>
                  <a:pt x="85726" y="31733"/>
                  <a:pt x="85654" y="30144"/>
                  <a:pt x="85512" y="28576"/>
                </a:cubicBezTo>
                <a:cubicBezTo>
                  <a:pt x="83822" y="9825"/>
                  <a:pt x="90488" y="9434"/>
                  <a:pt x="104776" y="9825"/>
                </a:cubicBezTo>
                <a:close/>
                <a:moveTo>
                  <a:pt x="33337" y="9525"/>
                </a:moveTo>
                <a:cubicBezTo>
                  <a:pt x="30707" y="9525"/>
                  <a:pt x="28575" y="11657"/>
                  <a:pt x="28575" y="14288"/>
                </a:cubicBezTo>
                <a:lnTo>
                  <a:pt x="28575" y="33338"/>
                </a:lnTo>
                <a:cubicBezTo>
                  <a:pt x="28575" y="34601"/>
                  <a:pt x="29077" y="35812"/>
                  <a:pt x="29970" y="36705"/>
                </a:cubicBezTo>
                <a:lnTo>
                  <a:pt x="39495" y="46230"/>
                </a:lnTo>
                <a:cubicBezTo>
                  <a:pt x="41355" y="48090"/>
                  <a:pt x="44370" y="48090"/>
                  <a:pt x="46230" y="46230"/>
                </a:cubicBezTo>
                <a:cubicBezTo>
                  <a:pt x="48090" y="44370"/>
                  <a:pt x="48090" y="41355"/>
                  <a:pt x="46230" y="39495"/>
                </a:cubicBezTo>
                <a:lnTo>
                  <a:pt x="38100" y="31365"/>
                </a:lnTo>
                <a:lnTo>
                  <a:pt x="38100" y="14288"/>
                </a:lnTo>
                <a:cubicBezTo>
                  <a:pt x="38100" y="11657"/>
                  <a:pt x="35968" y="9525"/>
                  <a:pt x="33337" y="9525"/>
                </a:cubicBezTo>
                <a:close/>
                <a:moveTo>
                  <a:pt x="33337" y="0"/>
                </a:moveTo>
                <a:cubicBezTo>
                  <a:pt x="51750" y="0"/>
                  <a:pt x="66675" y="14925"/>
                  <a:pt x="66675" y="33338"/>
                </a:cubicBezTo>
                <a:cubicBezTo>
                  <a:pt x="66675" y="51750"/>
                  <a:pt x="51750" y="66675"/>
                  <a:pt x="33337" y="66675"/>
                </a:cubicBezTo>
                <a:cubicBezTo>
                  <a:pt x="14925" y="66675"/>
                  <a:pt x="0" y="51750"/>
                  <a:pt x="0" y="33338"/>
                </a:cubicBezTo>
                <a:cubicBezTo>
                  <a:pt x="0" y="14925"/>
                  <a:pt x="14925" y="0"/>
                  <a:pt x="33337" y="0"/>
                </a:cubicBezTo>
                <a:close/>
              </a:path>
            </a:pathLst>
          </a:custGeom>
          <a:solidFill>
            <a:srgbClr val="000000"/>
          </a:solidFill>
          <a:ln w="9525" cap="flat">
            <a:noFill/>
            <a:prstDash val="solid"/>
            <a:miter/>
          </a:ln>
        </p:spPr>
        <p:txBody>
          <a:bodyPr rtlCol="0" anchor="ctr"/>
          <a:lstStyle/>
          <a:p>
            <a:endParaRPr lang="ru-RU"/>
          </a:p>
        </p:txBody>
      </p:sp>
      <p:sp>
        <p:nvSpPr>
          <p:cNvPr id="1403" name="Полилиния: фигура 1402">
            <a:extLst>
              <a:ext uri="{FF2B5EF4-FFF2-40B4-BE49-F238E27FC236}">
                <a16:creationId xmlns:a16="http://schemas.microsoft.com/office/drawing/2014/main" id="{E580A4C6-0492-723F-7C59-392939B56FC7}"/>
              </a:ext>
            </a:extLst>
          </p:cNvPr>
          <p:cNvSpPr/>
          <p:nvPr/>
        </p:nvSpPr>
        <p:spPr>
          <a:xfrm>
            <a:off x="6982641" y="1406163"/>
            <a:ext cx="152400" cy="152401"/>
          </a:xfrm>
          <a:custGeom>
            <a:avLst/>
            <a:gdLst>
              <a:gd name="connsiteX0" fmla="*/ 19049 w 152400"/>
              <a:gd name="connsiteY0" fmla="*/ 46530 h 152401"/>
              <a:gd name="connsiteX1" fmla="*/ 47624 w 152400"/>
              <a:gd name="connsiteY1" fmla="*/ 47544 h 152401"/>
              <a:gd name="connsiteX2" fmla="*/ 66674 w 152400"/>
              <a:gd name="connsiteY2" fmla="*/ 57150 h 152401"/>
              <a:gd name="connsiteX3" fmla="*/ 85724 w 152400"/>
              <a:gd name="connsiteY3" fmla="*/ 57150 h 152401"/>
              <a:gd name="connsiteX4" fmla="*/ 104774 w 152400"/>
              <a:gd name="connsiteY4" fmla="*/ 47544 h 152401"/>
              <a:gd name="connsiteX5" fmla="*/ 133349 w 152400"/>
              <a:gd name="connsiteY5" fmla="*/ 46530 h 152401"/>
              <a:gd name="connsiteX6" fmla="*/ 146236 w 152400"/>
              <a:gd name="connsiteY6" fmla="*/ 57151 h 152401"/>
              <a:gd name="connsiteX7" fmla="*/ 133349 w 152400"/>
              <a:gd name="connsiteY7" fmla="*/ 133350 h 152401"/>
              <a:gd name="connsiteX8" fmla="*/ 76199 w 152400"/>
              <a:gd name="connsiteY8" fmla="*/ 152401 h 152401"/>
              <a:gd name="connsiteX9" fmla="*/ 19049 w 152400"/>
              <a:gd name="connsiteY9" fmla="*/ 133350 h 152401"/>
              <a:gd name="connsiteX10" fmla="*/ 6163 w 152400"/>
              <a:gd name="connsiteY10" fmla="*/ 57151 h 152401"/>
              <a:gd name="connsiteX11" fmla="*/ 19049 w 152400"/>
              <a:gd name="connsiteY11" fmla="*/ 46530 h 152401"/>
              <a:gd name="connsiteX12" fmla="*/ 76200 w 152400"/>
              <a:gd name="connsiteY12" fmla="*/ 0 h 152401"/>
              <a:gd name="connsiteX13" fmla="*/ 152400 w 152400"/>
              <a:gd name="connsiteY13" fmla="*/ 19050 h 152401"/>
              <a:gd name="connsiteX14" fmla="*/ 76200 w 152400"/>
              <a:gd name="connsiteY14" fmla="*/ 38100 h 152401"/>
              <a:gd name="connsiteX15" fmla="*/ 0 w 152400"/>
              <a:gd name="connsiteY15" fmla="*/ 19050 h 152401"/>
              <a:gd name="connsiteX16" fmla="*/ 76200 w 152400"/>
              <a:gd name="connsiteY16" fmla="*/ 0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0" h="152401">
                <a:moveTo>
                  <a:pt x="19049" y="46530"/>
                </a:moveTo>
                <a:cubicBezTo>
                  <a:pt x="27002" y="47188"/>
                  <a:pt x="36251" y="47433"/>
                  <a:pt x="47624" y="47544"/>
                </a:cubicBezTo>
                <a:cubicBezTo>
                  <a:pt x="59705" y="47662"/>
                  <a:pt x="57001" y="57150"/>
                  <a:pt x="66674" y="57150"/>
                </a:cubicBezTo>
                <a:lnTo>
                  <a:pt x="85724" y="57150"/>
                </a:lnTo>
                <a:cubicBezTo>
                  <a:pt x="95398" y="57150"/>
                  <a:pt x="92694" y="47662"/>
                  <a:pt x="104774" y="47544"/>
                </a:cubicBezTo>
                <a:cubicBezTo>
                  <a:pt x="116147" y="47433"/>
                  <a:pt x="125397" y="47188"/>
                  <a:pt x="133349" y="46530"/>
                </a:cubicBezTo>
                <a:cubicBezTo>
                  <a:pt x="146236" y="45464"/>
                  <a:pt x="147081" y="52387"/>
                  <a:pt x="146236" y="57151"/>
                </a:cubicBezTo>
                <a:cubicBezTo>
                  <a:pt x="142687" y="77127"/>
                  <a:pt x="138112" y="114300"/>
                  <a:pt x="133349" y="133350"/>
                </a:cubicBezTo>
                <a:cubicBezTo>
                  <a:pt x="128587" y="152400"/>
                  <a:pt x="123824" y="152401"/>
                  <a:pt x="76199" y="152401"/>
                </a:cubicBezTo>
                <a:cubicBezTo>
                  <a:pt x="28574" y="152401"/>
                  <a:pt x="23812" y="152401"/>
                  <a:pt x="19049" y="133350"/>
                </a:cubicBezTo>
                <a:cubicBezTo>
                  <a:pt x="14287" y="114299"/>
                  <a:pt x="9710" y="77127"/>
                  <a:pt x="6163" y="57151"/>
                </a:cubicBezTo>
                <a:cubicBezTo>
                  <a:pt x="5317" y="52387"/>
                  <a:pt x="6163" y="45464"/>
                  <a:pt x="19049" y="46530"/>
                </a:cubicBezTo>
                <a:close/>
                <a:moveTo>
                  <a:pt x="76200" y="0"/>
                </a:moveTo>
                <a:cubicBezTo>
                  <a:pt x="147638" y="0"/>
                  <a:pt x="152400" y="0"/>
                  <a:pt x="152400" y="19050"/>
                </a:cubicBezTo>
                <a:cubicBezTo>
                  <a:pt x="152400" y="38100"/>
                  <a:pt x="147638" y="38100"/>
                  <a:pt x="76200" y="38100"/>
                </a:cubicBezTo>
                <a:cubicBezTo>
                  <a:pt x="4763" y="38100"/>
                  <a:pt x="0" y="38100"/>
                  <a:pt x="0" y="19050"/>
                </a:cubicBezTo>
                <a:cubicBezTo>
                  <a:pt x="0" y="0"/>
                  <a:pt x="4763" y="0"/>
                  <a:pt x="76200" y="0"/>
                </a:cubicBezTo>
                <a:close/>
              </a:path>
            </a:pathLst>
          </a:custGeom>
          <a:solidFill>
            <a:srgbClr val="000000"/>
          </a:solidFill>
          <a:ln w="9525" cap="flat">
            <a:noFill/>
            <a:prstDash val="solid"/>
            <a:miter/>
          </a:ln>
        </p:spPr>
        <p:txBody>
          <a:bodyPr rtlCol="0" anchor="ctr"/>
          <a:lstStyle/>
          <a:p>
            <a:endParaRPr lang="ru-RU"/>
          </a:p>
        </p:txBody>
      </p:sp>
      <p:sp>
        <p:nvSpPr>
          <p:cNvPr id="1410" name="Полилиния: фигура 1409">
            <a:extLst>
              <a:ext uri="{FF2B5EF4-FFF2-40B4-BE49-F238E27FC236}">
                <a16:creationId xmlns:a16="http://schemas.microsoft.com/office/drawing/2014/main" id="{D577D6B5-9D50-6E45-5A3C-BB708B8D1542}"/>
              </a:ext>
            </a:extLst>
          </p:cNvPr>
          <p:cNvSpPr/>
          <p:nvPr/>
        </p:nvSpPr>
        <p:spPr>
          <a:xfrm>
            <a:off x="6973116" y="1946458"/>
            <a:ext cx="180975" cy="161925"/>
          </a:xfrm>
          <a:custGeom>
            <a:avLst/>
            <a:gdLst>
              <a:gd name="connsiteX0" fmla="*/ 19050 w 180975"/>
              <a:gd name="connsiteY0" fmla="*/ 76200 h 161925"/>
              <a:gd name="connsiteX1" fmla="*/ 37881 w 180975"/>
              <a:gd name="connsiteY1" fmla="*/ 91605 h 161925"/>
              <a:gd name="connsiteX2" fmla="*/ 38100 w 180975"/>
              <a:gd name="connsiteY2" fmla="*/ 95250 h 161925"/>
              <a:gd name="connsiteX3" fmla="*/ 42863 w 180975"/>
              <a:gd name="connsiteY3" fmla="*/ 100013 h 161925"/>
              <a:gd name="connsiteX4" fmla="*/ 47625 w 180975"/>
              <a:gd name="connsiteY4" fmla="*/ 95250 h 161925"/>
              <a:gd name="connsiteX5" fmla="*/ 48816 w 180975"/>
              <a:gd name="connsiteY5" fmla="*/ 86916 h 161925"/>
              <a:gd name="connsiteX6" fmla="*/ 57150 w 180975"/>
              <a:gd name="connsiteY6" fmla="*/ 85725 h 161925"/>
              <a:gd name="connsiteX7" fmla="*/ 114300 w 180975"/>
              <a:gd name="connsiteY7" fmla="*/ 110928 h 161925"/>
              <a:gd name="connsiteX8" fmla="*/ 104775 w 180975"/>
              <a:gd name="connsiteY8" fmla="*/ 114300 h 161925"/>
              <a:gd name="connsiteX9" fmla="*/ 80963 w 180975"/>
              <a:gd name="connsiteY9" fmla="*/ 114300 h 161925"/>
              <a:gd name="connsiteX10" fmla="*/ 76200 w 180975"/>
              <a:gd name="connsiteY10" fmla="*/ 119063 h 161925"/>
              <a:gd name="connsiteX11" fmla="*/ 80970 w 180975"/>
              <a:gd name="connsiteY11" fmla="*/ 123825 h 161925"/>
              <a:gd name="connsiteX12" fmla="*/ 105106 w 180975"/>
              <a:gd name="connsiteY12" fmla="*/ 123825 h 161925"/>
              <a:gd name="connsiteX13" fmla="*/ 113733 w 180975"/>
              <a:gd name="connsiteY13" fmla="*/ 123476 h 161925"/>
              <a:gd name="connsiteX14" fmla="*/ 121087 w 180975"/>
              <a:gd name="connsiteY14" fmla="*/ 119539 h 161925"/>
              <a:gd name="connsiteX15" fmla="*/ 138571 w 180975"/>
              <a:gd name="connsiteY15" fmla="*/ 110385 h 161925"/>
              <a:gd name="connsiteX16" fmla="*/ 180975 w 180975"/>
              <a:gd name="connsiteY16" fmla="*/ 114300 h 161925"/>
              <a:gd name="connsiteX17" fmla="*/ 85725 w 180975"/>
              <a:gd name="connsiteY17" fmla="*/ 161925 h 161925"/>
              <a:gd name="connsiteX18" fmla="*/ 36556 w 180975"/>
              <a:gd name="connsiteY18" fmla="*/ 154511 h 161925"/>
              <a:gd name="connsiteX19" fmla="*/ 19050 w 180975"/>
              <a:gd name="connsiteY19" fmla="*/ 161925 h 161925"/>
              <a:gd name="connsiteX20" fmla="*/ 0 w 180975"/>
              <a:gd name="connsiteY20" fmla="*/ 133350 h 161925"/>
              <a:gd name="connsiteX21" fmla="*/ 0 w 180975"/>
              <a:gd name="connsiteY21" fmla="*/ 104775 h 161925"/>
              <a:gd name="connsiteX22" fmla="*/ 19050 w 180975"/>
              <a:gd name="connsiteY22" fmla="*/ 76200 h 161925"/>
              <a:gd name="connsiteX23" fmla="*/ 109538 w 180975"/>
              <a:gd name="connsiteY23" fmla="*/ 19039 h 161925"/>
              <a:gd name="connsiteX24" fmla="*/ 136078 w 180975"/>
              <a:gd name="connsiteY24" fmla="*/ 19684 h 161925"/>
              <a:gd name="connsiteX25" fmla="*/ 142875 w 180975"/>
              <a:gd name="connsiteY25" fmla="*/ 20112 h 161925"/>
              <a:gd name="connsiteX26" fmla="*/ 152207 w 180975"/>
              <a:gd name="connsiteY26" fmla="*/ 28566 h 161925"/>
              <a:gd name="connsiteX27" fmla="*/ 152400 w 180975"/>
              <a:gd name="connsiteY27" fmla="*/ 47619 h 161925"/>
              <a:gd name="connsiteX28" fmla="*/ 152399 w 180975"/>
              <a:gd name="connsiteY28" fmla="*/ 47777 h 161925"/>
              <a:gd name="connsiteX29" fmla="*/ 152400 w 180975"/>
              <a:gd name="connsiteY29" fmla="*/ 50001 h 161925"/>
              <a:gd name="connsiteX30" fmla="*/ 109538 w 180975"/>
              <a:gd name="connsiteY30" fmla="*/ 76199 h 161925"/>
              <a:gd name="connsiteX31" fmla="*/ 66675 w 180975"/>
              <a:gd name="connsiteY31" fmla="*/ 50001 h 161925"/>
              <a:gd name="connsiteX32" fmla="*/ 66676 w 180975"/>
              <a:gd name="connsiteY32" fmla="*/ 47777 h 161925"/>
              <a:gd name="connsiteX33" fmla="*/ 66675 w 180975"/>
              <a:gd name="connsiteY33" fmla="*/ 47619 h 161925"/>
              <a:gd name="connsiteX34" fmla="*/ 66868 w 180975"/>
              <a:gd name="connsiteY34" fmla="*/ 28566 h 161925"/>
              <a:gd name="connsiteX35" fmla="*/ 76200 w 180975"/>
              <a:gd name="connsiteY35" fmla="*/ 20112 h 161925"/>
              <a:gd name="connsiteX36" fmla="*/ 82997 w 180975"/>
              <a:gd name="connsiteY36" fmla="*/ 19684 h 161925"/>
              <a:gd name="connsiteX37" fmla="*/ 109538 w 180975"/>
              <a:gd name="connsiteY37" fmla="*/ 19039 h 161925"/>
              <a:gd name="connsiteX38" fmla="*/ 121531 w 180975"/>
              <a:gd name="connsiteY38" fmla="*/ 7 h 161925"/>
              <a:gd name="connsiteX39" fmla="*/ 143401 w 180975"/>
              <a:gd name="connsiteY39" fmla="*/ 6960 h 161925"/>
              <a:gd name="connsiteX40" fmla="*/ 145256 w 180975"/>
              <a:gd name="connsiteY40" fmla="*/ 9513 h 161925"/>
              <a:gd name="connsiteX41" fmla="*/ 142874 w 180975"/>
              <a:gd name="connsiteY41" fmla="*/ 15337 h 161925"/>
              <a:gd name="connsiteX42" fmla="*/ 121443 w 180975"/>
              <a:gd name="connsiteY42" fmla="*/ 14350 h 161925"/>
              <a:gd name="connsiteX43" fmla="*/ 114389 w 180975"/>
              <a:gd name="connsiteY43" fmla="*/ 7135 h 161925"/>
              <a:gd name="connsiteX44" fmla="*/ 121531 w 180975"/>
              <a:gd name="connsiteY44" fmla="*/ 7 h 161925"/>
              <a:gd name="connsiteX45" fmla="*/ 97630 w 180975"/>
              <a:gd name="connsiteY45" fmla="*/ 5 h 161925"/>
              <a:gd name="connsiteX46" fmla="*/ 104774 w 180975"/>
              <a:gd name="connsiteY46" fmla="*/ 7133 h 161925"/>
              <a:gd name="connsiteX47" fmla="*/ 97720 w 180975"/>
              <a:gd name="connsiteY47" fmla="*/ 14348 h 161925"/>
              <a:gd name="connsiteX48" fmla="*/ 76199 w 180975"/>
              <a:gd name="connsiteY48" fmla="*/ 15336 h 161925"/>
              <a:gd name="connsiteX49" fmla="*/ 73818 w 180975"/>
              <a:gd name="connsiteY49" fmla="*/ 9512 h 161925"/>
              <a:gd name="connsiteX50" fmla="*/ 75624 w 180975"/>
              <a:gd name="connsiteY50" fmla="*/ 7031 h 161925"/>
              <a:gd name="connsiteX51" fmla="*/ 97630 w 180975"/>
              <a:gd name="connsiteY51" fmla="*/ 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80975" h="161925">
                <a:moveTo>
                  <a:pt x="19050" y="76200"/>
                </a:moveTo>
                <a:cubicBezTo>
                  <a:pt x="33801" y="76200"/>
                  <a:pt x="37130" y="79358"/>
                  <a:pt x="37881" y="91605"/>
                </a:cubicBezTo>
                <a:cubicBezTo>
                  <a:pt x="38036" y="92520"/>
                  <a:pt x="38100" y="93715"/>
                  <a:pt x="38100" y="95250"/>
                </a:cubicBezTo>
                <a:cubicBezTo>
                  <a:pt x="38100" y="97881"/>
                  <a:pt x="40233" y="100013"/>
                  <a:pt x="42863" y="100013"/>
                </a:cubicBezTo>
                <a:cubicBezTo>
                  <a:pt x="45493" y="100013"/>
                  <a:pt x="47625" y="97881"/>
                  <a:pt x="47625" y="95250"/>
                </a:cubicBezTo>
                <a:cubicBezTo>
                  <a:pt x="47625" y="90488"/>
                  <a:pt x="47625" y="88106"/>
                  <a:pt x="48816" y="86916"/>
                </a:cubicBezTo>
                <a:cubicBezTo>
                  <a:pt x="50007" y="85725"/>
                  <a:pt x="52388" y="85725"/>
                  <a:pt x="57150" y="85725"/>
                </a:cubicBezTo>
                <a:cubicBezTo>
                  <a:pt x="85725" y="85725"/>
                  <a:pt x="114300" y="92526"/>
                  <a:pt x="114300" y="110928"/>
                </a:cubicBezTo>
                <a:cubicBezTo>
                  <a:pt x="114300" y="114300"/>
                  <a:pt x="109287" y="114300"/>
                  <a:pt x="104775" y="114300"/>
                </a:cubicBezTo>
                <a:lnTo>
                  <a:pt x="80963" y="114300"/>
                </a:lnTo>
                <a:cubicBezTo>
                  <a:pt x="78333" y="114300"/>
                  <a:pt x="76200" y="116433"/>
                  <a:pt x="76200" y="119063"/>
                </a:cubicBezTo>
                <a:cubicBezTo>
                  <a:pt x="76200" y="121693"/>
                  <a:pt x="78340" y="123825"/>
                  <a:pt x="80970" y="123825"/>
                </a:cubicBezTo>
                <a:lnTo>
                  <a:pt x="105106" y="123825"/>
                </a:lnTo>
                <a:cubicBezTo>
                  <a:pt x="108393" y="123826"/>
                  <a:pt x="111372" y="123826"/>
                  <a:pt x="113733" y="123476"/>
                </a:cubicBezTo>
                <a:cubicBezTo>
                  <a:pt x="116309" y="123094"/>
                  <a:pt x="119112" y="122171"/>
                  <a:pt x="121087" y="119539"/>
                </a:cubicBezTo>
                <a:cubicBezTo>
                  <a:pt x="125016" y="114300"/>
                  <a:pt x="128345" y="112581"/>
                  <a:pt x="138571" y="110385"/>
                </a:cubicBezTo>
                <a:cubicBezTo>
                  <a:pt x="158734" y="106056"/>
                  <a:pt x="180975" y="101282"/>
                  <a:pt x="180975" y="114300"/>
                </a:cubicBezTo>
                <a:cubicBezTo>
                  <a:pt x="180975" y="123825"/>
                  <a:pt x="123825" y="161925"/>
                  <a:pt x="85725" y="161925"/>
                </a:cubicBezTo>
                <a:cubicBezTo>
                  <a:pt x="70330" y="161925"/>
                  <a:pt x="49750" y="157778"/>
                  <a:pt x="36556" y="154511"/>
                </a:cubicBezTo>
                <a:cubicBezTo>
                  <a:pt x="34532" y="160231"/>
                  <a:pt x="29855" y="161925"/>
                  <a:pt x="19050" y="161925"/>
                </a:cubicBezTo>
                <a:cubicBezTo>
                  <a:pt x="0" y="161925"/>
                  <a:pt x="0" y="156657"/>
                  <a:pt x="0" y="133350"/>
                </a:cubicBezTo>
                <a:lnTo>
                  <a:pt x="0" y="104775"/>
                </a:lnTo>
                <a:cubicBezTo>
                  <a:pt x="0" y="81467"/>
                  <a:pt x="0" y="76200"/>
                  <a:pt x="19050" y="76200"/>
                </a:cubicBezTo>
                <a:close/>
                <a:moveTo>
                  <a:pt x="109538" y="19039"/>
                </a:moveTo>
                <a:cubicBezTo>
                  <a:pt x="121332" y="19039"/>
                  <a:pt x="129881" y="19039"/>
                  <a:pt x="136078" y="19684"/>
                </a:cubicBezTo>
                <a:cubicBezTo>
                  <a:pt x="138501" y="19813"/>
                  <a:pt x="140764" y="19957"/>
                  <a:pt x="142875" y="20112"/>
                </a:cubicBezTo>
                <a:cubicBezTo>
                  <a:pt x="150629" y="20680"/>
                  <a:pt x="152400" y="21421"/>
                  <a:pt x="152207" y="28566"/>
                </a:cubicBezTo>
                <a:cubicBezTo>
                  <a:pt x="152400" y="33026"/>
                  <a:pt x="152400" y="39033"/>
                  <a:pt x="152400" y="47619"/>
                </a:cubicBezTo>
                <a:lnTo>
                  <a:pt x="152399" y="47777"/>
                </a:lnTo>
                <a:lnTo>
                  <a:pt x="152400" y="50001"/>
                </a:lnTo>
                <a:cubicBezTo>
                  <a:pt x="152400" y="70735"/>
                  <a:pt x="152400" y="76199"/>
                  <a:pt x="109538" y="76199"/>
                </a:cubicBezTo>
                <a:cubicBezTo>
                  <a:pt x="66675" y="76199"/>
                  <a:pt x="66675" y="70735"/>
                  <a:pt x="66675" y="50001"/>
                </a:cubicBezTo>
                <a:lnTo>
                  <a:pt x="66676" y="47777"/>
                </a:lnTo>
                <a:lnTo>
                  <a:pt x="66675" y="47619"/>
                </a:lnTo>
                <a:cubicBezTo>
                  <a:pt x="66675" y="39033"/>
                  <a:pt x="66675" y="33026"/>
                  <a:pt x="66868" y="28566"/>
                </a:cubicBezTo>
                <a:cubicBezTo>
                  <a:pt x="66868" y="21421"/>
                  <a:pt x="68446" y="20680"/>
                  <a:pt x="76200" y="20112"/>
                </a:cubicBezTo>
                <a:cubicBezTo>
                  <a:pt x="78311" y="19957"/>
                  <a:pt x="80574" y="19813"/>
                  <a:pt x="82997" y="19684"/>
                </a:cubicBezTo>
                <a:cubicBezTo>
                  <a:pt x="89194" y="19039"/>
                  <a:pt x="97743" y="19039"/>
                  <a:pt x="109538" y="19039"/>
                </a:cubicBezTo>
                <a:close/>
                <a:moveTo>
                  <a:pt x="121531" y="7"/>
                </a:moveTo>
                <a:cubicBezTo>
                  <a:pt x="138530" y="124"/>
                  <a:pt x="139128" y="964"/>
                  <a:pt x="143401" y="6960"/>
                </a:cubicBezTo>
                <a:cubicBezTo>
                  <a:pt x="143946" y="7724"/>
                  <a:pt x="144550" y="8572"/>
                  <a:pt x="145256" y="9513"/>
                </a:cubicBezTo>
                <a:cubicBezTo>
                  <a:pt x="148883" y="14350"/>
                  <a:pt x="147637" y="15680"/>
                  <a:pt x="142874" y="15337"/>
                </a:cubicBezTo>
                <a:cubicBezTo>
                  <a:pt x="136378" y="14868"/>
                  <a:pt x="130890" y="14500"/>
                  <a:pt x="121443" y="14350"/>
                </a:cubicBezTo>
                <a:cubicBezTo>
                  <a:pt x="114433" y="14239"/>
                  <a:pt x="114389" y="14238"/>
                  <a:pt x="114389" y="7135"/>
                </a:cubicBezTo>
                <a:cubicBezTo>
                  <a:pt x="114389" y="57"/>
                  <a:pt x="114435" y="-42"/>
                  <a:pt x="121531" y="7"/>
                </a:cubicBezTo>
                <a:close/>
                <a:moveTo>
                  <a:pt x="97630" y="5"/>
                </a:moveTo>
                <a:cubicBezTo>
                  <a:pt x="104727" y="-44"/>
                  <a:pt x="104774" y="55"/>
                  <a:pt x="104774" y="7133"/>
                </a:cubicBezTo>
                <a:cubicBezTo>
                  <a:pt x="104774" y="14236"/>
                  <a:pt x="104730" y="14237"/>
                  <a:pt x="97720" y="14348"/>
                </a:cubicBezTo>
                <a:cubicBezTo>
                  <a:pt x="88274" y="14498"/>
                  <a:pt x="82695" y="14867"/>
                  <a:pt x="76199" y="15336"/>
                </a:cubicBezTo>
                <a:cubicBezTo>
                  <a:pt x="71437" y="15680"/>
                  <a:pt x="70191" y="14349"/>
                  <a:pt x="73818" y="9512"/>
                </a:cubicBezTo>
                <a:cubicBezTo>
                  <a:pt x="74501" y="8601"/>
                  <a:pt x="75090" y="7777"/>
                  <a:pt x="75624" y="7031"/>
                </a:cubicBezTo>
                <a:cubicBezTo>
                  <a:pt x="79960" y="969"/>
                  <a:pt x="80565" y="123"/>
                  <a:pt x="97630" y="5"/>
                </a:cubicBezTo>
                <a:close/>
              </a:path>
            </a:pathLst>
          </a:custGeom>
          <a:solidFill>
            <a:srgbClr val="000000"/>
          </a:solidFill>
          <a:ln w="9525" cap="flat">
            <a:noFill/>
            <a:prstDash val="solid"/>
            <a:miter/>
          </a:ln>
        </p:spPr>
        <p:txBody>
          <a:bodyPr rtlCol="0" anchor="ctr"/>
          <a:lstStyle/>
          <a:p>
            <a:endParaRPr lang="ru-RU"/>
          </a:p>
        </p:txBody>
      </p:sp>
      <p:sp>
        <p:nvSpPr>
          <p:cNvPr id="1423" name="Полилиния: фигура 1422">
            <a:extLst>
              <a:ext uri="{FF2B5EF4-FFF2-40B4-BE49-F238E27FC236}">
                <a16:creationId xmlns:a16="http://schemas.microsoft.com/office/drawing/2014/main" id="{0DCD5737-9262-25E0-00E2-D320D83E3534}"/>
              </a:ext>
            </a:extLst>
          </p:cNvPr>
          <p:cNvSpPr/>
          <p:nvPr/>
        </p:nvSpPr>
        <p:spPr>
          <a:xfrm>
            <a:off x="6982640" y="2477227"/>
            <a:ext cx="152400" cy="190500"/>
          </a:xfrm>
          <a:custGeom>
            <a:avLst/>
            <a:gdLst>
              <a:gd name="connsiteX0" fmla="*/ 50415 w 152400"/>
              <a:gd name="connsiteY0" fmla="*/ 98040 h 190500"/>
              <a:gd name="connsiteX1" fmla="*/ 50415 w 152400"/>
              <a:gd name="connsiteY1" fmla="*/ 111510 h 190500"/>
              <a:gd name="connsiteX2" fmla="*/ 62730 w 152400"/>
              <a:gd name="connsiteY2" fmla="*/ 123825 h 190500"/>
              <a:gd name="connsiteX3" fmla="*/ 50415 w 152400"/>
              <a:gd name="connsiteY3" fmla="*/ 136140 h 190500"/>
              <a:gd name="connsiteX4" fmla="*/ 50415 w 152400"/>
              <a:gd name="connsiteY4" fmla="*/ 149610 h 190500"/>
              <a:gd name="connsiteX5" fmla="*/ 63885 w 152400"/>
              <a:gd name="connsiteY5" fmla="*/ 149610 h 190500"/>
              <a:gd name="connsiteX6" fmla="*/ 76200 w 152400"/>
              <a:gd name="connsiteY6" fmla="*/ 137295 h 190500"/>
              <a:gd name="connsiteX7" fmla="*/ 88515 w 152400"/>
              <a:gd name="connsiteY7" fmla="*/ 149610 h 190500"/>
              <a:gd name="connsiteX8" fmla="*/ 101985 w 152400"/>
              <a:gd name="connsiteY8" fmla="*/ 149610 h 190500"/>
              <a:gd name="connsiteX9" fmla="*/ 101985 w 152400"/>
              <a:gd name="connsiteY9" fmla="*/ 136140 h 190500"/>
              <a:gd name="connsiteX10" fmla="*/ 89670 w 152400"/>
              <a:gd name="connsiteY10" fmla="*/ 123825 h 190500"/>
              <a:gd name="connsiteX11" fmla="*/ 101985 w 152400"/>
              <a:gd name="connsiteY11" fmla="*/ 111510 h 190500"/>
              <a:gd name="connsiteX12" fmla="*/ 101985 w 152400"/>
              <a:gd name="connsiteY12" fmla="*/ 98040 h 190500"/>
              <a:gd name="connsiteX13" fmla="*/ 88515 w 152400"/>
              <a:gd name="connsiteY13" fmla="*/ 98040 h 190500"/>
              <a:gd name="connsiteX14" fmla="*/ 76200 w 152400"/>
              <a:gd name="connsiteY14" fmla="*/ 110355 h 190500"/>
              <a:gd name="connsiteX15" fmla="*/ 63885 w 152400"/>
              <a:gd name="connsiteY15" fmla="*/ 98040 h 190500"/>
              <a:gd name="connsiteX16" fmla="*/ 50415 w 152400"/>
              <a:gd name="connsiteY16" fmla="*/ 98040 h 190500"/>
              <a:gd name="connsiteX17" fmla="*/ 47625 w 152400"/>
              <a:gd name="connsiteY17" fmla="*/ 66675 h 190500"/>
              <a:gd name="connsiteX18" fmla="*/ 59137 w 152400"/>
              <a:gd name="connsiteY18" fmla="*/ 71156 h 190500"/>
              <a:gd name="connsiteX19" fmla="*/ 76200 w 152400"/>
              <a:gd name="connsiteY19" fmla="*/ 77066 h 190500"/>
              <a:gd name="connsiteX20" fmla="*/ 93520 w 152400"/>
              <a:gd name="connsiteY20" fmla="*/ 71086 h 190500"/>
              <a:gd name="connsiteX21" fmla="*/ 104775 w 152400"/>
              <a:gd name="connsiteY21" fmla="*/ 66675 h 190500"/>
              <a:gd name="connsiteX22" fmla="*/ 152400 w 152400"/>
              <a:gd name="connsiteY22" fmla="*/ 129020 h 190500"/>
              <a:gd name="connsiteX23" fmla="*/ 76200 w 152400"/>
              <a:gd name="connsiteY23" fmla="*/ 190500 h 190500"/>
              <a:gd name="connsiteX24" fmla="*/ 0 w 152400"/>
              <a:gd name="connsiteY24" fmla="*/ 129020 h 190500"/>
              <a:gd name="connsiteX25" fmla="*/ 47625 w 152400"/>
              <a:gd name="connsiteY25" fmla="*/ 66675 h 190500"/>
              <a:gd name="connsiteX26" fmla="*/ 100014 w 152400"/>
              <a:gd name="connsiteY26" fmla="*/ 0 h 190500"/>
              <a:gd name="connsiteX27" fmla="*/ 123826 w 152400"/>
              <a:gd name="connsiteY27" fmla="*/ 28575 h 190500"/>
              <a:gd name="connsiteX28" fmla="*/ 94757 w 152400"/>
              <a:gd name="connsiteY28" fmla="*/ 51967 h 190500"/>
              <a:gd name="connsiteX29" fmla="*/ 76201 w 152400"/>
              <a:gd name="connsiteY29" fmla="*/ 66675 h 190500"/>
              <a:gd name="connsiteX30" fmla="*/ 57548 w 152400"/>
              <a:gd name="connsiteY30" fmla="*/ 51529 h 190500"/>
              <a:gd name="connsiteX31" fmla="*/ 38101 w 152400"/>
              <a:gd name="connsiteY31" fmla="*/ 33338 h 190500"/>
              <a:gd name="connsiteX32" fmla="*/ 57151 w 152400"/>
              <a:gd name="connsiteY32" fmla="*/ 19050 h 190500"/>
              <a:gd name="connsiteX33" fmla="*/ 73824 w 152400"/>
              <a:gd name="connsiteY33" fmla="*/ 38114 h 190500"/>
              <a:gd name="connsiteX34" fmla="*/ 76201 w 152400"/>
              <a:gd name="connsiteY34" fmla="*/ 38126 h 190500"/>
              <a:gd name="connsiteX35" fmla="*/ 77578 w 152400"/>
              <a:gd name="connsiteY35" fmla="*/ 38121 h 190500"/>
              <a:gd name="connsiteX36" fmla="*/ 100014 w 152400"/>
              <a:gd name="connsiteY36"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2400" h="190500">
                <a:moveTo>
                  <a:pt x="50415" y="98040"/>
                </a:moveTo>
                <a:cubicBezTo>
                  <a:pt x="46695" y="101759"/>
                  <a:pt x="46695" y="107791"/>
                  <a:pt x="50415" y="111510"/>
                </a:cubicBezTo>
                <a:lnTo>
                  <a:pt x="62730" y="123825"/>
                </a:lnTo>
                <a:lnTo>
                  <a:pt x="50415" y="136140"/>
                </a:lnTo>
                <a:cubicBezTo>
                  <a:pt x="46695" y="139859"/>
                  <a:pt x="46695" y="145891"/>
                  <a:pt x="50415" y="149610"/>
                </a:cubicBezTo>
                <a:cubicBezTo>
                  <a:pt x="54135" y="153330"/>
                  <a:pt x="60166" y="153330"/>
                  <a:pt x="63885" y="149610"/>
                </a:cubicBezTo>
                <a:lnTo>
                  <a:pt x="76200" y="137295"/>
                </a:lnTo>
                <a:lnTo>
                  <a:pt x="88515" y="149610"/>
                </a:lnTo>
                <a:cubicBezTo>
                  <a:pt x="92234" y="153330"/>
                  <a:pt x="98266" y="153330"/>
                  <a:pt x="101985" y="149610"/>
                </a:cubicBezTo>
                <a:cubicBezTo>
                  <a:pt x="105705" y="145891"/>
                  <a:pt x="105705" y="139859"/>
                  <a:pt x="101985" y="136140"/>
                </a:cubicBezTo>
                <a:lnTo>
                  <a:pt x="89670" y="123825"/>
                </a:lnTo>
                <a:lnTo>
                  <a:pt x="101985" y="111510"/>
                </a:lnTo>
                <a:cubicBezTo>
                  <a:pt x="105705" y="107791"/>
                  <a:pt x="105705" y="101759"/>
                  <a:pt x="101985" y="98040"/>
                </a:cubicBezTo>
                <a:cubicBezTo>
                  <a:pt x="98266" y="94320"/>
                  <a:pt x="92234" y="94320"/>
                  <a:pt x="88515" y="98040"/>
                </a:cubicBezTo>
                <a:lnTo>
                  <a:pt x="76200" y="110355"/>
                </a:lnTo>
                <a:lnTo>
                  <a:pt x="63885" y="98040"/>
                </a:lnTo>
                <a:cubicBezTo>
                  <a:pt x="60166" y="94320"/>
                  <a:pt x="54135" y="94320"/>
                  <a:pt x="50415" y="98040"/>
                </a:cubicBezTo>
                <a:close/>
                <a:moveTo>
                  <a:pt x="47625" y="66675"/>
                </a:moveTo>
                <a:cubicBezTo>
                  <a:pt x="52113" y="66675"/>
                  <a:pt x="55471" y="68817"/>
                  <a:pt x="59137" y="71156"/>
                </a:cubicBezTo>
                <a:cubicBezTo>
                  <a:pt x="63545" y="73969"/>
                  <a:pt x="68400" y="77066"/>
                  <a:pt x="76200" y="77066"/>
                </a:cubicBezTo>
                <a:cubicBezTo>
                  <a:pt x="84066" y="77066"/>
                  <a:pt x="89044" y="73917"/>
                  <a:pt x="93520" y="71086"/>
                </a:cubicBezTo>
                <a:cubicBezTo>
                  <a:pt x="97174" y="68774"/>
                  <a:pt x="100494" y="66675"/>
                  <a:pt x="104775" y="66675"/>
                </a:cubicBezTo>
                <a:cubicBezTo>
                  <a:pt x="123825" y="66675"/>
                  <a:pt x="152400" y="98744"/>
                  <a:pt x="152400" y="129020"/>
                </a:cubicBezTo>
                <a:cubicBezTo>
                  <a:pt x="152400" y="171450"/>
                  <a:pt x="123825" y="190500"/>
                  <a:pt x="76200" y="190500"/>
                </a:cubicBezTo>
                <a:cubicBezTo>
                  <a:pt x="28575" y="190500"/>
                  <a:pt x="0" y="170584"/>
                  <a:pt x="0" y="129020"/>
                </a:cubicBezTo>
                <a:cubicBezTo>
                  <a:pt x="0" y="98744"/>
                  <a:pt x="28575" y="66675"/>
                  <a:pt x="47625" y="66675"/>
                </a:cubicBezTo>
                <a:close/>
                <a:moveTo>
                  <a:pt x="100014" y="0"/>
                </a:moveTo>
                <a:cubicBezTo>
                  <a:pt x="109539" y="0"/>
                  <a:pt x="123826" y="16329"/>
                  <a:pt x="123826" y="28575"/>
                </a:cubicBezTo>
                <a:cubicBezTo>
                  <a:pt x="123826" y="39512"/>
                  <a:pt x="108128" y="47310"/>
                  <a:pt x="94757" y="51967"/>
                </a:cubicBezTo>
                <a:cubicBezTo>
                  <a:pt x="92796" y="60395"/>
                  <a:pt x="85233" y="66675"/>
                  <a:pt x="76201" y="66675"/>
                </a:cubicBezTo>
                <a:cubicBezTo>
                  <a:pt x="67013" y="66675"/>
                  <a:pt x="59345" y="60177"/>
                  <a:pt x="57548" y="51529"/>
                </a:cubicBezTo>
                <a:cubicBezTo>
                  <a:pt x="47893" y="47620"/>
                  <a:pt x="38101" y="41615"/>
                  <a:pt x="38101" y="33338"/>
                </a:cubicBezTo>
                <a:cubicBezTo>
                  <a:pt x="38101" y="25173"/>
                  <a:pt x="47626" y="19050"/>
                  <a:pt x="57151" y="19050"/>
                </a:cubicBezTo>
                <a:cubicBezTo>
                  <a:pt x="66681" y="19050"/>
                  <a:pt x="71443" y="28584"/>
                  <a:pt x="73824" y="38114"/>
                </a:cubicBezTo>
                <a:cubicBezTo>
                  <a:pt x="74602" y="38120"/>
                  <a:pt x="75396" y="38126"/>
                  <a:pt x="76201" y="38126"/>
                </a:cubicBezTo>
                <a:cubicBezTo>
                  <a:pt x="76664" y="38126"/>
                  <a:pt x="77123" y="38124"/>
                  <a:pt x="77578" y="38121"/>
                </a:cubicBezTo>
                <a:cubicBezTo>
                  <a:pt x="79762" y="21496"/>
                  <a:pt x="85410" y="0"/>
                  <a:pt x="100014" y="0"/>
                </a:cubicBezTo>
                <a:close/>
              </a:path>
            </a:pathLst>
          </a:custGeom>
          <a:solidFill>
            <a:srgbClr val="000000"/>
          </a:solidFill>
          <a:ln w="9525" cap="flat">
            <a:noFill/>
            <a:prstDash val="solid"/>
            <a:miter/>
          </a:ln>
        </p:spPr>
        <p:txBody>
          <a:bodyPr rtlCol="0" anchor="ctr"/>
          <a:lstStyle/>
          <a:p>
            <a:endParaRPr lang="ru-RU"/>
          </a:p>
        </p:txBody>
      </p:sp>
      <p:sp>
        <p:nvSpPr>
          <p:cNvPr id="1425" name="Полилиния: фигура 1424">
            <a:extLst>
              <a:ext uri="{FF2B5EF4-FFF2-40B4-BE49-F238E27FC236}">
                <a16:creationId xmlns:a16="http://schemas.microsoft.com/office/drawing/2014/main" id="{DDF67775-AD04-A4A8-6854-962A3C21C785}"/>
              </a:ext>
            </a:extLst>
          </p:cNvPr>
          <p:cNvSpPr/>
          <p:nvPr/>
        </p:nvSpPr>
        <p:spPr>
          <a:xfrm>
            <a:off x="6973135" y="3046098"/>
            <a:ext cx="180956" cy="180973"/>
          </a:xfrm>
          <a:custGeom>
            <a:avLst/>
            <a:gdLst>
              <a:gd name="connsiteX0" fmla="*/ 141679 w 180956"/>
              <a:gd name="connsiteY0" fmla="*/ 104871 h 180973"/>
              <a:gd name="connsiteX1" fmla="*/ 148427 w 180956"/>
              <a:gd name="connsiteY1" fmla="*/ 106446 h 180973"/>
              <a:gd name="connsiteX2" fmla="*/ 148427 w 180956"/>
              <a:gd name="connsiteY2" fmla="*/ 113333 h 180973"/>
              <a:gd name="connsiteX3" fmla="*/ 135794 w 180956"/>
              <a:gd name="connsiteY3" fmla="*/ 119650 h 180973"/>
              <a:gd name="connsiteX4" fmla="*/ 130193 w 180956"/>
              <a:gd name="connsiteY4" fmla="*/ 122619 h 180973"/>
              <a:gd name="connsiteX5" fmla="*/ 125896 w 180956"/>
              <a:gd name="connsiteY5" fmla="*/ 126473 h 180973"/>
              <a:gd name="connsiteX6" fmla="*/ 124017 w 180956"/>
              <a:gd name="connsiteY6" fmla="*/ 131965 h 180973"/>
              <a:gd name="connsiteX7" fmla="*/ 123806 w 180956"/>
              <a:gd name="connsiteY7" fmla="*/ 138113 h 180973"/>
              <a:gd name="connsiteX8" fmla="*/ 123806 w 180956"/>
              <a:gd name="connsiteY8" fmla="*/ 147638 h 180973"/>
              <a:gd name="connsiteX9" fmla="*/ 128569 w 180956"/>
              <a:gd name="connsiteY9" fmla="*/ 152400 h 180973"/>
              <a:gd name="connsiteX10" fmla="*/ 133331 w 180956"/>
              <a:gd name="connsiteY10" fmla="*/ 147634 h 180973"/>
              <a:gd name="connsiteX11" fmla="*/ 133331 w 180956"/>
              <a:gd name="connsiteY11" fmla="*/ 138113 h 180973"/>
              <a:gd name="connsiteX12" fmla="*/ 133479 w 180956"/>
              <a:gd name="connsiteY12" fmla="*/ 133067 h 180973"/>
              <a:gd name="connsiteX13" fmla="*/ 133784 w 180956"/>
              <a:gd name="connsiteY13" fmla="*/ 131812 h 180973"/>
              <a:gd name="connsiteX14" fmla="*/ 135164 w 180956"/>
              <a:gd name="connsiteY14" fmla="*/ 130744 h 180973"/>
              <a:gd name="connsiteX15" fmla="*/ 140223 w 180956"/>
              <a:gd name="connsiteY15" fmla="*/ 128085 h 180973"/>
              <a:gd name="connsiteX16" fmla="*/ 158002 w 180956"/>
              <a:gd name="connsiteY16" fmla="*/ 119196 h 180973"/>
              <a:gd name="connsiteX17" fmla="*/ 173220 w 180956"/>
              <a:gd name="connsiteY17" fmla="*/ 119196 h 180973"/>
              <a:gd name="connsiteX18" fmla="*/ 180956 w 180956"/>
              <a:gd name="connsiteY18" fmla="*/ 133036 h 180973"/>
              <a:gd name="connsiteX19" fmla="*/ 180956 w 180956"/>
              <a:gd name="connsiteY19" fmla="*/ 152713 h 180973"/>
              <a:gd name="connsiteX20" fmla="*/ 173212 w 180956"/>
              <a:gd name="connsiteY20" fmla="*/ 166556 h 180973"/>
              <a:gd name="connsiteX21" fmla="*/ 171431 w 180956"/>
              <a:gd name="connsiteY21" fmla="*/ 167469 h 180973"/>
              <a:gd name="connsiteX22" fmla="*/ 152381 w 180956"/>
              <a:gd name="connsiteY22" fmla="*/ 177307 h 180973"/>
              <a:gd name="connsiteX23" fmla="*/ 133331 w 180956"/>
              <a:gd name="connsiteY23" fmla="*/ 177307 h 180973"/>
              <a:gd name="connsiteX24" fmla="*/ 114281 w 180956"/>
              <a:gd name="connsiteY24" fmla="*/ 167469 h 180973"/>
              <a:gd name="connsiteX25" fmla="*/ 112492 w 180956"/>
              <a:gd name="connsiteY25" fmla="*/ 166552 h 180973"/>
              <a:gd name="connsiteX26" fmla="*/ 104756 w 180956"/>
              <a:gd name="connsiteY26" fmla="*/ 152713 h 180973"/>
              <a:gd name="connsiteX27" fmla="*/ 104756 w 180956"/>
              <a:gd name="connsiteY27" fmla="*/ 133036 h 180973"/>
              <a:gd name="connsiteX28" fmla="*/ 113489 w 180956"/>
              <a:gd name="connsiteY28" fmla="*/ 118687 h 180973"/>
              <a:gd name="connsiteX29" fmla="*/ 133331 w 180956"/>
              <a:gd name="connsiteY29" fmla="*/ 108441 h 180973"/>
              <a:gd name="connsiteX30" fmla="*/ 141679 w 180956"/>
              <a:gd name="connsiteY30" fmla="*/ 104871 h 180973"/>
              <a:gd name="connsiteX31" fmla="*/ 59940 w 180956"/>
              <a:gd name="connsiteY31" fmla="*/ 88515 h 180973"/>
              <a:gd name="connsiteX32" fmla="*/ 47625 w 180956"/>
              <a:gd name="connsiteY32" fmla="*/ 100830 h 180973"/>
              <a:gd name="connsiteX33" fmla="*/ 44835 w 180956"/>
              <a:gd name="connsiteY33" fmla="*/ 98040 h 180973"/>
              <a:gd name="connsiteX34" fmla="*/ 31365 w 180956"/>
              <a:gd name="connsiteY34" fmla="*/ 98040 h 180973"/>
              <a:gd name="connsiteX35" fmla="*/ 31365 w 180956"/>
              <a:gd name="connsiteY35" fmla="*/ 111510 h 180973"/>
              <a:gd name="connsiteX36" fmla="*/ 40890 w 180956"/>
              <a:gd name="connsiteY36" fmla="*/ 121035 h 180973"/>
              <a:gd name="connsiteX37" fmla="*/ 54360 w 180956"/>
              <a:gd name="connsiteY37" fmla="*/ 121035 h 180973"/>
              <a:gd name="connsiteX38" fmla="*/ 73410 w 180956"/>
              <a:gd name="connsiteY38" fmla="*/ 101985 h 180973"/>
              <a:gd name="connsiteX39" fmla="*/ 73410 w 180956"/>
              <a:gd name="connsiteY39" fmla="*/ 88515 h 180973"/>
              <a:gd name="connsiteX40" fmla="*/ 59940 w 180956"/>
              <a:gd name="connsiteY40" fmla="*/ 88515 h 180973"/>
              <a:gd name="connsiteX41" fmla="*/ 104775 w 180956"/>
              <a:gd name="connsiteY41" fmla="*/ 38100 h 180973"/>
              <a:gd name="connsiteX42" fmla="*/ 95250 w 180956"/>
              <a:gd name="connsiteY42" fmla="*/ 47625 h 180973"/>
              <a:gd name="connsiteX43" fmla="*/ 104775 w 180956"/>
              <a:gd name="connsiteY43" fmla="*/ 57150 h 180973"/>
              <a:gd name="connsiteX44" fmla="*/ 133350 w 180956"/>
              <a:gd name="connsiteY44" fmla="*/ 57150 h 180973"/>
              <a:gd name="connsiteX45" fmla="*/ 142875 w 180956"/>
              <a:gd name="connsiteY45" fmla="*/ 47625 h 180973"/>
              <a:gd name="connsiteX46" fmla="*/ 133350 w 180956"/>
              <a:gd name="connsiteY46" fmla="*/ 38100 h 180973"/>
              <a:gd name="connsiteX47" fmla="*/ 59940 w 180956"/>
              <a:gd name="connsiteY47" fmla="*/ 31365 h 180973"/>
              <a:gd name="connsiteX48" fmla="*/ 47625 w 180956"/>
              <a:gd name="connsiteY48" fmla="*/ 43680 h 180973"/>
              <a:gd name="connsiteX49" fmla="*/ 44835 w 180956"/>
              <a:gd name="connsiteY49" fmla="*/ 40890 h 180973"/>
              <a:gd name="connsiteX50" fmla="*/ 31365 w 180956"/>
              <a:gd name="connsiteY50" fmla="*/ 40890 h 180973"/>
              <a:gd name="connsiteX51" fmla="*/ 31365 w 180956"/>
              <a:gd name="connsiteY51" fmla="*/ 54360 h 180973"/>
              <a:gd name="connsiteX52" fmla="*/ 40890 w 180956"/>
              <a:gd name="connsiteY52" fmla="*/ 63885 h 180973"/>
              <a:gd name="connsiteX53" fmla="*/ 54360 w 180956"/>
              <a:gd name="connsiteY53" fmla="*/ 63885 h 180973"/>
              <a:gd name="connsiteX54" fmla="*/ 73410 w 180956"/>
              <a:gd name="connsiteY54" fmla="*/ 44835 h 180973"/>
              <a:gd name="connsiteX55" fmla="*/ 73410 w 180956"/>
              <a:gd name="connsiteY55" fmla="*/ 31365 h 180973"/>
              <a:gd name="connsiteX56" fmla="*/ 59940 w 180956"/>
              <a:gd name="connsiteY56" fmla="*/ 31365 h 180973"/>
              <a:gd name="connsiteX57" fmla="*/ 85725 w 180956"/>
              <a:gd name="connsiteY57" fmla="*/ 0 h 180973"/>
              <a:gd name="connsiteX58" fmla="*/ 170984 w 180956"/>
              <a:gd name="connsiteY58" fmla="*/ 66675 h 180973"/>
              <a:gd name="connsiteX59" fmla="*/ 133298 w 180956"/>
              <a:gd name="connsiteY59" fmla="*/ 95250 h 180973"/>
              <a:gd name="connsiteX60" fmla="*/ 95250 w 180956"/>
              <a:gd name="connsiteY60" fmla="*/ 133299 h 180973"/>
              <a:gd name="connsiteX61" fmla="*/ 66675 w 180956"/>
              <a:gd name="connsiteY61" fmla="*/ 170984 h 180973"/>
              <a:gd name="connsiteX62" fmla="*/ 0 w 180956"/>
              <a:gd name="connsiteY62" fmla="*/ 85725 h 180973"/>
              <a:gd name="connsiteX63" fmla="*/ 85725 w 180956"/>
              <a:gd name="connsiteY63" fmla="*/ 0 h 18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80956" h="180973">
                <a:moveTo>
                  <a:pt x="141679" y="104871"/>
                </a:moveTo>
                <a:cubicBezTo>
                  <a:pt x="143737" y="104538"/>
                  <a:pt x="145528" y="105064"/>
                  <a:pt x="148427" y="106446"/>
                </a:cubicBezTo>
                <a:cubicBezTo>
                  <a:pt x="155431" y="109785"/>
                  <a:pt x="153913" y="110591"/>
                  <a:pt x="148427" y="113333"/>
                </a:cubicBezTo>
                <a:lnTo>
                  <a:pt x="135794" y="119650"/>
                </a:lnTo>
                <a:cubicBezTo>
                  <a:pt x="133611" y="120742"/>
                  <a:pt x="131697" y="121698"/>
                  <a:pt x="130193" y="122619"/>
                </a:cubicBezTo>
                <a:cubicBezTo>
                  <a:pt x="128613" y="123585"/>
                  <a:pt x="127056" y="124760"/>
                  <a:pt x="125896" y="126473"/>
                </a:cubicBezTo>
                <a:cubicBezTo>
                  <a:pt x="124703" y="128235"/>
                  <a:pt x="124233" y="130118"/>
                  <a:pt x="124017" y="131965"/>
                </a:cubicBezTo>
                <a:cubicBezTo>
                  <a:pt x="123814" y="133717"/>
                  <a:pt x="123806" y="135806"/>
                  <a:pt x="123806" y="138113"/>
                </a:cubicBezTo>
                <a:lnTo>
                  <a:pt x="123806" y="147638"/>
                </a:lnTo>
                <a:cubicBezTo>
                  <a:pt x="123806" y="150268"/>
                  <a:pt x="125939" y="152400"/>
                  <a:pt x="128569" y="152400"/>
                </a:cubicBezTo>
                <a:cubicBezTo>
                  <a:pt x="131198" y="152400"/>
                  <a:pt x="133331" y="150265"/>
                  <a:pt x="133331" y="147634"/>
                </a:cubicBezTo>
                <a:lnTo>
                  <a:pt x="133331" y="138113"/>
                </a:lnTo>
                <a:cubicBezTo>
                  <a:pt x="133331" y="135657"/>
                  <a:pt x="133351" y="134161"/>
                  <a:pt x="133479" y="133067"/>
                </a:cubicBezTo>
                <a:cubicBezTo>
                  <a:pt x="133592" y="132093"/>
                  <a:pt x="133754" y="131857"/>
                  <a:pt x="133784" y="131812"/>
                </a:cubicBezTo>
                <a:cubicBezTo>
                  <a:pt x="133842" y="131726"/>
                  <a:pt x="134083" y="131405"/>
                  <a:pt x="135164" y="130744"/>
                </a:cubicBezTo>
                <a:cubicBezTo>
                  <a:pt x="136279" y="130062"/>
                  <a:pt x="137822" y="129286"/>
                  <a:pt x="140223" y="128085"/>
                </a:cubicBezTo>
                <a:lnTo>
                  <a:pt x="158002" y="119196"/>
                </a:lnTo>
                <a:cubicBezTo>
                  <a:pt x="164981" y="115706"/>
                  <a:pt x="166522" y="115778"/>
                  <a:pt x="173220" y="119196"/>
                </a:cubicBezTo>
                <a:cubicBezTo>
                  <a:pt x="180768" y="123048"/>
                  <a:pt x="180956" y="123143"/>
                  <a:pt x="180956" y="133036"/>
                </a:cubicBezTo>
                <a:lnTo>
                  <a:pt x="180956" y="152713"/>
                </a:lnTo>
                <a:cubicBezTo>
                  <a:pt x="180956" y="162605"/>
                  <a:pt x="180761" y="162704"/>
                  <a:pt x="173212" y="166556"/>
                </a:cubicBezTo>
                <a:cubicBezTo>
                  <a:pt x="172659" y="166839"/>
                  <a:pt x="172066" y="167141"/>
                  <a:pt x="171431" y="167469"/>
                </a:cubicBezTo>
                <a:lnTo>
                  <a:pt x="152381" y="177307"/>
                </a:lnTo>
                <a:cubicBezTo>
                  <a:pt x="142912" y="182196"/>
                  <a:pt x="142800" y="182196"/>
                  <a:pt x="133331" y="177307"/>
                </a:cubicBezTo>
                <a:lnTo>
                  <a:pt x="114281" y="167469"/>
                </a:lnTo>
                <a:cubicBezTo>
                  <a:pt x="113643" y="167139"/>
                  <a:pt x="113048" y="166836"/>
                  <a:pt x="112492" y="166552"/>
                </a:cubicBezTo>
                <a:cubicBezTo>
                  <a:pt x="104944" y="162700"/>
                  <a:pt x="104756" y="162605"/>
                  <a:pt x="104756" y="152713"/>
                </a:cubicBezTo>
                <a:lnTo>
                  <a:pt x="104756" y="133036"/>
                </a:lnTo>
                <a:cubicBezTo>
                  <a:pt x="104756" y="123188"/>
                  <a:pt x="105256" y="122931"/>
                  <a:pt x="113489" y="118687"/>
                </a:cubicBezTo>
                <a:lnTo>
                  <a:pt x="133331" y="108441"/>
                </a:lnTo>
                <a:cubicBezTo>
                  <a:pt x="137297" y="106394"/>
                  <a:pt x="139621" y="105204"/>
                  <a:pt x="141679" y="104871"/>
                </a:cubicBezTo>
                <a:close/>
                <a:moveTo>
                  <a:pt x="59940" y="88515"/>
                </a:moveTo>
                <a:lnTo>
                  <a:pt x="47625" y="100830"/>
                </a:lnTo>
                <a:lnTo>
                  <a:pt x="44835" y="98040"/>
                </a:lnTo>
                <a:cubicBezTo>
                  <a:pt x="41116" y="94320"/>
                  <a:pt x="35085" y="94320"/>
                  <a:pt x="31365" y="98040"/>
                </a:cubicBezTo>
                <a:cubicBezTo>
                  <a:pt x="27645" y="101759"/>
                  <a:pt x="27645" y="107791"/>
                  <a:pt x="31365" y="111510"/>
                </a:cubicBezTo>
                <a:lnTo>
                  <a:pt x="40890" y="121035"/>
                </a:lnTo>
                <a:cubicBezTo>
                  <a:pt x="44610" y="124755"/>
                  <a:pt x="50641" y="124755"/>
                  <a:pt x="54360" y="121035"/>
                </a:cubicBezTo>
                <a:lnTo>
                  <a:pt x="73410" y="101985"/>
                </a:lnTo>
                <a:cubicBezTo>
                  <a:pt x="77130" y="98266"/>
                  <a:pt x="77130" y="92234"/>
                  <a:pt x="73410" y="88515"/>
                </a:cubicBezTo>
                <a:cubicBezTo>
                  <a:pt x="69691" y="84795"/>
                  <a:pt x="63660" y="84795"/>
                  <a:pt x="59940" y="88515"/>
                </a:cubicBezTo>
                <a:close/>
                <a:moveTo>
                  <a:pt x="104775" y="38100"/>
                </a:moveTo>
                <a:cubicBezTo>
                  <a:pt x="99514" y="38100"/>
                  <a:pt x="95250" y="42365"/>
                  <a:pt x="95250" y="47625"/>
                </a:cubicBezTo>
                <a:cubicBezTo>
                  <a:pt x="95250" y="52885"/>
                  <a:pt x="99514" y="57150"/>
                  <a:pt x="104775" y="57150"/>
                </a:cubicBezTo>
                <a:lnTo>
                  <a:pt x="133350" y="57150"/>
                </a:lnTo>
                <a:cubicBezTo>
                  <a:pt x="138611" y="57150"/>
                  <a:pt x="142875" y="52885"/>
                  <a:pt x="142875" y="47625"/>
                </a:cubicBezTo>
                <a:cubicBezTo>
                  <a:pt x="142875" y="42365"/>
                  <a:pt x="138611" y="38100"/>
                  <a:pt x="133350" y="38100"/>
                </a:cubicBezTo>
                <a:close/>
                <a:moveTo>
                  <a:pt x="59940" y="31365"/>
                </a:moveTo>
                <a:lnTo>
                  <a:pt x="47625" y="43680"/>
                </a:lnTo>
                <a:lnTo>
                  <a:pt x="44835" y="40890"/>
                </a:lnTo>
                <a:cubicBezTo>
                  <a:pt x="41116" y="37170"/>
                  <a:pt x="35085" y="37170"/>
                  <a:pt x="31365" y="40890"/>
                </a:cubicBezTo>
                <a:cubicBezTo>
                  <a:pt x="27645" y="44610"/>
                  <a:pt x="27645" y="50640"/>
                  <a:pt x="31365" y="54360"/>
                </a:cubicBezTo>
                <a:lnTo>
                  <a:pt x="40890" y="63885"/>
                </a:lnTo>
                <a:cubicBezTo>
                  <a:pt x="44610" y="67605"/>
                  <a:pt x="50641" y="67605"/>
                  <a:pt x="54360" y="63885"/>
                </a:cubicBezTo>
                <a:lnTo>
                  <a:pt x="73410" y="44835"/>
                </a:lnTo>
                <a:cubicBezTo>
                  <a:pt x="77130" y="41115"/>
                  <a:pt x="77130" y="35085"/>
                  <a:pt x="73410" y="31365"/>
                </a:cubicBezTo>
                <a:cubicBezTo>
                  <a:pt x="69691" y="27645"/>
                  <a:pt x="63660" y="27645"/>
                  <a:pt x="59940" y="31365"/>
                </a:cubicBezTo>
                <a:close/>
                <a:moveTo>
                  <a:pt x="85725" y="0"/>
                </a:moveTo>
                <a:cubicBezTo>
                  <a:pt x="149458" y="0"/>
                  <a:pt x="167985" y="12332"/>
                  <a:pt x="170984" y="66675"/>
                </a:cubicBezTo>
                <a:cubicBezTo>
                  <a:pt x="172561" y="95250"/>
                  <a:pt x="161822" y="95250"/>
                  <a:pt x="133298" y="95250"/>
                </a:cubicBezTo>
                <a:cubicBezTo>
                  <a:pt x="104775" y="95250"/>
                  <a:pt x="95250" y="104672"/>
                  <a:pt x="95250" y="133299"/>
                </a:cubicBezTo>
                <a:cubicBezTo>
                  <a:pt x="95250" y="161925"/>
                  <a:pt x="95250" y="172562"/>
                  <a:pt x="66675" y="170984"/>
                </a:cubicBezTo>
                <a:cubicBezTo>
                  <a:pt x="12332" y="167985"/>
                  <a:pt x="0" y="149458"/>
                  <a:pt x="0" y="85725"/>
                </a:cubicBezTo>
                <a:cubicBezTo>
                  <a:pt x="0" y="15130"/>
                  <a:pt x="15130" y="0"/>
                  <a:pt x="85725" y="0"/>
                </a:cubicBezTo>
                <a:close/>
              </a:path>
            </a:pathLst>
          </a:custGeom>
          <a:solidFill>
            <a:srgbClr val="000000"/>
          </a:solidFill>
          <a:ln w="9525" cap="flat">
            <a:noFill/>
            <a:prstDash val="solid"/>
            <a:miter/>
          </a:ln>
        </p:spPr>
        <p:txBody>
          <a:bodyPr rtlCol="0" anchor="ctr"/>
          <a:lstStyle/>
          <a:p>
            <a:endParaRPr lang="ru-RU"/>
          </a:p>
        </p:txBody>
      </p:sp>
      <p:sp>
        <p:nvSpPr>
          <p:cNvPr id="1216" name="Рисунок 281">
            <a:extLst>
              <a:ext uri="{FF2B5EF4-FFF2-40B4-BE49-F238E27FC236}">
                <a16:creationId xmlns:a16="http://schemas.microsoft.com/office/drawing/2014/main" id="{CFBF7D3B-4A49-2199-51C3-85B3947D4784}"/>
              </a:ext>
            </a:extLst>
          </p:cNvPr>
          <p:cNvSpPr/>
          <p:nvPr/>
        </p:nvSpPr>
        <p:spPr>
          <a:xfrm>
            <a:off x="6982641" y="4600117"/>
            <a:ext cx="152400" cy="171450"/>
          </a:xfrm>
          <a:custGeom>
            <a:avLst/>
            <a:gdLst>
              <a:gd name="connsiteX0" fmla="*/ 123825 w 152400"/>
              <a:gd name="connsiteY0" fmla="*/ 171450 h 171450"/>
              <a:gd name="connsiteX1" fmla="*/ 76200 w 152400"/>
              <a:gd name="connsiteY1" fmla="*/ 171450 h 171450"/>
              <a:gd name="connsiteX2" fmla="*/ 0 w 152400"/>
              <a:gd name="connsiteY2" fmla="*/ 85726 h 171450"/>
              <a:gd name="connsiteX3" fmla="*/ 66675 w 152400"/>
              <a:gd name="connsiteY3" fmla="*/ 0 h 171450"/>
              <a:gd name="connsiteX4" fmla="*/ 123825 w 152400"/>
              <a:gd name="connsiteY4" fmla="*/ 0 h 171450"/>
              <a:gd name="connsiteX5" fmla="*/ 152400 w 152400"/>
              <a:gd name="connsiteY5" fmla="*/ 28575 h 171450"/>
              <a:gd name="connsiteX6" fmla="*/ 152400 w 152400"/>
              <a:gd name="connsiteY6" fmla="*/ 142875 h 171450"/>
              <a:gd name="connsiteX7" fmla="*/ 123825 w 152400"/>
              <a:gd name="connsiteY7" fmla="*/ 171450 h 171450"/>
              <a:gd name="connsiteX8" fmla="*/ 47625 w 152400"/>
              <a:gd name="connsiteY8" fmla="*/ 152400 h 171450"/>
              <a:gd name="connsiteX9" fmla="*/ 133350 w 152400"/>
              <a:gd name="connsiteY9" fmla="*/ 152400 h 171450"/>
              <a:gd name="connsiteX10" fmla="*/ 142875 w 152400"/>
              <a:gd name="connsiteY10" fmla="*/ 138113 h 171450"/>
              <a:gd name="connsiteX11" fmla="*/ 133350 w 152400"/>
              <a:gd name="connsiteY11" fmla="*/ 123825 h 171450"/>
              <a:gd name="connsiteX12" fmla="*/ 102080 w 152400"/>
              <a:gd name="connsiteY12" fmla="*/ 123824 h 171450"/>
              <a:gd name="connsiteX13" fmla="*/ 38100 w 152400"/>
              <a:gd name="connsiteY13" fmla="*/ 123825 h 171450"/>
              <a:gd name="connsiteX14" fmla="*/ 19050 w 152400"/>
              <a:gd name="connsiteY14" fmla="*/ 133350 h 171450"/>
              <a:gd name="connsiteX15" fmla="*/ 47625 w 152400"/>
              <a:gd name="connsiteY15" fmla="*/ 152400 h 171450"/>
              <a:gd name="connsiteX16" fmla="*/ 73000 w 152400"/>
              <a:gd name="connsiteY16" fmla="*/ 46422 h 171450"/>
              <a:gd name="connsiteX17" fmla="*/ 71053 w 152400"/>
              <a:gd name="connsiteY17" fmla="*/ 49117 h 171450"/>
              <a:gd name="connsiteX18" fmla="*/ 70501 w 152400"/>
              <a:gd name="connsiteY18" fmla="*/ 49536 h 171450"/>
              <a:gd name="connsiteX19" fmla="*/ 67441 w 152400"/>
              <a:gd name="connsiteY19" fmla="*/ 50633 h 171450"/>
              <a:gd name="connsiteX20" fmla="*/ 57748 w 152400"/>
              <a:gd name="connsiteY20" fmla="*/ 55076 h 171450"/>
              <a:gd name="connsiteX21" fmla="*/ 57183 w 152400"/>
              <a:gd name="connsiteY21" fmla="*/ 56889 h 171450"/>
              <a:gd name="connsiteX22" fmla="*/ 62519 w 152400"/>
              <a:gd name="connsiteY22" fmla="*/ 66423 h 171450"/>
              <a:gd name="connsiteX23" fmla="*/ 64377 w 152400"/>
              <a:gd name="connsiteY23" fmla="*/ 69187 h 171450"/>
              <a:gd name="connsiteX24" fmla="*/ 64587 w 152400"/>
              <a:gd name="connsiteY24" fmla="*/ 69863 h 171450"/>
              <a:gd name="connsiteX25" fmla="*/ 64642 w 152400"/>
              <a:gd name="connsiteY25" fmla="*/ 73237 h 171450"/>
              <a:gd name="connsiteX26" fmla="*/ 65701 w 152400"/>
              <a:gd name="connsiteY26" fmla="*/ 84220 h 171450"/>
              <a:gd name="connsiteX27" fmla="*/ 67180 w 152400"/>
              <a:gd name="connsiteY27" fmla="*/ 85340 h 171450"/>
              <a:gd name="connsiteX28" fmla="*/ 77527 w 152400"/>
              <a:gd name="connsiteY28" fmla="*/ 82995 h 171450"/>
              <a:gd name="connsiteX29" fmla="*/ 80622 w 152400"/>
              <a:gd name="connsiteY29" fmla="*/ 82007 h 171450"/>
              <a:gd name="connsiteX30" fmla="*/ 81303 w 152400"/>
              <a:gd name="connsiteY30" fmla="*/ 82007 h 171450"/>
              <a:gd name="connsiteX31" fmla="*/ 84398 w 152400"/>
              <a:gd name="connsiteY31" fmla="*/ 82995 h 171450"/>
              <a:gd name="connsiteX32" fmla="*/ 94745 w 152400"/>
              <a:gd name="connsiteY32" fmla="*/ 85340 h 171450"/>
              <a:gd name="connsiteX33" fmla="*/ 96224 w 152400"/>
              <a:gd name="connsiteY33" fmla="*/ 84220 h 171450"/>
              <a:gd name="connsiteX34" fmla="*/ 97283 w 152400"/>
              <a:gd name="connsiteY34" fmla="*/ 73237 h 171450"/>
              <a:gd name="connsiteX35" fmla="*/ 97338 w 152400"/>
              <a:gd name="connsiteY35" fmla="*/ 69863 h 171450"/>
              <a:gd name="connsiteX36" fmla="*/ 97548 w 152400"/>
              <a:gd name="connsiteY36" fmla="*/ 69187 h 171450"/>
              <a:gd name="connsiteX37" fmla="*/ 99406 w 152400"/>
              <a:gd name="connsiteY37" fmla="*/ 66423 h 171450"/>
              <a:gd name="connsiteX38" fmla="*/ 104742 w 152400"/>
              <a:gd name="connsiteY38" fmla="*/ 56889 h 171450"/>
              <a:gd name="connsiteX39" fmla="*/ 104177 w 152400"/>
              <a:gd name="connsiteY39" fmla="*/ 55076 h 171450"/>
              <a:gd name="connsiteX40" fmla="*/ 94484 w 152400"/>
              <a:gd name="connsiteY40" fmla="*/ 50633 h 171450"/>
              <a:gd name="connsiteX41" fmla="*/ 91424 w 152400"/>
              <a:gd name="connsiteY41" fmla="*/ 49536 h 171450"/>
              <a:gd name="connsiteX42" fmla="*/ 90872 w 152400"/>
              <a:gd name="connsiteY42" fmla="*/ 49117 h 171450"/>
              <a:gd name="connsiteX43" fmla="*/ 88925 w 152400"/>
              <a:gd name="connsiteY43" fmla="*/ 46422 h 171450"/>
              <a:gd name="connsiteX44" fmla="*/ 81877 w 152400"/>
              <a:gd name="connsiteY44" fmla="*/ 38185 h 171450"/>
              <a:gd name="connsiteX45" fmla="*/ 80048 w 152400"/>
              <a:gd name="connsiteY45" fmla="*/ 38185 h 171450"/>
              <a:gd name="connsiteX46" fmla="*/ 73000 w 152400"/>
              <a:gd name="connsiteY46" fmla="*/ 46422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52400" h="171450">
                <a:moveTo>
                  <a:pt x="123825" y="171450"/>
                </a:moveTo>
                <a:lnTo>
                  <a:pt x="76200" y="171450"/>
                </a:lnTo>
                <a:cubicBezTo>
                  <a:pt x="0" y="171450"/>
                  <a:pt x="0" y="161925"/>
                  <a:pt x="0" y="85726"/>
                </a:cubicBezTo>
                <a:cubicBezTo>
                  <a:pt x="0" y="9525"/>
                  <a:pt x="0" y="0"/>
                  <a:pt x="66675" y="0"/>
                </a:cubicBezTo>
                <a:lnTo>
                  <a:pt x="123825" y="0"/>
                </a:lnTo>
                <a:cubicBezTo>
                  <a:pt x="147638" y="0"/>
                  <a:pt x="152400" y="4763"/>
                  <a:pt x="152400" y="28575"/>
                </a:cubicBezTo>
                <a:lnTo>
                  <a:pt x="152400" y="142875"/>
                </a:lnTo>
                <a:cubicBezTo>
                  <a:pt x="152400" y="166688"/>
                  <a:pt x="147638" y="171450"/>
                  <a:pt x="123825" y="171450"/>
                </a:cubicBezTo>
                <a:close/>
                <a:moveTo>
                  <a:pt x="47625" y="152400"/>
                </a:moveTo>
                <a:lnTo>
                  <a:pt x="133350" y="152400"/>
                </a:lnTo>
                <a:cubicBezTo>
                  <a:pt x="142875" y="152400"/>
                  <a:pt x="142875" y="147638"/>
                  <a:pt x="142875" y="138113"/>
                </a:cubicBezTo>
                <a:cubicBezTo>
                  <a:pt x="142875" y="128588"/>
                  <a:pt x="142875" y="123825"/>
                  <a:pt x="133350" y="123825"/>
                </a:cubicBezTo>
                <a:lnTo>
                  <a:pt x="102080" y="123824"/>
                </a:lnTo>
                <a:cubicBezTo>
                  <a:pt x="80987" y="123824"/>
                  <a:pt x="60728" y="123823"/>
                  <a:pt x="38100" y="123825"/>
                </a:cubicBezTo>
                <a:cubicBezTo>
                  <a:pt x="33336" y="123825"/>
                  <a:pt x="19050" y="123826"/>
                  <a:pt x="19050" y="133350"/>
                </a:cubicBezTo>
                <a:cubicBezTo>
                  <a:pt x="19050" y="142875"/>
                  <a:pt x="28575" y="152400"/>
                  <a:pt x="47625" y="152400"/>
                </a:cubicBezTo>
                <a:close/>
                <a:moveTo>
                  <a:pt x="73000" y="46422"/>
                </a:moveTo>
                <a:cubicBezTo>
                  <a:pt x="72112" y="47863"/>
                  <a:pt x="71668" y="48584"/>
                  <a:pt x="71053" y="49117"/>
                </a:cubicBezTo>
                <a:cubicBezTo>
                  <a:pt x="70878" y="49269"/>
                  <a:pt x="70694" y="49409"/>
                  <a:pt x="70501" y="49536"/>
                </a:cubicBezTo>
                <a:cubicBezTo>
                  <a:pt x="69824" y="49980"/>
                  <a:pt x="69030" y="50198"/>
                  <a:pt x="67441" y="50633"/>
                </a:cubicBezTo>
                <a:cubicBezTo>
                  <a:pt x="61692" y="52207"/>
                  <a:pt x="58816" y="52994"/>
                  <a:pt x="57748" y="55076"/>
                </a:cubicBezTo>
                <a:cubicBezTo>
                  <a:pt x="57459" y="55641"/>
                  <a:pt x="57267" y="56255"/>
                  <a:pt x="57183" y="56889"/>
                </a:cubicBezTo>
                <a:cubicBezTo>
                  <a:pt x="56873" y="59228"/>
                  <a:pt x="58755" y="61627"/>
                  <a:pt x="62519" y="66423"/>
                </a:cubicBezTo>
                <a:cubicBezTo>
                  <a:pt x="63559" y="67749"/>
                  <a:pt x="64079" y="68411"/>
                  <a:pt x="64377" y="69187"/>
                </a:cubicBezTo>
                <a:cubicBezTo>
                  <a:pt x="64461" y="69407"/>
                  <a:pt x="64532" y="69633"/>
                  <a:pt x="64587" y="69863"/>
                </a:cubicBezTo>
                <a:cubicBezTo>
                  <a:pt x="64784" y="70672"/>
                  <a:pt x="64737" y="71526"/>
                  <a:pt x="64642" y="73237"/>
                </a:cubicBezTo>
                <a:cubicBezTo>
                  <a:pt x="64302" y="79423"/>
                  <a:pt x="64132" y="82517"/>
                  <a:pt x="65701" y="84220"/>
                </a:cubicBezTo>
                <a:cubicBezTo>
                  <a:pt x="66126" y="84682"/>
                  <a:pt x="66627" y="85061"/>
                  <a:pt x="67180" y="85340"/>
                </a:cubicBezTo>
                <a:cubicBezTo>
                  <a:pt x="69218" y="86370"/>
                  <a:pt x="71988" y="85245"/>
                  <a:pt x="77527" y="82995"/>
                </a:cubicBezTo>
                <a:cubicBezTo>
                  <a:pt x="79058" y="82374"/>
                  <a:pt x="79823" y="82063"/>
                  <a:pt x="80622" y="82007"/>
                </a:cubicBezTo>
                <a:cubicBezTo>
                  <a:pt x="80848" y="81992"/>
                  <a:pt x="81077" y="81992"/>
                  <a:pt x="81303" y="82007"/>
                </a:cubicBezTo>
                <a:cubicBezTo>
                  <a:pt x="82102" y="82063"/>
                  <a:pt x="82868" y="82374"/>
                  <a:pt x="84398" y="82995"/>
                </a:cubicBezTo>
                <a:cubicBezTo>
                  <a:pt x="89937" y="85245"/>
                  <a:pt x="92707" y="86370"/>
                  <a:pt x="94745" y="85340"/>
                </a:cubicBezTo>
                <a:cubicBezTo>
                  <a:pt x="95298" y="85061"/>
                  <a:pt x="95799" y="84682"/>
                  <a:pt x="96224" y="84220"/>
                </a:cubicBezTo>
                <a:cubicBezTo>
                  <a:pt x="97793" y="82517"/>
                  <a:pt x="97623" y="79423"/>
                  <a:pt x="97283" y="73237"/>
                </a:cubicBezTo>
                <a:cubicBezTo>
                  <a:pt x="97188" y="71526"/>
                  <a:pt x="97141" y="70672"/>
                  <a:pt x="97338" y="69863"/>
                </a:cubicBezTo>
                <a:cubicBezTo>
                  <a:pt x="97393" y="69633"/>
                  <a:pt x="97464" y="69407"/>
                  <a:pt x="97548" y="69187"/>
                </a:cubicBezTo>
                <a:cubicBezTo>
                  <a:pt x="97846" y="68411"/>
                  <a:pt x="98366" y="67749"/>
                  <a:pt x="99406" y="66423"/>
                </a:cubicBezTo>
                <a:cubicBezTo>
                  <a:pt x="103170" y="61627"/>
                  <a:pt x="105052" y="59228"/>
                  <a:pt x="104742" y="56889"/>
                </a:cubicBezTo>
                <a:cubicBezTo>
                  <a:pt x="104658" y="56255"/>
                  <a:pt x="104466" y="55641"/>
                  <a:pt x="104177" y="55076"/>
                </a:cubicBezTo>
                <a:cubicBezTo>
                  <a:pt x="103109" y="52994"/>
                  <a:pt x="100233" y="52207"/>
                  <a:pt x="94484" y="50633"/>
                </a:cubicBezTo>
                <a:cubicBezTo>
                  <a:pt x="92895" y="50198"/>
                  <a:pt x="92101" y="49980"/>
                  <a:pt x="91424" y="49536"/>
                </a:cubicBezTo>
                <a:cubicBezTo>
                  <a:pt x="91231" y="49409"/>
                  <a:pt x="91047" y="49269"/>
                  <a:pt x="90872" y="49117"/>
                </a:cubicBezTo>
                <a:cubicBezTo>
                  <a:pt x="90257" y="48584"/>
                  <a:pt x="89813" y="47863"/>
                  <a:pt x="88925" y="46422"/>
                </a:cubicBezTo>
                <a:cubicBezTo>
                  <a:pt x="85713" y="41208"/>
                  <a:pt x="84107" y="38600"/>
                  <a:pt x="81877" y="38185"/>
                </a:cubicBezTo>
                <a:cubicBezTo>
                  <a:pt x="81272" y="38072"/>
                  <a:pt x="80653" y="38072"/>
                  <a:pt x="80048" y="38185"/>
                </a:cubicBezTo>
                <a:cubicBezTo>
                  <a:pt x="77818" y="38600"/>
                  <a:pt x="76212" y="41208"/>
                  <a:pt x="73000" y="46422"/>
                </a:cubicBezTo>
                <a:close/>
              </a:path>
            </a:pathLst>
          </a:custGeom>
          <a:solidFill>
            <a:srgbClr val="000000"/>
          </a:solidFill>
          <a:ln w="9525" cap="flat">
            <a:noFill/>
            <a:prstDash val="solid"/>
            <a:miter/>
          </a:ln>
        </p:spPr>
        <p:txBody>
          <a:bodyPr rtlCol="0" anchor="ctr"/>
          <a:lstStyle/>
          <a:p>
            <a:endParaRPr lang="ru-RU"/>
          </a:p>
        </p:txBody>
      </p:sp>
      <p:sp>
        <p:nvSpPr>
          <p:cNvPr id="1436" name="Полилиния: фигура 1435">
            <a:extLst>
              <a:ext uri="{FF2B5EF4-FFF2-40B4-BE49-F238E27FC236}">
                <a16:creationId xmlns:a16="http://schemas.microsoft.com/office/drawing/2014/main" id="{C1EAC30E-A7EF-0BEA-723D-BC949A9291AE}"/>
              </a:ext>
            </a:extLst>
          </p:cNvPr>
          <p:cNvSpPr/>
          <p:nvPr/>
        </p:nvSpPr>
        <p:spPr>
          <a:xfrm>
            <a:off x="6973116" y="5100760"/>
            <a:ext cx="171450" cy="171449"/>
          </a:xfrm>
          <a:custGeom>
            <a:avLst/>
            <a:gdLst>
              <a:gd name="connsiteX0" fmla="*/ 152001 w 171450"/>
              <a:gd name="connsiteY0" fmla="*/ 111469 h 171449"/>
              <a:gd name="connsiteX1" fmla="*/ 159294 w 171450"/>
              <a:gd name="connsiteY1" fmla="*/ 114301 h 171449"/>
              <a:gd name="connsiteX2" fmla="*/ 156343 w 171450"/>
              <a:gd name="connsiteY2" fmla="*/ 134937 h 171449"/>
              <a:gd name="connsiteX3" fmla="*/ 103970 w 171450"/>
              <a:gd name="connsiteY3" fmla="*/ 163888 h 171449"/>
              <a:gd name="connsiteX4" fmla="*/ 103330 w 171450"/>
              <a:gd name="connsiteY4" fmla="*/ 164242 h 171449"/>
              <a:gd name="connsiteX5" fmla="*/ 67712 w 171450"/>
              <a:gd name="connsiteY5" fmla="*/ 163888 h 171449"/>
              <a:gd name="connsiteX6" fmla="*/ 15340 w 171450"/>
              <a:gd name="connsiteY6" fmla="*/ 134937 h 171449"/>
              <a:gd name="connsiteX7" fmla="*/ 0 w 171450"/>
              <a:gd name="connsiteY7" fmla="*/ 123802 h 171449"/>
              <a:gd name="connsiteX8" fmla="*/ 12384 w 171450"/>
              <a:gd name="connsiteY8" fmla="*/ 114301 h 171449"/>
              <a:gd name="connsiteX9" fmla="*/ 27244 w 171450"/>
              <a:gd name="connsiteY9" fmla="*/ 114301 h 171449"/>
              <a:gd name="connsiteX10" fmla="*/ 63434 w 171450"/>
              <a:gd name="connsiteY10" fmla="*/ 134307 h 171449"/>
              <a:gd name="connsiteX11" fmla="*/ 74589 w 171450"/>
              <a:gd name="connsiteY11" fmla="*/ 140132 h 171449"/>
              <a:gd name="connsiteX12" fmla="*/ 85669 w 171450"/>
              <a:gd name="connsiteY12" fmla="*/ 142874 h 171449"/>
              <a:gd name="connsiteX13" fmla="*/ 96764 w 171450"/>
              <a:gd name="connsiteY13" fmla="*/ 140297 h 171449"/>
              <a:gd name="connsiteX14" fmla="*/ 107593 w 171450"/>
              <a:gd name="connsiteY14" fmla="*/ 134669 h 171449"/>
              <a:gd name="connsiteX15" fmla="*/ 144438 w 171450"/>
              <a:gd name="connsiteY15" fmla="*/ 114301 h 171449"/>
              <a:gd name="connsiteX16" fmla="*/ 152001 w 171450"/>
              <a:gd name="connsiteY16" fmla="*/ 111469 h 171449"/>
              <a:gd name="connsiteX17" fmla="*/ 152000 w 171450"/>
              <a:gd name="connsiteY17" fmla="*/ 73368 h 171449"/>
              <a:gd name="connsiteX18" fmla="*/ 159293 w 171450"/>
              <a:gd name="connsiteY18" fmla="*/ 76201 h 171449"/>
              <a:gd name="connsiteX19" fmla="*/ 156343 w 171450"/>
              <a:gd name="connsiteY19" fmla="*/ 96837 h 171449"/>
              <a:gd name="connsiteX20" fmla="*/ 103970 w 171450"/>
              <a:gd name="connsiteY20" fmla="*/ 125788 h 171449"/>
              <a:gd name="connsiteX21" fmla="*/ 103330 w 171450"/>
              <a:gd name="connsiteY21" fmla="*/ 126142 h 171449"/>
              <a:gd name="connsiteX22" fmla="*/ 67712 w 171450"/>
              <a:gd name="connsiteY22" fmla="*/ 125788 h 171449"/>
              <a:gd name="connsiteX23" fmla="*/ 15340 w 171450"/>
              <a:gd name="connsiteY23" fmla="*/ 96837 h 171449"/>
              <a:gd name="connsiteX24" fmla="*/ 0 w 171450"/>
              <a:gd name="connsiteY24" fmla="*/ 85702 h 171449"/>
              <a:gd name="connsiteX25" fmla="*/ 12384 w 171450"/>
              <a:gd name="connsiteY25" fmla="*/ 76201 h 171449"/>
              <a:gd name="connsiteX26" fmla="*/ 27244 w 171450"/>
              <a:gd name="connsiteY26" fmla="*/ 76201 h 171449"/>
              <a:gd name="connsiteX27" fmla="*/ 63446 w 171450"/>
              <a:gd name="connsiteY27" fmla="*/ 96213 h 171449"/>
              <a:gd name="connsiteX28" fmla="*/ 74714 w 171450"/>
              <a:gd name="connsiteY28" fmla="*/ 102086 h 171449"/>
              <a:gd name="connsiteX29" fmla="*/ 85956 w 171450"/>
              <a:gd name="connsiteY29" fmla="*/ 104774 h 171449"/>
              <a:gd name="connsiteX30" fmla="*/ 97134 w 171450"/>
              <a:gd name="connsiteY30" fmla="*/ 102034 h 171449"/>
              <a:gd name="connsiteX31" fmla="*/ 107745 w 171450"/>
              <a:gd name="connsiteY31" fmla="*/ 96484 h 171449"/>
              <a:gd name="connsiteX32" fmla="*/ 144438 w 171450"/>
              <a:gd name="connsiteY32" fmla="*/ 76201 h 171449"/>
              <a:gd name="connsiteX33" fmla="*/ 152000 w 171450"/>
              <a:gd name="connsiteY33" fmla="*/ 73368 h 171449"/>
              <a:gd name="connsiteX34" fmla="*/ 85842 w 171450"/>
              <a:gd name="connsiteY34" fmla="*/ 0 h 171449"/>
              <a:gd name="connsiteX35" fmla="*/ 103970 w 171450"/>
              <a:gd name="connsiteY35" fmla="*/ 7515 h 171449"/>
              <a:gd name="connsiteX36" fmla="*/ 156343 w 171450"/>
              <a:gd name="connsiteY36" fmla="*/ 36466 h 171449"/>
              <a:gd name="connsiteX37" fmla="*/ 156343 w 171450"/>
              <a:gd name="connsiteY37" fmla="*/ 58736 h 171449"/>
              <a:gd name="connsiteX38" fmla="*/ 103970 w 171450"/>
              <a:gd name="connsiteY38" fmla="*/ 87687 h 171449"/>
              <a:gd name="connsiteX39" fmla="*/ 67712 w 171450"/>
              <a:gd name="connsiteY39" fmla="*/ 87687 h 171449"/>
              <a:gd name="connsiteX40" fmla="*/ 15340 w 171450"/>
              <a:gd name="connsiteY40" fmla="*/ 58736 h 171449"/>
              <a:gd name="connsiteX41" fmla="*/ 15340 w 171450"/>
              <a:gd name="connsiteY41" fmla="*/ 36466 h 171449"/>
              <a:gd name="connsiteX42" fmla="*/ 67712 w 171450"/>
              <a:gd name="connsiteY42" fmla="*/ 7515 h 171449"/>
              <a:gd name="connsiteX43" fmla="*/ 85842 w 171450"/>
              <a:gd name="connsiteY43"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1450" h="171449">
                <a:moveTo>
                  <a:pt x="152001" y="111469"/>
                </a:moveTo>
                <a:cubicBezTo>
                  <a:pt x="154011" y="111491"/>
                  <a:pt x="155977" y="112457"/>
                  <a:pt x="159294" y="114301"/>
                </a:cubicBezTo>
                <a:cubicBezTo>
                  <a:pt x="176432" y="123831"/>
                  <a:pt x="175450" y="124375"/>
                  <a:pt x="156343" y="134937"/>
                </a:cubicBezTo>
                <a:lnTo>
                  <a:pt x="103970" y="163888"/>
                </a:lnTo>
                <a:cubicBezTo>
                  <a:pt x="103754" y="164008"/>
                  <a:pt x="103541" y="164125"/>
                  <a:pt x="103330" y="164242"/>
                </a:cubicBezTo>
                <a:cubicBezTo>
                  <a:pt x="85844" y="173910"/>
                  <a:pt x="85843" y="173911"/>
                  <a:pt x="67712" y="163888"/>
                </a:cubicBezTo>
                <a:lnTo>
                  <a:pt x="15340" y="134937"/>
                </a:lnTo>
                <a:cubicBezTo>
                  <a:pt x="5113" y="129284"/>
                  <a:pt x="0" y="126543"/>
                  <a:pt x="0" y="123802"/>
                </a:cubicBezTo>
                <a:cubicBezTo>
                  <a:pt x="0" y="121339"/>
                  <a:pt x="4128" y="118876"/>
                  <a:pt x="12384" y="114301"/>
                </a:cubicBezTo>
                <a:cubicBezTo>
                  <a:pt x="19015" y="110626"/>
                  <a:pt x="20254" y="110438"/>
                  <a:pt x="27244" y="114301"/>
                </a:cubicBezTo>
                <a:lnTo>
                  <a:pt x="63434" y="134307"/>
                </a:lnTo>
                <a:cubicBezTo>
                  <a:pt x="67684" y="136656"/>
                  <a:pt x="71389" y="138705"/>
                  <a:pt x="74589" y="140132"/>
                </a:cubicBezTo>
                <a:cubicBezTo>
                  <a:pt x="77984" y="141644"/>
                  <a:pt x="81597" y="142833"/>
                  <a:pt x="85669" y="142874"/>
                </a:cubicBezTo>
                <a:cubicBezTo>
                  <a:pt x="89771" y="142915"/>
                  <a:pt x="93384" y="141781"/>
                  <a:pt x="96764" y="140297"/>
                </a:cubicBezTo>
                <a:cubicBezTo>
                  <a:pt x="99912" y="138917"/>
                  <a:pt x="103518" y="136923"/>
                  <a:pt x="107593" y="134669"/>
                </a:cubicBezTo>
                <a:lnTo>
                  <a:pt x="144438" y="114301"/>
                </a:lnTo>
                <a:cubicBezTo>
                  <a:pt x="147934" y="112369"/>
                  <a:pt x="149990" y="111446"/>
                  <a:pt x="152001" y="111469"/>
                </a:cubicBezTo>
                <a:close/>
                <a:moveTo>
                  <a:pt x="152000" y="73368"/>
                </a:moveTo>
                <a:cubicBezTo>
                  <a:pt x="154010" y="73390"/>
                  <a:pt x="155976" y="74356"/>
                  <a:pt x="159293" y="76201"/>
                </a:cubicBezTo>
                <a:cubicBezTo>
                  <a:pt x="176432" y="85731"/>
                  <a:pt x="175450" y="86275"/>
                  <a:pt x="156343" y="96837"/>
                </a:cubicBezTo>
                <a:lnTo>
                  <a:pt x="103970" y="125788"/>
                </a:lnTo>
                <a:cubicBezTo>
                  <a:pt x="103754" y="125908"/>
                  <a:pt x="103541" y="126025"/>
                  <a:pt x="103330" y="126142"/>
                </a:cubicBezTo>
                <a:cubicBezTo>
                  <a:pt x="85844" y="135810"/>
                  <a:pt x="85843" y="135811"/>
                  <a:pt x="67712" y="125788"/>
                </a:cubicBezTo>
                <a:lnTo>
                  <a:pt x="15340" y="96837"/>
                </a:lnTo>
                <a:cubicBezTo>
                  <a:pt x="5113" y="91184"/>
                  <a:pt x="0" y="88443"/>
                  <a:pt x="0" y="85702"/>
                </a:cubicBezTo>
                <a:cubicBezTo>
                  <a:pt x="0" y="83239"/>
                  <a:pt x="4128" y="80776"/>
                  <a:pt x="12384" y="76201"/>
                </a:cubicBezTo>
                <a:cubicBezTo>
                  <a:pt x="19015" y="72526"/>
                  <a:pt x="20254" y="72337"/>
                  <a:pt x="27244" y="76201"/>
                </a:cubicBezTo>
                <a:lnTo>
                  <a:pt x="63446" y="96213"/>
                </a:lnTo>
                <a:cubicBezTo>
                  <a:pt x="67740" y="98587"/>
                  <a:pt x="71481" y="100655"/>
                  <a:pt x="74714" y="102086"/>
                </a:cubicBezTo>
                <a:cubicBezTo>
                  <a:pt x="78157" y="103610"/>
                  <a:pt x="81820" y="104788"/>
                  <a:pt x="85956" y="104774"/>
                </a:cubicBezTo>
                <a:cubicBezTo>
                  <a:pt x="90092" y="104761"/>
                  <a:pt x="93734" y="103558"/>
                  <a:pt x="97134" y="102034"/>
                </a:cubicBezTo>
                <a:cubicBezTo>
                  <a:pt x="100194" y="100661"/>
                  <a:pt x="103730" y="98706"/>
                  <a:pt x="107745" y="96484"/>
                </a:cubicBezTo>
                <a:lnTo>
                  <a:pt x="144438" y="76201"/>
                </a:lnTo>
                <a:cubicBezTo>
                  <a:pt x="147934" y="74269"/>
                  <a:pt x="149989" y="73347"/>
                  <a:pt x="152000" y="73368"/>
                </a:cubicBezTo>
                <a:close/>
                <a:moveTo>
                  <a:pt x="85842" y="0"/>
                </a:moveTo>
                <a:cubicBezTo>
                  <a:pt x="90375" y="0"/>
                  <a:pt x="94907" y="2505"/>
                  <a:pt x="103970" y="7515"/>
                </a:cubicBezTo>
                <a:cubicBezTo>
                  <a:pt x="124424" y="18820"/>
                  <a:pt x="135890" y="25160"/>
                  <a:pt x="156343" y="36466"/>
                </a:cubicBezTo>
                <a:cubicBezTo>
                  <a:pt x="176484" y="47600"/>
                  <a:pt x="176486" y="47601"/>
                  <a:pt x="156343" y="58736"/>
                </a:cubicBezTo>
                <a:lnTo>
                  <a:pt x="103970" y="87687"/>
                </a:lnTo>
                <a:cubicBezTo>
                  <a:pt x="85841" y="97707"/>
                  <a:pt x="86062" y="97831"/>
                  <a:pt x="67712" y="87687"/>
                </a:cubicBezTo>
                <a:lnTo>
                  <a:pt x="15340" y="58736"/>
                </a:lnTo>
                <a:cubicBezTo>
                  <a:pt x="-5113" y="47430"/>
                  <a:pt x="-5113" y="47772"/>
                  <a:pt x="15340" y="36466"/>
                </a:cubicBezTo>
                <a:lnTo>
                  <a:pt x="67712" y="7515"/>
                </a:lnTo>
                <a:cubicBezTo>
                  <a:pt x="76776" y="2504"/>
                  <a:pt x="81309" y="0"/>
                  <a:pt x="85842" y="0"/>
                </a:cubicBezTo>
                <a:close/>
              </a:path>
            </a:pathLst>
          </a:custGeom>
          <a:solidFill>
            <a:srgbClr val="000000"/>
          </a:solidFill>
          <a:ln w="9525" cap="flat">
            <a:noFill/>
            <a:prstDash val="solid"/>
            <a:miter/>
          </a:ln>
        </p:spPr>
        <p:txBody>
          <a:bodyPr rtlCol="0" anchor="ctr"/>
          <a:lstStyle/>
          <a:p>
            <a:endParaRPr lang="ru-RU"/>
          </a:p>
        </p:txBody>
      </p:sp>
      <p:sp>
        <p:nvSpPr>
          <p:cNvPr id="1221" name="Рисунок 785">
            <a:extLst>
              <a:ext uri="{FF2B5EF4-FFF2-40B4-BE49-F238E27FC236}">
                <a16:creationId xmlns:a16="http://schemas.microsoft.com/office/drawing/2014/main" id="{146183CD-D1F8-C2EC-82C9-6B2C400E52D3}"/>
              </a:ext>
            </a:extLst>
          </p:cNvPr>
          <p:cNvSpPr/>
          <p:nvPr/>
        </p:nvSpPr>
        <p:spPr>
          <a:xfrm>
            <a:off x="6973115" y="5591881"/>
            <a:ext cx="180975" cy="180975"/>
          </a:xfrm>
          <a:custGeom>
            <a:avLst/>
            <a:gdLst>
              <a:gd name="connsiteX0" fmla="*/ 94889 w 180975"/>
              <a:gd name="connsiteY0" fmla="*/ 19078 h 180975"/>
              <a:gd name="connsiteX1" fmla="*/ 75759 w 180975"/>
              <a:gd name="connsiteY1" fmla="*/ 0 h 180975"/>
              <a:gd name="connsiteX2" fmla="*/ 56628 w 180975"/>
              <a:gd name="connsiteY2" fmla="*/ 19078 h 180975"/>
              <a:gd name="connsiteX3" fmla="*/ 47626 w 180975"/>
              <a:gd name="connsiteY3" fmla="*/ 28575 h 180975"/>
              <a:gd name="connsiteX4" fmla="*/ 108 w 180975"/>
              <a:gd name="connsiteY4" fmla="*/ 76312 h 180975"/>
              <a:gd name="connsiteX5" fmla="*/ 8802 w 180975"/>
              <a:gd name="connsiteY5" fmla="*/ 85852 h 180975"/>
              <a:gd name="connsiteX6" fmla="*/ 27933 w 180975"/>
              <a:gd name="connsiteY6" fmla="*/ 104929 h 180975"/>
              <a:gd name="connsiteX7" fmla="*/ 8802 w 180975"/>
              <a:gd name="connsiteY7" fmla="*/ 124008 h 180975"/>
              <a:gd name="connsiteX8" fmla="*/ 1 w 180975"/>
              <a:gd name="connsiteY8" fmla="*/ 133350 h 180975"/>
              <a:gd name="connsiteX9" fmla="*/ 47626 w 180975"/>
              <a:gd name="connsiteY9" fmla="*/ 180975 h 180975"/>
              <a:gd name="connsiteX10" fmla="*/ 56628 w 180975"/>
              <a:gd name="connsiteY10" fmla="*/ 171703 h 180975"/>
              <a:gd name="connsiteX11" fmla="*/ 75759 w 180975"/>
              <a:gd name="connsiteY11" fmla="*/ 152625 h 180975"/>
              <a:gd name="connsiteX12" fmla="*/ 94889 w 180975"/>
              <a:gd name="connsiteY12" fmla="*/ 171703 h 180975"/>
              <a:gd name="connsiteX13" fmla="*/ 104776 w 180975"/>
              <a:gd name="connsiteY13" fmla="*/ 180975 h 180975"/>
              <a:gd name="connsiteX14" fmla="*/ 152401 w 180975"/>
              <a:gd name="connsiteY14" fmla="*/ 133546 h 180975"/>
              <a:gd name="connsiteX15" fmla="*/ 161846 w 180975"/>
              <a:gd name="connsiteY15" fmla="*/ 124008 h 180975"/>
              <a:gd name="connsiteX16" fmla="*/ 180976 w 180975"/>
              <a:gd name="connsiteY16" fmla="*/ 104929 h 180975"/>
              <a:gd name="connsiteX17" fmla="*/ 161846 w 180975"/>
              <a:gd name="connsiteY17" fmla="*/ 85852 h 180975"/>
              <a:gd name="connsiteX18" fmla="*/ 152401 w 180975"/>
              <a:gd name="connsiteY18" fmla="*/ 76312 h 180975"/>
              <a:gd name="connsiteX19" fmla="*/ 104454 w 180975"/>
              <a:gd name="connsiteY19" fmla="*/ 28575 h 180975"/>
              <a:gd name="connsiteX20" fmla="*/ 94889 w 180975"/>
              <a:gd name="connsiteY20" fmla="*/ 19078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975" h="180975">
                <a:moveTo>
                  <a:pt x="94889" y="19078"/>
                </a:moveTo>
                <a:cubicBezTo>
                  <a:pt x="94889" y="8542"/>
                  <a:pt x="86324" y="0"/>
                  <a:pt x="75759" y="0"/>
                </a:cubicBezTo>
                <a:cubicBezTo>
                  <a:pt x="65193" y="0"/>
                  <a:pt x="56628" y="8542"/>
                  <a:pt x="56628" y="19078"/>
                </a:cubicBezTo>
                <a:cubicBezTo>
                  <a:pt x="56628" y="28575"/>
                  <a:pt x="56635" y="28575"/>
                  <a:pt x="47626" y="28575"/>
                </a:cubicBezTo>
                <a:cubicBezTo>
                  <a:pt x="8802" y="28575"/>
                  <a:pt x="1" y="38100"/>
                  <a:pt x="108" y="76312"/>
                </a:cubicBezTo>
                <a:cubicBezTo>
                  <a:pt x="124" y="82005"/>
                  <a:pt x="-270" y="85852"/>
                  <a:pt x="8802" y="85852"/>
                </a:cubicBezTo>
                <a:cubicBezTo>
                  <a:pt x="19368" y="85852"/>
                  <a:pt x="27933" y="94393"/>
                  <a:pt x="27933" y="104929"/>
                </a:cubicBezTo>
                <a:cubicBezTo>
                  <a:pt x="27933" y="115466"/>
                  <a:pt x="19368" y="124008"/>
                  <a:pt x="8802" y="124008"/>
                </a:cubicBezTo>
                <a:cubicBezTo>
                  <a:pt x="-231" y="124008"/>
                  <a:pt x="1" y="127497"/>
                  <a:pt x="1" y="133350"/>
                </a:cubicBezTo>
                <a:cubicBezTo>
                  <a:pt x="1" y="171506"/>
                  <a:pt x="9526" y="180975"/>
                  <a:pt x="47626" y="180975"/>
                </a:cubicBezTo>
                <a:cubicBezTo>
                  <a:pt x="52430" y="180975"/>
                  <a:pt x="56628" y="180824"/>
                  <a:pt x="56628" y="171703"/>
                </a:cubicBezTo>
                <a:cubicBezTo>
                  <a:pt x="56628" y="161167"/>
                  <a:pt x="65193" y="152625"/>
                  <a:pt x="75759" y="152625"/>
                </a:cubicBezTo>
                <a:cubicBezTo>
                  <a:pt x="86324" y="152625"/>
                  <a:pt x="94889" y="161167"/>
                  <a:pt x="94889" y="171703"/>
                </a:cubicBezTo>
                <a:cubicBezTo>
                  <a:pt x="94889" y="180971"/>
                  <a:pt x="99977" y="180975"/>
                  <a:pt x="104776" y="180975"/>
                </a:cubicBezTo>
                <a:cubicBezTo>
                  <a:pt x="142876" y="180975"/>
                  <a:pt x="152401" y="171703"/>
                  <a:pt x="152401" y="133546"/>
                </a:cubicBezTo>
                <a:cubicBezTo>
                  <a:pt x="152401" y="124008"/>
                  <a:pt x="151948" y="124008"/>
                  <a:pt x="161846" y="124008"/>
                </a:cubicBezTo>
                <a:cubicBezTo>
                  <a:pt x="172411" y="124008"/>
                  <a:pt x="180976" y="115466"/>
                  <a:pt x="180976" y="104929"/>
                </a:cubicBezTo>
                <a:cubicBezTo>
                  <a:pt x="180976" y="94393"/>
                  <a:pt x="172411" y="85852"/>
                  <a:pt x="161846" y="85852"/>
                </a:cubicBezTo>
                <a:cubicBezTo>
                  <a:pt x="151948" y="85852"/>
                  <a:pt x="152401" y="85852"/>
                  <a:pt x="152401" y="76312"/>
                </a:cubicBezTo>
                <a:cubicBezTo>
                  <a:pt x="152401" y="38100"/>
                  <a:pt x="142876" y="28575"/>
                  <a:pt x="104454" y="28575"/>
                </a:cubicBezTo>
                <a:cubicBezTo>
                  <a:pt x="95251" y="28575"/>
                  <a:pt x="94889" y="28948"/>
                  <a:pt x="94889" y="19078"/>
                </a:cubicBezTo>
                <a:close/>
              </a:path>
            </a:pathLst>
          </a:custGeom>
          <a:solidFill>
            <a:srgbClr val="000000"/>
          </a:solidFill>
          <a:ln w="9525" cap="flat">
            <a:noFill/>
            <a:prstDash val="solid"/>
            <a:miter/>
          </a:ln>
        </p:spPr>
        <p:txBody>
          <a:bodyPr rtlCol="0" anchor="ctr"/>
          <a:lstStyle/>
          <a:p>
            <a:endParaRPr lang="ru-RU"/>
          </a:p>
        </p:txBody>
      </p:sp>
      <p:sp>
        <p:nvSpPr>
          <p:cNvPr id="1222" name="Рисунок 167">
            <a:extLst>
              <a:ext uri="{FF2B5EF4-FFF2-40B4-BE49-F238E27FC236}">
                <a16:creationId xmlns:a16="http://schemas.microsoft.com/office/drawing/2014/main" id="{0A63F84F-DFF6-C532-A849-2790E06D32F4}"/>
              </a:ext>
            </a:extLst>
          </p:cNvPr>
          <p:cNvSpPr/>
          <p:nvPr/>
        </p:nvSpPr>
        <p:spPr>
          <a:xfrm>
            <a:off x="7392381" y="856343"/>
            <a:ext cx="171449" cy="152400"/>
          </a:xfrm>
          <a:custGeom>
            <a:avLst/>
            <a:gdLst>
              <a:gd name="connsiteX0" fmla="*/ 85725 w 171449"/>
              <a:gd name="connsiteY0" fmla="*/ 0 h 152400"/>
              <a:gd name="connsiteX1" fmla="*/ 0 w 171449"/>
              <a:gd name="connsiteY1" fmla="*/ 76200 h 152400"/>
              <a:gd name="connsiteX2" fmla="*/ 85725 w 171449"/>
              <a:gd name="connsiteY2" fmla="*/ 152400 h 152400"/>
              <a:gd name="connsiteX3" fmla="*/ 171450 w 171449"/>
              <a:gd name="connsiteY3" fmla="*/ 76200 h 152400"/>
              <a:gd name="connsiteX4" fmla="*/ 85725 w 171449"/>
              <a:gd name="connsiteY4" fmla="*/ 0 h 152400"/>
              <a:gd name="connsiteX5" fmla="*/ 38100 w 171449"/>
              <a:gd name="connsiteY5" fmla="*/ 57150 h 152400"/>
              <a:gd name="connsiteX6" fmla="*/ 28575 w 171449"/>
              <a:gd name="connsiteY6" fmla="*/ 66675 h 152400"/>
              <a:gd name="connsiteX7" fmla="*/ 19050 w 171449"/>
              <a:gd name="connsiteY7" fmla="*/ 57150 h 152400"/>
              <a:gd name="connsiteX8" fmla="*/ 20380 w 171449"/>
              <a:gd name="connsiteY8" fmla="*/ 40630 h 152400"/>
              <a:gd name="connsiteX9" fmla="*/ 27198 w 171449"/>
              <a:gd name="connsiteY9" fmla="*/ 27198 h 152400"/>
              <a:gd name="connsiteX10" fmla="*/ 40631 w 171449"/>
              <a:gd name="connsiteY10" fmla="*/ 20380 h 152400"/>
              <a:gd name="connsiteX11" fmla="*/ 57150 w 171449"/>
              <a:gd name="connsiteY11" fmla="*/ 19050 h 152400"/>
              <a:gd name="connsiteX12" fmla="*/ 66675 w 171449"/>
              <a:gd name="connsiteY12" fmla="*/ 28575 h 152400"/>
              <a:gd name="connsiteX13" fmla="*/ 57150 w 171449"/>
              <a:gd name="connsiteY13" fmla="*/ 38100 h 152400"/>
              <a:gd name="connsiteX14" fmla="*/ 44647 w 171449"/>
              <a:gd name="connsiteY14" fmla="*/ 39002 h 152400"/>
              <a:gd name="connsiteX15" fmla="*/ 40668 w 171449"/>
              <a:gd name="connsiteY15" fmla="*/ 40667 h 152400"/>
              <a:gd name="connsiteX16" fmla="*/ 40208 w 171449"/>
              <a:gd name="connsiteY16" fmla="*/ 41253 h 152400"/>
              <a:gd name="connsiteX17" fmla="*/ 39002 w 171449"/>
              <a:gd name="connsiteY17" fmla="*/ 44648 h 152400"/>
              <a:gd name="connsiteX18" fmla="*/ 38100 w 171449"/>
              <a:gd name="connsiteY18" fmla="*/ 57150 h 152400"/>
              <a:gd name="connsiteX19" fmla="*/ 57150 w 171449"/>
              <a:gd name="connsiteY19" fmla="*/ 61913 h 152400"/>
              <a:gd name="connsiteX20" fmla="*/ 57150 w 171449"/>
              <a:gd name="connsiteY20" fmla="*/ 90488 h 152400"/>
              <a:gd name="connsiteX21" fmla="*/ 52388 w 171449"/>
              <a:gd name="connsiteY21" fmla="*/ 95250 h 152400"/>
              <a:gd name="connsiteX22" fmla="*/ 47625 w 171449"/>
              <a:gd name="connsiteY22" fmla="*/ 90488 h 152400"/>
              <a:gd name="connsiteX23" fmla="*/ 47625 w 171449"/>
              <a:gd name="connsiteY23" fmla="*/ 61913 h 152400"/>
              <a:gd name="connsiteX24" fmla="*/ 52388 w 171449"/>
              <a:gd name="connsiteY24" fmla="*/ 57150 h 152400"/>
              <a:gd name="connsiteX25" fmla="*/ 57150 w 171449"/>
              <a:gd name="connsiteY25" fmla="*/ 61913 h 152400"/>
              <a:gd name="connsiteX26" fmla="*/ 38100 w 171449"/>
              <a:gd name="connsiteY26" fmla="*/ 95250 h 152400"/>
              <a:gd name="connsiteX27" fmla="*/ 39002 w 171449"/>
              <a:gd name="connsiteY27" fmla="*/ 107752 h 152400"/>
              <a:gd name="connsiteX28" fmla="*/ 40668 w 171449"/>
              <a:gd name="connsiteY28" fmla="*/ 111733 h 152400"/>
              <a:gd name="connsiteX29" fmla="*/ 44647 w 171449"/>
              <a:gd name="connsiteY29" fmla="*/ 113398 h 152400"/>
              <a:gd name="connsiteX30" fmla="*/ 57150 w 171449"/>
              <a:gd name="connsiteY30" fmla="*/ 114300 h 152400"/>
              <a:gd name="connsiteX31" fmla="*/ 66675 w 171449"/>
              <a:gd name="connsiteY31" fmla="*/ 123825 h 152400"/>
              <a:gd name="connsiteX32" fmla="*/ 57150 w 171449"/>
              <a:gd name="connsiteY32" fmla="*/ 133350 h 152400"/>
              <a:gd name="connsiteX33" fmla="*/ 40631 w 171449"/>
              <a:gd name="connsiteY33" fmla="*/ 132020 h 152400"/>
              <a:gd name="connsiteX34" fmla="*/ 27198 w 171449"/>
              <a:gd name="connsiteY34" fmla="*/ 125201 h 152400"/>
              <a:gd name="connsiteX35" fmla="*/ 20380 w 171449"/>
              <a:gd name="connsiteY35" fmla="*/ 111770 h 152400"/>
              <a:gd name="connsiteX36" fmla="*/ 19050 w 171449"/>
              <a:gd name="connsiteY36" fmla="*/ 95250 h 152400"/>
              <a:gd name="connsiteX37" fmla="*/ 28575 w 171449"/>
              <a:gd name="connsiteY37" fmla="*/ 85725 h 152400"/>
              <a:gd name="connsiteX38" fmla="*/ 38100 w 171449"/>
              <a:gd name="connsiteY38" fmla="*/ 95250 h 152400"/>
              <a:gd name="connsiteX39" fmla="*/ 133350 w 171449"/>
              <a:gd name="connsiteY39" fmla="*/ 57150 h 152400"/>
              <a:gd name="connsiteX40" fmla="*/ 132448 w 171449"/>
              <a:gd name="connsiteY40" fmla="*/ 44648 h 152400"/>
              <a:gd name="connsiteX41" fmla="*/ 131660 w 171449"/>
              <a:gd name="connsiteY41" fmla="*/ 42058 h 152400"/>
              <a:gd name="connsiteX42" fmla="*/ 130783 w 171449"/>
              <a:gd name="connsiteY42" fmla="*/ 40667 h 152400"/>
              <a:gd name="connsiteX43" fmla="*/ 126803 w 171449"/>
              <a:gd name="connsiteY43" fmla="*/ 39002 h 152400"/>
              <a:gd name="connsiteX44" fmla="*/ 114300 w 171449"/>
              <a:gd name="connsiteY44" fmla="*/ 38100 h 152400"/>
              <a:gd name="connsiteX45" fmla="*/ 104775 w 171449"/>
              <a:gd name="connsiteY45" fmla="*/ 28575 h 152400"/>
              <a:gd name="connsiteX46" fmla="*/ 114300 w 171449"/>
              <a:gd name="connsiteY46" fmla="*/ 19050 h 152400"/>
              <a:gd name="connsiteX47" fmla="*/ 130819 w 171449"/>
              <a:gd name="connsiteY47" fmla="*/ 20380 h 152400"/>
              <a:gd name="connsiteX48" fmla="*/ 144252 w 171449"/>
              <a:gd name="connsiteY48" fmla="*/ 27198 h 152400"/>
              <a:gd name="connsiteX49" fmla="*/ 151070 w 171449"/>
              <a:gd name="connsiteY49" fmla="*/ 40630 h 152400"/>
              <a:gd name="connsiteX50" fmla="*/ 152400 w 171449"/>
              <a:gd name="connsiteY50" fmla="*/ 57150 h 152400"/>
              <a:gd name="connsiteX51" fmla="*/ 142875 w 171449"/>
              <a:gd name="connsiteY51" fmla="*/ 66675 h 152400"/>
              <a:gd name="connsiteX52" fmla="*/ 133350 w 171449"/>
              <a:gd name="connsiteY52" fmla="*/ 57150 h 152400"/>
              <a:gd name="connsiteX53" fmla="*/ 133350 w 171449"/>
              <a:gd name="connsiteY53" fmla="*/ 95250 h 152400"/>
              <a:gd name="connsiteX54" fmla="*/ 142875 w 171449"/>
              <a:gd name="connsiteY54" fmla="*/ 85725 h 152400"/>
              <a:gd name="connsiteX55" fmla="*/ 152400 w 171449"/>
              <a:gd name="connsiteY55" fmla="*/ 95250 h 152400"/>
              <a:gd name="connsiteX56" fmla="*/ 151070 w 171449"/>
              <a:gd name="connsiteY56" fmla="*/ 111770 h 152400"/>
              <a:gd name="connsiteX57" fmla="*/ 144252 w 171449"/>
              <a:gd name="connsiteY57" fmla="*/ 125201 h 152400"/>
              <a:gd name="connsiteX58" fmla="*/ 130819 w 171449"/>
              <a:gd name="connsiteY58" fmla="*/ 132020 h 152400"/>
              <a:gd name="connsiteX59" fmla="*/ 114300 w 171449"/>
              <a:gd name="connsiteY59" fmla="*/ 133350 h 152400"/>
              <a:gd name="connsiteX60" fmla="*/ 104775 w 171449"/>
              <a:gd name="connsiteY60" fmla="*/ 123825 h 152400"/>
              <a:gd name="connsiteX61" fmla="*/ 114300 w 171449"/>
              <a:gd name="connsiteY61" fmla="*/ 114300 h 152400"/>
              <a:gd name="connsiteX62" fmla="*/ 126803 w 171449"/>
              <a:gd name="connsiteY62" fmla="*/ 113398 h 152400"/>
              <a:gd name="connsiteX63" fmla="*/ 130783 w 171449"/>
              <a:gd name="connsiteY63" fmla="*/ 111733 h 152400"/>
              <a:gd name="connsiteX64" fmla="*/ 132448 w 171449"/>
              <a:gd name="connsiteY64" fmla="*/ 107752 h 152400"/>
              <a:gd name="connsiteX65" fmla="*/ 133350 w 171449"/>
              <a:gd name="connsiteY65" fmla="*/ 95250 h 152400"/>
              <a:gd name="connsiteX66" fmla="*/ 85725 w 171449"/>
              <a:gd name="connsiteY66" fmla="*/ 66675 h 152400"/>
              <a:gd name="connsiteX67" fmla="*/ 85725 w 171449"/>
              <a:gd name="connsiteY67" fmla="*/ 85725 h 152400"/>
              <a:gd name="connsiteX68" fmla="*/ 76200 w 171449"/>
              <a:gd name="connsiteY68" fmla="*/ 95250 h 152400"/>
              <a:gd name="connsiteX69" fmla="*/ 66675 w 171449"/>
              <a:gd name="connsiteY69" fmla="*/ 85725 h 152400"/>
              <a:gd name="connsiteX70" fmla="*/ 66675 w 171449"/>
              <a:gd name="connsiteY70" fmla="*/ 66675 h 152400"/>
              <a:gd name="connsiteX71" fmla="*/ 76200 w 171449"/>
              <a:gd name="connsiteY71" fmla="*/ 57150 h 152400"/>
              <a:gd name="connsiteX72" fmla="*/ 85725 w 171449"/>
              <a:gd name="connsiteY72" fmla="*/ 66675 h 152400"/>
              <a:gd name="connsiteX73" fmla="*/ 104775 w 171449"/>
              <a:gd name="connsiteY73" fmla="*/ 61913 h 152400"/>
              <a:gd name="connsiteX74" fmla="*/ 104775 w 171449"/>
              <a:gd name="connsiteY74" fmla="*/ 90488 h 152400"/>
              <a:gd name="connsiteX75" fmla="*/ 100012 w 171449"/>
              <a:gd name="connsiteY75" fmla="*/ 95250 h 152400"/>
              <a:gd name="connsiteX76" fmla="*/ 95250 w 171449"/>
              <a:gd name="connsiteY76" fmla="*/ 90488 h 152400"/>
              <a:gd name="connsiteX77" fmla="*/ 95250 w 171449"/>
              <a:gd name="connsiteY77" fmla="*/ 61913 h 152400"/>
              <a:gd name="connsiteX78" fmla="*/ 100012 w 171449"/>
              <a:gd name="connsiteY78" fmla="*/ 57150 h 152400"/>
              <a:gd name="connsiteX79" fmla="*/ 104775 w 171449"/>
              <a:gd name="connsiteY79" fmla="*/ 61913 h 152400"/>
              <a:gd name="connsiteX80" fmla="*/ 119062 w 171449"/>
              <a:gd name="connsiteY80" fmla="*/ 57150 h 152400"/>
              <a:gd name="connsiteX81" fmla="*/ 123825 w 171449"/>
              <a:gd name="connsiteY81" fmla="*/ 61913 h 152400"/>
              <a:gd name="connsiteX82" fmla="*/ 123825 w 171449"/>
              <a:gd name="connsiteY82" fmla="*/ 90488 h 152400"/>
              <a:gd name="connsiteX83" fmla="*/ 119062 w 171449"/>
              <a:gd name="connsiteY83" fmla="*/ 95250 h 152400"/>
              <a:gd name="connsiteX84" fmla="*/ 114300 w 171449"/>
              <a:gd name="connsiteY84" fmla="*/ 90488 h 152400"/>
              <a:gd name="connsiteX85" fmla="*/ 114300 w 171449"/>
              <a:gd name="connsiteY85" fmla="*/ 61913 h 152400"/>
              <a:gd name="connsiteX86" fmla="*/ 119062 w 171449"/>
              <a:gd name="connsiteY86" fmla="*/ 571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71449" h="152400">
                <a:moveTo>
                  <a:pt x="85725" y="0"/>
                </a:moveTo>
                <a:cubicBezTo>
                  <a:pt x="15130" y="0"/>
                  <a:pt x="0" y="13450"/>
                  <a:pt x="0" y="76200"/>
                </a:cubicBezTo>
                <a:cubicBezTo>
                  <a:pt x="0" y="138950"/>
                  <a:pt x="15130" y="152400"/>
                  <a:pt x="85725" y="152400"/>
                </a:cubicBezTo>
                <a:cubicBezTo>
                  <a:pt x="156319" y="152400"/>
                  <a:pt x="171450" y="138950"/>
                  <a:pt x="171450" y="76200"/>
                </a:cubicBezTo>
                <a:cubicBezTo>
                  <a:pt x="171450" y="13450"/>
                  <a:pt x="156319" y="0"/>
                  <a:pt x="85725" y="0"/>
                </a:cubicBezTo>
                <a:close/>
                <a:moveTo>
                  <a:pt x="38100" y="57150"/>
                </a:moveTo>
                <a:cubicBezTo>
                  <a:pt x="38100" y="62410"/>
                  <a:pt x="33836" y="66675"/>
                  <a:pt x="28575" y="66675"/>
                </a:cubicBezTo>
                <a:cubicBezTo>
                  <a:pt x="23314" y="66675"/>
                  <a:pt x="19050" y="62410"/>
                  <a:pt x="19050" y="57150"/>
                </a:cubicBezTo>
                <a:cubicBezTo>
                  <a:pt x="19050" y="51008"/>
                  <a:pt x="19344" y="45434"/>
                  <a:pt x="20380" y="40630"/>
                </a:cubicBezTo>
                <a:cubicBezTo>
                  <a:pt x="21439" y="35721"/>
                  <a:pt x="23404" y="30991"/>
                  <a:pt x="27198" y="27198"/>
                </a:cubicBezTo>
                <a:cubicBezTo>
                  <a:pt x="30991" y="23403"/>
                  <a:pt x="35720" y="21441"/>
                  <a:pt x="40631" y="20380"/>
                </a:cubicBezTo>
                <a:cubicBezTo>
                  <a:pt x="45434" y="19345"/>
                  <a:pt x="51008" y="19050"/>
                  <a:pt x="57150" y="19050"/>
                </a:cubicBezTo>
                <a:cubicBezTo>
                  <a:pt x="62411" y="19050"/>
                  <a:pt x="66675" y="23315"/>
                  <a:pt x="66675" y="28575"/>
                </a:cubicBezTo>
                <a:cubicBezTo>
                  <a:pt x="66675" y="33835"/>
                  <a:pt x="62411" y="38100"/>
                  <a:pt x="57150" y="38100"/>
                </a:cubicBezTo>
                <a:cubicBezTo>
                  <a:pt x="51386" y="38100"/>
                  <a:pt x="47434" y="38400"/>
                  <a:pt x="44647" y="39002"/>
                </a:cubicBezTo>
                <a:cubicBezTo>
                  <a:pt x="41968" y="39579"/>
                  <a:pt x="41042" y="40295"/>
                  <a:pt x="40668" y="40667"/>
                </a:cubicBezTo>
                <a:cubicBezTo>
                  <a:pt x="40545" y="40791"/>
                  <a:pt x="40386" y="40972"/>
                  <a:pt x="40208" y="41253"/>
                </a:cubicBezTo>
                <a:cubicBezTo>
                  <a:pt x="39841" y="41835"/>
                  <a:pt x="39391" y="42844"/>
                  <a:pt x="39002" y="44648"/>
                </a:cubicBezTo>
                <a:cubicBezTo>
                  <a:pt x="38401" y="47434"/>
                  <a:pt x="38100" y="51385"/>
                  <a:pt x="38100" y="57150"/>
                </a:cubicBezTo>
                <a:close/>
                <a:moveTo>
                  <a:pt x="57150" y="61913"/>
                </a:moveTo>
                <a:lnTo>
                  <a:pt x="57150" y="90488"/>
                </a:lnTo>
                <a:cubicBezTo>
                  <a:pt x="57150" y="93117"/>
                  <a:pt x="55018" y="95250"/>
                  <a:pt x="52388" y="95250"/>
                </a:cubicBezTo>
                <a:cubicBezTo>
                  <a:pt x="49757" y="95250"/>
                  <a:pt x="47625" y="93117"/>
                  <a:pt x="47625" y="90488"/>
                </a:cubicBezTo>
                <a:lnTo>
                  <a:pt x="47625" y="61913"/>
                </a:lnTo>
                <a:cubicBezTo>
                  <a:pt x="47625" y="59283"/>
                  <a:pt x="49757" y="57150"/>
                  <a:pt x="52388" y="57150"/>
                </a:cubicBezTo>
                <a:cubicBezTo>
                  <a:pt x="55018" y="57150"/>
                  <a:pt x="57150" y="59283"/>
                  <a:pt x="57150" y="61913"/>
                </a:cubicBezTo>
                <a:close/>
                <a:moveTo>
                  <a:pt x="38100" y="95250"/>
                </a:moveTo>
                <a:cubicBezTo>
                  <a:pt x="38100" y="101015"/>
                  <a:pt x="38401" y="104966"/>
                  <a:pt x="39002" y="107752"/>
                </a:cubicBezTo>
                <a:cubicBezTo>
                  <a:pt x="39580" y="110433"/>
                  <a:pt x="40294" y="111359"/>
                  <a:pt x="40668" y="111733"/>
                </a:cubicBezTo>
                <a:cubicBezTo>
                  <a:pt x="41042" y="112104"/>
                  <a:pt x="41968" y="112821"/>
                  <a:pt x="44647" y="113398"/>
                </a:cubicBezTo>
                <a:cubicBezTo>
                  <a:pt x="47434" y="114000"/>
                  <a:pt x="51386" y="114300"/>
                  <a:pt x="57150" y="114300"/>
                </a:cubicBezTo>
                <a:cubicBezTo>
                  <a:pt x="62411" y="114300"/>
                  <a:pt x="66675" y="118565"/>
                  <a:pt x="66675" y="123825"/>
                </a:cubicBezTo>
                <a:cubicBezTo>
                  <a:pt x="66675" y="129085"/>
                  <a:pt x="62411" y="133350"/>
                  <a:pt x="57150" y="133350"/>
                </a:cubicBezTo>
                <a:cubicBezTo>
                  <a:pt x="51008" y="133350"/>
                  <a:pt x="45434" y="133055"/>
                  <a:pt x="40631" y="132020"/>
                </a:cubicBezTo>
                <a:cubicBezTo>
                  <a:pt x="35720" y="130959"/>
                  <a:pt x="30991" y="128997"/>
                  <a:pt x="27198" y="125201"/>
                </a:cubicBezTo>
                <a:cubicBezTo>
                  <a:pt x="23404" y="121409"/>
                  <a:pt x="21439" y="116679"/>
                  <a:pt x="20380" y="111770"/>
                </a:cubicBezTo>
                <a:cubicBezTo>
                  <a:pt x="19344" y="106966"/>
                  <a:pt x="19050" y="101392"/>
                  <a:pt x="19050" y="95250"/>
                </a:cubicBezTo>
                <a:cubicBezTo>
                  <a:pt x="19050" y="89990"/>
                  <a:pt x="23314" y="85725"/>
                  <a:pt x="28575" y="85725"/>
                </a:cubicBezTo>
                <a:cubicBezTo>
                  <a:pt x="33836" y="85725"/>
                  <a:pt x="38100" y="89990"/>
                  <a:pt x="38100" y="95250"/>
                </a:cubicBezTo>
                <a:close/>
                <a:moveTo>
                  <a:pt x="133350" y="57150"/>
                </a:moveTo>
                <a:cubicBezTo>
                  <a:pt x="133350" y="51385"/>
                  <a:pt x="133049" y="47434"/>
                  <a:pt x="132448" y="44648"/>
                </a:cubicBezTo>
                <a:cubicBezTo>
                  <a:pt x="132198" y="43488"/>
                  <a:pt x="131922" y="42658"/>
                  <a:pt x="131660" y="42058"/>
                </a:cubicBezTo>
                <a:cubicBezTo>
                  <a:pt x="131316" y="41270"/>
                  <a:pt x="130994" y="40879"/>
                  <a:pt x="130783" y="40667"/>
                </a:cubicBezTo>
                <a:cubicBezTo>
                  <a:pt x="130408" y="40295"/>
                  <a:pt x="129482" y="39579"/>
                  <a:pt x="126803" y="39002"/>
                </a:cubicBezTo>
                <a:cubicBezTo>
                  <a:pt x="124016" y="38400"/>
                  <a:pt x="120064" y="38100"/>
                  <a:pt x="114300" y="38100"/>
                </a:cubicBezTo>
                <a:cubicBezTo>
                  <a:pt x="109039" y="38100"/>
                  <a:pt x="104775" y="33835"/>
                  <a:pt x="104775" y="28575"/>
                </a:cubicBezTo>
                <a:cubicBezTo>
                  <a:pt x="104775" y="23315"/>
                  <a:pt x="109039" y="19050"/>
                  <a:pt x="114300" y="19050"/>
                </a:cubicBezTo>
                <a:cubicBezTo>
                  <a:pt x="120442" y="19050"/>
                  <a:pt x="126015" y="19345"/>
                  <a:pt x="130819" y="20380"/>
                </a:cubicBezTo>
                <a:cubicBezTo>
                  <a:pt x="135730" y="21441"/>
                  <a:pt x="140459" y="23403"/>
                  <a:pt x="144252" y="27198"/>
                </a:cubicBezTo>
                <a:cubicBezTo>
                  <a:pt x="148046" y="30991"/>
                  <a:pt x="150011" y="35721"/>
                  <a:pt x="151070" y="40630"/>
                </a:cubicBezTo>
                <a:cubicBezTo>
                  <a:pt x="152106" y="45434"/>
                  <a:pt x="152400" y="51008"/>
                  <a:pt x="152400" y="57150"/>
                </a:cubicBezTo>
                <a:cubicBezTo>
                  <a:pt x="152400" y="62410"/>
                  <a:pt x="148136" y="66675"/>
                  <a:pt x="142875" y="66675"/>
                </a:cubicBezTo>
                <a:cubicBezTo>
                  <a:pt x="137614" y="66675"/>
                  <a:pt x="133350" y="62410"/>
                  <a:pt x="133350" y="57150"/>
                </a:cubicBezTo>
                <a:close/>
                <a:moveTo>
                  <a:pt x="133350" y="95250"/>
                </a:moveTo>
                <a:cubicBezTo>
                  <a:pt x="133350" y="89990"/>
                  <a:pt x="137614" y="85725"/>
                  <a:pt x="142875" y="85725"/>
                </a:cubicBezTo>
                <a:cubicBezTo>
                  <a:pt x="148136" y="85725"/>
                  <a:pt x="152400" y="89990"/>
                  <a:pt x="152400" y="95250"/>
                </a:cubicBezTo>
                <a:cubicBezTo>
                  <a:pt x="152400" y="101392"/>
                  <a:pt x="152106" y="106966"/>
                  <a:pt x="151070" y="111770"/>
                </a:cubicBezTo>
                <a:cubicBezTo>
                  <a:pt x="150011" y="116679"/>
                  <a:pt x="148046" y="121409"/>
                  <a:pt x="144252" y="125201"/>
                </a:cubicBezTo>
                <a:cubicBezTo>
                  <a:pt x="140459" y="128997"/>
                  <a:pt x="135730" y="130959"/>
                  <a:pt x="130819" y="132020"/>
                </a:cubicBezTo>
                <a:cubicBezTo>
                  <a:pt x="126015" y="133055"/>
                  <a:pt x="120442" y="133350"/>
                  <a:pt x="114300" y="133350"/>
                </a:cubicBezTo>
                <a:cubicBezTo>
                  <a:pt x="109039" y="133350"/>
                  <a:pt x="104775" y="129085"/>
                  <a:pt x="104775" y="123825"/>
                </a:cubicBezTo>
                <a:cubicBezTo>
                  <a:pt x="104775" y="118565"/>
                  <a:pt x="109039" y="114300"/>
                  <a:pt x="114300" y="114300"/>
                </a:cubicBezTo>
                <a:cubicBezTo>
                  <a:pt x="120064" y="114300"/>
                  <a:pt x="124016" y="114000"/>
                  <a:pt x="126803" y="113398"/>
                </a:cubicBezTo>
                <a:cubicBezTo>
                  <a:pt x="129482" y="112821"/>
                  <a:pt x="130408" y="112104"/>
                  <a:pt x="130783" y="111733"/>
                </a:cubicBezTo>
                <a:cubicBezTo>
                  <a:pt x="131156" y="111359"/>
                  <a:pt x="131870" y="110433"/>
                  <a:pt x="132448" y="107752"/>
                </a:cubicBezTo>
                <a:cubicBezTo>
                  <a:pt x="133049" y="104966"/>
                  <a:pt x="133350" y="101015"/>
                  <a:pt x="133350" y="95250"/>
                </a:cubicBezTo>
                <a:close/>
                <a:moveTo>
                  <a:pt x="85725" y="66675"/>
                </a:moveTo>
                <a:lnTo>
                  <a:pt x="85725" y="85725"/>
                </a:lnTo>
                <a:cubicBezTo>
                  <a:pt x="85725" y="90985"/>
                  <a:pt x="81461" y="95250"/>
                  <a:pt x="76200" y="95250"/>
                </a:cubicBezTo>
                <a:cubicBezTo>
                  <a:pt x="70939" y="95250"/>
                  <a:pt x="66675" y="90985"/>
                  <a:pt x="66675" y="85725"/>
                </a:cubicBezTo>
                <a:lnTo>
                  <a:pt x="66675" y="66675"/>
                </a:lnTo>
                <a:cubicBezTo>
                  <a:pt x="66675" y="61415"/>
                  <a:pt x="70939" y="57150"/>
                  <a:pt x="76200" y="57150"/>
                </a:cubicBezTo>
                <a:cubicBezTo>
                  <a:pt x="81461" y="57150"/>
                  <a:pt x="85725" y="61415"/>
                  <a:pt x="85725" y="66675"/>
                </a:cubicBezTo>
                <a:close/>
                <a:moveTo>
                  <a:pt x="104775" y="61913"/>
                </a:moveTo>
                <a:lnTo>
                  <a:pt x="104775" y="90488"/>
                </a:lnTo>
                <a:cubicBezTo>
                  <a:pt x="104775" y="93117"/>
                  <a:pt x="102643" y="95250"/>
                  <a:pt x="100012" y="95250"/>
                </a:cubicBezTo>
                <a:cubicBezTo>
                  <a:pt x="97382" y="95250"/>
                  <a:pt x="95250" y="93117"/>
                  <a:pt x="95250" y="90488"/>
                </a:cubicBezTo>
                <a:lnTo>
                  <a:pt x="95250" y="61913"/>
                </a:lnTo>
                <a:cubicBezTo>
                  <a:pt x="95250" y="59283"/>
                  <a:pt x="97382" y="57150"/>
                  <a:pt x="100012" y="57150"/>
                </a:cubicBezTo>
                <a:cubicBezTo>
                  <a:pt x="102643" y="57150"/>
                  <a:pt x="104775" y="59283"/>
                  <a:pt x="104775" y="61913"/>
                </a:cubicBezTo>
                <a:close/>
                <a:moveTo>
                  <a:pt x="119062" y="57150"/>
                </a:moveTo>
                <a:cubicBezTo>
                  <a:pt x="121693" y="57150"/>
                  <a:pt x="123825" y="59283"/>
                  <a:pt x="123825" y="61913"/>
                </a:cubicBezTo>
                <a:lnTo>
                  <a:pt x="123825" y="90488"/>
                </a:lnTo>
                <a:cubicBezTo>
                  <a:pt x="123825" y="93117"/>
                  <a:pt x="121693" y="95250"/>
                  <a:pt x="119062" y="95250"/>
                </a:cubicBezTo>
                <a:cubicBezTo>
                  <a:pt x="116432" y="95250"/>
                  <a:pt x="114300" y="93117"/>
                  <a:pt x="114300" y="90488"/>
                </a:cubicBezTo>
                <a:lnTo>
                  <a:pt x="114300" y="61913"/>
                </a:lnTo>
                <a:cubicBezTo>
                  <a:pt x="114300" y="59283"/>
                  <a:pt x="116432" y="57150"/>
                  <a:pt x="119062" y="57150"/>
                </a:cubicBezTo>
                <a:close/>
              </a:path>
            </a:pathLst>
          </a:custGeom>
          <a:solidFill>
            <a:srgbClr val="000000"/>
          </a:solidFill>
          <a:ln w="9525" cap="flat">
            <a:noFill/>
            <a:prstDash val="solid"/>
            <a:miter/>
          </a:ln>
        </p:spPr>
        <p:txBody>
          <a:bodyPr rtlCol="0" anchor="ctr"/>
          <a:lstStyle/>
          <a:p>
            <a:endParaRPr lang="ru-RU"/>
          </a:p>
        </p:txBody>
      </p:sp>
      <p:sp>
        <p:nvSpPr>
          <p:cNvPr id="1404" name="Полилиния: фигура 1403">
            <a:extLst>
              <a:ext uri="{FF2B5EF4-FFF2-40B4-BE49-F238E27FC236}">
                <a16:creationId xmlns:a16="http://schemas.microsoft.com/office/drawing/2014/main" id="{B88094FD-7F1F-CD98-3BF1-8E858092786A}"/>
              </a:ext>
            </a:extLst>
          </p:cNvPr>
          <p:cNvSpPr/>
          <p:nvPr/>
        </p:nvSpPr>
        <p:spPr>
          <a:xfrm>
            <a:off x="7392376" y="1396638"/>
            <a:ext cx="171450" cy="180973"/>
          </a:xfrm>
          <a:custGeom>
            <a:avLst/>
            <a:gdLst>
              <a:gd name="connsiteX0" fmla="*/ 132173 w 171450"/>
              <a:gd name="connsiteY0" fmla="*/ 104871 h 180973"/>
              <a:gd name="connsiteX1" fmla="*/ 138921 w 171450"/>
              <a:gd name="connsiteY1" fmla="*/ 106446 h 180973"/>
              <a:gd name="connsiteX2" fmla="*/ 138921 w 171450"/>
              <a:gd name="connsiteY2" fmla="*/ 113333 h 180973"/>
              <a:gd name="connsiteX3" fmla="*/ 126288 w 171450"/>
              <a:gd name="connsiteY3" fmla="*/ 119650 h 180973"/>
              <a:gd name="connsiteX4" fmla="*/ 120687 w 171450"/>
              <a:gd name="connsiteY4" fmla="*/ 122619 h 180973"/>
              <a:gd name="connsiteX5" fmla="*/ 116390 w 171450"/>
              <a:gd name="connsiteY5" fmla="*/ 126473 h 180973"/>
              <a:gd name="connsiteX6" fmla="*/ 114511 w 171450"/>
              <a:gd name="connsiteY6" fmla="*/ 131965 h 180973"/>
              <a:gd name="connsiteX7" fmla="*/ 114300 w 171450"/>
              <a:gd name="connsiteY7" fmla="*/ 138113 h 180973"/>
              <a:gd name="connsiteX8" fmla="*/ 114300 w 171450"/>
              <a:gd name="connsiteY8" fmla="*/ 147638 h 180973"/>
              <a:gd name="connsiteX9" fmla="*/ 119063 w 171450"/>
              <a:gd name="connsiteY9" fmla="*/ 152400 h 180973"/>
              <a:gd name="connsiteX10" fmla="*/ 123825 w 171450"/>
              <a:gd name="connsiteY10" fmla="*/ 147634 h 180973"/>
              <a:gd name="connsiteX11" fmla="*/ 123825 w 171450"/>
              <a:gd name="connsiteY11" fmla="*/ 138113 h 180973"/>
              <a:gd name="connsiteX12" fmla="*/ 123973 w 171450"/>
              <a:gd name="connsiteY12" fmla="*/ 133067 h 180973"/>
              <a:gd name="connsiteX13" fmla="*/ 124278 w 171450"/>
              <a:gd name="connsiteY13" fmla="*/ 131812 h 180973"/>
              <a:gd name="connsiteX14" fmla="*/ 125658 w 171450"/>
              <a:gd name="connsiteY14" fmla="*/ 130744 h 180973"/>
              <a:gd name="connsiteX15" fmla="*/ 130717 w 171450"/>
              <a:gd name="connsiteY15" fmla="*/ 128085 h 180973"/>
              <a:gd name="connsiteX16" fmla="*/ 148496 w 171450"/>
              <a:gd name="connsiteY16" fmla="*/ 119196 h 180973"/>
              <a:gd name="connsiteX17" fmla="*/ 163714 w 171450"/>
              <a:gd name="connsiteY17" fmla="*/ 119196 h 180973"/>
              <a:gd name="connsiteX18" fmla="*/ 171450 w 171450"/>
              <a:gd name="connsiteY18" fmla="*/ 133036 h 180973"/>
              <a:gd name="connsiteX19" fmla="*/ 171450 w 171450"/>
              <a:gd name="connsiteY19" fmla="*/ 152713 h 180973"/>
              <a:gd name="connsiteX20" fmla="*/ 163714 w 171450"/>
              <a:gd name="connsiteY20" fmla="*/ 166552 h 180973"/>
              <a:gd name="connsiteX21" fmla="*/ 161925 w 171450"/>
              <a:gd name="connsiteY21" fmla="*/ 167469 h 180973"/>
              <a:gd name="connsiteX22" fmla="*/ 142875 w 171450"/>
              <a:gd name="connsiteY22" fmla="*/ 177307 h 180973"/>
              <a:gd name="connsiteX23" fmla="*/ 123825 w 171450"/>
              <a:gd name="connsiteY23" fmla="*/ 177307 h 180973"/>
              <a:gd name="connsiteX24" fmla="*/ 104775 w 171450"/>
              <a:gd name="connsiteY24" fmla="*/ 167469 h 180973"/>
              <a:gd name="connsiteX25" fmla="*/ 102987 w 171450"/>
              <a:gd name="connsiteY25" fmla="*/ 166552 h 180973"/>
              <a:gd name="connsiteX26" fmla="*/ 95250 w 171450"/>
              <a:gd name="connsiteY26" fmla="*/ 152713 h 180973"/>
              <a:gd name="connsiteX27" fmla="*/ 95250 w 171450"/>
              <a:gd name="connsiteY27" fmla="*/ 133036 h 180973"/>
              <a:gd name="connsiteX28" fmla="*/ 103983 w 171450"/>
              <a:gd name="connsiteY28" fmla="*/ 118687 h 180973"/>
              <a:gd name="connsiteX29" fmla="*/ 123825 w 171450"/>
              <a:gd name="connsiteY29" fmla="*/ 108441 h 180973"/>
              <a:gd name="connsiteX30" fmla="*/ 132173 w 171450"/>
              <a:gd name="connsiteY30" fmla="*/ 104871 h 180973"/>
              <a:gd name="connsiteX31" fmla="*/ 33338 w 171450"/>
              <a:gd name="connsiteY31" fmla="*/ 104774 h 180973"/>
              <a:gd name="connsiteX32" fmla="*/ 46759 w 171450"/>
              <a:gd name="connsiteY32" fmla="*/ 108331 h 180973"/>
              <a:gd name="connsiteX33" fmla="*/ 57150 w 171450"/>
              <a:gd name="connsiteY33" fmla="*/ 112279 h 180973"/>
              <a:gd name="connsiteX34" fmla="*/ 64910 w 171450"/>
              <a:gd name="connsiteY34" fmla="*/ 114063 h 180973"/>
              <a:gd name="connsiteX35" fmla="*/ 76197 w 171450"/>
              <a:gd name="connsiteY35" fmla="*/ 133349 h 180973"/>
              <a:gd name="connsiteX36" fmla="*/ 76175 w 171450"/>
              <a:gd name="connsiteY36" fmla="*/ 152399 h 180973"/>
              <a:gd name="connsiteX37" fmla="*/ 57150 w 171450"/>
              <a:gd name="connsiteY37" fmla="*/ 170325 h 180973"/>
              <a:gd name="connsiteX38" fmla="*/ 0 w 171450"/>
              <a:gd name="connsiteY38" fmla="*/ 138112 h 180973"/>
              <a:gd name="connsiteX39" fmla="*/ 33338 w 171450"/>
              <a:gd name="connsiteY39" fmla="*/ 104774 h 180973"/>
              <a:gd name="connsiteX40" fmla="*/ 76200 w 171450"/>
              <a:gd name="connsiteY40" fmla="*/ 0 h 180973"/>
              <a:gd name="connsiteX41" fmla="*/ 123825 w 171450"/>
              <a:gd name="connsiteY41" fmla="*/ 47625 h 180973"/>
              <a:gd name="connsiteX42" fmla="*/ 76200 w 171450"/>
              <a:gd name="connsiteY42" fmla="*/ 95250 h 180973"/>
              <a:gd name="connsiteX43" fmla="*/ 28575 w 171450"/>
              <a:gd name="connsiteY43" fmla="*/ 47625 h 180973"/>
              <a:gd name="connsiteX44" fmla="*/ 76200 w 171450"/>
              <a:gd name="connsiteY44" fmla="*/ 0 h 18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80973">
                <a:moveTo>
                  <a:pt x="132173" y="104871"/>
                </a:moveTo>
                <a:cubicBezTo>
                  <a:pt x="134231" y="104538"/>
                  <a:pt x="136022" y="105064"/>
                  <a:pt x="138921" y="106446"/>
                </a:cubicBezTo>
                <a:cubicBezTo>
                  <a:pt x="145925" y="109785"/>
                  <a:pt x="144407" y="110591"/>
                  <a:pt x="138921" y="113333"/>
                </a:cubicBezTo>
                <a:cubicBezTo>
                  <a:pt x="138113" y="113738"/>
                  <a:pt x="126288" y="119650"/>
                  <a:pt x="126288" y="119650"/>
                </a:cubicBezTo>
                <a:cubicBezTo>
                  <a:pt x="124105" y="120742"/>
                  <a:pt x="122191" y="121698"/>
                  <a:pt x="120687" y="122619"/>
                </a:cubicBezTo>
                <a:cubicBezTo>
                  <a:pt x="119107" y="123585"/>
                  <a:pt x="117550" y="124760"/>
                  <a:pt x="116390" y="126473"/>
                </a:cubicBezTo>
                <a:cubicBezTo>
                  <a:pt x="115197" y="128235"/>
                  <a:pt x="114727" y="130118"/>
                  <a:pt x="114511" y="131965"/>
                </a:cubicBezTo>
                <a:cubicBezTo>
                  <a:pt x="114308" y="133717"/>
                  <a:pt x="114300" y="135806"/>
                  <a:pt x="114300" y="138113"/>
                </a:cubicBezTo>
                <a:lnTo>
                  <a:pt x="114300" y="147638"/>
                </a:lnTo>
                <a:cubicBezTo>
                  <a:pt x="114300" y="150268"/>
                  <a:pt x="116433" y="152400"/>
                  <a:pt x="119063" y="152400"/>
                </a:cubicBezTo>
                <a:cubicBezTo>
                  <a:pt x="121692" y="152400"/>
                  <a:pt x="123825" y="150265"/>
                  <a:pt x="123825" y="147634"/>
                </a:cubicBezTo>
                <a:lnTo>
                  <a:pt x="123825" y="138113"/>
                </a:lnTo>
                <a:cubicBezTo>
                  <a:pt x="123825" y="135657"/>
                  <a:pt x="123845" y="134161"/>
                  <a:pt x="123973" y="133067"/>
                </a:cubicBezTo>
                <a:cubicBezTo>
                  <a:pt x="124086" y="132093"/>
                  <a:pt x="124248" y="131857"/>
                  <a:pt x="124278" y="131812"/>
                </a:cubicBezTo>
                <a:cubicBezTo>
                  <a:pt x="124336" y="131726"/>
                  <a:pt x="124577" y="131405"/>
                  <a:pt x="125658" y="130744"/>
                </a:cubicBezTo>
                <a:cubicBezTo>
                  <a:pt x="126773" y="130062"/>
                  <a:pt x="128316" y="129286"/>
                  <a:pt x="130717" y="128085"/>
                </a:cubicBezTo>
                <a:lnTo>
                  <a:pt x="148496" y="119196"/>
                </a:lnTo>
                <a:cubicBezTo>
                  <a:pt x="155475" y="115706"/>
                  <a:pt x="157016" y="115778"/>
                  <a:pt x="163714" y="119196"/>
                </a:cubicBezTo>
                <a:cubicBezTo>
                  <a:pt x="171262" y="123048"/>
                  <a:pt x="171450" y="123143"/>
                  <a:pt x="171450" y="133036"/>
                </a:cubicBezTo>
                <a:lnTo>
                  <a:pt x="171450" y="152713"/>
                </a:lnTo>
                <a:cubicBezTo>
                  <a:pt x="171450" y="162605"/>
                  <a:pt x="171262" y="162700"/>
                  <a:pt x="163714" y="166552"/>
                </a:cubicBezTo>
                <a:cubicBezTo>
                  <a:pt x="163158" y="166836"/>
                  <a:pt x="162563" y="167139"/>
                  <a:pt x="161925" y="167469"/>
                </a:cubicBezTo>
                <a:lnTo>
                  <a:pt x="142875" y="177307"/>
                </a:lnTo>
                <a:cubicBezTo>
                  <a:pt x="133406" y="182196"/>
                  <a:pt x="133294" y="182196"/>
                  <a:pt x="123825" y="177307"/>
                </a:cubicBezTo>
                <a:lnTo>
                  <a:pt x="104775" y="167469"/>
                </a:lnTo>
                <a:cubicBezTo>
                  <a:pt x="104137" y="167139"/>
                  <a:pt x="103542" y="166836"/>
                  <a:pt x="102987" y="166552"/>
                </a:cubicBezTo>
                <a:cubicBezTo>
                  <a:pt x="95438" y="162700"/>
                  <a:pt x="95250" y="162605"/>
                  <a:pt x="95250" y="152713"/>
                </a:cubicBezTo>
                <a:lnTo>
                  <a:pt x="95250" y="133036"/>
                </a:lnTo>
                <a:cubicBezTo>
                  <a:pt x="95250" y="123188"/>
                  <a:pt x="95750" y="122931"/>
                  <a:pt x="103983" y="118687"/>
                </a:cubicBezTo>
                <a:lnTo>
                  <a:pt x="123825" y="108441"/>
                </a:lnTo>
                <a:cubicBezTo>
                  <a:pt x="127791" y="106394"/>
                  <a:pt x="130115" y="105204"/>
                  <a:pt x="132173" y="104871"/>
                </a:cubicBezTo>
                <a:close/>
                <a:moveTo>
                  <a:pt x="33338" y="104774"/>
                </a:moveTo>
                <a:cubicBezTo>
                  <a:pt x="39244" y="104793"/>
                  <a:pt x="42708" y="106425"/>
                  <a:pt x="46759" y="108331"/>
                </a:cubicBezTo>
                <a:cubicBezTo>
                  <a:pt x="49591" y="109664"/>
                  <a:pt x="52710" y="111132"/>
                  <a:pt x="57150" y="112279"/>
                </a:cubicBezTo>
                <a:cubicBezTo>
                  <a:pt x="60197" y="113066"/>
                  <a:pt x="62758" y="113608"/>
                  <a:pt x="64910" y="114063"/>
                </a:cubicBezTo>
                <a:cubicBezTo>
                  <a:pt x="75495" y="116302"/>
                  <a:pt x="76205" y="116453"/>
                  <a:pt x="76197" y="133349"/>
                </a:cubicBezTo>
                <a:cubicBezTo>
                  <a:pt x="76194" y="139699"/>
                  <a:pt x="76188" y="146049"/>
                  <a:pt x="76175" y="152399"/>
                </a:cubicBezTo>
                <a:cubicBezTo>
                  <a:pt x="76200" y="170325"/>
                  <a:pt x="76133" y="172667"/>
                  <a:pt x="57150" y="170325"/>
                </a:cubicBezTo>
                <a:cubicBezTo>
                  <a:pt x="18023" y="165499"/>
                  <a:pt x="0" y="146398"/>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rgbClr val="000000"/>
          </a:solidFill>
          <a:ln w="9525" cap="flat">
            <a:noFill/>
            <a:prstDash val="solid"/>
            <a:miter/>
          </a:ln>
        </p:spPr>
        <p:txBody>
          <a:bodyPr rtlCol="0" anchor="ctr"/>
          <a:lstStyle/>
          <a:p>
            <a:endParaRPr lang="ru-RU"/>
          </a:p>
        </p:txBody>
      </p:sp>
      <p:sp>
        <p:nvSpPr>
          <p:cNvPr id="1411" name="Полилиния: фигура 1410">
            <a:extLst>
              <a:ext uri="{FF2B5EF4-FFF2-40B4-BE49-F238E27FC236}">
                <a16:creationId xmlns:a16="http://schemas.microsoft.com/office/drawing/2014/main" id="{BE2551CD-6386-97A2-7780-6116BE5C0E9D}"/>
              </a:ext>
            </a:extLst>
          </p:cNvPr>
          <p:cNvSpPr/>
          <p:nvPr/>
        </p:nvSpPr>
        <p:spPr>
          <a:xfrm>
            <a:off x="7401900" y="1946458"/>
            <a:ext cx="152400" cy="171450"/>
          </a:xfrm>
          <a:custGeom>
            <a:avLst/>
            <a:gdLst>
              <a:gd name="connsiteX0" fmla="*/ 119063 w 152400"/>
              <a:gd name="connsiteY0" fmla="*/ 114300 h 171450"/>
              <a:gd name="connsiteX1" fmla="*/ 152400 w 152400"/>
              <a:gd name="connsiteY1" fmla="*/ 142875 h 171450"/>
              <a:gd name="connsiteX2" fmla="*/ 119063 w 152400"/>
              <a:gd name="connsiteY2" fmla="*/ 171450 h 171450"/>
              <a:gd name="connsiteX3" fmla="*/ 85725 w 152400"/>
              <a:gd name="connsiteY3" fmla="*/ 142875 h 171450"/>
              <a:gd name="connsiteX4" fmla="*/ 119063 w 152400"/>
              <a:gd name="connsiteY4" fmla="*/ 114300 h 171450"/>
              <a:gd name="connsiteX5" fmla="*/ 104775 w 152400"/>
              <a:gd name="connsiteY5" fmla="*/ 66675 h 171450"/>
              <a:gd name="connsiteX6" fmla="*/ 95250 w 152400"/>
              <a:gd name="connsiteY6" fmla="*/ 76200 h 171450"/>
              <a:gd name="connsiteX7" fmla="*/ 104775 w 152400"/>
              <a:gd name="connsiteY7" fmla="*/ 85725 h 171450"/>
              <a:gd name="connsiteX8" fmla="*/ 114300 w 152400"/>
              <a:gd name="connsiteY8" fmla="*/ 76200 h 171450"/>
              <a:gd name="connsiteX9" fmla="*/ 104775 w 152400"/>
              <a:gd name="connsiteY9" fmla="*/ 66675 h 171450"/>
              <a:gd name="connsiteX10" fmla="*/ 61913 w 152400"/>
              <a:gd name="connsiteY10" fmla="*/ 0 h 171450"/>
              <a:gd name="connsiteX11" fmla="*/ 123825 w 152400"/>
              <a:gd name="connsiteY11" fmla="*/ 85725 h 171450"/>
              <a:gd name="connsiteX12" fmla="*/ 123820 w 152400"/>
              <a:gd name="connsiteY12" fmla="*/ 95250 h 171450"/>
              <a:gd name="connsiteX13" fmla="*/ 114300 w 152400"/>
              <a:gd name="connsiteY13" fmla="*/ 104825 h 171450"/>
              <a:gd name="connsiteX14" fmla="*/ 99772 w 152400"/>
              <a:gd name="connsiteY14" fmla="*/ 106119 h 171450"/>
              <a:gd name="connsiteX15" fmla="*/ 85081 w 152400"/>
              <a:gd name="connsiteY15" fmla="*/ 112742 h 171450"/>
              <a:gd name="connsiteX16" fmla="*/ 77537 w 152400"/>
              <a:gd name="connsiteY16" fmla="*/ 126462 h 171450"/>
              <a:gd name="connsiteX17" fmla="*/ 76200 w 152400"/>
              <a:gd name="connsiteY17" fmla="*/ 142875 h 171450"/>
              <a:gd name="connsiteX18" fmla="*/ 77537 w 152400"/>
              <a:gd name="connsiteY18" fmla="*/ 159288 h 171450"/>
              <a:gd name="connsiteX19" fmla="*/ 78235 w 152400"/>
              <a:gd name="connsiteY19" fmla="*/ 161925 h 171450"/>
              <a:gd name="connsiteX20" fmla="*/ 71438 w 152400"/>
              <a:gd name="connsiteY20" fmla="*/ 171361 h 171450"/>
              <a:gd name="connsiteX21" fmla="*/ 61913 w 152400"/>
              <a:gd name="connsiteY21" fmla="*/ 171450 h 171450"/>
              <a:gd name="connsiteX22" fmla="*/ 0 w 152400"/>
              <a:gd name="connsiteY22" fmla="*/ 85725 h 171450"/>
              <a:gd name="connsiteX23" fmla="*/ 61913 w 152400"/>
              <a:gd name="connsiteY2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2400" h="171450">
                <a:moveTo>
                  <a:pt x="119063" y="114300"/>
                </a:moveTo>
                <a:cubicBezTo>
                  <a:pt x="148233" y="114300"/>
                  <a:pt x="152400" y="119496"/>
                  <a:pt x="152400" y="142875"/>
                </a:cubicBezTo>
                <a:cubicBezTo>
                  <a:pt x="152400" y="166254"/>
                  <a:pt x="148233" y="171450"/>
                  <a:pt x="119063" y="171450"/>
                </a:cubicBezTo>
                <a:cubicBezTo>
                  <a:pt x="89892" y="171450"/>
                  <a:pt x="85725" y="166254"/>
                  <a:pt x="85725" y="142875"/>
                </a:cubicBezTo>
                <a:cubicBezTo>
                  <a:pt x="85725" y="119496"/>
                  <a:pt x="89892" y="114300"/>
                  <a:pt x="119063" y="114300"/>
                </a:cubicBezTo>
                <a:close/>
                <a:moveTo>
                  <a:pt x="104775" y="66675"/>
                </a:moveTo>
                <a:cubicBezTo>
                  <a:pt x="99514" y="66675"/>
                  <a:pt x="95250" y="70939"/>
                  <a:pt x="95250" y="76200"/>
                </a:cubicBezTo>
                <a:cubicBezTo>
                  <a:pt x="95250" y="81461"/>
                  <a:pt x="99514" y="85725"/>
                  <a:pt x="104775" y="85725"/>
                </a:cubicBezTo>
                <a:cubicBezTo>
                  <a:pt x="110036" y="85725"/>
                  <a:pt x="114300" y="81461"/>
                  <a:pt x="114300" y="76200"/>
                </a:cubicBezTo>
                <a:cubicBezTo>
                  <a:pt x="114300" y="70939"/>
                  <a:pt x="110036" y="66675"/>
                  <a:pt x="104775" y="66675"/>
                </a:cubicBezTo>
                <a:close/>
                <a:moveTo>
                  <a:pt x="61913" y="0"/>
                </a:moveTo>
                <a:cubicBezTo>
                  <a:pt x="123825" y="0"/>
                  <a:pt x="123820" y="0"/>
                  <a:pt x="123825" y="85725"/>
                </a:cubicBezTo>
                <a:cubicBezTo>
                  <a:pt x="123825" y="89024"/>
                  <a:pt x="123825" y="92197"/>
                  <a:pt x="123820" y="95250"/>
                </a:cubicBezTo>
                <a:cubicBezTo>
                  <a:pt x="123825" y="100013"/>
                  <a:pt x="123825" y="104609"/>
                  <a:pt x="114300" y="104825"/>
                </a:cubicBezTo>
                <a:cubicBezTo>
                  <a:pt x="108827" y="104950"/>
                  <a:pt x="103977" y="105321"/>
                  <a:pt x="99772" y="106119"/>
                </a:cubicBezTo>
                <a:cubicBezTo>
                  <a:pt x="94353" y="107148"/>
                  <a:pt x="89208" y="109026"/>
                  <a:pt x="85081" y="112742"/>
                </a:cubicBezTo>
                <a:cubicBezTo>
                  <a:pt x="80839" y="116561"/>
                  <a:pt x="78670" y="121416"/>
                  <a:pt x="77537" y="126462"/>
                </a:cubicBezTo>
                <a:cubicBezTo>
                  <a:pt x="76449" y="131319"/>
                  <a:pt x="76200" y="136908"/>
                  <a:pt x="76200" y="142875"/>
                </a:cubicBezTo>
                <a:cubicBezTo>
                  <a:pt x="76200" y="148842"/>
                  <a:pt x="76449" y="154431"/>
                  <a:pt x="77537" y="159288"/>
                </a:cubicBezTo>
                <a:cubicBezTo>
                  <a:pt x="77736" y="160174"/>
                  <a:pt x="77968" y="161054"/>
                  <a:pt x="78235" y="161925"/>
                </a:cubicBezTo>
                <a:cubicBezTo>
                  <a:pt x="79705" y="166688"/>
                  <a:pt x="78235" y="171220"/>
                  <a:pt x="71438" y="171361"/>
                </a:cubicBezTo>
                <a:cubicBezTo>
                  <a:pt x="68437" y="171423"/>
                  <a:pt x="65266" y="171450"/>
                  <a:pt x="61913" y="171450"/>
                </a:cubicBezTo>
                <a:cubicBezTo>
                  <a:pt x="0" y="171450"/>
                  <a:pt x="0" y="171450"/>
                  <a:pt x="0" y="85725"/>
                </a:cubicBezTo>
                <a:cubicBezTo>
                  <a:pt x="0" y="0"/>
                  <a:pt x="0" y="0"/>
                  <a:pt x="61913" y="0"/>
                </a:cubicBezTo>
                <a:close/>
              </a:path>
            </a:pathLst>
          </a:custGeom>
          <a:solidFill>
            <a:srgbClr val="000000"/>
          </a:solidFill>
          <a:ln w="9525" cap="flat">
            <a:noFill/>
            <a:prstDash val="solid"/>
            <a:miter/>
          </a:ln>
        </p:spPr>
        <p:txBody>
          <a:bodyPr rtlCol="0" anchor="ctr"/>
          <a:lstStyle/>
          <a:p>
            <a:endParaRPr lang="ru-RU"/>
          </a:p>
        </p:txBody>
      </p:sp>
      <p:sp>
        <p:nvSpPr>
          <p:cNvPr id="1422" name="Полилиния: фигура 1421">
            <a:extLst>
              <a:ext uri="{FF2B5EF4-FFF2-40B4-BE49-F238E27FC236}">
                <a16:creationId xmlns:a16="http://schemas.microsoft.com/office/drawing/2014/main" id="{217FEC96-1EC3-3644-104E-7A306C274B03}"/>
              </a:ext>
            </a:extLst>
          </p:cNvPr>
          <p:cNvSpPr/>
          <p:nvPr/>
        </p:nvSpPr>
        <p:spPr>
          <a:xfrm>
            <a:off x="7401900" y="2477227"/>
            <a:ext cx="152400" cy="190500"/>
          </a:xfrm>
          <a:custGeom>
            <a:avLst/>
            <a:gdLst>
              <a:gd name="connsiteX0" fmla="*/ 47625 w 152400"/>
              <a:gd name="connsiteY0" fmla="*/ 66675 h 190500"/>
              <a:gd name="connsiteX1" fmla="*/ 59137 w 152400"/>
              <a:gd name="connsiteY1" fmla="*/ 71156 h 190500"/>
              <a:gd name="connsiteX2" fmla="*/ 64143 w 152400"/>
              <a:gd name="connsiteY2" fmla="*/ 74124 h 190500"/>
              <a:gd name="connsiteX3" fmla="*/ 66675 w 152400"/>
              <a:gd name="connsiteY3" fmla="*/ 80149 h 190500"/>
              <a:gd name="connsiteX4" fmla="*/ 57150 w 152400"/>
              <a:gd name="connsiteY4" fmla="*/ 109538 h 190500"/>
              <a:gd name="connsiteX5" fmla="*/ 61913 w 152400"/>
              <a:gd name="connsiteY5" fmla="*/ 114300 h 190500"/>
              <a:gd name="connsiteX6" fmla="*/ 66675 w 152400"/>
              <a:gd name="connsiteY6" fmla="*/ 109538 h 190500"/>
              <a:gd name="connsiteX7" fmla="*/ 74353 w 152400"/>
              <a:gd name="connsiteY7" fmla="*/ 85791 h 190500"/>
              <a:gd name="connsiteX8" fmla="*/ 77278 w 152400"/>
              <a:gd name="connsiteY8" fmla="*/ 85791 h 190500"/>
              <a:gd name="connsiteX9" fmla="*/ 87120 w 152400"/>
              <a:gd name="connsiteY9" fmla="*/ 103381 h 190500"/>
              <a:gd name="connsiteX10" fmla="*/ 93856 w 152400"/>
              <a:gd name="connsiteY10" fmla="*/ 103381 h 190500"/>
              <a:gd name="connsiteX11" fmla="*/ 93856 w 152400"/>
              <a:gd name="connsiteY11" fmla="*/ 96645 h 190500"/>
              <a:gd name="connsiteX12" fmla="*/ 85971 w 152400"/>
              <a:gd name="connsiteY12" fmla="*/ 79641 h 190500"/>
              <a:gd name="connsiteX13" fmla="*/ 89069 w 152400"/>
              <a:gd name="connsiteY13" fmla="*/ 73746 h 190500"/>
              <a:gd name="connsiteX14" fmla="*/ 93520 w 152400"/>
              <a:gd name="connsiteY14" fmla="*/ 71086 h 190500"/>
              <a:gd name="connsiteX15" fmla="*/ 104775 w 152400"/>
              <a:gd name="connsiteY15" fmla="*/ 66675 h 190500"/>
              <a:gd name="connsiteX16" fmla="*/ 152400 w 152400"/>
              <a:gd name="connsiteY16" fmla="*/ 129020 h 190500"/>
              <a:gd name="connsiteX17" fmla="*/ 76200 w 152400"/>
              <a:gd name="connsiteY17" fmla="*/ 190500 h 190500"/>
              <a:gd name="connsiteX18" fmla="*/ 0 w 152400"/>
              <a:gd name="connsiteY18" fmla="*/ 129020 h 190500"/>
              <a:gd name="connsiteX19" fmla="*/ 47625 w 152400"/>
              <a:gd name="connsiteY19" fmla="*/ 66675 h 190500"/>
              <a:gd name="connsiteX20" fmla="*/ 100014 w 152400"/>
              <a:gd name="connsiteY20" fmla="*/ 0 h 190500"/>
              <a:gd name="connsiteX21" fmla="*/ 123826 w 152400"/>
              <a:gd name="connsiteY21" fmla="*/ 28575 h 190500"/>
              <a:gd name="connsiteX22" fmla="*/ 94757 w 152400"/>
              <a:gd name="connsiteY22" fmla="*/ 51967 h 190500"/>
              <a:gd name="connsiteX23" fmla="*/ 76201 w 152400"/>
              <a:gd name="connsiteY23" fmla="*/ 66675 h 190500"/>
              <a:gd name="connsiteX24" fmla="*/ 57548 w 152400"/>
              <a:gd name="connsiteY24" fmla="*/ 51529 h 190500"/>
              <a:gd name="connsiteX25" fmla="*/ 38101 w 152400"/>
              <a:gd name="connsiteY25" fmla="*/ 33338 h 190500"/>
              <a:gd name="connsiteX26" fmla="*/ 57151 w 152400"/>
              <a:gd name="connsiteY26" fmla="*/ 19050 h 190500"/>
              <a:gd name="connsiteX27" fmla="*/ 73824 w 152400"/>
              <a:gd name="connsiteY27" fmla="*/ 38114 h 190500"/>
              <a:gd name="connsiteX28" fmla="*/ 76201 w 152400"/>
              <a:gd name="connsiteY28" fmla="*/ 38126 h 190500"/>
              <a:gd name="connsiteX29" fmla="*/ 77578 w 152400"/>
              <a:gd name="connsiteY29" fmla="*/ 38121 h 190500"/>
              <a:gd name="connsiteX30" fmla="*/ 100014 w 152400"/>
              <a:gd name="connsiteY30"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2400" h="190500">
                <a:moveTo>
                  <a:pt x="47625" y="66675"/>
                </a:moveTo>
                <a:cubicBezTo>
                  <a:pt x="52113" y="66675"/>
                  <a:pt x="55471" y="68817"/>
                  <a:pt x="59137" y="71156"/>
                </a:cubicBezTo>
                <a:cubicBezTo>
                  <a:pt x="60711" y="72160"/>
                  <a:pt x="62342" y="73201"/>
                  <a:pt x="64143" y="74124"/>
                </a:cubicBezTo>
                <a:cubicBezTo>
                  <a:pt x="69048" y="76636"/>
                  <a:pt x="68424" y="77790"/>
                  <a:pt x="66675" y="80149"/>
                </a:cubicBezTo>
                <a:cubicBezTo>
                  <a:pt x="61271" y="87439"/>
                  <a:pt x="57150" y="96517"/>
                  <a:pt x="57150" y="109538"/>
                </a:cubicBezTo>
                <a:cubicBezTo>
                  <a:pt x="57150" y="112167"/>
                  <a:pt x="59283" y="114300"/>
                  <a:pt x="61913" y="114300"/>
                </a:cubicBezTo>
                <a:cubicBezTo>
                  <a:pt x="64542" y="114300"/>
                  <a:pt x="66675" y="112167"/>
                  <a:pt x="66675" y="109538"/>
                </a:cubicBezTo>
                <a:cubicBezTo>
                  <a:pt x="66675" y="99111"/>
                  <a:pt x="69768" y="91957"/>
                  <a:pt x="74353" y="85791"/>
                </a:cubicBezTo>
                <a:cubicBezTo>
                  <a:pt x="75543" y="84191"/>
                  <a:pt x="76932" y="84207"/>
                  <a:pt x="77278" y="85791"/>
                </a:cubicBezTo>
                <a:cubicBezTo>
                  <a:pt x="78533" y="91538"/>
                  <a:pt x="81247" y="97507"/>
                  <a:pt x="87120" y="103381"/>
                </a:cubicBezTo>
                <a:cubicBezTo>
                  <a:pt x="88981" y="105240"/>
                  <a:pt x="91995" y="105240"/>
                  <a:pt x="93856" y="103381"/>
                </a:cubicBezTo>
                <a:cubicBezTo>
                  <a:pt x="95716" y="101520"/>
                  <a:pt x="95716" y="98505"/>
                  <a:pt x="93856" y="96645"/>
                </a:cubicBezTo>
                <a:cubicBezTo>
                  <a:pt x="88259" y="91049"/>
                  <a:pt x="86515" y="85614"/>
                  <a:pt x="85971" y="79641"/>
                </a:cubicBezTo>
                <a:cubicBezTo>
                  <a:pt x="85677" y="76414"/>
                  <a:pt x="85795" y="75496"/>
                  <a:pt x="89069" y="73746"/>
                </a:cubicBezTo>
                <a:cubicBezTo>
                  <a:pt x="90652" y="72900"/>
                  <a:pt x="92111" y="71977"/>
                  <a:pt x="93520" y="71086"/>
                </a:cubicBezTo>
                <a:cubicBezTo>
                  <a:pt x="97174" y="68774"/>
                  <a:pt x="100494" y="66675"/>
                  <a:pt x="104775" y="66675"/>
                </a:cubicBezTo>
                <a:cubicBezTo>
                  <a:pt x="123825" y="66675"/>
                  <a:pt x="152400" y="98744"/>
                  <a:pt x="152400" y="129020"/>
                </a:cubicBezTo>
                <a:cubicBezTo>
                  <a:pt x="152400" y="170584"/>
                  <a:pt x="123825" y="190500"/>
                  <a:pt x="76200" y="190500"/>
                </a:cubicBezTo>
                <a:cubicBezTo>
                  <a:pt x="28575" y="190500"/>
                  <a:pt x="0" y="170584"/>
                  <a:pt x="0" y="129020"/>
                </a:cubicBezTo>
                <a:cubicBezTo>
                  <a:pt x="0" y="98744"/>
                  <a:pt x="28575" y="66675"/>
                  <a:pt x="47625" y="66675"/>
                </a:cubicBezTo>
                <a:close/>
                <a:moveTo>
                  <a:pt x="100014" y="0"/>
                </a:moveTo>
                <a:cubicBezTo>
                  <a:pt x="109539" y="0"/>
                  <a:pt x="123826" y="16329"/>
                  <a:pt x="123826" y="28575"/>
                </a:cubicBezTo>
                <a:cubicBezTo>
                  <a:pt x="123826" y="39512"/>
                  <a:pt x="108128" y="47310"/>
                  <a:pt x="94757" y="51967"/>
                </a:cubicBezTo>
                <a:cubicBezTo>
                  <a:pt x="92796" y="60395"/>
                  <a:pt x="85233" y="66675"/>
                  <a:pt x="76201" y="66675"/>
                </a:cubicBezTo>
                <a:cubicBezTo>
                  <a:pt x="67013" y="66675"/>
                  <a:pt x="59345" y="60177"/>
                  <a:pt x="57548" y="51529"/>
                </a:cubicBezTo>
                <a:cubicBezTo>
                  <a:pt x="47893" y="47620"/>
                  <a:pt x="38101" y="41615"/>
                  <a:pt x="38101" y="33338"/>
                </a:cubicBezTo>
                <a:cubicBezTo>
                  <a:pt x="38101" y="25173"/>
                  <a:pt x="47626" y="19050"/>
                  <a:pt x="57151" y="19050"/>
                </a:cubicBezTo>
                <a:cubicBezTo>
                  <a:pt x="66681" y="19050"/>
                  <a:pt x="71443" y="28584"/>
                  <a:pt x="73824" y="38114"/>
                </a:cubicBezTo>
                <a:cubicBezTo>
                  <a:pt x="74602" y="38120"/>
                  <a:pt x="75396" y="38126"/>
                  <a:pt x="76201" y="38126"/>
                </a:cubicBezTo>
                <a:cubicBezTo>
                  <a:pt x="76664" y="38126"/>
                  <a:pt x="77123" y="38124"/>
                  <a:pt x="77578" y="38121"/>
                </a:cubicBezTo>
                <a:cubicBezTo>
                  <a:pt x="79762" y="21496"/>
                  <a:pt x="85410" y="0"/>
                  <a:pt x="100014" y="0"/>
                </a:cubicBezTo>
                <a:close/>
              </a:path>
            </a:pathLst>
          </a:custGeom>
          <a:solidFill>
            <a:srgbClr val="000000"/>
          </a:solidFill>
          <a:ln w="9525" cap="flat">
            <a:noFill/>
            <a:prstDash val="solid"/>
            <a:miter/>
          </a:ln>
        </p:spPr>
        <p:txBody>
          <a:bodyPr rtlCol="0" anchor="ctr"/>
          <a:lstStyle/>
          <a:p>
            <a:endParaRPr lang="ru-RU"/>
          </a:p>
        </p:txBody>
      </p:sp>
      <p:sp>
        <p:nvSpPr>
          <p:cNvPr id="1426" name="Полилиния: фигура 1425">
            <a:extLst>
              <a:ext uri="{FF2B5EF4-FFF2-40B4-BE49-F238E27FC236}">
                <a16:creationId xmlns:a16="http://schemas.microsoft.com/office/drawing/2014/main" id="{324BCFA1-21E1-BF75-B477-C0AA5188C808}"/>
              </a:ext>
            </a:extLst>
          </p:cNvPr>
          <p:cNvSpPr/>
          <p:nvPr/>
        </p:nvSpPr>
        <p:spPr>
          <a:xfrm>
            <a:off x="7392686" y="3046098"/>
            <a:ext cx="171451" cy="171450"/>
          </a:xfrm>
          <a:custGeom>
            <a:avLst/>
            <a:gdLst>
              <a:gd name="connsiteX0" fmla="*/ 85726 w 171451"/>
              <a:gd name="connsiteY0" fmla="*/ 19050 h 171450"/>
              <a:gd name="connsiteX1" fmla="*/ 95251 w 171451"/>
              <a:gd name="connsiteY1" fmla="*/ 28575 h 171450"/>
              <a:gd name="connsiteX2" fmla="*/ 95251 w 171451"/>
              <a:gd name="connsiteY2" fmla="*/ 72255 h 171450"/>
              <a:gd name="connsiteX3" fmla="*/ 107565 w 171451"/>
              <a:gd name="connsiteY3" fmla="*/ 59940 h 171450"/>
              <a:gd name="connsiteX4" fmla="*/ 121037 w 171451"/>
              <a:gd name="connsiteY4" fmla="*/ 59940 h 171450"/>
              <a:gd name="connsiteX5" fmla="*/ 121037 w 171451"/>
              <a:gd name="connsiteY5" fmla="*/ 73410 h 171450"/>
              <a:gd name="connsiteX6" fmla="*/ 92462 w 171451"/>
              <a:gd name="connsiteY6" fmla="*/ 101985 h 171450"/>
              <a:gd name="connsiteX7" fmla="*/ 78990 w 171451"/>
              <a:gd name="connsiteY7" fmla="*/ 101985 h 171450"/>
              <a:gd name="connsiteX8" fmla="*/ 50416 w 171451"/>
              <a:gd name="connsiteY8" fmla="*/ 73410 h 171450"/>
              <a:gd name="connsiteX9" fmla="*/ 50416 w 171451"/>
              <a:gd name="connsiteY9" fmla="*/ 59940 h 171450"/>
              <a:gd name="connsiteX10" fmla="*/ 63886 w 171451"/>
              <a:gd name="connsiteY10" fmla="*/ 59940 h 171450"/>
              <a:gd name="connsiteX11" fmla="*/ 76201 w 171451"/>
              <a:gd name="connsiteY11" fmla="*/ 72255 h 171450"/>
              <a:gd name="connsiteX12" fmla="*/ 76201 w 171451"/>
              <a:gd name="connsiteY12" fmla="*/ 28575 h 171450"/>
              <a:gd name="connsiteX13" fmla="*/ 85726 w 171451"/>
              <a:gd name="connsiteY13" fmla="*/ 19050 h 171450"/>
              <a:gd name="connsiteX14" fmla="*/ 157164 w 171451"/>
              <a:gd name="connsiteY14" fmla="*/ 0 h 171450"/>
              <a:gd name="connsiteX15" fmla="*/ 171451 w 171451"/>
              <a:gd name="connsiteY15" fmla="*/ 14288 h 171450"/>
              <a:gd name="connsiteX16" fmla="*/ 171451 w 171451"/>
              <a:gd name="connsiteY16" fmla="*/ 157163 h 171450"/>
              <a:gd name="connsiteX17" fmla="*/ 157164 w 171451"/>
              <a:gd name="connsiteY17" fmla="*/ 171450 h 171450"/>
              <a:gd name="connsiteX18" fmla="*/ 142876 w 171451"/>
              <a:gd name="connsiteY18" fmla="*/ 157163 h 171450"/>
              <a:gd name="connsiteX19" fmla="*/ 142876 w 171451"/>
              <a:gd name="connsiteY19" fmla="*/ 14288 h 171450"/>
              <a:gd name="connsiteX20" fmla="*/ 157164 w 171451"/>
              <a:gd name="connsiteY20" fmla="*/ 0 h 171450"/>
              <a:gd name="connsiteX21" fmla="*/ 14288 w 171451"/>
              <a:gd name="connsiteY21" fmla="*/ 0 h 171450"/>
              <a:gd name="connsiteX22" fmla="*/ 28575 w 171451"/>
              <a:gd name="connsiteY22" fmla="*/ 14288 h 171450"/>
              <a:gd name="connsiteX23" fmla="*/ 28575 w 171451"/>
              <a:gd name="connsiteY23" fmla="*/ 157163 h 171450"/>
              <a:gd name="connsiteX24" fmla="*/ 14288 w 171451"/>
              <a:gd name="connsiteY24" fmla="*/ 171450 h 171450"/>
              <a:gd name="connsiteX25" fmla="*/ 0 w 171451"/>
              <a:gd name="connsiteY25" fmla="*/ 157163 h 171450"/>
              <a:gd name="connsiteX26" fmla="*/ 0 w 171451"/>
              <a:gd name="connsiteY26" fmla="*/ 14288 h 171450"/>
              <a:gd name="connsiteX27" fmla="*/ 14288 w 171451"/>
              <a:gd name="connsiteY2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1" h="171450">
                <a:moveTo>
                  <a:pt x="85726" y="19050"/>
                </a:moveTo>
                <a:cubicBezTo>
                  <a:pt x="90986" y="19050"/>
                  <a:pt x="95251" y="23315"/>
                  <a:pt x="95251" y="28575"/>
                </a:cubicBezTo>
                <a:lnTo>
                  <a:pt x="95251" y="72255"/>
                </a:lnTo>
                <a:lnTo>
                  <a:pt x="107565" y="59940"/>
                </a:lnTo>
                <a:cubicBezTo>
                  <a:pt x="111286" y="56220"/>
                  <a:pt x="117316" y="56220"/>
                  <a:pt x="121037" y="59940"/>
                </a:cubicBezTo>
                <a:cubicBezTo>
                  <a:pt x="124756" y="63660"/>
                  <a:pt x="124756" y="69691"/>
                  <a:pt x="121037" y="73410"/>
                </a:cubicBezTo>
                <a:lnTo>
                  <a:pt x="92462" y="101985"/>
                </a:lnTo>
                <a:cubicBezTo>
                  <a:pt x="88741" y="105705"/>
                  <a:pt x="82711" y="105705"/>
                  <a:pt x="78990" y="101985"/>
                </a:cubicBezTo>
                <a:lnTo>
                  <a:pt x="50416" y="73410"/>
                </a:lnTo>
                <a:cubicBezTo>
                  <a:pt x="46696" y="69691"/>
                  <a:pt x="46696" y="63660"/>
                  <a:pt x="50416" y="59940"/>
                </a:cubicBezTo>
                <a:cubicBezTo>
                  <a:pt x="54136" y="56220"/>
                  <a:pt x="60166" y="56220"/>
                  <a:pt x="63886" y="59940"/>
                </a:cubicBezTo>
                <a:lnTo>
                  <a:pt x="76201" y="72255"/>
                </a:lnTo>
                <a:lnTo>
                  <a:pt x="76201" y="28575"/>
                </a:lnTo>
                <a:cubicBezTo>
                  <a:pt x="76201" y="23315"/>
                  <a:pt x="80466" y="19050"/>
                  <a:pt x="85726" y="19050"/>
                </a:cubicBezTo>
                <a:close/>
                <a:moveTo>
                  <a:pt x="157164" y="0"/>
                </a:moveTo>
                <a:cubicBezTo>
                  <a:pt x="165054" y="0"/>
                  <a:pt x="171451" y="6397"/>
                  <a:pt x="171451" y="14288"/>
                </a:cubicBezTo>
                <a:lnTo>
                  <a:pt x="171451" y="157163"/>
                </a:lnTo>
                <a:cubicBezTo>
                  <a:pt x="171451" y="165053"/>
                  <a:pt x="165054" y="171450"/>
                  <a:pt x="157164" y="171450"/>
                </a:cubicBezTo>
                <a:cubicBezTo>
                  <a:pt x="149272" y="171450"/>
                  <a:pt x="142876" y="165053"/>
                  <a:pt x="142876" y="157163"/>
                </a:cubicBezTo>
                <a:lnTo>
                  <a:pt x="142876" y="14288"/>
                </a:lnTo>
                <a:cubicBezTo>
                  <a:pt x="142876" y="6397"/>
                  <a:pt x="149272" y="0"/>
                  <a:pt x="157164" y="0"/>
                </a:cubicBezTo>
                <a:close/>
                <a:moveTo>
                  <a:pt x="14288" y="0"/>
                </a:moveTo>
                <a:cubicBezTo>
                  <a:pt x="22178" y="0"/>
                  <a:pt x="28575" y="6397"/>
                  <a:pt x="28575" y="14288"/>
                </a:cubicBezTo>
                <a:lnTo>
                  <a:pt x="28575" y="157163"/>
                </a:lnTo>
                <a:cubicBezTo>
                  <a:pt x="28575" y="165053"/>
                  <a:pt x="22178" y="171450"/>
                  <a:pt x="14288" y="171450"/>
                </a:cubicBezTo>
                <a:cubicBezTo>
                  <a:pt x="6397" y="171450"/>
                  <a:pt x="0" y="165053"/>
                  <a:pt x="0" y="157163"/>
                </a:cubicBezTo>
                <a:lnTo>
                  <a:pt x="0" y="14288"/>
                </a:lnTo>
                <a:cubicBezTo>
                  <a:pt x="0" y="6397"/>
                  <a:pt x="6397" y="0"/>
                  <a:pt x="14288" y="0"/>
                </a:cubicBezTo>
                <a:close/>
              </a:path>
            </a:pathLst>
          </a:custGeom>
          <a:solidFill>
            <a:srgbClr val="000000"/>
          </a:solidFill>
          <a:ln w="9525" cap="flat">
            <a:noFill/>
            <a:prstDash val="solid"/>
            <a:miter/>
          </a:ln>
        </p:spPr>
        <p:txBody>
          <a:bodyPr rtlCol="0" anchor="ctr"/>
          <a:lstStyle/>
          <a:p>
            <a:endParaRPr lang="ru-RU"/>
          </a:p>
        </p:txBody>
      </p:sp>
      <p:sp>
        <p:nvSpPr>
          <p:cNvPr id="1431" name="Полилиния: фигура 1430">
            <a:extLst>
              <a:ext uri="{FF2B5EF4-FFF2-40B4-BE49-F238E27FC236}">
                <a16:creationId xmlns:a16="http://schemas.microsoft.com/office/drawing/2014/main" id="{342B8502-B21D-71D8-0863-CE4503BE24A5}"/>
              </a:ext>
            </a:extLst>
          </p:cNvPr>
          <p:cNvSpPr/>
          <p:nvPr/>
        </p:nvSpPr>
        <p:spPr>
          <a:xfrm>
            <a:off x="7401901" y="4600117"/>
            <a:ext cx="152400" cy="171450"/>
          </a:xfrm>
          <a:custGeom>
            <a:avLst/>
            <a:gdLst>
              <a:gd name="connsiteX0" fmla="*/ 102080 w 152400"/>
              <a:gd name="connsiteY0" fmla="*/ 123824 h 171450"/>
              <a:gd name="connsiteX1" fmla="*/ 38100 w 152400"/>
              <a:gd name="connsiteY1" fmla="*/ 123825 h 171450"/>
              <a:gd name="connsiteX2" fmla="*/ 19050 w 152400"/>
              <a:gd name="connsiteY2" fmla="*/ 133350 h 171450"/>
              <a:gd name="connsiteX3" fmla="*/ 47625 w 152400"/>
              <a:gd name="connsiteY3" fmla="*/ 152400 h 171450"/>
              <a:gd name="connsiteX4" fmla="*/ 133350 w 152400"/>
              <a:gd name="connsiteY4" fmla="*/ 152400 h 171450"/>
              <a:gd name="connsiteX5" fmla="*/ 142875 w 152400"/>
              <a:gd name="connsiteY5" fmla="*/ 138113 h 171450"/>
              <a:gd name="connsiteX6" fmla="*/ 133350 w 152400"/>
              <a:gd name="connsiteY6" fmla="*/ 123825 h 171450"/>
              <a:gd name="connsiteX7" fmla="*/ 80962 w 152400"/>
              <a:gd name="connsiteY7" fmla="*/ 50545 h 171450"/>
              <a:gd name="connsiteX8" fmla="*/ 82290 w 152400"/>
              <a:gd name="connsiteY8" fmla="*/ 53669 h 171450"/>
              <a:gd name="connsiteX9" fmla="*/ 87236 w 152400"/>
              <a:gd name="connsiteY9" fmla="*/ 66674 h 171450"/>
              <a:gd name="connsiteX10" fmla="*/ 74688 w 152400"/>
              <a:gd name="connsiteY10" fmla="*/ 66674 h 171450"/>
              <a:gd name="connsiteX11" fmla="*/ 79634 w 152400"/>
              <a:gd name="connsiteY11" fmla="*/ 53669 h 171450"/>
              <a:gd name="connsiteX12" fmla="*/ 80962 w 152400"/>
              <a:gd name="connsiteY12" fmla="*/ 50545 h 171450"/>
              <a:gd name="connsiteX13" fmla="*/ 94244 w 152400"/>
              <a:gd name="connsiteY13" fmla="*/ 33840 h 171450"/>
              <a:gd name="connsiteX14" fmla="*/ 85725 w 152400"/>
              <a:gd name="connsiteY14" fmla="*/ 38100 h 171450"/>
              <a:gd name="connsiteX15" fmla="*/ 67681 w 152400"/>
              <a:gd name="connsiteY15" fmla="*/ 33840 h 171450"/>
              <a:gd name="connsiteX16" fmla="*/ 76200 w 152400"/>
              <a:gd name="connsiteY16" fmla="*/ 38100 h 171450"/>
              <a:gd name="connsiteX17" fmla="*/ 67681 w 152400"/>
              <a:gd name="connsiteY17" fmla="*/ 33840 h 171450"/>
              <a:gd name="connsiteX18" fmla="*/ 76200 w 152400"/>
              <a:gd name="connsiteY18" fmla="*/ 28575 h 171450"/>
              <a:gd name="connsiteX19" fmla="*/ 67681 w 152400"/>
              <a:gd name="connsiteY19" fmla="*/ 33840 h 171450"/>
              <a:gd name="connsiteX20" fmla="*/ 67667 w 152400"/>
              <a:gd name="connsiteY20" fmla="*/ 33868 h 171450"/>
              <a:gd name="connsiteX21" fmla="*/ 67640 w 152400"/>
              <a:gd name="connsiteY21" fmla="*/ 33923 h 171450"/>
              <a:gd name="connsiteX22" fmla="*/ 67545 w 152400"/>
              <a:gd name="connsiteY22" fmla="*/ 34114 h 171450"/>
              <a:gd name="connsiteX23" fmla="*/ 67206 w 152400"/>
              <a:gd name="connsiteY23" fmla="*/ 34811 h 171450"/>
              <a:gd name="connsiteX24" fmla="*/ 65998 w 152400"/>
              <a:gd name="connsiteY24" fmla="*/ 37363 h 171450"/>
              <a:gd name="connsiteX25" fmla="*/ 62050 w 152400"/>
              <a:gd name="connsiteY25" fmla="*/ 46343 h 171450"/>
              <a:gd name="connsiteX26" fmla="*/ 52672 w 152400"/>
              <a:gd name="connsiteY26" fmla="*/ 73890 h 171450"/>
              <a:gd name="connsiteX27" fmla="*/ 47909 w 152400"/>
              <a:gd name="connsiteY27" fmla="*/ 92940 h 171450"/>
              <a:gd name="connsiteX28" fmla="*/ 54840 w 152400"/>
              <a:gd name="connsiteY28" fmla="*/ 104490 h 171450"/>
              <a:gd name="connsiteX29" fmla="*/ 66392 w 152400"/>
              <a:gd name="connsiteY29" fmla="*/ 97554 h 171450"/>
              <a:gd name="connsiteX30" fmla="*/ 69350 w 152400"/>
              <a:gd name="connsiteY30" fmla="*/ 85725 h 171450"/>
              <a:gd name="connsiteX31" fmla="*/ 92575 w 152400"/>
              <a:gd name="connsiteY31" fmla="*/ 85726 h 171450"/>
              <a:gd name="connsiteX32" fmla="*/ 95534 w 152400"/>
              <a:gd name="connsiteY32" fmla="*/ 97560 h 171450"/>
              <a:gd name="connsiteX33" fmla="*/ 107085 w 152400"/>
              <a:gd name="connsiteY33" fmla="*/ 104490 h 171450"/>
              <a:gd name="connsiteX34" fmla="*/ 114014 w 152400"/>
              <a:gd name="connsiteY34" fmla="*/ 92934 h 171450"/>
              <a:gd name="connsiteX35" fmla="*/ 114006 w 152400"/>
              <a:gd name="connsiteY35" fmla="*/ 92902 h 171450"/>
              <a:gd name="connsiteX36" fmla="*/ 114004 w 152400"/>
              <a:gd name="connsiteY36" fmla="*/ 92893 h 171450"/>
              <a:gd name="connsiteX37" fmla="*/ 109253 w 152400"/>
              <a:gd name="connsiteY37" fmla="*/ 73890 h 171450"/>
              <a:gd name="connsiteX38" fmla="*/ 99875 w 152400"/>
              <a:gd name="connsiteY38" fmla="*/ 46343 h 171450"/>
              <a:gd name="connsiteX39" fmla="*/ 95927 w 152400"/>
              <a:gd name="connsiteY39" fmla="*/ 37363 h 171450"/>
              <a:gd name="connsiteX40" fmla="*/ 94719 w 152400"/>
              <a:gd name="connsiteY40" fmla="*/ 34811 h 171450"/>
              <a:gd name="connsiteX41" fmla="*/ 94379 w 152400"/>
              <a:gd name="connsiteY41" fmla="*/ 34114 h 171450"/>
              <a:gd name="connsiteX42" fmla="*/ 94285 w 152400"/>
              <a:gd name="connsiteY42" fmla="*/ 33923 h 171450"/>
              <a:gd name="connsiteX43" fmla="*/ 94257 w 152400"/>
              <a:gd name="connsiteY43" fmla="*/ 33868 h 171450"/>
              <a:gd name="connsiteX44" fmla="*/ 94244 w 152400"/>
              <a:gd name="connsiteY44" fmla="*/ 33840 h 171450"/>
              <a:gd name="connsiteX45" fmla="*/ 85725 w 152400"/>
              <a:gd name="connsiteY45" fmla="*/ 28575 h 171450"/>
              <a:gd name="connsiteX46" fmla="*/ 66675 w 152400"/>
              <a:gd name="connsiteY46" fmla="*/ 0 h 171450"/>
              <a:gd name="connsiteX47" fmla="*/ 123825 w 152400"/>
              <a:gd name="connsiteY47" fmla="*/ 0 h 171450"/>
              <a:gd name="connsiteX48" fmla="*/ 152400 w 152400"/>
              <a:gd name="connsiteY48" fmla="*/ 28575 h 171450"/>
              <a:gd name="connsiteX49" fmla="*/ 152400 w 152400"/>
              <a:gd name="connsiteY49" fmla="*/ 142875 h 171450"/>
              <a:gd name="connsiteX50" fmla="*/ 123825 w 152400"/>
              <a:gd name="connsiteY50" fmla="*/ 171450 h 171450"/>
              <a:gd name="connsiteX51" fmla="*/ 76200 w 152400"/>
              <a:gd name="connsiteY51" fmla="*/ 171450 h 171450"/>
              <a:gd name="connsiteX52" fmla="*/ 0 w 152400"/>
              <a:gd name="connsiteY52" fmla="*/ 85726 h 171450"/>
              <a:gd name="connsiteX53" fmla="*/ 66675 w 152400"/>
              <a:gd name="connsiteY5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2400" h="171450">
                <a:moveTo>
                  <a:pt x="102080" y="123824"/>
                </a:moveTo>
                <a:cubicBezTo>
                  <a:pt x="80987" y="123824"/>
                  <a:pt x="60728" y="123823"/>
                  <a:pt x="38100" y="123825"/>
                </a:cubicBezTo>
                <a:cubicBezTo>
                  <a:pt x="33336" y="123825"/>
                  <a:pt x="19050" y="123826"/>
                  <a:pt x="19050" y="133350"/>
                </a:cubicBezTo>
                <a:cubicBezTo>
                  <a:pt x="19050" y="142875"/>
                  <a:pt x="28575" y="152400"/>
                  <a:pt x="47625" y="152400"/>
                </a:cubicBezTo>
                <a:lnTo>
                  <a:pt x="133350" y="152400"/>
                </a:lnTo>
                <a:cubicBezTo>
                  <a:pt x="142875" y="152400"/>
                  <a:pt x="142875" y="147638"/>
                  <a:pt x="142875" y="138113"/>
                </a:cubicBezTo>
                <a:cubicBezTo>
                  <a:pt x="142875" y="128588"/>
                  <a:pt x="142875" y="123825"/>
                  <a:pt x="133350" y="123825"/>
                </a:cubicBezTo>
                <a:close/>
                <a:moveTo>
                  <a:pt x="80962" y="50545"/>
                </a:moveTo>
                <a:cubicBezTo>
                  <a:pt x="81385" y="51520"/>
                  <a:pt x="81830" y="52565"/>
                  <a:pt x="82290" y="53669"/>
                </a:cubicBezTo>
                <a:cubicBezTo>
                  <a:pt x="83882" y="57488"/>
                  <a:pt x="85623" y="61950"/>
                  <a:pt x="87236" y="66674"/>
                </a:cubicBezTo>
                <a:lnTo>
                  <a:pt x="74688" y="66674"/>
                </a:lnTo>
                <a:cubicBezTo>
                  <a:pt x="76302" y="61950"/>
                  <a:pt x="78043" y="57488"/>
                  <a:pt x="79634" y="53669"/>
                </a:cubicBezTo>
                <a:cubicBezTo>
                  <a:pt x="80094" y="52565"/>
                  <a:pt x="80539" y="51520"/>
                  <a:pt x="80962" y="50545"/>
                </a:cubicBezTo>
                <a:close/>
                <a:moveTo>
                  <a:pt x="94244" y="33840"/>
                </a:moveTo>
                <a:cubicBezTo>
                  <a:pt x="94244" y="33840"/>
                  <a:pt x="94244" y="33840"/>
                  <a:pt x="85725" y="38100"/>
                </a:cubicBezTo>
                <a:close/>
                <a:moveTo>
                  <a:pt x="67681" y="33840"/>
                </a:moveTo>
                <a:lnTo>
                  <a:pt x="76200" y="38100"/>
                </a:lnTo>
                <a:cubicBezTo>
                  <a:pt x="67681" y="33840"/>
                  <a:pt x="67681" y="33840"/>
                  <a:pt x="67681" y="33840"/>
                </a:cubicBezTo>
                <a:close/>
                <a:moveTo>
                  <a:pt x="76200" y="28575"/>
                </a:moveTo>
                <a:cubicBezTo>
                  <a:pt x="72592" y="28575"/>
                  <a:pt x="69294" y="30613"/>
                  <a:pt x="67681" y="33840"/>
                </a:cubicBezTo>
                <a:lnTo>
                  <a:pt x="67667" y="33868"/>
                </a:lnTo>
                <a:lnTo>
                  <a:pt x="67640" y="33923"/>
                </a:lnTo>
                <a:lnTo>
                  <a:pt x="67545" y="34114"/>
                </a:lnTo>
                <a:cubicBezTo>
                  <a:pt x="67465" y="34277"/>
                  <a:pt x="67350" y="34511"/>
                  <a:pt x="67206" y="34811"/>
                </a:cubicBezTo>
                <a:cubicBezTo>
                  <a:pt x="66916" y="35410"/>
                  <a:pt x="66504" y="36273"/>
                  <a:pt x="65998" y="37363"/>
                </a:cubicBezTo>
                <a:cubicBezTo>
                  <a:pt x="64987" y="39541"/>
                  <a:pt x="63595" y="42635"/>
                  <a:pt x="62050" y="46343"/>
                </a:cubicBezTo>
                <a:cubicBezTo>
                  <a:pt x="58982" y="53706"/>
                  <a:pt x="55215" y="63719"/>
                  <a:pt x="52672" y="73890"/>
                </a:cubicBezTo>
                <a:lnTo>
                  <a:pt x="47909" y="92940"/>
                </a:lnTo>
                <a:cubicBezTo>
                  <a:pt x="46633" y="98043"/>
                  <a:pt x="49736" y="103215"/>
                  <a:pt x="54840" y="104490"/>
                </a:cubicBezTo>
                <a:cubicBezTo>
                  <a:pt x="59943" y="105767"/>
                  <a:pt x="65117" y="102658"/>
                  <a:pt x="66392" y="97554"/>
                </a:cubicBezTo>
                <a:lnTo>
                  <a:pt x="69350" y="85725"/>
                </a:lnTo>
                <a:lnTo>
                  <a:pt x="92575" y="85726"/>
                </a:lnTo>
                <a:lnTo>
                  <a:pt x="95534" y="97560"/>
                </a:lnTo>
                <a:cubicBezTo>
                  <a:pt x="96810" y="102663"/>
                  <a:pt x="101981" y="105767"/>
                  <a:pt x="107085" y="104490"/>
                </a:cubicBezTo>
                <a:cubicBezTo>
                  <a:pt x="112188" y="103215"/>
                  <a:pt x="115290" y="98037"/>
                  <a:pt x="114014" y="92934"/>
                </a:cubicBezTo>
                <a:lnTo>
                  <a:pt x="114006" y="92902"/>
                </a:lnTo>
                <a:lnTo>
                  <a:pt x="114004" y="92893"/>
                </a:lnTo>
                <a:lnTo>
                  <a:pt x="109253" y="73890"/>
                </a:lnTo>
                <a:cubicBezTo>
                  <a:pt x="106710" y="63719"/>
                  <a:pt x="102943" y="53706"/>
                  <a:pt x="99875" y="46343"/>
                </a:cubicBezTo>
                <a:cubicBezTo>
                  <a:pt x="98330" y="42635"/>
                  <a:pt x="96938" y="39541"/>
                  <a:pt x="95927" y="37363"/>
                </a:cubicBezTo>
                <a:cubicBezTo>
                  <a:pt x="95421" y="36273"/>
                  <a:pt x="95009" y="35410"/>
                  <a:pt x="94719" y="34811"/>
                </a:cubicBezTo>
                <a:cubicBezTo>
                  <a:pt x="94575" y="34511"/>
                  <a:pt x="94460" y="34277"/>
                  <a:pt x="94379" y="34114"/>
                </a:cubicBezTo>
                <a:lnTo>
                  <a:pt x="94285" y="33923"/>
                </a:lnTo>
                <a:lnTo>
                  <a:pt x="94257" y="33868"/>
                </a:lnTo>
                <a:lnTo>
                  <a:pt x="94244" y="33840"/>
                </a:lnTo>
                <a:cubicBezTo>
                  <a:pt x="92631" y="30613"/>
                  <a:pt x="89333" y="28575"/>
                  <a:pt x="85725" y="28575"/>
                </a:cubicBezTo>
                <a:close/>
                <a:moveTo>
                  <a:pt x="66675" y="0"/>
                </a:moveTo>
                <a:lnTo>
                  <a:pt x="123825" y="0"/>
                </a:lnTo>
                <a:cubicBezTo>
                  <a:pt x="147638" y="0"/>
                  <a:pt x="152400" y="4763"/>
                  <a:pt x="152400" y="28575"/>
                </a:cubicBezTo>
                <a:lnTo>
                  <a:pt x="152400" y="142875"/>
                </a:lnTo>
                <a:cubicBezTo>
                  <a:pt x="152400" y="166688"/>
                  <a:pt x="147638" y="171450"/>
                  <a:pt x="123825" y="171450"/>
                </a:cubicBezTo>
                <a:lnTo>
                  <a:pt x="76200" y="171450"/>
                </a:lnTo>
                <a:cubicBezTo>
                  <a:pt x="0" y="171450"/>
                  <a:pt x="0" y="161925"/>
                  <a:pt x="0" y="85726"/>
                </a:cubicBezTo>
                <a:cubicBezTo>
                  <a:pt x="0" y="9525"/>
                  <a:pt x="0" y="0"/>
                  <a:pt x="66675" y="0"/>
                </a:cubicBezTo>
                <a:close/>
              </a:path>
            </a:pathLst>
          </a:custGeom>
          <a:solidFill>
            <a:srgbClr val="000000"/>
          </a:solidFill>
          <a:ln w="9525" cap="flat">
            <a:noFill/>
            <a:prstDash val="solid"/>
            <a:miter/>
          </a:ln>
        </p:spPr>
        <p:txBody>
          <a:bodyPr rtlCol="0" anchor="ctr"/>
          <a:lstStyle/>
          <a:p>
            <a:endParaRPr lang="ru-RU"/>
          </a:p>
        </p:txBody>
      </p:sp>
      <p:sp>
        <p:nvSpPr>
          <p:cNvPr id="1437" name="Полилиния: фигура 1436">
            <a:extLst>
              <a:ext uri="{FF2B5EF4-FFF2-40B4-BE49-F238E27FC236}">
                <a16:creationId xmlns:a16="http://schemas.microsoft.com/office/drawing/2014/main" id="{73BD5BDD-BFD1-D7D2-1D4A-DD4E2BA36CE5}"/>
              </a:ext>
            </a:extLst>
          </p:cNvPr>
          <p:cNvSpPr/>
          <p:nvPr/>
        </p:nvSpPr>
        <p:spPr>
          <a:xfrm>
            <a:off x="7392376" y="5100761"/>
            <a:ext cx="171450" cy="171449"/>
          </a:xfrm>
          <a:custGeom>
            <a:avLst/>
            <a:gdLst>
              <a:gd name="connsiteX0" fmla="*/ 159828 w 171450"/>
              <a:gd name="connsiteY0" fmla="*/ 117512 h 171449"/>
              <a:gd name="connsiteX1" fmla="*/ 161925 w 171450"/>
              <a:gd name="connsiteY1" fmla="*/ 123824 h 171449"/>
              <a:gd name="connsiteX2" fmla="*/ 85725 w 171450"/>
              <a:gd name="connsiteY2" fmla="*/ 171449 h 171449"/>
              <a:gd name="connsiteX3" fmla="*/ 9525 w 171450"/>
              <a:gd name="connsiteY3" fmla="*/ 123824 h 171449"/>
              <a:gd name="connsiteX4" fmla="*/ 16577 w 171450"/>
              <a:gd name="connsiteY4" fmla="*/ 117986 h 171449"/>
              <a:gd name="connsiteX5" fmla="*/ 44642 w 171450"/>
              <a:gd name="connsiteY5" fmla="*/ 122197 h 171449"/>
              <a:gd name="connsiteX6" fmla="*/ 57150 w 171450"/>
              <a:gd name="connsiteY6" fmla="*/ 123363 h 171449"/>
              <a:gd name="connsiteX7" fmla="*/ 67424 w 171450"/>
              <a:gd name="connsiteY7" fmla="*/ 127990 h 171449"/>
              <a:gd name="connsiteX8" fmla="*/ 76200 w 171450"/>
              <a:gd name="connsiteY8" fmla="*/ 132684 h 171449"/>
              <a:gd name="connsiteX9" fmla="*/ 85725 w 171450"/>
              <a:gd name="connsiteY9" fmla="*/ 133349 h 171449"/>
              <a:gd name="connsiteX10" fmla="*/ 95250 w 171450"/>
              <a:gd name="connsiteY10" fmla="*/ 132684 h 171449"/>
              <a:gd name="connsiteX11" fmla="*/ 104026 w 171450"/>
              <a:gd name="connsiteY11" fmla="*/ 127990 h 171449"/>
              <a:gd name="connsiteX12" fmla="*/ 114300 w 171450"/>
              <a:gd name="connsiteY12" fmla="*/ 123363 h 171449"/>
              <a:gd name="connsiteX13" fmla="*/ 126807 w 171450"/>
              <a:gd name="connsiteY13" fmla="*/ 122197 h 171449"/>
              <a:gd name="connsiteX14" fmla="*/ 154874 w 171450"/>
              <a:gd name="connsiteY14" fmla="*/ 117986 h 171449"/>
              <a:gd name="connsiteX15" fmla="*/ 159828 w 171450"/>
              <a:gd name="connsiteY15" fmla="*/ 117512 h 171449"/>
              <a:gd name="connsiteX16" fmla="*/ 85725 w 171450"/>
              <a:gd name="connsiteY16" fmla="*/ 19050 h 171449"/>
              <a:gd name="connsiteX17" fmla="*/ 57396 w 171450"/>
              <a:gd name="connsiteY17" fmla="*/ 26282 h 171449"/>
              <a:gd name="connsiteX18" fmla="*/ 49815 w 171450"/>
              <a:gd name="connsiteY18" fmla="*/ 38927 h 171449"/>
              <a:gd name="connsiteX19" fmla="*/ 85725 w 171450"/>
              <a:gd name="connsiteY19" fmla="*/ 38100 h 171449"/>
              <a:gd name="connsiteX20" fmla="*/ 121635 w 171450"/>
              <a:gd name="connsiteY20" fmla="*/ 38927 h 171449"/>
              <a:gd name="connsiteX21" fmla="*/ 114054 w 171450"/>
              <a:gd name="connsiteY21" fmla="*/ 26282 h 171449"/>
              <a:gd name="connsiteX22" fmla="*/ 85725 w 171450"/>
              <a:gd name="connsiteY22" fmla="*/ 19050 h 171449"/>
              <a:gd name="connsiteX23" fmla="*/ 85725 w 171450"/>
              <a:gd name="connsiteY23" fmla="*/ 0 h 171449"/>
              <a:gd name="connsiteX24" fmla="*/ 126452 w 171450"/>
              <a:gd name="connsiteY24" fmla="*/ 11818 h 171449"/>
              <a:gd name="connsiteX25" fmla="*/ 141614 w 171450"/>
              <a:gd name="connsiteY25" fmla="*/ 41016 h 171449"/>
              <a:gd name="connsiteX26" fmla="*/ 171450 w 171450"/>
              <a:gd name="connsiteY26" fmla="*/ 76200 h 171449"/>
              <a:gd name="connsiteX27" fmla="*/ 114300 w 171450"/>
              <a:gd name="connsiteY27" fmla="*/ 113905 h 171449"/>
              <a:gd name="connsiteX28" fmla="*/ 104740 w 171450"/>
              <a:gd name="connsiteY28" fmla="*/ 108614 h 171449"/>
              <a:gd name="connsiteX29" fmla="*/ 103974 w 171450"/>
              <a:gd name="connsiteY29" fmla="*/ 104775 h 171449"/>
              <a:gd name="connsiteX30" fmla="*/ 85725 w 171450"/>
              <a:gd name="connsiteY30" fmla="*/ 95250 h 171449"/>
              <a:gd name="connsiteX31" fmla="*/ 67476 w 171450"/>
              <a:gd name="connsiteY31" fmla="*/ 104775 h 171449"/>
              <a:gd name="connsiteX32" fmla="*/ 66710 w 171450"/>
              <a:gd name="connsiteY32" fmla="*/ 108613 h 171449"/>
              <a:gd name="connsiteX33" fmla="*/ 57150 w 171450"/>
              <a:gd name="connsiteY33" fmla="*/ 113905 h 171449"/>
              <a:gd name="connsiteX34" fmla="*/ 0 w 171450"/>
              <a:gd name="connsiteY34" fmla="*/ 76200 h 171449"/>
              <a:gd name="connsiteX35" fmla="*/ 29836 w 171450"/>
              <a:gd name="connsiteY35" fmla="*/ 41016 h 171449"/>
              <a:gd name="connsiteX36" fmla="*/ 44998 w 171450"/>
              <a:gd name="connsiteY36" fmla="*/ 11818 h 171449"/>
              <a:gd name="connsiteX37" fmla="*/ 85725 w 171450"/>
              <a:gd name="connsiteY37"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50" h="171449">
                <a:moveTo>
                  <a:pt x="159828" y="117512"/>
                </a:moveTo>
                <a:cubicBezTo>
                  <a:pt x="161115" y="118122"/>
                  <a:pt x="161925" y="119863"/>
                  <a:pt x="161925" y="123824"/>
                </a:cubicBezTo>
                <a:cubicBezTo>
                  <a:pt x="161925" y="162790"/>
                  <a:pt x="147638" y="171449"/>
                  <a:pt x="85725" y="171449"/>
                </a:cubicBezTo>
                <a:cubicBezTo>
                  <a:pt x="23813" y="171449"/>
                  <a:pt x="9525" y="162790"/>
                  <a:pt x="9525" y="123824"/>
                </a:cubicBezTo>
                <a:cubicBezTo>
                  <a:pt x="9525" y="115901"/>
                  <a:pt x="12767" y="116861"/>
                  <a:pt x="16577" y="117986"/>
                </a:cubicBezTo>
                <a:cubicBezTo>
                  <a:pt x="25589" y="120652"/>
                  <a:pt x="35340" y="121170"/>
                  <a:pt x="44642" y="122197"/>
                </a:cubicBezTo>
                <a:cubicBezTo>
                  <a:pt x="48594" y="122635"/>
                  <a:pt x="52651" y="123050"/>
                  <a:pt x="57150" y="123363"/>
                </a:cubicBezTo>
                <a:cubicBezTo>
                  <a:pt x="62663" y="123747"/>
                  <a:pt x="65011" y="125840"/>
                  <a:pt x="67424" y="127990"/>
                </a:cubicBezTo>
                <a:cubicBezTo>
                  <a:pt x="69555" y="129890"/>
                  <a:pt x="71738" y="131835"/>
                  <a:pt x="76200" y="132684"/>
                </a:cubicBezTo>
                <a:cubicBezTo>
                  <a:pt x="78778" y="133175"/>
                  <a:pt x="81926" y="133349"/>
                  <a:pt x="85725" y="133349"/>
                </a:cubicBezTo>
                <a:cubicBezTo>
                  <a:pt x="89524" y="133349"/>
                  <a:pt x="92672" y="133175"/>
                  <a:pt x="95250" y="132684"/>
                </a:cubicBezTo>
                <a:cubicBezTo>
                  <a:pt x="99712" y="131835"/>
                  <a:pt x="101895" y="129890"/>
                  <a:pt x="104026" y="127990"/>
                </a:cubicBezTo>
                <a:cubicBezTo>
                  <a:pt x="106439" y="125840"/>
                  <a:pt x="108787" y="123747"/>
                  <a:pt x="114300" y="123363"/>
                </a:cubicBezTo>
                <a:cubicBezTo>
                  <a:pt x="118800" y="123050"/>
                  <a:pt x="122856" y="122635"/>
                  <a:pt x="126807" y="122197"/>
                </a:cubicBezTo>
                <a:cubicBezTo>
                  <a:pt x="136110" y="121170"/>
                  <a:pt x="145861" y="120652"/>
                  <a:pt x="154874" y="117986"/>
                </a:cubicBezTo>
                <a:cubicBezTo>
                  <a:pt x="156779" y="117423"/>
                  <a:pt x="158542" y="116902"/>
                  <a:pt x="159828" y="117512"/>
                </a:cubicBezTo>
                <a:close/>
                <a:moveTo>
                  <a:pt x="85725" y="19050"/>
                </a:moveTo>
                <a:cubicBezTo>
                  <a:pt x="72119" y="19050"/>
                  <a:pt x="63092" y="21400"/>
                  <a:pt x="57396" y="26282"/>
                </a:cubicBezTo>
                <a:cubicBezTo>
                  <a:pt x="54343" y="28898"/>
                  <a:pt x="51609" y="32812"/>
                  <a:pt x="49815" y="38927"/>
                </a:cubicBezTo>
                <a:cubicBezTo>
                  <a:pt x="59731" y="38339"/>
                  <a:pt x="71578" y="38100"/>
                  <a:pt x="85725" y="38100"/>
                </a:cubicBezTo>
                <a:cubicBezTo>
                  <a:pt x="99872" y="38100"/>
                  <a:pt x="111720" y="38339"/>
                  <a:pt x="121635" y="38927"/>
                </a:cubicBezTo>
                <a:cubicBezTo>
                  <a:pt x="119841" y="32812"/>
                  <a:pt x="117107" y="28898"/>
                  <a:pt x="114054" y="26282"/>
                </a:cubicBezTo>
                <a:cubicBezTo>
                  <a:pt x="108358" y="21400"/>
                  <a:pt x="99331" y="19050"/>
                  <a:pt x="85725" y="19050"/>
                </a:cubicBezTo>
                <a:close/>
                <a:moveTo>
                  <a:pt x="85725" y="0"/>
                </a:moveTo>
                <a:cubicBezTo>
                  <a:pt x="100694" y="0"/>
                  <a:pt x="115479" y="2413"/>
                  <a:pt x="126452" y="11818"/>
                </a:cubicBezTo>
                <a:cubicBezTo>
                  <a:pt x="134542" y="18752"/>
                  <a:pt x="139470" y="28507"/>
                  <a:pt x="141614" y="41016"/>
                </a:cubicBezTo>
                <a:cubicBezTo>
                  <a:pt x="167194" y="45359"/>
                  <a:pt x="171450" y="55363"/>
                  <a:pt x="171450" y="76200"/>
                </a:cubicBezTo>
                <a:cubicBezTo>
                  <a:pt x="171450" y="102250"/>
                  <a:pt x="156508" y="111583"/>
                  <a:pt x="114300" y="113905"/>
                </a:cubicBezTo>
                <a:cubicBezTo>
                  <a:pt x="105788" y="114372"/>
                  <a:pt x="105718" y="113988"/>
                  <a:pt x="104740" y="108614"/>
                </a:cubicBezTo>
                <a:cubicBezTo>
                  <a:pt x="104545" y="107543"/>
                  <a:pt x="104315" y="106274"/>
                  <a:pt x="103974" y="104775"/>
                </a:cubicBezTo>
                <a:cubicBezTo>
                  <a:pt x="102264" y="97256"/>
                  <a:pt x="97419" y="95250"/>
                  <a:pt x="85725" y="95250"/>
                </a:cubicBezTo>
                <a:cubicBezTo>
                  <a:pt x="74031" y="95250"/>
                  <a:pt x="69186" y="97256"/>
                  <a:pt x="67476" y="104775"/>
                </a:cubicBezTo>
                <a:cubicBezTo>
                  <a:pt x="67135" y="106274"/>
                  <a:pt x="66905" y="107543"/>
                  <a:pt x="66710" y="108613"/>
                </a:cubicBezTo>
                <a:cubicBezTo>
                  <a:pt x="65732" y="113988"/>
                  <a:pt x="65662" y="114372"/>
                  <a:pt x="57150" y="113905"/>
                </a:cubicBezTo>
                <a:cubicBezTo>
                  <a:pt x="14942" y="111583"/>
                  <a:pt x="0" y="102250"/>
                  <a:pt x="0" y="76200"/>
                </a:cubicBezTo>
                <a:cubicBezTo>
                  <a:pt x="0" y="55363"/>
                  <a:pt x="4256" y="45359"/>
                  <a:pt x="29836" y="41016"/>
                </a:cubicBezTo>
                <a:cubicBezTo>
                  <a:pt x="31980" y="28507"/>
                  <a:pt x="36909" y="18752"/>
                  <a:pt x="44998" y="11818"/>
                </a:cubicBezTo>
                <a:cubicBezTo>
                  <a:pt x="55971" y="2413"/>
                  <a:pt x="70756" y="0"/>
                  <a:pt x="85725" y="0"/>
                </a:cubicBezTo>
                <a:close/>
              </a:path>
            </a:pathLst>
          </a:custGeom>
          <a:solidFill>
            <a:srgbClr val="000000"/>
          </a:solidFill>
          <a:ln w="9525" cap="flat">
            <a:noFill/>
            <a:prstDash val="solid"/>
            <a:miter/>
          </a:ln>
        </p:spPr>
        <p:txBody>
          <a:bodyPr rtlCol="0" anchor="ctr"/>
          <a:lstStyle/>
          <a:p>
            <a:endParaRPr lang="ru-RU"/>
          </a:p>
        </p:txBody>
      </p:sp>
      <p:sp>
        <p:nvSpPr>
          <p:cNvPr id="1244" name="Рисунок 787">
            <a:extLst>
              <a:ext uri="{FF2B5EF4-FFF2-40B4-BE49-F238E27FC236}">
                <a16:creationId xmlns:a16="http://schemas.microsoft.com/office/drawing/2014/main" id="{6715E055-BB0C-7502-D5A9-60DC374E0686}"/>
              </a:ext>
            </a:extLst>
          </p:cNvPr>
          <p:cNvSpPr/>
          <p:nvPr/>
        </p:nvSpPr>
        <p:spPr>
          <a:xfrm>
            <a:off x="7401901" y="5601406"/>
            <a:ext cx="152400" cy="171450"/>
          </a:xfrm>
          <a:custGeom>
            <a:avLst/>
            <a:gdLst>
              <a:gd name="connsiteX0" fmla="*/ 76200 w 152400"/>
              <a:gd name="connsiteY0" fmla="*/ 0 h 171450"/>
              <a:gd name="connsiteX1" fmla="*/ 0 w 152400"/>
              <a:gd name="connsiteY1" fmla="*/ 85725 h 171450"/>
              <a:gd name="connsiteX2" fmla="*/ 76200 w 152400"/>
              <a:gd name="connsiteY2" fmla="*/ 171450 h 171450"/>
              <a:gd name="connsiteX3" fmla="*/ 152400 w 152400"/>
              <a:gd name="connsiteY3" fmla="*/ 85725 h 171450"/>
              <a:gd name="connsiteX4" fmla="*/ 76200 w 152400"/>
              <a:gd name="connsiteY4" fmla="*/ 0 h 171450"/>
              <a:gd name="connsiteX5" fmla="*/ 47625 w 152400"/>
              <a:gd name="connsiteY5" fmla="*/ 28575 h 171450"/>
              <a:gd name="connsiteX6" fmla="*/ 66675 w 152400"/>
              <a:gd name="connsiteY6" fmla="*/ 47625 h 171450"/>
              <a:gd name="connsiteX7" fmla="*/ 47625 w 152400"/>
              <a:gd name="connsiteY7" fmla="*/ 66675 h 171450"/>
              <a:gd name="connsiteX8" fmla="*/ 28575 w 152400"/>
              <a:gd name="connsiteY8" fmla="*/ 47625 h 171450"/>
              <a:gd name="connsiteX9" fmla="*/ 47625 w 152400"/>
              <a:gd name="connsiteY9" fmla="*/ 28575 h 171450"/>
              <a:gd name="connsiteX10" fmla="*/ 104775 w 152400"/>
              <a:gd name="connsiteY10" fmla="*/ 76200 h 171450"/>
              <a:gd name="connsiteX11" fmla="*/ 123825 w 152400"/>
              <a:gd name="connsiteY11" fmla="*/ 95250 h 171450"/>
              <a:gd name="connsiteX12" fmla="*/ 104775 w 152400"/>
              <a:gd name="connsiteY12" fmla="*/ 114300 h 171450"/>
              <a:gd name="connsiteX13" fmla="*/ 85725 w 152400"/>
              <a:gd name="connsiteY13" fmla="*/ 95250 h 171450"/>
              <a:gd name="connsiteX14" fmla="*/ 104775 w 152400"/>
              <a:gd name="connsiteY14" fmla="*/ 76200 h 171450"/>
              <a:gd name="connsiteX15" fmla="*/ 95250 w 152400"/>
              <a:gd name="connsiteY15" fmla="*/ 28575 h 171450"/>
              <a:gd name="connsiteX16" fmla="*/ 114300 w 152400"/>
              <a:gd name="connsiteY16" fmla="*/ 28575 h 171450"/>
              <a:gd name="connsiteX17" fmla="*/ 123825 w 152400"/>
              <a:gd name="connsiteY17" fmla="*/ 38100 h 171450"/>
              <a:gd name="connsiteX18" fmla="*/ 123825 w 152400"/>
              <a:gd name="connsiteY18" fmla="*/ 57150 h 171450"/>
              <a:gd name="connsiteX19" fmla="*/ 114300 w 152400"/>
              <a:gd name="connsiteY19" fmla="*/ 66675 h 171450"/>
              <a:gd name="connsiteX20" fmla="*/ 104775 w 152400"/>
              <a:gd name="connsiteY20" fmla="*/ 57150 h 171450"/>
              <a:gd name="connsiteX21" fmla="*/ 104775 w 152400"/>
              <a:gd name="connsiteY21" fmla="*/ 47625 h 171450"/>
              <a:gd name="connsiteX22" fmla="*/ 95250 w 152400"/>
              <a:gd name="connsiteY22" fmla="*/ 47625 h 171450"/>
              <a:gd name="connsiteX23" fmla="*/ 85725 w 152400"/>
              <a:gd name="connsiteY23" fmla="*/ 38100 h 171450"/>
              <a:gd name="connsiteX24" fmla="*/ 95250 w 152400"/>
              <a:gd name="connsiteY24" fmla="*/ 28575 h 171450"/>
              <a:gd name="connsiteX25" fmla="*/ 38100 w 152400"/>
              <a:gd name="connsiteY25" fmla="*/ 76200 h 171450"/>
              <a:gd name="connsiteX26" fmla="*/ 47625 w 152400"/>
              <a:gd name="connsiteY26" fmla="*/ 85725 h 171450"/>
              <a:gd name="connsiteX27" fmla="*/ 47625 w 152400"/>
              <a:gd name="connsiteY27" fmla="*/ 95250 h 171450"/>
              <a:gd name="connsiteX28" fmla="*/ 57150 w 152400"/>
              <a:gd name="connsiteY28" fmla="*/ 95250 h 171450"/>
              <a:gd name="connsiteX29" fmla="*/ 66675 w 152400"/>
              <a:gd name="connsiteY29" fmla="*/ 104775 h 171450"/>
              <a:gd name="connsiteX30" fmla="*/ 57150 w 152400"/>
              <a:gd name="connsiteY30" fmla="*/ 114300 h 171450"/>
              <a:gd name="connsiteX31" fmla="*/ 38100 w 152400"/>
              <a:gd name="connsiteY31" fmla="*/ 114300 h 171450"/>
              <a:gd name="connsiteX32" fmla="*/ 28575 w 152400"/>
              <a:gd name="connsiteY32" fmla="*/ 104775 h 171450"/>
              <a:gd name="connsiteX33" fmla="*/ 28575 w 152400"/>
              <a:gd name="connsiteY33" fmla="*/ 85725 h 171450"/>
              <a:gd name="connsiteX34" fmla="*/ 38100 w 152400"/>
              <a:gd name="connsiteY34" fmla="*/ 76200 h 171450"/>
              <a:gd name="connsiteX35" fmla="*/ 66675 w 152400"/>
              <a:gd name="connsiteY35" fmla="*/ 80963 h 171450"/>
              <a:gd name="connsiteX36" fmla="*/ 61913 w 152400"/>
              <a:gd name="connsiteY36" fmla="*/ 85725 h 171450"/>
              <a:gd name="connsiteX37" fmla="*/ 57150 w 152400"/>
              <a:gd name="connsiteY37" fmla="*/ 80963 h 171450"/>
              <a:gd name="connsiteX38" fmla="*/ 61913 w 152400"/>
              <a:gd name="connsiteY38" fmla="*/ 76200 h 171450"/>
              <a:gd name="connsiteX39" fmla="*/ 66675 w 152400"/>
              <a:gd name="connsiteY39" fmla="*/ 80963 h 171450"/>
              <a:gd name="connsiteX40" fmla="*/ 95250 w 152400"/>
              <a:gd name="connsiteY40" fmla="*/ 61913 h 171450"/>
              <a:gd name="connsiteX41" fmla="*/ 90488 w 152400"/>
              <a:gd name="connsiteY41" fmla="*/ 66675 h 171450"/>
              <a:gd name="connsiteX42" fmla="*/ 85725 w 152400"/>
              <a:gd name="connsiteY42" fmla="*/ 61913 h 171450"/>
              <a:gd name="connsiteX43" fmla="*/ 90488 w 152400"/>
              <a:gd name="connsiteY43" fmla="*/ 57150 h 171450"/>
              <a:gd name="connsiteX44" fmla="*/ 95250 w 152400"/>
              <a:gd name="connsiteY44" fmla="*/ 61913 h 171450"/>
              <a:gd name="connsiteX45" fmla="*/ 47625 w 152400"/>
              <a:gd name="connsiteY45" fmla="*/ 142875 h 171450"/>
              <a:gd name="connsiteX46" fmla="*/ 57150 w 152400"/>
              <a:gd name="connsiteY46" fmla="*/ 133350 h 171450"/>
              <a:gd name="connsiteX47" fmla="*/ 95250 w 152400"/>
              <a:gd name="connsiteY47" fmla="*/ 133350 h 171450"/>
              <a:gd name="connsiteX48" fmla="*/ 104775 w 152400"/>
              <a:gd name="connsiteY48" fmla="*/ 142875 h 171450"/>
              <a:gd name="connsiteX49" fmla="*/ 95250 w 152400"/>
              <a:gd name="connsiteY49" fmla="*/ 152400 h 171450"/>
              <a:gd name="connsiteX50" fmla="*/ 57150 w 152400"/>
              <a:gd name="connsiteY50" fmla="*/ 152400 h 171450"/>
              <a:gd name="connsiteX51" fmla="*/ 47625 w 152400"/>
              <a:gd name="connsiteY51" fmla="*/ 1428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52400" h="171450">
                <a:moveTo>
                  <a:pt x="76200" y="0"/>
                </a:moveTo>
                <a:cubicBezTo>
                  <a:pt x="0" y="0"/>
                  <a:pt x="0" y="10716"/>
                  <a:pt x="0" y="85725"/>
                </a:cubicBezTo>
                <a:cubicBezTo>
                  <a:pt x="0" y="160734"/>
                  <a:pt x="0" y="171450"/>
                  <a:pt x="76200" y="171450"/>
                </a:cubicBezTo>
                <a:cubicBezTo>
                  <a:pt x="152400" y="171450"/>
                  <a:pt x="152400" y="160734"/>
                  <a:pt x="152400" y="85725"/>
                </a:cubicBezTo>
                <a:cubicBezTo>
                  <a:pt x="152400" y="10716"/>
                  <a:pt x="152400" y="0"/>
                  <a:pt x="76200" y="0"/>
                </a:cubicBezTo>
                <a:close/>
                <a:moveTo>
                  <a:pt x="47625" y="28575"/>
                </a:moveTo>
                <a:cubicBezTo>
                  <a:pt x="63313" y="28575"/>
                  <a:pt x="66675" y="31937"/>
                  <a:pt x="66675" y="47625"/>
                </a:cubicBezTo>
                <a:cubicBezTo>
                  <a:pt x="66675" y="63313"/>
                  <a:pt x="63313" y="66675"/>
                  <a:pt x="47625" y="66675"/>
                </a:cubicBezTo>
                <a:cubicBezTo>
                  <a:pt x="31937" y="66675"/>
                  <a:pt x="28575" y="63313"/>
                  <a:pt x="28575" y="47625"/>
                </a:cubicBezTo>
                <a:cubicBezTo>
                  <a:pt x="28575" y="31937"/>
                  <a:pt x="31937" y="28575"/>
                  <a:pt x="47625" y="28575"/>
                </a:cubicBezTo>
                <a:close/>
                <a:moveTo>
                  <a:pt x="104775" y="76200"/>
                </a:moveTo>
                <a:cubicBezTo>
                  <a:pt x="120463" y="76200"/>
                  <a:pt x="123825" y="79562"/>
                  <a:pt x="123825" y="95250"/>
                </a:cubicBezTo>
                <a:cubicBezTo>
                  <a:pt x="123825" y="110938"/>
                  <a:pt x="120463" y="114300"/>
                  <a:pt x="104775" y="114300"/>
                </a:cubicBezTo>
                <a:cubicBezTo>
                  <a:pt x="89087" y="114300"/>
                  <a:pt x="85725" y="110938"/>
                  <a:pt x="85725" y="95250"/>
                </a:cubicBezTo>
                <a:cubicBezTo>
                  <a:pt x="85725" y="79562"/>
                  <a:pt x="89087" y="76200"/>
                  <a:pt x="104775" y="76200"/>
                </a:cubicBezTo>
                <a:close/>
                <a:moveTo>
                  <a:pt x="95250" y="28575"/>
                </a:moveTo>
                <a:lnTo>
                  <a:pt x="114300" y="28575"/>
                </a:lnTo>
                <a:cubicBezTo>
                  <a:pt x="119561" y="28575"/>
                  <a:pt x="123825" y="32840"/>
                  <a:pt x="123825" y="38100"/>
                </a:cubicBezTo>
                <a:lnTo>
                  <a:pt x="123825" y="57150"/>
                </a:lnTo>
                <a:cubicBezTo>
                  <a:pt x="123825" y="62410"/>
                  <a:pt x="119561" y="66675"/>
                  <a:pt x="114300" y="66675"/>
                </a:cubicBezTo>
                <a:cubicBezTo>
                  <a:pt x="109039" y="66675"/>
                  <a:pt x="104775" y="62410"/>
                  <a:pt x="104775" y="57150"/>
                </a:cubicBezTo>
                <a:lnTo>
                  <a:pt x="104775" y="47625"/>
                </a:lnTo>
                <a:lnTo>
                  <a:pt x="95250" y="47625"/>
                </a:lnTo>
                <a:cubicBezTo>
                  <a:pt x="89989" y="47625"/>
                  <a:pt x="85725" y="43360"/>
                  <a:pt x="85725" y="38100"/>
                </a:cubicBezTo>
                <a:cubicBezTo>
                  <a:pt x="85725" y="32840"/>
                  <a:pt x="89989" y="28575"/>
                  <a:pt x="95250" y="28575"/>
                </a:cubicBezTo>
                <a:close/>
                <a:moveTo>
                  <a:pt x="38100" y="76200"/>
                </a:moveTo>
                <a:cubicBezTo>
                  <a:pt x="43360" y="76200"/>
                  <a:pt x="47625" y="80464"/>
                  <a:pt x="47625" y="85725"/>
                </a:cubicBezTo>
                <a:lnTo>
                  <a:pt x="47625" y="95250"/>
                </a:lnTo>
                <a:lnTo>
                  <a:pt x="57150" y="95250"/>
                </a:lnTo>
                <a:cubicBezTo>
                  <a:pt x="62411" y="95250"/>
                  <a:pt x="66675" y="99514"/>
                  <a:pt x="66675" y="104775"/>
                </a:cubicBezTo>
                <a:cubicBezTo>
                  <a:pt x="66675" y="110036"/>
                  <a:pt x="62411" y="114300"/>
                  <a:pt x="57150" y="114300"/>
                </a:cubicBezTo>
                <a:lnTo>
                  <a:pt x="38100" y="114300"/>
                </a:lnTo>
                <a:cubicBezTo>
                  <a:pt x="32840" y="114300"/>
                  <a:pt x="28575" y="110036"/>
                  <a:pt x="28575" y="104775"/>
                </a:cubicBezTo>
                <a:lnTo>
                  <a:pt x="28575" y="85725"/>
                </a:lnTo>
                <a:cubicBezTo>
                  <a:pt x="28575" y="80464"/>
                  <a:pt x="32840" y="76200"/>
                  <a:pt x="38100" y="76200"/>
                </a:cubicBezTo>
                <a:close/>
                <a:moveTo>
                  <a:pt x="66675" y="80963"/>
                </a:moveTo>
                <a:cubicBezTo>
                  <a:pt x="66675" y="83592"/>
                  <a:pt x="64542" y="85725"/>
                  <a:pt x="61913" y="85725"/>
                </a:cubicBezTo>
                <a:cubicBezTo>
                  <a:pt x="59283" y="85725"/>
                  <a:pt x="57150" y="83592"/>
                  <a:pt x="57150" y="80963"/>
                </a:cubicBezTo>
                <a:cubicBezTo>
                  <a:pt x="57150" y="78333"/>
                  <a:pt x="59283" y="76200"/>
                  <a:pt x="61913" y="76200"/>
                </a:cubicBezTo>
                <a:cubicBezTo>
                  <a:pt x="64542" y="76200"/>
                  <a:pt x="66675" y="78333"/>
                  <a:pt x="66675" y="80963"/>
                </a:cubicBezTo>
                <a:close/>
                <a:moveTo>
                  <a:pt x="95250" y="61913"/>
                </a:moveTo>
                <a:cubicBezTo>
                  <a:pt x="95250" y="64543"/>
                  <a:pt x="93117" y="66675"/>
                  <a:pt x="90488" y="66675"/>
                </a:cubicBezTo>
                <a:cubicBezTo>
                  <a:pt x="87858" y="66675"/>
                  <a:pt x="85725" y="64543"/>
                  <a:pt x="85725" y="61913"/>
                </a:cubicBezTo>
                <a:cubicBezTo>
                  <a:pt x="85725" y="59282"/>
                  <a:pt x="87858" y="57150"/>
                  <a:pt x="90488" y="57150"/>
                </a:cubicBezTo>
                <a:cubicBezTo>
                  <a:pt x="93117" y="57150"/>
                  <a:pt x="95250" y="59282"/>
                  <a:pt x="95250" y="61913"/>
                </a:cubicBezTo>
                <a:close/>
                <a:moveTo>
                  <a:pt x="47625" y="142875"/>
                </a:moveTo>
                <a:cubicBezTo>
                  <a:pt x="47625" y="137614"/>
                  <a:pt x="51890" y="133350"/>
                  <a:pt x="57150" y="133350"/>
                </a:cubicBezTo>
                <a:lnTo>
                  <a:pt x="95250" y="133350"/>
                </a:lnTo>
                <a:cubicBezTo>
                  <a:pt x="100511" y="133350"/>
                  <a:pt x="104775" y="137614"/>
                  <a:pt x="104775" y="142875"/>
                </a:cubicBezTo>
                <a:cubicBezTo>
                  <a:pt x="104775" y="148136"/>
                  <a:pt x="100511" y="152400"/>
                  <a:pt x="95250" y="152400"/>
                </a:cubicBezTo>
                <a:lnTo>
                  <a:pt x="57150" y="152400"/>
                </a:lnTo>
                <a:cubicBezTo>
                  <a:pt x="51890" y="152400"/>
                  <a:pt x="47625" y="148136"/>
                  <a:pt x="47625" y="142875"/>
                </a:cubicBezTo>
                <a:close/>
              </a:path>
            </a:pathLst>
          </a:custGeom>
          <a:solidFill>
            <a:srgbClr val="000000"/>
          </a:solidFill>
          <a:ln w="9525" cap="flat">
            <a:noFill/>
            <a:prstDash val="solid"/>
            <a:miter/>
          </a:ln>
        </p:spPr>
        <p:txBody>
          <a:bodyPr rtlCol="0" anchor="ctr"/>
          <a:lstStyle/>
          <a:p>
            <a:endParaRPr lang="ru-RU"/>
          </a:p>
        </p:txBody>
      </p:sp>
      <p:sp>
        <p:nvSpPr>
          <p:cNvPr id="1245" name="Рисунок 169">
            <a:extLst>
              <a:ext uri="{FF2B5EF4-FFF2-40B4-BE49-F238E27FC236}">
                <a16:creationId xmlns:a16="http://schemas.microsoft.com/office/drawing/2014/main" id="{81FEED65-B1D9-4666-8591-45A32CCFC5C9}"/>
              </a:ext>
            </a:extLst>
          </p:cNvPr>
          <p:cNvSpPr/>
          <p:nvPr/>
        </p:nvSpPr>
        <p:spPr>
          <a:xfrm>
            <a:off x="7821161" y="856343"/>
            <a:ext cx="151723" cy="161925"/>
          </a:xfrm>
          <a:custGeom>
            <a:avLst/>
            <a:gdLst>
              <a:gd name="connsiteX0" fmla="*/ 101841 w 151723"/>
              <a:gd name="connsiteY0" fmla="*/ 16134 h 161925"/>
              <a:gd name="connsiteX1" fmla="*/ 104097 w 151723"/>
              <a:gd name="connsiteY1" fmla="*/ 14672 h 161925"/>
              <a:gd name="connsiteX2" fmla="*/ 104051 w 151723"/>
              <a:gd name="connsiteY2" fmla="*/ 11218 h 161925"/>
              <a:gd name="connsiteX3" fmla="*/ 101758 w 151723"/>
              <a:gd name="connsiteY3" fmla="*/ 9815 h 161925"/>
              <a:gd name="connsiteX4" fmla="*/ 76200 w 151723"/>
              <a:gd name="connsiteY4" fmla="*/ 0 h 161925"/>
              <a:gd name="connsiteX5" fmla="*/ 50642 w 151723"/>
              <a:gd name="connsiteY5" fmla="*/ 9815 h 161925"/>
              <a:gd name="connsiteX6" fmla="*/ 31592 w 151723"/>
              <a:gd name="connsiteY6" fmla="*/ 19754 h 161925"/>
              <a:gd name="connsiteX7" fmla="*/ 4268 w 151723"/>
              <a:gd name="connsiteY7" fmla="*/ 38989 h 161925"/>
              <a:gd name="connsiteX8" fmla="*/ 0 w 151723"/>
              <a:gd name="connsiteY8" fmla="*/ 73093 h 161925"/>
              <a:gd name="connsiteX9" fmla="*/ 0 w 151723"/>
              <a:gd name="connsiteY9" fmla="*/ 88832 h 161925"/>
              <a:gd name="connsiteX10" fmla="*/ 4268 w 151723"/>
              <a:gd name="connsiteY10" fmla="*/ 122936 h 161925"/>
              <a:gd name="connsiteX11" fmla="*/ 28575 w 151723"/>
              <a:gd name="connsiteY11" fmla="*/ 138113 h 161925"/>
              <a:gd name="connsiteX12" fmla="*/ 57150 w 151723"/>
              <a:gd name="connsiteY12" fmla="*/ 152400 h 161925"/>
              <a:gd name="connsiteX13" fmla="*/ 76200 w 151723"/>
              <a:gd name="connsiteY13" fmla="*/ 161925 h 161925"/>
              <a:gd name="connsiteX14" fmla="*/ 101758 w 151723"/>
              <a:gd name="connsiteY14" fmla="*/ 152109 h 161925"/>
              <a:gd name="connsiteX15" fmla="*/ 120808 w 151723"/>
              <a:gd name="connsiteY15" fmla="*/ 142171 h 161925"/>
              <a:gd name="connsiteX16" fmla="*/ 148133 w 151723"/>
              <a:gd name="connsiteY16" fmla="*/ 122936 h 161925"/>
              <a:gd name="connsiteX17" fmla="*/ 151250 w 151723"/>
              <a:gd name="connsiteY17" fmla="*/ 114300 h 161925"/>
              <a:gd name="connsiteX18" fmla="*/ 142875 w 151723"/>
              <a:gd name="connsiteY18" fmla="*/ 85725 h 161925"/>
              <a:gd name="connsiteX19" fmla="*/ 151159 w 151723"/>
              <a:gd name="connsiteY19" fmla="*/ 47625 h 161925"/>
              <a:gd name="connsiteX20" fmla="*/ 148133 w 151723"/>
              <a:gd name="connsiteY20" fmla="*/ 38989 h 161925"/>
              <a:gd name="connsiteX21" fmla="*/ 131521 w 151723"/>
              <a:gd name="connsiteY21" fmla="*/ 25437 h 161925"/>
              <a:gd name="connsiteX22" fmla="*/ 127911 w 151723"/>
              <a:gd name="connsiteY22" fmla="*/ 23989 h 161925"/>
              <a:gd name="connsiteX23" fmla="*/ 124251 w 151723"/>
              <a:gd name="connsiteY23" fmla="*/ 25477 h 161925"/>
              <a:gd name="connsiteX24" fmla="*/ 66675 w 151723"/>
              <a:gd name="connsiteY24" fmla="*/ 57150 h 161925"/>
              <a:gd name="connsiteX25" fmla="*/ 64653 w 151723"/>
              <a:gd name="connsiteY25" fmla="*/ 58400 h 161925"/>
              <a:gd name="connsiteX26" fmla="*/ 58656 w 151723"/>
              <a:gd name="connsiteY26" fmla="*/ 63290 h 161925"/>
              <a:gd name="connsiteX27" fmla="*/ 58009 w 151723"/>
              <a:gd name="connsiteY27" fmla="*/ 64476 h 161925"/>
              <a:gd name="connsiteX28" fmla="*/ 57150 w 151723"/>
              <a:gd name="connsiteY28" fmla="*/ 71438 h 161925"/>
              <a:gd name="connsiteX29" fmla="*/ 57150 w 151723"/>
              <a:gd name="connsiteY29" fmla="*/ 95251 h 161925"/>
              <a:gd name="connsiteX30" fmla="*/ 47625 w 151723"/>
              <a:gd name="connsiteY30" fmla="*/ 104776 h 161925"/>
              <a:gd name="connsiteX31" fmla="*/ 38100 w 151723"/>
              <a:gd name="connsiteY31" fmla="*/ 95251 h 161925"/>
              <a:gd name="connsiteX32" fmla="*/ 38100 w 151723"/>
              <a:gd name="connsiteY32" fmla="*/ 57151 h 161925"/>
              <a:gd name="connsiteX33" fmla="*/ 42999 w 151723"/>
              <a:gd name="connsiteY33" fmla="*/ 48824 h 161925"/>
              <a:gd name="connsiteX34" fmla="*/ 101841 w 151723"/>
              <a:gd name="connsiteY34" fmla="*/ 16134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1723" h="161925">
                <a:moveTo>
                  <a:pt x="101841" y="16134"/>
                </a:moveTo>
                <a:cubicBezTo>
                  <a:pt x="103131" y="15417"/>
                  <a:pt x="103777" y="15059"/>
                  <a:pt x="104097" y="14672"/>
                </a:cubicBezTo>
                <a:cubicBezTo>
                  <a:pt x="104930" y="13665"/>
                  <a:pt x="104911" y="12202"/>
                  <a:pt x="104051" y="11218"/>
                </a:cubicBezTo>
                <a:cubicBezTo>
                  <a:pt x="103722" y="10839"/>
                  <a:pt x="103067" y="10498"/>
                  <a:pt x="101758" y="9815"/>
                </a:cubicBezTo>
                <a:cubicBezTo>
                  <a:pt x="89217" y="3272"/>
                  <a:pt x="82946" y="0"/>
                  <a:pt x="76200" y="0"/>
                </a:cubicBezTo>
                <a:cubicBezTo>
                  <a:pt x="69454" y="0"/>
                  <a:pt x="63183" y="3272"/>
                  <a:pt x="50642" y="9815"/>
                </a:cubicBezTo>
                <a:lnTo>
                  <a:pt x="31592" y="19754"/>
                </a:lnTo>
                <a:cubicBezTo>
                  <a:pt x="16221" y="27774"/>
                  <a:pt x="8535" y="31784"/>
                  <a:pt x="4268" y="38989"/>
                </a:cubicBezTo>
                <a:cubicBezTo>
                  <a:pt x="0" y="46194"/>
                  <a:pt x="0" y="55161"/>
                  <a:pt x="0" y="73093"/>
                </a:cubicBezTo>
                <a:lnTo>
                  <a:pt x="0" y="88832"/>
                </a:lnTo>
                <a:cubicBezTo>
                  <a:pt x="0" y="106765"/>
                  <a:pt x="0" y="115731"/>
                  <a:pt x="4268" y="122936"/>
                </a:cubicBezTo>
                <a:cubicBezTo>
                  <a:pt x="8535" y="130141"/>
                  <a:pt x="14151" y="133350"/>
                  <a:pt x="28575" y="138113"/>
                </a:cubicBezTo>
                <a:cubicBezTo>
                  <a:pt x="42999" y="142875"/>
                  <a:pt x="50642" y="144066"/>
                  <a:pt x="57150" y="152400"/>
                </a:cubicBezTo>
                <a:cubicBezTo>
                  <a:pt x="63658" y="160734"/>
                  <a:pt x="69454" y="161925"/>
                  <a:pt x="76200" y="161925"/>
                </a:cubicBezTo>
                <a:cubicBezTo>
                  <a:pt x="82946" y="161925"/>
                  <a:pt x="89217" y="158653"/>
                  <a:pt x="101758" y="152109"/>
                </a:cubicBezTo>
                <a:lnTo>
                  <a:pt x="120808" y="142171"/>
                </a:lnTo>
                <a:cubicBezTo>
                  <a:pt x="136179" y="134151"/>
                  <a:pt x="143865" y="130141"/>
                  <a:pt x="148133" y="122936"/>
                </a:cubicBezTo>
                <a:cubicBezTo>
                  <a:pt x="149643" y="120385"/>
                  <a:pt x="150620" y="117613"/>
                  <a:pt x="151250" y="114300"/>
                </a:cubicBezTo>
                <a:cubicBezTo>
                  <a:pt x="153707" y="101388"/>
                  <a:pt x="142875" y="95250"/>
                  <a:pt x="142875" y="85725"/>
                </a:cubicBezTo>
                <a:cubicBezTo>
                  <a:pt x="142875" y="76200"/>
                  <a:pt x="154365" y="64588"/>
                  <a:pt x="151159" y="47625"/>
                </a:cubicBezTo>
                <a:cubicBezTo>
                  <a:pt x="150557" y="44439"/>
                  <a:pt x="149613" y="41488"/>
                  <a:pt x="148133" y="38989"/>
                </a:cubicBezTo>
                <a:cubicBezTo>
                  <a:pt x="145000" y="33700"/>
                  <a:pt x="140025" y="30133"/>
                  <a:pt x="131521" y="25437"/>
                </a:cubicBezTo>
                <a:cubicBezTo>
                  <a:pt x="129771" y="24471"/>
                  <a:pt x="128896" y="23988"/>
                  <a:pt x="127911" y="23989"/>
                </a:cubicBezTo>
                <a:cubicBezTo>
                  <a:pt x="126926" y="23990"/>
                  <a:pt x="126035" y="24486"/>
                  <a:pt x="124251" y="25477"/>
                </a:cubicBezTo>
                <a:lnTo>
                  <a:pt x="66675" y="57150"/>
                </a:lnTo>
                <a:cubicBezTo>
                  <a:pt x="66230" y="57398"/>
                  <a:pt x="65504" y="57850"/>
                  <a:pt x="64653" y="58400"/>
                </a:cubicBezTo>
                <a:cubicBezTo>
                  <a:pt x="61399" y="60498"/>
                  <a:pt x="59772" y="61547"/>
                  <a:pt x="58656" y="63290"/>
                </a:cubicBezTo>
                <a:cubicBezTo>
                  <a:pt x="58440" y="63627"/>
                  <a:pt x="58175" y="64112"/>
                  <a:pt x="58009" y="64476"/>
                </a:cubicBezTo>
                <a:cubicBezTo>
                  <a:pt x="57150" y="66359"/>
                  <a:pt x="57150" y="68052"/>
                  <a:pt x="57150" y="71438"/>
                </a:cubicBezTo>
                <a:lnTo>
                  <a:pt x="57150" y="95251"/>
                </a:lnTo>
                <a:cubicBezTo>
                  <a:pt x="57150" y="100511"/>
                  <a:pt x="52885" y="104776"/>
                  <a:pt x="47625" y="104776"/>
                </a:cubicBezTo>
                <a:cubicBezTo>
                  <a:pt x="42365" y="104776"/>
                  <a:pt x="38100" y="100511"/>
                  <a:pt x="38100" y="95251"/>
                </a:cubicBezTo>
                <a:lnTo>
                  <a:pt x="38100" y="57151"/>
                </a:lnTo>
                <a:cubicBezTo>
                  <a:pt x="38100" y="53691"/>
                  <a:pt x="39975" y="50504"/>
                  <a:pt x="42999" y="48824"/>
                </a:cubicBezTo>
                <a:lnTo>
                  <a:pt x="101841" y="16134"/>
                </a:lnTo>
                <a:close/>
              </a:path>
            </a:pathLst>
          </a:custGeom>
          <a:solidFill>
            <a:srgbClr val="000000"/>
          </a:solidFill>
          <a:ln w="9525" cap="flat">
            <a:noFill/>
            <a:prstDash val="solid"/>
            <a:miter/>
          </a:ln>
        </p:spPr>
        <p:txBody>
          <a:bodyPr rtlCol="0" anchor="ctr"/>
          <a:lstStyle/>
          <a:p>
            <a:endParaRPr lang="ru-RU"/>
          </a:p>
        </p:txBody>
      </p:sp>
      <p:sp>
        <p:nvSpPr>
          <p:cNvPr id="1405" name="Полилиния: фигура 1404">
            <a:extLst>
              <a:ext uri="{FF2B5EF4-FFF2-40B4-BE49-F238E27FC236}">
                <a16:creationId xmlns:a16="http://schemas.microsoft.com/office/drawing/2014/main" id="{0C59986C-30B6-67D6-4BDA-74AF3866B375}"/>
              </a:ext>
            </a:extLst>
          </p:cNvPr>
          <p:cNvSpPr/>
          <p:nvPr/>
        </p:nvSpPr>
        <p:spPr>
          <a:xfrm>
            <a:off x="7802111" y="1396638"/>
            <a:ext cx="180975" cy="180975"/>
          </a:xfrm>
          <a:custGeom>
            <a:avLst/>
            <a:gdLst>
              <a:gd name="connsiteX0" fmla="*/ 142875 w 180975"/>
              <a:gd name="connsiteY0" fmla="*/ 133350 h 180975"/>
              <a:gd name="connsiteX1" fmla="*/ 133350 w 180975"/>
              <a:gd name="connsiteY1" fmla="*/ 142875 h 180975"/>
              <a:gd name="connsiteX2" fmla="*/ 142875 w 180975"/>
              <a:gd name="connsiteY2" fmla="*/ 152400 h 180975"/>
              <a:gd name="connsiteX3" fmla="*/ 149545 w 180975"/>
              <a:gd name="connsiteY3" fmla="*/ 149674 h 180975"/>
              <a:gd name="connsiteX4" fmla="*/ 149610 w 180975"/>
              <a:gd name="connsiteY4" fmla="*/ 149609 h 180975"/>
              <a:gd name="connsiteX5" fmla="*/ 149675 w 180975"/>
              <a:gd name="connsiteY5" fmla="*/ 149545 h 180975"/>
              <a:gd name="connsiteX6" fmla="*/ 152400 w 180975"/>
              <a:gd name="connsiteY6" fmla="*/ 142875 h 180975"/>
              <a:gd name="connsiteX7" fmla="*/ 149624 w 180975"/>
              <a:gd name="connsiteY7" fmla="*/ 136154 h 180975"/>
              <a:gd name="connsiteX8" fmla="*/ 142875 w 180975"/>
              <a:gd name="connsiteY8" fmla="*/ 133350 h 180975"/>
              <a:gd name="connsiteX9" fmla="*/ 142875 w 180975"/>
              <a:gd name="connsiteY9" fmla="*/ 104775 h 180975"/>
              <a:gd name="connsiteX10" fmla="*/ 152400 w 180975"/>
              <a:gd name="connsiteY10" fmla="*/ 114300 h 180975"/>
              <a:gd name="connsiteX11" fmla="*/ 152400 w 180975"/>
              <a:gd name="connsiteY11" fmla="*/ 115926 h 180975"/>
              <a:gd name="connsiteX12" fmla="*/ 155195 w 180975"/>
              <a:gd name="connsiteY12" fmla="*/ 117085 h 180975"/>
              <a:gd name="connsiteX13" fmla="*/ 156345 w 180975"/>
              <a:gd name="connsiteY13" fmla="*/ 115934 h 180975"/>
              <a:gd name="connsiteX14" fmla="*/ 169816 w 180975"/>
              <a:gd name="connsiteY14" fmla="*/ 115934 h 180975"/>
              <a:gd name="connsiteX15" fmla="*/ 169816 w 180975"/>
              <a:gd name="connsiteY15" fmla="*/ 129405 h 180975"/>
              <a:gd name="connsiteX16" fmla="*/ 168665 w 180975"/>
              <a:gd name="connsiteY16" fmla="*/ 130555 h 180975"/>
              <a:gd name="connsiteX17" fmla="*/ 169824 w 180975"/>
              <a:gd name="connsiteY17" fmla="*/ 133350 h 180975"/>
              <a:gd name="connsiteX18" fmla="*/ 171450 w 180975"/>
              <a:gd name="connsiteY18" fmla="*/ 133350 h 180975"/>
              <a:gd name="connsiteX19" fmla="*/ 180975 w 180975"/>
              <a:gd name="connsiteY19" fmla="*/ 142875 h 180975"/>
              <a:gd name="connsiteX20" fmla="*/ 171450 w 180975"/>
              <a:gd name="connsiteY20" fmla="*/ 152400 h 180975"/>
              <a:gd name="connsiteX21" fmla="*/ 169824 w 180975"/>
              <a:gd name="connsiteY21" fmla="*/ 152400 h 180975"/>
              <a:gd name="connsiteX22" fmla="*/ 168666 w 180975"/>
              <a:gd name="connsiteY22" fmla="*/ 155195 h 180975"/>
              <a:gd name="connsiteX23" fmla="*/ 169816 w 180975"/>
              <a:gd name="connsiteY23" fmla="*/ 156344 h 180975"/>
              <a:gd name="connsiteX24" fmla="*/ 169816 w 180975"/>
              <a:gd name="connsiteY24" fmla="*/ 169815 h 180975"/>
              <a:gd name="connsiteX25" fmla="*/ 156345 w 180975"/>
              <a:gd name="connsiteY25" fmla="*/ 169815 h 180975"/>
              <a:gd name="connsiteX26" fmla="*/ 155196 w 180975"/>
              <a:gd name="connsiteY26" fmla="*/ 168665 h 180975"/>
              <a:gd name="connsiteX27" fmla="*/ 152400 w 180975"/>
              <a:gd name="connsiteY27" fmla="*/ 169824 h 180975"/>
              <a:gd name="connsiteX28" fmla="*/ 152400 w 180975"/>
              <a:gd name="connsiteY28" fmla="*/ 171450 h 180975"/>
              <a:gd name="connsiteX29" fmla="*/ 142875 w 180975"/>
              <a:gd name="connsiteY29" fmla="*/ 180975 h 180975"/>
              <a:gd name="connsiteX30" fmla="*/ 133350 w 180975"/>
              <a:gd name="connsiteY30" fmla="*/ 171450 h 180975"/>
              <a:gd name="connsiteX31" fmla="*/ 133350 w 180975"/>
              <a:gd name="connsiteY31" fmla="*/ 169824 h 180975"/>
              <a:gd name="connsiteX32" fmla="*/ 130555 w 180975"/>
              <a:gd name="connsiteY32" fmla="*/ 168665 h 180975"/>
              <a:gd name="connsiteX33" fmla="*/ 129405 w 180975"/>
              <a:gd name="connsiteY33" fmla="*/ 169816 h 180975"/>
              <a:gd name="connsiteX34" fmla="*/ 115934 w 180975"/>
              <a:gd name="connsiteY34" fmla="*/ 169816 h 180975"/>
              <a:gd name="connsiteX35" fmla="*/ 115934 w 180975"/>
              <a:gd name="connsiteY35" fmla="*/ 156345 h 180975"/>
              <a:gd name="connsiteX36" fmla="*/ 117085 w 180975"/>
              <a:gd name="connsiteY36" fmla="*/ 155195 h 180975"/>
              <a:gd name="connsiteX37" fmla="*/ 115926 w 180975"/>
              <a:gd name="connsiteY37" fmla="*/ 152400 h 180975"/>
              <a:gd name="connsiteX38" fmla="*/ 114300 w 180975"/>
              <a:gd name="connsiteY38" fmla="*/ 152400 h 180975"/>
              <a:gd name="connsiteX39" fmla="*/ 104775 w 180975"/>
              <a:gd name="connsiteY39" fmla="*/ 142875 h 180975"/>
              <a:gd name="connsiteX40" fmla="*/ 114300 w 180975"/>
              <a:gd name="connsiteY40" fmla="*/ 133350 h 180975"/>
              <a:gd name="connsiteX41" fmla="*/ 115926 w 180975"/>
              <a:gd name="connsiteY41" fmla="*/ 133350 h 180975"/>
              <a:gd name="connsiteX42" fmla="*/ 117085 w 180975"/>
              <a:gd name="connsiteY42" fmla="*/ 130554 h 180975"/>
              <a:gd name="connsiteX43" fmla="*/ 115934 w 180975"/>
              <a:gd name="connsiteY43" fmla="*/ 129404 h 180975"/>
              <a:gd name="connsiteX44" fmla="*/ 115934 w 180975"/>
              <a:gd name="connsiteY44" fmla="*/ 115934 h 180975"/>
              <a:gd name="connsiteX45" fmla="*/ 129405 w 180975"/>
              <a:gd name="connsiteY45" fmla="*/ 115934 h 180975"/>
              <a:gd name="connsiteX46" fmla="*/ 130555 w 180975"/>
              <a:gd name="connsiteY46" fmla="*/ 117084 h 180975"/>
              <a:gd name="connsiteX47" fmla="*/ 133350 w 180975"/>
              <a:gd name="connsiteY47" fmla="*/ 115926 h 180975"/>
              <a:gd name="connsiteX48" fmla="*/ 133350 w 180975"/>
              <a:gd name="connsiteY48" fmla="*/ 114300 h 180975"/>
              <a:gd name="connsiteX49" fmla="*/ 142875 w 180975"/>
              <a:gd name="connsiteY49" fmla="*/ 104775 h 180975"/>
              <a:gd name="connsiteX50" fmla="*/ 85725 w 180975"/>
              <a:gd name="connsiteY50" fmla="*/ 38100 h 180975"/>
              <a:gd name="connsiteX51" fmla="*/ 76200 w 180975"/>
              <a:gd name="connsiteY51" fmla="*/ 47625 h 180975"/>
              <a:gd name="connsiteX52" fmla="*/ 76200 w 180975"/>
              <a:gd name="connsiteY52" fmla="*/ 81780 h 180975"/>
              <a:gd name="connsiteX53" fmla="*/ 50415 w 180975"/>
              <a:gd name="connsiteY53" fmla="*/ 107565 h 180975"/>
              <a:gd name="connsiteX54" fmla="*/ 50415 w 180975"/>
              <a:gd name="connsiteY54" fmla="*/ 121035 h 180975"/>
              <a:gd name="connsiteX55" fmla="*/ 63885 w 180975"/>
              <a:gd name="connsiteY55" fmla="*/ 121035 h 180975"/>
              <a:gd name="connsiteX56" fmla="*/ 92460 w 180975"/>
              <a:gd name="connsiteY56" fmla="*/ 92460 h 180975"/>
              <a:gd name="connsiteX57" fmla="*/ 95250 w 180975"/>
              <a:gd name="connsiteY57" fmla="*/ 85725 h 180975"/>
              <a:gd name="connsiteX58" fmla="*/ 95250 w 180975"/>
              <a:gd name="connsiteY58" fmla="*/ 47625 h 180975"/>
              <a:gd name="connsiteX59" fmla="*/ 85725 w 180975"/>
              <a:gd name="connsiteY59" fmla="*/ 38100 h 180975"/>
              <a:gd name="connsiteX60" fmla="*/ 85725 w 180975"/>
              <a:gd name="connsiteY60" fmla="*/ 0 h 180975"/>
              <a:gd name="connsiteX61" fmla="*/ 171450 w 180975"/>
              <a:gd name="connsiteY61" fmla="*/ 85725 h 180975"/>
              <a:gd name="connsiteX62" fmla="*/ 157163 w 180975"/>
              <a:gd name="connsiteY62" fmla="*/ 97430 h 180975"/>
              <a:gd name="connsiteX63" fmla="*/ 142875 w 180975"/>
              <a:gd name="connsiteY63" fmla="*/ 95250 h 180975"/>
              <a:gd name="connsiteX64" fmla="*/ 95250 w 180975"/>
              <a:gd name="connsiteY64" fmla="*/ 142875 h 180975"/>
              <a:gd name="connsiteX65" fmla="*/ 97430 w 180975"/>
              <a:gd name="connsiteY65" fmla="*/ 157163 h 180975"/>
              <a:gd name="connsiteX66" fmla="*/ 85725 w 180975"/>
              <a:gd name="connsiteY66" fmla="*/ 171450 h 180975"/>
              <a:gd name="connsiteX67" fmla="*/ 0 w 180975"/>
              <a:gd name="connsiteY67" fmla="*/ 85725 h 180975"/>
              <a:gd name="connsiteX68" fmla="*/ 85725 w 180975"/>
              <a:gd name="connsiteY68"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80975" h="180975">
                <a:moveTo>
                  <a:pt x="142875" y="133350"/>
                </a:moveTo>
                <a:cubicBezTo>
                  <a:pt x="137614" y="133350"/>
                  <a:pt x="133350" y="137614"/>
                  <a:pt x="133350" y="142875"/>
                </a:cubicBezTo>
                <a:cubicBezTo>
                  <a:pt x="133350" y="148136"/>
                  <a:pt x="137614" y="152400"/>
                  <a:pt x="142875" y="152400"/>
                </a:cubicBezTo>
                <a:cubicBezTo>
                  <a:pt x="145472" y="152400"/>
                  <a:pt x="147827" y="151360"/>
                  <a:pt x="149545" y="149674"/>
                </a:cubicBezTo>
                <a:lnTo>
                  <a:pt x="149610" y="149609"/>
                </a:lnTo>
                <a:lnTo>
                  <a:pt x="149675" y="149545"/>
                </a:lnTo>
                <a:cubicBezTo>
                  <a:pt x="151361" y="147827"/>
                  <a:pt x="152400" y="145472"/>
                  <a:pt x="152400" y="142875"/>
                </a:cubicBezTo>
                <a:cubicBezTo>
                  <a:pt x="152400" y="140252"/>
                  <a:pt x="151340" y="137877"/>
                  <a:pt x="149624" y="136154"/>
                </a:cubicBezTo>
                <a:cubicBezTo>
                  <a:pt x="147899" y="134423"/>
                  <a:pt x="145512" y="133350"/>
                  <a:pt x="142875" y="133350"/>
                </a:cubicBezTo>
                <a:close/>
                <a:moveTo>
                  <a:pt x="142875" y="104775"/>
                </a:moveTo>
                <a:cubicBezTo>
                  <a:pt x="148136" y="104775"/>
                  <a:pt x="152400" y="109039"/>
                  <a:pt x="152400" y="114300"/>
                </a:cubicBezTo>
                <a:lnTo>
                  <a:pt x="152400" y="115926"/>
                </a:lnTo>
                <a:cubicBezTo>
                  <a:pt x="153356" y="116264"/>
                  <a:pt x="154289" y="116651"/>
                  <a:pt x="155195" y="117085"/>
                </a:cubicBezTo>
                <a:lnTo>
                  <a:pt x="156345" y="115934"/>
                </a:lnTo>
                <a:cubicBezTo>
                  <a:pt x="160065" y="112215"/>
                  <a:pt x="166096" y="112215"/>
                  <a:pt x="169816" y="115934"/>
                </a:cubicBezTo>
                <a:cubicBezTo>
                  <a:pt x="173536" y="119654"/>
                  <a:pt x="173536" y="125685"/>
                  <a:pt x="169816" y="129405"/>
                </a:cubicBezTo>
                <a:lnTo>
                  <a:pt x="168665" y="130555"/>
                </a:lnTo>
                <a:cubicBezTo>
                  <a:pt x="169099" y="131461"/>
                  <a:pt x="169486" y="132394"/>
                  <a:pt x="169824" y="133350"/>
                </a:cubicBezTo>
                <a:lnTo>
                  <a:pt x="171450" y="133350"/>
                </a:lnTo>
                <a:cubicBezTo>
                  <a:pt x="176711" y="133350"/>
                  <a:pt x="180975" y="137614"/>
                  <a:pt x="180975" y="142875"/>
                </a:cubicBezTo>
                <a:cubicBezTo>
                  <a:pt x="180975" y="148136"/>
                  <a:pt x="176711" y="152400"/>
                  <a:pt x="171450" y="152400"/>
                </a:cubicBezTo>
                <a:lnTo>
                  <a:pt x="169824" y="152400"/>
                </a:lnTo>
                <a:cubicBezTo>
                  <a:pt x="169486" y="153355"/>
                  <a:pt x="169099" y="154288"/>
                  <a:pt x="168666" y="155195"/>
                </a:cubicBezTo>
                <a:lnTo>
                  <a:pt x="169816" y="156344"/>
                </a:lnTo>
                <a:cubicBezTo>
                  <a:pt x="173535" y="160064"/>
                  <a:pt x="173535" y="166095"/>
                  <a:pt x="169816" y="169815"/>
                </a:cubicBezTo>
                <a:cubicBezTo>
                  <a:pt x="166096" y="173534"/>
                  <a:pt x="160065" y="173534"/>
                  <a:pt x="156345" y="169815"/>
                </a:cubicBezTo>
                <a:lnTo>
                  <a:pt x="155196" y="168665"/>
                </a:lnTo>
                <a:cubicBezTo>
                  <a:pt x="154289" y="169098"/>
                  <a:pt x="153356" y="169486"/>
                  <a:pt x="152400" y="169824"/>
                </a:cubicBezTo>
                <a:lnTo>
                  <a:pt x="152400" y="171450"/>
                </a:lnTo>
                <a:cubicBezTo>
                  <a:pt x="152400" y="176711"/>
                  <a:pt x="148136" y="180975"/>
                  <a:pt x="142875" y="180975"/>
                </a:cubicBezTo>
                <a:cubicBezTo>
                  <a:pt x="137614" y="180975"/>
                  <a:pt x="133350" y="176711"/>
                  <a:pt x="133350" y="171450"/>
                </a:cubicBezTo>
                <a:lnTo>
                  <a:pt x="133350" y="169824"/>
                </a:lnTo>
                <a:cubicBezTo>
                  <a:pt x="132394" y="169486"/>
                  <a:pt x="131461" y="169099"/>
                  <a:pt x="130555" y="168665"/>
                </a:cubicBezTo>
                <a:lnTo>
                  <a:pt x="129405" y="169816"/>
                </a:lnTo>
                <a:cubicBezTo>
                  <a:pt x="125685" y="173536"/>
                  <a:pt x="119654" y="173536"/>
                  <a:pt x="115934" y="169816"/>
                </a:cubicBezTo>
                <a:cubicBezTo>
                  <a:pt x="112215" y="166096"/>
                  <a:pt x="112215" y="160066"/>
                  <a:pt x="115934" y="156345"/>
                </a:cubicBezTo>
                <a:lnTo>
                  <a:pt x="117085" y="155195"/>
                </a:lnTo>
                <a:cubicBezTo>
                  <a:pt x="116651" y="154289"/>
                  <a:pt x="116264" y="153356"/>
                  <a:pt x="115926" y="152400"/>
                </a:cubicBezTo>
                <a:lnTo>
                  <a:pt x="114300" y="152400"/>
                </a:lnTo>
                <a:cubicBezTo>
                  <a:pt x="109039" y="152400"/>
                  <a:pt x="104775" y="148136"/>
                  <a:pt x="104775" y="142875"/>
                </a:cubicBezTo>
                <a:cubicBezTo>
                  <a:pt x="104775" y="137614"/>
                  <a:pt x="109039" y="133350"/>
                  <a:pt x="114300" y="133350"/>
                </a:cubicBezTo>
                <a:lnTo>
                  <a:pt x="115926" y="133350"/>
                </a:lnTo>
                <a:cubicBezTo>
                  <a:pt x="116264" y="132394"/>
                  <a:pt x="116652" y="131461"/>
                  <a:pt x="117085" y="130554"/>
                </a:cubicBezTo>
                <a:lnTo>
                  <a:pt x="115934" y="129404"/>
                </a:lnTo>
                <a:cubicBezTo>
                  <a:pt x="112214" y="125684"/>
                  <a:pt x="112214" y="119653"/>
                  <a:pt x="115934" y="115934"/>
                </a:cubicBezTo>
                <a:cubicBezTo>
                  <a:pt x="119654" y="112213"/>
                  <a:pt x="125684" y="112213"/>
                  <a:pt x="129405" y="115934"/>
                </a:cubicBezTo>
                <a:lnTo>
                  <a:pt x="130555" y="117084"/>
                </a:lnTo>
                <a:cubicBezTo>
                  <a:pt x="131462" y="116651"/>
                  <a:pt x="132395" y="116264"/>
                  <a:pt x="133350" y="115926"/>
                </a:cubicBezTo>
                <a:lnTo>
                  <a:pt x="133350" y="114300"/>
                </a:lnTo>
                <a:cubicBezTo>
                  <a:pt x="133350" y="109039"/>
                  <a:pt x="137614" y="104775"/>
                  <a:pt x="142875" y="104775"/>
                </a:cubicBezTo>
                <a:close/>
                <a:moveTo>
                  <a:pt x="85725" y="38100"/>
                </a:moveTo>
                <a:cubicBezTo>
                  <a:pt x="80464" y="38100"/>
                  <a:pt x="76200" y="42365"/>
                  <a:pt x="76200" y="47625"/>
                </a:cubicBezTo>
                <a:lnTo>
                  <a:pt x="76200" y="81780"/>
                </a:lnTo>
                <a:lnTo>
                  <a:pt x="50415" y="107565"/>
                </a:lnTo>
                <a:cubicBezTo>
                  <a:pt x="46695" y="111284"/>
                  <a:pt x="46695" y="117316"/>
                  <a:pt x="50415" y="121035"/>
                </a:cubicBezTo>
                <a:cubicBezTo>
                  <a:pt x="54135" y="124755"/>
                  <a:pt x="60165" y="124755"/>
                  <a:pt x="63885" y="121035"/>
                </a:cubicBezTo>
                <a:lnTo>
                  <a:pt x="92460" y="92460"/>
                </a:lnTo>
                <a:cubicBezTo>
                  <a:pt x="94246" y="90674"/>
                  <a:pt x="95250" y="88251"/>
                  <a:pt x="95250" y="85725"/>
                </a:cubicBezTo>
                <a:lnTo>
                  <a:pt x="95250" y="47625"/>
                </a:lnTo>
                <a:cubicBezTo>
                  <a:pt x="95250" y="42365"/>
                  <a:pt x="90986" y="38100"/>
                  <a:pt x="85725" y="38100"/>
                </a:cubicBezTo>
                <a:close/>
                <a:moveTo>
                  <a:pt x="85725" y="0"/>
                </a:moveTo>
                <a:cubicBezTo>
                  <a:pt x="138915" y="0"/>
                  <a:pt x="171450" y="32535"/>
                  <a:pt x="171450" y="85725"/>
                </a:cubicBezTo>
                <a:cubicBezTo>
                  <a:pt x="171450" y="100013"/>
                  <a:pt x="166688" y="100013"/>
                  <a:pt x="157163" y="97430"/>
                </a:cubicBezTo>
                <a:cubicBezTo>
                  <a:pt x="152652" y="96014"/>
                  <a:pt x="147853" y="95250"/>
                  <a:pt x="142875" y="95250"/>
                </a:cubicBezTo>
                <a:cubicBezTo>
                  <a:pt x="116573" y="95250"/>
                  <a:pt x="95250" y="116573"/>
                  <a:pt x="95250" y="142875"/>
                </a:cubicBezTo>
                <a:cubicBezTo>
                  <a:pt x="95250" y="147853"/>
                  <a:pt x="96193" y="152600"/>
                  <a:pt x="97430" y="157163"/>
                </a:cubicBezTo>
                <a:cubicBezTo>
                  <a:pt x="100013" y="166688"/>
                  <a:pt x="100013" y="171450"/>
                  <a:pt x="85725" y="171450"/>
                </a:cubicBezTo>
                <a:cubicBezTo>
                  <a:pt x="32535" y="171450"/>
                  <a:pt x="0" y="138915"/>
                  <a:pt x="0" y="85725"/>
                </a:cubicBezTo>
                <a:cubicBezTo>
                  <a:pt x="0" y="32535"/>
                  <a:pt x="32535" y="0"/>
                  <a:pt x="85725" y="0"/>
                </a:cubicBezTo>
                <a:close/>
              </a:path>
            </a:pathLst>
          </a:custGeom>
          <a:solidFill>
            <a:srgbClr val="000000"/>
          </a:solidFill>
          <a:ln w="9525" cap="flat">
            <a:noFill/>
            <a:prstDash val="solid"/>
            <a:miter/>
          </a:ln>
        </p:spPr>
        <p:txBody>
          <a:bodyPr rtlCol="0" anchor="ctr"/>
          <a:lstStyle/>
          <a:p>
            <a:endParaRPr lang="ru-RU"/>
          </a:p>
        </p:txBody>
      </p:sp>
      <p:sp>
        <p:nvSpPr>
          <p:cNvPr id="1412" name="Полилиния: фигура 1411">
            <a:extLst>
              <a:ext uri="{FF2B5EF4-FFF2-40B4-BE49-F238E27FC236}">
                <a16:creationId xmlns:a16="http://schemas.microsoft.com/office/drawing/2014/main" id="{5BF60885-CA81-3F7D-D1E3-23BD429C9436}"/>
              </a:ext>
            </a:extLst>
          </p:cNvPr>
          <p:cNvSpPr/>
          <p:nvPr/>
        </p:nvSpPr>
        <p:spPr>
          <a:xfrm>
            <a:off x="7811477" y="1946458"/>
            <a:ext cx="171450" cy="171449"/>
          </a:xfrm>
          <a:custGeom>
            <a:avLst/>
            <a:gdLst>
              <a:gd name="connsiteX0" fmla="*/ 21840 w 171450"/>
              <a:gd name="connsiteY0" fmla="*/ 117090 h 171449"/>
              <a:gd name="connsiteX1" fmla="*/ 35310 w 171450"/>
              <a:gd name="connsiteY1" fmla="*/ 117090 h 171449"/>
              <a:gd name="connsiteX2" fmla="*/ 35310 w 171450"/>
              <a:gd name="connsiteY2" fmla="*/ 130560 h 171449"/>
              <a:gd name="connsiteX3" fmla="*/ 32520 w 171450"/>
              <a:gd name="connsiteY3" fmla="*/ 133350 h 171449"/>
              <a:gd name="connsiteX4" fmla="*/ 138929 w 171450"/>
              <a:gd name="connsiteY4" fmla="*/ 133350 h 171449"/>
              <a:gd name="connsiteX5" fmla="*/ 136139 w 171450"/>
              <a:gd name="connsiteY5" fmla="*/ 130560 h 171449"/>
              <a:gd name="connsiteX6" fmla="*/ 136139 w 171450"/>
              <a:gd name="connsiteY6" fmla="*/ 117090 h 171449"/>
              <a:gd name="connsiteX7" fmla="*/ 149610 w 171450"/>
              <a:gd name="connsiteY7" fmla="*/ 117090 h 171449"/>
              <a:gd name="connsiteX8" fmla="*/ 168660 w 171450"/>
              <a:gd name="connsiteY8" fmla="*/ 136140 h 171449"/>
              <a:gd name="connsiteX9" fmla="*/ 168660 w 171450"/>
              <a:gd name="connsiteY9" fmla="*/ 149610 h 171449"/>
              <a:gd name="connsiteX10" fmla="*/ 149610 w 171450"/>
              <a:gd name="connsiteY10" fmla="*/ 168660 h 171449"/>
              <a:gd name="connsiteX11" fmla="*/ 136139 w 171450"/>
              <a:gd name="connsiteY11" fmla="*/ 168660 h 171449"/>
              <a:gd name="connsiteX12" fmla="*/ 136139 w 171450"/>
              <a:gd name="connsiteY12" fmla="*/ 155190 h 171449"/>
              <a:gd name="connsiteX13" fmla="*/ 138929 w 171450"/>
              <a:gd name="connsiteY13" fmla="*/ 152400 h 171449"/>
              <a:gd name="connsiteX14" fmla="*/ 32520 w 171450"/>
              <a:gd name="connsiteY14" fmla="*/ 152400 h 171449"/>
              <a:gd name="connsiteX15" fmla="*/ 35310 w 171450"/>
              <a:gd name="connsiteY15" fmla="*/ 155190 h 171449"/>
              <a:gd name="connsiteX16" fmla="*/ 35310 w 171450"/>
              <a:gd name="connsiteY16" fmla="*/ 168660 h 171449"/>
              <a:gd name="connsiteX17" fmla="*/ 21840 w 171450"/>
              <a:gd name="connsiteY17" fmla="*/ 168660 h 171449"/>
              <a:gd name="connsiteX18" fmla="*/ 2790 w 171450"/>
              <a:gd name="connsiteY18" fmla="*/ 149610 h 171449"/>
              <a:gd name="connsiteX19" fmla="*/ 2790 w 171450"/>
              <a:gd name="connsiteY19" fmla="*/ 136140 h 171449"/>
              <a:gd name="connsiteX20" fmla="*/ 152400 w 171450"/>
              <a:gd name="connsiteY20" fmla="*/ 66675 h 171449"/>
              <a:gd name="connsiteX21" fmla="*/ 142875 w 171450"/>
              <a:gd name="connsiteY21" fmla="*/ 76200 h 171449"/>
              <a:gd name="connsiteX22" fmla="*/ 152400 w 171450"/>
              <a:gd name="connsiteY22" fmla="*/ 85725 h 171449"/>
              <a:gd name="connsiteX23" fmla="*/ 161925 w 171450"/>
              <a:gd name="connsiteY23" fmla="*/ 76200 h 171449"/>
              <a:gd name="connsiteX24" fmla="*/ 152400 w 171450"/>
              <a:gd name="connsiteY24" fmla="*/ 66675 h 171449"/>
              <a:gd name="connsiteX25" fmla="*/ 19050 w 171450"/>
              <a:gd name="connsiteY25" fmla="*/ 66675 h 171449"/>
              <a:gd name="connsiteX26" fmla="*/ 9525 w 171450"/>
              <a:gd name="connsiteY26" fmla="*/ 76200 h 171449"/>
              <a:gd name="connsiteX27" fmla="*/ 19050 w 171450"/>
              <a:gd name="connsiteY27" fmla="*/ 85725 h 171449"/>
              <a:gd name="connsiteX28" fmla="*/ 28575 w 171450"/>
              <a:gd name="connsiteY28" fmla="*/ 76200 h 171449"/>
              <a:gd name="connsiteX29" fmla="*/ 19050 w 171450"/>
              <a:gd name="connsiteY29" fmla="*/ 66675 h 171449"/>
              <a:gd name="connsiteX30" fmla="*/ 133350 w 171450"/>
              <a:gd name="connsiteY30" fmla="*/ 28575 h 171449"/>
              <a:gd name="connsiteX31" fmla="*/ 123825 w 171450"/>
              <a:gd name="connsiteY31" fmla="*/ 38100 h 171449"/>
              <a:gd name="connsiteX32" fmla="*/ 133350 w 171450"/>
              <a:gd name="connsiteY32" fmla="*/ 47625 h 171449"/>
              <a:gd name="connsiteX33" fmla="*/ 142875 w 171450"/>
              <a:gd name="connsiteY33" fmla="*/ 38100 h 171449"/>
              <a:gd name="connsiteX34" fmla="*/ 133350 w 171450"/>
              <a:gd name="connsiteY34" fmla="*/ 28575 h 171449"/>
              <a:gd name="connsiteX35" fmla="*/ 38100 w 171450"/>
              <a:gd name="connsiteY35" fmla="*/ 28575 h 171449"/>
              <a:gd name="connsiteX36" fmla="*/ 28575 w 171450"/>
              <a:gd name="connsiteY36" fmla="*/ 38100 h 171449"/>
              <a:gd name="connsiteX37" fmla="*/ 38100 w 171450"/>
              <a:gd name="connsiteY37" fmla="*/ 47625 h 171449"/>
              <a:gd name="connsiteX38" fmla="*/ 47625 w 171450"/>
              <a:gd name="connsiteY38" fmla="*/ 38100 h 171449"/>
              <a:gd name="connsiteX39" fmla="*/ 38100 w 171450"/>
              <a:gd name="connsiteY39" fmla="*/ 28575 h 171449"/>
              <a:gd name="connsiteX40" fmla="*/ 85725 w 171450"/>
              <a:gd name="connsiteY40" fmla="*/ 9525 h 171449"/>
              <a:gd name="connsiteX41" fmla="*/ 76200 w 171450"/>
              <a:gd name="connsiteY41" fmla="*/ 19050 h 171449"/>
              <a:gd name="connsiteX42" fmla="*/ 85725 w 171450"/>
              <a:gd name="connsiteY42" fmla="*/ 28575 h 171449"/>
              <a:gd name="connsiteX43" fmla="*/ 95250 w 171450"/>
              <a:gd name="connsiteY43" fmla="*/ 19050 h 171449"/>
              <a:gd name="connsiteX44" fmla="*/ 85725 w 171450"/>
              <a:gd name="connsiteY44" fmla="*/ 9525 h 171449"/>
              <a:gd name="connsiteX45" fmla="*/ 85725 w 171450"/>
              <a:gd name="connsiteY45" fmla="*/ 0 h 171449"/>
              <a:gd name="connsiteX46" fmla="*/ 171450 w 171450"/>
              <a:gd name="connsiteY46" fmla="*/ 85725 h 171449"/>
              <a:gd name="connsiteX47" fmla="*/ 123825 w 171450"/>
              <a:gd name="connsiteY47" fmla="*/ 104775 h 171449"/>
              <a:gd name="connsiteX48" fmla="*/ 111494 w 171450"/>
              <a:gd name="connsiteY48" fmla="*/ 99517 h 171449"/>
              <a:gd name="connsiteX49" fmla="*/ 108352 w 171450"/>
              <a:gd name="connsiteY49" fmla="*/ 95250 h 171449"/>
              <a:gd name="connsiteX50" fmla="*/ 104775 w 171450"/>
              <a:gd name="connsiteY50" fmla="*/ 91672 h 171449"/>
              <a:gd name="connsiteX51" fmla="*/ 104775 w 171450"/>
              <a:gd name="connsiteY51" fmla="*/ 85726 h 171449"/>
              <a:gd name="connsiteX52" fmla="*/ 116205 w 171450"/>
              <a:gd name="connsiteY52" fmla="*/ 70485 h 171449"/>
              <a:gd name="connsiteX53" fmla="*/ 114300 w 171450"/>
              <a:gd name="connsiteY53" fmla="*/ 57150 h 171449"/>
              <a:gd name="connsiteX54" fmla="*/ 100965 w 171450"/>
              <a:gd name="connsiteY54" fmla="*/ 59055 h 171449"/>
              <a:gd name="connsiteX55" fmla="*/ 82963 w 171450"/>
              <a:gd name="connsiteY55" fmla="*/ 83058 h 171449"/>
              <a:gd name="connsiteX56" fmla="*/ 77221 w 171450"/>
              <a:gd name="connsiteY56" fmla="*/ 86652 h 171449"/>
              <a:gd name="connsiteX57" fmla="*/ 76200 w 171450"/>
              <a:gd name="connsiteY57" fmla="*/ 86924 h 171449"/>
              <a:gd name="connsiteX58" fmla="*/ 63098 w 171450"/>
              <a:gd name="connsiteY58" fmla="*/ 95250 h 171449"/>
              <a:gd name="connsiteX59" fmla="*/ 59956 w 171450"/>
              <a:gd name="connsiteY59" fmla="*/ 99517 h 171449"/>
              <a:gd name="connsiteX60" fmla="*/ 47625 w 171450"/>
              <a:gd name="connsiteY60" fmla="*/ 104775 h 171449"/>
              <a:gd name="connsiteX61" fmla="*/ 0 w 171450"/>
              <a:gd name="connsiteY61" fmla="*/ 85725 h 171449"/>
              <a:gd name="connsiteX62" fmla="*/ 85725 w 171450"/>
              <a:gd name="connsiteY62"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71450" h="171449">
                <a:moveTo>
                  <a:pt x="21840" y="117090"/>
                </a:moveTo>
                <a:cubicBezTo>
                  <a:pt x="25559" y="113370"/>
                  <a:pt x="31590" y="113370"/>
                  <a:pt x="35310" y="117090"/>
                </a:cubicBezTo>
                <a:cubicBezTo>
                  <a:pt x="39030" y="120809"/>
                  <a:pt x="39030" y="126840"/>
                  <a:pt x="35310" y="130560"/>
                </a:cubicBezTo>
                <a:lnTo>
                  <a:pt x="32520" y="133350"/>
                </a:lnTo>
                <a:lnTo>
                  <a:pt x="138929" y="133350"/>
                </a:lnTo>
                <a:lnTo>
                  <a:pt x="136139" y="130560"/>
                </a:lnTo>
                <a:cubicBezTo>
                  <a:pt x="132420" y="126840"/>
                  <a:pt x="132420" y="120809"/>
                  <a:pt x="136139" y="117090"/>
                </a:cubicBezTo>
                <a:cubicBezTo>
                  <a:pt x="139860" y="113370"/>
                  <a:pt x="145890" y="113370"/>
                  <a:pt x="149610" y="117090"/>
                </a:cubicBezTo>
                <a:lnTo>
                  <a:pt x="168660" y="136140"/>
                </a:lnTo>
                <a:cubicBezTo>
                  <a:pt x="172380" y="139859"/>
                  <a:pt x="172380" y="145890"/>
                  <a:pt x="168660" y="149610"/>
                </a:cubicBezTo>
                <a:lnTo>
                  <a:pt x="149610" y="168660"/>
                </a:lnTo>
                <a:cubicBezTo>
                  <a:pt x="145890" y="172379"/>
                  <a:pt x="139860" y="172379"/>
                  <a:pt x="136139" y="168660"/>
                </a:cubicBezTo>
                <a:cubicBezTo>
                  <a:pt x="132420" y="164940"/>
                  <a:pt x="132420" y="158909"/>
                  <a:pt x="136139" y="155190"/>
                </a:cubicBezTo>
                <a:lnTo>
                  <a:pt x="138929" y="152400"/>
                </a:lnTo>
                <a:lnTo>
                  <a:pt x="32520" y="152400"/>
                </a:lnTo>
                <a:lnTo>
                  <a:pt x="35310" y="155190"/>
                </a:lnTo>
                <a:cubicBezTo>
                  <a:pt x="39030" y="158909"/>
                  <a:pt x="39030" y="164940"/>
                  <a:pt x="35310" y="168660"/>
                </a:cubicBezTo>
                <a:cubicBezTo>
                  <a:pt x="31590" y="172379"/>
                  <a:pt x="25559" y="172379"/>
                  <a:pt x="21840" y="168660"/>
                </a:cubicBezTo>
                <a:lnTo>
                  <a:pt x="2790" y="149610"/>
                </a:lnTo>
                <a:cubicBezTo>
                  <a:pt x="-930" y="145890"/>
                  <a:pt x="-930" y="139859"/>
                  <a:pt x="2790" y="136140"/>
                </a:cubicBezTo>
                <a:close/>
                <a:moveTo>
                  <a:pt x="152400" y="66675"/>
                </a:moveTo>
                <a:cubicBezTo>
                  <a:pt x="147140" y="66675"/>
                  <a:pt x="142875" y="70939"/>
                  <a:pt x="142875" y="76200"/>
                </a:cubicBezTo>
                <a:cubicBezTo>
                  <a:pt x="142875" y="81461"/>
                  <a:pt x="147140" y="85725"/>
                  <a:pt x="152400" y="85725"/>
                </a:cubicBezTo>
                <a:cubicBezTo>
                  <a:pt x="157660" y="85725"/>
                  <a:pt x="161925" y="81461"/>
                  <a:pt x="161925" y="76200"/>
                </a:cubicBezTo>
                <a:cubicBezTo>
                  <a:pt x="161925" y="70939"/>
                  <a:pt x="157660" y="66675"/>
                  <a:pt x="152400" y="66675"/>
                </a:cubicBezTo>
                <a:close/>
                <a:moveTo>
                  <a:pt x="19050" y="66675"/>
                </a:moveTo>
                <a:cubicBezTo>
                  <a:pt x="13789" y="66675"/>
                  <a:pt x="9525" y="70939"/>
                  <a:pt x="9525" y="76200"/>
                </a:cubicBezTo>
                <a:cubicBezTo>
                  <a:pt x="9525" y="81461"/>
                  <a:pt x="13789" y="85725"/>
                  <a:pt x="19050" y="85725"/>
                </a:cubicBezTo>
                <a:cubicBezTo>
                  <a:pt x="24310" y="85725"/>
                  <a:pt x="28575" y="81461"/>
                  <a:pt x="28575" y="76200"/>
                </a:cubicBezTo>
                <a:cubicBezTo>
                  <a:pt x="28575" y="70939"/>
                  <a:pt x="24310" y="66675"/>
                  <a:pt x="19050" y="66675"/>
                </a:cubicBezTo>
                <a:close/>
                <a:moveTo>
                  <a:pt x="133350" y="28575"/>
                </a:moveTo>
                <a:cubicBezTo>
                  <a:pt x="128090" y="28575"/>
                  <a:pt x="123825" y="32840"/>
                  <a:pt x="123825" y="38100"/>
                </a:cubicBezTo>
                <a:cubicBezTo>
                  <a:pt x="123825" y="43360"/>
                  <a:pt x="128090" y="47625"/>
                  <a:pt x="133350" y="47625"/>
                </a:cubicBezTo>
                <a:cubicBezTo>
                  <a:pt x="138610" y="47625"/>
                  <a:pt x="142875" y="43360"/>
                  <a:pt x="142875" y="38100"/>
                </a:cubicBezTo>
                <a:cubicBezTo>
                  <a:pt x="142875" y="32840"/>
                  <a:pt x="138610" y="28575"/>
                  <a:pt x="133350" y="28575"/>
                </a:cubicBezTo>
                <a:close/>
                <a:moveTo>
                  <a:pt x="38100" y="28575"/>
                </a:moveTo>
                <a:cubicBezTo>
                  <a:pt x="32839" y="28575"/>
                  <a:pt x="28575" y="32840"/>
                  <a:pt x="28575" y="38100"/>
                </a:cubicBezTo>
                <a:cubicBezTo>
                  <a:pt x="28575" y="43360"/>
                  <a:pt x="32839" y="47625"/>
                  <a:pt x="38100" y="47625"/>
                </a:cubicBezTo>
                <a:cubicBezTo>
                  <a:pt x="43360" y="47625"/>
                  <a:pt x="47625" y="43360"/>
                  <a:pt x="47625" y="38100"/>
                </a:cubicBezTo>
                <a:cubicBezTo>
                  <a:pt x="47625" y="32840"/>
                  <a:pt x="43360" y="28575"/>
                  <a:pt x="38100" y="28575"/>
                </a:cubicBezTo>
                <a:close/>
                <a:moveTo>
                  <a:pt x="85725" y="9525"/>
                </a:moveTo>
                <a:cubicBezTo>
                  <a:pt x="80465" y="9525"/>
                  <a:pt x="76200" y="13790"/>
                  <a:pt x="76200" y="19050"/>
                </a:cubicBezTo>
                <a:cubicBezTo>
                  <a:pt x="76200" y="24310"/>
                  <a:pt x="80465" y="28575"/>
                  <a:pt x="85725" y="28575"/>
                </a:cubicBezTo>
                <a:cubicBezTo>
                  <a:pt x="90985" y="28575"/>
                  <a:pt x="95250" y="24310"/>
                  <a:pt x="95250" y="19050"/>
                </a:cubicBezTo>
                <a:cubicBezTo>
                  <a:pt x="95250" y="13790"/>
                  <a:pt x="90985" y="9525"/>
                  <a:pt x="85725" y="9525"/>
                </a:cubicBezTo>
                <a:close/>
                <a:moveTo>
                  <a:pt x="85725" y="0"/>
                </a:moveTo>
                <a:cubicBezTo>
                  <a:pt x="138914" y="0"/>
                  <a:pt x="171450" y="32535"/>
                  <a:pt x="171450" y="85725"/>
                </a:cubicBezTo>
                <a:cubicBezTo>
                  <a:pt x="171450" y="104775"/>
                  <a:pt x="152400" y="104775"/>
                  <a:pt x="123825" y="104775"/>
                </a:cubicBezTo>
                <a:cubicBezTo>
                  <a:pt x="115052" y="105212"/>
                  <a:pt x="114409" y="103731"/>
                  <a:pt x="111494" y="99517"/>
                </a:cubicBezTo>
                <a:cubicBezTo>
                  <a:pt x="110692" y="98357"/>
                  <a:pt x="109716" y="96948"/>
                  <a:pt x="108352" y="95250"/>
                </a:cubicBezTo>
                <a:cubicBezTo>
                  <a:pt x="107291" y="93929"/>
                  <a:pt x="106097" y="92733"/>
                  <a:pt x="104775" y="91672"/>
                </a:cubicBezTo>
                <a:cubicBezTo>
                  <a:pt x="102277" y="89665"/>
                  <a:pt x="102194" y="89167"/>
                  <a:pt x="104775" y="85726"/>
                </a:cubicBezTo>
                <a:lnTo>
                  <a:pt x="116205" y="70485"/>
                </a:lnTo>
                <a:cubicBezTo>
                  <a:pt x="119361" y="66277"/>
                  <a:pt x="118509" y="60306"/>
                  <a:pt x="114300" y="57150"/>
                </a:cubicBezTo>
                <a:cubicBezTo>
                  <a:pt x="110091" y="53994"/>
                  <a:pt x="104121" y="54847"/>
                  <a:pt x="100965" y="59055"/>
                </a:cubicBezTo>
                <a:lnTo>
                  <a:pt x="82963" y="83058"/>
                </a:lnTo>
                <a:cubicBezTo>
                  <a:pt x="81017" y="85653"/>
                  <a:pt x="79901" y="85946"/>
                  <a:pt x="77221" y="86652"/>
                </a:cubicBezTo>
                <a:cubicBezTo>
                  <a:pt x="76904" y="86736"/>
                  <a:pt x="76564" y="86824"/>
                  <a:pt x="76200" y="86924"/>
                </a:cubicBezTo>
                <a:cubicBezTo>
                  <a:pt x="70741" y="88413"/>
                  <a:pt x="66309" y="91252"/>
                  <a:pt x="63098" y="95250"/>
                </a:cubicBezTo>
                <a:cubicBezTo>
                  <a:pt x="61733" y="96948"/>
                  <a:pt x="60759" y="98357"/>
                  <a:pt x="59956" y="99517"/>
                </a:cubicBezTo>
                <a:cubicBezTo>
                  <a:pt x="57041" y="103731"/>
                  <a:pt x="57150" y="104775"/>
                  <a:pt x="47625" y="104775"/>
                </a:cubicBezTo>
                <a:cubicBezTo>
                  <a:pt x="19050" y="104775"/>
                  <a:pt x="0" y="104224"/>
                  <a:pt x="0" y="85725"/>
                </a:cubicBezTo>
                <a:cubicBezTo>
                  <a:pt x="0" y="32535"/>
                  <a:pt x="32535" y="0"/>
                  <a:pt x="85725" y="0"/>
                </a:cubicBezTo>
                <a:close/>
              </a:path>
            </a:pathLst>
          </a:custGeom>
          <a:solidFill>
            <a:srgbClr val="000000"/>
          </a:solidFill>
          <a:ln w="9525" cap="flat">
            <a:noFill/>
            <a:prstDash val="solid"/>
            <a:miter/>
          </a:ln>
        </p:spPr>
        <p:txBody>
          <a:bodyPr rtlCol="0" anchor="ctr"/>
          <a:lstStyle/>
          <a:p>
            <a:endParaRPr lang="ru-RU"/>
          </a:p>
        </p:txBody>
      </p:sp>
      <p:sp>
        <p:nvSpPr>
          <p:cNvPr id="1421" name="Полилиния: фигура 1420">
            <a:extLst>
              <a:ext uri="{FF2B5EF4-FFF2-40B4-BE49-F238E27FC236}">
                <a16:creationId xmlns:a16="http://schemas.microsoft.com/office/drawing/2014/main" id="{74FFB227-8EFB-E06D-5F80-9AECEAA2AD56}"/>
              </a:ext>
            </a:extLst>
          </p:cNvPr>
          <p:cNvSpPr/>
          <p:nvPr/>
        </p:nvSpPr>
        <p:spPr>
          <a:xfrm>
            <a:off x="7821161" y="2486753"/>
            <a:ext cx="152400" cy="171450"/>
          </a:xfrm>
          <a:custGeom>
            <a:avLst/>
            <a:gdLst>
              <a:gd name="connsiteX0" fmla="*/ 98040 w 152400"/>
              <a:gd name="connsiteY0" fmla="*/ 98040 h 171450"/>
              <a:gd name="connsiteX1" fmla="*/ 76200 w 152400"/>
              <a:gd name="connsiteY1" fmla="*/ 119880 h 171450"/>
              <a:gd name="connsiteX2" fmla="*/ 63885 w 152400"/>
              <a:gd name="connsiteY2" fmla="*/ 107565 h 171450"/>
              <a:gd name="connsiteX3" fmla="*/ 50415 w 152400"/>
              <a:gd name="connsiteY3" fmla="*/ 107565 h 171450"/>
              <a:gd name="connsiteX4" fmla="*/ 50415 w 152400"/>
              <a:gd name="connsiteY4" fmla="*/ 121035 h 171450"/>
              <a:gd name="connsiteX5" fmla="*/ 69465 w 152400"/>
              <a:gd name="connsiteY5" fmla="*/ 140085 h 171450"/>
              <a:gd name="connsiteX6" fmla="*/ 82935 w 152400"/>
              <a:gd name="connsiteY6" fmla="*/ 140085 h 171450"/>
              <a:gd name="connsiteX7" fmla="*/ 111510 w 152400"/>
              <a:gd name="connsiteY7" fmla="*/ 111510 h 171450"/>
              <a:gd name="connsiteX8" fmla="*/ 111510 w 152400"/>
              <a:gd name="connsiteY8" fmla="*/ 98040 h 171450"/>
              <a:gd name="connsiteX9" fmla="*/ 98040 w 152400"/>
              <a:gd name="connsiteY9" fmla="*/ 98040 h 171450"/>
              <a:gd name="connsiteX10" fmla="*/ 42863 w 152400"/>
              <a:gd name="connsiteY10" fmla="*/ 57150 h 171450"/>
              <a:gd name="connsiteX11" fmla="*/ 59531 w 152400"/>
              <a:gd name="connsiteY11" fmla="*/ 61913 h 171450"/>
              <a:gd name="connsiteX12" fmla="*/ 76200 w 152400"/>
              <a:gd name="connsiteY12" fmla="*/ 66675 h 171450"/>
              <a:gd name="connsiteX13" fmla="*/ 92869 w 152400"/>
              <a:gd name="connsiteY13" fmla="*/ 61913 h 171450"/>
              <a:gd name="connsiteX14" fmla="*/ 109538 w 152400"/>
              <a:gd name="connsiteY14" fmla="*/ 57150 h 171450"/>
              <a:gd name="connsiteX15" fmla="*/ 152400 w 152400"/>
              <a:gd name="connsiteY15" fmla="*/ 109538 h 171450"/>
              <a:gd name="connsiteX16" fmla="*/ 76200 w 152400"/>
              <a:gd name="connsiteY16" fmla="*/ 171450 h 171450"/>
              <a:gd name="connsiteX17" fmla="*/ 0 w 152400"/>
              <a:gd name="connsiteY17" fmla="*/ 109538 h 171450"/>
              <a:gd name="connsiteX18" fmla="*/ 42863 w 152400"/>
              <a:gd name="connsiteY18" fmla="*/ 57150 h 171450"/>
              <a:gd name="connsiteX19" fmla="*/ 39996 w 152400"/>
              <a:gd name="connsiteY19" fmla="*/ 1905 h 171450"/>
              <a:gd name="connsiteX20" fmla="*/ 57046 w 152400"/>
              <a:gd name="connsiteY20" fmla="*/ 1937 h 171450"/>
              <a:gd name="connsiteX21" fmla="*/ 83809 w 152400"/>
              <a:gd name="connsiteY21" fmla="*/ 28637 h 171450"/>
              <a:gd name="connsiteX22" fmla="*/ 66722 w 152400"/>
              <a:gd name="connsiteY22" fmla="*/ 45608 h 171450"/>
              <a:gd name="connsiteX23" fmla="*/ 40098 w 152400"/>
              <a:gd name="connsiteY23" fmla="*/ 18956 h 171450"/>
              <a:gd name="connsiteX24" fmla="*/ 39996 w 152400"/>
              <a:gd name="connsiteY24"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400" h="171450">
                <a:moveTo>
                  <a:pt x="98040" y="98040"/>
                </a:moveTo>
                <a:lnTo>
                  <a:pt x="76200" y="119880"/>
                </a:lnTo>
                <a:lnTo>
                  <a:pt x="63885" y="107565"/>
                </a:lnTo>
                <a:cubicBezTo>
                  <a:pt x="60166" y="103845"/>
                  <a:pt x="54135" y="103845"/>
                  <a:pt x="50415" y="107565"/>
                </a:cubicBezTo>
                <a:cubicBezTo>
                  <a:pt x="46695" y="111284"/>
                  <a:pt x="46695" y="117316"/>
                  <a:pt x="50415" y="121035"/>
                </a:cubicBezTo>
                <a:lnTo>
                  <a:pt x="69465" y="140085"/>
                </a:lnTo>
                <a:cubicBezTo>
                  <a:pt x="73184" y="143805"/>
                  <a:pt x="79216" y="143805"/>
                  <a:pt x="82935" y="140085"/>
                </a:cubicBezTo>
                <a:lnTo>
                  <a:pt x="111510" y="111510"/>
                </a:lnTo>
                <a:cubicBezTo>
                  <a:pt x="115230" y="107791"/>
                  <a:pt x="115230" y="101759"/>
                  <a:pt x="111510" y="98040"/>
                </a:cubicBezTo>
                <a:cubicBezTo>
                  <a:pt x="107791" y="94320"/>
                  <a:pt x="101759" y="94320"/>
                  <a:pt x="98040" y="98040"/>
                </a:cubicBezTo>
                <a:close/>
                <a:moveTo>
                  <a:pt x="42863" y="57150"/>
                </a:moveTo>
                <a:cubicBezTo>
                  <a:pt x="50006" y="57150"/>
                  <a:pt x="54769" y="59531"/>
                  <a:pt x="59531" y="61913"/>
                </a:cubicBezTo>
                <a:cubicBezTo>
                  <a:pt x="64294" y="64294"/>
                  <a:pt x="69056" y="66675"/>
                  <a:pt x="76200" y="66675"/>
                </a:cubicBezTo>
                <a:cubicBezTo>
                  <a:pt x="83344" y="66675"/>
                  <a:pt x="88106" y="64294"/>
                  <a:pt x="92869" y="61913"/>
                </a:cubicBezTo>
                <a:cubicBezTo>
                  <a:pt x="97631" y="59531"/>
                  <a:pt x="102394" y="57150"/>
                  <a:pt x="109538" y="57150"/>
                </a:cubicBezTo>
                <a:cubicBezTo>
                  <a:pt x="133350" y="57150"/>
                  <a:pt x="152400" y="76200"/>
                  <a:pt x="152400" y="109538"/>
                </a:cubicBezTo>
                <a:cubicBezTo>
                  <a:pt x="152400" y="142875"/>
                  <a:pt x="123825" y="171450"/>
                  <a:pt x="76200" y="171450"/>
                </a:cubicBezTo>
                <a:cubicBezTo>
                  <a:pt x="28575" y="171450"/>
                  <a:pt x="0" y="142875"/>
                  <a:pt x="0" y="109538"/>
                </a:cubicBezTo>
                <a:cubicBezTo>
                  <a:pt x="0" y="76200"/>
                  <a:pt x="19050" y="57150"/>
                  <a:pt x="42863" y="57150"/>
                </a:cubicBezTo>
                <a:close/>
                <a:moveTo>
                  <a:pt x="39996" y="1905"/>
                </a:moveTo>
                <a:cubicBezTo>
                  <a:pt x="42644" y="-741"/>
                  <a:pt x="48151" y="-539"/>
                  <a:pt x="57046" y="1937"/>
                </a:cubicBezTo>
                <a:cubicBezTo>
                  <a:pt x="72881" y="6344"/>
                  <a:pt x="80486" y="16522"/>
                  <a:pt x="83809" y="28637"/>
                </a:cubicBezTo>
                <a:cubicBezTo>
                  <a:pt x="88720" y="46549"/>
                  <a:pt x="84589" y="50696"/>
                  <a:pt x="66722" y="45608"/>
                </a:cubicBezTo>
                <a:cubicBezTo>
                  <a:pt x="53681" y="41894"/>
                  <a:pt x="44272" y="33600"/>
                  <a:pt x="40098" y="18956"/>
                </a:cubicBezTo>
                <a:cubicBezTo>
                  <a:pt x="37558" y="10043"/>
                  <a:pt x="37347" y="4550"/>
                  <a:pt x="39996" y="1905"/>
                </a:cubicBezTo>
                <a:close/>
              </a:path>
            </a:pathLst>
          </a:custGeom>
          <a:solidFill>
            <a:srgbClr val="000000"/>
          </a:solidFill>
          <a:ln w="9525" cap="flat">
            <a:noFill/>
            <a:prstDash val="solid"/>
            <a:miter/>
          </a:ln>
        </p:spPr>
        <p:txBody>
          <a:bodyPr rtlCol="0" anchor="ctr"/>
          <a:lstStyle/>
          <a:p>
            <a:endParaRPr lang="ru-RU"/>
          </a:p>
        </p:txBody>
      </p:sp>
      <p:sp>
        <p:nvSpPr>
          <p:cNvPr id="1255" name="Рисунок 197">
            <a:extLst>
              <a:ext uri="{FF2B5EF4-FFF2-40B4-BE49-F238E27FC236}">
                <a16:creationId xmlns:a16="http://schemas.microsoft.com/office/drawing/2014/main" id="{44A826B6-E67C-6303-ED1E-24B21D02D6EC}"/>
              </a:ext>
            </a:extLst>
          </p:cNvPr>
          <p:cNvSpPr/>
          <p:nvPr/>
        </p:nvSpPr>
        <p:spPr>
          <a:xfrm>
            <a:off x="7821472" y="3046098"/>
            <a:ext cx="142874" cy="171450"/>
          </a:xfrm>
          <a:custGeom>
            <a:avLst/>
            <a:gdLst>
              <a:gd name="connsiteX0" fmla="*/ 116440 w 142874"/>
              <a:gd name="connsiteY0" fmla="*/ 95250 h 171450"/>
              <a:gd name="connsiteX1" fmla="*/ 100947 w 142874"/>
              <a:gd name="connsiteY1" fmla="*/ 85396 h 171450"/>
              <a:gd name="connsiteX2" fmla="*/ 92596 w 142874"/>
              <a:gd name="connsiteY2" fmla="*/ 81989 h 171450"/>
              <a:gd name="connsiteX3" fmla="*/ 93240 w 142874"/>
              <a:gd name="connsiteY3" fmla="*/ 91356 h 171450"/>
              <a:gd name="connsiteX4" fmla="*/ 102285 w 142874"/>
              <a:gd name="connsiteY4" fmla="*/ 104866 h 171450"/>
              <a:gd name="connsiteX5" fmla="*/ 113327 w 142874"/>
              <a:gd name="connsiteY5" fmla="*/ 133611 h 171450"/>
              <a:gd name="connsiteX6" fmla="*/ 117039 w 142874"/>
              <a:gd name="connsiteY6" fmla="*/ 161925 h 171450"/>
              <a:gd name="connsiteX7" fmla="*/ 112545 w 142874"/>
              <a:gd name="connsiteY7" fmla="*/ 171320 h 171450"/>
              <a:gd name="connsiteX8" fmla="*/ 101575 w 142874"/>
              <a:gd name="connsiteY8" fmla="*/ 163003 h 171450"/>
              <a:gd name="connsiteX9" fmla="*/ 95195 w 142874"/>
              <a:gd name="connsiteY9" fmla="*/ 133611 h 171450"/>
              <a:gd name="connsiteX10" fmla="*/ 89569 w 142874"/>
              <a:gd name="connsiteY10" fmla="*/ 123415 h 171450"/>
              <a:gd name="connsiteX11" fmla="*/ 78756 w 142874"/>
              <a:gd name="connsiteY11" fmla="*/ 114300 h 171450"/>
              <a:gd name="connsiteX12" fmla="*/ 68774 w 142874"/>
              <a:gd name="connsiteY12" fmla="*/ 114300 h 171450"/>
              <a:gd name="connsiteX13" fmla="*/ 65354 w 142874"/>
              <a:gd name="connsiteY13" fmla="*/ 119062 h 171450"/>
              <a:gd name="connsiteX14" fmla="*/ 39348 w 142874"/>
              <a:gd name="connsiteY14" fmla="*/ 134018 h 171450"/>
              <a:gd name="connsiteX15" fmla="*/ 8957 w 142874"/>
              <a:gd name="connsiteY15" fmla="*/ 136553 h 171450"/>
              <a:gd name="connsiteX16" fmla="*/ 46 w 142874"/>
              <a:gd name="connsiteY16" fmla="*/ 131263 h 171450"/>
              <a:gd name="connsiteX17" fmla="*/ 6765 w 142874"/>
              <a:gd name="connsiteY17" fmla="*/ 120376 h 171450"/>
              <a:gd name="connsiteX18" fmla="*/ 31349 w 142874"/>
              <a:gd name="connsiteY18" fmla="*/ 115252 h 171450"/>
              <a:gd name="connsiteX19" fmla="*/ 47591 w 142874"/>
              <a:gd name="connsiteY19" fmla="*/ 103141 h 171450"/>
              <a:gd name="connsiteX20" fmla="*/ 63562 w 142874"/>
              <a:gd name="connsiteY20" fmla="*/ 66675 h 171450"/>
              <a:gd name="connsiteX21" fmla="*/ 60154 w 142874"/>
              <a:gd name="connsiteY21" fmla="*/ 59209 h 171450"/>
              <a:gd name="connsiteX22" fmla="*/ 50369 w 142874"/>
              <a:gd name="connsiteY22" fmla="*/ 64731 h 171450"/>
              <a:gd name="connsiteX23" fmla="*/ 39348 w 142874"/>
              <a:gd name="connsiteY23" fmla="*/ 84428 h 171450"/>
              <a:gd name="connsiteX24" fmla="*/ 29693 w 142874"/>
              <a:gd name="connsiteY24" fmla="*/ 89469 h 171450"/>
              <a:gd name="connsiteX25" fmla="*/ 26971 w 142874"/>
              <a:gd name="connsiteY25" fmla="*/ 78205 h 171450"/>
              <a:gd name="connsiteX26" fmla="*/ 37230 w 142874"/>
              <a:gd name="connsiteY26" fmla="*/ 52387 h 171450"/>
              <a:gd name="connsiteX27" fmla="*/ 55590 w 142874"/>
              <a:gd name="connsiteY27" fmla="*/ 36432 h 171450"/>
              <a:gd name="connsiteX28" fmla="*/ 112545 w 142874"/>
              <a:gd name="connsiteY28" fmla="*/ 66675 h 171450"/>
              <a:gd name="connsiteX29" fmla="*/ 130516 w 142874"/>
              <a:gd name="connsiteY29" fmla="*/ 77763 h 171450"/>
              <a:gd name="connsiteX30" fmla="*/ 136913 w 142874"/>
              <a:gd name="connsiteY30" fmla="*/ 78580 h 171450"/>
              <a:gd name="connsiteX31" fmla="*/ 142539 w 142874"/>
              <a:gd name="connsiteY31" fmla="*/ 85396 h 171450"/>
              <a:gd name="connsiteX32" fmla="*/ 134353 w 142874"/>
              <a:gd name="connsiteY32" fmla="*/ 95250 h 171450"/>
              <a:gd name="connsiteX33" fmla="*/ 116440 w 142874"/>
              <a:gd name="connsiteY33" fmla="*/ 95250 h 171450"/>
              <a:gd name="connsiteX34" fmla="*/ 82049 w 142874"/>
              <a:gd name="connsiteY34" fmla="*/ 18100 h 171450"/>
              <a:gd name="connsiteX35" fmla="*/ 111312 w 142874"/>
              <a:gd name="connsiteY35" fmla="*/ 16466 h 171450"/>
              <a:gd name="connsiteX36" fmla="*/ 82049 w 142874"/>
              <a:gd name="connsiteY36" fmla="*/ 181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874" h="171450">
                <a:moveTo>
                  <a:pt x="116440" y="95250"/>
                </a:moveTo>
                <a:cubicBezTo>
                  <a:pt x="109022" y="95139"/>
                  <a:pt x="106519" y="93080"/>
                  <a:pt x="100947" y="85396"/>
                </a:cubicBezTo>
                <a:cubicBezTo>
                  <a:pt x="97024" y="79985"/>
                  <a:pt x="96378" y="75183"/>
                  <a:pt x="92596" y="81989"/>
                </a:cubicBezTo>
                <a:cubicBezTo>
                  <a:pt x="89927" y="86791"/>
                  <a:pt x="90232" y="86863"/>
                  <a:pt x="93240" y="91356"/>
                </a:cubicBezTo>
                <a:lnTo>
                  <a:pt x="102285" y="104866"/>
                </a:lnTo>
                <a:cubicBezTo>
                  <a:pt x="109308" y="115358"/>
                  <a:pt x="111650" y="120816"/>
                  <a:pt x="113327" y="133611"/>
                </a:cubicBezTo>
                <a:cubicBezTo>
                  <a:pt x="114479" y="142395"/>
                  <a:pt x="116033" y="154251"/>
                  <a:pt x="117039" y="161925"/>
                </a:cubicBezTo>
                <a:cubicBezTo>
                  <a:pt x="117896" y="168457"/>
                  <a:pt x="118275" y="170545"/>
                  <a:pt x="112545" y="171320"/>
                </a:cubicBezTo>
                <a:cubicBezTo>
                  <a:pt x="108388" y="171882"/>
                  <a:pt x="103143" y="170881"/>
                  <a:pt x="101575" y="163003"/>
                </a:cubicBezTo>
                <a:cubicBezTo>
                  <a:pt x="99796" y="154065"/>
                  <a:pt x="96949" y="141336"/>
                  <a:pt x="95195" y="133611"/>
                </a:cubicBezTo>
                <a:cubicBezTo>
                  <a:pt x="93956" y="128153"/>
                  <a:pt x="93584" y="126800"/>
                  <a:pt x="89569" y="123415"/>
                </a:cubicBezTo>
                <a:lnTo>
                  <a:pt x="78756" y="114300"/>
                </a:lnTo>
                <a:cubicBezTo>
                  <a:pt x="73163" y="109585"/>
                  <a:pt x="73231" y="108093"/>
                  <a:pt x="68774" y="114300"/>
                </a:cubicBezTo>
                <a:cubicBezTo>
                  <a:pt x="67438" y="116160"/>
                  <a:pt x="65354" y="119062"/>
                  <a:pt x="65354" y="119062"/>
                </a:cubicBezTo>
                <a:cubicBezTo>
                  <a:pt x="56271" y="131713"/>
                  <a:pt x="54472" y="132756"/>
                  <a:pt x="39348" y="134018"/>
                </a:cubicBezTo>
                <a:cubicBezTo>
                  <a:pt x="29888" y="134807"/>
                  <a:pt x="17059" y="135877"/>
                  <a:pt x="8957" y="136553"/>
                </a:cubicBezTo>
                <a:cubicBezTo>
                  <a:pt x="2533" y="137089"/>
                  <a:pt x="46" y="136553"/>
                  <a:pt x="46" y="131263"/>
                </a:cubicBezTo>
                <a:cubicBezTo>
                  <a:pt x="-245" y="126979"/>
                  <a:pt x="722" y="121721"/>
                  <a:pt x="6765" y="120376"/>
                </a:cubicBezTo>
                <a:cubicBezTo>
                  <a:pt x="12611" y="119075"/>
                  <a:pt x="23098" y="116923"/>
                  <a:pt x="31349" y="115252"/>
                </a:cubicBezTo>
                <a:cubicBezTo>
                  <a:pt x="42049" y="113084"/>
                  <a:pt x="43128" y="113332"/>
                  <a:pt x="47591" y="103141"/>
                </a:cubicBezTo>
                <a:cubicBezTo>
                  <a:pt x="47591" y="103141"/>
                  <a:pt x="58600" y="78002"/>
                  <a:pt x="63562" y="66675"/>
                </a:cubicBezTo>
                <a:cubicBezTo>
                  <a:pt x="66766" y="59357"/>
                  <a:pt x="63562" y="59209"/>
                  <a:pt x="60154" y="59209"/>
                </a:cubicBezTo>
                <a:cubicBezTo>
                  <a:pt x="56745" y="59209"/>
                  <a:pt x="53581" y="58990"/>
                  <a:pt x="50369" y="64731"/>
                </a:cubicBezTo>
                <a:cubicBezTo>
                  <a:pt x="47002" y="70749"/>
                  <a:pt x="42569" y="78672"/>
                  <a:pt x="39348" y="84428"/>
                </a:cubicBezTo>
                <a:cubicBezTo>
                  <a:pt x="36154" y="90136"/>
                  <a:pt x="34033" y="92798"/>
                  <a:pt x="29693" y="89469"/>
                </a:cubicBezTo>
                <a:cubicBezTo>
                  <a:pt x="27045" y="87439"/>
                  <a:pt x="24841" y="83953"/>
                  <a:pt x="26971" y="78205"/>
                </a:cubicBezTo>
                <a:cubicBezTo>
                  <a:pt x="29222" y="72128"/>
                  <a:pt x="33652" y="61150"/>
                  <a:pt x="37230" y="52387"/>
                </a:cubicBezTo>
                <a:cubicBezTo>
                  <a:pt x="42149" y="40342"/>
                  <a:pt x="44784" y="37769"/>
                  <a:pt x="55590" y="36432"/>
                </a:cubicBezTo>
                <a:cubicBezTo>
                  <a:pt x="79650" y="33457"/>
                  <a:pt x="99982" y="43734"/>
                  <a:pt x="112545" y="66675"/>
                </a:cubicBezTo>
                <a:cubicBezTo>
                  <a:pt x="116440" y="76200"/>
                  <a:pt x="116440" y="76200"/>
                  <a:pt x="130516" y="77763"/>
                </a:cubicBezTo>
                <a:cubicBezTo>
                  <a:pt x="133019" y="78041"/>
                  <a:pt x="136913" y="78580"/>
                  <a:pt x="136913" y="78580"/>
                </a:cubicBezTo>
                <a:cubicBezTo>
                  <a:pt x="142634" y="79311"/>
                  <a:pt x="143497" y="81339"/>
                  <a:pt x="142539" y="85396"/>
                </a:cubicBezTo>
                <a:cubicBezTo>
                  <a:pt x="141582" y="89454"/>
                  <a:pt x="139168" y="95390"/>
                  <a:pt x="134353" y="95250"/>
                </a:cubicBezTo>
                <a:cubicBezTo>
                  <a:pt x="128291" y="95250"/>
                  <a:pt x="122501" y="95340"/>
                  <a:pt x="116440" y="95250"/>
                </a:cubicBezTo>
                <a:close/>
                <a:moveTo>
                  <a:pt x="82049" y="18100"/>
                </a:moveTo>
                <a:cubicBezTo>
                  <a:pt x="79592" y="-3512"/>
                  <a:pt x="111312" y="-7819"/>
                  <a:pt x="111312" y="16466"/>
                </a:cubicBezTo>
                <a:cubicBezTo>
                  <a:pt x="111312" y="41058"/>
                  <a:pt x="84452" y="38885"/>
                  <a:pt x="82049" y="18100"/>
                </a:cubicBezTo>
                <a:close/>
              </a:path>
            </a:pathLst>
          </a:custGeom>
          <a:solidFill>
            <a:srgbClr val="000000"/>
          </a:solidFill>
          <a:ln w="9525" cap="flat">
            <a:noFill/>
            <a:prstDash val="solid"/>
            <a:miter/>
          </a:ln>
        </p:spPr>
        <p:txBody>
          <a:bodyPr rtlCol="0" anchor="ctr"/>
          <a:lstStyle/>
          <a:p>
            <a:endParaRPr lang="ru-RU"/>
          </a:p>
        </p:txBody>
      </p:sp>
      <p:sp>
        <p:nvSpPr>
          <p:cNvPr id="1432" name="Полилиния: фигура 1431">
            <a:extLst>
              <a:ext uri="{FF2B5EF4-FFF2-40B4-BE49-F238E27FC236}">
                <a16:creationId xmlns:a16="http://schemas.microsoft.com/office/drawing/2014/main" id="{20FD9685-8D0F-F1DD-7509-8D074B11467F}"/>
              </a:ext>
            </a:extLst>
          </p:cNvPr>
          <p:cNvSpPr/>
          <p:nvPr/>
        </p:nvSpPr>
        <p:spPr>
          <a:xfrm>
            <a:off x="7821161" y="4600117"/>
            <a:ext cx="152400" cy="171450"/>
          </a:xfrm>
          <a:custGeom>
            <a:avLst/>
            <a:gdLst>
              <a:gd name="connsiteX0" fmla="*/ 102080 w 152400"/>
              <a:gd name="connsiteY0" fmla="*/ 123824 h 171450"/>
              <a:gd name="connsiteX1" fmla="*/ 38100 w 152400"/>
              <a:gd name="connsiteY1" fmla="*/ 123825 h 171450"/>
              <a:gd name="connsiteX2" fmla="*/ 19050 w 152400"/>
              <a:gd name="connsiteY2" fmla="*/ 133350 h 171450"/>
              <a:gd name="connsiteX3" fmla="*/ 47625 w 152400"/>
              <a:gd name="connsiteY3" fmla="*/ 152400 h 171450"/>
              <a:gd name="connsiteX4" fmla="*/ 133350 w 152400"/>
              <a:gd name="connsiteY4" fmla="*/ 152400 h 171450"/>
              <a:gd name="connsiteX5" fmla="*/ 142875 w 152400"/>
              <a:gd name="connsiteY5" fmla="*/ 138113 h 171450"/>
              <a:gd name="connsiteX6" fmla="*/ 133350 w 152400"/>
              <a:gd name="connsiteY6" fmla="*/ 123825 h 171450"/>
              <a:gd name="connsiteX7" fmla="*/ 66675 w 152400"/>
              <a:gd name="connsiteY7" fmla="*/ 76200 h 171450"/>
              <a:gd name="connsiteX8" fmla="*/ 80963 w 152400"/>
              <a:gd name="connsiteY8" fmla="*/ 76200 h 171450"/>
              <a:gd name="connsiteX9" fmla="*/ 92191 w 152400"/>
              <a:gd name="connsiteY9" fmla="*/ 76399 h 171450"/>
              <a:gd name="connsiteX10" fmla="*/ 95250 w 152400"/>
              <a:gd name="connsiteY10" fmla="*/ 80963 h 171450"/>
              <a:gd name="connsiteX11" fmla="*/ 92191 w 152400"/>
              <a:gd name="connsiteY11" fmla="*/ 85526 h 171450"/>
              <a:gd name="connsiteX12" fmla="*/ 80963 w 152400"/>
              <a:gd name="connsiteY12" fmla="*/ 85725 h 171450"/>
              <a:gd name="connsiteX13" fmla="*/ 66675 w 152400"/>
              <a:gd name="connsiteY13" fmla="*/ 85725 h 171450"/>
              <a:gd name="connsiteX14" fmla="*/ 57150 w 152400"/>
              <a:gd name="connsiteY14" fmla="*/ 28575 h 171450"/>
              <a:gd name="connsiteX15" fmla="*/ 47625 w 152400"/>
              <a:gd name="connsiteY15" fmla="*/ 38100 h 171450"/>
              <a:gd name="connsiteX16" fmla="*/ 47625 w 152400"/>
              <a:gd name="connsiteY16" fmla="*/ 95250 h 171450"/>
              <a:gd name="connsiteX17" fmla="*/ 57158 w 152400"/>
              <a:gd name="connsiteY17" fmla="*/ 104775 h 171450"/>
              <a:gd name="connsiteX18" fmla="*/ 81256 w 152400"/>
              <a:gd name="connsiteY18" fmla="*/ 104775 h 171450"/>
              <a:gd name="connsiteX19" fmla="*/ 93541 w 152400"/>
              <a:gd name="connsiteY19" fmla="*/ 104527 h 171450"/>
              <a:gd name="connsiteX20" fmla="*/ 104444 w 152400"/>
              <a:gd name="connsiteY20" fmla="*/ 101962 h 171450"/>
              <a:gd name="connsiteX21" fmla="*/ 112752 w 152400"/>
              <a:gd name="connsiteY21" fmla="*/ 92425 h 171450"/>
              <a:gd name="connsiteX22" fmla="*/ 114300 w 152400"/>
              <a:gd name="connsiteY22" fmla="*/ 80963 h 171450"/>
              <a:gd name="connsiteX23" fmla="*/ 112752 w 152400"/>
              <a:gd name="connsiteY23" fmla="*/ 69500 h 171450"/>
              <a:gd name="connsiteX24" fmla="*/ 104444 w 152400"/>
              <a:gd name="connsiteY24" fmla="*/ 59962 h 171450"/>
              <a:gd name="connsiteX25" fmla="*/ 93541 w 152400"/>
              <a:gd name="connsiteY25" fmla="*/ 57397 h 171450"/>
              <a:gd name="connsiteX26" fmla="*/ 81256 w 152400"/>
              <a:gd name="connsiteY26" fmla="*/ 57150 h 171450"/>
              <a:gd name="connsiteX27" fmla="*/ 66675 w 152400"/>
              <a:gd name="connsiteY27" fmla="*/ 57150 h 171450"/>
              <a:gd name="connsiteX28" fmla="*/ 66675 w 152400"/>
              <a:gd name="connsiteY28" fmla="*/ 47625 h 171450"/>
              <a:gd name="connsiteX29" fmla="*/ 95250 w 152400"/>
              <a:gd name="connsiteY29" fmla="*/ 47625 h 171450"/>
              <a:gd name="connsiteX30" fmla="*/ 104775 w 152400"/>
              <a:gd name="connsiteY30" fmla="*/ 38100 h 171450"/>
              <a:gd name="connsiteX31" fmla="*/ 95250 w 152400"/>
              <a:gd name="connsiteY31" fmla="*/ 28575 h 171450"/>
              <a:gd name="connsiteX32" fmla="*/ 66675 w 152400"/>
              <a:gd name="connsiteY32" fmla="*/ 0 h 171450"/>
              <a:gd name="connsiteX33" fmla="*/ 123825 w 152400"/>
              <a:gd name="connsiteY33" fmla="*/ 0 h 171450"/>
              <a:gd name="connsiteX34" fmla="*/ 152400 w 152400"/>
              <a:gd name="connsiteY34" fmla="*/ 28575 h 171450"/>
              <a:gd name="connsiteX35" fmla="*/ 152400 w 152400"/>
              <a:gd name="connsiteY35" fmla="*/ 142875 h 171450"/>
              <a:gd name="connsiteX36" fmla="*/ 123825 w 152400"/>
              <a:gd name="connsiteY36" fmla="*/ 171450 h 171450"/>
              <a:gd name="connsiteX37" fmla="*/ 76200 w 152400"/>
              <a:gd name="connsiteY37" fmla="*/ 171450 h 171450"/>
              <a:gd name="connsiteX38" fmla="*/ 0 w 152400"/>
              <a:gd name="connsiteY38" fmla="*/ 85726 h 171450"/>
              <a:gd name="connsiteX39" fmla="*/ 66675 w 152400"/>
              <a:gd name="connsiteY39"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2400" h="171450">
                <a:moveTo>
                  <a:pt x="102080" y="123824"/>
                </a:moveTo>
                <a:cubicBezTo>
                  <a:pt x="80987" y="123824"/>
                  <a:pt x="60728" y="123823"/>
                  <a:pt x="38100" y="123825"/>
                </a:cubicBezTo>
                <a:cubicBezTo>
                  <a:pt x="33336" y="123825"/>
                  <a:pt x="19050" y="123826"/>
                  <a:pt x="19050" y="133350"/>
                </a:cubicBezTo>
                <a:cubicBezTo>
                  <a:pt x="19050" y="142875"/>
                  <a:pt x="28575" y="152400"/>
                  <a:pt x="47625" y="152400"/>
                </a:cubicBezTo>
                <a:lnTo>
                  <a:pt x="133350" y="152400"/>
                </a:lnTo>
                <a:cubicBezTo>
                  <a:pt x="142875" y="152400"/>
                  <a:pt x="142875" y="147638"/>
                  <a:pt x="142875" y="138113"/>
                </a:cubicBezTo>
                <a:cubicBezTo>
                  <a:pt x="142875" y="128588"/>
                  <a:pt x="142875" y="123825"/>
                  <a:pt x="133350" y="123825"/>
                </a:cubicBezTo>
                <a:close/>
                <a:moveTo>
                  <a:pt x="66675" y="76200"/>
                </a:moveTo>
                <a:lnTo>
                  <a:pt x="80963" y="76200"/>
                </a:lnTo>
                <a:cubicBezTo>
                  <a:pt x="85939" y="76200"/>
                  <a:pt x="89463" y="76206"/>
                  <a:pt x="92191" y="76399"/>
                </a:cubicBezTo>
                <a:cubicBezTo>
                  <a:pt x="95564" y="76639"/>
                  <a:pt x="95250" y="77613"/>
                  <a:pt x="95250" y="80963"/>
                </a:cubicBezTo>
                <a:cubicBezTo>
                  <a:pt x="95250" y="84312"/>
                  <a:pt x="95564" y="85286"/>
                  <a:pt x="92191" y="85526"/>
                </a:cubicBezTo>
                <a:cubicBezTo>
                  <a:pt x="89463" y="85719"/>
                  <a:pt x="85939" y="85725"/>
                  <a:pt x="80963" y="85725"/>
                </a:cubicBezTo>
                <a:lnTo>
                  <a:pt x="66675" y="85725"/>
                </a:lnTo>
                <a:close/>
                <a:moveTo>
                  <a:pt x="57150" y="28575"/>
                </a:moveTo>
                <a:cubicBezTo>
                  <a:pt x="51890" y="28575"/>
                  <a:pt x="47625" y="32840"/>
                  <a:pt x="47625" y="38100"/>
                </a:cubicBezTo>
                <a:lnTo>
                  <a:pt x="47625" y="95250"/>
                </a:lnTo>
                <a:cubicBezTo>
                  <a:pt x="47625" y="100511"/>
                  <a:pt x="51898" y="104775"/>
                  <a:pt x="57158" y="104775"/>
                </a:cubicBezTo>
                <a:lnTo>
                  <a:pt x="81256" y="104775"/>
                </a:lnTo>
                <a:cubicBezTo>
                  <a:pt x="85861" y="104775"/>
                  <a:pt x="90059" y="104775"/>
                  <a:pt x="93541" y="104527"/>
                </a:cubicBezTo>
                <a:cubicBezTo>
                  <a:pt x="96981" y="104284"/>
                  <a:pt x="100924" y="103743"/>
                  <a:pt x="104444" y="101962"/>
                </a:cubicBezTo>
                <a:cubicBezTo>
                  <a:pt x="108535" y="99892"/>
                  <a:pt x="111273" y="96569"/>
                  <a:pt x="112752" y="92425"/>
                </a:cubicBezTo>
                <a:cubicBezTo>
                  <a:pt x="114039" y="88819"/>
                  <a:pt x="114300" y="84789"/>
                  <a:pt x="114300" y="80963"/>
                </a:cubicBezTo>
                <a:cubicBezTo>
                  <a:pt x="114300" y="77136"/>
                  <a:pt x="114039" y="73106"/>
                  <a:pt x="112752" y="69500"/>
                </a:cubicBezTo>
                <a:cubicBezTo>
                  <a:pt x="111273" y="65356"/>
                  <a:pt x="108535" y="62033"/>
                  <a:pt x="104444" y="59962"/>
                </a:cubicBezTo>
                <a:cubicBezTo>
                  <a:pt x="100924" y="58181"/>
                  <a:pt x="96981" y="57642"/>
                  <a:pt x="93541" y="57397"/>
                </a:cubicBezTo>
                <a:cubicBezTo>
                  <a:pt x="90059" y="57150"/>
                  <a:pt x="85862" y="57150"/>
                  <a:pt x="81256" y="57150"/>
                </a:cubicBezTo>
                <a:lnTo>
                  <a:pt x="66675" y="57150"/>
                </a:lnTo>
                <a:lnTo>
                  <a:pt x="66675" y="47625"/>
                </a:lnTo>
                <a:lnTo>
                  <a:pt x="95250" y="47625"/>
                </a:lnTo>
                <a:cubicBezTo>
                  <a:pt x="100511" y="47625"/>
                  <a:pt x="104775" y="43360"/>
                  <a:pt x="104775" y="38100"/>
                </a:cubicBezTo>
                <a:cubicBezTo>
                  <a:pt x="104775" y="32840"/>
                  <a:pt x="100511" y="28575"/>
                  <a:pt x="95250" y="28575"/>
                </a:cubicBezTo>
                <a:close/>
                <a:moveTo>
                  <a:pt x="66675" y="0"/>
                </a:moveTo>
                <a:lnTo>
                  <a:pt x="123825" y="0"/>
                </a:lnTo>
                <a:cubicBezTo>
                  <a:pt x="147638" y="0"/>
                  <a:pt x="152400" y="4763"/>
                  <a:pt x="152400" y="28575"/>
                </a:cubicBezTo>
                <a:lnTo>
                  <a:pt x="152400" y="142875"/>
                </a:lnTo>
                <a:cubicBezTo>
                  <a:pt x="152400" y="166688"/>
                  <a:pt x="147638" y="171450"/>
                  <a:pt x="123825" y="171450"/>
                </a:cubicBezTo>
                <a:lnTo>
                  <a:pt x="76200" y="171450"/>
                </a:lnTo>
                <a:cubicBezTo>
                  <a:pt x="0" y="171450"/>
                  <a:pt x="0" y="161925"/>
                  <a:pt x="0" y="85726"/>
                </a:cubicBezTo>
                <a:cubicBezTo>
                  <a:pt x="0" y="9525"/>
                  <a:pt x="0" y="0"/>
                  <a:pt x="66675" y="0"/>
                </a:cubicBezTo>
                <a:close/>
              </a:path>
            </a:pathLst>
          </a:custGeom>
          <a:solidFill>
            <a:srgbClr val="000000"/>
          </a:solidFill>
          <a:ln w="9525" cap="flat">
            <a:noFill/>
            <a:prstDash val="solid"/>
            <a:miter/>
          </a:ln>
        </p:spPr>
        <p:txBody>
          <a:bodyPr rtlCol="0" anchor="ctr"/>
          <a:lstStyle/>
          <a:p>
            <a:endParaRPr lang="ru-RU"/>
          </a:p>
        </p:txBody>
      </p:sp>
      <p:sp>
        <p:nvSpPr>
          <p:cNvPr id="1259" name="Рисунок 765">
            <a:extLst>
              <a:ext uri="{FF2B5EF4-FFF2-40B4-BE49-F238E27FC236}">
                <a16:creationId xmlns:a16="http://schemas.microsoft.com/office/drawing/2014/main" id="{D2A15027-0028-887F-AEAA-F7DEE08A780F}"/>
              </a:ext>
            </a:extLst>
          </p:cNvPr>
          <p:cNvSpPr/>
          <p:nvPr/>
        </p:nvSpPr>
        <p:spPr>
          <a:xfrm>
            <a:off x="7811636" y="5100761"/>
            <a:ext cx="171450" cy="171450"/>
          </a:xfrm>
          <a:custGeom>
            <a:avLst/>
            <a:gdLst>
              <a:gd name="connsiteX0" fmla="*/ 85725 w 171450"/>
              <a:gd name="connsiteY0" fmla="*/ 0 h 171450"/>
              <a:gd name="connsiteX1" fmla="*/ 171450 w 171450"/>
              <a:gd name="connsiteY1" fmla="*/ 85725 h 171450"/>
              <a:gd name="connsiteX2" fmla="*/ 85725 w 171450"/>
              <a:gd name="connsiteY2" fmla="*/ 171450 h 171450"/>
              <a:gd name="connsiteX3" fmla="*/ 0 w 171450"/>
              <a:gd name="connsiteY3" fmla="*/ 85725 h 171450"/>
              <a:gd name="connsiteX4" fmla="*/ 85725 w 171450"/>
              <a:gd name="connsiteY4" fmla="*/ 0 h 171450"/>
              <a:gd name="connsiteX5" fmla="*/ 47625 w 171450"/>
              <a:gd name="connsiteY5" fmla="*/ 66675 h 171450"/>
              <a:gd name="connsiteX6" fmla="*/ 38100 w 171450"/>
              <a:gd name="connsiteY6" fmla="*/ 57150 h 171450"/>
              <a:gd name="connsiteX7" fmla="*/ 28575 w 171450"/>
              <a:gd name="connsiteY7" fmla="*/ 66675 h 171450"/>
              <a:gd name="connsiteX8" fmla="*/ 38100 w 171450"/>
              <a:gd name="connsiteY8" fmla="*/ 76200 h 171450"/>
              <a:gd name="connsiteX9" fmla="*/ 47625 w 171450"/>
              <a:gd name="connsiteY9" fmla="*/ 66675 h 171450"/>
              <a:gd name="connsiteX10" fmla="*/ 47625 w 171450"/>
              <a:gd name="connsiteY10" fmla="*/ 114300 h 171450"/>
              <a:gd name="connsiteX11" fmla="*/ 38100 w 171450"/>
              <a:gd name="connsiteY11" fmla="*/ 104775 h 171450"/>
              <a:gd name="connsiteX12" fmla="*/ 28575 w 171450"/>
              <a:gd name="connsiteY12" fmla="*/ 114300 h 171450"/>
              <a:gd name="connsiteX13" fmla="*/ 38100 w 171450"/>
              <a:gd name="connsiteY13" fmla="*/ 123825 h 171450"/>
              <a:gd name="connsiteX14" fmla="*/ 47625 w 171450"/>
              <a:gd name="connsiteY14" fmla="*/ 114300 h 171450"/>
              <a:gd name="connsiteX15" fmla="*/ 76200 w 171450"/>
              <a:gd name="connsiteY15" fmla="*/ 104775 h 171450"/>
              <a:gd name="connsiteX16" fmla="*/ 66675 w 171450"/>
              <a:gd name="connsiteY16" fmla="*/ 114300 h 171450"/>
              <a:gd name="connsiteX17" fmla="*/ 76200 w 171450"/>
              <a:gd name="connsiteY17" fmla="*/ 123825 h 171450"/>
              <a:gd name="connsiteX18" fmla="*/ 133350 w 171450"/>
              <a:gd name="connsiteY18" fmla="*/ 123825 h 171450"/>
              <a:gd name="connsiteX19" fmla="*/ 142875 w 171450"/>
              <a:gd name="connsiteY19" fmla="*/ 114300 h 171450"/>
              <a:gd name="connsiteX20" fmla="*/ 133350 w 171450"/>
              <a:gd name="connsiteY20" fmla="*/ 104775 h 171450"/>
              <a:gd name="connsiteX21" fmla="*/ 76200 w 171450"/>
              <a:gd name="connsiteY21" fmla="*/ 104775 h 171450"/>
              <a:gd name="connsiteX22" fmla="*/ 66675 w 171450"/>
              <a:gd name="connsiteY22" fmla="*/ 66675 h 171450"/>
              <a:gd name="connsiteX23" fmla="*/ 76200 w 171450"/>
              <a:gd name="connsiteY23" fmla="*/ 76200 h 171450"/>
              <a:gd name="connsiteX24" fmla="*/ 133350 w 171450"/>
              <a:gd name="connsiteY24" fmla="*/ 76200 h 171450"/>
              <a:gd name="connsiteX25" fmla="*/ 142875 w 171450"/>
              <a:gd name="connsiteY25" fmla="*/ 66675 h 171450"/>
              <a:gd name="connsiteX26" fmla="*/ 133350 w 171450"/>
              <a:gd name="connsiteY26" fmla="*/ 57150 h 171450"/>
              <a:gd name="connsiteX27" fmla="*/ 76200 w 171450"/>
              <a:gd name="connsiteY27" fmla="*/ 57150 h 171450"/>
              <a:gd name="connsiteX28" fmla="*/ 66675 w 171450"/>
              <a:gd name="connsiteY28" fmla="*/ 666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1450" h="171450">
                <a:moveTo>
                  <a:pt x="85725" y="0"/>
                </a:moveTo>
                <a:cubicBezTo>
                  <a:pt x="161925" y="0"/>
                  <a:pt x="171450" y="19050"/>
                  <a:pt x="171450" y="85725"/>
                </a:cubicBezTo>
                <a:cubicBezTo>
                  <a:pt x="171450" y="152401"/>
                  <a:pt x="161925" y="171450"/>
                  <a:pt x="85725" y="171450"/>
                </a:cubicBezTo>
                <a:cubicBezTo>
                  <a:pt x="9525" y="171450"/>
                  <a:pt x="0" y="152401"/>
                  <a:pt x="0" y="85725"/>
                </a:cubicBezTo>
                <a:cubicBezTo>
                  <a:pt x="0" y="19050"/>
                  <a:pt x="9525" y="0"/>
                  <a:pt x="85725" y="0"/>
                </a:cubicBezTo>
                <a:close/>
                <a:moveTo>
                  <a:pt x="47625" y="66675"/>
                </a:moveTo>
                <a:cubicBezTo>
                  <a:pt x="47625" y="61414"/>
                  <a:pt x="43360" y="57150"/>
                  <a:pt x="38100" y="57150"/>
                </a:cubicBezTo>
                <a:cubicBezTo>
                  <a:pt x="32840" y="57150"/>
                  <a:pt x="28575" y="61414"/>
                  <a:pt x="28575" y="66675"/>
                </a:cubicBezTo>
                <a:cubicBezTo>
                  <a:pt x="28575" y="71936"/>
                  <a:pt x="32840" y="76200"/>
                  <a:pt x="38100" y="76200"/>
                </a:cubicBezTo>
                <a:cubicBezTo>
                  <a:pt x="43360" y="76200"/>
                  <a:pt x="47625" y="71936"/>
                  <a:pt x="47625" y="66675"/>
                </a:cubicBezTo>
                <a:close/>
                <a:moveTo>
                  <a:pt x="47625" y="114300"/>
                </a:moveTo>
                <a:cubicBezTo>
                  <a:pt x="47625" y="109039"/>
                  <a:pt x="43360" y="104775"/>
                  <a:pt x="38100" y="104775"/>
                </a:cubicBezTo>
                <a:cubicBezTo>
                  <a:pt x="32840" y="104775"/>
                  <a:pt x="28575" y="109039"/>
                  <a:pt x="28575" y="114300"/>
                </a:cubicBezTo>
                <a:cubicBezTo>
                  <a:pt x="28575" y="119561"/>
                  <a:pt x="32840" y="123825"/>
                  <a:pt x="38100" y="123825"/>
                </a:cubicBezTo>
                <a:cubicBezTo>
                  <a:pt x="43360" y="123825"/>
                  <a:pt x="47625" y="119561"/>
                  <a:pt x="47625" y="114300"/>
                </a:cubicBezTo>
                <a:close/>
                <a:moveTo>
                  <a:pt x="76200" y="104775"/>
                </a:moveTo>
                <a:cubicBezTo>
                  <a:pt x="70939" y="104775"/>
                  <a:pt x="66675" y="109039"/>
                  <a:pt x="66675" y="114300"/>
                </a:cubicBezTo>
                <a:cubicBezTo>
                  <a:pt x="66675" y="119561"/>
                  <a:pt x="70939" y="123825"/>
                  <a:pt x="76200" y="123825"/>
                </a:cubicBezTo>
                <a:lnTo>
                  <a:pt x="133350" y="123825"/>
                </a:lnTo>
                <a:cubicBezTo>
                  <a:pt x="138611" y="123825"/>
                  <a:pt x="142875" y="119561"/>
                  <a:pt x="142875" y="114300"/>
                </a:cubicBezTo>
                <a:cubicBezTo>
                  <a:pt x="142875" y="109039"/>
                  <a:pt x="138611" y="104775"/>
                  <a:pt x="133350" y="104775"/>
                </a:cubicBezTo>
                <a:lnTo>
                  <a:pt x="76200" y="104775"/>
                </a:lnTo>
                <a:close/>
                <a:moveTo>
                  <a:pt x="66675" y="66675"/>
                </a:moveTo>
                <a:cubicBezTo>
                  <a:pt x="66675" y="71936"/>
                  <a:pt x="70939" y="76200"/>
                  <a:pt x="76200" y="76200"/>
                </a:cubicBezTo>
                <a:lnTo>
                  <a:pt x="133350" y="76200"/>
                </a:lnTo>
                <a:cubicBezTo>
                  <a:pt x="138611" y="76200"/>
                  <a:pt x="142875" y="71936"/>
                  <a:pt x="142875" y="66675"/>
                </a:cubicBezTo>
                <a:cubicBezTo>
                  <a:pt x="142875" y="61415"/>
                  <a:pt x="138611" y="57150"/>
                  <a:pt x="133350" y="57150"/>
                </a:cubicBezTo>
                <a:lnTo>
                  <a:pt x="76200" y="57150"/>
                </a:lnTo>
                <a:cubicBezTo>
                  <a:pt x="70939" y="57150"/>
                  <a:pt x="66675" y="61415"/>
                  <a:pt x="66675" y="66675"/>
                </a:cubicBezTo>
                <a:close/>
              </a:path>
            </a:pathLst>
          </a:custGeom>
          <a:solidFill>
            <a:srgbClr val="000000"/>
          </a:solidFill>
          <a:ln w="9525" cap="flat">
            <a:noFill/>
            <a:prstDash val="solid"/>
            <a:miter/>
          </a:ln>
        </p:spPr>
        <p:txBody>
          <a:bodyPr rtlCol="0" anchor="ctr"/>
          <a:lstStyle/>
          <a:p>
            <a:endParaRPr lang="ru-RU"/>
          </a:p>
        </p:txBody>
      </p:sp>
      <p:sp>
        <p:nvSpPr>
          <p:cNvPr id="1260" name="Рисунок 789">
            <a:extLst>
              <a:ext uri="{FF2B5EF4-FFF2-40B4-BE49-F238E27FC236}">
                <a16:creationId xmlns:a16="http://schemas.microsoft.com/office/drawing/2014/main" id="{E45C3751-CC49-74C1-BF97-DE94D09753A4}"/>
              </a:ext>
            </a:extLst>
          </p:cNvPr>
          <p:cNvSpPr/>
          <p:nvPr/>
        </p:nvSpPr>
        <p:spPr>
          <a:xfrm>
            <a:off x="7811636" y="5620456"/>
            <a:ext cx="171450" cy="133350"/>
          </a:xfrm>
          <a:custGeom>
            <a:avLst/>
            <a:gdLst>
              <a:gd name="connsiteX0" fmla="*/ 171450 w 171450"/>
              <a:gd name="connsiteY0" fmla="*/ 66675 h 133350"/>
              <a:gd name="connsiteX1" fmla="*/ 85725 w 171450"/>
              <a:gd name="connsiteY1" fmla="*/ 0 h 133350"/>
              <a:gd name="connsiteX2" fmla="*/ 0 w 171450"/>
              <a:gd name="connsiteY2" fmla="*/ 66675 h 133350"/>
              <a:gd name="connsiteX3" fmla="*/ 85725 w 171450"/>
              <a:gd name="connsiteY3" fmla="*/ 133350 h 133350"/>
              <a:gd name="connsiteX4" fmla="*/ 171450 w 171450"/>
              <a:gd name="connsiteY4" fmla="*/ 66675 h 133350"/>
              <a:gd name="connsiteX5" fmla="*/ 104775 w 171450"/>
              <a:gd name="connsiteY5" fmla="*/ 38100 h 133350"/>
              <a:gd name="connsiteX6" fmla="*/ 142875 w 171450"/>
              <a:gd name="connsiteY6" fmla="*/ 38100 h 133350"/>
              <a:gd name="connsiteX7" fmla="*/ 152400 w 171450"/>
              <a:gd name="connsiteY7" fmla="*/ 47625 h 133350"/>
              <a:gd name="connsiteX8" fmla="*/ 142875 w 171450"/>
              <a:gd name="connsiteY8" fmla="*/ 57150 h 133350"/>
              <a:gd name="connsiteX9" fmla="*/ 104775 w 171450"/>
              <a:gd name="connsiteY9" fmla="*/ 57150 h 133350"/>
              <a:gd name="connsiteX10" fmla="*/ 95250 w 171450"/>
              <a:gd name="connsiteY10" fmla="*/ 47625 h 133350"/>
              <a:gd name="connsiteX11" fmla="*/ 104775 w 171450"/>
              <a:gd name="connsiteY11" fmla="*/ 38100 h 133350"/>
              <a:gd name="connsiteX12" fmla="*/ 104775 w 171450"/>
              <a:gd name="connsiteY12" fmla="*/ 76200 h 133350"/>
              <a:gd name="connsiteX13" fmla="*/ 123825 w 171450"/>
              <a:gd name="connsiteY13" fmla="*/ 76200 h 133350"/>
              <a:gd name="connsiteX14" fmla="*/ 133350 w 171450"/>
              <a:gd name="connsiteY14" fmla="*/ 85725 h 133350"/>
              <a:gd name="connsiteX15" fmla="*/ 123825 w 171450"/>
              <a:gd name="connsiteY15" fmla="*/ 95250 h 133350"/>
              <a:gd name="connsiteX16" fmla="*/ 104775 w 171450"/>
              <a:gd name="connsiteY16" fmla="*/ 95250 h 133350"/>
              <a:gd name="connsiteX17" fmla="*/ 95250 w 171450"/>
              <a:gd name="connsiteY17" fmla="*/ 85725 h 133350"/>
              <a:gd name="connsiteX18" fmla="*/ 104775 w 171450"/>
              <a:gd name="connsiteY18" fmla="*/ 76200 h 133350"/>
              <a:gd name="connsiteX19" fmla="*/ 31552 w 171450"/>
              <a:gd name="connsiteY19" fmla="*/ 49741 h 133350"/>
              <a:gd name="connsiteX20" fmla="*/ 52388 w 171450"/>
              <a:gd name="connsiteY20" fmla="*/ 28575 h 133350"/>
              <a:gd name="connsiteX21" fmla="*/ 73223 w 171450"/>
              <a:gd name="connsiteY21" fmla="*/ 49741 h 133350"/>
              <a:gd name="connsiteX22" fmla="*/ 52388 w 171450"/>
              <a:gd name="connsiteY22" fmla="*/ 70908 h 133350"/>
              <a:gd name="connsiteX23" fmla="*/ 31552 w 171450"/>
              <a:gd name="connsiteY23" fmla="*/ 49741 h 133350"/>
              <a:gd name="connsiteX24" fmla="*/ 39507 w 171450"/>
              <a:gd name="connsiteY24" fmla="*/ 76723 h 133350"/>
              <a:gd name="connsiteX25" fmla="*/ 52388 w 171450"/>
              <a:gd name="connsiteY25" fmla="*/ 79375 h 133350"/>
              <a:gd name="connsiteX26" fmla="*/ 65257 w 171450"/>
              <a:gd name="connsiteY26" fmla="*/ 76719 h 133350"/>
              <a:gd name="connsiteX27" fmla="*/ 71140 w 171450"/>
              <a:gd name="connsiteY27" fmla="*/ 75142 h 133350"/>
              <a:gd name="connsiteX28" fmla="*/ 85725 w 171450"/>
              <a:gd name="connsiteY28" fmla="*/ 89958 h 133350"/>
              <a:gd name="connsiteX29" fmla="*/ 52351 w 171450"/>
              <a:gd name="connsiteY29" fmla="*/ 104775 h 133350"/>
              <a:gd name="connsiteX30" fmla="*/ 19050 w 171450"/>
              <a:gd name="connsiteY30" fmla="*/ 89958 h 133350"/>
              <a:gd name="connsiteX31" fmla="*/ 33635 w 171450"/>
              <a:gd name="connsiteY31" fmla="*/ 75142 h 133350"/>
              <a:gd name="connsiteX32" fmla="*/ 39507 w 171450"/>
              <a:gd name="connsiteY32" fmla="*/ 76723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33350">
                <a:moveTo>
                  <a:pt x="171450" y="66675"/>
                </a:moveTo>
                <a:cubicBezTo>
                  <a:pt x="171450" y="16019"/>
                  <a:pt x="160734" y="0"/>
                  <a:pt x="85725" y="0"/>
                </a:cubicBezTo>
                <a:cubicBezTo>
                  <a:pt x="10716" y="0"/>
                  <a:pt x="0" y="16019"/>
                  <a:pt x="0" y="66675"/>
                </a:cubicBezTo>
                <a:cubicBezTo>
                  <a:pt x="0" y="117331"/>
                  <a:pt x="10716" y="133350"/>
                  <a:pt x="85725" y="133350"/>
                </a:cubicBezTo>
                <a:cubicBezTo>
                  <a:pt x="160734" y="133350"/>
                  <a:pt x="171450" y="117331"/>
                  <a:pt x="171450" y="66675"/>
                </a:cubicBezTo>
                <a:close/>
                <a:moveTo>
                  <a:pt x="104775" y="38100"/>
                </a:moveTo>
                <a:lnTo>
                  <a:pt x="142875" y="38100"/>
                </a:lnTo>
                <a:cubicBezTo>
                  <a:pt x="148136" y="38100"/>
                  <a:pt x="152400" y="42364"/>
                  <a:pt x="152400" y="47625"/>
                </a:cubicBezTo>
                <a:cubicBezTo>
                  <a:pt x="152400" y="52886"/>
                  <a:pt x="148136" y="57150"/>
                  <a:pt x="142875" y="57150"/>
                </a:cubicBezTo>
                <a:lnTo>
                  <a:pt x="104775" y="57150"/>
                </a:lnTo>
                <a:cubicBezTo>
                  <a:pt x="99514" y="57150"/>
                  <a:pt x="95250" y="52886"/>
                  <a:pt x="95250" y="47625"/>
                </a:cubicBezTo>
                <a:cubicBezTo>
                  <a:pt x="95250" y="42364"/>
                  <a:pt x="99514" y="38100"/>
                  <a:pt x="104775" y="38100"/>
                </a:cubicBezTo>
                <a:close/>
                <a:moveTo>
                  <a:pt x="104775" y="76200"/>
                </a:moveTo>
                <a:lnTo>
                  <a:pt x="123825" y="76200"/>
                </a:lnTo>
                <a:cubicBezTo>
                  <a:pt x="129086" y="76200"/>
                  <a:pt x="133350" y="80464"/>
                  <a:pt x="133350" y="85725"/>
                </a:cubicBezTo>
                <a:cubicBezTo>
                  <a:pt x="133350" y="90986"/>
                  <a:pt x="129086" y="95250"/>
                  <a:pt x="123825" y="95250"/>
                </a:cubicBezTo>
                <a:lnTo>
                  <a:pt x="104775" y="95250"/>
                </a:lnTo>
                <a:cubicBezTo>
                  <a:pt x="99514" y="95250"/>
                  <a:pt x="95250" y="90986"/>
                  <a:pt x="95250" y="85725"/>
                </a:cubicBezTo>
                <a:cubicBezTo>
                  <a:pt x="95250" y="80464"/>
                  <a:pt x="99514" y="76200"/>
                  <a:pt x="104775" y="76200"/>
                </a:cubicBezTo>
                <a:close/>
                <a:moveTo>
                  <a:pt x="31552" y="49741"/>
                </a:moveTo>
                <a:cubicBezTo>
                  <a:pt x="31552" y="37042"/>
                  <a:pt x="39886" y="28575"/>
                  <a:pt x="52388" y="28575"/>
                </a:cubicBezTo>
                <a:cubicBezTo>
                  <a:pt x="64889" y="28575"/>
                  <a:pt x="73223" y="37042"/>
                  <a:pt x="73223" y="49741"/>
                </a:cubicBezTo>
                <a:cubicBezTo>
                  <a:pt x="73223" y="62442"/>
                  <a:pt x="64889" y="70908"/>
                  <a:pt x="52388" y="70908"/>
                </a:cubicBezTo>
                <a:cubicBezTo>
                  <a:pt x="39886" y="70908"/>
                  <a:pt x="31552" y="62442"/>
                  <a:pt x="31552" y="49741"/>
                </a:cubicBezTo>
                <a:close/>
                <a:moveTo>
                  <a:pt x="39507" y="76723"/>
                </a:moveTo>
                <a:cubicBezTo>
                  <a:pt x="42022" y="77925"/>
                  <a:pt x="45054" y="79375"/>
                  <a:pt x="52388" y="79375"/>
                </a:cubicBezTo>
                <a:cubicBezTo>
                  <a:pt x="59711" y="79375"/>
                  <a:pt x="62744" y="77922"/>
                  <a:pt x="65257" y="76719"/>
                </a:cubicBezTo>
                <a:cubicBezTo>
                  <a:pt x="67034" y="75868"/>
                  <a:pt x="68550" y="75142"/>
                  <a:pt x="71140" y="75142"/>
                </a:cubicBezTo>
                <a:cubicBezTo>
                  <a:pt x="75307" y="75142"/>
                  <a:pt x="85725" y="85725"/>
                  <a:pt x="85725" y="89958"/>
                </a:cubicBezTo>
                <a:cubicBezTo>
                  <a:pt x="85725" y="94192"/>
                  <a:pt x="75234" y="104775"/>
                  <a:pt x="52351" y="104775"/>
                </a:cubicBezTo>
                <a:cubicBezTo>
                  <a:pt x="29468" y="104775"/>
                  <a:pt x="19050" y="94192"/>
                  <a:pt x="19050" y="89958"/>
                </a:cubicBezTo>
                <a:cubicBezTo>
                  <a:pt x="19050" y="85725"/>
                  <a:pt x="29468" y="75127"/>
                  <a:pt x="33635" y="75142"/>
                </a:cubicBezTo>
                <a:cubicBezTo>
                  <a:pt x="36219" y="75150"/>
                  <a:pt x="37735" y="75875"/>
                  <a:pt x="39507" y="76723"/>
                </a:cubicBezTo>
                <a:close/>
              </a:path>
            </a:pathLst>
          </a:custGeom>
          <a:solidFill>
            <a:srgbClr val="000000"/>
          </a:solidFill>
          <a:ln w="9525" cap="flat">
            <a:noFill/>
            <a:prstDash val="solid"/>
            <a:miter/>
          </a:ln>
        </p:spPr>
        <p:txBody>
          <a:bodyPr rtlCol="0" anchor="ctr"/>
          <a:lstStyle/>
          <a:p>
            <a:endParaRPr lang="ru-RU"/>
          </a:p>
        </p:txBody>
      </p:sp>
      <p:sp>
        <p:nvSpPr>
          <p:cNvPr id="1261" name="Рисунок 171">
            <a:extLst>
              <a:ext uri="{FF2B5EF4-FFF2-40B4-BE49-F238E27FC236}">
                <a16:creationId xmlns:a16="http://schemas.microsoft.com/office/drawing/2014/main" id="{DBF66196-50B8-D894-B16B-1F4322403442}"/>
              </a:ext>
            </a:extLst>
          </p:cNvPr>
          <p:cNvSpPr/>
          <p:nvPr/>
        </p:nvSpPr>
        <p:spPr>
          <a:xfrm>
            <a:off x="8240421" y="856343"/>
            <a:ext cx="152400" cy="161925"/>
          </a:xfrm>
          <a:custGeom>
            <a:avLst/>
            <a:gdLst>
              <a:gd name="connsiteX0" fmla="*/ 101841 w 152400"/>
              <a:gd name="connsiteY0" fmla="*/ 16134 h 161925"/>
              <a:gd name="connsiteX1" fmla="*/ 101758 w 152400"/>
              <a:gd name="connsiteY1" fmla="*/ 9815 h 161925"/>
              <a:gd name="connsiteX2" fmla="*/ 76200 w 152400"/>
              <a:gd name="connsiteY2" fmla="*/ 0 h 161925"/>
              <a:gd name="connsiteX3" fmla="*/ 50642 w 152400"/>
              <a:gd name="connsiteY3" fmla="*/ 9815 h 161925"/>
              <a:gd name="connsiteX4" fmla="*/ 31592 w 152400"/>
              <a:gd name="connsiteY4" fmla="*/ 19754 h 161925"/>
              <a:gd name="connsiteX5" fmla="*/ 4268 w 152400"/>
              <a:gd name="connsiteY5" fmla="*/ 38989 h 161925"/>
              <a:gd name="connsiteX6" fmla="*/ 0 w 152400"/>
              <a:gd name="connsiteY6" fmla="*/ 73093 h 161925"/>
              <a:gd name="connsiteX7" fmla="*/ 0 w 152400"/>
              <a:gd name="connsiteY7" fmla="*/ 88832 h 161925"/>
              <a:gd name="connsiteX8" fmla="*/ 4268 w 152400"/>
              <a:gd name="connsiteY8" fmla="*/ 122936 h 161925"/>
              <a:gd name="connsiteX9" fmla="*/ 31592 w 152400"/>
              <a:gd name="connsiteY9" fmla="*/ 142171 h 161925"/>
              <a:gd name="connsiteX10" fmla="*/ 50642 w 152400"/>
              <a:gd name="connsiteY10" fmla="*/ 152109 h 161925"/>
              <a:gd name="connsiteX11" fmla="*/ 76200 w 152400"/>
              <a:gd name="connsiteY11" fmla="*/ 161925 h 161925"/>
              <a:gd name="connsiteX12" fmla="*/ 101758 w 152400"/>
              <a:gd name="connsiteY12" fmla="*/ 152109 h 161925"/>
              <a:gd name="connsiteX13" fmla="*/ 120808 w 152400"/>
              <a:gd name="connsiteY13" fmla="*/ 142171 h 161925"/>
              <a:gd name="connsiteX14" fmla="*/ 148133 w 152400"/>
              <a:gd name="connsiteY14" fmla="*/ 122936 h 161925"/>
              <a:gd name="connsiteX15" fmla="*/ 152400 w 152400"/>
              <a:gd name="connsiteY15" fmla="*/ 88832 h 161925"/>
              <a:gd name="connsiteX16" fmla="*/ 152400 w 152400"/>
              <a:gd name="connsiteY16" fmla="*/ 73093 h 161925"/>
              <a:gd name="connsiteX17" fmla="*/ 148133 w 152400"/>
              <a:gd name="connsiteY17" fmla="*/ 38989 h 161925"/>
              <a:gd name="connsiteX18" fmla="*/ 131521 w 152400"/>
              <a:gd name="connsiteY18" fmla="*/ 25437 h 161925"/>
              <a:gd name="connsiteX19" fmla="*/ 124251 w 152400"/>
              <a:gd name="connsiteY19" fmla="*/ 25477 h 161925"/>
              <a:gd name="connsiteX20" fmla="*/ 66675 w 152400"/>
              <a:gd name="connsiteY20" fmla="*/ 57150 h 161925"/>
              <a:gd name="connsiteX21" fmla="*/ 58009 w 152400"/>
              <a:gd name="connsiteY21" fmla="*/ 64476 h 161925"/>
              <a:gd name="connsiteX22" fmla="*/ 57150 w 152400"/>
              <a:gd name="connsiteY22" fmla="*/ 71438 h 161925"/>
              <a:gd name="connsiteX23" fmla="*/ 57150 w 152400"/>
              <a:gd name="connsiteY23" fmla="*/ 95251 h 161925"/>
              <a:gd name="connsiteX24" fmla="*/ 47625 w 152400"/>
              <a:gd name="connsiteY24" fmla="*/ 104776 h 161925"/>
              <a:gd name="connsiteX25" fmla="*/ 38100 w 152400"/>
              <a:gd name="connsiteY25" fmla="*/ 95251 h 161925"/>
              <a:gd name="connsiteX26" fmla="*/ 38100 w 152400"/>
              <a:gd name="connsiteY26" fmla="*/ 57151 h 161925"/>
              <a:gd name="connsiteX27" fmla="*/ 42999 w 152400"/>
              <a:gd name="connsiteY27" fmla="*/ 48824 h 161925"/>
              <a:gd name="connsiteX28" fmla="*/ 101841 w 152400"/>
              <a:gd name="connsiteY28" fmla="*/ 16134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2400" h="161925">
                <a:moveTo>
                  <a:pt x="101841" y="16134"/>
                </a:moveTo>
                <a:cubicBezTo>
                  <a:pt x="105349" y="14185"/>
                  <a:pt x="105317" y="11672"/>
                  <a:pt x="101758" y="9815"/>
                </a:cubicBezTo>
                <a:cubicBezTo>
                  <a:pt x="89217" y="3272"/>
                  <a:pt x="82946" y="0"/>
                  <a:pt x="76200" y="0"/>
                </a:cubicBezTo>
                <a:cubicBezTo>
                  <a:pt x="69454" y="0"/>
                  <a:pt x="63183" y="3272"/>
                  <a:pt x="50642" y="9815"/>
                </a:cubicBezTo>
                <a:lnTo>
                  <a:pt x="31592" y="19754"/>
                </a:lnTo>
                <a:cubicBezTo>
                  <a:pt x="16221" y="27774"/>
                  <a:pt x="8535" y="31784"/>
                  <a:pt x="4268" y="38989"/>
                </a:cubicBezTo>
                <a:cubicBezTo>
                  <a:pt x="0" y="46194"/>
                  <a:pt x="0" y="55161"/>
                  <a:pt x="0" y="73093"/>
                </a:cubicBezTo>
                <a:lnTo>
                  <a:pt x="0" y="88832"/>
                </a:lnTo>
                <a:cubicBezTo>
                  <a:pt x="0" y="106765"/>
                  <a:pt x="0" y="115731"/>
                  <a:pt x="4268" y="122936"/>
                </a:cubicBezTo>
                <a:cubicBezTo>
                  <a:pt x="8535" y="130141"/>
                  <a:pt x="16221" y="134151"/>
                  <a:pt x="31592" y="142171"/>
                </a:cubicBezTo>
                <a:lnTo>
                  <a:pt x="50642" y="152109"/>
                </a:lnTo>
                <a:cubicBezTo>
                  <a:pt x="63183" y="158653"/>
                  <a:pt x="69454" y="161925"/>
                  <a:pt x="76200" y="161925"/>
                </a:cubicBezTo>
                <a:cubicBezTo>
                  <a:pt x="82946" y="161925"/>
                  <a:pt x="89217" y="158653"/>
                  <a:pt x="101758" y="152109"/>
                </a:cubicBezTo>
                <a:lnTo>
                  <a:pt x="120808" y="142171"/>
                </a:lnTo>
                <a:cubicBezTo>
                  <a:pt x="136179" y="134151"/>
                  <a:pt x="143865" y="130141"/>
                  <a:pt x="148133" y="122936"/>
                </a:cubicBezTo>
                <a:cubicBezTo>
                  <a:pt x="152400" y="115731"/>
                  <a:pt x="152400" y="106765"/>
                  <a:pt x="152400" y="88832"/>
                </a:cubicBezTo>
                <a:lnTo>
                  <a:pt x="152400" y="73093"/>
                </a:lnTo>
                <a:cubicBezTo>
                  <a:pt x="152400" y="55161"/>
                  <a:pt x="152400" y="46194"/>
                  <a:pt x="148133" y="38989"/>
                </a:cubicBezTo>
                <a:cubicBezTo>
                  <a:pt x="145000" y="33700"/>
                  <a:pt x="140025" y="30133"/>
                  <a:pt x="131521" y="25437"/>
                </a:cubicBezTo>
                <a:cubicBezTo>
                  <a:pt x="128021" y="23504"/>
                  <a:pt x="127819" y="23495"/>
                  <a:pt x="124251" y="25477"/>
                </a:cubicBezTo>
                <a:lnTo>
                  <a:pt x="66675" y="57150"/>
                </a:lnTo>
                <a:cubicBezTo>
                  <a:pt x="63403" y="58967"/>
                  <a:pt x="59640" y="60903"/>
                  <a:pt x="58009" y="64476"/>
                </a:cubicBezTo>
                <a:cubicBezTo>
                  <a:pt x="57150" y="66359"/>
                  <a:pt x="57150" y="68052"/>
                  <a:pt x="57150" y="71438"/>
                </a:cubicBezTo>
                <a:lnTo>
                  <a:pt x="57150" y="95251"/>
                </a:lnTo>
                <a:cubicBezTo>
                  <a:pt x="57150" y="100511"/>
                  <a:pt x="52885" y="104776"/>
                  <a:pt x="47625" y="104776"/>
                </a:cubicBezTo>
                <a:cubicBezTo>
                  <a:pt x="42365" y="104776"/>
                  <a:pt x="38100" y="100511"/>
                  <a:pt x="38100" y="95251"/>
                </a:cubicBezTo>
                <a:lnTo>
                  <a:pt x="38100" y="57151"/>
                </a:lnTo>
                <a:cubicBezTo>
                  <a:pt x="38100" y="53691"/>
                  <a:pt x="39975" y="50504"/>
                  <a:pt x="42999" y="48824"/>
                </a:cubicBezTo>
                <a:lnTo>
                  <a:pt x="101841" y="16134"/>
                </a:lnTo>
                <a:close/>
              </a:path>
            </a:pathLst>
          </a:custGeom>
          <a:solidFill>
            <a:srgbClr val="000000"/>
          </a:solidFill>
          <a:ln w="9525" cap="flat">
            <a:noFill/>
            <a:prstDash val="solid"/>
            <a:miter/>
          </a:ln>
        </p:spPr>
        <p:txBody>
          <a:bodyPr rtlCol="0" anchor="ctr"/>
          <a:lstStyle/>
          <a:p>
            <a:endParaRPr lang="ru-RU"/>
          </a:p>
        </p:txBody>
      </p:sp>
      <p:sp>
        <p:nvSpPr>
          <p:cNvPr id="1406" name="Полилиния: фигура 1405">
            <a:extLst>
              <a:ext uri="{FF2B5EF4-FFF2-40B4-BE49-F238E27FC236}">
                <a16:creationId xmlns:a16="http://schemas.microsoft.com/office/drawing/2014/main" id="{4B155A99-475A-82FA-DB76-4C55D78F90D4}"/>
              </a:ext>
            </a:extLst>
          </p:cNvPr>
          <p:cNvSpPr/>
          <p:nvPr/>
        </p:nvSpPr>
        <p:spPr>
          <a:xfrm>
            <a:off x="8230757" y="1396637"/>
            <a:ext cx="171429" cy="161939"/>
          </a:xfrm>
          <a:custGeom>
            <a:avLst/>
            <a:gdLst>
              <a:gd name="connsiteX0" fmla="*/ 140872 w 171429"/>
              <a:gd name="connsiteY0" fmla="*/ 105861 h 161939"/>
              <a:gd name="connsiteX1" fmla="*/ 140528 w 171429"/>
              <a:gd name="connsiteY1" fmla="*/ 110116 h 161939"/>
              <a:gd name="connsiteX2" fmla="*/ 142711 w 171429"/>
              <a:gd name="connsiteY2" fmla="*/ 122121 h 161939"/>
              <a:gd name="connsiteX3" fmla="*/ 135044 w 171429"/>
              <a:gd name="connsiteY3" fmla="*/ 133197 h 161939"/>
              <a:gd name="connsiteX4" fmla="*/ 123968 w 171429"/>
              <a:gd name="connsiteY4" fmla="*/ 125529 h 161939"/>
              <a:gd name="connsiteX5" fmla="*/ 122188 w 171429"/>
              <a:gd name="connsiteY5" fmla="*/ 115735 h 161939"/>
              <a:gd name="connsiteX6" fmla="*/ 116082 w 171429"/>
              <a:gd name="connsiteY6" fmla="*/ 117094 h 161939"/>
              <a:gd name="connsiteX7" fmla="*/ 124985 w 171429"/>
              <a:gd name="connsiteY7" fmla="*/ 141522 h 161939"/>
              <a:gd name="connsiteX8" fmla="*/ 150597 w 171429"/>
              <a:gd name="connsiteY8" fmla="*/ 130556 h 161939"/>
              <a:gd name="connsiteX9" fmla="*/ 145341 w 171429"/>
              <a:gd name="connsiteY9" fmla="*/ 108176 h 161939"/>
              <a:gd name="connsiteX10" fmla="*/ 140872 w 171429"/>
              <a:gd name="connsiteY10" fmla="*/ 105861 h 161939"/>
              <a:gd name="connsiteX11" fmla="*/ 90786 w 171429"/>
              <a:gd name="connsiteY11" fmla="*/ 19051 h 161939"/>
              <a:gd name="connsiteX12" fmla="*/ 114269 w 171429"/>
              <a:gd name="connsiteY12" fmla="*/ 51645 h 161939"/>
              <a:gd name="connsiteX13" fmla="*/ 117748 w 171429"/>
              <a:gd name="connsiteY13" fmla="*/ 57191 h 161939"/>
              <a:gd name="connsiteX14" fmla="*/ 142865 w 171429"/>
              <a:gd name="connsiteY14" fmla="*/ 67459 h 161939"/>
              <a:gd name="connsiteX15" fmla="*/ 136873 w 171429"/>
              <a:gd name="connsiteY15" fmla="*/ 74731 h 161939"/>
              <a:gd name="connsiteX16" fmla="*/ 135151 w 171429"/>
              <a:gd name="connsiteY16" fmla="*/ 80542 h 161939"/>
              <a:gd name="connsiteX17" fmla="*/ 142711 w 171429"/>
              <a:gd name="connsiteY17" fmla="*/ 86566 h 161939"/>
              <a:gd name="connsiteX18" fmla="*/ 148931 w 171429"/>
              <a:gd name="connsiteY18" fmla="*/ 88507 h 161939"/>
              <a:gd name="connsiteX19" fmla="*/ 167958 w 171429"/>
              <a:gd name="connsiteY19" fmla="*/ 138398 h 161939"/>
              <a:gd name="connsiteX20" fmla="*/ 117748 w 171429"/>
              <a:gd name="connsiteY20" fmla="*/ 159144 h 161939"/>
              <a:gd name="connsiteX21" fmla="*/ 98721 w 171429"/>
              <a:gd name="connsiteY21" fmla="*/ 109252 h 161939"/>
              <a:gd name="connsiteX22" fmla="*/ 111231 w 171429"/>
              <a:gd name="connsiteY22" fmla="*/ 93669 h 161939"/>
              <a:gd name="connsiteX23" fmla="*/ 89138 w 171429"/>
              <a:gd name="connsiteY23" fmla="*/ 99010 h 161939"/>
              <a:gd name="connsiteX24" fmla="*/ 86361 w 171429"/>
              <a:gd name="connsiteY24" fmla="*/ 94856 h 161939"/>
              <a:gd name="connsiteX25" fmla="*/ 91870 w 171429"/>
              <a:gd name="connsiteY25" fmla="*/ 88508 h 161939"/>
              <a:gd name="connsiteX26" fmla="*/ 116175 w 171429"/>
              <a:gd name="connsiteY26" fmla="*/ 82666 h 161939"/>
              <a:gd name="connsiteX27" fmla="*/ 115004 w 171429"/>
              <a:gd name="connsiteY27" fmla="*/ 76223 h 161939"/>
              <a:gd name="connsiteX28" fmla="*/ 110990 w 171429"/>
              <a:gd name="connsiteY28" fmla="*/ 76213 h 161939"/>
              <a:gd name="connsiteX29" fmla="*/ 110975 w 171429"/>
              <a:gd name="connsiteY29" fmla="*/ 76213 h 161939"/>
              <a:gd name="connsiteX30" fmla="*/ 91870 w 171429"/>
              <a:gd name="connsiteY30" fmla="*/ 55101 h 161939"/>
              <a:gd name="connsiteX31" fmla="*/ 85068 w 171429"/>
              <a:gd name="connsiteY31" fmla="*/ 52389 h 161939"/>
              <a:gd name="connsiteX32" fmla="*/ 70626 w 171429"/>
              <a:gd name="connsiteY32" fmla="*/ 63098 h 161939"/>
              <a:gd name="connsiteX33" fmla="*/ 70626 w 171429"/>
              <a:gd name="connsiteY33" fmla="*/ 69806 h 161939"/>
              <a:gd name="connsiteX34" fmla="*/ 77766 w 171429"/>
              <a:gd name="connsiteY34" fmla="*/ 96424 h 161939"/>
              <a:gd name="connsiteX35" fmla="*/ 54361 w 171429"/>
              <a:gd name="connsiteY35" fmla="*/ 118741 h 161939"/>
              <a:gd name="connsiteX36" fmla="*/ 47387 w 171429"/>
              <a:gd name="connsiteY36" fmla="*/ 123826 h 161939"/>
              <a:gd name="connsiteX37" fmla="*/ 47387 w 171429"/>
              <a:gd name="connsiteY37" fmla="*/ 133351 h 161939"/>
              <a:gd name="connsiteX38" fmla="*/ 30027 w 171429"/>
              <a:gd name="connsiteY38" fmla="*/ 115735 h 161939"/>
              <a:gd name="connsiteX39" fmla="*/ 39895 w 171429"/>
              <a:gd name="connsiteY39" fmla="*/ 104792 h 161939"/>
              <a:gd name="connsiteX40" fmla="*/ 20832 w 171429"/>
              <a:gd name="connsiteY40" fmla="*/ 117096 h 161939"/>
              <a:gd name="connsiteX41" fmla="*/ 29736 w 171429"/>
              <a:gd name="connsiteY41" fmla="*/ 141523 h 161939"/>
              <a:gd name="connsiteX42" fmla="*/ 51908 w 171429"/>
              <a:gd name="connsiteY42" fmla="*/ 135877 h 161939"/>
              <a:gd name="connsiteX43" fmla="*/ 62399 w 171429"/>
              <a:gd name="connsiteY43" fmla="*/ 125265 h 161939"/>
              <a:gd name="connsiteX44" fmla="*/ 66665 w 171429"/>
              <a:gd name="connsiteY44" fmla="*/ 121375 h 161939"/>
              <a:gd name="connsiteX45" fmla="*/ 67819 w 171429"/>
              <a:gd name="connsiteY45" fmla="*/ 120295 h 161939"/>
              <a:gd name="connsiteX46" fmla="*/ 76154 w 171429"/>
              <a:gd name="connsiteY46" fmla="*/ 123826 h 161939"/>
              <a:gd name="connsiteX47" fmla="*/ 72708 w 171429"/>
              <a:gd name="connsiteY47" fmla="*/ 138400 h 161939"/>
              <a:gd name="connsiteX48" fmla="*/ 22499 w 171429"/>
              <a:gd name="connsiteY48" fmla="*/ 159145 h 161939"/>
              <a:gd name="connsiteX49" fmla="*/ 3471 w 171429"/>
              <a:gd name="connsiteY49" fmla="*/ 109254 h 161939"/>
              <a:gd name="connsiteX50" fmla="*/ 49977 w 171429"/>
              <a:gd name="connsiteY50" fmla="*/ 87218 h 161939"/>
              <a:gd name="connsiteX51" fmla="*/ 55789 w 171429"/>
              <a:gd name="connsiteY51" fmla="*/ 87218 h 161939"/>
              <a:gd name="connsiteX52" fmla="*/ 51908 w 171429"/>
              <a:gd name="connsiteY52" fmla="*/ 83921 h 161939"/>
              <a:gd name="connsiteX53" fmla="*/ 28565 w 171429"/>
              <a:gd name="connsiteY53" fmla="*/ 61914 h 161939"/>
              <a:gd name="connsiteX54" fmla="*/ 90786 w 171429"/>
              <a:gd name="connsiteY54" fmla="*/ 19051 h 161939"/>
              <a:gd name="connsiteX55" fmla="*/ 133700 w 171429"/>
              <a:gd name="connsiteY55" fmla="*/ 372 h 161939"/>
              <a:gd name="connsiteX56" fmla="*/ 140609 w 171429"/>
              <a:gd name="connsiteY56" fmla="*/ 6731 h 161939"/>
              <a:gd name="connsiteX57" fmla="*/ 132313 w 171429"/>
              <a:gd name="connsiteY57" fmla="*/ 26411 h 161939"/>
              <a:gd name="connsiteX58" fmla="*/ 115057 w 171429"/>
              <a:gd name="connsiteY58" fmla="*/ 21844 h 161939"/>
              <a:gd name="connsiteX59" fmla="*/ 123353 w 171429"/>
              <a:gd name="connsiteY59" fmla="*/ 2164 h 161939"/>
              <a:gd name="connsiteX60" fmla="*/ 133700 w 171429"/>
              <a:gd name="connsiteY60" fmla="*/ 372 h 161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71429" h="161939">
                <a:moveTo>
                  <a:pt x="140872" y="105861"/>
                </a:moveTo>
                <a:cubicBezTo>
                  <a:pt x="140109" y="106082"/>
                  <a:pt x="140034" y="107397"/>
                  <a:pt x="140528" y="110116"/>
                </a:cubicBezTo>
                <a:lnTo>
                  <a:pt x="142711" y="122121"/>
                </a:lnTo>
                <a:cubicBezTo>
                  <a:pt x="143653" y="127297"/>
                  <a:pt x="140220" y="132256"/>
                  <a:pt x="135044" y="133197"/>
                </a:cubicBezTo>
                <a:cubicBezTo>
                  <a:pt x="129868" y="134138"/>
                  <a:pt x="124909" y="130705"/>
                  <a:pt x="123968" y="125529"/>
                </a:cubicBezTo>
                <a:lnTo>
                  <a:pt x="122188" y="115735"/>
                </a:lnTo>
                <a:cubicBezTo>
                  <a:pt x="120890" y="108595"/>
                  <a:pt x="118847" y="110975"/>
                  <a:pt x="116082" y="117094"/>
                </a:cubicBezTo>
                <a:cubicBezTo>
                  <a:pt x="111545" y="127140"/>
                  <a:pt x="115963" y="137816"/>
                  <a:pt x="124985" y="141522"/>
                </a:cubicBezTo>
                <a:cubicBezTo>
                  <a:pt x="134277" y="145337"/>
                  <a:pt x="145968" y="140806"/>
                  <a:pt x="150597" y="130556"/>
                </a:cubicBezTo>
                <a:cubicBezTo>
                  <a:pt x="154472" y="121979"/>
                  <a:pt x="151817" y="112942"/>
                  <a:pt x="145341" y="108176"/>
                </a:cubicBezTo>
                <a:cubicBezTo>
                  <a:pt x="143085" y="106516"/>
                  <a:pt x="141635" y="105641"/>
                  <a:pt x="140872" y="105861"/>
                </a:cubicBezTo>
                <a:close/>
                <a:moveTo>
                  <a:pt x="90786" y="19051"/>
                </a:moveTo>
                <a:cubicBezTo>
                  <a:pt x="112018" y="19051"/>
                  <a:pt x="114071" y="34597"/>
                  <a:pt x="114269" y="51645"/>
                </a:cubicBezTo>
                <a:cubicBezTo>
                  <a:pt x="114318" y="55869"/>
                  <a:pt x="114269" y="57191"/>
                  <a:pt x="117748" y="57191"/>
                </a:cubicBezTo>
                <a:cubicBezTo>
                  <a:pt x="127354" y="57427"/>
                  <a:pt x="142865" y="58933"/>
                  <a:pt x="142865" y="67459"/>
                </a:cubicBezTo>
                <a:cubicBezTo>
                  <a:pt x="142865" y="71347"/>
                  <a:pt x="140909" y="73521"/>
                  <a:pt x="136873" y="74731"/>
                </a:cubicBezTo>
                <a:cubicBezTo>
                  <a:pt x="133340" y="76223"/>
                  <a:pt x="133340" y="76223"/>
                  <a:pt x="135151" y="80542"/>
                </a:cubicBezTo>
                <a:cubicBezTo>
                  <a:pt x="137326" y="85726"/>
                  <a:pt x="137126" y="85348"/>
                  <a:pt x="142711" y="86566"/>
                </a:cubicBezTo>
                <a:cubicBezTo>
                  <a:pt x="144804" y="87022"/>
                  <a:pt x="146883" y="87666"/>
                  <a:pt x="148931" y="88507"/>
                </a:cubicBezTo>
                <a:cubicBezTo>
                  <a:pt x="168559" y="96568"/>
                  <a:pt x="176646" y="119165"/>
                  <a:pt x="167958" y="138398"/>
                </a:cubicBezTo>
                <a:cubicBezTo>
                  <a:pt x="159363" y="157428"/>
                  <a:pt x="137108" y="167093"/>
                  <a:pt x="117748" y="159144"/>
                </a:cubicBezTo>
                <a:cubicBezTo>
                  <a:pt x="98120" y="151083"/>
                  <a:pt x="90034" y="128485"/>
                  <a:pt x="98721" y="109252"/>
                </a:cubicBezTo>
                <a:cubicBezTo>
                  <a:pt x="101582" y="102920"/>
                  <a:pt x="105955" y="97624"/>
                  <a:pt x="111231" y="93669"/>
                </a:cubicBezTo>
                <a:lnTo>
                  <a:pt x="89138" y="99010"/>
                </a:lnTo>
                <a:cubicBezTo>
                  <a:pt x="86361" y="99816"/>
                  <a:pt x="84624" y="100242"/>
                  <a:pt x="86361" y="94856"/>
                </a:cubicBezTo>
                <a:cubicBezTo>
                  <a:pt x="87806" y="90375"/>
                  <a:pt x="89138" y="89343"/>
                  <a:pt x="91870" y="88508"/>
                </a:cubicBezTo>
                <a:lnTo>
                  <a:pt x="116175" y="82666"/>
                </a:lnTo>
                <a:lnTo>
                  <a:pt x="115004" y="76223"/>
                </a:lnTo>
                <a:cubicBezTo>
                  <a:pt x="113713" y="76222"/>
                  <a:pt x="112375" y="76217"/>
                  <a:pt x="110990" y="76213"/>
                </a:cubicBezTo>
                <a:lnTo>
                  <a:pt x="110975" y="76213"/>
                </a:lnTo>
                <a:cubicBezTo>
                  <a:pt x="98289" y="76174"/>
                  <a:pt x="94624" y="67094"/>
                  <a:pt x="91870" y="55101"/>
                </a:cubicBezTo>
                <a:cubicBezTo>
                  <a:pt x="90647" y="49773"/>
                  <a:pt x="88378" y="49934"/>
                  <a:pt x="85068" y="52389"/>
                </a:cubicBezTo>
                <a:cubicBezTo>
                  <a:pt x="80952" y="55440"/>
                  <a:pt x="70626" y="63098"/>
                  <a:pt x="70626" y="63098"/>
                </a:cubicBezTo>
                <a:cubicBezTo>
                  <a:pt x="66665" y="66676"/>
                  <a:pt x="66665" y="67651"/>
                  <a:pt x="70626" y="69806"/>
                </a:cubicBezTo>
                <a:cubicBezTo>
                  <a:pt x="82593" y="76314"/>
                  <a:pt x="83761" y="89756"/>
                  <a:pt x="77766" y="96424"/>
                </a:cubicBezTo>
                <a:cubicBezTo>
                  <a:pt x="68134" y="107139"/>
                  <a:pt x="59838" y="114400"/>
                  <a:pt x="54361" y="118741"/>
                </a:cubicBezTo>
                <a:cubicBezTo>
                  <a:pt x="49967" y="122223"/>
                  <a:pt x="47387" y="123826"/>
                  <a:pt x="47387" y="123826"/>
                </a:cubicBezTo>
                <a:lnTo>
                  <a:pt x="47387" y="133351"/>
                </a:lnTo>
                <a:cubicBezTo>
                  <a:pt x="47387" y="145423"/>
                  <a:pt x="22353" y="124272"/>
                  <a:pt x="30027" y="115735"/>
                </a:cubicBezTo>
                <a:cubicBezTo>
                  <a:pt x="39895" y="104792"/>
                  <a:pt x="39895" y="104792"/>
                  <a:pt x="39895" y="104792"/>
                </a:cubicBezTo>
                <a:cubicBezTo>
                  <a:pt x="32235" y="104651"/>
                  <a:pt x="24417" y="109159"/>
                  <a:pt x="20832" y="117096"/>
                </a:cubicBezTo>
                <a:cubicBezTo>
                  <a:pt x="16295" y="127142"/>
                  <a:pt x="20713" y="137817"/>
                  <a:pt x="29736" y="141523"/>
                </a:cubicBezTo>
                <a:cubicBezTo>
                  <a:pt x="37217" y="144595"/>
                  <a:pt x="46254" y="142256"/>
                  <a:pt x="51908" y="135877"/>
                </a:cubicBezTo>
                <a:cubicBezTo>
                  <a:pt x="55409" y="131927"/>
                  <a:pt x="58342" y="128875"/>
                  <a:pt x="62399" y="125265"/>
                </a:cubicBezTo>
                <a:cubicBezTo>
                  <a:pt x="63708" y="124100"/>
                  <a:pt x="65135" y="122803"/>
                  <a:pt x="66665" y="121375"/>
                </a:cubicBezTo>
                <a:cubicBezTo>
                  <a:pt x="67064" y="121004"/>
                  <a:pt x="67448" y="120643"/>
                  <a:pt x="67819" y="120295"/>
                </a:cubicBezTo>
                <a:cubicBezTo>
                  <a:pt x="74307" y="114207"/>
                  <a:pt x="76589" y="112065"/>
                  <a:pt x="76154" y="123826"/>
                </a:cubicBezTo>
                <a:cubicBezTo>
                  <a:pt x="75974" y="128709"/>
                  <a:pt x="74851" y="133657"/>
                  <a:pt x="72708" y="138400"/>
                </a:cubicBezTo>
                <a:cubicBezTo>
                  <a:pt x="64113" y="157429"/>
                  <a:pt x="41857" y="167095"/>
                  <a:pt x="22499" y="159145"/>
                </a:cubicBezTo>
                <a:cubicBezTo>
                  <a:pt x="2870" y="151084"/>
                  <a:pt x="-5216" y="128487"/>
                  <a:pt x="3471" y="109254"/>
                </a:cubicBezTo>
                <a:cubicBezTo>
                  <a:pt x="11398" y="91704"/>
                  <a:pt x="31651" y="81922"/>
                  <a:pt x="49977" y="87218"/>
                </a:cubicBezTo>
                <a:cubicBezTo>
                  <a:pt x="52808" y="88036"/>
                  <a:pt x="54448" y="88700"/>
                  <a:pt x="55789" y="87218"/>
                </a:cubicBezTo>
                <a:cubicBezTo>
                  <a:pt x="57131" y="85736"/>
                  <a:pt x="54425" y="84823"/>
                  <a:pt x="51908" y="83921"/>
                </a:cubicBezTo>
                <a:cubicBezTo>
                  <a:pt x="28565" y="75560"/>
                  <a:pt x="28565" y="70817"/>
                  <a:pt x="28565" y="61914"/>
                </a:cubicBezTo>
                <a:cubicBezTo>
                  <a:pt x="28565" y="43459"/>
                  <a:pt x="66665" y="19051"/>
                  <a:pt x="90786" y="19051"/>
                </a:cubicBezTo>
                <a:close/>
                <a:moveTo>
                  <a:pt x="133700" y="372"/>
                </a:moveTo>
                <a:cubicBezTo>
                  <a:pt x="136823" y="1198"/>
                  <a:pt x="139372" y="3383"/>
                  <a:pt x="140609" y="6731"/>
                </a:cubicBezTo>
                <a:cubicBezTo>
                  <a:pt x="144247" y="16579"/>
                  <a:pt x="143038" y="20067"/>
                  <a:pt x="132313" y="26411"/>
                </a:cubicBezTo>
                <a:cubicBezTo>
                  <a:pt x="125257" y="30584"/>
                  <a:pt x="117531" y="28539"/>
                  <a:pt x="115057" y="21844"/>
                </a:cubicBezTo>
                <a:cubicBezTo>
                  <a:pt x="112583" y="15148"/>
                  <a:pt x="116297" y="6337"/>
                  <a:pt x="123353" y="2164"/>
                </a:cubicBezTo>
                <a:cubicBezTo>
                  <a:pt x="126882" y="77"/>
                  <a:pt x="130577" y="-455"/>
                  <a:pt x="133700" y="372"/>
                </a:cubicBezTo>
                <a:close/>
              </a:path>
            </a:pathLst>
          </a:custGeom>
          <a:solidFill>
            <a:srgbClr val="000000"/>
          </a:solidFill>
          <a:ln w="9525" cap="flat">
            <a:noFill/>
            <a:prstDash val="solid"/>
            <a:miter/>
          </a:ln>
        </p:spPr>
        <p:txBody>
          <a:bodyPr rtlCol="0" anchor="ctr"/>
          <a:lstStyle/>
          <a:p>
            <a:endParaRPr lang="ru-RU"/>
          </a:p>
        </p:txBody>
      </p:sp>
      <p:sp>
        <p:nvSpPr>
          <p:cNvPr id="1413" name="Полилиния: фигура 1412">
            <a:extLst>
              <a:ext uri="{FF2B5EF4-FFF2-40B4-BE49-F238E27FC236}">
                <a16:creationId xmlns:a16="http://schemas.microsoft.com/office/drawing/2014/main" id="{D6C3B4BE-2EB8-8AF7-612E-89F9712B42AE}"/>
              </a:ext>
            </a:extLst>
          </p:cNvPr>
          <p:cNvSpPr/>
          <p:nvPr/>
        </p:nvSpPr>
        <p:spPr>
          <a:xfrm>
            <a:off x="8230894" y="1946456"/>
            <a:ext cx="171450" cy="171450"/>
          </a:xfrm>
          <a:custGeom>
            <a:avLst/>
            <a:gdLst>
              <a:gd name="connsiteX0" fmla="*/ 114311 w 171450"/>
              <a:gd name="connsiteY0" fmla="*/ 95254 h 171450"/>
              <a:gd name="connsiteX1" fmla="*/ 152425 w 171450"/>
              <a:gd name="connsiteY1" fmla="*/ 95254 h 171450"/>
              <a:gd name="connsiteX2" fmla="*/ 171310 w 171450"/>
              <a:gd name="connsiteY2" fmla="*/ 114310 h 171450"/>
              <a:gd name="connsiteX3" fmla="*/ 160763 w 171450"/>
              <a:gd name="connsiteY3" fmla="*/ 160762 h 171450"/>
              <a:gd name="connsiteX4" fmla="*/ 114311 w 171450"/>
              <a:gd name="connsiteY4" fmla="*/ 171310 h 171450"/>
              <a:gd name="connsiteX5" fmla="*/ 95254 w 171450"/>
              <a:gd name="connsiteY5" fmla="*/ 152424 h 171450"/>
              <a:gd name="connsiteX6" fmla="*/ 95254 w 171450"/>
              <a:gd name="connsiteY6" fmla="*/ 114310 h 171450"/>
              <a:gd name="connsiteX7" fmla="*/ 114311 w 171450"/>
              <a:gd name="connsiteY7" fmla="*/ 95254 h 171450"/>
              <a:gd name="connsiteX8" fmla="*/ 19026 w 171450"/>
              <a:gd name="connsiteY8" fmla="*/ 95254 h 171450"/>
              <a:gd name="connsiteX9" fmla="*/ 57140 w 171450"/>
              <a:gd name="connsiteY9" fmla="*/ 95254 h 171450"/>
              <a:gd name="connsiteX10" fmla="*/ 76197 w 171450"/>
              <a:gd name="connsiteY10" fmla="*/ 114310 h 171450"/>
              <a:gd name="connsiteX11" fmla="*/ 76197 w 171450"/>
              <a:gd name="connsiteY11" fmla="*/ 152424 h 171450"/>
              <a:gd name="connsiteX12" fmla="*/ 57140 w 171450"/>
              <a:gd name="connsiteY12" fmla="*/ 171310 h 171450"/>
              <a:gd name="connsiteX13" fmla="*/ 10689 w 171450"/>
              <a:gd name="connsiteY13" fmla="*/ 160762 h 171450"/>
              <a:gd name="connsiteX14" fmla="*/ 142 w 171450"/>
              <a:gd name="connsiteY14" fmla="*/ 114310 h 171450"/>
              <a:gd name="connsiteX15" fmla="*/ 19026 w 171450"/>
              <a:gd name="connsiteY15" fmla="*/ 95254 h 171450"/>
              <a:gd name="connsiteX16" fmla="*/ 102991 w 171450"/>
              <a:gd name="connsiteY16" fmla="*/ 91 h 171450"/>
              <a:gd name="connsiteX17" fmla="*/ 114311 w 171450"/>
              <a:gd name="connsiteY17" fmla="*/ 141 h 171450"/>
              <a:gd name="connsiteX18" fmla="*/ 160762 w 171450"/>
              <a:gd name="connsiteY18" fmla="*/ 10688 h 171450"/>
              <a:gd name="connsiteX19" fmla="*/ 171310 w 171450"/>
              <a:gd name="connsiteY19" fmla="*/ 57138 h 171450"/>
              <a:gd name="connsiteX20" fmla="*/ 152425 w 171450"/>
              <a:gd name="connsiteY20" fmla="*/ 76196 h 171450"/>
              <a:gd name="connsiteX21" fmla="*/ 114311 w 171450"/>
              <a:gd name="connsiteY21" fmla="*/ 76196 h 171450"/>
              <a:gd name="connsiteX22" fmla="*/ 95254 w 171450"/>
              <a:gd name="connsiteY22" fmla="*/ 57138 h 171450"/>
              <a:gd name="connsiteX23" fmla="*/ 95254 w 171450"/>
              <a:gd name="connsiteY23" fmla="*/ 19024 h 171450"/>
              <a:gd name="connsiteX24" fmla="*/ 102991 w 171450"/>
              <a:gd name="connsiteY24" fmla="*/ 91 h 171450"/>
              <a:gd name="connsiteX25" fmla="*/ 68459 w 171450"/>
              <a:gd name="connsiteY25" fmla="*/ 91 h 171450"/>
              <a:gd name="connsiteX26" fmla="*/ 76196 w 171450"/>
              <a:gd name="connsiteY26" fmla="*/ 19024 h 171450"/>
              <a:gd name="connsiteX27" fmla="*/ 76196 w 171450"/>
              <a:gd name="connsiteY27" fmla="*/ 57138 h 171450"/>
              <a:gd name="connsiteX28" fmla="*/ 57139 w 171450"/>
              <a:gd name="connsiteY28" fmla="*/ 76196 h 171450"/>
              <a:gd name="connsiteX29" fmla="*/ 19025 w 171450"/>
              <a:gd name="connsiteY29" fmla="*/ 76196 h 171450"/>
              <a:gd name="connsiteX30" fmla="*/ 141 w 171450"/>
              <a:gd name="connsiteY30" fmla="*/ 57138 h 171450"/>
              <a:gd name="connsiteX31" fmla="*/ 10688 w 171450"/>
              <a:gd name="connsiteY31" fmla="*/ 10688 h 171450"/>
              <a:gd name="connsiteX32" fmla="*/ 57139 w 171450"/>
              <a:gd name="connsiteY32" fmla="*/ 141 h 171450"/>
              <a:gd name="connsiteX33" fmla="*/ 68459 w 171450"/>
              <a:gd name="connsiteY33" fmla="*/ 91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71450">
                <a:moveTo>
                  <a:pt x="114311" y="95254"/>
                </a:moveTo>
                <a:cubicBezTo>
                  <a:pt x="125851" y="95254"/>
                  <a:pt x="140737" y="95254"/>
                  <a:pt x="152425" y="95254"/>
                </a:cubicBezTo>
                <a:cubicBezTo>
                  <a:pt x="172524" y="95254"/>
                  <a:pt x="171723" y="94535"/>
                  <a:pt x="171310" y="114310"/>
                </a:cubicBezTo>
                <a:cubicBezTo>
                  <a:pt x="170797" y="138760"/>
                  <a:pt x="168772" y="152754"/>
                  <a:pt x="160763" y="160762"/>
                </a:cubicBezTo>
                <a:cubicBezTo>
                  <a:pt x="152754" y="168772"/>
                  <a:pt x="138760" y="170797"/>
                  <a:pt x="114311" y="171310"/>
                </a:cubicBezTo>
                <a:cubicBezTo>
                  <a:pt x="94534" y="171723"/>
                  <a:pt x="95254" y="172524"/>
                  <a:pt x="95254" y="152424"/>
                </a:cubicBezTo>
                <a:cubicBezTo>
                  <a:pt x="95254" y="140736"/>
                  <a:pt x="95254" y="125851"/>
                  <a:pt x="95254" y="114310"/>
                </a:cubicBezTo>
                <a:cubicBezTo>
                  <a:pt x="95254" y="95254"/>
                  <a:pt x="95254" y="95254"/>
                  <a:pt x="114311" y="95254"/>
                </a:cubicBezTo>
                <a:close/>
                <a:moveTo>
                  <a:pt x="19026" y="95254"/>
                </a:moveTo>
                <a:cubicBezTo>
                  <a:pt x="30714" y="95254"/>
                  <a:pt x="45600" y="95254"/>
                  <a:pt x="57140" y="95254"/>
                </a:cubicBezTo>
                <a:cubicBezTo>
                  <a:pt x="76197" y="95254"/>
                  <a:pt x="76197" y="95254"/>
                  <a:pt x="76197" y="114310"/>
                </a:cubicBezTo>
                <a:cubicBezTo>
                  <a:pt x="76197" y="125851"/>
                  <a:pt x="76197" y="140736"/>
                  <a:pt x="76197" y="152424"/>
                </a:cubicBezTo>
                <a:cubicBezTo>
                  <a:pt x="76197" y="172524"/>
                  <a:pt x="76916" y="171723"/>
                  <a:pt x="57140" y="171310"/>
                </a:cubicBezTo>
                <a:cubicBezTo>
                  <a:pt x="32691" y="170797"/>
                  <a:pt x="18698" y="168772"/>
                  <a:pt x="10689" y="160762"/>
                </a:cubicBezTo>
                <a:cubicBezTo>
                  <a:pt x="2679" y="152754"/>
                  <a:pt x="654" y="138760"/>
                  <a:pt x="142" y="114310"/>
                </a:cubicBezTo>
                <a:cubicBezTo>
                  <a:pt x="-272" y="94535"/>
                  <a:pt x="-1073" y="95254"/>
                  <a:pt x="19026" y="95254"/>
                </a:cubicBezTo>
                <a:close/>
                <a:moveTo>
                  <a:pt x="102991" y="91"/>
                </a:moveTo>
                <a:cubicBezTo>
                  <a:pt x="105705" y="-90"/>
                  <a:pt x="109368" y="38"/>
                  <a:pt x="114311" y="141"/>
                </a:cubicBezTo>
                <a:cubicBezTo>
                  <a:pt x="138760" y="653"/>
                  <a:pt x="152754" y="2678"/>
                  <a:pt x="160762" y="10688"/>
                </a:cubicBezTo>
                <a:cubicBezTo>
                  <a:pt x="168772" y="18697"/>
                  <a:pt x="170797" y="32690"/>
                  <a:pt x="171310" y="57138"/>
                </a:cubicBezTo>
                <a:cubicBezTo>
                  <a:pt x="171723" y="76914"/>
                  <a:pt x="172525" y="76196"/>
                  <a:pt x="152425" y="76196"/>
                </a:cubicBezTo>
                <a:cubicBezTo>
                  <a:pt x="140737" y="76196"/>
                  <a:pt x="125851" y="76196"/>
                  <a:pt x="114311" y="76196"/>
                </a:cubicBezTo>
                <a:cubicBezTo>
                  <a:pt x="95254" y="76196"/>
                  <a:pt x="95254" y="76196"/>
                  <a:pt x="95254" y="57138"/>
                </a:cubicBezTo>
                <a:cubicBezTo>
                  <a:pt x="95254" y="45598"/>
                  <a:pt x="95254" y="30712"/>
                  <a:pt x="95254" y="19024"/>
                </a:cubicBezTo>
                <a:cubicBezTo>
                  <a:pt x="95254" y="3951"/>
                  <a:pt x="94850" y="633"/>
                  <a:pt x="102991" y="91"/>
                </a:cubicBezTo>
                <a:close/>
                <a:moveTo>
                  <a:pt x="68459" y="91"/>
                </a:moveTo>
                <a:cubicBezTo>
                  <a:pt x="76600" y="633"/>
                  <a:pt x="76196" y="3951"/>
                  <a:pt x="76196" y="19024"/>
                </a:cubicBezTo>
                <a:cubicBezTo>
                  <a:pt x="76196" y="30712"/>
                  <a:pt x="76196" y="45598"/>
                  <a:pt x="76196" y="57138"/>
                </a:cubicBezTo>
                <a:cubicBezTo>
                  <a:pt x="76196" y="76196"/>
                  <a:pt x="76196" y="76196"/>
                  <a:pt x="57139" y="76196"/>
                </a:cubicBezTo>
                <a:cubicBezTo>
                  <a:pt x="45599" y="76196"/>
                  <a:pt x="30713" y="76196"/>
                  <a:pt x="19025" y="76196"/>
                </a:cubicBezTo>
                <a:cubicBezTo>
                  <a:pt x="-1074" y="76196"/>
                  <a:pt x="-273" y="76915"/>
                  <a:pt x="141" y="57138"/>
                </a:cubicBezTo>
                <a:cubicBezTo>
                  <a:pt x="653" y="32690"/>
                  <a:pt x="2679" y="18697"/>
                  <a:pt x="10688" y="10688"/>
                </a:cubicBezTo>
                <a:cubicBezTo>
                  <a:pt x="18697" y="2678"/>
                  <a:pt x="32690" y="653"/>
                  <a:pt x="57139" y="141"/>
                </a:cubicBezTo>
                <a:cubicBezTo>
                  <a:pt x="62083" y="38"/>
                  <a:pt x="65745" y="-90"/>
                  <a:pt x="68459" y="91"/>
                </a:cubicBezTo>
                <a:close/>
              </a:path>
            </a:pathLst>
          </a:custGeom>
          <a:solidFill>
            <a:srgbClr val="000000"/>
          </a:solidFill>
          <a:ln w="9525" cap="flat">
            <a:noFill/>
            <a:prstDash val="solid"/>
            <a:miter/>
          </a:ln>
        </p:spPr>
        <p:txBody>
          <a:bodyPr rtlCol="0" anchor="ctr"/>
          <a:lstStyle/>
          <a:p>
            <a:endParaRPr lang="ru-RU"/>
          </a:p>
        </p:txBody>
      </p:sp>
      <p:sp>
        <p:nvSpPr>
          <p:cNvPr id="1420" name="Полилиния: фигура 1419">
            <a:extLst>
              <a:ext uri="{FF2B5EF4-FFF2-40B4-BE49-F238E27FC236}">
                <a16:creationId xmlns:a16="http://schemas.microsoft.com/office/drawing/2014/main" id="{8AC4C7CD-B177-1D76-894F-2B592DD42DD8}"/>
              </a:ext>
            </a:extLst>
          </p:cNvPr>
          <p:cNvSpPr/>
          <p:nvPr/>
        </p:nvSpPr>
        <p:spPr>
          <a:xfrm>
            <a:off x="8240421" y="2486753"/>
            <a:ext cx="152400" cy="171450"/>
          </a:xfrm>
          <a:custGeom>
            <a:avLst/>
            <a:gdLst>
              <a:gd name="connsiteX0" fmla="*/ 50415 w 152400"/>
              <a:gd name="connsiteY0" fmla="*/ 88515 h 171450"/>
              <a:gd name="connsiteX1" fmla="*/ 50415 w 152400"/>
              <a:gd name="connsiteY1" fmla="*/ 101985 h 171450"/>
              <a:gd name="connsiteX2" fmla="*/ 62730 w 152400"/>
              <a:gd name="connsiteY2" fmla="*/ 114300 h 171450"/>
              <a:gd name="connsiteX3" fmla="*/ 50415 w 152400"/>
              <a:gd name="connsiteY3" fmla="*/ 126615 h 171450"/>
              <a:gd name="connsiteX4" fmla="*/ 50415 w 152400"/>
              <a:gd name="connsiteY4" fmla="*/ 140085 h 171450"/>
              <a:gd name="connsiteX5" fmla="*/ 63885 w 152400"/>
              <a:gd name="connsiteY5" fmla="*/ 140085 h 171450"/>
              <a:gd name="connsiteX6" fmla="*/ 76200 w 152400"/>
              <a:gd name="connsiteY6" fmla="*/ 127770 h 171450"/>
              <a:gd name="connsiteX7" fmla="*/ 88515 w 152400"/>
              <a:gd name="connsiteY7" fmla="*/ 140085 h 171450"/>
              <a:gd name="connsiteX8" fmla="*/ 101985 w 152400"/>
              <a:gd name="connsiteY8" fmla="*/ 140085 h 171450"/>
              <a:gd name="connsiteX9" fmla="*/ 101985 w 152400"/>
              <a:gd name="connsiteY9" fmla="*/ 126615 h 171450"/>
              <a:gd name="connsiteX10" fmla="*/ 89670 w 152400"/>
              <a:gd name="connsiteY10" fmla="*/ 114300 h 171450"/>
              <a:gd name="connsiteX11" fmla="*/ 101985 w 152400"/>
              <a:gd name="connsiteY11" fmla="*/ 101985 h 171450"/>
              <a:gd name="connsiteX12" fmla="*/ 101985 w 152400"/>
              <a:gd name="connsiteY12" fmla="*/ 88515 h 171450"/>
              <a:gd name="connsiteX13" fmla="*/ 88515 w 152400"/>
              <a:gd name="connsiteY13" fmla="*/ 88515 h 171450"/>
              <a:gd name="connsiteX14" fmla="*/ 76200 w 152400"/>
              <a:gd name="connsiteY14" fmla="*/ 100830 h 171450"/>
              <a:gd name="connsiteX15" fmla="*/ 63885 w 152400"/>
              <a:gd name="connsiteY15" fmla="*/ 88515 h 171450"/>
              <a:gd name="connsiteX16" fmla="*/ 50415 w 152400"/>
              <a:gd name="connsiteY16" fmla="*/ 88515 h 171450"/>
              <a:gd name="connsiteX17" fmla="*/ 42863 w 152400"/>
              <a:gd name="connsiteY17" fmla="*/ 57150 h 171450"/>
              <a:gd name="connsiteX18" fmla="*/ 59531 w 152400"/>
              <a:gd name="connsiteY18" fmla="*/ 61913 h 171450"/>
              <a:gd name="connsiteX19" fmla="*/ 76200 w 152400"/>
              <a:gd name="connsiteY19" fmla="*/ 66675 h 171450"/>
              <a:gd name="connsiteX20" fmla="*/ 92869 w 152400"/>
              <a:gd name="connsiteY20" fmla="*/ 61913 h 171450"/>
              <a:gd name="connsiteX21" fmla="*/ 109538 w 152400"/>
              <a:gd name="connsiteY21" fmla="*/ 57150 h 171450"/>
              <a:gd name="connsiteX22" fmla="*/ 152400 w 152400"/>
              <a:gd name="connsiteY22" fmla="*/ 109538 h 171450"/>
              <a:gd name="connsiteX23" fmla="*/ 76200 w 152400"/>
              <a:gd name="connsiteY23" fmla="*/ 171450 h 171450"/>
              <a:gd name="connsiteX24" fmla="*/ 0 w 152400"/>
              <a:gd name="connsiteY24" fmla="*/ 109538 h 171450"/>
              <a:gd name="connsiteX25" fmla="*/ 42863 w 152400"/>
              <a:gd name="connsiteY25" fmla="*/ 57150 h 171450"/>
              <a:gd name="connsiteX26" fmla="*/ 39996 w 152400"/>
              <a:gd name="connsiteY26" fmla="*/ 1905 h 171450"/>
              <a:gd name="connsiteX27" fmla="*/ 57046 w 152400"/>
              <a:gd name="connsiteY27" fmla="*/ 1937 h 171450"/>
              <a:gd name="connsiteX28" fmla="*/ 83809 w 152400"/>
              <a:gd name="connsiteY28" fmla="*/ 28637 h 171450"/>
              <a:gd name="connsiteX29" fmla="*/ 66722 w 152400"/>
              <a:gd name="connsiteY29" fmla="*/ 45608 h 171450"/>
              <a:gd name="connsiteX30" fmla="*/ 40098 w 152400"/>
              <a:gd name="connsiteY30" fmla="*/ 18956 h 171450"/>
              <a:gd name="connsiteX31" fmla="*/ 39996 w 152400"/>
              <a:gd name="connsiteY31"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2400" h="171450">
                <a:moveTo>
                  <a:pt x="50415" y="88515"/>
                </a:moveTo>
                <a:cubicBezTo>
                  <a:pt x="46695" y="92234"/>
                  <a:pt x="46695" y="98266"/>
                  <a:pt x="50415" y="101985"/>
                </a:cubicBezTo>
                <a:lnTo>
                  <a:pt x="62730" y="114300"/>
                </a:lnTo>
                <a:lnTo>
                  <a:pt x="50415" y="126615"/>
                </a:lnTo>
                <a:cubicBezTo>
                  <a:pt x="46695" y="130334"/>
                  <a:pt x="46695" y="136366"/>
                  <a:pt x="50415" y="140085"/>
                </a:cubicBezTo>
                <a:cubicBezTo>
                  <a:pt x="54135" y="143805"/>
                  <a:pt x="60166" y="143805"/>
                  <a:pt x="63885" y="140085"/>
                </a:cubicBezTo>
                <a:lnTo>
                  <a:pt x="76200" y="127770"/>
                </a:lnTo>
                <a:lnTo>
                  <a:pt x="88515" y="140085"/>
                </a:lnTo>
                <a:cubicBezTo>
                  <a:pt x="92234" y="143805"/>
                  <a:pt x="98266" y="143805"/>
                  <a:pt x="101985" y="140085"/>
                </a:cubicBezTo>
                <a:cubicBezTo>
                  <a:pt x="105705" y="136366"/>
                  <a:pt x="105705" y="130334"/>
                  <a:pt x="101985" y="126615"/>
                </a:cubicBezTo>
                <a:lnTo>
                  <a:pt x="89670" y="114300"/>
                </a:lnTo>
                <a:lnTo>
                  <a:pt x="101985" y="101985"/>
                </a:lnTo>
                <a:cubicBezTo>
                  <a:pt x="105705" y="98266"/>
                  <a:pt x="105705" y="92234"/>
                  <a:pt x="101985" y="88515"/>
                </a:cubicBezTo>
                <a:cubicBezTo>
                  <a:pt x="98266" y="84795"/>
                  <a:pt x="92234" y="84795"/>
                  <a:pt x="88515" y="88515"/>
                </a:cubicBezTo>
                <a:lnTo>
                  <a:pt x="76200" y="100830"/>
                </a:lnTo>
                <a:lnTo>
                  <a:pt x="63885" y="88515"/>
                </a:lnTo>
                <a:cubicBezTo>
                  <a:pt x="60166" y="84795"/>
                  <a:pt x="54135" y="84795"/>
                  <a:pt x="50415" y="88515"/>
                </a:cubicBezTo>
                <a:close/>
                <a:moveTo>
                  <a:pt x="42863" y="57150"/>
                </a:moveTo>
                <a:cubicBezTo>
                  <a:pt x="50006" y="57150"/>
                  <a:pt x="54769" y="59531"/>
                  <a:pt x="59531" y="61913"/>
                </a:cubicBezTo>
                <a:cubicBezTo>
                  <a:pt x="64294" y="64294"/>
                  <a:pt x="69056" y="66675"/>
                  <a:pt x="76200" y="66675"/>
                </a:cubicBezTo>
                <a:cubicBezTo>
                  <a:pt x="83344" y="66675"/>
                  <a:pt x="88106" y="64294"/>
                  <a:pt x="92869" y="61913"/>
                </a:cubicBezTo>
                <a:cubicBezTo>
                  <a:pt x="97631" y="59531"/>
                  <a:pt x="102394" y="57150"/>
                  <a:pt x="109538" y="57150"/>
                </a:cubicBezTo>
                <a:cubicBezTo>
                  <a:pt x="133350" y="57150"/>
                  <a:pt x="152400" y="76200"/>
                  <a:pt x="152400" y="109538"/>
                </a:cubicBezTo>
                <a:cubicBezTo>
                  <a:pt x="152400" y="142875"/>
                  <a:pt x="123825" y="171450"/>
                  <a:pt x="76200" y="171450"/>
                </a:cubicBezTo>
                <a:cubicBezTo>
                  <a:pt x="28575" y="171450"/>
                  <a:pt x="0" y="142875"/>
                  <a:pt x="0" y="109538"/>
                </a:cubicBezTo>
                <a:cubicBezTo>
                  <a:pt x="0" y="76200"/>
                  <a:pt x="19050" y="57150"/>
                  <a:pt x="42863" y="57150"/>
                </a:cubicBezTo>
                <a:close/>
                <a:moveTo>
                  <a:pt x="39996" y="1905"/>
                </a:moveTo>
                <a:cubicBezTo>
                  <a:pt x="42644" y="-741"/>
                  <a:pt x="48151" y="-539"/>
                  <a:pt x="57046" y="1937"/>
                </a:cubicBezTo>
                <a:cubicBezTo>
                  <a:pt x="72881" y="6344"/>
                  <a:pt x="80486" y="16522"/>
                  <a:pt x="83809" y="28637"/>
                </a:cubicBezTo>
                <a:cubicBezTo>
                  <a:pt x="88720" y="46549"/>
                  <a:pt x="84589" y="50696"/>
                  <a:pt x="66722" y="45608"/>
                </a:cubicBezTo>
                <a:cubicBezTo>
                  <a:pt x="53681" y="41894"/>
                  <a:pt x="44272" y="33600"/>
                  <a:pt x="40098" y="18956"/>
                </a:cubicBezTo>
                <a:cubicBezTo>
                  <a:pt x="37558" y="10043"/>
                  <a:pt x="37347" y="4550"/>
                  <a:pt x="39996" y="1905"/>
                </a:cubicBezTo>
                <a:close/>
              </a:path>
            </a:pathLst>
          </a:custGeom>
          <a:solidFill>
            <a:srgbClr val="000000"/>
          </a:solidFill>
          <a:ln w="9525" cap="flat">
            <a:noFill/>
            <a:prstDash val="solid"/>
            <a:miter/>
          </a:ln>
        </p:spPr>
        <p:txBody>
          <a:bodyPr rtlCol="0" anchor="ctr"/>
          <a:lstStyle/>
          <a:p>
            <a:endParaRPr lang="ru-RU"/>
          </a:p>
        </p:txBody>
      </p:sp>
      <p:sp>
        <p:nvSpPr>
          <p:cNvPr id="1427" name="Полилиния: фигура 1426">
            <a:extLst>
              <a:ext uri="{FF2B5EF4-FFF2-40B4-BE49-F238E27FC236}">
                <a16:creationId xmlns:a16="http://schemas.microsoft.com/office/drawing/2014/main" id="{E94F8A55-0BA8-3C1C-327F-769362776FC1}"/>
              </a:ext>
            </a:extLst>
          </p:cNvPr>
          <p:cNvSpPr/>
          <p:nvPr/>
        </p:nvSpPr>
        <p:spPr>
          <a:xfrm>
            <a:off x="8230737" y="3046098"/>
            <a:ext cx="171449" cy="171450"/>
          </a:xfrm>
          <a:custGeom>
            <a:avLst/>
            <a:gdLst>
              <a:gd name="connsiteX0" fmla="*/ 161924 w 171449"/>
              <a:gd name="connsiteY0" fmla="*/ 114300 h 171450"/>
              <a:gd name="connsiteX1" fmla="*/ 171449 w 171449"/>
              <a:gd name="connsiteY1" fmla="*/ 123825 h 171450"/>
              <a:gd name="connsiteX2" fmla="*/ 170019 w 171449"/>
              <a:gd name="connsiteY2" fmla="*/ 145606 h 171450"/>
              <a:gd name="connsiteX3" fmla="*/ 162111 w 171449"/>
              <a:gd name="connsiteY3" fmla="*/ 162112 h 171450"/>
              <a:gd name="connsiteX4" fmla="*/ 145605 w 171449"/>
              <a:gd name="connsiteY4" fmla="*/ 170020 h 171450"/>
              <a:gd name="connsiteX5" fmla="*/ 123824 w 171449"/>
              <a:gd name="connsiteY5" fmla="*/ 171450 h 171450"/>
              <a:gd name="connsiteX6" fmla="*/ 114299 w 171449"/>
              <a:gd name="connsiteY6" fmla="*/ 161925 h 171450"/>
              <a:gd name="connsiteX7" fmla="*/ 123824 w 171449"/>
              <a:gd name="connsiteY7" fmla="*/ 152400 h 171450"/>
              <a:gd name="connsiteX8" fmla="*/ 142079 w 171449"/>
              <a:gd name="connsiteY8" fmla="*/ 151300 h 171450"/>
              <a:gd name="connsiteX9" fmla="*/ 148640 w 171449"/>
              <a:gd name="connsiteY9" fmla="*/ 148641 h 171450"/>
              <a:gd name="connsiteX10" fmla="*/ 151299 w 171449"/>
              <a:gd name="connsiteY10" fmla="*/ 142079 h 171450"/>
              <a:gd name="connsiteX11" fmla="*/ 152399 w 171449"/>
              <a:gd name="connsiteY11" fmla="*/ 123825 h 171450"/>
              <a:gd name="connsiteX12" fmla="*/ 161924 w 171449"/>
              <a:gd name="connsiteY12" fmla="*/ 114300 h 171450"/>
              <a:gd name="connsiteX13" fmla="*/ 9525 w 171449"/>
              <a:gd name="connsiteY13" fmla="*/ 114300 h 171450"/>
              <a:gd name="connsiteX14" fmla="*/ 19050 w 171449"/>
              <a:gd name="connsiteY14" fmla="*/ 123825 h 171450"/>
              <a:gd name="connsiteX15" fmla="*/ 20150 w 171449"/>
              <a:gd name="connsiteY15" fmla="*/ 142079 h 171450"/>
              <a:gd name="connsiteX16" fmla="*/ 22809 w 171449"/>
              <a:gd name="connsiteY16" fmla="*/ 148641 h 171450"/>
              <a:gd name="connsiteX17" fmla="*/ 29371 w 171449"/>
              <a:gd name="connsiteY17" fmla="*/ 151300 h 171450"/>
              <a:gd name="connsiteX18" fmla="*/ 47625 w 171449"/>
              <a:gd name="connsiteY18" fmla="*/ 152400 h 171450"/>
              <a:gd name="connsiteX19" fmla="*/ 57150 w 171449"/>
              <a:gd name="connsiteY19" fmla="*/ 161925 h 171450"/>
              <a:gd name="connsiteX20" fmla="*/ 47625 w 171449"/>
              <a:gd name="connsiteY20" fmla="*/ 171450 h 171450"/>
              <a:gd name="connsiteX21" fmla="*/ 25844 w 171449"/>
              <a:gd name="connsiteY21" fmla="*/ 170020 h 171450"/>
              <a:gd name="connsiteX22" fmla="*/ 9338 w 171449"/>
              <a:gd name="connsiteY22" fmla="*/ 162112 h 171450"/>
              <a:gd name="connsiteX23" fmla="*/ 1430 w 171449"/>
              <a:gd name="connsiteY23" fmla="*/ 145606 h 171450"/>
              <a:gd name="connsiteX24" fmla="*/ 0 w 171449"/>
              <a:gd name="connsiteY24" fmla="*/ 123825 h 171450"/>
              <a:gd name="connsiteX25" fmla="*/ 9525 w 171449"/>
              <a:gd name="connsiteY25" fmla="*/ 114300 h 171450"/>
              <a:gd name="connsiteX26" fmla="*/ 28570 w 171449"/>
              <a:gd name="connsiteY26" fmla="*/ 76200 h 171450"/>
              <a:gd name="connsiteX27" fmla="*/ 142870 w 171449"/>
              <a:gd name="connsiteY27" fmla="*/ 76200 h 171450"/>
              <a:gd name="connsiteX28" fmla="*/ 152395 w 171449"/>
              <a:gd name="connsiteY28" fmla="*/ 85725 h 171450"/>
              <a:gd name="connsiteX29" fmla="*/ 142870 w 171449"/>
              <a:gd name="connsiteY29" fmla="*/ 95250 h 171450"/>
              <a:gd name="connsiteX30" fmla="*/ 133140 w 171449"/>
              <a:gd name="connsiteY30" fmla="*/ 95250 h 171450"/>
              <a:gd name="connsiteX31" fmla="*/ 85720 w 171449"/>
              <a:gd name="connsiteY31" fmla="*/ 133350 h 171450"/>
              <a:gd name="connsiteX32" fmla="*/ 38299 w 171449"/>
              <a:gd name="connsiteY32" fmla="*/ 95250 h 171450"/>
              <a:gd name="connsiteX33" fmla="*/ 28570 w 171449"/>
              <a:gd name="connsiteY33" fmla="*/ 95250 h 171450"/>
              <a:gd name="connsiteX34" fmla="*/ 19045 w 171449"/>
              <a:gd name="connsiteY34" fmla="*/ 85725 h 171450"/>
              <a:gd name="connsiteX35" fmla="*/ 28570 w 171449"/>
              <a:gd name="connsiteY35" fmla="*/ 76200 h 171450"/>
              <a:gd name="connsiteX36" fmla="*/ 85720 w 171449"/>
              <a:gd name="connsiteY36" fmla="*/ 38100 h 171450"/>
              <a:gd name="connsiteX37" fmla="*/ 128081 w 171449"/>
              <a:gd name="connsiteY37" fmla="*/ 52388 h 171450"/>
              <a:gd name="connsiteX38" fmla="*/ 114295 w 171449"/>
              <a:gd name="connsiteY38" fmla="*/ 66675 h 171450"/>
              <a:gd name="connsiteX39" fmla="*/ 57145 w 171449"/>
              <a:gd name="connsiteY39" fmla="*/ 66675 h 171450"/>
              <a:gd name="connsiteX40" fmla="*/ 43358 w 171449"/>
              <a:gd name="connsiteY40" fmla="*/ 52388 h 171450"/>
              <a:gd name="connsiteX41" fmla="*/ 85720 w 171449"/>
              <a:gd name="connsiteY41" fmla="*/ 38100 h 171450"/>
              <a:gd name="connsiteX42" fmla="*/ 123824 w 171449"/>
              <a:gd name="connsiteY42" fmla="*/ 0 h 171450"/>
              <a:gd name="connsiteX43" fmla="*/ 145605 w 171449"/>
              <a:gd name="connsiteY43" fmla="*/ 1430 h 171450"/>
              <a:gd name="connsiteX44" fmla="*/ 162111 w 171449"/>
              <a:gd name="connsiteY44" fmla="*/ 9338 h 171450"/>
              <a:gd name="connsiteX45" fmla="*/ 170019 w 171449"/>
              <a:gd name="connsiteY45" fmla="*/ 25844 h 171450"/>
              <a:gd name="connsiteX46" fmla="*/ 171449 w 171449"/>
              <a:gd name="connsiteY46" fmla="*/ 47625 h 171450"/>
              <a:gd name="connsiteX47" fmla="*/ 161924 w 171449"/>
              <a:gd name="connsiteY47" fmla="*/ 57150 h 171450"/>
              <a:gd name="connsiteX48" fmla="*/ 152399 w 171449"/>
              <a:gd name="connsiteY48" fmla="*/ 47625 h 171450"/>
              <a:gd name="connsiteX49" fmla="*/ 151299 w 171449"/>
              <a:gd name="connsiteY49" fmla="*/ 29371 h 171450"/>
              <a:gd name="connsiteX50" fmla="*/ 148640 w 171449"/>
              <a:gd name="connsiteY50" fmla="*/ 22809 h 171450"/>
              <a:gd name="connsiteX51" fmla="*/ 142079 w 171449"/>
              <a:gd name="connsiteY51" fmla="*/ 20150 h 171450"/>
              <a:gd name="connsiteX52" fmla="*/ 123824 w 171449"/>
              <a:gd name="connsiteY52" fmla="*/ 19050 h 171450"/>
              <a:gd name="connsiteX53" fmla="*/ 114299 w 171449"/>
              <a:gd name="connsiteY53" fmla="*/ 9525 h 171450"/>
              <a:gd name="connsiteX54" fmla="*/ 123824 w 171449"/>
              <a:gd name="connsiteY54" fmla="*/ 0 h 171450"/>
              <a:gd name="connsiteX55" fmla="*/ 47625 w 171449"/>
              <a:gd name="connsiteY55" fmla="*/ 0 h 171450"/>
              <a:gd name="connsiteX56" fmla="*/ 57150 w 171449"/>
              <a:gd name="connsiteY56" fmla="*/ 9525 h 171450"/>
              <a:gd name="connsiteX57" fmla="*/ 47625 w 171449"/>
              <a:gd name="connsiteY57" fmla="*/ 19050 h 171450"/>
              <a:gd name="connsiteX58" fmla="*/ 29371 w 171449"/>
              <a:gd name="connsiteY58" fmla="*/ 20150 h 171450"/>
              <a:gd name="connsiteX59" fmla="*/ 22809 w 171449"/>
              <a:gd name="connsiteY59" fmla="*/ 22809 h 171450"/>
              <a:gd name="connsiteX60" fmla="*/ 20150 w 171449"/>
              <a:gd name="connsiteY60" fmla="*/ 29371 h 171450"/>
              <a:gd name="connsiteX61" fmla="*/ 19050 w 171449"/>
              <a:gd name="connsiteY61" fmla="*/ 47625 h 171450"/>
              <a:gd name="connsiteX62" fmla="*/ 9525 w 171449"/>
              <a:gd name="connsiteY62" fmla="*/ 57150 h 171450"/>
              <a:gd name="connsiteX63" fmla="*/ 0 w 171449"/>
              <a:gd name="connsiteY63" fmla="*/ 47625 h 171450"/>
              <a:gd name="connsiteX64" fmla="*/ 1430 w 171449"/>
              <a:gd name="connsiteY64" fmla="*/ 25844 h 171450"/>
              <a:gd name="connsiteX65" fmla="*/ 9338 w 171449"/>
              <a:gd name="connsiteY65" fmla="*/ 9338 h 171450"/>
              <a:gd name="connsiteX66" fmla="*/ 25844 w 171449"/>
              <a:gd name="connsiteY66" fmla="*/ 1430 h 171450"/>
              <a:gd name="connsiteX67" fmla="*/ 47625 w 171449"/>
              <a:gd name="connsiteY6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1449" h="171450">
                <a:moveTo>
                  <a:pt x="161924" y="114300"/>
                </a:moveTo>
                <a:cubicBezTo>
                  <a:pt x="167185" y="114300"/>
                  <a:pt x="171449" y="118564"/>
                  <a:pt x="171449" y="123825"/>
                </a:cubicBezTo>
                <a:cubicBezTo>
                  <a:pt x="171449" y="132233"/>
                  <a:pt x="171162" y="139538"/>
                  <a:pt x="170019" y="145606"/>
                </a:cubicBezTo>
                <a:cubicBezTo>
                  <a:pt x="168859" y="151766"/>
                  <a:pt x="166653" y="157569"/>
                  <a:pt x="162111" y="162112"/>
                </a:cubicBezTo>
                <a:cubicBezTo>
                  <a:pt x="157568" y="166654"/>
                  <a:pt x="151766" y="168860"/>
                  <a:pt x="145605" y="170020"/>
                </a:cubicBezTo>
                <a:cubicBezTo>
                  <a:pt x="139538" y="171163"/>
                  <a:pt x="132232" y="171450"/>
                  <a:pt x="123824" y="171450"/>
                </a:cubicBezTo>
                <a:cubicBezTo>
                  <a:pt x="118564" y="171450"/>
                  <a:pt x="114299" y="167186"/>
                  <a:pt x="114299" y="161925"/>
                </a:cubicBezTo>
                <a:cubicBezTo>
                  <a:pt x="114299" y="156664"/>
                  <a:pt x="118564" y="152400"/>
                  <a:pt x="123824" y="152400"/>
                </a:cubicBezTo>
                <a:cubicBezTo>
                  <a:pt x="132086" y="152400"/>
                  <a:pt x="137876" y="152091"/>
                  <a:pt x="142079" y="151300"/>
                </a:cubicBezTo>
                <a:cubicBezTo>
                  <a:pt x="146188" y="150525"/>
                  <a:pt x="147825" y="149457"/>
                  <a:pt x="148640" y="148641"/>
                </a:cubicBezTo>
                <a:cubicBezTo>
                  <a:pt x="149456" y="147826"/>
                  <a:pt x="150524" y="146188"/>
                  <a:pt x="151299" y="142079"/>
                </a:cubicBezTo>
                <a:cubicBezTo>
                  <a:pt x="152090" y="137877"/>
                  <a:pt x="152399" y="132086"/>
                  <a:pt x="152399" y="123825"/>
                </a:cubicBezTo>
                <a:cubicBezTo>
                  <a:pt x="152399" y="118564"/>
                  <a:pt x="156664" y="114300"/>
                  <a:pt x="161924" y="114300"/>
                </a:cubicBezTo>
                <a:close/>
                <a:moveTo>
                  <a:pt x="9525" y="114300"/>
                </a:moveTo>
                <a:cubicBezTo>
                  <a:pt x="14785" y="114300"/>
                  <a:pt x="19050" y="118564"/>
                  <a:pt x="19050" y="123825"/>
                </a:cubicBezTo>
                <a:cubicBezTo>
                  <a:pt x="19050" y="132086"/>
                  <a:pt x="19359" y="137877"/>
                  <a:pt x="20150" y="142079"/>
                </a:cubicBezTo>
                <a:cubicBezTo>
                  <a:pt x="20925" y="146188"/>
                  <a:pt x="21993" y="147826"/>
                  <a:pt x="22809" y="148641"/>
                </a:cubicBezTo>
                <a:cubicBezTo>
                  <a:pt x="23624" y="149457"/>
                  <a:pt x="25262" y="150525"/>
                  <a:pt x="29371" y="151300"/>
                </a:cubicBezTo>
                <a:cubicBezTo>
                  <a:pt x="33573" y="152091"/>
                  <a:pt x="39364" y="152400"/>
                  <a:pt x="47625" y="152400"/>
                </a:cubicBezTo>
                <a:cubicBezTo>
                  <a:pt x="52885" y="152400"/>
                  <a:pt x="57150" y="156664"/>
                  <a:pt x="57150" y="161925"/>
                </a:cubicBezTo>
                <a:cubicBezTo>
                  <a:pt x="57150" y="167186"/>
                  <a:pt x="52885" y="171450"/>
                  <a:pt x="47625" y="171450"/>
                </a:cubicBezTo>
                <a:cubicBezTo>
                  <a:pt x="39218" y="171450"/>
                  <a:pt x="31911" y="171163"/>
                  <a:pt x="25844" y="170020"/>
                </a:cubicBezTo>
                <a:cubicBezTo>
                  <a:pt x="19684" y="168860"/>
                  <a:pt x="13881" y="166654"/>
                  <a:pt x="9338" y="162112"/>
                </a:cubicBezTo>
                <a:cubicBezTo>
                  <a:pt x="4796" y="157569"/>
                  <a:pt x="2590" y="151766"/>
                  <a:pt x="1430" y="145606"/>
                </a:cubicBezTo>
                <a:cubicBezTo>
                  <a:pt x="287" y="139538"/>
                  <a:pt x="0" y="132233"/>
                  <a:pt x="0" y="123825"/>
                </a:cubicBezTo>
                <a:cubicBezTo>
                  <a:pt x="0" y="118564"/>
                  <a:pt x="4264" y="114300"/>
                  <a:pt x="9525" y="114300"/>
                </a:cubicBezTo>
                <a:close/>
                <a:moveTo>
                  <a:pt x="28570" y="76200"/>
                </a:moveTo>
                <a:lnTo>
                  <a:pt x="142870" y="76200"/>
                </a:lnTo>
                <a:cubicBezTo>
                  <a:pt x="148131" y="76200"/>
                  <a:pt x="152395" y="80464"/>
                  <a:pt x="152395" y="85725"/>
                </a:cubicBezTo>
                <a:cubicBezTo>
                  <a:pt x="152395" y="90986"/>
                  <a:pt x="148131" y="95250"/>
                  <a:pt x="142870" y="95250"/>
                </a:cubicBezTo>
                <a:lnTo>
                  <a:pt x="133140" y="95250"/>
                </a:lnTo>
                <a:cubicBezTo>
                  <a:pt x="131654" y="126340"/>
                  <a:pt x="121537" y="133350"/>
                  <a:pt x="85720" y="133350"/>
                </a:cubicBezTo>
                <a:cubicBezTo>
                  <a:pt x="49903" y="133350"/>
                  <a:pt x="39785" y="126340"/>
                  <a:pt x="38299" y="95250"/>
                </a:cubicBezTo>
                <a:lnTo>
                  <a:pt x="28570" y="95250"/>
                </a:lnTo>
                <a:cubicBezTo>
                  <a:pt x="23309" y="95250"/>
                  <a:pt x="19045" y="90986"/>
                  <a:pt x="19045" y="85725"/>
                </a:cubicBezTo>
                <a:cubicBezTo>
                  <a:pt x="19045" y="80464"/>
                  <a:pt x="23309" y="76200"/>
                  <a:pt x="28570" y="76200"/>
                </a:cubicBezTo>
                <a:close/>
                <a:moveTo>
                  <a:pt x="85720" y="38100"/>
                </a:moveTo>
                <a:cubicBezTo>
                  <a:pt x="109515" y="38100"/>
                  <a:pt x="121967" y="41194"/>
                  <a:pt x="128081" y="52388"/>
                </a:cubicBezTo>
                <a:cubicBezTo>
                  <a:pt x="135886" y="66675"/>
                  <a:pt x="127977" y="66675"/>
                  <a:pt x="114295" y="66675"/>
                </a:cubicBezTo>
                <a:lnTo>
                  <a:pt x="57145" y="66675"/>
                </a:lnTo>
                <a:cubicBezTo>
                  <a:pt x="43462" y="66675"/>
                  <a:pt x="35553" y="66675"/>
                  <a:pt x="43358" y="52388"/>
                </a:cubicBezTo>
                <a:cubicBezTo>
                  <a:pt x="49472" y="41194"/>
                  <a:pt x="61924" y="38100"/>
                  <a:pt x="85720" y="38100"/>
                </a:cubicBezTo>
                <a:close/>
                <a:moveTo>
                  <a:pt x="123824" y="0"/>
                </a:moveTo>
                <a:cubicBezTo>
                  <a:pt x="132232" y="0"/>
                  <a:pt x="139538" y="287"/>
                  <a:pt x="145605" y="1430"/>
                </a:cubicBezTo>
                <a:cubicBezTo>
                  <a:pt x="151766" y="2590"/>
                  <a:pt x="157568" y="4796"/>
                  <a:pt x="162111" y="9338"/>
                </a:cubicBezTo>
                <a:cubicBezTo>
                  <a:pt x="166653" y="13881"/>
                  <a:pt x="168859" y="19684"/>
                  <a:pt x="170019" y="25844"/>
                </a:cubicBezTo>
                <a:cubicBezTo>
                  <a:pt x="171162" y="31911"/>
                  <a:pt x="171449" y="39218"/>
                  <a:pt x="171449" y="47625"/>
                </a:cubicBezTo>
                <a:cubicBezTo>
                  <a:pt x="171449" y="52885"/>
                  <a:pt x="167185" y="57150"/>
                  <a:pt x="161924" y="57150"/>
                </a:cubicBezTo>
                <a:cubicBezTo>
                  <a:pt x="156664" y="57150"/>
                  <a:pt x="152399" y="52885"/>
                  <a:pt x="152399" y="47625"/>
                </a:cubicBezTo>
                <a:cubicBezTo>
                  <a:pt x="152399" y="39364"/>
                  <a:pt x="152090" y="33573"/>
                  <a:pt x="151299" y="29371"/>
                </a:cubicBezTo>
                <a:cubicBezTo>
                  <a:pt x="150524" y="25262"/>
                  <a:pt x="149456" y="23624"/>
                  <a:pt x="148640" y="22809"/>
                </a:cubicBezTo>
                <a:cubicBezTo>
                  <a:pt x="147825" y="21993"/>
                  <a:pt x="146188" y="20925"/>
                  <a:pt x="142079" y="20150"/>
                </a:cubicBezTo>
                <a:cubicBezTo>
                  <a:pt x="137876" y="19359"/>
                  <a:pt x="132086" y="19050"/>
                  <a:pt x="123824" y="19050"/>
                </a:cubicBezTo>
                <a:cubicBezTo>
                  <a:pt x="118564" y="19050"/>
                  <a:pt x="114299" y="14785"/>
                  <a:pt x="114299" y="9525"/>
                </a:cubicBezTo>
                <a:cubicBezTo>
                  <a:pt x="114299" y="4265"/>
                  <a:pt x="118564" y="0"/>
                  <a:pt x="123824" y="0"/>
                </a:cubicBezTo>
                <a:close/>
                <a:moveTo>
                  <a:pt x="47625" y="0"/>
                </a:moveTo>
                <a:cubicBezTo>
                  <a:pt x="52885" y="0"/>
                  <a:pt x="57150" y="4265"/>
                  <a:pt x="57150" y="9525"/>
                </a:cubicBezTo>
                <a:cubicBezTo>
                  <a:pt x="57150" y="14785"/>
                  <a:pt x="52885" y="19050"/>
                  <a:pt x="47625" y="19050"/>
                </a:cubicBezTo>
                <a:cubicBezTo>
                  <a:pt x="39364" y="19050"/>
                  <a:pt x="33573" y="19359"/>
                  <a:pt x="29371" y="20150"/>
                </a:cubicBezTo>
                <a:cubicBezTo>
                  <a:pt x="25262" y="20925"/>
                  <a:pt x="23624" y="21993"/>
                  <a:pt x="22809" y="22809"/>
                </a:cubicBezTo>
                <a:cubicBezTo>
                  <a:pt x="21993" y="23624"/>
                  <a:pt x="20925" y="25262"/>
                  <a:pt x="20150" y="29371"/>
                </a:cubicBezTo>
                <a:cubicBezTo>
                  <a:pt x="19359" y="33573"/>
                  <a:pt x="19050" y="39364"/>
                  <a:pt x="19050" y="47625"/>
                </a:cubicBezTo>
                <a:cubicBezTo>
                  <a:pt x="19050" y="52885"/>
                  <a:pt x="14785" y="57150"/>
                  <a:pt x="9525" y="57150"/>
                </a:cubicBezTo>
                <a:cubicBezTo>
                  <a:pt x="4264" y="57150"/>
                  <a:pt x="0" y="52885"/>
                  <a:pt x="0" y="47625"/>
                </a:cubicBezTo>
                <a:cubicBezTo>
                  <a:pt x="0" y="39218"/>
                  <a:pt x="287" y="31911"/>
                  <a:pt x="1430" y="25844"/>
                </a:cubicBezTo>
                <a:cubicBezTo>
                  <a:pt x="2590" y="19684"/>
                  <a:pt x="4796" y="13881"/>
                  <a:pt x="9338" y="9338"/>
                </a:cubicBezTo>
                <a:cubicBezTo>
                  <a:pt x="13881" y="4796"/>
                  <a:pt x="19684" y="2590"/>
                  <a:pt x="25844" y="1430"/>
                </a:cubicBezTo>
                <a:cubicBezTo>
                  <a:pt x="31911" y="287"/>
                  <a:pt x="39218" y="0"/>
                  <a:pt x="47625" y="0"/>
                </a:cubicBezTo>
                <a:close/>
              </a:path>
            </a:pathLst>
          </a:custGeom>
          <a:solidFill>
            <a:srgbClr val="000000"/>
          </a:solidFill>
          <a:ln w="9525" cap="flat">
            <a:noFill/>
            <a:prstDash val="solid"/>
            <a:miter/>
          </a:ln>
        </p:spPr>
        <p:txBody>
          <a:bodyPr rtlCol="0" anchor="ctr"/>
          <a:lstStyle/>
          <a:p>
            <a:endParaRPr lang="ru-RU"/>
          </a:p>
        </p:txBody>
      </p:sp>
      <p:sp>
        <p:nvSpPr>
          <p:cNvPr id="1280" name="Рисунок 316">
            <a:extLst>
              <a:ext uri="{FF2B5EF4-FFF2-40B4-BE49-F238E27FC236}">
                <a16:creationId xmlns:a16="http://schemas.microsoft.com/office/drawing/2014/main" id="{7DC30C2D-A54D-D531-DE81-21EB1310717E}"/>
              </a:ext>
            </a:extLst>
          </p:cNvPr>
          <p:cNvSpPr/>
          <p:nvPr/>
        </p:nvSpPr>
        <p:spPr>
          <a:xfrm>
            <a:off x="8249946" y="4609642"/>
            <a:ext cx="133350" cy="152400"/>
          </a:xfrm>
          <a:custGeom>
            <a:avLst/>
            <a:gdLst>
              <a:gd name="connsiteX0" fmla="*/ 66675 w 133350"/>
              <a:gd name="connsiteY0" fmla="*/ 0 h 152400"/>
              <a:gd name="connsiteX1" fmla="*/ 133350 w 133350"/>
              <a:gd name="connsiteY1" fmla="*/ 71438 h 152400"/>
              <a:gd name="connsiteX2" fmla="*/ 114300 w 133350"/>
              <a:gd name="connsiteY2" fmla="*/ 152400 h 152400"/>
              <a:gd name="connsiteX3" fmla="*/ 66675 w 133350"/>
              <a:gd name="connsiteY3" fmla="*/ 123825 h 152400"/>
              <a:gd name="connsiteX4" fmla="*/ 19050 w 133350"/>
              <a:gd name="connsiteY4" fmla="*/ 152400 h 152400"/>
              <a:gd name="connsiteX5" fmla="*/ 0 w 133350"/>
              <a:gd name="connsiteY5" fmla="*/ 71438 h 152400"/>
              <a:gd name="connsiteX6" fmla="*/ 66675 w 133350"/>
              <a:gd name="connsiteY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350" h="152400">
                <a:moveTo>
                  <a:pt x="66675" y="0"/>
                </a:moveTo>
                <a:cubicBezTo>
                  <a:pt x="123825" y="0"/>
                  <a:pt x="133350" y="9525"/>
                  <a:pt x="133350" y="71438"/>
                </a:cubicBezTo>
                <a:cubicBezTo>
                  <a:pt x="133350" y="103056"/>
                  <a:pt x="133350" y="152400"/>
                  <a:pt x="114300" y="152400"/>
                </a:cubicBezTo>
                <a:cubicBezTo>
                  <a:pt x="90488" y="152400"/>
                  <a:pt x="80963" y="123825"/>
                  <a:pt x="66675" y="123825"/>
                </a:cubicBezTo>
                <a:cubicBezTo>
                  <a:pt x="52388" y="123825"/>
                  <a:pt x="42863" y="152400"/>
                  <a:pt x="19050" y="152400"/>
                </a:cubicBezTo>
                <a:cubicBezTo>
                  <a:pt x="0" y="152400"/>
                  <a:pt x="0" y="103056"/>
                  <a:pt x="0" y="71438"/>
                </a:cubicBezTo>
                <a:cubicBezTo>
                  <a:pt x="0" y="9525"/>
                  <a:pt x="9525" y="0"/>
                  <a:pt x="66675" y="0"/>
                </a:cubicBezTo>
                <a:close/>
              </a:path>
            </a:pathLst>
          </a:custGeom>
          <a:solidFill>
            <a:srgbClr val="000000"/>
          </a:solidFill>
          <a:ln w="9525" cap="flat">
            <a:noFill/>
            <a:prstDash val="solid"/>
            <a:miter/>
          </a:ln>
        </p:spPr>
        <p:txBody>
          <a:bodyPr rtlCol="0" anchor="ctr"/>
          <a:lstStyle/>
          <a:p>
            <a:endParaRPr lang="ru-RU"/>
          </a:p>
        </p:txBody>
      </p:sp>
      <p:sp>
        <p:nvSpPr>
          <p:cNvPr id="1438" name="Полилиния: фигура 1437">
            <a:extLst>
              <a:ext uri="{FF2B5EF4-FFF2-40B4-BE49-F238E27FC236}">
                <a16:creationId xmlns:a16="http://schemas.microsoft.com/office/drawing/2014/main" id="{AD516EDC-0341-8E67-45BB-370EA11C7A26}"/>
              </a:ext>
            </a:extLst>
          </p:cNvPr>
          <p:cNvSpPr/>
          <p:nvPr/>
        </p:nvSpPr>
        <p:spPr>
          <a:xfrm>
            <a:off x="8230896" y="5110286"/>
            <a:ext cx="171450" cy="171450"/>
          </a:xfrm>
          <a:custGeom>
            <a:avLst/>
            <a:gdLst>
              <a:gd name="connsiteX0" fmla="*/ 126802 w 171450"/>
              <a:gd name="connsiteY0" fmla="*/ 145521 h 171450"/>
              <a:gd name="connsiteX1" fmla="*/ 131835 w 171450"/>
              <a:gd name="connsiteY1" fmla="*/ 146904 h 171450"/>
              <a:gd name="connsiteX2" fmla="*/ 142875 w 171450"/>
              <a:gd name="connsiteY2" fmla="*/ 149225 h 171450"/>
              <a:gd name="connsiteX3" fmla="*/ 153906 w 171450"/>
              <a:gd name="connsiteY3" fmla="*/ 146901 h 171450"/>
              <a:gd name="connsiteX4" fmla="*/ 158948 w 171450"/>
              <a:gd name="connsiteY4" fmla="*/ 145521 h 171450"/>
              <a:gd name="connsiteX5" fmla="*/ 171450 w 171450"/>
              <a:gd name="connsiteY5" fmla="*/ 158486 h 171450"/>
              <a:gd name="connsiteX6" fmla="*/ 142844 w 171450"/>
              <a:gd name="connsiteY6" fmla="*/ 171450 h 171450"/>
              <a:gd name="connsiteX7" fmla="*/ 114300 w 171450"/>
              <a:gd name="connsiteY7" fmla="*/ 158486 h 171450"/>
              <a:gd name="connsiteX8" fmla="*/ 126802 w 171450"/>
              <a:gd name="connsiteY8" fmla="*/ 145521 h 171450"/>
              <a:gd name="connsiteX9" fmla="*/ 142874 w 171450"/>
              <a:gd name="connsiteY9" fmla="*/ 104775 h 171450"/>
              <a:gd name="connsiteX10" fmla="*/ 160734 w 171450"/>
              <a:gd name="connsiteY10" fmla="*/ 123295 h 171450"/>
              <a:gd name="connsiteX11" fmla="*/ 142874 w 171450"/>
              <a:gd name="connsiteY11" fmla="*/ 141817 h 171450"/>
              <a:gd name="connsiteX12" fmla="*/ 125015 w 171450"/>
              <a:gd name="connsiteY12" fmla="*/ 123295 h 171450"/>
              <a:gd name="connsiteX13" fmla="*/ 142874 w 171450"/>
              <a:gd name="connsiteY13" fmla="*/ 104775 h 171450"/>
              <a:gd name="connsiteX14" fmla="*/ 38100 w 171450"/>
              <a:gd name="connsiteY14" fmla="*/ 104775 h 171450"/>
              <a:gd name="connsiteX15" fmla="*/ 28575 w 171450"/>
              <a:gd name="connsiteY15" fmla="*/ 114300 h 171450"/>
              <a:gd name="connsiteX16" fmla="*/ 38100 w 171450"/>
              <a:gd name="connsiteY16" fmla="*/ 123825 h 171450"/>
              <a:gd name="connsiteX17" fmla="*/ 66675 w 171450"/>
              <a:gd name="connsiteY17" fmla="*/ 123825 h 171450"/>
              <a:gd name="connsiteX18" fmla="*/ 76200 w 171450"/>
              <a:gd name="connsiteY18" fmla="*/ 114300 h 171450"/>
              <a:gd name="connsiteX19" fmla="*/ 66675 w 171450"/>
              <a:gd name="connsiteY19" fmla="*/ 104775 h 171450"/>
              <a:gd name="connsiteX20" fmla="*/ 38100 w 171450"/>
              <a:gd name="connsiteY20" fmla="*/ 66675 h 171450"/>
              <a:gd name="connsiteX21" fmla="*/ 28575 w 171450"/>
              <a:gd name="connsiteY21" fmla="*/ 76200 h 171450"/>
              <a:gd name="connsiteX22" fmla="*/ 38100 w 171450"/>
              <a:gd name="connsiteY22" fmla="*/ 85725 h 171450"/>
              <a:gd name="connsiteX23" fmla="*/ 95250 w 171450"/>
              <a:gd name="connsiteY23" fmla="*/ 85725 h 171450"/>
              <a:gd name="connsiteX24" fmla="*/ 104775 w 171450"/>
              <a:gd name="connsiteY24" fmla="*/ 76200 h 171450"/>
              <a:gd name="connsiteX25" fmla="*/ 95250 w 171450"/>
              <a:gd name="connsiteY25" fmla="*/ 66675 h 171450"/>
              <a:gd name="connsiteX26" fmla="*/ 38100 w 171450"/>
              <a:gd name="connsiteY26" fmla="*/ 28575 h 171450"/>
              <a:gd name="connsiteX27" fmla="*/ 28575 w 171450"/>
              <a:gd name="connsiteY27" fmla="*/ 38100 h 171450"/>
              <a:gd name="connsiteX28" fmla="*/ 38100 w 171450"/>
              <a:gd name="connsiteY28" fmla="*/ 47625 h 171450"/>
              <a:gd name="connsiteX29" fmla="*/ 95250 w 171450"/>
              <a:gd name="connsiteY29" fmla="*/ 47625 h 171450"/>
              <a:gd name="connsiteX30" fmla="*/ 104775 w 171450"/>
              <a:gd name="connsiteY30" fmla="*/ 38100 h 171450"/>
              <a:gd name="connsiteX31" fmla="*/ 95250 w 171450"/>
              <a:gd name="connsiteY31" fmla="*/ 28575 h 171450"/>
              <a:gd name="connsiteX32" fmla="*/ 140946 w 171450"/>
              <a:gd name="connsiteY32" fmla="*/ 11754 h 171450"/>
              <a:gd name="connsiteX33" fmla="*/ 152399 w 171450"/>
              <a:gd name="connsiteY33" fmla="*/ 13077 h 171450"/>
              <a:gd name="connsiteX34" fmla="*/ 171449 w 171450"/>
              <a:gd name="connsiteY34" fmla="*/ 76200 h 171450"/>
              <a:gd name="connsiteX35" fmla="*/ 169554 w 171450"/>
              <a:gd name="connsiteY35" fmla="*/ 89670 h 171450"/>
              <a:gd name="connsiteX36" fmla="*/ 157162 w 171450"/>
              <a:gd name="connsiteY36" fmla="*/ 87905 h 171450"/>
              <a:gd name="connsiteX37" fmla="*/ 150045 w 171450"/>
              <a:gd name="connsiteY37" fmla="*/ 86240 h 171450"/>
              <a:gd name="connsiteX38" fmla="*/ 142874 w 171450"/>
              <a:gd name="connsiteY38" fmla="*/ 75701 h 171450"/>
              <a:gd name="connsiteX39" fmla="*/ 141784 w 171450"/>
              <a:gd name="connsiteY39" fmla="*/ 35204 h 171450"/>
              <a:gd name="connsiteX40" fmla="*/ 139967 w 171450"/>
              <a:gd name="connsiteY40" fmla="*/ 23812 h 171450"/>
              <a:gd name="connsiteX41" fmla="*/ 140946 w 171450"/>
              <a:gd name="connsiteY41" fmla="*/ 11754 h 171450"/>
              <a:gd name="connsiteX42" fmla="*/ 66675 w 171450"/>
              <a:gd name="connsiteY42" fmla="*/ 0 h 171450"/>
              <a:gd name="connsiteX43" fmla="*/ 133350 w 171450"/>
              <a:gd name="connsiteY43" fmla="*/ 76200 h 171450"/>
              <a:gd name="connsiteX44" fmla="*/ 123517 w 171450"/>
              <a:gd name="connsiteY44" fmla="*/ 89608 h 171450"/>
              <a:gd name="connsiteX45" fmla="*/ 119063 w 171450"/>
              <a:gd name="connsiteY45" fmla="*/ 92096 h 171450"/>
              <a:gd name="connsiteX46" fmla="*/ 95250 w 171450"/>
              <a:gd name="connsiteY46" fmla="*/ 133350 h 171450"/>
              <a:gd name="connsiteX47" fmla="*/ 95733 w 171450"/>
              <a:gd name="connsiteY47" fmla="*/ 141878 h 171450"/>
              <a:gd name="connsiteX48" fmla="*/ 85725 w 171450"/>
              <a:gd name="connsiteY48" fmla="*/ 152022 h 171450"/>
              <a:gd name="connsiteX49" fmla="*/ 66675 w 171450"/>
              <a:gd name="connsiteY49" fmla="*/ 152400 h 171450"/>
              <a:gd name="connsiteX50" fmla="*/ 0 w 171450"/>
              <a:gd name="connsiteY50" fmla="*/ 76200 h 171450"/>
              <a:gd name="connsiteX51" fmla="*/ 66675 w 171450"/>
              <a:gd name="connsiteY51"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71450" h="171450">
                <a:moveTo>
                  <a:pt x="126802" y="145521"/>
                </a:moveTo>
                <a:cubicBezTo>
                  <a:pt x="129016" y="145529"/>
                  <a:pt x="130315" y="146163"/>
                  <a:pt x="131835" y="146904"/>
                </a:cubicBezTo>
                <a:cubicBezTo>
                  <a:pt x="133990" y="147957"/>
                  <a:pt x="136589" y="149225"/>
                  <a:pt x="142875" y="149225"/>
                </a:cubicBezTo>
                <a:cubicBezTo>
                  <a:pt x="149152" y="149225"/>
                  <a:pt x="151752" y="147954"/>
                  <a:pt x="153906" y="146901"/>
                </a:cubicBezTo>
                <a:cubicBezTo>
                  <a:pt x="155429" y="146156"/>
                  <a:pt x="156729" y="145521"/>
                  <a:pt x="158948" y="145521"/>
                </a:cubicBezTo>
                <a:cubicBezTo>
                  <a:pt x="162520" y="145521"/>
                  <a:pt x="171450" y="154781"/>
                  <a:pt x="171450" y="158486"/>
                </a:cubicBezTo>
                <a:cubicBezTo>
                  <a:pt x="171450" y="162190"/>
                  <a:pt x="162458" y="171450"/>
                  <a:pt x="142844" y="171450"/>
                </a:cubicBezTo>
                <a:cubicBezTo>
                  <a:pt x="123230" y="171450"/>
                  <a:pt x="114300" y="162190"/>
                  <a:pt x="114300" y="158486"/>
                </a:cubicBezTo>
                <a:cubicBezTo>
                  <a:pt x="114300" y="154781"/>
                  <a:pt x="123230" y="145509"/>
                  <a:pt x="126802" y="145521"/>
                </a:cubicBezTo>
                <a:close/>
                <a:moveTo>
                  <a:pt x="142874" y="104775"/>
                </a:moveTo>
                <a:cubicBezTo>
                  <a:pt x="153590" y="104775"/>
                  <a:pt x="160734" y="112184"/>
                  <a:pt x="160734" y="123295"/>
                </a:cubicBezTo>
                <a:cubicBezTo>
                  <a:pt x="160734" y="134408"/>
                  <a:pt x="153590" y="141817"/>
                  <a:pt x="142874" y="141817"/>
                </a:cubicBezTo>
                <a:cubicBezTo>
                  <a:pt x="132159" y="141817"/>
                  <a:pt x="125015" y="134408"/>
                  <a:pt x="125015" y="123295"/>
                </a:cubicBezTo>
                <a:cubicBezTo>
                  <a:pt x="125015" y="112184"/>
                  <a:pt x="132159" y="104775"/>
                  <a:pt x="142874" y="104775"/>
                </a:cubicBezTo>
                <a:close/>
                <a:moveTo>
                  <a:pt x="38100" y="104775"/>
                </a:moveTo>
                <a:cubicBezTo>
                  <a:pt x="32840" y="104775"/>
                  <a:pt x="28575" y="109039"/>
                  <a:pt x="28575" y="114300"/>
                </a:cubicBezTo>
                <a:cubicBezTo>
                  <a:pt x="28575" y="119561"/>
                  <a:pt x="32840" y="123825"/>
                  <a:pt x="38100" y="123825"/>
                </a:cubicBezTo>
                <a:lnTo>
                  <a:pt x="66675" y="123825"/>
                </a:lnTo>
                <a:cubicBezTo>
                  <a:pt x="71936" y="123825"/>
                  <a:pt x="76200" y="119561"/>
                  <a:pt x="76200" y="114300"/>
                </a:cubicBezTo>
                <a:cubicBezTo>
                  <a:pt x="76200" y="109039"/>
                  <a:pt x="71936" y="104775"/>
                  <a:pt x="66675" y="104775"/>
                </a:cubicBezTo>
                <a:close/>
                <a:moveTo>
                  <a:pt x="38100" y="66675"/>
                </a:moveTo>
                <a:cubicBezTo>
                  <a:pt x="32840" y="66675"/>
                  <a:pt x="28575" y="70939"/>
                  <a:pt x="28575" y="76200"/>
                </a:cubicBezTo>
                <a:cubicBezTo>
                  <a:pt x="28575" y="81461"/>
                  <a:pt x="32840" y="85725"/>
                  <a:pt x="38100" y="85725"/>
                </a:cubicBezTo>
                <a:lnTo>
                  <a:pt x="95250" y="85725"/>
                </a:lnTo>
                <a:cubicBezTo>
                  <a:pt x="100511" y="85725"/>
                  <a:pt x="104775" y="81461"/>
                  <a:pt x="104775" y="76200"/>
                </a:cubicBezTo>
                <a:cubicBezTo>
                  <a:pt x="104775" y="70939"/>
                  <a:pt x="100511" y="66675"/>
                  <a:pt x="95250" y="66675"/>
                </a:cubicBezTo>
                <a:close/>
                <a:moveTo>
                  <a:pt x="38100" y="28575"/>
                </a:moveTo>
                <a:cubicBezTo>
                  <a:pt x="32840" y="28575"/>
                  <a:pt x="28575" y="32840"/>
                  <a:pt x="28575" y="38100"/>
                </a:cubicBezTo>
                <a:cubicBezTo>
                  <a:pt x="28575" y="43361"/>
                  <a:pt x="32840" y="47625"/>
                  <a:pt x="38100" y="47625"/>
                </a:cubicBezTo>
                <a:lnTo>
                  <a:pt x="95250" y="47625"/>
                </a:lnTo>
                <a:cubicBezTo>
                  <a:pt x="100511" y="47625"/>
                  <a:pt x="104775" y="43361"/>
                  <a:pt x="104775" y="38100"/>
                </a:cubicBezTo>
                <a:cubicBezTo>
                  <a:pt x="104775" y="32840"/>
                  <a:pt x="100511" y="28575"/>
                  <a:pt x="95250" y="28575"/>
                </a:cubicBezTo>
                <a:close/>
                <a:moveTo>
                  <a:pt x="140946" y="11754"/>
                </a:moveTo>
                <a:cubicBezTo>
                  <a:pt x="143146" y="10412"/>
                  <a:pt x="147092" y="11300"/>
                  <a:pt x="152399" y="13077"/>
                </a:cubicBezTo>
                <a:cubicBezTo>
                  <a:pt x="171449" y="19338"/>
                  <a:pt x="171449" y="35748"/>
                  <a:pt x="171449" y="76200"/>
                </a:cubicBezTo>
                <a:cubicBezTo>
                  <a:pt x="171449" y="84306"/>
                  <a:pt x="171449" y="88279"/>
                  <a:pt x="169554" y="89670"/>
                </a:cubicBezTo>
                <a:cubicBezTo>
                  <a:pt x="167734" y="91006"/>
                  <a:pt x="164163" y="89959"/>
                  <a:pt x="157162" y="87905"/>
                </a:cubicBezTo>
                <a:cubicBezTo>
                  <a:pt x="154282" y="87001"/>
                  <a:pt x="151938" y="86580"/>
                  <a:pt x="150045" y="86240"/>
                </a:cubicBezTo>
                <a:cubicBezTo>
                  <a:pt x="144592" y="85260"/>
                  <a:pt x="142874" y="84952"/>
                  <a:pt x="142874" y="75701"/>
                </a:cubicBezTo>
                <a:cubicBezTo>
                  <a:pt x="142874" y="59448"/>
                  <a:pt x="142874" y="45954"/>
                  <a:pt x="141784" y="35204"/>
                </a:cubicBezTo>
                <a:cubicBezTo>
                  <a:pt x="141381" y="31233"/>
                  <a:pt x="140814" y="27420"/>
                  <a:pt x="139967" y="23812"/>
                </a:cubicBezTo>
                <a:cubicBezTo>
                  <a:pt x="138292" y="16668"/>
                  <a:pt x="138746" y="13096"/>
                  <a:pt x="140946" y="11754"/>
                </a:cubicBezTo>
                <a:close/>
                <a:moveTo>
                  <a:pt x="66675" y="0"/>
                </a:moveTo>
                <a:cubicBezTo>
                  <a:pt x="133350" y="0"/>
                  <a:pt x="133350" y="9525"/>
                  <a:pt x="133350" y="76200"/>
                </a:cubicBezTo>
                <a:cubicBezTo>
                  <a:pt x="133350" y="84230"/>
                  <a:pt x="130647" y="85709"/>
                  <a:pt x="123517" y="89608"/>
                </a:cubicBezTo>
                <a:cubicBezTo>
                  <a:pt x="122190" y="90334"/>
                  <a:pt x="120708" y="91145"/>
                  <a:pt x="119063" y="92096"/>
                </a:cubicBezTo>
                <a:cubicBezTo>
                  <a:pt x="104827" y="100331"/>
                  <a:pt x="95250" y="115722"/>
                  <a:pt x="95250" y="133350"/>
                </a:cubicBezTo>
                <a:cubicBezTo>
                  <a:pt x="95250" y="136769"/>
                  <a:pt x="95515" y="139576"/>
                  <a:pt x="95733" y="141878"/>
                </a:cubicBezTo>
                <a:cubicBezTo>
                  <a:pt x="96437" y="149332"/>
                  <a:pt x="96642" y="151497"/>
                  <a:pt x="85725" y="152022"/>
                </a:cubicBezTo>
                <a:cubicBezTo>
                  <a:pt x="80073" y="152292"/>
                  <a:pt x="73749" y="152400"/>
                  <a:pt x="66675" y="152400"/>
                </a:cubicBezTo>
                <a:cubicBezTo>
                  <a:pt x="0" y="152400"/>
                  <a:pt x="0" y="142875"/>
                  <a:pt x="0" y="76200"/>
                </a:cubicBezTo>
                <a:cubicBezTo>
                  <a:pt x="0" y="9525"/>
                  <a:pt x="0" y="0"/>
                  <a:pt x="66675" y="0"/>
                </a:cubicBezTo>
                <a:close/>
              </a:path>
            </a:pathLst>
          </a:custGeom>
          <a:solidFill>
            <a:srgbClr val="000000"/>
          </a:solidFill>
          <a:ln w="9525" cap="flat">
            <a:noFill/>
            <a:prstDash val="solid"/>
            <a:miter/>
          </a:ln>
        </p:spPr>
        <p:txBody>
          <a:bodyPr rtlCol="0" anchor="ctr"/>
          <a:lstStyle/>
          <a:p>
            <a:endParaRPr lang="ru-RU"/>
          </a:p>
        </p:txBody>
      </p:sp>
      <p:sp>
        <p:nvSpPr>
          <p:cNvPr id="1442" name="Полилиния: фигура 1441">
            <a:extLst>
              <a:ext uri="{FF2B5EF4-FFF2-40B4-BE49-F238E27FC236}">
                <a16:creationId xmlns:a16="http://schemas.microsoft.com/office/drawing/2014/main" id="{143F9993-8F16-D88C-9DD8-3C3BFD906207}"/>
              </a:ext>
            </a:extLst>
          </p:cNvPr>
          <p:cNvSpPr/>
          <p:nvPr/>
        </p:nvSpPr>
        <p:spPr>
          <a:xfrm>
            <a:off x="8231212" y="5601406"/>
            <a:ext cx="171445" cy="171449"/>
          </a:xfrm>
          <a:custGeom>
            <a:avLst/>
            <a:gdLst>
              <a:gd name="connsiteX0" fmla="*/ 142870 w 171445"/>
              <a:gd name="connsiteY0" fmla="*/ 133350 h 171449"/>
              <a:gd name="connsiteX1" fmla="*/ 152395 w 171445"/>
              <a:gd name="connsiteY1" fmla="*/ 133350 h 171449"/>
              <a:gd name="connsiteX2" fmla="*/ 166190 w 171445"/>
              <a:gd name="connsiteY2" fmla="*/ 152400 h 171449"/>
              <a:gd name="connsiteX3" fmla="*/ 142870 w 171445"/>
              <a:gd name="connsiteY3" fmla="*/ 168978 h 171449"/>
              <a:gd name="connsiteX4" fmla="*/ 123820 w 171445"/>
              <a:gd name="connsiteY4" fmla="*/ 152400 h 171449"/>
              <a:gd name="connsiteX5" fmla="*/ 142870 w 171445"/>
              <a:gd name="connsiteY5" fmla="*/ 133350 h 171449"/>
              <a:gd name="connsiteX6" fmla="*/ 19044 w 171445"/>
              <a:gd name="connsiteY6" fmla="*/ 133350 h 171449"/>
              <a:gd name="connsiteX7" fmla="*/ 28569 w 171445"/>
              <a:gd name="connsiteY7" fmla="*/ 133350 h 171449"/>
              <a:gd name="connsiteX8" fmla="*/ 47619 w 171445"/>
              <a:gd name="connsiteY8" fmla="*/ 152159 h 171449"/>
              <a:gd name="connsiteX9" fmla="*/ 28569 w 171445"/>
              <a:gd name="connsiteY9" fmla="*/ 168978 h 171449"/>
              <a:gd name="connsiteX10" fmla="*/ 5249 w 171445"/>
              <a:gd name="connsiteY10" fmla="*/ 152400 h 171449"/>
              <a:gd name="connsiteX11" fmla="*/ 19044 w 171445"/>
              <a:gd name="connsiteY11" fmla="*/ 133350 h 171449"/>
              <a:gd name="connsiteX12" fmla="*/ 85720 w 171445"/>
              <a:gd name="connsiteY12" fmla="*/ 133349 h 171449"/>
              <a:gd name="connsiteX13" fmla="*/ 104770 w 171445"/>
              <a:gd name="connsiteY13" fmla="*/ 152377 h 171449"/>
              <a:gd name="connsiteX14" fmla="*/ 85720 w 171445"/>
              <a:gd name="connsiteY14" fmla="*/ 171449 h 171449"/>
              <a:gd name="connsiteX15" fmla="*/ 66670 w 171445"/>
              <a:gd name="connsiteY15" fmla="*/ 152377 h 171449"/>
              <a:gd name="connsiteX16" fmla="*/ 85720 w 171445"/>
              <a:gd name="connsiteY16" fmla="*/ 133349 h 171449"/>
              <a:gd name="connsiteX17" fmla="*/ 142870 w 171445"/>
              <a:gd name="connsiteY17" fmla="*/ 76200 h 171449"/>
              <a:gd name="connsiteX18" fmla="*/ 152395 w 171445"/>
              <a:gd name="connsiteY18" fmla="*/ 76200 h 171449"/>
              <a:gd name="connsiteX19" fmla="*/ 171445 w 171445"/>
              <a:gd name="connsiteY19" fmla="*/ 95250 h 171449"/>
              <a:gd name="connsiteX20" fmla="*/ 152395 w 171445"/>
              <a:gd name="connsiteY20" fmla="*/ 114300 h 171449"/>
              <a:gd name="connsiteX21" fmla="*/ 142870 w 171445"/>
              <a:gd name="connsiteY21" fmla="*/ 114300 h 171449"/>
              <a:gd name="connsiteX22" fmla="*/ 123820 w 171445"/>
              <a:gd name="connsiteY22" fmla="*/ 95250 h 171449"/>
              <a:gd name="connsiteX23" fmla="*/ 142870 w 171445"/>
              <a:gd name="connsiteY23" fmla="*/ 76200 h 171449"/>
              <a:gd name="connsiteX24" fmla="*/ 85720 w 171445"/>
              <a:gd name="connsiteY24" fmla="*/ 76200 h 171449"/>
              <a:gd name="connsiteX25" fmla="*/ 104770 w 171445"/>
              <a:gd name="connsiteY25" fmla="*/ 95250 h 171449"/>
              <a:gd name="connsiteX26" fmla="*/ 85720 w 171445"/>
              <a:gd name="connsiteY26" fmla="*/ 114300 h 171449"/>
              <a:gd name="connsiteX27" fmla="*/ 66670 w 171445"/>
              <a:gd name="connsiteY27" fmla="*/ 95250 h 171449"/>
              <a:gd name="connsiteX28" fmla="*/ 85720 w 171445"/>
              <a:gd name="connsiteY28" fmla="*/ 76200 h 171449"/>
              <a:gd name="connsiteX29" fmla="*/ 19045 w 171445"/>
              <a:gd name="connsiteY29" fmla="*/ 76200 h 171449"/>
              <a:gd name="connsiteX30" fmla="*/ 28570 w 171445"/>
              <a:gd name="connsiteY30" fmla="*/ 76200 h 171449"/>
              <a:gd name="connsiteX31" fmla="*/ 47620 w 171445"/>
              <a:gd name="connsiteY31" fmla="*/ 95250 h 171449"/>
              <a:gd name="connsiteX32" fmla="*/ 28570 w 171445"/>
              <a:gd name="connsiteY32" fmla="*/ 114300 h 171449"/>
              <a:gd name="connsiteX33" fmla="*/ 19045 w 171445"/>
              <a:gd name="connsiteY33" fmla="*/ 114300 h 171449"/>
              <a:gd name="connsiteX34" fmla="*/ 0 w 171445"/>
              <a:gd name="connsiteY34" fmla="*/ 95250 h 171449"/>
              <a:gd name="connsiteX35" fmla="*/ 19045 w 171445"/>
              <a:gd name="connsiteY35" fmla="*/ 76200 h 171449"/>
              <a:gd name="connsiteX36" fmla="*/ 85720 w 171445"/>
              <a:gd name="connsiteY36" fmla="*/ 0 h 171449"/>
              <a:gd name="connsiteX37" fmla="*/ 160730 w 171445"/>
              <a:gd name="connsiteY37" fmla="*/ 10716 h 171449"/>
              <a:gd name="connsiteX38" fmla="*/ 170306 w 171445"/>
              <a:gd name="connsiteY38" fmla="*/ 38100 h 171449"/>
              <a:gd name="connsiteX39" fmla="*/ 152395 w 171445"/>
              <a:gd name="connsiteY39" fmla="*/ 57150 h 171449"/>
              <a:gd name="connsiteX40" fmla="*/ 19045 w 171445"/>
              <a:gd name="connsiteY40" fmla="*/ 57150 h 171449"/>
              <a:gd name="connsiteX41" fmla="*/ 1134 w 171445"/>
              <a:gd name="connsiteY41" fmla="*/ 38100 h 171449"/>
              <a:gd name="connsiteX42" fmla="*/ 10711 w 171445"/>
              <a:gd name="connsiteY42" fmla="*/ 10716 h 171449"/>
              <a:gd name="connsiteX43" fmla="*/ 85720 w 171445"/>
              <a:gd name="connsiteY43"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1445" h="171449">
                <a:moveTo>
                  <a:pt x="142870" y="133350"/>
                </a:moveTo>
                <a:cubicBezTo>
                  <a:pt x="146590" y="133350"/>
                  <a:pt x="148675" y="133350"/>
                  <a:pt x="152395" y="133350"/>
                </a:cubicBezTo>
                <a:cubicBezTo>
                  <a:pt x="171445" y="133350"/>
                  <a:pt x="174263" y="133350"/>
                  <a:pt x="166190" y="152400"/>
                </a:cubicBezTo>
                <a:cubicBezTo>
                  <a:pt x="162204" y="161806"/>
                  <a:pt x="152395" y="167743"/>
                  <a:pt x="142870" y="168978"/>
                </a:cubicBezTo>
                <a:cubicBezTo>
                  <a:pt x="123820" y="171450"/>
                  <a:pt x="123820" y="171405"/>
                  <a:pt x="123820" y="152400"/>
                </a:cubicBezTo>
                <a:cubicBezTo>
                  <a:pt x="123820" y="133395"/>
                  <a:pt x="123820" y="133350"/>
                  <a:pt x="142870" y="133350"/>
                </a:cubicBezTo>
                <a:close/>
                <a:moveTo>
                  <a:pt x="19044" y="133350"/>
                </a:moveTo>
                <a:cubicBezTo>
                  <a:pt x="19044" y="133350"/>
                  <a:pt x="24850" y="133350"/>
                  <a:pt x="28569" y="133350"/>
                </a:cubicBezTo>
                <a:cubicBezTo>
                  <a:pt x="47619" y="133350"/>
                  <a:pt x="47619" y="133350"/>
                  <a:pt x="47619" y="152159"/>
                </a:cubicBezTo>
                <a:cubicBezTo>
                  <a:pt x="47619" y="170967"/>
                  <a:pt x="47619" y="171450"/>
                  <a:pt x="28569" y="168978"/>
                </a:cubicBezTo>
                <a:cubicBezTo>
                  <a:pt x="19044" y="167743"/>
                  <a:pt x="9403" y="162201"/>
                  <a:pt x="5249" y="152400"/>
                </a:cubicBezTo>
                <a:cubicBezTo>
                  <a:pt x="-2823" y="133350"/>
                  <a:pt x="-1" y="133350"/>
                  <a:pt x="19044" y="133350"/>
                </a:cubicBezTo>
                <a:close/>
                <a:moveTo>
                  <a:pt x="85720" y="133349"/>
                </a:moveTo>
                <a:cubicBezTo>
                  <a:pt x="104770" y="133349"/>
                  <a:pt x="104770" y="133352"/>
                  <a:pt x="104770" y="152377"/>
                </a:cubicBezTo>
                <a:cubicBezTo>
                  <a:pt x="104770" y="171402"/>
                  <a:pt x="104766" y="171449"/>
                  <a:pt x="85720" y="171449"/>
                </a:cubicBezTo>
                <a:cubicBezTo>
                  <a:pt x="66674" y="171449"/>
                  <a:pt x="66672" y="171449"/>
                  <a:pt x="66670" y="152377"/>
                </a:cubicBezTo>
                <a:cubicBezTo>
                  <a:pt x="66668" y="133304"/>
                  <a:pt x="66670" y="133349"/>
                  <a:pt x="85720" y="133349"/>
                </a:cubicBezTo>
                <a:close/>
                <a:moveTo>
                  <a:pt x="142870" y="76200"/>
                </a:moveTo>
                <a:cubicBezTo>
                  <a:pt x="146590" y="76200"/>
                  <a:pt x="148675" y="76200"/>
                  <a:pt x="152395" y="76200"/>
                </a:cubicBezTo>
                <a:cubicBezTo>
                  <a:pt x="171447" y="76200"/>
                  <a:pt x="171445" y="76200"/>
                  <a:pt x="171445" y="95250"/>
                </a:cubicBezTo>
                <a:cubicBezTo>
                  <a:pt x="171445" y="114300"/>
                  <a:pt x="171445" y="114300"/>
                  <a:pt x="152395" y="114300"/>
                </a:cubicBezTo>
                <a:cubicBezTo>
                  <a:pt x="148675" y="114300"/>
                  <a:pt x="146590" y="114300"/>
                  <a:pt x="142870" y="114300"/>
                </a:cubicBezTo>
                <a:cubicBezTo>
                  <a:pt x="123820" y="114300"/>
                  <a:pt x="123820" y="114300"/>
                  <a:pt x="123820" y="95250"/>
                </a:cubicBezTo>
                <a:cubicBezTo>
                  <a:pt x="123820" y="76200"/>
                  <a:pt x="123820" y="76200"/>
                  <a:pt x="142870" y="76200"/>
                </a:cubicBezTo>
                <a:close/>
                <a:moveTo>
                  <a:pt x="85720" y="76200"/>
                </a:moveTo>
                <a:cubicBezTo>
                  <a:pt x="104770" y="76200"/>
                  <a:pt x="104770" y="76200"/>
                  <a:pt x="104770" y="95250"/>
                </a:cubicBezTo>
                <a:cubicBezTo>
                  <a:pt x="104770" y="114300"/>
                  <a:pt x="104770" y="114300"/>
                  <a:pt x="85720" y="114300"/>
                </a:cubicBezTo>
                <a:cubicBezTo>
                  <a:pt x="66670" y="114300"/>
                  <a:pt x="66670" y="114300"/>
                  <a:pt x="66670" y="95250"/>
                </a:cubicBezTo>
                <a:cubicBezTo>
                  <a:pt x="66670" y="76200"/>
                  <a:pt x="66670" y="76200"/>
                  <a:pt x="85720" y="76200"/>
                </a:cubicBezTo>
                <a:close/>
                <a:moveTo>
                  <a:pt x="19045" y="76200"/>
                </a:moveTo>
                <a:cubicBezTo>
                  <a:pt x="19045" y="76200"/>
                  <a:pt x="24850" y="76200"/>
                  <a:pt x="28570" y="76200"/>
                </a:cubicBezTo>
                <a:cubicBezTo>
                  <a:pt x="47620" y="76200"/>
                  <a:pt x="47620" y="76200"/>
                  <a:pt x="47620" y="95250"/>
                </a:cubicBezTo>
                <a:cubicBezTo>
                  <a:pt x="47620" y="114300"/>
                  <a:pt x="47620" y="114300"/>
                  <a:pt x="28570" y="114300"/>
                </a:cubicBezTo>
                <a:cubicBezTo>
                  <a:pt x="24850" y="114300"/>
                  <a:pt x="19045" y="114300"/>
                  <a:pt x="19045" y="114300"/>
                </a:cubicBezTo>
                <a:cubicBezTo>
                  <a:pt x="-5" y="114300"/>
                  <a:pt x="0" y="114300"/>
                  <a:pt x="0" y="95250"/>
                </a:cubicBezTo>
                <a:cubicBezTo>
                  <a:pt x="0" y="76200"/>
                  <a:pt x="0" y="76200"/>
                  <a:pt x="19045" y="76200"/>
                </a:cubicBezTo>
                <a:close/>
                <a:moveTo>
                  <a:pt x="85720" y="0"/>
                </a:moveTo>
                <a:cubicBezTo>
                  <a:pt x="128583" y="0"/>
                  <a:pt x="150014" y="0"/>
                  <a:pt x="160730" y="10716"/>
                </a:cubicBezTo>
                <a:cubicBezTo>
                  <a:pt x="166370" y="16355"/>
                  <a:pt x="169040" y="24963"/>
                  <a:pt x="170306" y="38100"/>
                </a:cubicBezTo>
                <a:cubicBezTo>
                  <a:pt x="172126" y="56993"/>
                  <a:pt x="171445" y="57150"/>
                  <a:pt x="152395" y="57150"/>
                </a:cubicBezTo>
                <a:lnTo>
                  <a:pt x="19045" y="57150"/>
                </a:lnTo>
                <a:cubicBezTo>
                  <a:pt x="-5" y="57150"/>
                  <a:pt x="-686" y="56993"/>
                  <a:pt x="1134" y="38100"/>
                </a:cubicBezTo>
                <a:cubicBezTo>
                  <a:pt x="2400" y="24963"/>
                  <a:pt x="5071" y="16355"/>
                  <a:pt x="10711" y="10716"/>
                </a:cubicBezTo>
                <a:cubicBezTo>
                  <a:pt x="21427" y="0"/>
                  <a:pt x="42858" y="0"/>
                  <a:pt x="85720" y="0"/>
                </a:cubicBezTo>
                <a:close/>
              </a:path>
            </a:pathLst>
          </a:custGeom>
          <a:solidFill>
            <a:srgbClr val="000000"/>
          </a:solidFill>
          <a:ln w="9525" cap="flat">
            <a:noFill/>
            <a:prstDash val="solid"/>
            <a:miter/>
          </a:ln>
        </p:spPr>
        <p:txBody>
          <a:bodyPr rtlCol="0" anchor="ctr"/>
          <a:lstStyle/>
          <a:p>
            <a:endParaRPr lang="ru-RU"/>
          </a:p>
        </p:txBody>
      </p:sp>
      <p:sp>
        <p:nvSpPr>
          <p:cNvPr id="1401" name="Полилиния: фигура 1400">
            <a:extLst>
              <a:ext uri="{FF2B5EF4-FFF2-40B4-BE49-F238E27FC236}">
                <a16:creationId xmlns:a16="http://schemas.microsoft.com/office/drawing/2014/main" id="{2AB3EB94-ED1D-8224-30F4-9087E03404A0}"/>
              </a:ext>
            </a:extLst>
          </p:cNvPr>
          <p:cNvSpPr/>
          <p:nvPr/>
        </p:nvSpPr>
        <p:spPr>
          <a:xfrm>
            <a:off x="8640630" y="856565"/>
            <a:ext cx="190501" cy="152178"/>
          </a:xfrm>
          <a:custGeom>
            <a:avLst/>
            <a:gdLst>
              <a:gd name="connsiteX0" fmla="*/ 152401 w 190501"/>
              <a:gd name="connsiteY0" fmla="*/ 114078 h 152178"/>
              <a:gd name="connsiteX1" fmla="*/ 142876 w 190501"/>
              <a:gd name="connsiteY1" fmla="*/ 123603 h 152178"/>
              <a:gd name="connsiteX2" fmla="*/ 152401 w 190501"/>
              <a:gd name="connsiteY2" fmla="*/ 133128 h 152178"/>
              <a:gd name="connsiteX3" fmla="*/ 161926 w 190501"/>
              <a:gd name="connsiteY3" fmla="*/ 123603 h 152178"/>
              <a:gd name="connsiteX4" fmla="*/ 152401 w 190501"/>
              <a:gd name="connsiteY4" fmla="*/ 114078 h 152178"/>
              <a:gd name="connsiteX5" fmla="*/ 47626 w 190501"/>
              <a:gd name="connsiteY5" fmla="*/ 114078 h 152178"/>
              <a:gd name="connsiteX6" fmla="*/ 38101 w 190501"/>
              <a:gd name="connsiteY6" fmla="*/ 123603 h 152178"/>
              <a:gd name="connsiteX7" fmla="*/ 47626 w 190501"/>
              <a:gd name="connsiteY7" fmla="*/ 133128 h 152178"/>
              <a:gd name="connsiteX8" fmla="*/ 57151 w 190501"/>
              <a:gd name="connsiteY8" fmla="*/ 123603 h 152178"/>
              <a:gd name="connsiteX9" fmla="*/ 47626 w 190501"/>
              <a:gd name="connsiteY9" fmla="*/ 114078 h 152178"/>
              <a:gd name="connsiteX10" fmla="*/ 50415 w 190501"/>
              <a:gd name="connsiteY10" fmla="*/ 12092 h 152178"/>
              <a:gd name="connsiteX11" fmla="*/ 63885 w 190501"/>
              <a:gd name="connsiteY11" fmla="*/ 12092 h 152178"/>
              <a:gd name="connsiteX12" fmla="*/ 63885 w 190501"/>
              <a:gd name="connsiteY12" fmla="*/ 25562 h 152178"/>
              <a:gd name="connsiteX13" fmla="*/ 35310 w 190501"/>
              <a:gd name="connsiteY13" fmla="*/ 54137 h 152178"/>
              <a:gd name="connsiteX14" fmla="*/ 21840 w 190501"/>
              <a:gd name="connsiteY14" fmla="*/ 54137 h 152178"/>
              <a:gd name="connsiteX15" fmla="*/ 2790 w 190501"/>
              <a:gd name="connsiteY15" fmla="*/ 35087 h 152178"/>
              <a:gd name="connsiteX16" fmla="*/ 2790 w 190501"/>
              <a:gd name="connsiteY16" fmla="*/ 21617 h 152178"/>
              <a:gd name="connsiteX17" fmla="*/ 16260 w 190501"/>
              <a:gd name="connsiteY17" fmla="*/ 21617 h 152178"/>
              <a:gd name="connsiteX18" fmla="*/ 28575 w 190501"/>
              <a:gd name="connsiteY18" fmla="*/ 33932 h 152178"/>
              <a:gd name="connsiteX19" fmla="*/ 95251 w 190501"/>
              <a:gd name="connsiteY19" fmla="*/ 77 h 152178"/>
              <a:gd name="connsiteX20" fmla="*/ 133351 w 190501"/>
              <a:gd name="connsiteY20" fmla="*/ 18828 h 152178"/>
              <a:gd name="connsiteX21" fmla="*/ 123826 w 190501"/>
              <a:gd name="connsiteY21" fmla="*/ 29223 h 152178"/>
              <a:gd name="connsiteX22" fmla="*/ 111299 w 190501"/>
              <a:gd name="connsiteY22" fmla="*/ 35698 h 152178"/>
              <a:gd name="connsiteX23" fmla="*/ 104776 w 190501"/>
              <a:gd name="connsiteY23" fmla="*/ 56481 h 152178"/>
              <a:gd name="connsiteX24" fmla="*/ 104776 w 190501"/>
              <a:gd name="connsiteY24" fmla="*/ 80740 h 152178"/>
              <a:gd name="connsiteX25" fmla="*/ 109538 w 190501"/>
              <a:gd name="connsiteY25" fmla="*/ 85503 h 152178"/>
              <a:gd name="connsiteX26" fmla="*/ 114301 w 190501"/>
              <a:gd name="connsiteY26" fmla="*/ 80740 h 152178"/>
              <a:gd name="connsiteX27" fmla="*/ 114301 w 190501"/>
              <a:gd name="connsiteY27" fmla="*/ 56928 h 152178"/>
              <a:gd name="connsiteX28" fmla="*/ 133351 w 190501"/>
              <a:gd name="connsiteY28" fmla="*/ 37878 h 152178"/>
              <a:gd name="connsiteX29" fmla="*/ 152401 w 190501"/>
              <a:gd name="connsiteY29" fmla="*/ 37878 h 152178"/>
              <a:gd name="connsiteX30" fmla="*/ 176213 w 190501"/>
              <a:gd name="connsiteY30" fmla="*/ 56928 h 152178"/>
              <a:gd name="connsiteX31" fmla="*/ 180010 w 190501"/>
              <a:gd name="connsiteY31" fmla="*/ 62482 h 152178"/>
              <a:gd name="connsiteX32" fmla="*/ 190501 w 190501"/>
              <a:gd name="connsiteY32" fmla="*/ 85503 h 152178"/>
              <a:gd name="connsiteX33" fmla="*/ 190501 w 190501"/>
              <a:gd name="connsiteY33" fmla="*/ 123603 h 152178"/>
              <a:gd name="connsiteX34" fmla="*/ 179377 w 190501"/>
              <a:gd name="connsiteY34" fmla="*/ 133051 h 152178"/>
              <a:gd name="connsiteX35" fmla="*/ 152401 w 190501"/>
              <a:gd name="connsiteY35" fmla="*/ 152178 h 152178"/>
              <a:gd name="connsiteX36" fmla="*/ 125452 w 190501"/>
              <a:gd name="connsiteY36" fmla="*/ 133128 h 152178"/>
              <a:gd name="connsiteX37" fmla="*/ 74575 w 190501"/>
              <a:gd name="connsiteY37" fmla="*/ 133128 h 152178"/>
              <a:gd name="connsiteX38" fmla="*/ 47626 w 190501"/>
              <a:gd name="connsiteY38" fmla="*/ 152178 h 152178"/>
              <a:gd name="connsiteX39" fmla="*/ 20656 w 190501"/>
              <a:gd name="connsiteY39" fmla="*/ 133068 h 152178"/>
              <a:gd name="connsiteX40" fmla="*/ 1 w 190501"/>
              <a:gd name="connsiteY40" fmla="*/ 95028 h 152178"/>
              <a:gd name="connsiteX41" fmla="*/ 0 w 190501"/>
              <a:gd name="connsiteY41" fmla="*/ 94223 h 152178"/>
              <a:gd name="connsiteX42" fmla="*/ 23813 w 190501"/>
              <a:gd name="connsiteY42" fmla="*/ 75978 h 152178"/>
              <a:gd name="connsiteX43" fmla="*/ 76201 w 190501"/>
              <a:gd name="connsiteY43" fmla="*/ 23590 h 152178"/>
              <a:gd name="connsiteX44" fmla="*/ 75987 w 190501"/>
              <a:gd name="connsiteY44" fmla="*/ 18828 h 152178"/>
              <a:gd name="connsiteX45" fmla="*/ 95251 w 190501"/>
              <a:gd name="connsiteY45" fmla="*/ 77 h 152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501" h="152178">
                <a:moveTo>
                  <a:pt x="152401" y="114078"/>
                </a:moveTo>
                <a:cubicBezTo>
                  <a:pt x="147140" y="114078"/>
                  <a:pt x="142876" y="118342"/>
                  <a:pt x="142876" y="123603"/>
                </a:cubicBezTo>
                <a:cubicBezTo>
                  <a:pt x="142876" y="128863"/>
                  <a:pt x="147140" y="133128"/>
                  <a:pt x="152401" y="133128"/>
                </a:cubicBezTo>
                <a:cubicBezTo>
                  <a:pt x="157661" y="133128"/>
                  <a:pt x="161926" y="128863"/>
                  <a:pt x="161926" y="123603"/>
                </a:cubicBezTo>
                <a:cubicBezTo>
                  <a:pt x="161926" y="118342"/>
                  <a:pt x="157661" y="114078"/>
                  <a:pt x="152401" y="114078"/>
                </a:cubicBezTo>
                <a:close/>
                <a:moveTo>
                  <a:pt x="47626" y="114078"/>
                </a:moveTo>
                <a:cubicBezTo>
                  <a:pt x="42365" y="114078"/>
                  <a:pt x="38101" y="118342"/>
                  <a:pt x="38101" y="123603"/>
                </a:cubicBezTo>
                <a:cubicBezTo>
                  <a:pt x="38101" y="128863"/>
                  <a:pt x="42365" y="133128"/>
                  <a:pt x="47626" y="133128"/>
                </a:cubicBezTo>
                <a:cubicBezTo>
                  <a:pt x="52886" y="133128"/>
                  <a:pt x="57151" y="128863"/>
                  <a:pt x="57151" y="123603"/>
                </a:cubicBezTo>
                <a:cubicBezTo>
                  <a:pt x="57151" y="118342"/>
                  <a:pt x="52886" y="114078"/>
                  <a:pt x="47626" y="114078"/>
                </a:cubicBezTo>
                <a:close/>
                <a:moveTo>
                  <a:pt x="50415" y="12092"/>
                </a:moveTo>
                <a:cubicBezTo>
                  <a:pt x="54135" y="8372"/>
                  <a:pt x="60165" y="8372"/>
                  <a:pt x="63885" y="12092"/>
                </a:cubicBezTo>
                <a:cubicBezTo>
                  <a:pt x="67605" y="15812"/>
                  <a:pt x="67605" y="21842"/>
                  <a:pt x="63885" y="25562"/>
                </a:cubicBezTo>
                <a:lnTo>
                  <a:pt x="35310" y="54137"/>
                </a:lnTo>
                <a:cubicBezTo>
                  <a:pt x="31590" y="57857"/>
                  <a:pt x="25560" y="57857"/>
                  <a:pt x="21840" y="54137"/>
                </a:cubicBezTo>
                <a:lnTo>
                  <a:pt x="2790" y="35087"/>
                </a:lnTo>
                <a:cubicBezTo>
                  <a:pt x="-930" y="31367"/>
                  <a:pt x="-930" y="25337"/>
                  <a:pt x="2790" y="21617"/>
                </a:cubicBezTo>
                <a:cubicBezTo>
                  <a:pt x="6510" y="17897"/>
                  <a:pt x="12540" y="17897"/>
                  <a:pt x="16260" y="21617"/>
                </a:cubicBezTo>
                <a:lnTo>
                  <a:pt x="28575" y="33932"/>
                </a:lnTo>
                <a:close/>
                <a:moveTo>
                  <a:pt x="95251" y="77"/>
                </a:moveTo>
                <a:cubicBezTo>
                  <a:pt x="128001" y="974"/>
                  <a:pt x="133351" y="4551"/>
                  <a:pt x="133351" y="18828"/>
                </a:cubicBezTo>
                <a:cubicBezTo>
                  <a:pt x="133351" y="23590"/>
                  <a:pt x="133351" y="27258"/>
                  <a:pt x="123826" y="29223"/>
                </a:cubicBezTo>
                <a:cubicBezTo>
                  <a:pt x="118725" y="30276"/>
                  <a:pt x="114504" y="32337"/>
                  <a:pt x="111299" y="35698"/>
                </a:cubicBezTo>
                <a:cubicBezTo>
                  <a:pt x="106318" y="40924"/>
                  <a:pt x="104776" y="48284"/>
                  <a:pt x="104776" y="56481"/>
                </a:cubicBezTo>
                <a:lnTo>
                  <a:pt x="104776" y="80740"/>
                </a:lnTo>
                <a:cubicBezTo>
                  <a:pt x="104776" y="83370"/>
                  <a:pt x="106908" y="85503"/>
                  <a:pt x="109538" y="85503"/>
                </a:cubicBezTo>
                <a:cubicBezTo>
                  <a:pt x="112168" y="85503"/>
                  <a:pt x="114301" y="83370"/>
                  <a:pt x="114301" y="80740"/>
                </a:cubicBezTo>
                <a:lnTo>
                  <a:pt x="114301" y="56928"/>
                </a:lnTo>
                <a:cubicBezTo>
                  <a:pt x="114301" y="42640"/>
                  <a:pt x="119063" y="37878"/>
                  <a:pt x="133351" y="37878"/>
                </a:cubicBezTo>
                <a:lnTo>
                  <a:pt x="152401" y="37878"/>
                </a:lnTo>
                <a:cubicBezTo>
                  <a:pt x="161926" y="37878"/>
                  <a:pt x="166688" y="42640"/>
                  <a:pt x="176213" y="56928"/>
                </a:cubicBezTo>
                <a:cubicBezTo>
                  <a:pt x="177509" y="58871"/>
                  <a:pt x="178786" y="60715"/>
                  <a:pt x="180010" y="62482"/>
                </a:cubicBezTo>
                <a:cubicBezTo>
                  <a:pt x="185844" y="70906"/>
                  <a:pt x="190501" y="77629"/>
                  <a:pt x="190501" y="85503"/>
                </a:cubicBezTo>
                <a:lnTo>
                  <a:pt x="190501" y="123603"/>
                </a:lnTo>
                <a:cubicBezTo>
                  <a:pt x="190501" y="133128"/>
                  <a:pt x="185196" y="133091"/>
                  <a:pt x="179377" y="133051"/>
                </a:cubicBezTo>
                <a:cubicBezTo>
                  <a:pt x="175475" y="144190"/>
                  <a:pt x="164871" y="152178"/>
                  <a:pt x="152401" y="152178"/>
                </a:cubicBezTo>
                <a:cubicBezTo>
                  <a:pt x="139959" y="152178"/>
                  <a:pt x="129374" y="144226"/>
                  <a:pt x="125452" y="133128"/>
                </a:cubicBezTo>
                <a:lnTo>
                  <a:pt x="74575" y="133128"/>
                </a:lnTo>
                <a:cubicBezTo>
                  <a:pt x="70652" y="144226"/>
                  <a:pt x="60067" y="152178"/>
                  <a:pt x="47626" y="152178"/>
                </a:cubicBezTo>
                <a:cubicBezTo>
                  <a:pt x="35161" y="152178"/>
                  <a:pt x="24561" y="144198"/>
                  <a:pt x="20656" y="133068"/>
                </a:cubicBezTo>
                <a:cubicBezTo>
                  <a:pt x="1" y="133128"/>
                  <a:pt x="1" y="122304"/>
                  <a:pt x="1" y="95028"/>
                </a:cubicBezTo>
                <a:cubicBezTo>
                  <a:pt x="1" y="94756"/>
                  <a:pt x="0" y="94487"/>
                  <a:pt x="0" y="94223"/>
                </a:cubicBezTo>
                <a:cubicBezTo>
                  <a:pt x="-8" y="80561"/>
                  <a:pt x="-11" y="75978"/>
                  <a:pt x="23813" y="75978"/>
                </a:cubicBezTo>
                <a:cubicBezTo>
                  <a:pt x="52746" y="75978"/>
                  <a:pt x="76201" y="52523"/>
                  <a:pt x="76201" y="23590"/>
                </a:cubicBezTo>
                <a:cubicBezTo>
                  <a:pt x="76201" y="21985"/>
                  <a:pt x="76128" y="20396"/>
                  <a:pt x="75987" y="18828"/>
                </a:cubicBezTo>
                <a:cubicBezTo>
                  <a:pt x="74297" y="77"/>
                  <a:pt x="80963" y="-314"/>
                  <a:pt x="95251" y="77"/>
                </a:cubicBezTo>
                <a:close/>
              </a:path>
            </a:pathLst>
          </a:custGeom>
          <a:solidFill>
            <a:srgbClr val="000000"/>
          </a:solidFill>
          <a:ln w="9525" cap="flat">
            <a:noFill/>
            <a:prstDash val="solid"/>
            <a:miter/>
          </a:ln>
        </p:spPr>
        <p:txBody>
          <a:bodyPr rtlCol="0" anchor="ctr"/>
          <a:lstStyle/>
          <a:p>
            <a:endParaRPr lang="ru-RU"/>
          </a:p>
        </p:txBody>
      </p:sp>
      <p:sp>
        <p:nvSpPr>
          <p:cNvPr id="1297" name="Рисунок 581">
            <a:extLst>
              <a:ext uri="{FF2B5EF4-FFF2-40B4-BE49-F238E27FC236}">
                <a16:creationId xmlns:a16="http://schemas.microsoft.com/office/drawing/2014/main" id="{97795B35-301B-60B9-2FF7-7A149990D063}"/>
              </a:ext>
            </a:extLst>
          </p:cNvPr>
          <p:cNvSpPr/>
          <p:nvPr/>
        </p:nvSpPr>
        <p:spPr>
          <a:xfrm>
            <a:off x="8650156" y="1415688"/>
            <a:ext cx="180950" cy="133377"/>
          </a:xfrm>
          <a:custGeom>
            <a:avLst/>
            <a:gdLst>
              <a:gd name="connsiteX0" fmla="*/ 2371 w 180950"/>
              <a:gd name="connsiteY0" fmla="*/ 85549 h 133377"/>
              <a:gd name="connsiteX1" fmla="*/ 9885 w 180950"/>
              <a:gd name="connsiteY1" fmla="*/ 111989 h 133377"/>
              <a:gd name="connsiteX2" fmla="*/ 23954 w 180950"/>
              <a:gd name="connsiteY2" fmla="*/ 131768 h 133377"/>
              <a:gd name="connsiteX3" fmla="*/ 60832 w 180950"/>
              <a:gd name="connsiteY3" fmla="*/ 114300 h 133377"/>
              <a:gd name="connsiteX4" fmla="*/ 74967 w 180950"/>
              <a:gd name="connsiteY4" fmla="*/ 114327 h 133377"/>
              <a:gd name="connsiteX5" fmla="*/ 96001 w 180950"/>
              <a:gd name="connsiteY5" fmla="*/ 114300 h 133377"/>
              <a:gd name="connsiteX6" fmla="*/ 109678 w 180950"/>
              <a:gd name="connsiteY6" fmla="*/ 131768 h 133377"/>
              <a:gd name="connsiteX7" fmla="*/ 146665 w 180950"/>
              <a:gd name="connsiteY7" fmla="*/ 114300 h 133377"/>
              <a:gd name="connsiteX8" fmla="*/ 178418 w 180950"/>
              <a:gd name="connsiteY8" fmla="*/ 95055 h 133377"/>
              <a:gd name="connsiteX9" fmla="*/ 154302 w 180950"/>
              <a:gd name="connsiteY9" fmla="*/ 53864 h 133377"/>
              <a:gd name="connsiteX10" fmla="*/ 133350 w 180950"/>
              <a:gd name="connsiteY10" fmla="*/ 28575 h 133377"/>
              <a:gd name="connsiteX11" fmla="*/ 96423 w 180950"/>
              <a:gd name="connsiteY11" fmla="*/ 0 h 133377"/>
              <a:gd name="connsiteX12" fmla="*/ 67485 w 180950"/>
              <a:gd name="connsiteY12" fmla="*/ 0 h 133377"/>
              <a:gd name="connsiteX13" fmla="*/ 32736 w 180950"/>
              <a:gd name="connsiteY13" fmla="*/ 14288 h 133377"/>
              <a:gd name="connsiteX14" fmla="*/ 24770 w 180950"/>
              <a:gd name="connsiteY14" fmla="*/ 19050 h 133377"/>
              <a:gd name="connsiteX15" fmla="*/ 19050 w 180950"/>
              <a:gd name="connsiteY15" fmla="*/ 19050 h 133377"/>
              <a:gd name="connsiteX16" fmla="*/ 9525 w 180950"/>
              <a:gd name="connsiteY16" fmla="*/ 28575 h 133377"/>
              <a:gd name="connsiteX17" fmla="*/ 19050 w 180950"/>
              <a:gd name="connsiteY17" fmla="*/ 38100 h 133377"/>
              <a:gd name="connsiteX18" fmla="*/ 28575 w 180950"/>
              <a:gd name="connsiteY18" fmla="*/ 38100 h 133377"/>
              <a:gd name="connsiteX19" fmla="*/ 38100 w 180950"/>
              <a:gd name="connsiteY19" fmla="*/ 42863 h 133377"/>
              <a:gd name="connsiteX20" fmla="*/ 28575 w 180950"/>
              <a:gd name="connsiteY20" fmla="*/ 47625 h 133377"/>
              <a:gd name="connsiteX21" fmla="*/ 9525 w 180950"/>
              <a:gd name="connsiteY21" fmla="*/ 47625 h 133377"/>
              <a:gd name="connsiteX22" fmla="*/ 0 w 180950"/>
              <a:gd name="connsiteY22" fmla="*/ 57150 h 133377"/>
              <a:gd name="connsiteX23" fmla="*/ 9525 w 180950"/>
              <a:gd name="connsiteY23" fmla="*/ 66675 h 133377"/>
              <a:gd name="connsiteX24" fmla="*/ 2371 w 180950"/>
              <a:gd name="connsiteY24" fmla="*/ 85549 h 133377"/>
              <a:gd name="connsiteX25" fmla="*/ 45520 w 180950"/>
              <a:gd name="connsiteY25" fmla="*/ 102375 h 133377"/>
              <a:gd name="connsiteX26" fmla="*/ 36401 w 180950"/>
              <a:gd name="connsiteY26" fmla="*/ 112962 h 133377"/>
              <a:gd name="connsiteX27" fmla="*/ 31144 w 180950"/>
              <a:gd name="connsiteY27" fmla="*/ 114121 h 133377"/>
              <a:gd name="connsiteX28" fmla="*/ 29004 w 180950"/>
              <a:gd name="connsiteY28" fmla="*/ 110599 h 133377"/>
              <a:gd name="connsiteX29" fmla="*/ 30678 w 180950"/>
              <a:gd name="connsiteY29" fmla="*/ 97639 h 133377"/>
              <a:gd name="connsiteX30" fmla="*/ 39797 w 180950"/>
              <a:gd name="connsiteY30" fmla="*/ 87052 h 133377"/>
              <a:gd name="connsiteX31" fmla="*/ 45053 w 180950"/>
              <a:gd name="connsiteY31" fmla="*/ 85892 h 133377"/>
              <a:gd name="connsiteX32" fmla="*/ 47194 w 180950"/>
              <a:gd name="connsiteY32" fmla="*/ 89414 h 133377"/>
              <a:gd name="connsiteX33" fmla="*/ 45520 w 180950"/>
              <a:gd name="connsiteY33" fmla="*/ 102375 h 133377"/>
              <a:gd name="connsiteX34" fmla="*/ 131244 w 180950"/>
              <a:gd name="connsiteY34" fmla="*/ 102375 h 133377"/>
              <a:gd name="connsiteX35" fmla="*/ 122126 w 180950"/>
              <a:gd name="connsiteY35" fmla="*/ 112962 h 133377"/>
              <a:gd name="connsiteX36" fmla="*/ 116870 w 180950"/>
              <a:gd name="connsiteY36" fmla="*/ 114121 h 133377"/>
              <a:gd name="connsiteX37" fmla="*/ 114729 w 180950"/>
              <a:gd name="connsiteY37" fmla="*/ 110599 h 133377"/>
              <a:gd name="connsiteX38" fmla="*/ 116403 w 180950"/>
              <a:gd name="connsiteY38" fmla="*/ 97639 h 133377"/>
              <a:gd name="connsiteX39" fmla="*/ 125522 w 180950"/>
              <a:gd name="connsiteY39" fmla="*/ 87052 h 133377"/>
              <a:gd name="connsiteX40" fmla="*/ 130778 w 180950"/>
              <a:gd name="connsiteY40" fmla="*/ 85892 h 133377"/>
              <a:gd name="connsiteX41" fmla="*/ 132919 w 180950"/>
              <a:gd name="connsiteY41" fmla="*/ 89414 h 133377"/>
              <a:gd name="connsiteX42" fmla="*/ 131244 w 180950"/>
              <a:gd name="connsiteY42" fmla="*/ 102375 h 13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0950" h="133377">
                <a:moveTo>
                  <a:pt x="2371" y="85549"/>
                </a:moveTo>
                <a:cubicBezTo>
                  <a:pt x="-2830" y="97849"/>
                  <a:pt x="1960" y="107708"/>
                  <a:pt x="9885" y="111989"/>
                </a:cubicBezTo>
                <a:cubicBezTo>
                  <a:pt x="11206" y="121089"/>
                  <a:pt x="16123" y="128575"/>
                  <a:pt x="23954" y="131768"/>
                </a:cubicBezTo>
                <a:cubicBezTo>
                  <a:pt x="36548" y="136902"/>
                  <a:pt x="52296" y="129193"/>
                  <a:pt x="60832" y="114300"/>
                </a:cubicBezTo>
                <a:cubicBezTo>
                  <a:pt x="65608" y="114290"/>
                  <a:pt x="70329" y="114309"/>
                  <a:pt x="74967" y="114327"/>
                </a:cubicBezTo>
                <a:cubicBezTo>
                  <a:pt x="82216" y="114355"/>
                  <a:pt x="89263" y="114383"/>
                  <a:pt x="96001" y="114300"/>
                </a:cubicBezTo>
                <a:cubicBezTo>
                  <a:pt x="97746" y="122409"/>
                  <a:pt x="102481" y="128833"/>
                  <a:pt x="109678" y="131768"/>
                </a:cubicBezTo>
                <a:cubicBezTo>
                  <a:pt x="122326" y="136924"/>
                  <a:pt x="138154" y="129317"/>
                  <a:pt x="146665" y="114300"/>
                </a:cubicBezTo>
                <a:cubicBezTo>
                  <a:pt x="167321" y="114300"/>
                  <a:pt x="172732" y="113013"/>
                  <a:pt x="178418" y="95055"/>
                </a:cubicBezTo>
                <a:cubicBezTo>
                  <a:pt x="184437" y="76044"/>
                  <a:pt x="180975" y="62625"/>
                  <a:pt x="154302" y="53864"/>
                </a:cubicBezTo>
                <a:cubicBezTo>
                  <a:pt x="140933" y="49473"/>
                  <a:pt x="137340" y="48234"/>
                  <a:pt x="133350" y="28575"/>
                </a:cubicBezTo>
                <a:cubicBezTo>
                  <a:pt x="129491" y="9564"/>
                  <a:pt x="115716" y="0"/>
                  <a:pt x="96423" y="0"/>
                </a:cubicBezTo>
                <a:lnTo>
                  <a:pt x="67485" y="0"/>
                </a:lnTo>
                <a:cubicBezTo>
                  <a:pt x="46258" y="0"/>
                  <a:pt x="38421" y="3682"/>
                  <a:pt x="32736" y="14288"/>
                </a:cubicBezTo>
                <a:cubicBezTo>
                  <a:pt x="30752" y="17989"/>
                  <a:pt x="28575" y="19050"/>
                  <a:pt x="24770" y="19050"/>
                </a:cubicBezTo>
                <a:lnTo>
                  <a:pt x="19050" y="19050"/>
                </a:lnTo>
                <a:cubicBezTo>
                  <a:pt x="13790" y="19050"/>
                  <a:pt x="9525" y="23315"/>
                  <a:pt x="9525" y="28575"/>
                </a:cubicBezTo>
                <a:cubicBezTo>
                  <a:pt x="9525" y="33835"/>
                  <a:pt x="13790" y="38100"/>
                  <a:pt x="19050" y="38100"/>
                </a:cubicBezTo>
                <a:lnTo>
                  <a:pt x="28575" y="38100"/>
                </a:lnTo>
                <a:cubicBezTo>
                  <a:pt x="33835" y="38100"/>
                  <a:pt x="38100" y="38100"/>
                  <a:pt x="38100" y="42863"/>
                </a:cubicBezTo>
                <a:cubicBezTo>
                  <a:pt x="38100" y="47625"/>
                  <a:pt x="33835" y="47625"/>
                  <a:pt x="28575" y="47625"/>
                </a:cubicBezTo>
                <a:lnTo>
                  <a:pt x="9525" y="47625"/>
                </a:lnTo>
                <a:cubicBezTo>
                  <a:pt x="4265" y="47625"/>
                  <a:pt x="0" y="51889"/>
                  <a:pt x="0" y="57150"/>
                </a:cubicBezTo>
                <a:cubicBezTo>
                  <a:pt x="0" y="62411"/>
                  <a:pt x="4763" y="66675"/>
                  <a:pt x="9525" y="66675"/>
                </a:cubicBezTo>
                <a:lnTo>
                  <a:pt x="2371" y="85549"/>
                </a:lnTo>
                <a:close/>
                <a:moveTo>
                  <a:pt x="45520" y="102375"/>
                </a:moveTo>
                <a:cubicBezTo>
                  <a:pt x="43179" y="107628"/>
                  <a:pt x="39602" y="111184"/>
                  <a:pt x="36401" y="112962"/>
                </a:cubicBezTo>
                <a:cubicBezTo>
                  <a:pt x="33176" y="114751"/>
                  <a:pt x="31482" y="114259"/>
                  <a:pt x="31144" y="114121"/>
                </a:cubicBezTo>
                <a:cubicBezTo>
                  <a:pt x="30943" y="114039"/>
                  <a:pt x="29750" y="113527"/>
                  <a:pt x="29004" y="110599"/>
                </a:cubicBezTo>
                <a:cubicBezTo>
                  <a:pt x="28235" y="107585"/>
                  <a:pt x="28335" y="102898"/>
                  <a:pt x="30678" y="97639"/>
                </a:cubicBezTo>
                <a:cubicBezTo>
                  <a:pt x="33019" y="92386"/>
                  <a:pt x="36596" y="88829"/>
                  <a:pt x="39797" y="87052"/>
                </a:cubicBezTo>
                <a:cubicBezTo>
                  <a:pt x="43022" y="85261"/>
                  <a:pt x="44715" y="85755"/>
                  <a:pt x="45053" y="85892"/>
                </a:cubicBezTo>
                <a:cubicBezTo>
                  <a:pt x="45254" y="85974"/>
                  <a:pt x="46448" y="86486"/>
                  <a:pt x="47194" y="89414"/>
                </a:cubicBezTo>
                <a:cubicBezTo>
                  <a:pt x="47962" y="92428"/>
                  <a:pt x="47862" y="97115"/>
                  <a:pt x="45520" y="102375"/>
                </a:cubicBezTo>
                <a:close/>
                <a:moveTo>
                  <a:pt x="131244" y="102375"/>
                </a:moveTo>
                <a:cubicBezTo>
                  <a:pt x="128905" y="107628"/>
                  <a:pt x="125327" y="111184"/>
                  <a:pt x="122126" y="112962"/>
                </a:cubicBezTo>
                <a:cubicBezTo>
                  <a:pt x="118902" y="114751"/>
                  <a:pt x="117207" y="114259"/>
                  <a:pt x="116870" y="114121"/>
                </a:cubicBezTo>
                <a:cubicBezTo>
                  <a:pt x="116669" y="114039"/>
                  <a:pt x="115475" y="113527"/>
                  <a:pt x="114729" y="110599"/>
                </a:cubicBezTo>
                <a:cubicBezTo>
                  <a:pt x="113960" y="107585"/>
                  <a:pt x="114060" y="102898"/>
                  <a:pt x="116403" y="97639"/>
                </a:cubicBezTo>
                <a:cubicBezTo>
                  <a:pt x="118743" y="92386"/>
                  <a:pt x="122321" y="88829"/>
                  <a:pt x="125522" y="87052"/>
                </a:cubicBezTo>
                <a:cubicBezTo>
                  <a:pt x="128747" y="85261"/>
                  <a:pt x="130440" y="85755"/>
                  <a:pt x="130778" y="85892"/>
                </a:cubicBezTo>
                <a:cubicBezTo>
                  <a:pt x="130979" y="85974"/>
                  <a:pt x="132173" y="86486"/>
                  <a:pt x="132919" y="89414"/>
                </a:cubicBezTo>
                <a:cubicBezTo>
                  <a:pt x="133687" y="92428"/>
                  <a:pt x="133587" y="97115"/>
                  <a:pt x="131244" y="102375"/>
                </a:cubicBezTo>
                <a:close/>
              </a:path>
            </a:pathLst>
          </a:custGeom>
          <a:solidFill>
            <a:srgbClr val="000000"/>
          </a:solidFill>
          <a:ln w="9525" cap="flat">
            <a:noFill/>
            <a:prstDash val="solid"/>
            <a:miter/>
          </a:ln>
        </p:spPr>
        <p:txBody>
          <a:bodyPr rtlCol="0" anchor="ctr"/>
          <a:lstStyle/>
          <a:p>
            <a:endParaRPr lang="ru-RU"/>
          </a:p>
        </p:txBody>
      </p:sp>
      <p:sp>
        <p:nvSpPr>
          <p:cNvPr id="1414" name="Полилиния: фигура 1413">
            <a:extLst>
              <a:ext uri="{FF2B5EF4-FFF2-40B4-BE49-F238E27FC236}">
                <a16:creationId xmlns:a16="http://schemas.microsoft.com/office/drawing/2014/main" id="{06254409-A6FC-B800-F64F-BCC54162C7EE}"/>
              </a:ext>
            </a:extLst>
          </p:cNvPr>
          <p:cNvSpPr/>
          <p:nvPr/>
        </p:nvSpPr>
        <p:spPr>
          <a:xfrm>
            <a:off x="8640630" y="1955982"/>
            <a:ext cx="190501" cy="152401"/>
          </a:xfrm>
          <a:custGeom>
            <a:avLst/>
            <a:gdLst>
              <a:gd name="connsiteX0" fmla="*/ 152401 w 190501"/>
              <a:gd name="connsiteY0" fmla="*/ 114301 h 152401"/>
              <a:gd name="connsiteX1" fmla="*/ 142876 w 190501"/>
              <a:gd name="connsiteY1" fmla="*/ 123826 h 152401"/>
              <a:gd name="connsiteX2" fmla="*/ 152401 w 190501"/>
              <a:gd name="connsiteY2" fmla="*/ 133351 h 152401"/>
              <a:gd name="connsiteX3" fmla="*/ 161926 w 190501"/>
              <a:gd name="connsiteY3" fmla="*/ 123826 h 152401"/>
              <a:gd name="connsiteX4" fmla="*/ 152401 w 190501"/>
              <a:gd name="connsiteY4" fmla="*/ 114301 h 152401"/>
              <a:gd name="connsiteX5" fmla="*/ 47626 w 190501"/>
              <a:gd name="connsiteY5" fmla="*/ 114301 h 152401"/>
              <a:gd name="connsiteX6" fmla="*/ 38101 w 190501"/>
              <a:gd name="connsiteY6" fmla="*/ 123826 h 152401"/>
              <a:gd name="connsiteX7" fmla="*/ 47626 w 190501"/>
              <a:gd name="connsiteY7" fmla="*/ 133351 h 152401"/>
              <a:gd name="connsiteX8" fmla="*/ 57151 w 190501"/>
              <a:gd name="connsiteY8" fmla="*/ 123826 h 152401"/>
              <a:gd name="connsiteX9" fmla="*/ 47626 w 190501"/>
              <a:gd name="connsiteY9" fmla="*/ 114301 h 152401"/>
              <a:gd name="connsiteX10" fmla="*/ 21841 w 190501"/>
              <a:gd name="connsiteY10" fmla="*/ 2790 h 152401"/>
              <a:gd name="connsiteX11" fmla="*/ 35311 w 190501"/>
              <a:gd name="connsiteY11" fmla="*/ 2790 h 152401"/>
              <a:gd name="connsiteX12" fmla="*/ 54361 w 190501"/>
              <a:gd name="connsiteY12" fmla="*/ 21840 h 152401"/>
              <a:gd name="connsiteX13" fmla="*/ 54361 w 190501"/>
              <a:gd name="connsiteY13" fmla="*/ 35310 h 152401"/>
              <a:gd name="connsiteX14" fmla="*/ 35311 w 190501"/>
              <a:gd name="connsiteY14" fmla="*/ 54360 h 152401"/>
              <a:gd name="connsiteX15" fmla="*/ 21841 w 190501"/>
              <a:gd name="connsiteY15" fmla="*/ 54360 h 152401"/>
              <a:gd name="connsiteX16" fmla="*/ 21841 w 190501"/>
              <a:gd name="connsiteY16" fmla="*/ 40890 h 152401"/>
              <a:gd name="connsiteX17" fmla="*/ 24631 w 190501"/>
              <a:gd name="connsiteY17" fmla="*/ 38100 h 152401"/>
              <a:gd name="connsiteX18" fmla="*/ 9526 w 190501"/>
              <a:gd name="connsiteY18" fmla="*/ 38100 h 152401"/>
              <a:gd name="connsiteX19" fmla="*/ 1 w 190501"/>
              <a:gd name="connsiteY19" fmla="*/ 28575 h 152401"/>
              <a:gd name="connsiteX20" fmla="*/ 9526 w 190501"/>
              <a:gd name="connsiteY20" fmla="*/ 19050 h 152401"/>
              <a:gd name="connsiteX21" fmla="*/ 24631 w 190501"/>
              <a:gd name="connsiteY21" fmla="*/ 19050 h 152401"/>
              <a:gd name="connsiteX22" fmla="*/ 21841 w 190501"/>
              <a:gd name="connsiteY22" fmla="*/ 16260 h 152401"/>
              <a:gd name="connsiteX23" fmla="*/ 21841 w 190501"/>
              <a:gd name="connsiteY23" fmla="*/ 2790 h 152401"/>
              <a:gd name="connsiteX24" fmla="*/ 95251 w 190501"/>
              <a:gd name="connsiteY24" fmla="*/ 300 h 152401"/>
              <a:gd name="connsiteX25" fmla="*/ 133351 w 190501"/>
              <a:gd name="connsiteY25" fmla="*/ 19051 h 152401"/>
              <a:gd name="connsiteX26" fmla="*/ 123826 w 190501"/>
              <a:gd name="connsiteY26" fmla="*/ 29446 h 152401"/>
              <a:gd name="connsiteX27" fmla="*/ 111300 w 190501"/>
              <a:gd name="connsiteY27" fmla="*/ 35921 h 152401"/>
              <a:gd name="connsiteX28" fmla="*/ 104776 w 190501"/>
              <a:gd name="connsiteY28" fmla="*/ 56704 h 152401"/>
              <a:gd name="connsiteX29" fmla="*/ 104776 w 190501"/>
              <a:gd name="connsiteY29" fmla="*/ 80963 h 152401"/>
              <a:gd name="connsiteX30" fmla="*/ 109538 w 190501"/>
              <a:gd name="connsiteY30" fmla="*/ 85726 h 152401"/>
              <a:gd name="connsiteX31" fmla="*/ 114301 w 190501"/>
              <a:gd name="connsiteY31" fmla="*/ 80963 h 152401"/>
              <a:gd name="connsiteX32" fmla="*/ 114301 w 190501"/>
              <a:gd name="connsiteY32" fmla="*/ 57151 h 152401"/>
              <a:gd name="connsiteX33" fmla="*/ 133351 w 190501"/>
              <a:gd name="connsiteY33" fmla="*/ 38101 h 152401"/>
              <a:gd name="connsiteX34" fmla="*/ 152401 w 190501"/>
              <a:gd name="connsiteY34" fmla="*/ 38101 h 152401"/>
              <a:gd name="connsiteX35" fmla="*/ 176213 w 190501"/>
              <a:gd name="connsiteY35" fmla="*/ 57151 h 152401"/>
              <a:gd name="connsiteX36" fmla="*/ 180010 w 190501"/>
              <a:gd name="connsiteY36" fmla="*/ 62706 h 152401"/>
              <a:gd name="connsiteX37" fmla="*/ 190501 w 190501"/>
              <a:gd name="connsiteY37" fmla="*/ 85726 h 152401"/>
              <a:gd name="connsiteX38" fmla="*/ 190501 w 190501"/>
              <a:gd name="connsiteY38" fmla="*/ 123826 h 152401"/>
              <a:gd name="connsiteX39" fmla="*/ 179376 w 190501"/>
              <a:gd name="connsiteY39" fmla="*/ 133274 h 152401"/>
              <a:gd name="connsiteX40" fmla="*/ 152401 w 190501"/>
              <a:gd name="connsiteY40" fmla="*/ 152401 h 152401"/>
              <a:gd name="connsiteX41" fmla="*/ 125452 w 190501"/>
              <a:gd name="connsiteY41" fmla="*/ 133351 h 152401"/>
              <a:gd name="connsiteX42" fmla="*/ 74575 w 190501"/>
              <a:gd name="connsiteY42" fmla="*/ 133351 h 152401"/>
              <a:gd name="connsiteX43" fmla="*/ 47626 w 190501"/>
              <a:gd name="connsiteY43" fmla="*/ 152401 h 152401"/>
              <a:gd name="connsiteX44" fmla="*/ 20656 w 190501"/>
              <a:gd name="connsiteY44" fmla="*/ 133291 h 152401"/>
              <a:gd name="connsiteX45" fmla="*/ 1 w 190501"/>
              <a:gd name="connsiteY45" fmla="*/ 95251 h 152401"/>
              <a:gd name="connsiteX46" fmla="*/ 0 w 190501"/>
              <a:gd name="connsiteY46" fmla="*/ 94446 h 152401"/>
              <a:gd name="connsiteX47" fmla="*/ 23813 w 190501"/>
              <a:gd name="connsiteY47" fmla="*/ 76201 h 152401"/>
              <a:gd name="connsiteX48" fmla="*/ 76201 w 190501"/>
              <a:gd name="connsiteY48" fmla="*/ 23813 h 152401"/>
              <a:gd name="connsiteX49" fmla="*/ 75987 w 190501"/>
              <a:gd name="connsiteY49" fmla="*/ 19051 h 152401"/>
              <a:gd name="connsiteX50" fmla="*/ 95251 w 190501"/>
              <a:gd name="connsiteY50" fmla="*/ 300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90501" h="152401">
                <a:moveTo>
                  <a:pt x="152401" y="114301"/>
                </a:moveTo>
                <a:cubicBezTo>
                  <a:pt x="147140" y="114301"/>
                  <a:pt x="142876" y="118565"/>
                  <a:pt x="142876" y="123826"/>
                </a:cubicBezTo>
                <a:cubicBezTo>
                  <a:pt x="142876" y="129086"/>
                  <a:pt x="147140" y="133351"/>
                  <a:pt x="152401" y="133351"/>
                </a:cubicBezTo>
                <a:cubicBezTo>
                  <a:pt x="157661" y="133351"/>
                  <a:pt x="161926" y="129086"/>
                  <a:pt x="161926" y="123826"/>
                </a:cubicBezTo>
                <a:cubicBezTo>
                  <a:pt x="161926" y="118565"/>
                  <a:pt x="157661" y="114301"/>
                  <a:pt x="152401" y="114301"/>
                </a:cubicBezTo>
                <a:close/>
                <a:moveTo>
                  <a:pt x="47626" y="114301"/>
                </a:moveTo>
                <a:cubicBezTo>
                  <a:pt x="42365" y="114301"/>
                  <a:pt x="38101" y="118565"/>
                  <a:pt x="38101" y="123826"/>
                </a:cubicBezTo>
                <a:cubicBezTo>
                  <a:pt x="38101" y="129086"/>
                  <a:pt x="42365" y="133351"/>
                  <a:pt x="47626" y="133351"/>
                </a:cubicBezTo>
                <a:cubicBezTo>
                  <a:pt x="52886" y="133351"/>
                  <a:pt x="57151" y="129086"/>
                  <a:pt x="57151" y="123826"/>
                </a:cubicBezTo>
                <a:cubicBezTo>
                  <a:pt x="57151" y="118565"/>
                  <a:pt x="52886" y="114301"/>
                  <a:pt x="47626" y="114301"/>
                </a:cubicBezTo>
                <a:close/>
                <a:moveTo>
                  <a:pt x="21841" y="2790"/>
                </a:moveTo>
                <a:cubicBezTo>
                  <a:pt x="25561" y="-930"/>
                  <a:pt x="31591" y="-930"/>
                  <a:pt x="35311" y="2790"/>
                </a:cubicBezTo>
                <a:lnTo>
                  <a:pt x="54361" y="21840"/>
                </a:lnTo>
                <a:cubicBezTo>
                  <a:pt x="58081" y="25560"/>
                  <a:pt x="58081" y="31590"/>
                  <a:pt x="54361" y="35310"/>
                </a:cubicBezTo>
                <a:lnTo>
                  <a:pt x="35311" y="54360"/>
                </a:lnTo>
                <a:cubicBezTo>
                  <a:pt x="31591" y="58080"/>
                  <a:pt x="25561" y="58080"/>
                  <a:pt x="21841" y="54360"/>
                </a:cubicBezTo>
                <a:cubicBezTo>
                  <a:pt x="18121" y="50641"/>
                  <a:pt x="18121" y="44610"/>
                  <a:pt x="21841" y="40890"/>
                </a:cubicBezTo>
                <a:lnTo>
                  <a:pt x="24631" y="38100"/>
                </a:lnTo>
                <a:lnTo>
                  <a:pt x="9526" y="38100"/>
                </a:lnTo>
                <a:cubicBezTo>
                  <a:pt x="4266" y="38100"/>
                  <a:pt x="1" y="33836"/>
                  <a:pt x="1" y="28575"/>
                </a:cubicBezTo>
                <a:cubicBezTo>
                  <a:pt x="1" y="23315"/>
                  <a:pt x="4266" y="19050"/>
                  <a:pt x="9526" y="19050"/>
                </a:cubicBezTo>
                <a:lnTo>
                  <a:pt x="24631" y="19050"/>
                </a:lnTo>
                <a:lnTo>
                  <a:pt x="21841" y="16260"/>
                </a:lnTo>
                <a:cubicBezTo>
                  <a:pt x="18121" y="12540"/>
                  <a:pt x="18121" y="6510"/>
                  <a:pt x="21841" y="2790"/>
                </a:cubicBezTo>
                <a:close/>
                <a:moveTo>
                  <a:pt x="95251" y="300"/>
                </a:moveTo>
                <a:cubicBezTo>
                  <a:pt x="128000" y="1197"/>
                  <a:pt x="133351" y="4774"/>
                  <a:pt x="133351" y="19051"/>
                </a:cubicBezTo>
                <a:cubicBezTo>
                  <a:pt x="133351" y="23813"/>
                  <a:pt x="133351" y="27481"/>
                  <a:pt x="123826" y="29446"/>
                </a:cubicBezTo>
                <a:cubicBezTo>
                  <a:pt x="118725" y="30499"/>
                  <a:pt x="114504" y="32560"/>
                  <a:pt x="111300" y="35921"/>
                </a:cubicBezTo>
                <a:cubicBezTo>
                  <a:pt x="106319" y="41147"/>
                  <a:pt x="104776" y="48507"/>
                  <a:pt x="104776" y="56704"/>
                </a:cubicBezTo>
                <a:lnTo>
                  <a:pt x="104776" y="80963"/>
                </a:lnTo>
                <a:cubicBezTo>
                  <a:pt x="104776" y="83594"/>
                  <a:pt x="106908" y="85726"/>
                  <a:pt x="109538" y="85726"/>
                </a:cubicBezTo>
                <a:cubicBezTo>
                  <a:pt x="112168" y="85726"/>
                  <a:pt x="114301" y="83594"/>
                  <a:pt x="114301" y="80963"/>
                </a:cubicBezTo>
                <a:lnTo>
                  <a:pt x="114301" y="57151"/>
                </a:lnTo>
                <a:cubicBezTo>
                  <a:pt x="114301" y="42863"/>
                  <a:pt x="119063" y="38101"/>
                  <a:pt x="133351" y="38101"/>
                </a:cubicBezTo>
                <a:lnTo>
                  <a:pt x="152401" y="38101"/>
                </a:lnTo>
                <a:cubicBezTo>
                  <a:pt x="161926" y="38101"/>
                  <a:pt x="166688" y="42863"/>
                  <a:pt x="176213" y="57151"/>
                </a:cubicBezTo>
                <a:cubicBezTo>
                  <a:pt x="177509" y="59094"/>
                  <a:pt x="178786" y="60938"/>
                  <a:pt x="180010" y="62706"/>
                </a:cubicBezTo>
                <a:cubicBezTo>
                  <a:pt x="185845" y="71129"/>
                  <a:pt x="190501" y="77853"/>
                  <a:pt x="190501" y="85726"/>
                </a:cubicBezTo>
                <a:lnTo>
                  <a:pt x="190501" y="123826"/>
                </a:lnTo>
                <a:cubicBezTo>
                  <a:pt x="190501" y="133351"/>
                  <a:pt x="185196" y="133314"/>
                  <a:pt x="179376" y="133274"/>
                </a:cubicBezTo>
                <a:cubicBezTo>
                  <a:pt x="175476" y="144413"/>
                  <a:pt x="164871" y="152401"/>
                  <a:pt x="152401" y="152401"/>
                </a:cubicBezTo>
                <a:cubicBezTo>
                  <a:pt x="139959" y="152401"/>
                  <a:pt x="129374" y="144449"/>
                  <a:pt x="125452" y="133351"/>
                </a:cubicBezTo>
                <a:lnTo>
                  <a:pt x="74575" y="133351"/>
                </a:lnTo>
                <a:cubicBezTo>
                  <a:pt x="70652" y="144449"/>
                  <a:pt x="60067" y="152401"/>
                  <a:pt x="47626" y="152401"/>
                </a:cubicBezTo>
                <a:cubicBezTo>
                  <a:pt x="35162" y="152401"/>
                  <a:pt x="24561" y="144421"/>
                  <a:pt x="20656" y="133291"/>
                </a:cubicBezTo>
                <a:cubicBezTo>
                  <a:pt x="1" y="133351"/>
                  <a:pt x="1" y="122527"/>
                  <a:pt x="1" y="95251"/>
                </a:cubicBezTo>
                <a:cubicBezTo>
                  <a:pt x="1" y="94979"/>
                  <a:pt x="1" y="94710"/>
                  <a:pt x="0" y="94446"/>
                </a:cubicBezTo>
                <a:cubicBezTo>
                  <a:pt x="-8" y="80784"/>
                  <a:pt x="-11" y="76201"/>
                  <a:pt x="23813" y="76201"/>
                </a:cubicBezTo>
                <a:cubicBezTo>
                  <a:pt x="52746" y="76201"/>
                  <a:pt x="76201" y="52746"/>
                  <a:pt x="76201" y="23813"/>
                </a:cubicBezTo>
                <a:cubicBezTo>
                  <a:pt x="76201" y="22208"/>
                  <a:pt x="76128" y="20619"/>
                  <a:pt x="75987" y="19051"/>
                </a:cubicBezTo>
                <a:cubicBezTo>
                  <a:pt x="74297" y="300"/>
                  <a:pt x="80963" y="-91"/>
                  <a:pt x="95251" y="300"/>
                </a:cubicBezTo>
                <a:close/>
              </a:path>
            </a:pathLst>
          </a:custGeom>
          <a:solidFill>
            <a:srgbClr val="000000"/>
          </a:solidFill>
          <a:ln w="9525" cap="flat">
            <a:noFill/>
            <a:prstDash val="solid"/>
            <a:miter/>
          </a:ln>
        </p:spPr>
        <p:txBody>
          <a:bodyPr rtlCol="0" anchor="ctr"/>
          <a:lstStyle/>
          <a:p>
            <a:endParaRPr lang="ru-RU"/>
          </a:p>
        </p:txBody>
      </p:sp>
      <p:sp>
        <p:nvSpPr>
          <p:cNvPr id="1419" name="Полилиния: фигура 1418">
            <a:extLst>
              <a:ext uri="{FF2B5EF4-FFF2-40B4-BE49-F238E27FC236}">
                <a16:creationId xmlns:a16="http://schemas.microsoft.com/office/drawing/2014/main" id="{ED4D74C3-2251-0BA1-9086-155AAA54C1B8}"/>
              </a:ext>
            </a:extLst>
          </p:cNvPr>
          <p:cNvSpPr/>
          <p:nvPr/>
        </p:nvSpPr>
        <p:spPr>
          <a:xfrm>
            <a:off x="8659681" y="2486752"/>
            <a:ext cx="152400" cy="171451"/>
          </a:xfrm>
          <a:custGeom>
            <a:avLst/>
            <a:gdLst>
              <a:gd name="connsiteX0" fmla="*/ 42863 w 152400"/>
              <a:gd name="connsiteY0" fmla="*/ 57151 h 171451"/>
              <a:gd name="connsiteX1" fmla="*/ 76200 w 152400"/>
              <a:gd name="connsiteY1" fmla="*/ 66676 h 171451"/>
              <a:gd name="connsiteX2" fmla="*/ 109538 w 152400"/>
              <a:gd name="connsiteY2" fmla="*/ 57151 h 171451"/>
              <a:gd name="connsiteX3" fmla="*/ 152400 w 152400"/>
              <a:gd name="connsiteY3" fmla="*/ 109539 h 171451"/>
              <a:gd name="connsiteX4" fmla="*/ 76200 w 152400"/>
              <a:gd name="connsiteY4" fmla="*/ 171451 h 171451"/>
              <a:gd name="connsiteX5" fmla="*/ 0 w 152400"/>
              <a:gd name="connsiteY5" fmla="*/ 109539 h 171451"/>
              <a:gd name="connsiteX6" fmla="*/ 42863 w 152400"/>
              <a:gd name="connsiteY6" fmla="*/ 57151 h 171451"/>
              <a:gd name="connsiteX7" fmla="*/ 39995 w 152400"/>
              <a:gd name="connsiteY7" fmla="*/ 1906 h 171451"/>
              <a:gd name="connsiteX8" fmla="*/ 57046 w 152400"/>
              <a:gd name="connsiteY8" fmla="*/ 1938 h 171451"/>
              <a:gd name="connsiteX9" fmla="*/ 83809 w 152400"/>
              <a:gd name="connsiteY9" fmla="*/ 28638 h 171451"/>
              <a:gd name="connsiteX10" fmla="*/ 66722 w 152400"/>
              <a:gd name="connsiteY10" fmla="*/ 45609 h 171451"/>
              <a:gd name="connsiteX11" fmla="*/ 40098 w 152400"/>
              <a:gd name="connsiteY11" fmla="*/ 18957 h 171451"/>
              <a:gd name="connsiteX12" fmla="*/ 39995 w 152400"/>
              <a:gd name="connsiteY12" fmla="*/ 1906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2400" h="171451">
                <a:moveTo>
                  <a:pt x="42863" y="57151"/>
                </a:moveTo>
                <a:cubicBezTo>
                  <a:pt x="57150" y="57151"/>
                  <a:pt x="61913" y="66676"/>
                  <a:pt x="76200" y="66676"/>
                </a:cubicBezTo>
                <a:cubicBezTo>
                  <a:pt x="90488" y="66676"/>
                  <a:pt x="95250" y="57151"/>
                  <a:pt x="109538" y="57151"/>
                </a:cubicBezTo>
                <a:cubicBezTo>
                  <a:pt x="133350" y="57151"/>
                  <a:pt x="152400" y="76201"/>
                  <a:pt x="152400" y="109539"/>
                </a:cubicBezTo>
                <a:cubicBezTo>
                  <a:pt x="152400" y="142876"/>
                  <a:pt x="123825" y="171451"/>
                  <a:pt x="76200" y="171451"/>
                </a:cubicBezTo>
                <a:cubicBezTo>
                  <a:pt x="28575" y="171451"/>
                  <a:pt x="0" y="142876"/>
                  <a:pt x="0" y="109539"/>
                </a:cubicBezTo>
                <a:cubicBezTo>
                  <a:pt x="0" y="76201"/>
                  <a:pt x="19050" y="57151"/>
                  <a:pt x="42863" y="57151"/>
                </a:cubicBezTo>
                <a:close/>
                <a:moveTo>
                  <a:pt x="39995" y="1906"/>
                </a:moveTo>
                <a:cubicBezTo>
                  <a:pt x="42644" y="-740"/>
                  <a:pt x="48151" y="-538"/>
                  <a:pt x="57046" y="1938"/>
                </a:cubicBezTo>
                <a:cubicBezTo>
                  <a:pt x="72881" y="6345"/>
                  <a:pt x="80486" y="16523"/>
                  <a:pt x="83809" y="28638"/>
                </a:cubicBezTo>
                <a:cubicBezTo>
                  <a:pt x="88720" y="46550"/>
                  <a:pt x="84589" y="50697"/>
                  <a:pt x="66722" y="45609"/>
                </a:cubicBezTo>
                <a:cubicBezTo>
                  <a:pt x="53681" y="41895"/>
                  <a:pt x="44272" y="33601"/>
                  <a:pt x="40098" y="18957"/>
                </a:cubicBezTo>
                <a:cubicBezTo>
                  <a:pt x="37558" y="10044"/>
                  <a:pt x="37347" y="4551"/>
                  <a:pt x="39995" y="1906"/>
                </a:cubicBezTo>
                <a:close/>
              </a:path>
            </a:pathLst>
          </a:custGeom>
          <a:solidFill>
            <a:srgbClr val="000000"/>
          </a:solidFill>
          <a:ln w="9525" cap="flat">
            <a:noFill/>
            <a:prstDash val="solid"/>
            <a:miter/>
          </a:ln>
        </p:spPr>
        <p:txBody>
          <a:bodyPr rtlCol="0" anchor="ctr"/>
          <a:lstStyle/>
          <a:p>
            <a:endParaRPr lang="ru-RU"/>
          </a:p>
        </p:txBody>
      </p:sp>
      <p:sp>
        <p:nvSpPr>
          <p:cNvPr id="1428" name="Полилиния: фигура 1427">
            <a:extLst>
              <a:ext uri="{FF2B5EF4-FFF2-40B4-BE49-F238E27FC236}">
                <a16:creationId xmlns:a16="http://schemas.microsoft.com/office/drawing/2014/main" id="{EE4C870D-8F7B-F778-544F-5C0E8AF5FC62}"/>
              </a:ext>
            </a:extLst>
          </p:cNvPr>
          <p:cNvSpPr/>
          <p:nvPr/>
        </p:nvSpPr>
        <p:spPr>
          <a:xfrm>
            <a:off x="8650466" y="3046098"/>
            <a:ext cx="171450" cy="171450"/>
          </a:xfrm>
          <a:custGeom>
            <a:avLst/>
            <a:gdLst>
              <a:gd name="connsiteX0" fmla="*/ 57150 w 171450"/>
              <a:gd name="connsiteY0" fmla="*/ 133350 h 171450"/>
              <a:gd name="connsiteX1" fmla="*/ 47625 w 171450"/>
              <a:gd name="connsiteY1" fmla="*/ 142875 h 171450"/>
              <a:gd name="connsiteX2" fmla="*/ 57150 w 171450"/>
              <a:gd name="connsiteY2" fmla="*/ 152400 h 171450"/>
              <a:gd name="connsiteX3" fmla="*/ 114300 w 171450"/>
              <a:gd name="connsiteY3" fmla="*/ 152400 h 171450"/>
              <a:gd name="connsiteX4" fmla="*/ 123825 w 171450"/>
              <a:gd name="connsiteY4" fmla="*/ 142875 h 171450"/>
              <a:gd name="connsiteX5" fmla="*/ 114300 w 171450"/>
              <a:gd name="connsiteY5" fmla="*/ 133350 h 171450"/>
              <a:gd name="connsiteX6" fmla="*/ 85725 w 171450"/>
              <a:gd name="connsiteY6" fmla="*/ 76200 h 171450"/>
              <a:gd name="connsiteX7" fmla="*/ 66675 w 171450"/>
              <a:gd name="connsiteY7" fmla="*/ 95250 h 171450"/>
              <a:gd name="connsiteX8" fmla="*/ 85725 w 171450"/>
              <a:gd name="connsiteY8" fmla="*/ 114300 h 171450"/>
              <a:gd name="connsiteX9" fmla="*/ 104775 w 171450"/>
              <a:gd name="connsiteY9" fmla="*/ 95250 h 171450"/>
              <a:gd name="connsiteX10" fmla="*/ 85725 w 171450"/>
              <a:gd name="connsiteY10" fmla="*/ 76200 h 171450"/>
              <a:gd name="connsiteX11" fmla="*/ 9525 w 171450"/>
              <a:gd name="connsiteY11" fmla="*/ 38100 h 171450"/>
              <a:gd name="connsiteX12" fmla="*/ 161925 w 171450"/>
              <a:gd name="connsiteY12" fmla="*/ 38100 h 171450"/>
              <a:gd name="connsiteX13" fmla="*/ 171450 w 171450"/>
              <a:gd name="connsiteY13" fmla="*/ 47625 h 171450"/>
              <a:gd name="connsiteX14" fmla="*/ 161925 w 171450"/>
              <a:gd name="connsiteY14" fmla="*/ 57150 h 171450"/>
              <a:gd name="connsiteX15" fmla="*/ 161771 w 171450"/>
              <a:gd name="connsiteY15" fmla="*/ 57150 h 171450"/>
              <a:gd name="connsiteX16" fmla="*/ 161925 w 171450"/>
              <a:gd name="connsiteY16" fmla="*/ 85725 h 171450"/>
              <a:gd name="connsiteX17" fmla="*/ 151235 w 171450"/>
              <a:gd name="connsiteY17" fmla="*/ 161947 h 171450"/>
              <a:gd name="connsiteX18" fmla="*/ 85725 w 171450"/>
              <a:gd name="connsiteY18" fmla="*/ 171450 h 171450"/>
              <a:gd name="connsiteX19" fmla="*/ 20216 w 171450"/>
              <a:gd name="connsiteY19" fmla="*/ 161947 h 171450"/>
              <a:gd name="connsiteX20" fmla="*/ 9525 w 171450"/>
              <a:gd name="connsiteY20" fmla="*/ 85725 h 171450"/>
              <a:gd name="connsiteX21" fmla="*/ 9679 w 171450"/>
              <a:gd name="connsiteY21" fmla="*/ 57150 h 171450"/>
              <a:gd name="connsiteX22" fmla="*/ 9525 w 171450"/>
              <a:gd name="connsiteY22" fmla="*/ 57150 h 171450"/>
              <a:gd name="connsiteX23" fmla="*/ 0 w 171450"/>
              <a:gd name="connsiteY23" fmla="*/ 47625 h 171450"/>
              <a:gd name="connsiteX24" fmla="*/ 9525 w 171450"/>
              <a:gd name="connsiteY24" fmla="*/ 38100 h 171450"/>
              <a:gd name="connsiteX25" fmla="*/ 85726 w 171450"/>
              <a:gd name="connsiteY25" fmla="*/ 0 h 171450"/>
              <a:gd name="connsiteX26" fmla="*/ 151235 w 171450"/>
              <a:gd name="connsiteY26" fmla="*/ 9503 h 171450"/>
              <a:gd name="connsiteX27" fmla="*/ 154996 w 171450"/>
              <a:gd name="connsiteY27" fmla="*/ 14288 h 171450"/>
              <a:gd name="connsiteX28" fmla="*/ 142876 w 171450"/>
              <a:gd name="connsiteY28" fmla="*/ 28575 h 171450"/>
              <a:gd name="connsiteX29" fmla="*/ 28575 w 171450"/>
              <a:gd name="connsiteY29" fmla="*/ 28575 h 171450"/>
              <a:gd name="connsiteX30" fmla="*/ 16454 w 171450"/>
              <a:gd name="connsiteY30" fmla="*/ 14288 h 171450"/>
              <a:gd name="connsiteX31" fmla="*/ 20216 w 171450"/>
              <a:gd name="connsiteY31" fmla="*/ 9503 h 171450"/>
              <a:gd name="connsiteX32" fmla="*/ 85726 w 171450"/>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57150" y="133350"/>
                </a:moveTo>
                <a:cubicBezTo>
                  <a:pt x="51890" y="133350"/>
                  <a:pt x="47625" y="137614"/>
                  <a:pt x="47625" y="142875"/>
                </a:cubicBezTo>
                <a:cubicBezTo>
                  <a:pt x="47625" y="148136"/>
                  <a:pt x="51890" y="152400"/>
                  <a:pt x="57150" y="152400"/>
                </a:cubicBezTo>
                <a:lnTo>
                  <a:pt x="114300" y="152400"/>
                </a:lnTo>
                <a:cubicBezTo>
                  <a:pt x="119560" y="152400"/>
                  <a:pt x="123825" y="148136"/>
                  <a:pt x="123825" y="142875"/>
                </a:cubicBezTo>
                <a:cubicBezTo>
                  <a:pt x="123825" y="137614"/>
                  <a:pt x="119560" y="133350"/>
                  <a:pt x="114300" y="133350"/>
                </a:cubicBezTo>
                <a:close/>
                <a:moveTo>
                  <a:pt x="85725" y="76200"/>
                </a:moveTo>
                <a:cubicBezTo>
                  <a:pt x="73905" y="76200"/>
                  <a:pt x="66675" y="83430"/>
                  <a:pt x="66675" y="95250"/>
                </a:cubicBezTo>
                <a:cubicBezTo>
                  <a:pt x="66675" y="107070"/>
                  <a:pt x="73905" y="114300"/>
                  <a:pt x="85725" y="114300"/>
                </a:cubicBezTo>
                <a:cubicBezTo>
                  <a:pt x="97545" y="114300"/>
                  <a:pt x="104775" y="107070"/>
                  <a:pt x="104775" y="95250"/>
                </a:cubicBezTo>
                <a:cubicBezTo>
                  <a:pt x="104775" y="83430"/>
                  <a:pt x="97545" y="76200"/>
                  <a:pt x="85725" y="76200"/>
                </a:cubicBezTo>
                <a:close/>
                <a:moveTo>
                  <a:pt x="9525" y="38100"/>
                </a:moveTo>
                <a:lnTo>
                  <a:pt x="161925" y="38100"/>
                </a:lnTo>
                <a:cubicBezTo>
                  <a:pt x="167185" y="38100"/>
                  <a:pt x="171450" y="42365"/>
                  <a:pt x="171450" y="47625"/>
                </a:cubicBezTo>
                <a:cubicBezTo>
                  <a:pt x="171450" y="52886"/>
                  <a:pt x="167185" y="57150"/>
                  <a:pt x="161925" y="57150"/>
                </a:cubicBezTo>
                <a:lnTo>
                  <a:pt x="161771" y="57150"/>
                </a:lnTo>
                <a:cubicBezTo>
                  <a:pt x="161925" y="65420"/>
                  <a:pt x="161925" y="74887"/>
                  <a:pt x="161925" y="85725"/>
                </a:cubicBezTo>
                <a:cubicBezTo>
                  <a:pt x="161925" y="130270"/>
                  <a:pt x="161925" y="151668"/>
                  <a:pt x="151235" y="161947"/>
                </a:cubicBezTo>
                <a:cubicBezTo>
                  <a:pt x="141351" y="171450"/>
                  <a:pt x="122330" y="171450"/>
                  <a:pt x="85725" y="171450"/>
                </a:cubicBezTo>
                <a:cubicBezTo>
                  <a:pt x="49120" y="171450"/>
                  <a:pt x="30099" y="171450"/>
                  <a:pt x="20216" y="161947"/>
                </a:cubicBezTo>
                <a:cubicBezTo>
                  <a:pt x="9525" y="151668"/>
                  <a:pt x="9525" y="130270"/>
                  <a:pt x="9525" y="85725"/>
                </a:cubicBezTo>
                <a:cubicBezTo>
                  <a:pt x="9525" y="74887"/>
                  <a:pt x="9525" y="65420"/>
                  <a:pt x="9679" y="57150"/>
                </a:cubicBezTo>
                <a:lnTo>
                  <a:pt x="9525" y="57150"/>
                </a:lnTo>
                <a:cubicBezTo>
                  <a:pt x="4265" y="57150"/>
                  <a:pt x="0" y="52886"/>
                  <a:pt x="0" y="47625"/>
                </a:cubicBezTo>
                <a:cubicBezTo>
                  <a:pt x="0" y="42365"/>
                  <a:pt x="4265" y="38100"/>
                  <a:pt x="9525" y="38100"/>
                </a:cubicBezTo>
                <a:close/>
                <a:moveTo>
                  <a:pt x="85726" y="0"/>
                </a:moveTo>
                <a:cubicBezTo>
                  <a:pt x="122330" y="0"/>
                  <a:pt x="141351" y="0"/>
                  <a:pt x="151235" y="9503"/>
                </a:cubicBezTo>
                <a:cubicBezTo>
                  <a:pt x="152673" y="10887"/>
                  <a:pt x="153919" y="12472"/>
                  <a:pt x="154996" y="14288"/>
                </a:cubicBezTo>
                <a:cubicBezTo>
                  <a:pt x="161772" y="28575"/>
                  <a:pt x="156395" y="28575"/>
                  <a:pt x="142876" y="28575"/>
                </a:cubicBezTo>
                <a:lnTo>
                  <a:pt x="28575" y="28575"/>
                </a:lnTo>
                <a:cubicBezTo>
                  <a:pt x="15056" y="28575"/>
                  <a:pt x="9679" y="28575"/>
                  <a:pt x="16454" y="14288"/>
                </a:cubicBezTo>
                <a:cubicBezTo>
                  <a:pt x="17532" y="12472"/>
                  <a:pt x="18777" y="10887"/>
                  <a:pt x="20216" y="9503"/>
                </a:cubicBezTo>
                <a:cubicBezTo>
                  <a:pt x="30100" y="0"/>
                  <a:pt x="49121" y="0"/>
                  <a:pt x="85726" y="0"/>
                </a:cubicBezTo>
                <a:close/>
              </a:path>
            </a:pathLst>
          </a:custGeom>
          <a:solidFill>
            <a:srgbClr val="000000"/>
          </a:solidFill>
          <a:ln w="9525" cap="flat">
            <a:noFill/>
            <a:prstDash val="solid"/>
            <a:miter/>
          </a:ln>
        </p:spPr>
        <p:txBody>
          <a:bodyPr rtlCol="0" anchor="ctr"/>
          <a:lstStyle/>
          <a:p>
            <a:endParaRPr lang="ru-RU"/>
          </a:p>
        </p:txBody>
      </p:sp>
      <p:sp>
        <p:nvSpPr>
          <p:cNvPr id="1307" name="Рисунок 318">
            <a:extLst>
              <a:ext uri="{FF2B5EF4-FFF2-40B4-BE49-F238E27FC236}">
                <a16:creationId xmlns:a16="http://schemas.microsoft.com/office/drawing/2014/main" id="{517A0095-4D5A-6F00-4325-258BA5F3E134}"/>
              </a:ext>
            </a:extLst>
          </p:cNvPr>
          <p:cNvSpPr/>
          <p:nvPr/>
        </p:nvSpPr>
        <p:spPr>
          <a:xfrm>
            <a:off x="8650156" y="4628692"/>
            <a:ext cx="171450" cy="114300"/>
          </a:xfrm>
          <a:custGeom>
            <a:avLst/>
            <a:gdLst>
              <a:gd name="connsiteX0" fmla="*/ 106306 w 171450"/>
              <a:gd name="connsiteY0" fmla="*/ 4423 h 114300"/>
              <a:gd name="connsiteX1" fmla="*/ 114300 w 171450"/>
              <a:gd name="connsiteY1" fmla="*/ 9525 h 114300"/>
              <a:gd name="connsiteX2" fmla="*/ 122210 w 171450"/>
              <a:gd name="connsiteY2" fmla="*/ 4608 h 114300"/>
              <a:gd name="connsiteX3" fmla="*/ 128588 w 171450"/>
              <a:gd name="connsiteY3" fmla="*/ 502 h 114300"/>
              <a:gd name="connsiteX4" fmla="*/ 164499 w 171450"/>
              <a:gd name="connsiteY4" fmla="*/ 10427 h 114300"/>
              <a:gd name="connsiteX5" fmla="*/ 171450 w 171450"/>
              <a:gd name="connsiteY5" fmla="*/ 57150 h 114300"/>
              <a:gd name="connsiteX6" fmla="*/ 164499 w 171450"/>
              <a:gd name="connsiteY6" fmla="*/ 103873 h 114300"/>
              <a:gd name="connsiteX7" fmla="*/ 128588 w 171450"/>
              <a:gd name="connsiteY7" fmla="*/ 113798 h 114300"/>
              <a:gd name="connsiteX8" fmla="*/ 122210 w 171450"/>
              <a:gd name="connsiteY8" fmla="*/ 109692 h 114300"/>
              <a:gd name="connsiteX9" fmla="*/ 114300 w 171450"/>
              <a:gd name="connsiteY9" fmla="*/ 104775 h 114300"/>
              <a:gd name="connsiteX10" fmla="*/ 106306 w 171450"/>
              <a:gd name="connsiteY10" fmla="*/ 109877 h 114300"/>
              <a:gd name="connsiteX11" fmla="*/ 100013 w 171450"/>
              <a:gd name="connsiteY11" fmla="*/ 114289 h 114300"/>
              <a:gd name="connsiteX12" fmla="*/ 85725 w 171450"/>
              <a:gd name="connsiteY12" fmla="*/ 114300 h 114300"/>
              <a:gd name="connsiteX13" fmla="*/ 6951 w 171450"/>
              <a:gd name="connsiteY13" fmla="*/ 103873 h 114300"/>
              <a:gd name="connsiteX14" fmla="*/ 0 w 171450"/>
              <a:gd name="connsiteY14" fmla="*/ 57150 h 114300"/>
              <a:gd name="connsiteX15" fmla="*/ 6951 w 171450"/>
              <a:gd name="connsiteY15" fmla="*/ 10427 h 114300"/>
              <a:gd name="connsiteX16" fmla="*/ 85725 w 171450"/>
              <a:gd name="connsiteY16" fmla="*/ 0 h 114300"/>
              <a:gd name="connsiteX17" fmla="*/ 100013 w 171450"/>
              <a:gd name="connsiteY17" fmla="*/ 12 h 114300"/>
              <a:gd name="connsiteX18" fmla="*/ 106306 w 171450"/>
              <a:gd name="connsiteY18" fmla="*/ 4423 h 114300"/>
              <a:gd name="connsiteX19" fmla="*/ 114300 w 171450"/>
              <a:gd name="connsiteY19" fmla="*/ 85725 h 114300"/>
              <a:gd name="connsiteX20" fmla="*/ 123825 w 171450"/>
              <a:gd name="connsiteY20" fmla="*/ 76200 h 114300"/>
              <a:gd name="connsiteX21" fmla="*/ 114300 w 171450"/>
              <a:gd name="connsiteY21" fmla="*/ 66675 h 114300"/>
              <a:gd name="connsiteX22" fmla="*/ 104775 w 171450"/>
              <a:gd name="connsiteY22" fmla="*/ 76200 h 114300"/>
              <a:gd name="connsiteX23" fmla="*/ 114300 w 171450"/>
              <a:gd name="connsiteY23" fmla="*/ 85725 h 114300"/>
              <a:gd name="connsiteX24" fmla="*/ 114300 w 171450"/>
              <a:gd name="connsiteY24" fmla="*/ 47625 h 114300"/>
              <a:gd name="connsiteX25" fmla="*/ 123825 w 171450"/>
              <a:gd name="connsiteY25" fmla="*/ 38100 h 114300"/>
              <a:gd name="connsiteX26" fmla="*/ 114300 w 171450"/>
              <a:gd name="connsiteY26" fmla="*/ 28575 h 114300"/>
              <a:gd name="connsiteX27" fmla="*/ 104775 w 171450"/>
              <a:gd name="connsiteY27" fmla="*/ 38100 h 114300"/>
              <a:gd name="connsiteX28" fmla="*/ 114300 w 171450"/>
              <a:gd name="connsiteY28" fmla="*/ 47625 h 114300"/>
              <a:gd name="connsiteX29" fmla="*/ 38100 w 171450"/>
              <a:gd name="connsiteY29" fmla="*/ 28575 h 114300"/>
              <a:gd name="connsiteX30" fmla="*/ 28575 w 171450"/>
              <a:gd name="connsiteY30" fmla="*/ 38100 h 114300"/>
              <a:gd name="connsiteX31" fmla="*/ 38100 w 171450"/>
              <a:gd name="connsiteY31" fmla="*/ 47625 h 114300"/>
              <a:gd name="connsiteX32" fmla="*/ 76200 w 171450"/>
              <a:gd name="connsiteY32" fmla="*/ 47625 h 114300"/>
              <a:gd name="connsiteX33" fmla="*/ 85725 w 171450"/>
              <a:gd name="connsiteY33" fmla="*/ 38100 h 114300"/>
              <a:gd name="connsiteX34" fmla="*/ 76200 w 171450"/>
              <a:gd name="connsiteY34" fmla="*/ 28575 h 114300"/>
              <a:gd name="connsiteX35" fmla="*/ 38100 w 171450"/>
              <a:gd name="connsiteY35" fmla="*/ 28575 h 114300"/>
              <a:gd name="connsiteX36" fmla="*/ 38100 w 171450"/>
              <a:gd name="connsiteY36" fmla="*/ 66675 h 114300"/>
              <a:gd name="connsiteX37" fmla="*/ 28575 w 171450"/>
              <a:gd name="connsiteY37" fmla="*/ 76200 h 114300"/>
              <a:gd name="connsiteX38" fmla="*/ 38100 w 171450"/>
              <a:gd name="connsiteY38" fmla="*/ 85725 h 114300"/>
              <a:gd name="connsiteX39" fmla="*/ 57150 w 171450"/>
              <a:gd name="connsiteY39" fmla="*/ 85725 h 114300"/>
              <a:gd name="connsiteX40" fmla="*/ 66675 w 171450"/>
              <a:gd name="connsiteY40" fmla="*/ 76200 h 114300"/>
              <a:gd name="connsiteX41" fmla="*/ 57150 w 171450"/>
              <a:gd name="connsiteY41" fmla="*/ 66675 h 114300"/>
              <a:gd name="connsiteX42" fmla="*/ 38100 w 171450"/>
              <a:gd name="connsiteY42" fmla="*/ 66675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450" h="114300">
                <a:moveTo>
                  <a:pt x="106306" y="4423"/>
                </a:moveTo>
                <a:cubicBezTo>
                  <a:pt x="107727" y="6911"/>
                  <a:pt x="109220" y="9525"/>
                  <a:pt x="114300" y="9525"/>
                </a:cubicBezTo>
                <a:cubicBezTo>
                  <a:pt x="119242" y="9525"/>
                  <a:pt x="120771" y="6991"/>
                  <a:pt x="122210" y="4608"/>
                </a:cubicBezTo>
                <a:cubicBezTo>
                  <a:pt x="123539" y="2405"/>
                  <a:pt x="124792" y="331"/>
                  <a:pt x="128588" y="502"/>
                </a:cubicBezTo>
                <a:cubicBezTo>
                  <a:pt x="148076" y="1380"/>
                  <a:pt x="158704" y="3793"/>
                  <a:pt x="164499" y="10427"/>
                </a:cubicBezTo>
                <a:cubicBezTo>
                  <a:pt x="171450" y="18384"/>
                  <a:pt x="171450" y="32414"/>
                  <a:pt x="171450" y="57150"/>
                </a:cubicBezTo>
                <a:cubicBezTo>
                  <a:pt x="171450" y="81886"/>
                  <a:pt x="171450" y="95916"/>
                  <a:pt x="164499" y="103873"/>
                </a:cubicBezTo>
                <a:cubicBezTo>
                  <a:pt x="158704" y="110507"/>
                  <a:pt x="148076" y="112921"/>
                  <a:pt x="128588" y="113798"/>
                </a:cubicBezTo>
                <a:cubicBezTo>
                  <a:pt x="124792" y="113969"/>
                  <a:pt x="123539" y="111895"/>
                  <a:pt x="122210" y="109692"/>
                </a:cubicBezTo>
                <a:cubicBezTo>
                  <a:pt x="120771" y="107309"/>
                  <a:pt x="119242" y="104775"/>
                  <a:pt x="114300" y="104775"/>
                </a:cubicBezTo>
                <a:cubicBezTo>
                  <a:pt x="109220" y="104775"/>
                  <a:pt x="107727" y="107389"/>
                  <a:pt x="106306" y="109877"/>
                </a:cubicBezTo>
                <a:cubicBezTo>
                  <a:pt x="105019" y="112129"/>
                  <a:pt x="103791" y="114278"/>
                  <a:pt x="100013" y="114289"/>
                </a:cubicBezTo>
                <a:cubicBezTo>
                  <a:pt x="95537" y="114300"/>
                  <a:pt x="90780" y="114300"/>
                  <a:pt x="85725" y="114300"/>
                </a:cubicBezTo>
                <a:cubicBezTo>
                  <a:pt x="37104" y="114300"/>
                  <a:pt x="16060" y="114300"/>
                  <a:pt x="6951" y="103873"/>
                </a:cubicBezTo>
                <a:cubicBezTo>
                  <a:pt x="0" y="95916"/>
                  <a:pt x="0" y="81886"/>
                  <a:pt x="0" y="57150"/>
                </a:cubicBezTo>
                <a:cubicBezTo>
                  <a:pt x="0" y="32414"/>
                  <a:pt x="0" y="18384"/>
                  <a:pt x="6951" y="10427"/>
                </a:cubicBezTo>
                <a:cubicBezTo>
                  <a:pt x="16060" y="0"/>
                  <a:pt x="37104" y="0"/>
                  <a:pt x="85725" y="0"/>
                </a:cubicBezTo>
                <a:cubicBezTo>
                  <a:pt x="90780" y="0"/>
                  <a:pt x="95537" y="0"/>
                  <a:pt x="100013" y="12"/>
                </a:cubicBezTo>
                <a:cubicBezTo>
                  <a:pt x="103791" y="22"/>
                  <a:pt x="105019" y="2171"/>
                  <a:pt x="106306" y="4423"/>
                </a:cubicBezTo>
                <a:close/>
                <a:moveTo>
                  <a:pt x="114300" y="85725"/>
                </a:moveTo>
                <a:cubicBezTo>
                  <a:pt x="119561" y="85725"/>
                  <a:pt x="123825" y="81461"/>
                  <a:pt x="123825" y="76200"/>
                </a:cubicBezTo>
                <a:cubicBezTo>
                  <a:pt x="123825" y="70939"/>
                  <a:pt x="119561" y="66675"/>
                  <a:pt x="114300" y="66675"/>
                </a:cubicBezTo>
                <a:cubicBezTo>
                  <a:pt x="109039" y="66675"/>
                  <a:pt x="104775" y="70939"/>
                  <a:pt x="104775" y="76200"/>
                </a:cubicBezTo>
                <a:cubicBezTo>
                  <a:pt x="104775" y="81461"/>
                  <a:pt x="109039" y="85725"/>
                  <a:pt x="114300" y="85725"/>
                </a:cubicBezTo>
                <a:close/>
                <a:moveTo>
                  <a:pt x="114300" y="47625"/>
                </a:moveTo>
                <a:cubicBezTo>
                  <a:pt x="119561" y="47625"/>
                  <a:pt x="123825" y="43361"/>
                  <a:pt x="123825" y="38100"/>
                </a:cubicBezTo>
                <a:cubicBezTo>
                  <a:pt x="123825" y="32839"/>
                  <a:pt x="119561" y="28575"/>
                  <a:pt x="114300" y="28575"/>
                </a:cubicBezTo>
                <a:cubicBezTo>
                  <a:pt x="109039" y="28575"/>
                  <a:pt x="104775" y="32839"/>
                  <a:pt x="104775" y="38100"/>
                </a:cubicBezTo>
                <a:cubicBezTo>
                  <a:pt x="104775" y="43361"/>
                  <a:pt x="109039" y="47625"/>
                  <a:pt x="114300" y="47625"/>
                </a:cubicBezTo>
                <a:close/>
                <a:moveTo>
                  <a:pt x="38100" y="28575"/>
                </a:moveTo>
                <a:cubicBezTo>
                  <a:pt x="32840" y="28575"/>
                  <a:pt x="28575" y="32839"/>
                  <a:pt x="28575" y="38100"/>
                </a:cubicBezTo>
                <a:cubicBezTo>
                  <a:pt x="28575" y="43361"/>
                  <a:pt x="32840" y="47625"/>
                  <a:pt x="38100" y="47625"/>
                </a:cubicBezTo>
                <a:lnTo>
                  <a:pt x="76200" y="47625"/>
                </a:lnTo>
                <a:cubicBezTo>
                  <a:pt x="81461" y="47625"/>
                  <a:pt x="85725" y="43361"/>
                  <a:pt x="85725" y="38100"/>
                </a:cubicBezTo>
                <a:cubicBezTo>
                  <a:pt x="85725" y="32839"/>
                  <a:pt x="81461" y="28575"/>
                  <a:pt x="76200" y="28575"/>
                </a:cubicBezTo>
                <a:lnTo>
                  <a:pt x="38100" y="28575"/>
                </a:lnTo>
                <a:close/>
                <a:moveTo>
                  <a:pt x="38100" y="66675"/>
                </a:moveTo>
                <a:cubicBezTo>
                  <a:pt x="32840" y="66675"/>
                  <a:pt x="28575" y="70939"/>
                  <a:pt x="28575" y="76200"/>
                </a:cubicBezTo>
                <a:cubicBezTo>
                  <a:pt x="28575" y="81461"/>
                  <a:pt x="32840" y="85725"/>
                  <a:pt x="38100" y="85725"/>
                </a:cubicBezTo>
                <a:lnTo>
                  <a:pt x="57150" y="85725"/>
                </a:lnTo>
                <a:cubicBezTo>
                  <a:pt x="62410" y="85725"/>
                  <a:pt x="66675" y="81461"/>
                  <a:pt x="66675" y="76200"/>
                </a:cubicBezTo>
                <a:cubicBezTo>
                  <a:pt x="66675" y="70939"/>
                  <a:pt x="62410" y="66675"/>
                  <a:pt x="57150" y="66675"/>
                </a:cubicBezTo>
                <a:lnTo>
                  <a:pt x="38100" y="66675"/>
                </a:lnTo>
                <a:close/>
              </a:path>
            </a:pathLst>
          </a:custGeom>
          <a:solidFill>
            <a:srgbClr val="000000"/>
          </a:solidFill>
          <a:ln w="9525" cap="flat">
            <a:noFill/>
            <a:prstDash val="solid"/>
            <a:miter/>
          </a:ln>
        </p:spPr>
        <p:txBody>
          <a:bodyPr rtlCol="0" anchor="ctr"/>
          <a:lstStyle/>
          <a:p>
            <a:endParaRPr lang="ru-RU"/>
          </a:p>
        </p:txBody>
      </p:sp>
      <p:sp>
        <p:nvSpPr>
          <p:cNvPr id="1308" name="Рисунок 769">
            <a:extLst>
              <a:ext uri="{FF2B5EF4-FFF2-40B4-BE49-F238E27FC236}">
                <a16:creationId xmlns:a16="http://schemas.microsoft.com/office/drawing/2014/main" id="{DDBE8F5C-FAE5-6D84-81D2-9840004B36EF}"/>
              </a:ext>
            </a:extLst>
          </p:cNvPr>
          <p:cNvSpPr/>
          <p:nvPr/>
        </p:nvSpPr>
        <p:spPr>
          <a:xfrm>
            <a:off x="8659681" y="5100761"/>
            <a:ext cx="152389" cy="171450"/>
          </a:xfrm>
          <a:custGeom>
            <a:avLst/>
            <a:gdLst>
              <a:gd name="connsiteX0" fmla="*/ 10698 w 152389"/>
              <a:gd name="connsiteY0" fmla="*/ 9503 h 171450"/>
              <a:gd name="connsiteX1" fmla="*/ 0 w 152389"/>
              <a:gd name="connsiteY1" fmla="*/ 85785 h 171450"/>
              <a:gd name="connsiteX2" fmla="*/ 10681 w 152389"/>
              <a:gd name="connsiteY2" fmla="*/ 162002 h 171450"/>
              <a:gd name="connsiteX3" fmla="*/ 76200 w 152389"/>
              <a:gd name="connsiteY3" fmla="*/ 171450 h 171450"/>
              <a:gd name="connsiteX4" fmla="*/ 141155 w 152389"/>
              <a:gd name="connsiteY4" fmla="*/ 162048 h 171450"/>
              <a:gd name="connsiteX5" fmla="*/ 152373 w 152389"/>
              <a:gd name="connsiteY5" fmla="*/ 88120 h 171450"/>
              <a:gd name="connsiteX6" fmla="*/ 151448 w 152389"/>
              <a:gd name="connsiteY6" fmla="*/ 57150 h 171450"/>
              <a:gd name="connsiteX7" fmla="*/ 128588 w 152389"/>
              <a:gd name="connsiteY7" fmla="*/ 23813 h 171450"/>
              <a:gd name="connsiteX8" fmla="*/ 95250 w 152389"/>
              <a:gd name="connsiteY8" fmla="*/ 952 h 171450"/>
              <a:gd name="connsiteX9" fmla="*/ 76216 w 152389"/>
              <a:gd name="connsiteY9" fmla="*/ 0 h 171450"/>
              <a:gd name="connsiteX10" fmla="*/ 10698 w 152389"/>
              <a:gd name="connsiteY10" fmla="*/ 9503 h 171450"/>
              <a:gd name="connsiteX11" fmla="*/ 47625 w 152389"/>
              <a:gd name="connsiteY11" fmla="*/ 104775 h 171450"/>
              <a:gd name="connsiteX12" fmla="*/ 38100 w 152389"/>
              <a:gd name="connsiteY12" fmla="*/ 95250 h 171450"/>
              <a:gd name="connsiteX13" fmla="*/ 47625 w 152389"/>
              <a:gd name="connsiteY13" fmla="*/ 85725 h 171450"/>
              <a:gd name="connsiteX14" fmla="*/ 104775 w 152389"/>
              <a:gd name="connsiteY14" fmla="*/ 85725 h 171450"/>
              <a:gd name="connsiteX15" fmla="*/ 114300 w 152389"/>
              <a:gd name="connsiteY15" fmla="*/ 95250 h 171450"/>
              <a:gd name="connsiteX16" fmla="*/ 104775 w 152389"/>
              <a:gd name="connsiteY16" fmla="*/ 104775 h 171450"/>
              <a:gd name="connsiteX17" fmla="*/ 47625 w 152389"/>
              <a:gd name="connsiteY17" fmla="*/ 104775 h 171450"/>
              <a:gd name="connsiteX18" fmla="*/ 38100 w 152389"/>
              <a:gd name="connsiteY18" fmla="*/ 133350 h 171450"/>
              <a:gd name="connsiteX19" fmla="*/ 47625 w 152389"/>
              <a:gd name="connsiteY19" fmla="*/ 123825 h 171450"/>
              <a:gd name="connsiteX20" fmla="*/ 85725 w 152389"/>
              <a:gd name="connsiteY20" fmla="*/ 123825 h 171450"/>
              <a:gd name="connsiteX21" fmla="*/ 95250 w 152389"/>
              <a:gd name="connsiteY21" fmla="*/ 133350 h 171450"/>
              <a:gd name="connsiteX22" fmla="*/ 85725 w 152389"/>
              <a:gd name="connsiteY22" fmla="*/ 142875 h 171450"/>
              <a:gd name="connsiteX23" fmla="*/ 47625 w 152389"/>
              <a:gd name="connsiteY23" fmla="*/ 142875 h 171450"/>
              <a:gd name="connsiteX24" fmla="*/ 38100 w 152389"/>
              <a:gd name="connsiteY24" fmla="*/ 133350 h 171450"/>
              <a:gd name="connsiteX25" fmla="*/ 38100 w 152389"/>
              <a:gd name="connsiteY25" fmla="*/ 47625 h 171450"/>
              <a:gd name="connsiteX26" fmla="*/ 57150 w 152389"/>
              <a:gd name="connsiteY26" fmla="*/ 28575 h 171450"/>
              <a:gd name="connsiteX27" fmla="*/ 76200 w 152389"/>
              <a:gd name="connsiteY27" fmla="*/ 47625 h 171450"/>
              <a:gd name="connsiteX28" fmla="*/ 57150 w 152389"/>
              <a:gd name="connsiteY28" fmla="*/ 66675 h 171450"/>
              <a:gd name="connsiteX29" fmla="*/ 38100 w 152389"/>
              <a:gd name="connsiteY29" fmla="*/ 476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2389" h="171450">
                <a:moveTo>
                  <a:pt x="10698" y="9503"/>
                </a:moveTo>
                <a:cubicBezTo>
                  <a:pt x="0" y="19787"/>
                  <a:pt x="0" y="41199"/>
                  <a:pt x="0" y="85785"/>
                </a:cubicBezTo>
                <a:cubicBezTo>
                  <a:pt x="0" y="130370"/>
                  <a:pt x="0" y="151749"/>
                  <a:pt x="10681" y="162002"/>
                </a:cubicBezTo>
                <a:cubicBezTo>
                  <a:pt x="20523" y="171449"/>
                  <a:pt x="39867" y="171450"/>
                  <a:pt x="76200" y="171450"/>
                </a:cubicBezTo>
                <a:cubicBezTo>
                  <a:pt x="112619" y="171450"/>
                  <a:pt x="131324" y="171449"/>
                  <a:pt x="141155" y="162048"/>
                </a:cubicBezTo>
                <a:cubicBezTo>
                  <a:pt x="151668" y="151993"/>
                  <a:pt x="151898" y="131184"/>
                  <a:pt x="152373" y="88120"/>
                </a:cubicBezTo>
                <a:cubicBezTo>
                  <a:pt x="152427" y="83357"/>
                  <a:pt x="152400" y="61913"/>
                  <a:pt x="151448" y="57150"/>
                </a:cubicBezTo>
                <a:cubicBezTo>
                  <a:pt x="149569" y="47760"/>
                  <a:pt x="147638" y="42863"/>
                  <a:pt x="128588" y="23813"/>
                </a:cubicBezTo>
                <a:cubicBezTo>
                  <a:pt x="109538" y="4763"/>
                  <a:pt x="104910" y="2884"/>
                  <a:pt x="95250" y="952"/>
                </a:cubicBezTo>
                <a:cubicBezTo>
                  <a:pt x="90493" y="0"/>
                  <a:pt x="80984" y="0"/>
                  <a:pt x="76216" y="0"/>
                </a:cubicBezTo>
                <a:cubicBezTo>
                  <a:pt x="39621" y="0"/>
                  <a:pt x="20583" y="0"/>
                  <a:pt x="10698" y="9503"/>
                </a:cubicBezTo>
                <a:close/>
                <a:moveTo>
                  <a:pt x="47625" y="104775"/>
                </a:moveTo>
                <a:cubicBezTo>
                  <a:pt x="42364" y="104775"/>
                  <a:pt x="38100" y="100511"/>
                  <a:pt x="38100" y="95250"/>
                </a:cubicBezTo>
                <a:cubicBezTo>
                  <a:pt x="38100" y="89989"/>
                  <a:pt x="42364" y="85725"/>
                  <a:pt x="47625" y="85725"/>
                </a:cubicBezTo>
                <a:lnTo>
                  <a:pt x="104775" y="85725"/>
                </a:lnTo>
                <a:cubicBezTo>
                  <a:pt x="110036" y="85725"/>
                  <a:pt x="114300" y="89989"/>
                  <a:pt x="114300" y="95250"/>
                </a:cubicBezTo>
                <a:cubicBezTo>
                  <a:pt x="114300" y="100511"/>
                  <a:pt x="110036" y="104775"/>
                  <a:pt x="104775" y="104775"/>
                </a:cubicBezTo>
                <a:lnTo>
                  <a:pt x="47625" y="104775"/>
                </a:lnTo>
                <a:close/>
                <a:moveTo>
                  <a:pt x="38100" y="133350"/>
                </a:moveTo>
                <a:cubicBezTo>
                  <a:pt x="38100" y="128089"/>
                  <a:pt x="42364" y="123825"/>
                  <a:pt x="47625" y="123825"/>
                </a:cubicBezTo>
                <a:lnTo>
                  <a:pt x="85725" y="123825"/>
                </a:lnTo>
                <a:cubicBezTo>
                  <a:pt x="90986" y="123825"/>
                  <a:pt x="95250" y="128089"/>
                  <a:pt x="95250" y="133350"/>
                </a:cubicBezTo>
                <a:cubicBezTo>
                  <a:pt x="95250" y="138611"/>
                  <a:pt x="90986" y="142875"/>
                  <a:pt x="85725" y="142875"/>
                </a:cubicBezTo>
                <a:lnTo>
                  <a:pt x="47625" y="142875"/>
                </a:lnTo>
                <a:cubicBezTo>
                  <a:pt x="42364" y="142875"/>
                  <a:pt x="38100" y="138611"/>
                  <a:pt x="38100" y="133350"/>
                </a:cubicBezTo>
                <a:close/>
                <a:moveTo>
                  <a:pt x="38100" y="47625"/>
                </a:moveTo>
                <a:cubicBezTo>
                  <a:pt x="38100" y="31938"/>
                  <a:pt x="41462" y="28575"/>
                  <a:pt x="57150" y="28575"/>
                </a:cubicBezTo>
                <a:cubicBezTo>
                  <a:pt x="72838" y="28575"/>
                  <a:pt x="76200" y="31938"/>
                  <a:pt x="76200" y="47625"/>
                </a:cubicBezTo>
                <a:cubicBezTo>
                  <a:pt x="76200" y="63312"/>
                  <a:pt x="72838" y="66675"/>
                  <a:pt x="57150" y="66675"/>
                </a:cubicBezTo>
                <a:cubicBezTo>
                  <a:pt x="41462" y="66675"/>
                  <a:pt x="38100" y="63312"/>
                  <a:pt x="38100" y="47625"/>
                </a:cubicBezTo>
                <a:close/>
              </a:path>
            </a:pathLst>
          </a:custGeom>
          <a:solidFill>
            <a:srgbClr val="000000"/>
          </a:solidFill>
          <a:ln w="9525" cap="flat">
            <a:noFill/>
            <a:prstDash val="solid"/>
            <a:miter/>
          </a:ln>
        </p:spPr>
        <p:txBody>
          <a:bodyPr rtlCol="0" anchor="ctr"/>
          <a:lstStyle/>
          <a:p>
            <a:endParaRPr lang="ru-RU"/>
          </a:p>
        </p:txBody>
      </p:sp>
      <p:sp>
        <p:nvSpPr>
          <p:cNvPr id="1309" name="Рисунок 793">
            <a:extLst>
              <a:ext uri="{FF2B5EF4-FFF2-40B4-BE49-F238E27FC236}">
                <a16:creationId xmlns:a16="http://schemas.microsoft.com/office/drawing/2014/main" id="{BB01CD50-E564-B8A9-B175-D16AEE4F265F}"/>
              </a:ext>
            </a:extLst>
          </p:cNvPr>
          <p:cNvSpPr/>
          <p:nvPr/>
        </p:nvSpPr>
        <p:spPr>
          <a:xfrm>
            <a:off x="8650156" y="5601406"/>
            <a:ext cx="171450" cy="171450"/>
          </a:xfrm>
          <a:custGeom>
            <a:avLst/>
            <a:gdLst>
              <a:gd name="connsiteX0" fmla="*/ 171450 w 171450"/>
              <a:gd name="connsiteY0" fmla="*/ 85725 h 171450"/>
              <a:gd name="connsiteX1" fmla="*/ 85725 w 171450"/>
              <a:gd name="connsiteY1" fmla="*/ 0 h 171450"/>
              <a:gd name="connsiteX2" fmla="*/ 0 w 171450"/>
              <a:gd name="connsiteY2" fmla="*/ 85725 h 171450"/>
              <a:gd name="connsiteX3" fmla="*/ 85725 w 171450"/>
              <a:gd name="connsiteY3" fmla="*/ 171450 h 171450"/>
              <a:gd name="connsiteX4" fmla="*/ 171450 w 171450"/>
              <a:gd name="connsiteY4" fmla="*/ 85725 h 171450"/>
              <a:gd name="connsiteX5" fmla="*/ 130560 w 171450"/>
              <a:gd name="connsiteY5" fmla="*/ 59940 h 171450"/>
              <a:gd name="connsiteX6" fmla="*/ 130560 w 171450"/>
              <a:gd name="connsiteY6" fmla="*/ 73410 h 171450"/>
              <a:gd name="connsiteX7" fmla="*/ 82935 w 171450"/>
              <a:gd name="connsiteY7" fmla="*/ 121035 h 171450"/>
              <a:gd name="connsiteX8" fmla="*/ 69465 w 171450"/>
              <a:gd name="connsiteY8" fmla="*/ 121035 h 171450"/>
              <a:gd name="connsiteX9" fmla="*/ 40890 w 171450"/>
              <a:gd name="connsiteY9" fmla="*/ 92460 h 171450"/>
              <a:gd name="connsiteX10" fmla="*/ 40890 w 171450"/>
              <a:gd name="connsiteY10" fmla="*/ 78990 h 171450"/>
              <a:gd name="connsiteX11" fmla="*/ 54360 w 171450"/>
              <a:gd name="connsiteY11" fmla="*/ 78990 h 171450"/>
              <a:gd name="connsiteX12" fmla="*/ 76200 w 171450"/>
              <a:gd name="connsiteY12" fmla="*/ 100830 h 171450"/>
              <a:gd name="connsiteX13" fmla="*/ 117090 w 171450"/>
              <a:gd name="connsiteY13" fmla="*/ 59940 h 171450"/>
              <a:gd name="connsiteX14" fmla="*/ 130560 w 171450"/>
              <a:gd name="connsiteY14" fmla="*/ 5994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171450" y="85725"/>
                </a:moveTo>
                <a:cubicBezTo>
                  <a:pt x="171450" y="19050"/>
                  <a:pt x="161925" y="0"/>
                  <a:pt x="85725" y="0"/>
                </a:cubicBezTo>
                <a:cubicBezTo>
                  <a:pt x="9525" y="0"/>
                  <a:pt x="0" y="19050"/>
                  <a:pt x="0" y="85725"/>
                </a:cubicBezTo>
                <a:cubicBezTo>
                  <a:pt x="0" y="152401"/>
                  <a:pt x="9525" y="171450"/>
                  <a:pt x="85725" y="171450"/>
                </a:cubicBezTo>
                <a:cubicBezTo>
                  <a:pt x="161925" y="171450"/>
                  <a:pt x="171450" y="152401"/>
                  <a:pt x="171450" y="85725"/>
                </a:cubicBezTo>
                <a:close/>
                <a:moveTo>
                  <a:pt x="130560" y="59940"/>
                </a:moveTo>
                <a:cubicBezTo>
                  <a:pt x="134280" y="63660"/>
                  <a:pt x="134280" y="69691"/>
                  <a:pt x="130560" y="73410"/>
                </a:cubicBez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lose/>
              </a:path>
            </a:pathLst>
          </a:custGeom>
          <a:solidFill>
            <a:srgbClr val="000000"/>
          </a:solidFill>
          <a:ln w="9525" cap="flat">
            <a:noFill/>
            <a:prstDash val="solid"/>
            <a:miter/>
          </a:ln>
        </p:spPr>
        <p:txBody>
          <a:bodyPr rtlCol="0" anchor="ctr"/>
          <a:lstStyle/>
          <a:p>
            <a:endParaRPr lang="ru-RU"/>
          </a:p>
        </p:txBody>
      </p:sp>
      <p:sp>
        <p:nvSpPr>
          <p:cNvPr id="1310" name="Рисунок 175">
            <a:extLst>
              <a:ext uri="{FF2B5EF4-FFF2-40B4-BE49-F238E27FC236}">
                <a16:creationId xmlns:a16="http://schemas.microsoft.com/office/drawing/2014/main" id="{C0D6D7A7-2C08-74D8-D433-D90570A4BB21}"/>
              </a:ext>
            </a:extLst>
          </p:cNvPr>
          <p:cNvSpPr/>
          <p:nvPr/>
        </p:nvSpPr>
        <p:spPr>
          <a:xfrm>
            <a:off x="9059891" y="856343"/>
            <a:ext cx="190500" cy="152400"/>
          </a:xfrm>
          <a:custGeom>
            <a:avLst/>
            <a:gdLst>
              <a:gd name="connsiteX0" fmla="*/ 0 w 190500"/>
              <a:gd name="connsiteY0" fmla="*/ 95250 h 152400"/>
              <a:gd name="connsiteX1" fmla="*/ 0 w 190500"/>
              <a:gd name="connsiteY1" fmla="*/ 38100 h 152400"/>
              <a:gd name="connsiteX2" fmla="*/ 52388 w 190500"/>
              <a:gd name="connsiteY2" fmla="*/ 0 h 152400"/>
              <a:gd name="connsiteX3" fmla="*/ 133350 w 190500"/>
              <a:gd name="connsiteY3" fmla="*/ 19050 h 152400"/>
              <a:gd name="connsiteX4" fmla="*/ 123825 w 190500"/>
              <a:gd name="connsiteY4" fmla="*/ 29446 h 152400"/>
              <a:gd name="connsiteX5" fmla="*/ 111300 w 190500"/>
              <a:gd name="connsiteY5" fmla="*/ 35920 h 152400"/>
              <a:gd name="connsiteX6" fmla="*/ 104775 w 190500"/>
              <a:gd name="connsiteY6" fmla="*/ 56703 h 152400"/>
              <a:gd name="connsiteX7" fmla="*/ 104775 w 190500"/>
              <a:gd name="connsiteY7" fmla="*/ 80963 h 152400"/>
              <a:gd name="connsiteX8" fmla="*/ 109538 w 190500"/>
              <a:gd name="connsiteY8" fmla="*/ 85725 h 152400"/>
              <a:gd name="connsiteX9" fmla="*/ 114300 w 190500"/>
              <a:gd name="connsiteY9" fmla="*/ 80963 h 152400"/>
              <a:gd name="connsiteX10" fmla="*/ 114300 w 190500"/>
              <a:gd name="connsiteY10" fmla="*/ 57150 h 152400"/>
              <a:gd name="connsiteX11" fmla="*/ 133350 w 190500"/>
              <a:gd name="connsiteY11" fmla="*/ 38100 h 152400"/>
              <a:gd name="connsiteX12" fmla="*/ 152400 w 190500"/>
              <a:gd name="connsiteY12" fmla="*/ 38100 h 152400"/>
              <a:gd name="connsiteX13" fmla="*/ 176213 w 190500"/>
              <a:gd name="connsiteY13" fmla="*/ 57150 h 152400"/>
              <a:gd name="connsiteX14" fmla="*/ 190500 w 190500"/>
              <a:gd name="connsiteY14" fmla="*/ 85725 h 152400"/>
              <a:gd name="connsiteX15" fmla="*/ 190500 w 190500"/>
              <a:gd name="connsiteY15" fmla="*/ 123825 h 152400"/>
              <a:gd name="connsiteX16" fmla="*/ 179376 w 190500"/>
              <a:gd name="connsiteY16" fmla="*/ 133274 h 152400"/>
              <a:gd name="connsiteX17" fmla="*/ 152400 w 190500"/>
              <a:gd name="connsiteY17" fmla="*/ 152400 h 152400"/>
              <a:gd name="connsiteX18" fmla="*/ 125451 w 190500"/>
              <a:gd name="connsiteY18" fmla="*/ 133350 h 152400"/>
              <a:gd name="connsiteX19" fmla="*/ 74574 w 190500"/>
              <a:gd name="connsiteY19" fmla="*/ 133350 h 152400"/>
              <a:gd name="connsiteX20" fmla="*/ 47625 w 190500"/>
              <a:gd name="connsiteY20" fmla="*/ 152400 h 152400"/>
              <a:gd name="connsiteX21" fmla="*/ 20655 w 190500"/>
              <a:gd name="connsiteY21" fmla="*/ 133290 h 152400"/>
              <a:gd name="connsiteX22" fmla="*/ 0 w 190500"/>
              <a:gd name="connsiteY22" fmla="*/ 95250 h 152400"/>
              <a:gd name="connsiteX23" fmla="*/ 38100 w 190500"/>
              <a:gd name="connsiteY23" fmla="*/ 123825 h 152400"/>
              <a:gd name="connsiteX24" fmla="*/ 47625 w 190500"/>
              <a:gd name="connsiteY24" fmla="*/ 133350 h 152400"/>
              <a:gd name="connsiteX25" fmla="*/ 57150 w 190500"/>
              <a:gd name="connsiteY25" fmla="*/ 123825 h 152400"/>
              <a:gd name="connsiteX26" fmla="*/ 47625 w 190500"/>
              <a:gd name="connsiteY26" fmla="*/ 114300 h 152400"/>
              <a:gd name="connsiteX27" fmla="*/ 38100 w 190500"/>
              <a:gd name="connsiteY27" fmla="*/ 123825 h 152400"/>
              <a:gd name="connsiteX28" fmla="*/ 142875 w 190500"/>
              <a:gd name="connsiteY28" fmla="*/ 123825 h 152400"/>
              <a:gd name="connsiteX29" fmla="*/ 152400 w 190500"/>
              <a:gd name="connsiteY29" fmla="*/ 133350 h 152400"/>
              <a:gd name="connsiteX30" fmla="*/ 161925 w 190500"/>
              <a:gd name="connsiteY30" fmla="*/ 123825 h 152400"/>
              <a:gd name="connsiteX31" fmla="*/ 152400 w 190500"/>
              <a:gd name="connsiteY31" fmla="*/ 114300 h 152400"/>
              <a:gd name="connsiteX32" fmla="*/ 142875 w 190500"/>
              <a:gd name="connsiteY32"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52400">
                <a:moveTo>
                  <a:pt x="0" y="95250"/>
                </a:moveTo>
                <a:lnTo>
                  <a:pt x="0" y="38100"/>
                </a:lnTo>
                <a:cubicBezTo>
                  <a:pt x="0" y="9525"/>
                  <a:pt x="9525" y="0"/>
                  <a:pt x="52388" y="0"/>
                </a:cubicBezTo>
                <a:cubicBezTo>
                  <a:pt x="123825" y="0"/>
                  <a:pt x="133350" y="0"/>
                  <a:pt x="133350" y="19050"/>
                </a:cubicBezTo>
                <a:cubicBezTo>
                  <a:pt x="133350" y="23813"/>
                  <a:pt x="133350" y="27480"/>
                  <a:pt x="123825" y="29446"/>
                </a:cubicBezTo>
                <a:cubicBezTo>
                  <a:pt x="118724" y="30498"/>
                  <a:pt x="114503" y="32559"/>
                  <a:pt x="111300" y="35920"/>
                </a:cubicBezTo>
                <a:cubicBezTo>
                  <a:pt x="106317" y="41146"/>
                  <a:pt x="104775" y="48506"/>
                  <a:pt x="104775" y="56703"/>
                </a:cubicBezTo>
                <a:lnTo>
                  <a:pt x="104775" y="80963"/>
                </a:lnTo>
                <a:cubicBezTo>
                  <a:pt x="104775" y="83592"/>
                  <a:pt x="106908" y="85725"/>
                  <a:pt x="109538" y="85725"/>
                </a:cubicBezTo>
                <a:cubicBezTo>
                  <a:pt x="112167" y="85725"/>
                  <a:pt x="114300" y="83592"/>
                  <a:pt x="114300" y="80963"/>
                </a:cubicBezTo>
                <a:lnTo>
                  <a:pt x="114300" y="57150"/>
                </a:lnTo>
                <a:cubicBezTo>
                  <a:pt x="114300" y="42863"/>
                  <a:pt x="119063" y="38100"/>
                  <a:pt x="133350" y="38100"/>
                </a:cubicBezTo>
                <a:cubicBezTo>
                  <a:pt x="142367" y="38100"/>
                  <a:pt x="147638" y="38100"/>
                  <a:pt x="152400" y="38100"/>
                </a:cubicBezTo>
                <a:cubicBezTo>
                  <a:pt x="161925" y="38100"/>
                  <a:pt x="166688" y="42863"/>
                  <a:pt x="176213" y="57150"/>
                </a:cubicBezTo>
                <a:cubicBezTo>
                  <a:pt x="183685" y="68358"/>
                  <a:pt x="190500" y="76200"/>
                  <a:pt x="190500" y="85725"/>
                </a:cubicBezTo>
                <a:cubicBezTo>
                  <a:pt x="190500" y="99350"/>
                  <a:pt x="190500" y="114300"/>
                  <a:pt x="190500" y="123825"/>
                </a:cubicBezTo>
                <a:cubicBezTo>
                  <a:pt x="190500" y="133350"/>
                  <a:pt x="185196" y="133314"/>
                  <a:pt x="179376" y="133274"/>
                </a:cubicBezTo>
                <a:cubicBezTo>
                  <a:pt x="175475" y="144412"/>
                  <a:pt x="164870" y="152400"/>
                  <a:pt x="152400" y="152400"/>
                </a:cubicBezTo>
                <a:cubicBezTo>
                  <a:pt x="139958" y="152400"/>
                  <a:pt x="129373" y="144449"/>
                  <a:pt x="125451" y="133350"/>
                </a:cubicBezTo>
                <a:lnTo>
                  <a:pt x="74574" y="133350"/>
                </a:lnTo>
                <a:cubicBezTo>
                  <a:pt x="70651" y="144449"/>
                  <a:pt x="60067" y="152400"/>
                  <a:pt x="47625" y="152400"/>
                </a:cubicBezTo>
                <a:cubicBezTo>
                  <a:pt x="35161" y="152400"/>
                  <a:pt x="24561" y="144420"/>
                  <a:pt x="20655" y="133290"/>
                </a:cubicBezTo>
                <a:cubicBezTo>
                  <a:pt x="0" y="133350"/>
                  <a:pt x="0" y="122527"/>
                  <a:pt x="0" y="95250"/>
                </a:cubicBezTo>
                <a:close/>
                <a:moveTo>
                  <a:pt x="38100" y="123825"/>
                </a:moveTo>
                <a:cubicBezTo>
                  <a:pt x="38100" y="129086"/>
                  <a:pt x="42365" y="133350"/>
                  <a:pt x="47625" y="133350"/>
                </a:cubicBezTo>
                <a:cubicBezTo>
                  <a:pt x="52885" y="133350"/>
                  <a:pt x="57150" y="129086"/>
                  <a:pt x="57150" y="123825"/>
                </a:cubicBezTo>
                <a:cubicBezTo>
                  <a:pt x="57150" y="118564"/>
                  <a:pt x="52885" y="114300"/>
                  <a:pt x="47625" y="114300"/>
                </a:cubicBezTo>
                <a:cubicBezTo>
                  <a:pt x="42365" y="114300"/>
                  <a:pt x="38100" y="118564"/>
                  <a:pt x="38100" y="123825"/>
                </a:cubicBezTo>
                <a:close/>
                <a:moveTo>
                  <a:pt x="142875" y="123825"/>
                </a:moveTo>
                <a:cubicBezTo>
                  <a:pt x="142875" y="129086"/>
                  <a:pt x="147139" y="133350"/>
                  <a:pt x="152400" y="133350"/>
                </a:cubicBezTo>
                <a:cubicBezTo>
                  <a:pt x="157661" y="133350"/>
                  <a:pt x="161925" y="129086"/>
                  <a:pt x="161925" y="123825"/>
                </a:cubicBezTo>
                <a:cubicBezTo>
                  <a:pt x="161925" y="118564"/>
                  <a:pt x="157661" y="114300"/>
                  <a:pt x="152400" y="114300"/>
                </a:cubicBezTo>
                <a:cubicBezTo>
                  <a:pt x="147139" y="114300"/>
                  <a:pt x="142875" y="118564"/>
                  <a:pt x="142875" y="123825"/>
                </a:cubicBezTo>
                <a:close/>
              </a:path>
            </a:pathLst>
          </a:custGeom>
          <a:solidFill>
            <a:srgbClr val="000000"/>
          </a:solidFill>
          <a:ln w="9525" cap="flat">
            <a:noFill/>
            <a:prstDash val="solid"/>
            <a:miter/>
          </a:ln>
        </p:spPr>
        <p:txBody>
          <a:bodyPr rtlCol="0" anchor="ctr"/>
          <a:lstStyle/>
          <a:p>
            <a:endParaRPr lang="ru-RU"/>
          </a:p>
        </p:txBody>
      </p:sp>
      <p:sp>
        <p:nvSpPr>
          <p:cNvPr id="1407" name="Полилиния: фигура 1406">
            <a:extLst>
              <a:ext uri="{FF2B5EF4-FFF2-40B4-BE49-F238E27FC236}">
                <a16:creationId xmlns:a16="http://schemas.microsoft.com/office/drawing/2014/main" id="{3CEE3762-C020-86D4-99D3-60D298A018D3}"/>
              </a:ext>
            </a:extLst>
          </p:cNvPr>
          <p:cNvSpPr/>
          <p:nvPr/>
        </p:nvSpPr>
        <p:spPr>
          <a:xfrm>
            <a:off x="9069416" y="1406190"/>
            <a:ext cx="171450" cy="152373"/>
          </a:xfrm>
          <a:custGeom>
            <a:avLst/>
            <a:gdLst>
              <a:gd name="connsiteX0" fmla="*/ 107565 w 171450"/>
              <a:gd name="connsiteY0" fmla="*/ 69438 h 152373"/>
              <a:gd name="connsiteX1" fmla="*/ 85725 w 171450"/>
              <a:gd name="connsiteY1" fmla="*/ 91278 h 152373"/>
              <a:gd name="connsiteX2" fmla="*/ 73410 w 171450"/>
              <a:gd name="connsiteY2" fmla="*/ 78963 h 152373"/>
              <a:gd name="connsiteX3" fmla="*/ 59940 w 171450"/>
              <a:gd name="connsiteY3" fmla="*/ 78963 h 152373"/>
              <a:gd name="connsiteX4" fmla="*/ 59940 w 171450"/>
              <a:gd name="connsiteY4" fmla="*/ 92433 h 152373"/>
              <a:gd name="connsiteX5" fmla="*/ 78990 w 171450"/>
              <a:gd name="connsiteY5" fmla="*/ 111483 h 152373"/>
              <a:gd name="connsiteX6" fmla="*/ 92460 w 171450"/>
              <a:gd name="connsiteY6" fmla="*/ 111483 h 152373"/>
              <a:gd name="connsiteX7" fmla="*/ 121035 w 171450"/>
              <a:gd name="connsiteY7" fmla="*/ 82908 h 152373"/>
              <a:gd name="connsiteX8" fmla="*/ 121035 w 171450"/>
              <a:gd name="connsiteY8" fmla="*/ 69438 h 152373"/>
              <a:gd name="connsiteX9" fmla="*/ 107565 w 171450"/>
              <a:gd name="connsiteY9" fmla="*/ 69438 h 152373"/>
              <a:gd name="connsiteX10" fmla="*/ 85725 w 171450"/>
              <a:gd name="connsiteY10" fmla="*/ 38073 h 152373"/>
              <a:gd name="connsiteX11" fmla="*/ 138806 w 171450"/>
              <a:gd name="connsiteY11" fmla="*/ 39363 h 152373"/>
              <a:gd name="connsiteX12" fmla="*/ 152400 w 171450"/>
              <a:gd name="connsiteY12" fmla="*/ 40219 h 152373"/>
              <a:gd name="connsiteX13" fmla="*/ 171062 w 171450"/>
              <a:gd name="connsiteY13" fmla="*/ 57124 h 152373"/>
              <a:gd name="connsiteX14" fmla="*/ 171450 w 171450"/>
              <a:gd name="connsiteY14" fmla="*/ 95223 h 152373"/>
              <a:gd name="connsiteX15" fmla="*/ 171449 w 171450"/>
              <a:gd name="connsiteY15" fmla="*/ 95538 h 152373"/>
              <a:gd name="connsiteX16" fmla="*/ 171450 w 171450"/>
              <a:gd name="connsiteY16" fmla="*/ 99986 h 152373"/>
              <a:gd name="connsiteX17" fmla="*/ 85725 w 171450"/>
              <a:gd name="connsiteY17" fmla="*/ 152373 h 152373"/>
              <a:gd name="connsiteX18" fmla="*/ 0 w 171450"/>
              <a:gd name="connsiteY18" fmla="*/ 99986 h 152373"/>
              <a:gd name="connsiteX19" fmla="*/ 1 w 171450"/>
              <a:gd name="connsiteY19" fmla="*/ 95538 h 152373"/>
              <a:gd name="connsiteX20" fmla="*/ 0 w 171450"/>
              <a:gd name="connsiteY20" fmla="*/ 95223 h 152373"/>
              <a:gd name="connsiteX21" fmla="*/ 387 w 171450"/>
              <a:gd name="connsiteY21" fmla="*/ 57124 h 152373"/>
              <a:gd name="connsiteX22" fmla="*/ 19050 w 171450"/>
              <a:gd name="connsiteY22" fmla="*/ 40219 h 152373"/>
              <a:gd name="connsiteX23" fmla="*/ 32644 w 171450"/>
              <a:gd name="connsiteY23" fmla="*/ 39363 h 152373"/>
              <a:gd name="connsiteX24" fmla="*/ 85725 w 171450"/>
              <a:gd name="connsiteY24" fmla="*/ 38073 h 152373"/>
              <a:gd name="connsiteX25" fmla="*/ 109714 w 171450"/>
              <a:gd name="connsiteY25" fmla="*/ 14 h 152373"/>
              <a:gd name="connsiteX26" fmla="*/ 153452 w 171450"/>
              <a:gd name="connsiteY26" fmla="*/ 13916 h 152373"/>
              <a:gd name="connsiteX27" fmla="*/ 157162 w 171450"/>
              <a:gd name="connsiteY27" fmla="*/ 19022 h 152373"/>
              <a:gd name="connsiteX28" fmla="*/ 152400 w 171450"/>
              <a:gd name="connsiteY28" fmla="*/ 30668 h 152373"/>
              <a:gd name="connsiteX29" fmla="*/ 109718 w 171450"/>
              <a:gd name="connsiteY29" fmla="*/ 28698 h 152373"/>
              <a:gd name="connsiteX30" fmla="*/ 109537 w 171450"/>
              <a:gd name="connsiteY30" fmla="*/ 28695 h 152373"/>
              <a:gd name="connsiteX31" fmla="*/ 95430 w 171450"/>
              <a:gd name="connsiteY31" fmla="*/ 14268 h 152373"/>
              <a:gd name="connsiteX32" fmla="*/ 109714 w 171450"/>
              <a:gd name="connsiteY32" fmla="*/ 14 h 152373"/>
              <a:gd name="connsiteX33" fmla="*/ 61912 w 171450"/>
              <a:gd name="connsiteY33" fmla="*/ 11 h 152373"/>
              <a:gd name="connsiteX34" fmla="*/ 76199 w 171450"/>
              <a:gd name="connsiteY34" fmla="*/ 14265 h 152373"/>
              <a:gd name="connsiteX35" fmla="*/ 62092 w 171450"/>
              <a:gd name="connsiteY35" fmla="*/ 28692 h 152373"/>
              <a:gd name="connsiteX36" fmla="*/ 61912 w 171450"/>
              <a:gd name="connsiteY36" fmla="*/ 28695 h 152373"/>
              <a:gd name="connsiteX37" fmla="*/ 19049 w 171450"/>
              <a:gd name="connsiteY37" fmla="*/ 30668 h 152373"/>
              <a:gd name="connsiteX38" fmla="*/ 14287 w 171450"/>
              <a:gd name="connsiteY38" fmla="*/ 19022 h 152373"/>
              <a:gd name="connsiteX39" fmla="*/ 17899 w 171450"/>
              <a:gd name="connsiteY39" fmla="*/ 14061 h 152373"/>
              <a:gd name="connsiteX40" fmla="*/ 61912 w 171450"/>
              <a:gd name="connsiteY40" fmla="*/ 11 h 15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1450" h="152373">
                <a:moveTo>
                  <a:pt x="107565" y="69438"/>
                </a:moveTo>
                <a:lnTo>
                  <a:pt x="85725" y="91278"/>
                </a:lnTo>
                <a:lnTo>
                  <a:pt x="73410" y="78963"/>
                </a:lnTo>
                <a:cubicBezTo>
                  <a:pt x="69691" y="75243"/>
                  <a:pt x="63660" y="75243"/>
                  <a:pt x="59940" y="78963"/>
                </a:cubicBezTo>
                <a:cubicBezTo>
                  <a:pt x="56220" y="82682"/>
                  <a:pt x="56220" y="88714"/>
                  <a:pt x="59940" y="92433"/>
                </a:cubicBezTo>
                <a:lnTo>
                  <a:pt x="78990" y="111483"/>
                </a:lnTo>
                <a:cubicBezTo>
                  <a:pt x="82709" y="115203"/>
                  <a:pt x="88741" y="115203"/>
                  <a:pt x="92460" y="111483"/>
                </a:cubicBezTo>
                <a:lnTo>
                  <a:pt x="121035" y="82908"/>
                </a:lnTo>
                <a:cubicBezTo>
                  <a:pt x="124755" y="79189"/>
                  <a:pt x="124755" y="73157"/>
                  <a:pt x="121035" y="69438"/>
                </a:cubicBezTo>
                <a:cubicBezTo>
                  <a:pt x="117316" y="65718"/>
                  <a:pt x="111284" y="65718"/>
                  <a:pt x="107565" y="69438"/>
                </a:cubicBezTo>
                <a:close/>
                <a:moveTo>
                  <a:pt x="85725" y="38073"/>
                </a:moveTo>
                <a:cubicBezTo>
                  <a:pt x="109315" y="38073"/>
                  <a:pt x="126413" y="38073"/>
                  <a:pt x="138806" y="39363"/>
                </a:cubicBezTo>
                <a:cubicBezTo>
                  <a:pt x="143652" y="39621"/>
                  <a:pt x="148179" y="39910"/>
                  <a:pt x="152400" y="40219"/>
                </a:cubicBezTo>
                <a:cubicBezTo>
                  <a:pt x="167908" y="41354"/>
                  <a:pt x="171450" y="42836"/>
                  <a:pt x="171062" y="57124"/>
                </a:cubicBezTo>
                <a:cubicBezTo>
                  <a:pt x="171450" y="66043"/>
                  <a:pt x="171450" y="78054"/>
                  <a:pt x="171450" y="95223"/>
                </a:cubicBezTo>
                <a:lnTo>
                  <a:pt x="171449" y="95538"/>
                </a:lnTo>
                <a:lnTo>
                  <a:pt x="171450" y="99986"/>
                </a:lnTo>
                <a:cubicBezTo>
                  <a:pt x="171450" y="141445"/>
                  <a:pt x="171450" y="152373"/>
                  <a:pt x="85725" y="152373"/>
                </a:cubicBezTo>
                <a:cubicBezTo>
                  <a:pt x="0" y="152373"/>
                  <a:pt x="0" y="141445"/>
                  <a:pt x="0" y="99986"/>
                </a:cubicBezTo>
                <a:lnTo>
                  <a:pt x="1" y="95538"/>
                </a:lnTo>
                <a:lnTo>
                  <a:pt x="0" y="95223"/>
                </a:lnTo>
                <a:cubicBezTo>
                  <a:pt x="0" y="78054"/>
                  <a:pt x="0" y="66043"/>
                  <a:pt x="387" y="57124"/>
                </a:cubicBezTo>
                <a:cubicBezTo>
                  <a:pt x="387" y="42836"/>
                  <a:pt x="3542" y="41354"/>
                  <a:pt x="19050" y="40219"/>
                </a:cubicBezTo>
                <a:cubicBezTo>
                  <a:pt x="23272" y="39910"/>
                  <a:pt x="27798" y="39621"/>
                  <a:pt x="32644" y="39363"/>
                </a:cubicBezTo>
                <a:cubicBezTo>
                  <a:pt x="45037" y="38073"/>
                  <a:pt x="62135" y="38073"/>
                  <a:pt x="85725" y="38073"/>
                </a:cubicBezTo>
                <a:close/>
                <a:moveTo>
                  <a:pt x="109714" y="14"/>
                </a:moveTo>
                <a:cubicBezTo>
                  <a:pt x="143711" y="249"/>
                  <a:pt x="144906" y="1926"/>
                  <a:pt x="153452" y="13916"/>
                </a:cubicBezTo>
                <a:cubicBezTo>
                  <a:pt x="154542" y="15444"/>
                  <a:pt x="155751" y="17140"/>
                  <a:pt x="157162" y="19022"/>
                </a:cubicBezTo>
                <a:cubicBezTo>
                  <a:pt x="164417" y="28695"/>
                  <a:pt x="161925" y="31355"/>
                  <a:pt x="152400" y="30668"/>
                </a:cubicBezTo>
                <a:cubicBezTo>
                  <a:pt x="139407" y="29731"/>
                  <a:pt x="128610" y="28999"/>
                  <a:pt x="109718" y="28698"/>
                </a:cubicBezTo>
                <a:lnTo>
                  <a:pt x="109537" y="28695"/>
                </a:lnTo>
                <a:cubicBezTo>
                  <a:pt x="95517" y="28472"/>
                  <a:pt x="95430" y="28471"/>
                  <a:pt x="95430" y="14268"/>
                </a:cubicBezTo>
                <a:cubicBezTo>
                  <a:pt x="95430" y="115"/>
                  <a:pt x="95521" y="-85"/>
                  <a:pt x="109714" y="14"/>
                </a:cubicBezTo>
                <a:close/>
                <a:moveTo>
                  <a:pt x="61912" y="11"/>
                </a:moveTo>
                <a:cubicBezTo>
                  <a:pt x="76106" y="-88"/>
                  <a:pt x="76199" y="110"/>
                  <a:pt x="76199" y="14265"/>
                </a:cubicBezTo>
                <a:cubicBezTo>
                  <a:pt x="76199" y="28468"/>
                  <a:pt x="76112" y="28469"/>
                  <a:pt x="62092" y="28692"/>
                </a:cubicBezTo>
                <a:lnTo>
                  <a:pt x="61912" y="28695"/>
                </a:lnTo>
                <a:cubicBezTo>
                  <a:pt x="43019" y="28996"/>
                  <a:pt x="32042" y="29731"/>
                  <a:pt x="19049" y="30668"/>
                </a:cubicBezTo>
                <a:cubicBezTo>
                  <a:pt x="9524" y="31355"/>
                  <a:pt x="7032" y="28695"/>
                  <a:pt x="14287" y="19022"/>
                </a:cubicBezTo>
                <a:cubicBezTo>
                  <a:pt x="15654" y="17200"/>
                  <a:pt x="16833" y="15551"/>
                  <a:pt x="17899" y="14061"/>
                </a:cubicBezTo>
                <a:cubicBezTo>
                  <a:pt x="26571" y="1938"/>
                  <a:pt x="27781" y="247"/>
                  <a:pt x="61912" y="11"/>
                </a:cubicBezTo>
                <a:close/>
              </a:path>
            </a:pathLst>
          </a:custGeom>
          <a:solidFill>
            <a:srgbClr val="000000"/>
          </a:solidFill>
          <a:ln w="9525" cap="flat">
            <a:noFill/>
            <a:prstDash val="solid"/>
            <a:miter/>
          </a:ln>
        </p:spPr>
        <p:txBody>
          <a:bodyPr rtlCol="0" anchor="ctr"/>
          <a:lstStyle/>
          <a:p>
            <a:endParaRPr lang="ru-RU"/>
          </a:p>
        </p:txBody>
      </p:sp>
      <p:sp>
        <p:nvSpPr>
          <p:cNvPr id="1415" name="Полилиния: фигура 1414">
            <a:extLst>
              <a:ext uri="{FF2B5EF4-FFF2-40B4-BE49-F238E27FC236}">
                <a16:creationId xmlns:a16="http://schemas.microsoft.com/office/drawing/2014/main" id="{1C07B2A3-D8F4-80D4-1779-9AC572682522}"/>
              </a:ext>
            </a:extLst>
          </p:cNvPr>
          <p:cNvSpPr/>
          <p:nvPr/>
        </p:nvSpPr>
        <p:spPr>
          <a:xfrm>
            <a:off x="9069414" y="1946457"/>
            <a:ext cx="171450" cy="171451"/>
          </a:xfrm>
          <a:custGeom>
            <a:avLst/>
            <a:gdLst>
              <a:gd name="connsiteX0" fmla="*/ 21840 w 171450"/>
              <a:gd name="connsiteY0" fmla="*/ 21841 h 171451"/>
              <a:gd name="connsiteX1" fmla="*/ 35310 w 171450"/>
              <a:gd name="connsiteY1" fmla="*/ 21841 h 171451"/>
              <a:gd name="connsiteX2" fmla="*/ 149610 w 171450"/>
              <a:gd name="connsiteY2" fmla="*/ 136141 h 171451"/>
              <a:gd name="connsiteX3" fmla="*/ 149610 w 171450"/>
              <a:gd name="connsiteY3" fmla="*/ 149611 h 171451"/>
              <a:gd name="connsiteX4" fmla="*/ 136140 w 171450"/>
              <a:gd name="connsiteY4" fmla="*/ 149611 h 171451"/>
              <a:gd name="connsiteX5" fmla="*/ 104188 w 171450"/>
              <a:gd name="connsiteY5" fmla="*/ 117660 h 171451"/>
              <a:gd name="connsiteX6" fmla="*/ 102895 w 171450"/>
              <a:gd name="connsiteY6" fmla="*/ 131626 h 171451"/>
              <a:gd name="connsiteX7" fmla="*/ 101706 w 171450"/>
              <a:gd name="connsiteY7" fmla="*/ 144328 h 171451"/>
              <a:gd name="connsiteX8" fmla="*/ 117681 w 171450"/>
              <a:gd name="connsiteY8" fmla="*/ 164943 h 171451"/>
              <a:gd name="connsiteX9" fmla="*/ 111286 w 171450"/>
              <a:gd name="connsiteY9" fmla="*/ 170836 h 171451"/>
              <a:gd name="connsiteX10" fmla="*/ 99166 w 171450"/>
              <a:gd name="connsiteY10" fmla="*/ 168560 h 171451"/>
              <a:gd name="connsiteX11" fmla="*/ 85715 w 171450"/>
              <a:gd name="connsiteY11" fmla="*/ 164952 h 171451"/>
              <a:gd name="connsiteX12" fmla="*/ 71446 w 171450"/>
              <a:gd name="connsiteY12" fmla="*/ 168737 h 171451"/>
              <a:gd name="connsiteX13" fmla="*/ 60139 w 171450"/>
              <a:gd name="connsiteY13" fmla="*/ 170851 h 171451"/>
              <a:gd name="connsiteX14" fmla="*/ 50552 w 171450"/>
              <a:gd name="connsiteY14" fmla="*/ 162017 h 171451"/>
              <a:gd name="connsiteX15" fmla="*/ 61218 w 171450"/>
              <a:gd name="connsiteY15" fmla="*/ 150891 h 171451"/>
              <a:gd name="connsiteX16" fmla="*/ 69739 w 171450"/>
              <a:gd name="connsiteY16" fmla="*/ 144337 h 171451"/>
              <a:gd name="connsiteX17" fmla="*/ 66562 w 171450"/>
              <a:gd name="connsiteY17" fmla="*/ 106051 h 171451"/>
              <a:gd name="connsiteX18" fmla="*/ 15402 w 171450"/>
              <a:gd name="connsiteY18" fmla="*/ 123735 h 171451"/>
              <a:gd name="connsiteX19" fmla="*/ 3260 w 171450"/>
              <a:gd name="connsiteY19" fmla="*/ 118440 h 171451"/>
              <a:gd name="connsiteX20" fmla="*/ 10279 w 171450"/>
              <a:gd name="connsiteY20" fmla="*/ 101335 h 171451"/>
              <a:gd name="connsiteX21" fmla="*/ 32770 w 171450"/>
              <a:gd name="connsiteY21" fmla="*/ 84875 h 171451"/>
              <a:gd name="connsiteX22" fmla="*/ 55111 w 171450"/>
              <a:gd name="connsiteY22" fmla="*/ 68583 h 171451"/>
              <a:gd name="connsiteX23" fmla="*/ 21840 w 171450"/>
              <a:gd name="connsiteY23" fmla="*/ 35311 h 171451"/>
              <a:gd name="connsiteX24" fmla="*/ 21840 w 171450"/>
              <a:gd name="connsiteY24" fmla="*/ 21841 h 171451"/>
              <a:gd name="connsiteX25" fmla="*/ 85776 w 171450"/>
              <a:gd name="connsiteY25" fmla="*/ 0 h 171451"/>
              <a:gd name="connsiteX26" fmla="*/ 104932 w 171450"/>
              <a:gd name="connsiteY26" fmla="*/ 29438 h 171451"/>
              <a:gd name="connsiteX27" fmla="*/ 104775 w 171450"/>
              <a:gd name="connsiteY27" fmla="*/ 57150 h 171451"/>
              <a:gd name="connsiteX28" fmla="*/ 111428 w 171450"/>
              <a:gd name="connsiteY28" fmla="*/ 64813 h 171451"/>
              <a:gd name="connsiteX29" fmla="*/ 138764 w 171450"/>
              <a:gd name="connsiteY29" fmla="*/ 84930 h 171451"/>
              <a:gd name="connsiteX30" fmla="*/ 161205 w 171450"/>
              <a:gd name="connsiteY30" fmla="*/ 101419 h 171451"/>
              <a:gd name="connsiteX31" fmla="*/ 168174 w 171450"/>
              <a:gd name="connsiteY31" fmla="*/ 118535 h 171451"/>
              <a:gd name="connsiteX32" fmla="*/ 156016 w 171450"/>
              <a:gd name="connsiteY32" fmla="*/ 123813 h 171451"/>
              <a:gd name="connsiteX33" fmla="*/ 141127 w 171450"/>
              <a:gd name="connsiteY33" fmla="*/ 114300 h 171451"/>
              <a:gd name="connsiteX34" fmla="*/ 74508 w 171450"/>
              <a:gd name="connsiteY34" fmla="*/ 47680 h 171451"/>
              <a:gd name="connsiteX35" fmla="*/ 66558 w 171450"/>
              <a:gd name="connsiteY35" fmla="*/ 29436 h 171451"/>
              <a:gd name="connsiteX36" fmla="*/ 85776 w 171450"/>
              <a:gd name="connsiteY36" fmla="*/ 0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1450" h="171451">
                <a:moveTo>
                  <a:pt x="21840" y="21841"/>
                </a:moveTo>
                <a:cubicBezTo>
                  <a:pt x="25560" y="18121"/>
                  <a:pt x="31590" y="18121"/>
                  <a:pt x="35310" y="21841"/>
                </a:cubicBezTo>
                <a:lnTo>
                  <a:pt x="149610" y="136141"/>
                </a:lnTo>
                <a:cubicBezTo>
                  <a:pt x="153330" y="139860"/>
                  <a:pt x="153330" y="145892"/>
                  <a:pt x="149610" y="149611"/>
                </a:cubicBezTo>
                <a:cubicBezTo>
                  <a:pt x="145891" y="153331"/>
                  <a:pt x="139859" y="153331"/>
                  <a:pt x="136140" y="149611"/>
                </a:cubicBezTo>
                <a:lnTo>
                  <a:pt x="104188" y="117660"/>
                </a:lnTo>
                <a:cubicBezTo>
                  <a:pt x="103812" y="122317"/>
                  <a:pt x="103353" y="126972"/>
                  <a:pt x="102895" y="131626"/>
                </a:cubicBezTo>
                <a:cubicBezTo>
                  <a:pt x="102478" y="135860"/>
                  <a:pt x="102060" y="140094"/>
                  <a:pt x="101706" y="144328"/>
                </a:cubicBezTo>
                <a:cubicBezTo>
                  <a:pt x="108137" y="150254"/>
                  <a:pt x="120880" y="161996"/>
                  <a:pt x="117681" y="164943"/>
                </a:cubicBezTo>
                <a:lnTo>
                  <a:pt x="111286" y="170836"/>
                </a:lnTo>
                <a:cubicBezTo>
                  <a:pt x="109562" y="172424"/>
                  <a:pt x="104625" y="170589"/>
                  <a:pt x="99166" y="168560"/>
                </a:cubicBezTo>
                <a:cubicBezTo>
                  <a:pt x="94502" y="166827"/>
                  <a:pt x="89458" y="164952"/>
                  <a:pt x="85715" y="164952"/>
                </a:cubicBezTo>
                <a:cubicBezTo>
                  <a:pt x="81417" y="164952"/>
                  <a:pt x="76140" y="166955"/>
                  <a:pt x="71446" y="168737"/>
                </a:cubicBezTo>
                <a:cubicBezTo>
                  <a:pt x="66277" y="170699"/>
                  <a:pt x="61814" y="172394"/>
                  <a:pt x="60139" y="170851"/>
                </a:cubicBezTo>
                <a:lnTo>
                  <a:pt x="50552" y="162017"/>
                </a:lnTo>
                <a:cubicBezTo>
                  <a:pt x="48439" y="160070"/>
                  <a:pt x="54829" y="155480"/>
                  <a:pt x="61218" y="150891"/>
                </a:cubicBezTo>
                <a:cubicBezTo>
                  <a:pt x="64412" y="148597"/>
                  <a:pt x="67607" y="146302"/>
                  <a:pt x="69739" y="144337"/>
                </a:cubicBezTo>
                <a:lnTo>
                  <a:pt x="66562" y="106051"/>
                </a:lnTo>
                <a:cubicBezTo>
                  <a:pt x="66562" y="106051"/>
                  <a:pt x="24350" y="120199"/>
                  <a:pt x="15402" y="123735"/>
                </a:cubicBezTo>
                <a:cubicBezTo>
                  <a:pt x="10919" y="125506"/>
                  <a:pt x="9128" y="123854"/>
                  <a:pt x="3260" y="118440"/>
                </a:cubicBezTo>
                <a:cubicBezTo>
                  <a:pt x="-3136" y="112546"/>
                  <a:pt x="232" y="108909"/>
                  <a:pt x="10279" y="101335"/>
                </a:cubicBezTo>
                <a:cubicBezTo>
                  <a:pt x="17809" y="95658"/>
                  <a:pt x="25112" y="90394"/>
                  <a:pt x="32770" y="84875"/>
                </a:cubicBezTo>
                <a:cubicBezTo>
                  <a:pt x="39772" y="79829"/>
                  <a:pt x="47070" y="74568"/>
                  <a:pt x="55111" y="68583"/>
                </a:cubicBezTo>
                <a:lnTo>
                  <a:pt x="21840" y="35311"/>
                </a:lnTo>
                <a:cubicBezTo>
                  <a:pt x="18120" y="31591"/>
                  <a:pt x="18120" y="25561"/>
                  <a:pt x="21840" y="21841"/>
                </a:cubicBezTo>
                <a:close/>
                <a:moveTo>
                  <a:pt x="85776" y="0"/>
                </a:moveTo>
                <a:cubicBezTo>
                  <a:pt x="100916" y="0"/>
                  <a:pt x="104932" y="17651"/>
                  <a:pt x="104932" y="29438"/>
                </a:cubicBezTo>
                <a:cubicBezTo>
                  <a:pt x="104933" y="38629"/>
                  <a:pt x="104656" y="47960"/>
                  <a:pt x="104775" y="57150"/>
                </a:cubicBezTo>
                <a:cubicBezTo>
                  <a:pt x="105296" y="59776"/>
                  <a:pt x="107245" y="61646"/>
                  <a:pt x="111428" y="64813"/>
                </a:cubicBezTo>
                <a:cubicBezTo>
                  <a:pt x="121489" y="72429"/>
                  <a:pt x="130342" y="78836"/>
                  <a:pt x="138764" y="84930"/>
                </a:cubicBezTo>
                <a:cubicBezTo>
                  <a:pt x="146405" y="90459"/>
                  <a:pt x="153693" y="95733"/>
                  <a:pt x="161205" y="101419"/>
                </a:cubicBezTo>
                <a:cubicBezTo>
                  <a:pt x="171230" y="109008"/>
                  <a:pt x="174587" y="112650"/>
                  <a:pt x="168174" y="118535"/>
                </a:cubicBezTo>
                <a:cubicBezTo>
                  <a:pt x="162290" y="123940"/>
                  <a:pt x="160495" y="125591"/>
                  <a:pt x="156016" y="123813"/>
                </a:cubicBezTo>
                <a:cubicBezTo>
                  <a:pt x="149644" y="121283"/>
                  <a:pt x="145996" y="119169"/>
                  <a:pt x="141127" y="114300"/>
                </a:cubicBezTo>
                <a:lnTo>
                  <a:pt x="74508" y="47680"/>
                </a:lnTo>
                <a:cubicBezTo>
                  <a:pt x="67442" y="40615"/>
                  <a:pt x="66559" y="38896"/>
                  <a:pt x="66558" y="29436"/>
                </a:cubicBezTo>
                <a:cubicBezTo>
                  <a:pt x="66558" y="17649"/>
                  <a:pt x="70637" y="0"/>
                  <a:pt x="85776" y="0"/>
                </a:cubicBezTo>
                <a:close/>
              </a:path>
            </a:pathLst>
          </a:custGeom>
          <a:solidFill>
            <a:srgbClr val="000000"/>
          </a:solidFill>
          <a:ln w="9525" cap="flat">
            <a:noFill/>
            <a:prstDash val="solid"/>
            <a:miter/>
          </a:ln>
        </p:spPr>
        <p:txBody>
          <a:bodyPr rtlCol="0" anchor="ctr"/>
          <a:lstStyle/>
          <a:p>
            <a:endParaRPr lang="ru-RU"/>
          </a:p>
        </p:txBody>
      </p:sp>
      <p:sp>
        <p:nvSpPr>
          <p:cNvPr id="1418" name="Полилиния: фигура 1417">
            <a:extLst>
              <a:ext uri="{FF2B5EF4-FFF2-40B4-BE49-F238E27FC236}">
                <a16:creationId xmlns:a16="http://schemas.microsoft.com/office/drawing/2014/main" id="{D61965AE-2C3F-7BE5-20B5-46EF168ACC00}"/>
              </a:ext>
            </a:extLst>
          </p:cNvPr>
          <p:cNvSpPr/>
          <p:nvPr/>
        </p:nvSpPr>
        <p:spPr>
          <a:xfrm>
            <a:off x="9069421" y="2496277"/>
            <a:ext cx="171449" cy="171450"/>
          </a:xfrm>
          <a:custGeom>
            <a:avLst/>
            <a:gdLst>
              <a:gd name="connsiteX0" fmla="*/ 161924 w 171449"/>
              <a:gd name="connsiteY0" fmla="*/ 114300 h 171450"/>
              <a:gd name="connsiteX1" fmla="*/ 171449 w 171449"/>
              <a:gd name="connsiteY1" fmla="*/ 123825 h 171450"/>
              <a:gd name="connsiteX2" fmla="*/ 170019 w 171449"/>
              <a:gd name="connsiteY2" fmla="*/ 145606 h 171450"/>
              <a:gd name="connsiteX3" fmla="*/ 162112 w 171449"/>
              <a:gd name="connsiteY3" fmla="*/ 162112 h 171450"/>
              <a:gd name="connsiteX4" fmla="*/ 145606 w 171449"/>
              <a:gd name="connsiteY4" fmla="*/ 170020 h 171450"/>
              <a:gd name="connsiteX5" fmla="*/ 123824 w 171449"/>
              <a:gd name="connsiteY5" fmla="*/ 171450 h 171450"/>
              <a:gd name="connsiteX6" fmla="*/ 114299 w 171449"/>
              <a:gd name="connsiteY6" fmla="*/ 161925 h 171450"/>
              <a:gd name="connsiteX7" fmla="*/ 123824 w 171449"/>
              <a:gd name="connsiteY7" fmla="*/ 152400 h 171450"/>
              <a:gd name="connsiteX8" fmla="*/ 142079 w 171449"/>
              <a:gd name="connsiteY8" fmla="*/ 151300 h 171450"/>
              <a:gd name="connsiteX9" fmla="*/ 148640 w 171449"/>
              <a:gd name="connsiteY9" fmla="*/ 148641 h 171450"/>
              <a:gd name="connsiteX10" fmla="*/ 151299 w 171449"/>
              <a:gd name="connsiteY10" fmla="*/ 142079 h 171450"/>
              <a:gd name="connsiteX11" fmla="*/ 152399 w 171449"/>
              <a:gd name="connsiteY11" fmla="*/ 123825 h 171450"/>
              <a:gd name="connsiteX12" fmla="*/ 161924 w 171449"/>
              <a:gd name="connsiteY12" fmla="*/ 114300 h 171450"/>
              <a:gd name="connsiteX13" fmla="*/ 9525 w 171449"/>
              <a:gd name="connsiteY13" fmla="*/ 114300 h 171450"/>
              <a:gd name="connsiteX14" fmla="*/ 19050 w 171449"/>
              <a:gd name="connsiteY14" fmla="*/ 123825 h 171450"/>
              <a:gd name="connsiteX15" fmla="*/ 20150 w 171449"/>
              <a:gd name="connsiteY15" fmla="*/ 142079 h 171450"/>
              <a:gd name="connsiteX16" fmla="*/ 22809 w 171449"/>
              <a:gd name="connsiteY16" fmla="*/ 148641 h 171450"/>
              <a:gd name="connsiteX17" fmla="*/ 29371 w 171449"/>
              <a:gd name="connsiteY17" fmla="*/ 151300 h 171450"/>
              <a:gd name="connsiteX18" fmla="*/ 47625 w 171449"/>
              <a:gd name="connsiteY18" fmla="*/ 152400 h 171450"/>
              <a:gd name="connsiteX19" fmla="*/ 57150 w 171449"/>
              <a:gd name="connsiteY19" fmla="*/ 161925 h 171450"/>
              <a:gd name="connsiteX20" fmla="*/ 47625 w 171449"/>
              <a:gd name="connsiteY20" fmla="*/ 171450 h 171450"/>
              <a:gd name="connsiteX21" fmla="*/ 25844 w 171449"/>
              <a:gd name="connsiteY21" fmla="*/ 170020 h 171450"/>
              <a:gd name="connsiteX22" fmla="*/ 9338 w 171449"/>
              <a:gd name="connsiteY22" fmla="*/ 162112 h 171450"/>
              <a:gd name="connsiteX23" fmla="*/ 1430 w 171449"/>
              <a:gd name="connsiteY23" fmla="*/ 145606 h 171450"/>
              <a:gd name="connsiteX24" fmla="*/ 0 w 171449"/>
              <a:gd name="connsiteY24" fmla="*/ 123825 h 171450"/>
              <a:gd name="connsiteX25" fmla="*/ 9525 w 171449"/>
              <a:gd name="connsiteY25" fmla="*/ 114300 h 171450"/>
              <a:gd name="connsiteX26" fmla="*/ 85841 w 171449"/>
              <a:gd name="connsiteY26" fmla="*/ 39476 h 171450"/>
              <a:gd name="connsiteX27" fmla="*/ 94605 w 171449"/>
              <a:gd name="connsiteY27" fmla="*/ 43427 h 171450"/>
              <a:gd name="connsiteX28" fmla="*/ 95250 w 171449"/>
              <a:gd name="connsiteY28" fmla="*/ 55999 h 171450"/>
              <a:gd name="connsiteX29" fmla="*/ 59508 w 171449"/>
              <a:gd name="connsiteY29" fmla="*/ 76849 h 171450"/>
              <a:gd name="connsiteX30" fmla="*/ 57145 w 171449"/>
              <a:gd name="connsiteY30" fmla="*/ 80963 h 171450"/>
              <a:gd name="connsiteX31" fmla="*/ 57145 w 171449"/>
              <a:gd name="connsiteY31" fmla="*/ 100013 h 171450"/>
              <a:gd name="connsiteX32" fmla="*/ 61907 w 171449"/>
              <a:gd name="connsiteY32" fmla="*/ 104775 h 171450"/>
              <a:gd name="connsiteX33" fmla="*/ 66670 w 171449"/>
              <a:gd name="connsiteY33" fmla="*/ 100013 h 171450"/>
              <a:gd name="connsiteX34" fmla="*/ 66670 w 171449"/>
              <a:gd name="connsiteY34" fmla="*/ 91856 h 171450"/>
              <a:gd name="connsiteX35" fmla="*/ 71359 w 171449"/>
              <a:gd name="connsiteY35" fmla="*/ 80963 h 171450"/>
              <a:gd name="connsiteX36" fmla="*/ 104770 w 171449"/>
              <a:gd name="connsiteY36" fmla="*/ 61473 h 171450"/>
              <a:gd name="connsiteX37" fmla="*/ 123825 w 171449"/>
              <a:gd name="connsiteY37" fmla="*/ 60959 h 171450"/>
              <a:gd name="connsiteX38" fmla="*/ 133350 w 171449"/>
              <a:gd name="connsiteY38" fmla="*/ 76199 h 171450"/>
              <a:gd name="connsiteX39" fmla="*/ 133350 w 171449"/>
              <a:gd name="connsiteY39" fmla="*/ 104774 h 171450"/>
              <a:gd name="connsiteX40" fmla="*/ 132367 w 171449"/>
              <a:gd name="connsiteY40" fmla="*/ 113464 h 171450"/>
              <a:gd name="connsiteX41" fmla="*/ 123825 w 171449"/>
              <a:gd name="connsiteY41" fmla="*/ 120014 h 171450"/>
              <a:gd name="connsiteX42" fmla="*/ 95250 w 171449"/>
              <a:gd name="connsiteY42" fmla="*/ 137159 h 171450"/>
              <a:gd name="connsiteX43" fmla="*/ 85725 w 171449"/>
              <a:gd name="connsiteY43" fmla="*/ 141446 h 171450"/>
              <a:gd name="connsiteX44" fmla="*/ 76200 w 171449"/>
              <a:gd name="connsiteY44" fmla="*/ 137159 h 171450"/>
              <a:gd name="connsiteX45" fmla="*/ 47625 w 171449"/>
              <a:gd name="connsiteY45" fmla="*/ 120014 h 171450"/>
              <a:gd name="connsiteX46" fmla="*/ 39083 w 171449"/>
              <a:gd name="connsiteY46" fmla="*/ 113464 h 171450"/>
              <a:gd name="connsiteX47" fmla="*/ 38100 w 171449"/>
              <a:gd name="connsiteY47" fmla="*/ 104774 h 171450"/>
              <a:gd name="connsiteX48" fmla="*/ 38100 w 171449"/>
              <a:gd name="connsiteY48" fmla="*/ 76199 h 171450"/>
              <a:gd name="connsiteX49" fmla="*/ 47625 w 171449"/>
              <a:gd name="connsiteY49" fmla="*/ 60959 h 171450"/>
              <a:gd name="connsiteX50" fmla="*/ 76200 w 171449"/>
              <a:gd name="connsiteY50" fmla="*/ 43814 h 171450"/>
              <a:gd name="connsiteX51" fmla="*/ 85841 w 171449"/>
              <a:gd name="connsiteY51" fmla="*/ 39476 h 171450"/>
              <a:gd name="connsiteX52" fmla="*/ 123824 w 171449"/>
              <a:gd name="connsiteY52" fmla="*/ 0 h 171450"/>
              <a:gd name="connsiteX53" fmla="*/ 145606 w 171449"/>
              <a:gd name="connsiteY53" fmla="*/ 1430 h 171450"/>
              <a:gd name="connsiteX54" fmla="*/ 162112 w 171449"/>
              <a:gd name="connsiteY54" fmla="*/ 9338 h 171450"/>
              <a:gd name="connsiteX55" fmla="*/ 170019 w 171449"/>
              <a:gd name="connsiteY55" fmla="*/ 25844 h 171450"/>
              <a:gd name="connsiteX56" fmla="*/ 171449 w 171449"/>
              <a:gd name="connsiteY56" fmla="*/ 47625 h 171450"/>
              <a:gd name="connsiteX57" fmla="*/ 161924 w 171449"/>
              <a:gd name="connsiteY57" fmla="*/ 57150 h 171450"/>
              <a:gd name="connsiteX58" fmla="*/ 152399 w 171449"/>
              <a:gd name="connsiteY58" fmla="*/ 47625 h 171450"/>
              <a:gd name="connsiteX59" fmla="*/ 151299 w 171449"/>
              <a:gd name="connsiteY59" fmla="*/ 29371 h 171450"/>
              <a:gd name="connsiteX60" fmla="*/ 148640 w 171449"/>
              <a:gd name="connsiteY60" fmla="*/ 22809 h 171450"/>
              <a:gd name="connsiteX61" fmla="*/ 142079 w 171449"/>
              <a:gd name="connsiteY61" fmla="*/ 20150 h 171450"/>
              <a:gd name="connsiteX62" fmla="*/ 123824 w 171449"/>
              <a:gd name="connsiteY62" fmla="*/ 19050 h 171450"/>
              <a:gd name="connsiteX63" fmla="*/ 114299 w 171449"/>
              <a:gd name="connsiteY63" fmla="*/ 9525 h 171450"/>
              <a:gd name="connsiteX64" fmla="*/ 123824 w 171449"/>
              <a:gd name="connsiteY64" fmla="*/ 0 h 171450"/>
              <a:gd name="connsiteX65" fmla="*/ 47625 w 171449"/>
              <a:gd name="connsiteY65" fmla="*/ 0 h 171450"/>
              <a:gd name="connsiteX66" fmla="*/ 57150 w 171449"/>
              <a:gd name="connsiteY66" fmla="*/ 9525 h 171450"/>
              <a:gd name="connsiteX67" fmla="*/ 47625 w 171449"/>
              <a:gd name="connsiteY67" fmla="*/ 19050 h 171450"/>
              <a:gd name="connsiteX68" fmla="*/ 29371 w 171449"/>
              <a:gd name="connsiteY68" fmla="*/ 20150 h 171450"/>
              <a:gd name="connsiteX69" fmla="*/ 22809 w 171449"/>
              <a:gd name="connsiteY69" fmla="*/ 22809 h 171450"/>
              <a:gd name="connsiteX70" fmla="*/ 20150 w 171449"/>
              <a:gd name="connsiteY70" fmla="*/ 29371 h 171450"/>
              <a:gd name="connsiteX71" fmla="*/ 19050 w 171449"/>
              <a:gd name="connsiteY71" fmla="*/ 47625 h 171450"/>
              <a:gd name="connsiteX72" fmla="*/ 9525 w 171449"/>
              <a:gd name="connsiteY72" fmla="*/ 57150 h 171450"/>
              <a:gd name="connsiteX73" fmla="*/ 0 w 171449"/>
              <a:gd name="connsiteY73" fmla="*/ 47625 h 171450"/>
              <a:gd name="connsiteX74" fmla="*/ 1430 w 171449"/>
              <a:gd name="connsiteY74" fmla="*/ 25844 h 171450"/>
              <a:gd name="connsiteX75" fmla="*/ 9338 w 171449"/>
              <a:gd name="connsiteY75" fmla="*/ 9338 h 171450"/>
              <a:gd name="connsiteX76" fmla="*/ 25844 w 171449"/>
              <a:gd name="connsiteY76" fmla="*/ 1430 h 171450"/>
              <a:gd name="connsiteX77" fmla="*/ 47625 w 171449"/>
              <a:gd name="connsiteY7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71449" h="171450">
                <a:moveTo>
                  <a:pt x="161924" y="114300"/>
                </a:moveTo>
                <a:cubicBezTo>
                  <a:pt x="167185" y="114300"/>
                  <a:pt x="171449" y="118564"/>
                  <a:pt x="171449" y="123825"/>
                </a:cubicBezTo>
                <a:cubicBezTo>
                  <a:pt x="171449" y="132233"/>
                  <a:pt x="171163" y="139538"/>
                  <a:pt x="170019" y="145606"/>
                </a:cubicBezTo>
                <a:cubicBezTo>
                  <a:pt x="168859" y="151766"/>
                  <a:pt x="166654" y="157569"/>
                  <a:pt x="162112" y="162112"/>
                </a:cubicBezTo>
                <a:cubicBezTo>
                  <a:pt x="157569" y="166654"/>
                  <a:pt x="151766" y="168860"/>
                  <a:pt x="145606" y="170020"/>
                </a:cubicBezTo>
                <a:cubicBezTo>
                  <a:pt x="139538" y="171163"/>
                  <a:pt x="132232" y="171450"/>
                  <a:pt x="123824" y="171450"/>
                </a:cubicBezTo>
                <a:cubicBezTo>
                  <a:pt x="118564" y="171450"/>
                  <a:pt x="114299" y="167186"/>
                  <a:pt x="114299" y="161925"/>
                </a:cubicBezTo>
                <a:cubicBezTo>
                  <a:pt x="114299" y="156664"/>
                  <a:pt x="118564" y="152400"/>
                  <a:pt x="123824" y="152400"/>
                </a:cubicBezTo>
                <a:cubicBezTo>
                  <a:pt x="132086" y="152400"/>
                  <a:pt x="137876" y="152091"/>
                  <a:pt x="142079" y="151300"/>
                </a:cubicBezTo>
                <a:cubicBezTo>
                  <a:pt x="146188" y="150525"/>
                  <a:pt x="147825" y="149457"/>
                  <a:pt x="148640" y="148641"/>
                </a:cubicBezTo>
                <a:cubicBezTo>
                  <a:pt x="149456" y="147826"/>
                  <a:pt x="150524" y="146188"/>
                  <a:pt x="151299" y="142079"/>
                </a:cubicBezTo>
                <a:cubicBezTo>
                  <a:pt x="152090" y="137877"/>
                  <a:pt x="152399" y="132086"/>
                  <a:pt x="152399" y="123825"/>
                </a:cubicBezTo>
                <a:cubicBezTo>
                  <a:pt x="152399" y="118564"/>
                  <a:pt x="156664" y="114300"/>
                  <a:pt x="161924" y="114300"/>
                </a:cubicBezTo>
                <a:close/>
                <a:moveTo>
                  <a:pt x="9525" y="114300"/>
                </a:moveTo>
                <a:cubicBezTo>
                  <a:pt x="14785" y="114300"/>
                  <a:pt x="19050" y="118564"/>
                  <a:pt x="19050" y="123825"/>
                </a:cubicBezTo>
                <a:cubicBezTo>
                  <a:pt x="19050" y="132086"/>
                  <a:pt x="19359" y="137877"/>
                  <a:pt x="20150" y="142079"/>
                </a:cubicBezTo>
                <a:cubicBezTo>
                  <a:pt x="20925" y="146188"/>
                  <a:pt x="21993" y="147826"/>
                  <a:pt x="22809" y="148641"/>
                </a:cubicBezTo>
                <a:cubicBezTo>
                  <a:pt x="23624" y="149457"/>
                  <a:pt x="25262" y="150525"/>
                  <a:pt x="29371" y="151300"/>
                </a:cubicBezTo>
                <a:cubicBezTo>
                  <a:pt x="33573" y="152091"/>
                  <a:pt x="39364" y="152400"/>
                  <a:pt x="47625" y="152400"/>
                </a:cubicBezTo>
                <a:cubicBezTo>
                  <a:pt x="52885" y="152400"/>
                  <a:pt x="57150" y="156664"/>
                  <a:pt x="57150" y="161925"/>
                </a:cubicBezTo>
                <a:cubicBezTo>
                  <a:pt x="57150" y="167186"/>
                  <a:pt x="52885" y="171450"/>
                  <a:pt x="47625" y="171450"/>
                </a:cubicBezTo>
                <a:cubicBezTo>
                  <a:pt x="39218" y="171450"/>
                  <a:pt x="31911" y="171163"/>
                  <a:pt x="25844" y="170020"/>
                </a:cubicBezTo>
                <a:cubicBezTo>
                  <a:pt x="19684" y="168860"/>
                  <a:pt x="13881" y="166654"/>
                  <a:pt x="9338" y="162112"/>
                </a:cubicBezTo>
                <a:cubicBezTo>
                  <a:pt x="4796" y="157569"/>
                  <a:pt x="2590" y="151766"/>
                  <a:pt x="1430" y="145606"/>
                </a:cubicBezTo>
                <a:cubicBezTo>
                  <a:pt x="287" y="139538"/>
                  <a:pt x="0" y="132233"/>
                  <a:pt x="0" y="123825"/>
                </a:cubicBezTo>
                <a:cubicBezTo>
                  <a:pt x="0" y="118564"/>
                  <a:pt x="4264" y="114300"/>
                  <a:pt x="9525" y="114300"/>
                </a:cubicBezTo>
                <a:close/>
                <a:moveTo>
                  <a:pt x="85841" y="39476"/>
                </a:moveTo>
                <a:cubicBezTo>
                  <a:pt x="88074" y="39505"/>
                  <a:pt x="90292" y="40836"/>
                  <a:pt x="94605" y="43427"/>
                </a:cubicBezTo>
                <a:cubicBezTo>
                  <a:pt x="105613" y="50032"/>
                  <a:pt x="106898" y="49204"/>
                  <a:pt x="95250" y="55999"/>
                </a:cubicBezTo>
                <a:cubicBezTo>
                  <a:pt x="81292" y="64142"/>
                  <a:pt x="59508" y="76849"/>
                  <a:pt x="59508" y="76849"/>
                </a:cubicBezTo>
                <a:cubicBezTo>
                  <a:pt x="58044" y="77702"/>
                  <a:pt x="57145" y="79268"/>
                  <a:pt x="57145" y="80963"/>
                </a:cubicBezTo>
                <a:lnTo>
                  <a:pt x="57145" y="100013"/>
                </a:lnTo>
                <a:cubicBezTo>
                  <a:pt x="57145" y="102643"/>
                  <a:pt x="59277" y="104775"/>
                  <a:pt x="61907" y="104775"/>
                </a:cubicBezTo>
                <a:cubicBezTo>
                  <a:pt x="64537" y="104775"/>
                  <a:pt x="66670" y="102643"/>
                  <a:pt x="66670" y="100013"/>
                </a:cubicBezTo>
                <a:cubicBezTo>
                  <a:pt x="66670" y="100013"/>
                  <a:pt x="66670" y="95041"/>
                  <a:pt x="66670" y="91856"/>
                </a:cubicBezTo>
                <a:cubicBezTo>
                  <a:pt x="66670" y="85079"/>
                  <a:pt x="65721" y="84252"/>
                  <a:pt x="71359" y="80963"/>
                </a:cubicBezTo>
                <a:cubicBezTo>
                  <a:pt x="84407" y="73351"/>
                  <a:pt x="91722" y="69084"/>
                  <a:pt x="104770" y="61473"/>
                </a:cubicBezTo>
                <a:cubicBezTo>
                  <a:pt x="114235" y="55952"/>
                  <a:pt x="114637" y="55446"/>
                  <a:pt x="123825" y="60959"/>
                </a:cubicBezTo>
                <a:cubicBezTo>
                  <a:pt x="133350" y="66674"/>
                  <a:pt x="133350" y="66674"/>
                  <a:pt x="133350" y="76199"/>
                </a:cubicBezTo>
                <a:lnTo>
                  <a:pt x="133350" y="104774"/>
                </a:lnTo>
                <a:cubicBezTo>
                  <a:pt x="133350" y="109243"/>
                  <a:pt x="133350" y="111614"/>
                  <a:pt x="132367" y="113464"/>
                </a:cubicBezTo>
                <a:cubicBezTo>
                  <a:pt x="131254" y="115557"/>
                  <a:pt x="128881" y="116981"/>
                  <a:pt x="123825" y="120014"/>
                </a:cubicBezTo>
                <a:lnTo>
                  <a:pt x="95250" y="137159"/>
                </a:lnTo>
                <a:cubicBezTo>
                  <a:pt x="90487" y="140017"/>
                  <a:pt x="88106" y="141446"/>
                  <a:pt x="85725" y="141446"/>
                </a:cubicBezTo>
                <a:cubicBezTo>
                  <a:pt x="83344" y="141446"/>
                  <a:pt x="80963" y="140017"/>
                  <a:pt x="76200" y="137159"/>
                </a:cubicBezTo>
                <a:lnTo>
                  <a:pt x="47625" y="120014"/>
                </a:lnTo>
                <a:cubicBezTo>
                  <a:pt x="42568" y="116980"/>
                  <a:pt x="40196" y="115557"/>
                  <a:pt x="39083" y="113464"/>
                </a:cubicBezTo>
                <a:cubicBezTo>
                  <a:pt x="38100" y="111615"/>
                  <a:pt x="38100" y="109243"/>
                  <a:pt x="38100" y="104774"/>
                </a:cubicBezTo>
                <a:lnTo>
                  <a:pt x="38100" y="76199"/>
                </a:lnTo>
                <a:cubicBezTo>
                  <a:pt x="38100" y="66674"/>
                  <a:pt x="38100" y="66674"/>
                  <a:pt x="47625" y="60959"/>
                </a:cubicBezTo>
                <a:lnTo>
                  <a:pt x="76200" y="43814"/>
                </a:lnTo>
                <a:cubicBezTo>
                  <a:pt x="81097" y="40876"/>
                  <a:pt x="83479" y="39447"/>
                  <a:pt x="85841" y="39476"/>
                </a:cubicBezTo>
                <a:close/>
                <a:moveTo>
                  <a:pt x="123824" y="0"/>
                </a:moveTo>
                <a:cubicBezTo>
                  <a:pt x="132232" y="0"/>
                  <a:pt x="139538" y="287"/>
                  <a:pt x="145606" y="1430"/>
                </a:cubicBezTo>
                <a:cubicBezTo>
                  <a:pt x="151766" y="2590"/>
                  <a:pt x="157569" y="4796"/>
                  <a:pt x="162112" y="9338"/>
                </a:cubicBezTo>
                <a:cubicBezTo>
                  <a:pt x="166654" y="13881"/>
                  <a:pt x="168859" y="19684"/>
                  <a:pt x="170019" y="25844"/>
                </a:cubicBezTo>
                <a:cubicBezTo>
                  <a:pt x="171163" y="31911"/>
                  <a:pt x="171449" y="39218"/>
                  <a:pt x="171449" y="47625"/>
                </a:cubicBezTo>
                <a:cubicBezTo>
                  <a:pt x="171449" y="52885"/>
                  <a:pt x="167185" y="57150"/>
                  <a:pt x="161924" y="57150"/>
                </a:cubicBezTo>
                <a:cubicBezTo>
                  <a:pt x="156664" y="57150"/>
                  <a:pt x="152399" y="52885"/>
                  <a:pt x="152399" y="47625"/>
                </a:cubicBezTo>
                <a:cubicBezTo>
                  <a:pt x="152399" y="39364"/>
                  <a:pt x="152090" y="33573"/>
                  <a:pt x="151299" y="29371"/>
                </a:cubicBezTo>
                <a:cubicBezTo>
                  <a:pt x="150524" y="25262"/>
                  <a:pt x="149456" y="23624"/>
                  <a:pt x="148640" y="22809"/>
                </a:cubicBezTo>
                <a:cubicBezTo>
                  <a:pt x="147825" y="21993"/>
                  <a:pt x="146188" y="20925"/>
                  <a:pt x="142079" y="20150"/>
                </a:cubicBezTo>
                <a:cubicBezTo>
                  <a:pt x="137876" y="19359"/>
                  <a:pt x="132086" y="19050"/>
                  <a:pt x="123824" y="19050"/>
                </a:cubicBezTo>
                <a:cubicBezTo>
                  <a:pt x="118564" y="19050"/>
                  <a:pt x="114299" y="14785"/>
                  <a:pt x="114299" y="9525"/>
                </a:cubicBezTo>
                <a:cubicBezTo>
                  <a:pt x="114299" y="4265"/>
                  <a:pt x="118564" y="0"/>
                  <a:pt x="123824" y="0"/>
                </a:cubicBezTo>
                <a:close/>
                <a:moveTo>
                  <a:pt x="47625" y="0"/>
                </a:moveTo>
                <a:cubicBezTo>
                  <a:pt x="52885" y="0"/>
                  <a:pt x="57150" y="4265"/>
                  <a:pt x="57150" y="9525"/>
                </a:cubicBezTo>
                <a:cubicBezTo>
                  <a:pt x="57150" y="14785"/>
                  <a:pt x="52885" y="19050"/>
                  <a:pt x="47625" y="19050"/>
                </a:cubicBezTo>
                <a:cubicBezTo>
                  <a:pt x="39364" y="19050"/>
                  <a:pt x="33573" y="19359"/>
                  <a:pt x="29371" y="20150"/>
                </a:cubicBezTo>
                <a:cubicBezTo>
                  <a:pt x="25262" y="20925"/>
                  <a:pt x="23624" y="21993"/>
                  <a:pt x="22809" y="22809"/>
                </a:cubicBezTo>
                <a:cubicBezTo>
                  <a:pt x="21993" y="23624"/>
                  <a:pt x="20925" y="25262"/>
                  <a:pt x="20150" y="29371"/>
                </a:cubicBezTo>
                <a:cubicBezTo>
                  <a:pt x="19359" y="33573"/>
                  <a:pt x="19050" y="39364"/>
                  <a:pt x="19050" y="47625"/>
                </a:cubicBezTo>
                <a:cubicBezTo>
                  <a:pt x="19050" y="52885"/>
                  <a:pt x="14785" y="57150"/>
                  <a:pt x="9525" y="57150"/>
                </a:cubicBezTo>
                <a:cubicBezTo>
                  <a:pt x="4264" y="57150"/>
                  <a:pt x="0" y="52885"/>
                  <a:pt x="0" y="47625"/>
                </a:cubicBezTo>
                <a:cubicBezTo>
                  <a:pt x="0" y="39218"/>
                  <a:pt x="287" y="31911"/>
                  <a:pt x="1430" y="25844"/>
                </a:cubicBezTo>
                <a:cubicBezTo>
                  <a:pt x="2590" y="19684"/>
                  <a:pt x="4796" y="13881"/>
                  <a:pt x="9338" y="9338"/>
                </a:cubicBezTo>
                <a:cubicBezTo>
                  <a:pt x="13881" y="4796"/>
                  <a:pt x="19684" y="2590"/>
                  <a:pt x="25844" y="1430"/>
                </a:cubicBezTo>
                <a:cubicBezTo>
                  <a:pt x="31911" y="287"/>
                  <a:pt x="39218" y="0"/>
                  <a:pt x="47625" y="0"/>
                </a:cubicBezTo>
                <a:close/>
              </a:path>
            </a:pathLst>
          </a:custGeom>
          <a:solidFill>
            <a:srgbClr val="000000"/>
          </a:solidFill>
          <a:ln w="9525" cap="flat">
            <a:noFill/>
            <a:prstDash val="solid"/>
            <a:miter/>
          </a:ln>
        </p:spPr>
        <p:txBody>
          <a:bodyPr rtlCol="0" anchor="ctr"/>
          <a:lstStyle/>
          <a:p>
            <a:endParaRPr lang="ru-RU"/>
          </a:p>
        </p:txBody>
      </p:sp>
      <p:sp>
        <p:nvSpPr>
          <p:cNvPr id="1429" name="Полилиния: фигура 1428">
            <a:extLst>
              <a:ext uri="{FF2B5EF4-FFF2-40B4-BE49-F238E27FC236}">
                <a16:creationId xmlns:a16="http://schemas.microsoft.com/office/drawing/2014/main" id="{C740CD47-A786-A4AE-67BB-EB97510D6E0C}"/>
              </a:ext>
            </a:extLst>
          </p:cNvPr>
          <p:cNvSpPr/>
          <p:nvPr/>
        </p:nvSpPr>
        <p:spPr>
          <a:xfrm>
            <a:off x="9079251" y="3046098"/>
            <a:ext cx="152400" cy="171450"/>
          </a:xfrm>
          <a:custGeom>
            <a:avLst/>
            <a:gdLst>
              <a:gd name="connsiteX0" fmla="*/ 109538 w 152400"/>
              <a:gd name="connsiteY0" fmla="*/ 114300 h 171450"/>
              <a:gd name="connsiteX1" fmla="*/ 133350 w 152400"/>
              <a:gd name="connsiteY1" fmla="*/ 138113 h 171450"/>
              <a:gd name="connsiteX2" fmla="*/ 131751 w 152400"/>
              <a:gd name="connsiteY2" fmla="*/ 152400 h 171450"/>
              <a:gd name="connsiteX3" fmla="*/ 142875 w 152400"/>
              <a:gd name="connsiteY3" fmla="*/ 152400 h 171450"/>
              <a:gd name="connsiteX4" fmla="*/ 152400 w 152400"/>
              <a:gd name="connsiteY4" fmla="*/ 161925 h 171450"/>
              <a:gd name="connsiteX5" fmla="*/ 142875 w 152400"/>
              <a:gd name="connsiteY5" fmla="*/ 171450 h 171450"/>
              <a:gd name="connsiteX6" fmla="*/ 9525 w 152400"/>
              <a:gd name="connsiteY6" fmla="*/ 171450 h 171450"/>
              <a:gd name="connsiteX7" fmla="*/ 0 w 152400"/>
              <a:gd name="connsiteY7" fmla="*/ 161925 h 171450"/>
              <a:gd name="connsiteX8" fmla="*/ 9525 w 152400"/>
              <a:gd name="connsiteY8" fmla="*/ 152400 h 171450"/>
              <a:gd name="connsiteX9" fmla="*/ 87324 w 152400"/>
              <a:gd name="connsiteY9" fmla="*/ 152400 h 171450"/>
              <a:gd name="connsiteX10" fmla="*/ 85725 w 152400"/>
              <a:gd name="connsiteY10" fmla="*/ 138113 h 171450"/>
              <a:gd name="connsiteX11" fmla="*/ 109538 w 152400"/>
              <a:gd name="connsiteY11" fmla="*/ 114300 h 171450"/>
              <a:gd name="connsiteX12" fmla="*/ 42863 w 152400"/>
              <a:gd name="connsiteY12" fmla="*/ 38100 h 171450"/>
              <a:gd name="connsiteX13" fmla="*/ 66675 w 152400"/>
              <a:gd name="connsiteY13" fmla="*/ 61913 h 171450"/>
              <a:gd name="connsiteX14" fmla="*/ 65076 w 152400"/>
              <a:gd name="connsiteY14" fmla="*/ 76200 h 171450"/>
              <a:gd name="connsiteX15" fmla="*/ 142875 w 152400"/>
              <a:gd name="connsiteY15" fmla="*/ 76200 h 171450"/>
              <a:gd name="connsiteX16" fmla="*/ 152400 w 152400"/>
              <a:gd name="connsiteY16" fmla="*/ 85725 h 171450"/>
              <a:gd name="connsiteX17" fmla="*/ 142875 w 152400"/>
              <a:gd name="connsiteY17" fmla="*/ 95250 h 171450"/>
              <a:gd name="connsiteX18" fmla="*/ 9525 w 152400"/>
              <a:gd name="connsiteY18" fmla="*/ 95250 h 171450"/>
              <a:gd name="connsiteX19" fmla="*/ 0 w 152400"/>
              <a:gd name="connsiteY19" fmla="*/ 85725 h 171450"/>
              <a:gd name="connsiteX20" fmla="*/ 9525 w 152400"/>
              <a:gd name="connsiteY20" fmla="*/ 76200 h 171450"/>
              <a:gd name="connsiteX21" fmla="*/ 20649 w 152400"/>
              <a:gd name="connsiteY21" fmla="*/ 76200 h 171450"/>
              <a:gd name="connsiteX22" fmla="*/ 19050 w 152400"/>
              <a:gd name="connsiteY22" fmla="*/ 61913 h 171450"/>
              <a:gd name="connsiteX23" fmla="*/ 42863 w 152400"/>
              <a:gd name="connsiteY23" fmla="*/ 38100 h 171450"/>
              <a:gd name="connsiteX24" fmla="*/ 9525 w 152400"/>
              <a:gd name="connsiteY24" fmla="*/ 0 h 171450"/>
              <a:gd name="connsiteX25" fmla="*/ 142875 w 152400"/>
              <a:gd name="connsiteY25" fmla="*/ 0 h 171450"/>
              <a:gd name="connsiteX26" fmla="*/ 152400 w 152400"/>
              <a:gd name="connsiteY26" fmla="*/ 9525 h 171450"/>
              <a:gd name="connsiteX27" fmla="*/ 142875 w 152400"/>
              <a:gd name="connsiteY27" fmla="*/ 19050 h 171450"/>
              <a:gd name="connsiteX28" fmla="*/ 9525 w 152400"/>
              <a:gd name="connsiteY28" fmla="*/ 19050 h 171450"/>
              <a:gd name="connsiteX29" fmla="*/ 0 w 152400"/>
              <a:gd name="connsiteY29" fmla="*/ 9525 h 171450"/>
              <a:gd name="connsiteX30" fmla="*/ 9525 w 152400"/>
              <a:gd name="connsiteY30"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2400" h="171450">
                <a:moveTo>
                  <a:pt x="109538" y="114300"/>
                </a:moveTo>
                <a:cubicBezTo>
                  <a:pt x="129147" y="114300"/>
                  <a:pt x="133350" y="118502"/>
                  <a:pt x="133350" y="138113"/>
                </a:cubicBezTo>
                <a:cubicBezTo>
                  <a:pt x="133350" y="144285"/>
                  <a:pt x="132933" y="148931"/>
                  <a:pt x="131751" y="152400"/>
                </a:cubicBezTo>
                <a:lnTo>
                  <a:pt x="142875" y="152400"/>
                </a:lnTo>
                <a:cubicBezTo>
                  <a:pt x="148135" y="152400"/>
                  <a:pt x="152400" y="156664"/>
                  <a:pt x="152400" y="161925"/>
                </a:cubicBezTo>
                <a:cubicBezTo>
                  <a:pt x="152400" y="167186"/>
                  <a:pt x="148135" y="171450"/>
                  <a:pt x="142875" y="171450"/>
                </a:cubicBezTo>
                <a:lnTo>
                  <a:pt x="9525" y="171450"/>
                </a:lnTo>
                <a:cubicBezTo>
                  <a:pt x="4265" y="171450"/>
                  <a:pt x="0" y="167186"/>
                  <a:pt x="0" y="161925"/>
                </a:cubicBezTo>
                <a:cubicBezTo>
                  <a:pt x="0" y="156664"/>
                  <a:pt x="4265" y="152400"/>
                  <a:pt x="9525" y="152400"/>
                </a:cubicBezTo>
                <a:lnTo>
                  <a:pt x="87324" y="152400"/>
                </a:lnTo>
                <a:cubicBezTo>
                  <a:pt x="86142" y="148931"/>
                  <a:pt x="85725" y="144285"/>
                  <a:pt x="85725" y="138113"/>
                </a:cubicBezTo>
                <a:cubicBezTo>
                  <a:pt x="85725" y="118502"/>
                  <a:pt x="89928" y="114300"/>
                  <a:pt x="109538" y="114300"/>
                </a:cubicBezTo>
                <a:close/>
                <a:moveTo>
                  <a:pt x="42863" y="38100"/>
                </a:moveTo>
                <a:cubicBezTo>
                  <a:pt x="62472" y="38100"/>
                  <a:pt x="66675" y="42303"/>
                  <a:pt x="66675" y="61913"/>
                </a:cubicBezTo>
                <a:cubicBezTo>
                  <a:pt x="66675" y="68085"/>
                  <a:pt x="66258" y="72731"/>
                  <a:pt x="65076" y="76200"/>
                </a:cubicBezTo>
                <a:lnTo>
                  <a:pt x="142875" y="76200"/>
                </a:lnTo>
                <a:cubicBezTo>
                  <a:pt x="148135" y="76200"/>
                  <a:pt x="152400" y="80464"/>
                  <a:pt x="152400" y="85725"/>
                </a:cubicBezTo>
                <a:cubicBezTo>
                  <a:pt x="152400" y="90986"/>
                  <a:pt x="148135" y="95250"/>
                  <a:pt x="142875" y="95250"/>
                </a:cubicBezTo>
                <a:lnTo>
                  <a:pt x="9525" y="95250"/>
                </a:lnTo>
                <a:cubicBezTo>
                  <a:pt x="4265" y="95250"/>
                  <a:pt x="0" y="90986"/>
                  <a:pt x="0" y="85725"/>
                </a:cubicBezTo>
                <a:cubicBezTo>
                  <a:pt x="0" y="80464"/>
                  <a:pt x="4265" y="76200"/>
                  <a:pt x="9525" y="76200"/>
                </a:cubicBezTo>
                <a:lnTo>
                  <a:pt x="20649" y="76200"/>
                </a:lnTo>
                <a:cubicBezTo>
                  <a:pt x="19466" y="72731"/>
                  <a:pt x="19050" y="68085"/>
                  <a:pt x="19050" y="61913"/>
                </a:cubicBezTo>
                <a:cubicBezTo>
                  <a:pt x="19050" y="42303"/>
                  <a:pt x="23253" y="38100"/>
                  <a:pt x="42863" y="38100"/>
                </a:cubicBezTo>
                <a:close/>
                <a:moveTo>
                  <a:pt x="9525" y="0"/>
                </a:moveTo>
                <a:lnTo>
                  <a:pt x="142875" y="0"/>
                </a:lnTo>
                <a:cubicBezTo>
                  <a:pt x="148135" y="0"/>
                  <a:pt x="152400" y="4265"/>
                  <a:pt x="152400" y="9525"/>
                </a:cubicBezTo>
                <a:cubicBezTo>
                  <a:pt x="152400" y="14785"/>
                  <a:pt x="148135" y="19050"/>
                  <a:pt x="142875" y="19050"/>
                </a:cubicBezTo>
                <a:lnTo>
                  <a:pt x="9525" y="19050"/>
                </a:lnTo>
                <a:cubicBezTo>
                  <a:pt x="4265" y="19050"/>
                  <a:pt x="0" y="14785"/>
                  <a:pt x="0" y="9525"/>
                </a:cubicBezTo>
                <a:cubicBezTo>
                  <a:pt x="0" y="4265"/>
                  <a:pt x="4265" y="0"/>
                  <a:pt x="9525" y="0"/>
                </a:cubicBezTo>
                <a:close/>
              </a:path>
            </a:pathLst>
          </a:custGeom>
          <a:solidFill>
            <a:srgbClr val="000000"/>
          </a:solidFill>
          <a:ln w="9525" cap="flat">
            <a:noFill/>
            <a:prstDash val="solid"/>
            <a:miter/>
          </a:ln>
        </p:spPr>
        <p:txBody>
          <a:bodyPr rtlCol="0" anchor="ctr"/>
          <a:lstStyle/>
          <a:p>
            <a:endParaRPr lang="ru-RU"/>
          </a:p>
        </p:txBody>
      </p:sp>
      <p:sp>
        <p:nvSpPr>
          <p:cNvPr id="1433" name="Полилиния: фигура 1432">
            <a:extLst>
              <a:ext uri="{FF2B5EF4-FFF2-40B4-BE49-F238E27FC236}">
                <a16:creationId xmlns:a16="http://schemas.microsoft.com/office/drawing/2014/main" id="{024357A7-BCE8-2A72-9398-4F3A39ADF792}"/>
              </a:ext>
            </a:extLst>
          </p:cNvPr>
          <p:cNvSpPr/>
          <p:nvPr/>
        </p:nvSpPr>
        <p:spPr>
          <a:xfrm>
            <a:off x="9040841" y="4600117"/>
            <a:ext cx="200024" cy="171450"/>
          </a:xfrm>
          <a:custGeom>
            <a:avLst/>
            <a:gdLst>
              <a:gd name="connsiteX0" fmla="*/ 121567 w 200024"/>
              <a:gd name="connsiteY0" fmla="*/ 76473 h 171450"/>
              <a:gd name="connsiteX1" fmla="*/ 133078 w 200024"/>
              <a:gd name="connsiteY1" fmla="*/ 83470 h 171450"/>
              <a:gd name="connsiteX2" fmla="*/ 142874 w 200024"/>
              <a:gd name="connsiteY2" fmla="*/ 123634 h 171450"/>
              <a:gd name="connsiteX3" fmla="*/ 152671 w 200024"/>
              <a:gd name="connsiteY3" fmla="*/ 83470 h 171450"/>
              <a:gd name="connsiteX4" fmla="*/ 164181 w 200024"/>
              <a:gd name="connsiteY4" fmla="*/ 76473 h 171450"/>
              <a:gd name="connsiteX5" fmla="*/ 171178 w 200024"/>
              <a:gd name="connsiteY5" fmla="*/ 87984 h 171450"/>
              <a:gd name="connsiteX6" fmla="*/ 161381 w 200024"/>
              <a:gd name="connsiteY6" fmla="*/ 128149 h 171450"/>
              <a:gd name="connsiteX7" fmla="*/ 124366 w 200024"/>
              <a:gd name="connsiteY7" fmla="*/ 128149 h 171450"/>
              <a:gd name="connsiteX8" fmla="*/ 114571 w 200024"/>
              <a:gd name="connsiteY8" fmla="*/ 87984 h 171450"/>
              <a:gd name="connsiteX9" fmla="*/ 121567 w 200024"/>
              <a:gd name="connsiteY9" fmla="*/ 76473 h 171450"/>
              <a:gd name="connsiteX10" fmla="*/ 77746 w 200024"/>
              <a:gd name="connsiteY10" fmla="*/ 76200 h 171450"/>
              <a:gd name="connsiteX11" fmla="*/ 95250 w 200024"/>
              <a:gd name="connsiteY11" fmla="*/ 76200 h 171450"/>
              <a:gd name="connsiteX12" fmla="*/ 104775 w 200024"/>
              <a:gd name="connsiteY12" fmla="*/ 85725 h 171450"/>
              <a:gd name="connsiteX13" fmla="*/ 95250 w 200024"/>
              <a:gd name="connsiteY13" fmla="*/ 95250 h 171450"/>
              <a:gd name="connsiteX14" fmla="*/ 77746 w 200024"/>
              <a:gd name="connsiteY14" fmla="*/ 95250 h 171450"/>
              <a:gd name="connsiteX15" fmla="*/ 76200 w 200024"/>
              <a:gd name="connsiteY15" fmla="*/ 96796 h 171450"/>
              <a:gd name="connsiteX16" fmla="*/ 77257 w 200024"/>
              <a:gd name="connsiteY16" fmla="*/ 98262 h 171450"/>
              <a:gd name="connsiteX17" fmla="*/ 90692 w 200024"/>
              <a:gd name="connsiteY17" fmla="*/ 102740 h 171450"/>
              <a:gd name="connsiteX18" fmla="*/ 104775 w 200024"/>
              <a:gd name="connsiteY18" fmla="*/ 122279 h 171450"/>
              <a:gd name="connsiteX19" fmla="*/ 84179 w 200024"/>
              <a:gd name="connsiteY19" fmla="*/ 142875 h 171450"/>
              <a:gd name="connsiteX20" fmla="*/ 66675 w 200024"/>
              <a:gd name="connsiteY20" fmla="*/ 142875 h 171450"/>
              <a:gd name="connsiteX21" fmla="*/ 57150 w 200024"/>
              <a:gd name="connsiteY21" fmla="*/ 133350 h 171450"/>
              <a:gd name="connsiteX22" fmla="*/ 66675 w 200024"/>
              <a:gd name="connsiteY22" fmla="*/ 123825 h 171450"/>
              <a:gd name="connsiteX23" fmla="*/ 84179 w 200024"/>
              <a:gd name="connsiteY23" fmla="*/ 123825 h 171450"/>
              <a:gd name="connsiteX24" fmla="*/ 85725 w 200024"/>
              <a:gd name="connsiteY24" fmla="*/ 122279 h 171450"/>
              <a:gd name="connsiteX25" fmla="*/ 84668 w 200024"/>
              <a:gd name="connsiteY25" fmla="*/ 120813 h 171450"/>
              <a:gd name="connsiteX26" fmla="*/ 71233 w 200024"/>
              <a:gd name="connsiteY26" fmla="*/ 116335 h 171450"/>
              <a:gd name="connsiteX27" fmla="*/ 57150 w 200024"/>
              <a:gd name="connsiteY27" fmla="*/ 96796 h 171450"/>
              <a:gd name="connsiteX28" fmla="*/ 77746 w 200024"/>
              <a:gd name="connsiteY28" fmla="*/ 76200 h 171450"/>
              <a:gd name="connsiteX29" fmla="*/ 33338 w 200024"/>
              <a:gd name="connsiteY29" fmla="*/ 76200 h 171450"/>
              <a:gd name="connsiteX30" fmla="*/ 38100 w 200024"/>
              <a:gd name="connsiteY30" fmla="*/ 76200 h 171450"/>
              <a:gd name="connsiteX31" fmla="*/ 47625 w 200024"/>
              <a:gd name="connsiteY31" fmla="*/ 85725 h 171450"/>
              <a:gd name="connsiteX32" fmla="*/ 38100 w 200024"/>
              <a:gd name="connsiteY32" fmla="*/ 95250 h 171450"/>
              <a:gd name="connsiteX33" fmla="*/ 33338 w 200024"/>
              <a:gd name="connsiteY33" fmla="*/ 95250 h 171450"/>
              <a:gd name="connsiteX34" fmla="*/ 19050 w 200024"/>
              <a:gd name="connsiteY34" fmla="*/ 109538 h 171450"/>
              <a:gd name="connsiteX35" fmla="*/ 33338 w 200024"/>
              <a:gd name="connsiteY35" fmla="*/ 123825 h 171450"/>
              <a:gd name="connsiteX36" fmla="*/ 38100 w 200024"/>
              <a:gd name="connsiteY36" fmla="*/ 123825 h 171450"/>
              <a:gd name="connsiteX37" fmla="*/ 47625 w 200024"/>
              <a:gd name="connsiteY37" fmla="*/ 133350 h 171450"/>
              <a:gd name="connsiteX38" fmla="*/ 38100 w 200024"/>
              <a:gd name="connsiteY38" fmla="*/ 142875 h 171450"/>
              <a:gd name="connsiteX39" fmla="*/ 33338 w 200024"/>
              <a:gd name="connsiteY39" fmla="*/ 142875 h 171450"/>
              <a:gd name="connsiteX40" fmla="*/ 0 w 200024"/>
              <a:gd name="connsiteY40" fmla="*/ 109538 h 171450"/>
              <a:gd name="connsiteX41" fmla="*/ 33338 w 200024"/>
              <a:gd name="connsiteY41" fmla="*/ 76200 h 171450"/>
              <a:gd name="connsiteX42" fmla="*/ 123757 w 200024"/>
              <a:gd name="connsiteY42" fmla="*/ 0 h 171450"/>
              <a:gd name="connsiteX43" fmla="*/ 142807 w 200024"/>
              <a:gd name="connsiteY43" fmla="*/ 951 h 171450"/>
              <a:gd name="connsiteX44" fmla="*/ 176175 w 200024"/>
              <a:gd name="connsiteY44" fmla="*/ 23813 h 171450"/>
              <a:gd name="connsiteX45" fmla="*/ 199057 w 200024"/>
              <a:gd name="connsiteY45" fmla="*/ 57150 h 171450"/>
              <a:gd name="connsiteX46" fmla="*/ 200010 w 200024"/>
              <a:gd name="connsiteY46" fmla="*/ 85726 h 171450"/>
              <a:gd name="connsiteX47" fmla="*/ 199983 w 200024"/>
              <a:gd name="connsiteY47" fmla="*/ 88121 h 171450"/>
              <a:gd name="connsiteX48" fmla="*/ 188755 w 200024"/>
              <a:gd name="connsiteY48" fmla="*/ 162048 h 171450"/>
              <a:gd name="connsiteX49" fmla="*/ 123824 w 200024"/>
              <a:gd name="connsiteY49" fmla="*/ 171450 h 171450"/>
              <a:gd name="connsiteX50" fmla="*/ 52237 w 200024"/>
              <a:gd name="connsiteY50" fmla="*/ 161926 h 171450"/>
              <a:gd name="connsiteX51" fmla="*/ 52236 w 200024"/>
              <a:gd name="connsiteY51" fmla="*/ 152401 h 171450"/>
              <a:gd name="connsiteX52" fmla="*/ 142807 w 200024"/>
              <a:gd name="connsiteY52" fmla="*/ 152401 h 171450"/>
              <a:gd name="connsiteX53" fmla="*/ 180943 w 200024"/>
              <a:gd name="connsiteY53" fmla="*/ 114301 h 171450"/>
              <a:gd name="connsiteX54" fmla="*/ 175033 w 200024"/>
              <a:gd name="connsiteY54" fmla="*/ 71398 h 171450"/>
              <a:gd name="connsiteX55" fmla="*/ 142807 w 200024"/>
              <a:gd name="connsiteY55" fmla="*/ 66675 h 171450"/>
              <a:gd name="connsiteX56" fmla="*/ 57004 w 200024"/>
              <a:gd name="connsiteY56" fmla="*/ 66675 h 171450"/>
              <a:gd name="connsiteX57" fmla="*/ 47625 w 200024"/>
              <a:gd name="connsiteY57" fmla="*/ 57150 h 171450"/>
              <a:gd name="connsiteX58" fmla="*/ 58178 w 200024"/>
              <a:gd name="connsiteY58" fmla="*/ 9503 h 171450"/>
              <a:gd name="connsiteX59" fmla="*/ 123757 w 200024"/>
              <a:gd name="connsiteY59"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00024" h="171450">
                <a:moveTo>
                  <a:pt x="121567" y="76473"/>
                </a:moveTo>
                <a:cubicBezTo>
                  <a:pt x="126678" y="75226"/>
                  <a:pt x="131831" y="78359"/>
                  <a:pt x="133078" y="83470"/>
                </a:cubicBezTo>
                <a:lnTo>
                  <a:pt x="142874" y="123634"/>
                </a:lnTo>
                <a:lnTo>
                  <a:pt x="152671" y="83470"/>
                </a:lnTo>
                <a:cubicBezTo>
                  <a:pt x="153916" y="78359"/>
                  <a:pt x="159070" y="75226"/>
                  <a:pt x="164181" y="76473"/>
                </a:cubicBezTo>
                <a:cubicBezTo>
                  <a:pt x="169292" y="77719"/>
                  <a:pt x="172424" y="82872"/>
                  <a:pt x="171178" y="87984"/>
                </a:cubicBezTo>
                <a:lnTo>
                  <a:pt x="161381" y="128149"/>
                </a:lnTo>
                <a:cubicBezTo>
                  <a:pt x="156654" y="147529"/>
                  <a:pt x="129093" y="147529"/>
                  <a:pt x="124366" y="128149"/>
                </a:cubicBezTo>
                <a:lnTo>
                  <a:pt x="114571" y="87984"/>
                </a:lnTo>
                <a:cubicBezTo>
                  <a:pt x="113324" y="82872"/>
                  <a:pt x="116457" y="77719"/>
                  <a:pt x="121567" y="76473"/>
                </a:cubicBezTo>
                <a:close/>
                <a:moveTo>
                  <a:pt x="77746" y="76200"/>
                </a:moveTo>
                <a:lnTo>
                  <a:pt x="95250" y="76200"/>
                </a:lnTo>
                <a:cubicBezTo>
                  <a:pt x="100511" y="76200"/>
                  <a:pt x="104775" y="80464"/>
                  <a:pt x="104775" y="85725"/>
                </a:cubicBezTo>
                <a:cubicBezTo>
                  <a:pt x="104775" y="90986"/>
                  <a:pt x="100511" y="95250"/>
                  <a:pt x="95250" y="95250"/>
                </a:cubicBezTo>
                <a:lnTo>
                  <a:pt x="77746" y="95250"/>
                </a:lnTo>
                <a:cubicBezTo>
                  <a:pt x="76892" y="95250"/>
                  <a:pt x="76200" y="95942"/>
                  <a:pt x="76200" y="96796"/>
                </a:cubicBezTo>
                <a:cubicBezTo>
                  <a:pt x="76200" y="97461"/>
                  <a:pt x="76626" y="98051"/>
                  <a:pt x="77257" y="98262"/>
                </a:cubicBezTo>
                <a:lnTo>
                  <a:pt x="90692" y="102740"/>
                </a:lnTo>
                <a:cubicBezTo>
                  <a:pt x="99102" y="105544"/>
                  <a:pt x="104775" y="113414"/>
                  <a:pt x="104775" y="122279"/>
                </a:cubicBezTo>
                <a:cubicBezTo>
                  <a:pt x="104775" y="133654"/>
                  <a:pt x="95554" y="142875"/>
                  <a:pt x="84179" y="142875"/>
                </a:cubicBezTo>
                <a:lnTo>
                  <a:pt x="66675" y="142875"/>
                </a:lnTo>
                <a:cubicBezTo>
                  <a:pt x="61414" y="142875"/>
                  <a:pt x="57150" y="138611"/>
                  <a:pt x="57150" y="133350"/>
                </a:cubicBezTo>
                <a:cubicBezTo>
                  <a:pt x="57150" y="128089"/>
                  <a:pt x="61414" y="123825"/>
                  <a:pt x="66675" y="123825"/>
                </a:cubicBezTo>
                <a:lnTo>
                  <a:pt x="84179" y="123825"/>
                </a:lnTo>
                <a:cubicBezTo>
                  <a:pt x="85033" y="123825"/>
                  <a:pt x="85725" y="123133"/>
                  <a:pt x="85725" y="122279"/>
                </a:cubicBezTo>
                <a:cubicBezTo>
                  <a:pt x="85725" y="121614"/>
                  <a:pt x="85299" y="121024"/>
                  <a:pt x="84668" y="120813"/>
                </a:cubicBezTo>
                <a:lnTo>
                  <a:pt x="71233" y="116335"/>
                </a:lnTo>
                <a:cubicBezTo>
                  <a:pt x="62823" y="113531"/>
                  <a:pt x="57150" y="105661"/>
                  <a:pt x="57150" y="96796"/>
                </a:cubicBezTo>
                <a:cubicBezTo>
                  <a:pt x="57150" y="85421"/>
                  <a:pt x="66371" y="76200"/>
                  <a:pt x="77746" y="76200"/>
                </a:cubicBezTo>
                <a:close/>
                <a:moveTo>
                  <a:pt x="33338" y="76200"/>
                </a:moveTo>
                <a:lnTo>
                  <a:pt x="38100" y="76200"/>
                </a:lnTo>
                <a:cubicBezTo>
                  <a:pt x="43360" y="76200"/>
                  <a:pt x="47625" y="80464"/>
                  <a:pt x="47625" y="85725"/>
                </a:cubicBezTo>
                <a:cubicBezTo>
                  <a:pt x="47625" y="90986"/>
                  <a:pt x="43360" y="95250"/>
                  <a:pt x="38100" y="95250"/>
                </a:cubicBezTo>
                <a:lnTo>
                  <a:pt x="33338" y="95250"/>
                </a:lnTo>
                <a:cubicBezTo>
                  <a:pt x="25447" y="95250"/>
                  <a:pt x="19050" y="101647"/>
                  <a:pt x="19050" y="109538"/>
                </a:cubicBezTo>
                <a:cubicBezTo>
                  <a:pt x="19050" y="117428"/>
                  <a:pt x="25447" y="123825"/>
                  <a:pt x="33338" y="123825"/>
                </a:cubicBezTo>
                <a:lnTo>
                  <a:pt x="38100" y="123825"/>
                </a:lnTo>
                <a:cubicBezTo>
                  <a:pt x="43360" y="123825"/>
                  <a:pt x="47625" y="128089"/>
                  <a:pt x="47625" y="133350"/>
                </a:cubicBezTo>
                <a:cubicBezTo>
                  <a:pt x="47625" y="138611"/>
                  <a:pt x="43360" y="142875"/>
                  <a:pt x="38100" y="142875"/>
                </a:cubicBezTo>
                <a:lnTo>
                  <a:pt x="33338" y="142875"/>
                </a:lnTo>
                <a:cubicBezTo>
                  <a:pt x="14926" y="142875"/>
                  <a:pt x="0" y="127949"/>
                  <a:pt x="0" y="109538"/>
                </a:cubicBezTo>
                <a:cubicBezTo>
                  <a:pt x="0" y="91126"/>
                  <a:pt x="14926" y="76200"/>
                  <a:pt x="33338" y="76200"/>
                </a:cubicBezTo>
                <a:close/>
                <a:moveTo>
                  <a:pt x="123757" y="0"/>
                </a:moveTo>
                <a:cubicBezTo>
                  <a:pt x="128530" y="0"/>
                  <a:pt x="138047" y="0"/>
                  <a:pt x="142807" y="951"/>
                </a:cubicBezTo>
                <a:cubicBezTo>
                  <a:pt x="152476" y="2885"/>
                  <a:pt x="157108" y="4763"/>
                  <a:pt x="176175" y="23813"/>
                </a:cubicBezTo>
                <a:cubicBezTo>
                  <a:pt x="195243" y="42863"/>
                  <a:pt x="197177" y="47760"/>
                  <a:pt x="199057" y="57150"/>
                </a:cubicBezTo>
                <a:cubicBezTo>
                  <a:pt x="200010" y="61913"/>
                  <a:pt x="200063" y="80963"/>
                  <a:pt x="200010" y="85726"/>
                </a:cubicBezTo>
                <a:cubicBezTo>
                  <a:pt x="200001" y="86532"/>
                  <a:pt x="199993" y="87331"/>
                  <a:pt x="199983" y="88121"/>
                </a:cubicBezTo>
                <a:cubicBezTo>
                  <a:pt x="199508" y="131186"/>
                  <a:pt x="199278" y="151994"/>
                  <a:pt x="188755" y="162048"/>
                </a:cubicBezTo>
                <a:cubicBezTo>
                  <a:pt x="178915" y="171450"/>
                  <a:pt x="160276" y="171450"/>
                  <a:pt x="123824" y="171450"/>
                </a:cubicBezTo>
                <a:cubicBezTo>
                  <a:pt x="87249" y="171450"/>
                  <a:pt x="62116" y="171401"/>
                  <a:pt x="52237" y="161926"/>
                </a:cubicBezTo>
                <a:cubicBezTo>
                  <a:pt x="47191" y="157087"/>
                  <a:pt x="48627" y="152401"/>
                  <a:pt x="52236" y="152401"/>
                </a:cubicBezTo>
                <a:lnTo>
                  <a:pt x="142807" y="152401"/>
                </a:lnTo>
                <a:cubicBezTo>
                  <a:pt x="176175" y="152401"/>
                  <a:pt x="180943" y="147638"/>
                  <a:pt x="180943" y="114301"/>
                </a:cubicBezTo>
                <a:cubicBezTo>
                  <a:pt x="180943" y="88720"/>
                  <a:pt x="180943" y="76879"/>
                  <a:pt x="175033" y="71398"/>
                </a:cubicBezTo>
                <a:cubicBezTo>
                  <a:pt x="169940" y="66675"/>
                  <a:pt x="160459" y="66675"/>
                  <a:pt x="142807" y="66675"/>
                </a:cubicBezTo>
                <a:lnTo>
                  <a:pt x="57004" y="66675"/>
                </a:lnTo>
                <a:cubicBezTo>
                  <a:pt x="52237" y="66675"/>
                  <a:pt x="47536" y="61913"/>
                  <a:pt x="47625" y="57150"/>
                </a:cubicBezTo>
                <a:cubicBezTo>
                  <a:pt x="48106" y="31426"/>
                  <a:pt x="50079" y="17281"/>
                  <a:pt x="58178" y="9503"/>
                </a:cubicBezTo>
                <a:cubicBezTo>
                  <a:pt x="68073" y="0"/>
                  <a:pt x="87128" y="0"/>
                  <a:pt x="123757" y="0"/>
                </a:cubicBezTo>
                <a:close/>
              </a:path>
            </a:pathLst>
          </a:custGeom>
          <a:solidFill>
            <a:srgbClr val="000000"/>
          </a:solidFill>
          <a:ln w="9525" cap="flat">
            <a:noFill/>
            <a:prstDash val="solid"/>
            <a:miter/>
          </a:ln>
        </p:spPr>
        <p:txBody>
          <a:bodyPr rtlCol="0" anchor="ctr"/>
          <a:lstStyle/>
          <a:p>
            <a:endParaRPr lang="ru-RU"/>
          </a:p>
        </p:txBody>
      </p:sp>
      <p:sp>
        <p:nvSpPr>
          <p:cNvPr id="1439" name="Полилиния: фигура 1438">
            <a:extLst>
              <a:ext uri="{FF2B5EF4-FFF2-40B4-BE49-F238E27FC236}">
                <a16:creationId xmlns:a16="http://schemas.microsoft.com/office/drawing/2014/main" id="{55028B6C-C12B-899D-7689-1AAC30A10959}"/>
              </a:ext>
            </a:extLst>
          </p:cNvPr>
          <p:cNvSpPr/>
          <p:nvPr/>
        </p:nvSpPr>
        <p:spPr>
          <a:xfrm>
            <a:off x="9078941" y="5100760"/>
            <a:ext cx="152400" cy="171450"/>
          </a:xfrm>
          <a:custGeom>
            <a:avLst/>
            <a:gdLst>
              <a:gd name="connsiteX0" fmla="*/ 47625 w 152400"/>
              <a:gd name="connsiteY0" fmla="*/ 133350 h 171450"/>
              <a:gd name="connsiteX1" fmla="*/ 38100 w 152400"/>
              <a:gd name="connsiteY1" fmla="*/ 142875 h 171450"/>
              <a:gd name="connsiteX2" fmla="*/ 47625 w 152400"/>
              <a:gd name="connsiteY2" fmla="*/ 152400 h 171450"/>
              <a:gd name="connsiteX3" fmla="*/ 104775 w 152400"/>
              <a:gd name="connsiteY3" fmla="*/ 152400 h 171450"/>
              <a:gd name="connsiteX4" fmla="*/ 114300 w 152400"/>
              <a:gd name="connsiteY4" fmla="*/ 142875 h 171450"/>
              <a:gd name="connsiteX5" fmla="*/ 104775 w 152400"/>
              <a:gd name="connsiteY5" fmla="*/ 133350 h 171450"/>
              <a:gd name="connsiteX6" fmla="*/ 95154 w 152400"/>
              <a:gd name="connsiteY6" fmla="*/ 71438 h 171450"/>
              <a:gd name="connsiteX7" fmla="*/ 114003 w 152400"/>
              <a:gd name="connsiteY7" fmla="*/ 71438 h 171450"/>
              <a:gd name="connsiteX8" fmla="*/ 88664 w 152400"/>
              <a:gd name="connsiteY8" fmla="*/ 102690 h 171450"/>
              <a:gd name="connsiteX9" fmla="*/ 95154 w 152400"/>
              <a:gd name="connsiteY9" fmla="*/ 71438 h 171450"/>
              <a:gd name="connsiteX10" fmla="*/ 66775 w 152400"/>
              <a:gd name="connsiteY10" fmla="*/ 71438 h 171450"/>
              <a:gd name="connsiteX11" fmla="*/ 85621 w 152400"/>
              <a:gd name="connsiteY11" fmla="*/ 71438 h 171450"/>
              <a:gd name="connsiteX12" fmla="*/ 80824 w 152400"/>
              <a:gd name="connsiteY12" fmla="*/ 96814 h 171450"/>
              <a:gd name="connsiteX13" fmla="*/ 76692 w 152400"/>
              <a:gd name="connsiteY13" fmla="*/ 104014 h 171450"/>
              <a:gd name="connsiteX14" fmla="*/ 76198 w 152400"/>
              <a:gd name="connsiteY14" fmla="*/ 104494 h 171450"/>
              <a:gd name="connsiteX15" fmla="*/ 75703 w 152400"/>
              <a:gd name="connsiteY15" fmla="*/ 104014 h 171450"/>
              <a:gd name="connsiteX16" fmla="*/ 71571 w 152400"/>
              <a:gd name="connsiteY16" fmla="*/ 96814 h 171450"/>
              <a:gd name="connsiteX17" fmla="*/ 66775 w 152400"/>
              <a:gd name="connsiteY17" fmla="*/ 71438 h 171450"/>
              <a:gd name="connsiteX18" fmla="*/ 38393 w 152400"/>
              <a:gd name="connsiteY18" fmla="*/ 71438 h 171450"/>
              <a:gd name="connsiteX19" fmla="*/ 57243 w 152400"/>
              <a:gd name="connsiteY19" fmla="*/ 71438 h 171450"/>
              <a:gd name="connsiteX20" fmla="*/ 63732 w 152400"/>
              <a:gd name="connsiteY20" fmla="*/ 102690 h 171450"/>
              <a:gd name="connsiteX21" fmla="*/ 38393 w 152400"/>
              <a:gd name="connsiteY21" fmla="*/ 71438 h 171450"/>
              <a:gd name="connsiteX22" fmla="*/ 88664 w 152400"/>
              <a:gd name="connsiteY22" fmla="*/ 30661 h 171450"/>
              <a:gd name="connsiteX23" fmla="*/ 114003 w 152400"/>
              <a:gd name="connsiteY23" fmla="*/ 61913 h 171450"/>
              <a:gd name="connsiteX24" fmla="*/ 95154 w 152400"/>
              <a:gd name="connsiteY24" fmla="*/ 61913 h 171450"/>
              <a:gd name="connsiteX25" fmla="*/ 88664 w 152400"/>
              <a:gd name="connsiteY25" fmla="*/ 30661 h 171450"/>
              <a:gd name="connsiteX26" fmla="*/ 63732 w 152400"/>
              <a:gd name="connsiteY26" fmla="*/ 30661 h 171450"/>
              <a:gd name="connsiteX27" fmla="*/ 57243 w 152400"/>
              <a:gd name="connsiteY27" fmla="*/ 61913 h 171450"/>
              <a:gd name="connsiteX28" fmla="*/ 38393 w 152400"/>
              <a:gd name="connsiteY28" fmla="*/ 61913 h 171450"/>
              <a:gd name="connsiteX29" fmla="*/ 63732 w 152400"/>
              <a:gd name="connsiteY29" fmla="*/ 30661 h 171450"/>
              <a:gd name="connsiteX30" fmla="*/ 76198 w 152400"/>
              <a:gd name="connsiteY30" fmla="*/ 28858 h 171450"/>
              <a:gd name="connsiteX31" fmla="*/ 76692 w 152400"/>
              <a:gd name="connsiteY31" fmla="*/ 29338 h 171450"/>
              <a:gd name="connsiteX32" fmla="*/ 80824 w 152400"/>
              <a:gd name="connsiteY32" fmla="*/ 36537 h 171450"/>
              <a:gd name="connsiteX33" fmla="*/ 85621 w 152400"/>
              <a:gd name="connsiteY33" fmla="*/ 61913 h 171450"/>
              <a:gd name="connsiteX34" fmla="*/ 66775 w 152400"/>
              <a:gd name="connsiteY34" fmla="*/ 61913 h 171450"/>
              <a:gd name="connsiteX35" fmla="*/ 71571 w 152400"/>
              <a:gd name="connsiteY35" fmla="*/ 36537 h 171450"/>
              <a:gd name="connsiteX36" fmla="*/ 75703 w 152400"/>
              <a:gd name="connsiteY36" fmla="*/ 29338 h 171450"/>
              <a:gd name="connsiteX37" fmla="*/ 76198 w 152400"/>
              <a:gd name="connsiteY37" fmla="*/ 28858 h 171450"/>
              <a:gd name="connsiteX38" fmla="*/ 76199 w 152400"/>
              <a:gd name="connsiteY38" fmla="*/ 19050 h 171450"/>
              <a:gd name="connsiteX39" fmla="*/ 28574 w 152400"/>
              <a:gd name="connsiteY39" fmla="*/ 66675 h 171450"/>
              <a:gd name="connsiteX40" fmla="*/ 76199 w 152400"/>
              <a:gd name="connsiteY40" fmla="*/ 114300 h 171450"/>
              <a:gd name="connsiteX41" fmla="*/ 123824 w 152400"/>
              <a:gd name="connsiteY41" fmla="*/ 66675 h 171450"/>
              <a:gd name="connsiteX42" fmla="*/ 76199 w 152400"/>
              <a:gd name="connsiteY42" fmla="*/ 19050 h 171450"/>
              <a:gd name="connsiteX43" fmla="*/ 38100 w 152400"/>
              <a:gd name="connsiteY43" fmla="*/ 0 h 171450"/>
              <a:gd name="connsiteX44" fmla="*/ 76200 w 152400"/>
              <a:gd name="connsiteY44" fmla="*/ 0 h 171450"/>
              <a:gd name="connsiteX45" fmla="*/ 152400 w 152400"/>
              <a:gd name="connsiteY45" fmla="*/ 85725 h 171450"/>
              <a:gd name="connsiteX46" fmla="*/ 76200 w 152400"/>
              <a:gd name="connsiteY46" fmla="*/ 171450 h 171450"/>
              <a:gd name="connsiteX47" fmla="*/ 38100 w 152400"/>
              <a:gd name="connsiteY47" fmla="*/ 171450 h 171450"/>
              <a:gd name="connsiteX48" fmla="*/ 0 w 152400"/>
              <a:gd name="connsiteY48" fmla="*/ 85725 h 171450"/>
              <a:gd name="connsiteX49" fmla="*/ 38100 w 152400"/>
              <a:gd name="connsiteY49"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2400" h="171450">
                <a:moveTo>
                  <a:pt x="47625" y="133350"/>
                </a:moveTo>
                <a:cubicBezTo>
                  <a:pt x="42365" y="133350"/>
                  <a:pt x="38100" y="137614"/>
                  <a:pt x="38100" y="142875"/>
                </a:cubicBezTo>
                <a:cubicBezTo>
                  <a:pt x="38100" y="148136"/>
                  <a:pt x="42365" y="152400"/>
                  <a:pt x="47625" y="152400"/>
                </a:cubicBezTo>
                <a:lnTo>
                  <a:pt x="104775" y="152400"/>
                </a:lnTo>
                <a:cubicBezTo>
                  <a:pt x="110036" y="152400"/>
                  <a:pt x="114300" y="148136"/>
                  <a:pt x="114300" y="142875"/>
                </a:cubicBezTo>
                <a:cubicBezTo>
                  <a:pt x="114300" y="137614"/>
                  <a:pt x="110036" y="133350"/>
                  <a:pt x="104775" y="133350"/>
                </a:cubicBezTo>
                <a:close/>
                <a:moveTo>
                  <a:pt x="95154" y="71438"/>
                </a:moveTo>
                <a:lnTo>
                  <a:pt x="114003" y="71438"/>
                </a:lnTo>
                <a:cubicBezTo>
                  <a:pt x="112187" y="86009"/>
                  <a:pt x="102141" y="98025"/>
                  <a:pt x="88664" y="102690"/>
                </a:cubicBezTo>
                <a:cubicBezTo>
                  <a:pt x="92246" y="94932"/>
                  <a:pt x="94660" y="83891"/>
                  <a:pt x="95154" y="71438"/>
                </a:cubicBezTo>
                <a:close/>
                <a:moveTo>
                  <a:pt x="66775" y="71438"/>
                </a:moveTo>
                <a:lnTo>
                  <a:pt x="85621" y="71438"/>
                </a:lnTo>
                <a:cubicBezTo>
                  <a:pt x="85178" y="81677"/>
                  <a:pt x="83337" y="90532"/>
                  <a:pt x="80824" y="96814"/>
                </a:cubicBezTo>
                <a:cubicBezTo>
                  <a:pt x="79366" y="100459"/>
                  <a:pt x="77869" y="102770"/>
                  <a:pt x="76692" y="104014"/>
                </a:cubicBezTo>
                <a:cubicBezTo>
                  <a:pt x="76500" y="104216"/>
                  <a:pt x="76335" y="104373"/>
                  <a:pt x="76198" y="104494"/>
                </a:cubicBezTo>
                <a:cubicBezTo>
                  <a:pt x="76060" y="104373"/>
                  <a:pt x="75895" y="104216"/>
                  <a:pt x="75703" y="104014"/>
                </a:cubicBezTo>
                <a:cubicBezTo>
                  <a:pt x="74527" y="102770"/>
                  <a:pt x="73029" y="100459"/>
                  <a:pt x="71571" y="96814"/>
                </a:cubicBezTo>
                <a:cubicBezTo>
                  <a:pt x="69058" y="90532"/>
                  <a:pt x="67217" y="81677"/>
                  <a:pt x="66775" y="71438"/>
                </a:cubicBezTo>
                <a:close/>
                <a:moveTo>
                  <a:pt x="38393" y="71438"/>
                </a:moveTo>
                <a:lnTo>
                  <a:pt x="57243" y="71438"/>
                </a:lnTo>
                <a:cubicBezTo>
                  <a:pt x="57737" y="83891"/>
                  <a:pt x="60150" y="94932"/>
                  <a:pt x="63732" y="102690"/>
                </a:cubicBezTo>
                <a:cubicBezTo>
                  <a:pt x="50255" y="98025"/>
                  <a:pt x="40210" y="86009"/>
                  <a:pt x="38393" y="71438"/>
                </a:cubicBezTo>
                <a:close/>
                <a:moveTo>
                  <a:pt x="88664" y="30661"/>
                </a:moveTo>
                <a:cubicBezTo>
                  <a:pt x="102141" y="35325"/>
                  <a:pt x="112187" y="47341"/>
                  <a:pt x="114003" y="61913"/>
                </a:cubicBezTo>
                <a:lnTo>
                  <a:pt x="95154" y="61913"/>
                </a:lnTo>
                <a:cubicBezTo>
                  <a:pt x="94660" y="49460"/>
                  <a:pt x="92246" y="38418"/>
                  <a:pt x="88664" y="30661"/>
                </a:cubicBezTo>
                <a:close/>
                <a:moveTo>
                  <a:pt x="63732" y="30661"/>
                </a:moveTo>
                <a:cubicBezTo>
                  <a:pt x="60150" y="38418"/>
                  <a:pt x="57737" y="49460"/>
                  <a:pt x="57243" y="61913"/>
                </a:cubicBezTo>
                <a:lnTo>
                  <a:pt x="38393" y="61913"/>
                </a:lnTo>
                <a:cubicBezTo>
                  <a:pt x="40210" y="47341"/>
                  <a:pt x="50255" y="35325"/>
                  <a:pt x="63732" y="30661"/>
                </a:cubicBezTo>
                <a:close/>
                <a:moveTo>
                  <a:pt x="76198" y="28858"/>
                </a:moveTo>
                <a:cubicBezTo>
                  <a:pt x="76335" y="28978"/>
                  <a:pt x="76500" y="29135"/>
                  <a:pt x="76692" y="29338"/>
                </a:cubicBezTo>
                <a:cubicBezTo>
                  <a:pt x="77869" y="30581"/>
                  <a:pt x="79366" y="32892"/>
                  <a:pt x="80824" y="36537"/>
                </a:cubicBezTo>
                <a:cubicBezTo>
                  <a:pt x="83337" y="42819"/>
                  <a:pt x="85178" y="51674"/>
                  <a:pt x="85621" y="61913"/>
                </a:cubicBezTo>
                <a:lnTo>
                  <a:pt x="66775" y="61913"/>
                </a:lnTo>
                <a:cubicBezTo>
                  <a:pt x="67217" y="51674"/>
                  <a:pt x="69058" y="42819"/>
                  <a:pt x="71571" y="36537"/>
                </a:cubicBezTo>
                <a:cubicBezTo>
                  <a:pt x="73029" y="32892"/>
                  <a:pt x="74527" y="30581"/>
                  <a:pt x="75703" y="29338"/>
                </a:cubicBezTo>
                <a:cubicBezTo>
                  <a:pt x="75895" y="29135"/>
                  <a:pt x="76060" y="28978"/>
                  <a:pt x="76198" y="28858"/>
                </a:cubicBezTo>
                <a:close/>
                <a:moveTo>
                  <a:pt x="76199" y="19050"/>
                </a:moveTo>
                <a:cubicBezTo>
                  <a:pt x="49896" y="19050"/>
                  <a:pt x="28574" y="40372"/>
                  <a:pt x="28574" y="66675"/>
                </a:cubicBezTo>
                <a:cubicBezTo>
                  <a:pt x="28574" y="92977"/>
                  <a:pt x="49896" y="114300"/>
                  <a:pt x="76199" y="114300"/>
                </a:cubicBezTo>
                <a:cubicBezTo>
                  <a:pt x="102501" y="114300"/>
                  <a:pt x="123824" y="92977"/>
                  <a:pt x="123824" y="66675"/>
                </a:cubicBezTo>
                <a:cubicBezTo>
                  <a:pt x="123824" y="40372"/>
                  <a:pt x="102501" y="19050"/>
                  <a:pt x="76199" y="19050"/>
                </a:cubicBezTo>
                <a:close/>
                <a:moveTo>
                  <a:pt x="38100" y="0"/>
                </a:moveTo>
                <a:lnTo>
                  <a:pt x="76200" y="0"/>
                </a:lnTo>
                <a:cubicBezTo>
                  <a:pt x="152400" y="0"/>
                  <a:pt x="152400" y="15130"/>
                  <a:pt x="152400" y="85725"/>
                </a:cubicBezTo>
                <a:cubicBezTo>
                  <a:pt x="152400" y="156320"/>
                  <a:pt x="152400" y="171450"/>
                  <a:pt x="76200" y="171450"/>
                </a:cubicBezTo>
                <a:lnTo>
                  <a:pt x="38100" y="171450"/>
                </a:lnTo>
                <a:cubicBezTo>
                  <a:pt x="0" y="171450"/>
                  <a:pt x="0" y="161925"/>
                  <a:pt x="0" y="85725"/>
                </a:cubicBezTo>
                <a:cubicBezTo>
                  <a:pt x="0" y="9525"/>
                  <a:pt x="0" y="-1"/>
                  <a:pt x="38100" y="0"/>
                </a:cubicBezTo>
                <a:close/>
              </a:path>
            </a:pathLst>
          </a:custGeom>
          <a:solidFill>
            <a:srgbClr val="000000"/>
          </a:solidFill>
          <a:ln w="9525" cap="flat">
            <a:noFill/>
            <a:prstDash val="solid"/>
            <a:miter/>
          </a:ln>
        </p:spPr>
        <p:txBody>
          <a:bodyPr rtlCol="0" anchor="ctr"/>
          <a:lstStyle/>
          <a:p>
            <a:endParaRPr lang="ru-RU"/>
          </a:p>
        </p:txBody>
      </p:sp>
      <p:sp>
        <p:nvSpPr>
          <p:cNvPr id="1441" name="Полилиния: фигура 1440">
            <a:extLst>
              <a:ext uri="{FF2B5EF4-FFF2-40B4-BE49-F238E27FC236}">
                <a16:creationId xmlns:a16="http://schemas.microsoft.com/office/drawing/2014/main" id="{43366A7E-9AB9-2FFB-B9BC-1B3A24652444}"/>
              </a:ext>
            </a:extLst>
          </p:cNvPr>
          <p:cNvSpPr/>
          <p:nvPr/>
        </p:nvSpPr>
        <p:spPr>
          <a:xfrm>
            <a:off x="9050366" y="5601405"/>
            <a:ext cx="190499" cy="171450"/>
          </a:xfrm>
          <a:custGeom>
            <a:avLst/>
            <a:gdLst>
              <a:gd name="connsiteX0" fmla="*/ 3575 w 190499"/>
              <a:gd name="connsiteY0" fmla="*/ 78288 h 171450"/>
              <a:gd name="connsiteX1" fmla="*/ 16963 w 190499"/>
              <a:gd name="connsiteY1" fmla="*/ 79774 h 171450"/>
              <a:gd name="connsiteX2" fmla="*/ 28575 w 190499"/>
              <a:gd name="connsiteY2" fmla="*/ 94291 h 171450"/>
              <a:gd name="connsiteX3" fmla="*/ 40188 w 190499"/>
              <a:gd name="connsiteY3" fmla="*/ 79774 h 171450"/>
              <a:gd name="connsiteX4" fmla="*/ 53576 w 190499"/>
              <a:gd name="connsiteY4" fmla="*/ 78288 h 171450"/>
              <a:gd name="connsiteX5" fmla="*/ 55063 w 190499"/>
              <a:gd name="connsiteY5" fmla="*/ 91675 h 171450"/>
              <a:gd name="connsiteX6" fmla="*/ 40773 w 190499"/>
              <a:gd name="connsiteY6" fmla="*/ 109537 h 171450"/>
              <a:gd name="connsiteX7" fmla="*/ 55063 w 190499"/>
              <a:gd name="connsiteY7" fmla="*/ 127399 h 171450"/>
              <a:gd name="connsiteX8" fmla="*/ 53576 w 190499"/>
              <a:gd name="connsiteY8" fmla="*/ 140788 h 171450"/>
              <a:gd name="connsiteX9" fmla="*/ 40188 w 190499"/>
              <a:gd name="connsiteY9" fmla="*/ 139300 h 171450"/>
              <a:gd name="connsiteX10" fmla="*/ 28575 w 190499"/>
              <a:gd name="connsiteY10" fmla="*/ 124785 h 171450"/>
              <a:gd name="connsiteX11" fmla="*/ 16963 w 190499"/>
              <a:gd name="connsiteY11" fmla="*/ 139300 h 171450"/>
              <a:gd name="connsiteX12" fmla="*/ 3575 w 190499"/>
              <a:gd name="connsiteY12" fmla="*/ 140788 h 171450"/>
              <a:gd name="connsiteX13" fmla="*/ 2088 w 190499"/>
              <a:gd name="connsiteY13" fmla="*/ 127399 h 171450"/>
              <a:gd name="connsiteX14" fmla="*/ 16377 w 190499"/>
              <a:gd name="connsiteY14" fmla="*/ 109537 h 171450"/>
              <a:gd name="connsiteX15" fmla="*/ 2088 w 190499"/>
              <a:gd name="connsiteY15" fmla="*/ 91675 h 171450"/>
              <a:gd name="connsiteX16" fmla="*/ 3575 w 190499"/>
              <a:gd name="connsiteY16" fmla="*/ 78288 h 171450"/>
              <a:gd name="connsiteX17" fmla="*/ 134896 w 190499"/>
              <a:gd name="connsiteY17" fmla="*/ 76200 h 171450"/>
              <a:gd name="connsiteX18" fmla="*/ 152400 w 190499"/>
              <a:gd name="connsiteY18" fmla="*/ 76200 h 171450"/>
              <a:gd name="connsiteX19" fmla="*/ 161925 w 190499"/>
              <a:gd name="connsiteY19" fmla="*/ 85725 h 171450"/>
              <a:gd name="connsiteX20" fmla="*/ 152400 w 190499"/>
              <a:gd name="connsiteY20" fmla="*/ 95250 h 171450"/>
              <a:gd name="connsiteX21" fmla="*/ 134896 w 190499"/>
              <a:gd name="connsiteY21" fmla="*/ 95250 h 171450"/>
              <a:gd name="connsiteX22" fmla="*/ 133350 w 190499"/>
              <a:gd name="connsiteY22" fmla="*/ 96796 h 171450"/>
              <a:gd name="connsiteX23" fmla="*/ 134407 w 190499"/>
              <a:gd name="connsiteY23" fmla="*/ 98263 h 171450"/>
              <a:gd name="connsiteX24" fmla="*/ 147842 w 190499"/>
              <a:gd name="connsiteY24" fmla="*/ 102740 h 171450"/>
              <a:gd name="connsiteX25" fmla="*/ 161925 w 190499"/>
              <a:gd name="connsiteY25" fmla="*/ 122280 h 171450"/>
              <a:gd name="connsiteX26" fmla="*/ 141330 w 190499"/>
              <a:gd name="connsiteY26" fmla="*/ 142875 h 171450"/>
              <a:gd name="connsiteX27" fmla="*/ 123825 w 190499"/>
              <a:gd name="connsiteY27" fmla="*/ 142875 h 171450"/>
              <a:gd name="connsiteX28" fmla="*/ 114300 w 190499"/>
              <a:gd name="connsiteY28" fmla="*/ 133350 h 171450"/>
              <a:gd name="connsiteX29" fmla="*/ 123825 w 190499"/>
              <a:gd name="connsiteY29" fmla="*/ 123825 h 171450"/>
              <a:gd name="connsiteX30" fmla="*/ 141330 w 190499"/>
              <a:gd name="connsiteY30" fmla="*/ 123825 h 171450"/>
              <a:gd name="connsiteX31" fmla="*/ 142875 w 190499"/>
              <a:gd name="connsiteY31" fmla="*/ 122280 h 171450"/>
              <a:gd name="connsiteX32" fmla="*/ 141819 w 190499"/>
              <a:gd name="connsiteY32" fmla="*/ 120813 h 171450"/>
              <a:gd name="connsiteX33" fmla="*/ 128383 w 190499"/>
              <a:gd name="connsiteY33" fmla="*/ 116335 h 171450"/>
              <a:gd name="connsiteX34" fmla="*/ 114300 w 190499"/>
              <a:gd name="connsiteY34" fmla="*/ 96796 h 171450"/>
              <a:gd name="connsiteX35" fmla="*/ 134896 w 190499"/>
              <a:gd name="connsiteY35" fmla="*/ 76200 h 171450"/>
              <a:gd name="connsiteX36" fmla="*/ 76200 w 190499"/>
              <a:gd name="connsiteY36" fmla="*/ 76200 h 171450"/>
              <a:gd name="connsiteX37" fmla="*/ 85725 w 190499"/>
              <a:gd name="connsiteY37" fmla="*/ 85725 h 171450"/>
              <a:gd name="connsiteX38" fmla="*/ 85725 w 190499"/>
              <a:gd name="connsiteY38" fmla="*/ 123825 h 171450"/>
              <a:gd name="connsiteX39" fmla="*/ 95250 w 190499"/>
              <a:gd name="connsiteY39" fmla="*/ 123825 h 171450"/>
              <a:gd name="connsiteX40" fmla="*/ 104775 w 190499"/>
              <a:gd name="connsiteY40" fmla="*/ 133350 h 171450"/>
              <a:gd name="connsiteX41" fmla="*/ 95250 w 190499"/>
              <a:gd name="connsiteY41" fmla="*/ 142875 h 171450"/>
              <a:gd name="connsiteX42" fmla="*/ 76200 w 190499"/>
              <a:gd name="connsiteY42" fmla="*/ 142875 h 171450"/>
              <a:gd name="connsiteX43" fmla="*/ 66675 w 190499"/>
              <a:gd name="connsiteY43" fmla="*/ 133350 h 171450"/>
              <a:gd name="connsiteX44" fmla="*/ 66675 w 190499"/>
              <a:gd name="connsiteY44" fmla="*/ 85725 h 171450"/>
              <a:gd name="connsiteX45" fmla="*/ 76200 w 190499"/>
              <a:gd name="connsiteY45" fmla="*/ 76200 h 171450"/>
              <a:gd name="connsiteX46" fmla="*/ 114232 w 190499"/>
              <a:gd name="connsiteY46" fmla="*/ 0 h 171450"/>
              <a:gd name="connsiteX47" fmla="*/ 133282 w 190499"/>
              <a:gd name="connsiteY47" fmla="*/ 951 h 171450"/>
              <a:gd name="connsiteX48" fmla="*/ 166650 w 190499"/>
              <a:gd name="connsiteY48" fmla="*/ 23813 h 171450"/>
              <a:gd name="connsiteX49" fmla="*/ 189532 w 190499"/>
              <a:gd name="connsiteY49" fmla="*/ 57150 h 171450"/>
              <a:gd name="connsiteX50" fmla="*/ 190485 w 190499"/>
              <a:gd name="connsiteY50" fmla="*/ 85726 h 171450"/>
              <a:gd name="connsiteX51" fmla="*/ 190458 w 190499"/>
              <a:gd name="connsiteY51" fmla="*/ 88121 h 171450"/>
              <a:gd name="connsiteX52" fmla="*/ 179230 w 190499"/>
              <a:gd name="connsiteY52" fmla="*/ 162048 h 171450"/>
              <a:gd name="connsiteX53" fmla="*/ 114299 w 190499"/>
              <a:gd name="connsiteY53" fmla="*/ 171450 h 171450"/>
              <a:gd name="connsiteX54" fmla="*/ 42712 w 190499"/>
              <a:gd name="connsiteY54" fmla="*/ 161926 h 171450"/>
              <a:gd name="connsiteX55" fmla="*/ 42711 w 190499"/>
              <a:gd name="connsiteY55" fmla="*/ 152401 h 171450"/>
              <a:gd name="connsiteX56" fmla="*/ 133282 w 190499"/>
              <a:gd name="connsiteY56" fmla="*/ 152401 h 171450"/>
              <a:gd name="connsiteX57" fmla="*/ 171418 w 190499"/>
              <a:gd name="connsiteY57" fmla="*/ 114301 h 171450"/>
              <a:gd name="connsiteX58" fmla="*/ 165508 w 190499"/>
              <a:gd name="connsiteY58" fmla="*/ 71398 h 171450"/>
              <a:gd name="connsiteX59" fmla="*/ 133282 w 190499"/>
              <a:gd name="connsiteY59" fmla="*/ 66675 h 171450"/>
              <a:gd name="connsiteX60" fmla="*/ 47479 w 190499"/>
              <a:gd name="connsiteY60" fmla="*/ 66675 h 171450"/>
              <a:gd name="connsiteX61" fmla="*/ 38100 w 190499"/>
              <a:gd name="connsiteY61" fmla="*/ 57150 h 171450"/>
              <a:gd name="connsiteX62" fmla="*/ 48653 w 190499"/>
              <a:gd name="connsiteY62" fmla="*/ 9503 h 171450"/>
              <a:gd name="connsiteX63" fmla="*/ 114232 w 190499"/>
              <a:gd name="connsiteY6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90499" h="171450">
                <a:moveTo>
                  <a:pt x="3575" y="78288"/>
                </a:moveTo>
                <a:cubicBezTo>
                  <a:pt x="7683" y="75001"/>
                  <a:pt x="13677" y="75667"/>
                  <a:pt x="16963" y="79774"/>
                </a:cubicBezTo>
                <a:lnTo>
                  <a:pt x="28575" y="94291"/>
                </a:lnTo>
                <a:lnTo>
                  <a:pt x="40188" y="79774"/>
                </a:lnTo>
                <a:cubicBezTo>
                  <a:pt x="43474" y="75667"/>
                  <a:pt x="49468" y="75001"/>
                  <a:pt x="53576" y="78288"/>
                </a:cubicBezTo>
                <a:cubicBezTo>
                  <a:pt x="57683" y="81574"/>
                  <a:pt x="58349" y="87568"/>
                  <a:pt x="55063" y="91675"/>
                </a:cubicBezTo>
                <a:lnTo>
                  <a:pt x="40773" y="109537"/>
                </a:lnTo>
                <a:lnTo>
                  <a:pt x="55063" y="127399"/>
                </a:lnTo>
                <a:cubicBezTo>
                  <a:pt x="58349" y="131508"/>
                  <a:pt x="57683" y="137502"/>
                  <a:pt x="53576" y="140788"/>
                </a:cubicBezTo>
                <a:cubicBezTo>
                  <a:pt x="49468" y="144074"/>
                  <a:pt x="43474" y="143408"/>
                  <a:pt x="40188" y="139300"/>
                </a:cubicBezTo>
                <a:lnTo>
                  <a:pt x="28575" y="124785"/>
                </a:lnTo>
                <a:lnTo>
                  <a:pt x="16963" y="139300"/>
                </a:lnTo>
                <a:cubicBezTo>
                  <a:pt x="13677" y="143408"/>
                  <a:pt x="7683" y="144074"/>
                  <a:pt x="3575" y="140788"/>
                </a:cubicBezTo>
                <a:cubicBezTo>
                  <a:pt x="-533" y="137502"/>
                  <a:pt x="-1199" y="131508"/>
                  <a:pt x="2088" y="127399"/>
                </a:cubicBezTo>
                <a:lnTo>
                  <a:pt x="16377" y="109537"/>
                </a:lnTo>
                <a:lnTo>
                  <a:pt x="2088" y="91675"/>
                </a:lnTo>
                <a:cubicBezTo>
                  <a:pt x="-1199" y="87568"/>
                  <a:pt x="-533" y="81574"/>
                  <a:pt x="3575" y="78288"/>
                </a:cubicBezTo>
                <a:close/>
                <a:moveTo>
                  <a:pt x="134896" y="76200"/>
                </a:moveTo>
                <a:lnTo>
                  <a:pt x="152400" y="76200"/>
                </a:lnTo>
                <a:cubicBezTo>
                  <a:pt x="157661" y="76200"/>
                  <a:pt x="161925" y="80465"/>
                  <a:pt x="161925" y="85725"/>
                </a:cubicBezTo>
                <a:cubicBezTo>
                  <a:pt x="161925" y="90986"/>
                  <a:pt x="157661" y="95250"/>
                  <a:pt x="152400" y="95250"/>
                </a:cubicBezTo>
                <a:lnTo>
                  <a:pt x="134896" y="95250"/>
                </a:lnTo>
                <a:cubicBezTo>
                  <a:pt x="134042" y="95250"/>
                  <a:pt x="133350" y="95942"/>
                  <a:pt x="133350" y="96796"/>
                </a:cubicBezTo>
                <a:cubicBezTo>
                  <a:pt x="133350" y="97462"/>
                  <a:pt x="133776" y="98052"/>
                  <a:pt x="134407" y="98263"/>
                </a:cubicBezTo>
                <a:lnTo>
                  <a:pt x="147842" y="102740"/>
                </a:lnTo>
                <a:cubicBezTo>
                  <a:pt x="156253" y="105545"/>
                  <a:pt x="161925" y="113414"/>
                  <a:pt x="161925" y="122280"/>
                </a:cubicBezTo>
                <a:cubicBezTo>
                  <a:pt x="161925" y="133655"/>
                  <a:pt x="152705" y="142875"/>
                  <a:pt x="141330" y="142875"/>
                </a:cubicBezTo>
                <a:lnTo>
                  <a:pt x="123825" y="142875"/>
                </a:lnTo>
                <a:cubicBezTo>
                  <a:pt x="118565" y="142875"/>
                  <a:pt x="114300" y="138611"/>
                  <a:pt x="114300" y="133350"/>
                </a:cubicBezTo>
                <a:cubicBezTo>
                  <a:pt x="114300" y="128090"/>
                  <a:pt x="118565" y="123825"/>
                  <a:pt x="123825" y="123825"/>
                </a:cubicBezTo>
                <a:lnTo>
                  <a:pt x="141330" y="123825"/>
                </a:lnTo>
                <a:cubicBezTo>
                  <a:pt x="142183" y="123825"/>
                  <a:pt x="142875" y="123133"/>
                  <a:pt x="142875" y="122280"/>
                </a:cubicBezTo>
                <a:cubicBezTo>
                  <a:pt x="142875" y="121614"/>
                  <a:pt x="142449" y="121024"/>
                  <a:pt x="141819" y="120813"/>
                </a:cubicBezTo>
                <a:lnTo>
                  <a:pt x="128383" y="116335"/>
                </a:lnTo>
                <a:cubicBezTo>
                  <a:pt x="119973" y="113531"/>
                  <a:pt x="114300" y="105661"/>
                  <a:pt x="114300" y="96796"/>
                </a:cubicBezTo>
                <a:cubicBezTo>
                  <a:pt x="114300" y="85421"/>
                  <a:pt x="123521" y="76200"/>
                  <a:pt x="134896" y="76200"/>
                </a:cubicBezTo>
                <a:close/>
                <a:moveTo>
                  <a:pt x="76200" y="76200"/>
                </a:moveTo>
                <a:cubicBezTo>
                  <a:pt x="81460" y="76200"/>
                  <a:pt x="85725" y="80465"/>
                  <a:pt x="85725" y="85725"/>
                </a:cubicBezTo>
                <a:lnTo>
                  <a:pt x="85725" y="123825"/>
                </a:lnTo>
                <a:lnTo>
                  <a:pt x="95250" y="123825"/>
                </a:lnTo>
                <a:cubicBezTo>
                  <a:pt x="100510" y="123825"/>
                  <a:pt x="104775" y="128090"/>
                  <a:pt x="104775" y="133350"/>
                </a:cubicBezTo>
                <a:cubicBezTo>
                  <a:pt x="104775" y="138611"/>
                  <a:pt x="100510" y="142875"/>
                  <a:pt x="95250" y="142875"/>
                </a:cubicBezTo>
                <a:lnTo>
                  <a:pt x="76200" y="142875"/>
                </a:lnTo>
                <a:cubicBezTo>
                  <a:pt x="70939" y="142875"/>
                  <a:pt x="66675" y="138611"/>
                  <a:pt x="66675" y="133350"/>
                </a:cubicBezTo>
                <a:lnTo>
                  <a:pt x="66675" y="85725"/>
                </a:lnTo>
                <a:cubicBezTo>
                  <a:pt x="66675" y="80465"/>
                  <a:pt x="70939" y="76200"/>
                  <a:pt x="76200" y="76200"/>
                </a:cubicBezTo>
                <a:close/>
                <a:moveTo>
                  <a:pt x="114232" y="0"/>
                </a:moveTo>
                <a:cubicBezTo>
                  <a:pt x="119005" y="0"/>
                  <a:pt x="128522" y="0"/>
                  <a:pt x="133282" y="951"/>
                </a:cubicBezTo>
                <a:cubicBezTo>
                  <a:pt x="142951" y="2885"/>
                  <a:pt x="147583" y="4763"/>
                  <a:pt x="166650" y="23813"/>
                </a:cubicBezTo>
                <a:cubicBezTo>
                  <a:pt x="185718" y="42863"/>
                  <a:pt x="187652" y="47760"/>
                  <a:pt x="189532" y="57150"/>
                </a:cubicBezTo>
                <a:cubicBezTo>
                  <a:pt x="190485" y="61913"/>
                  <a:pt x="190538" y="80963"/>
                  <a:pt x="190485" y="85726"/>
                </a:cubicBezTo>
                <a:cubicBezTo>
                  <a:pt x="190476" y="86532"/>
                  <a:pt x="190468" y="87331"/>
                  <a:pt x="190458" y="88121"/>
                </a:cubicBezTo>
                <a:cubicBezTo>
                  <a:pt x="189983" y="131186"/>
                  <a:pt x="189753" y="151994"/>
                  <a:pt x="179230" y="162048"/>
                </a:cubicBezTo>
                <a:cubicBezTo>
                  <a:pt x="169390" y="171450"/>
                  <a:pt x="150751" y="171450"/>
                  <a:pt x="114299" y="171450"/>
                </a:cubicBezTo>
                <a:cubicBezTo>
                  <a:pt x="77724" y="171450"/>
                  <a:pt x="52591" y="171401"/>
                  <a:pt x="42712" y="161926"/>
                </a:cubicBezTo>
                <a:cubicBezTo>
                  <a:pt x="37666" y="157087"/>
                  <a:pt x="39102" y="152401"/>
                  <a:pt x="42711" y="152401"/>
                </a:cubicBezTo>
                <a:lnTo>
                  <a:pt x="133282" y="152401"/>
                </a:lnTo>
                <a:cubicBezTo>
                  <a:pt x="166650" y="152401"/>
                  <a:pt x="171418" y="147638"/>
                  <a:pt x="171418" y="114301"/>
                </a:cubicBezTo>
                <a:cubicBezTo>
                  <a:pt x="171418" y="88720"/>
                  <a:pt x="171418" y="76879"/>
                  <a:pt x="165508" y="71398"/>
                </a:cubicBezTo>
                <a:cubicBezTo>
                  <a:pt x="160415" y="66675"/>
                  <a:pt x="150934" y="66675"/>
                  <a:pt x="133282" y="66675"/>
                </a:cubicBezTo>
                <a:lnTo>
                  <a:pt x="47479" y="66675"/>
                </a:lnTo>
                <a:cubicBezTo>
                  <a:pt x="42712" y="66675"/>
                  <a:pt x="38011" y="61913"/>
                  <a:pt x="38100" y="57150"/>
                </a:cubicBezTo>
                <a:cubicBezTo>
                  <a:pt x="38581" y="31426"/>
                  <a:pt x="40554" y="17281"/>
                  <a:pt x="48653" y="9503"/>
                </a:cubicBezTo>
                <a:cubicBezTo>
                  <a:pt x="58548" y="0"/>
                  <a:pt x="77603" y="0"/>
                  <a:pt x="114232" y="0"/>
                </a:cubicBezTo>
                <a:close/>
              </a:path>
            </a:pathLst>
          </a:custGeom>
          <a:solidFill>
            <a:srgbClr val="000000"/>
          </a:solidFill>
          <a:ln w="9525" cap="flat">
            <a:noFill/>
            <a:prstDash val="solid"/>
            <a:miter/>
          </a:ln>
        </p:spPr>
        <p:txBody>
          <a:bodyPr rtlCol="0" anchor="ctr"/>
          <a:lstStyle/>
          <a:p>
            <a:endParaRPr lang="ru-RU"/>
          </a:p>
        </p:txBody>
      </p:sp>
      <p:grpSp>
        <p:nvGrpSpPr>
          <p:cNvPr id="4" name="Группа 3">
            <a:extLst>
              <a:ext uri="{FF2B5EF4-FFF2-40B4-BE49-F238E27FC236}">
                <a16:creationId xmlns:a16="http://schemas.microsoft.com/office/drawing/2014/main" id="{CBE12DA4-62E5-63C5-ACA7-EDB3343EB51F}"/>
              </a:ext>
            </a:extLst>
          </p:cNvPr>
          <p:cNvGrpSpPr/>
          <p:nvPr/>
        </p:nvGrpSpPr>
        <p:grpSpPr>
          <a:xfrm>
            <a:off x="3484044" y="6404991"/>
            <a:ext cx="7158056" cy="252000"/>
            <a:chOff x="2015782" y="6404991"/>
            <a:chExt cx="7158056" cy="252000"/>
          </a:xfrm>
        </p:grpSpPr>
        <p:sp>
          <p:nvSpPr>
            <p:cNvPr id="7" name="Прямоугольник: скругленные углы 6">
              <a:extLst>
                <a:ext uri="{FF2B5EF4-FFF2-40B4-BE49-F238E27FC236}">
                  <a16:creationId xmlns:a16="http://schemas.microsoft.com/office/drawing/2014/main" id="{B5D99B13-DBD5-4EC7-3F2B-C330A847169C}"/>
                </a:ext>
              </a:extLst>
            </p:cNvPr>
            <p:cNvSpPr/>
            <p:nvPr/>
          </p:nvSpPr>
          <p:spPr>
            <a:xfrm>
              <a:off x="2015782" y="6404991"/>
              <a:ext cx="7158056" cy="252000"/>
            </a:xfrm>
            <a:prstGeom prst="roundRect">
              <a:avLst>
                <a:gd name="adj" fmla="val 27273"/>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tIns="0" rIns="0" bIns="0" rtlCol="0" anchor="ctr"/>
            <a:lstStyle/>
            <a:p>
              <a:pPr>
                <a:lnSpc>
                  <a:spcPct val="85000"/>
                </a:lnSpc>
              </a:pPr>
              <a:r>
                <a:rPr lang="ru-RU" sz="1000">
                  <a:solidFill>
                    <a:schemeClr val="tx1"/>
                  </a:solidFill>
                </a:rPr>
                <a:t>Чтобы изменить цвет иконки нажми вверху на панели «Заливка  фигуры» и выбери подходящий цвет из палитры  </a:t>
              </a:r>
            </a:p>
          </p:txBody>
        </p:sp>
        <p:pic>
          <p:nvPicPr>
            <p:cNvPr id="8" name="Рисунок 7" descr="Изображение выглядит как текст&#10;&#10;Автоматически созданное описание">
              <a:extLst>
                <a:ext uri="{FF2B5EF4-FFF2-40B4-BE49-F238E27FC236}">
                  <a16:creationId xmlns:a16="http://schemas.microsoft.com/office/drawing/2014/main" id="{A946A0DD-67A9-40B6-A4C4-D4628E4B58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2618" y="6460471"/>
              <a:ext cx="111205" cy="130829"/>
            </a:xfrm>
            <a:prstGeom prst="rect">
              <a:avLst/>
            </a:prstGeom>
          </p:spPr>
        </p:pic>
      </p:grpSp>
    </p:spTree>
    <p:extLst>
      <p:ext uri="{BB962C8B-B14F-4D97-AF65-F5344CB8AC3E}">
        <p14:creationId xmlns:p14="http://schemas.microsoft.com/office/powerpoint/2010/main" val="3647646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B7351E8E-B07A-AE2B-FE37-BA11E386EB41}"/>
              </a:ext>
            </a:extLst>
          </p:cNvPr>
          <p:cNvSpPr>
            <a:spLocks noGrp="1"/>
          </p:cNvSpPr>
          <p:nvPr>
            <p:ph idx="1"/>
          </p:nvPr>
        </p:nvSpPr>
        <p:spPr>
          <a:xfrm>
            <a:off x="634673" y="411163"/>
            <a:ext cx="4816436" cy="257176"/>
          </a:xfrm>
        </p:spPr>
        <p:txBody>
          <a:bodyPr/>
          <a:lstStyle/>
          <a:p>
            <a:r>
              <a:rPr lang="ru-RU" sz="1600" b="1"/>
              <a:t>Категории</a:t>
            </a:r>
          </a:p>
        </p:txBody>
      </p:sp>
      <p:sp>
        <p:nvSpPr>
          <p:cNvPr id="3" name="Номер слайда 2">
            <a:extLst>
              <a:ext uri="{FF2B5EF4-FFF2-40B4-BE49-F238E27FC236}">
                <a16:creationId xmlns:a16="http://schemas.microsoft.com/office/drawing/2014/main" id="{2FA18A34-B900-3398-EA3E-6751BE6221F1}"/>
              </a:ext>
            </a:extLst>
          </p:cNvPr>
          <p:cNvSpPr>
            <a:spLocks noGrp="1"/>
          </p:cNvSpPr>
          <p:nvPr>
            <p:ph type="sldNum" sz="quarter" idx="12"/>
          </p:nvPr>
        </p:nvSpPr>
        <p:spPr/>
        <p:txBody>
          <a:bodyPr/>
          <a:lstStyle/>
          <a:p>
            <a:fld id="{EB5249F5-0093-48B0-B996-C4E44A87EAFB}" type="slidenum">
              <a:rPr lang="ru-RU" smtClean="0"/>
              <a:pPr/>
              <a:t>7</a:t>
            </a:fld>
            <a:endParaRPr lang="ru-RU"/>
          </a:p>
        </p:txBody>
      </p:sp>
      <p:sp>
        <p:nvSpPr>
          <p:cNvPr id="6" name="Объект 4">
            <a:extLst>
              <a:ext uri="{FF2B5EF4-FFF2-40B4-BE49-F238E27FC236}">
                <a16:creationId xmlns:a16="http://schemas.microsoft.com/office/drawing/2014/main" id="{6DA787DA-1331-1C50-44E0-EA8363A778D1}"/>
              </a:ext>
            </a:extLst>
          </p:cNvPr>
          <p:cNvSpPr txBox="1">
            <a:spLocks/>
          </p:cNvSpPr>
          <p:nvPr/>
        </p:nvSpPr>
        <p:spPr>
          <a:xfrm>
            <a:off x="6554165" y="411163"/>
            <a:ext cx="5011629"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Путешествия </a:t>
            </a:r>
          </a:p>
          <a:p>
            <a:r>
              <a:rPr lang="ru-RU" sz="1600" b="1"/>
              <a:t> </a:t>
            </a:r>
          </a:p>
        </p:txBody>
      </p:sp>
      <p:sp>
        <p:nvSpPr>
          <p:cNvPr id="469" name="Объект 4">
            <a:extLst>
              <a:ext uri="{FF2B5EF4-FFF2-40B4-BE49-F238E27FC236}">
                <a16:creationId xmlns:a16="http://schemas.microsoft.com/office/drawing/2014/main" id="{2BAD76C6-0BD5-3C6C-385F-507DB9E00608}"/>
              </a:ext>
            </a:extLst>
          </p:cNvPr>
          <p:cNvSpPr txBox="1">
            <a:spLocks/>
          </p:cNvSpPr>
          <p:nvPr/>
        </p:nvSpPr>
        <p:spPr>
          <a:xfrm>
            <a:off x="634673" y="2834895"/>
            <a:ext cx="4816436"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Логотипы </a:t>
            </a:r>
          </a:p>
        </p:txBody>
      </p:sp>
      <p:sp>
        <p:nvSpPr>
          <p:cNvPr id="470" name="Объект 4">
            <a:extLst>
              <a:ext uri="{FF2B5EF4-FFF2-40B4-BE49-F238E27FC236}">
                <a16:creationId xmlns:a16="http://schemas.microsoft.com/office/drawing/2014/main" id="{48417AC6-2EEA-157E-DBA1-842E2CCD12B7}"/>
              </a:ext>
            </a:extLst>
          </p:cNvPr>
          <p:cNvSpPr txBox="1">
            <a:spLocks/>
          </p:cNvSpPr>
          <p:nvPr/>
        </p:nvSpPr>
        <p:spPr>
          <a:xfrm>
            <a:off x="6554165" y="2834895"/>
            <a:ext cx="5011629"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Оплата </a:t>
            </a:r>
          </a:p>
          <a:p>
            <a:r>
              <a:rPr lang="ru-RU" sz="1600" b="1"/>
              <a:t> </a:t>
            </a:r>
          </a:p>
        </p:txBody>
      </p:sp>
      <p:sp>
        <p:nvSpPr>
          <p:cNvPr id="912" name="Объект 4">
            <a:extLst>
              <a:ext uri="{FF2B5EF4-FFF2-40B4-BE49-F238E27FC236}">
                <a16:creationId xmlns:a16="http://schemas.microsoft.com/office/drawing/2014/main" id="{E9483E91-1893-D5EC-E4A1-A79C63D46AEB}"/>
              </a:ext>
            </a:extLst>
          </p:cNvPr>
          <p:cNvSpPr txBox="1">
            <a:spLocks/>
          </p:cNvSpPr>
          <p:nvPr/>
        </p:nvSpPr>
        <p:spPr>
          <a:xfrm>
            <a:off x="6554165" y="5258627"/>
            <a:ext cx="5011629"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Локации </a:t>
            </a:r>
          </a:p>
          <a:p>
            <a:r>
              <a:rPr lang="ru-RU" sz="1600" b="1"/>
              <a:t> </a:t>
            </a:r>
          </a:p>
        </p:txBody>
      </p:sp>
      <p:sp>
        <p:nvSpPr>
          <p:cNvPr id="913" name="Объект 4">
            <a:extLst>
              <a:ext uri="{FF2B5EF4-FFF2-40B4-BE49-F238E27FC236}">
                <a16:creationId xmlns:a16="http://schemas.microsoft.com/office/drawing/2014/main" id="{D282D154-5337-B875-F45E-624113359E24}"/>
              </a:ext>
            </a:extLst>
          </p:cNvPr>
          <p:cNvSpPr txBox="1">
            <a:spLocks/>
          </p:cNvSpPr>
          <p:nvPr/>
        </p:nvSpPr>
        <p:spPr>
          <a:xfrm>
            <a:off x="634673" y="5258627"/>
            <a:ext cx="5011629" cy="2571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600" b="1"/>
              <a:t>Брендинг</a:t>
            </a:r>
          </a:p>
        </p:txBody>
      </p:sp>
      <p:sp>
        <p:nvSpPr>
          <p:cNvPr id="1545" name="Полилиния: фигура 1544">
            <a:extLst>
              <a:ext uri="{FF2B5EF4-FFF2-40B4-BE49-F238E27FC236}">
                <a16:creationId xmlns:a16="http://schemas.microsoft.com/office/drawing/2014/main" id="{DDF41BCB-D0F6-FA87-A446-8C2DE7649132}"/>
              </a:ext>
            </a:extLst>
          </p:cNvPr>
          <p:cNvSpPr/>
          <p:nvPr/>
        </p:nvSpPr>
        <p:spPr>
          <a:xfrm>
            <a:off x="653723" y="903653"/>
            <a:ext cx="190795" cy="114613"/>
          </a:xfrm>
          <a:custGeom>
            <a:avLst/>
            <a:gdLst>
              <a:gd name="connsiteX0" fmla="*/ 95250 w 190795"/>
              <a:gd name="connsiteY0" fmla="*/ 28888 h 114613"/>
              <a:gd name="connsiteX1" fmla="*/ 123825 w 190795"/>
              <a:gd name="connsiteY1" fmla="*/ 57463 h 114613"/>
              <a:gd name="connsiteX2" fmla="*/ 95250 w 190795"/>
              <a:gd name="connsiteY2" fmla="*/ 86038 h 114613"/>
              <a:gd name="connsiteX3" fmla="*/ 66675 w 190795"/>
              <a:gd name="connsiteY3" fmla="*/ 57463 h 114613"/>
              <a:gd name="connsiteX4" fmla="*/ 95250 w 190795"/>
              <a:gd name="connsiteY4" fmla="*/ 28888 h 114613"/>
              <a:gd name="connsiteX5" fmla="*/ 36165 w 190795"/>
              <a:gd name="connsiteY5" fmla="*/ 1062 h 114613"/>
              <a:gd name="connsiteX6" fmla="*/ 57150 w 190795"/>
              <a:gd name="connsiteY6" fmla="*/ 10151 h 114613"/>
              <a:gd name="connsiteX7" fmla="*/ 65298 w 190795"/>
              <a:gd name="connsiteY7" fmla="*/ 27511 h 114613"/>
              <a:gd name="connsiteX8" fmla="*/ 58480 w 190795"/>
              <a:gd name="connsiteY8" fmla="*/ 40944 h 114613"/>
              <a:gd name="connsiteX9" fmla="*/ 44630 w 190795"/>
              <a:gd name="connsiteY9" fmla="*/ 46184 h 114613"/>
              <a:gd name="connsiteX10" fmla="*/ 36705 w 190795"/>
              <a:gd name="connsiteY10" fmla="*/ 39808 h 114613"/>
              <a:gd name="connsiteX11" fmla="*/ 29970 w 190795"/>
              <a:gd name="connsiteY11" fmla="*/ 39808 h 114613"/>
              <a:gd name="connsiteX12" fmla="*/ 29970 w 190795"/>
              <a:gd name="connsiteY12" fmla="*/ 46543 h 114613"/>
              <a:gd name="connsiteX13" fmla="*/ 30017 w 190795"/>
              <a:gd name="connsiteY13" fmla="*/ 46591 h 114613"/>
              <a:gd name="connsiteX14" fmla="*/ 39904 w 190795"/>
              <a:gd name="connsiteY14" fmla="*/ 54455 h 114613"/>
              <a:gd name="connsiteX15" fmla="*/ 46138 w 190795"/>
              <a:gd name="connsiteY15" fmla="*/ 57463 h 114613"/>
              <a:gd name="connsiteX16" fmla="*/ 39904 w 190795"/>
              <a:gd name="connsiteY16" fmla="*/ 60472 h 114613"/>
              <a:gd name="connsiteX17" fmla="*/ 30017 w 190795"/>
              <a:gd name="connsiteY17" fmla="*/ 68335 h 114613"/>
              <a:gd name="connsiteX18" fmla="*/ 29970 w 190795"/>
              <a:gd name="connsiteY18" fmla="*/ 68383 h 114613"/>
              <a:gd name="connsiteX19" fmla="*/ 29970 w 190795"/>
              <a:gd name="connsiteY19" fmla="*/ 75118 h 114613"/>
              <a:gd name="connsiteX20" fmla="*/ 36705 w 190795"/>
              <a:gd name="connsiteY20" fmla="*/ 75118 h 114613"/>
              <a:gd name="connsiteX21" fmla="*/ 44630 w 190795"/>
              <a:gd name="connsiteY21" fmla="*/ 68742 h 114613"/>
              <a:gd name="connsiteX22" fmla="*/ 61084 w 190795"/>
              <a:gd name="connsiteY22" fmla="*/ 76513 h 114613"/>
              <a:gd name="connsiteX23" fmla="*/ 66970 w 190795"/>
              <a:gd name="connsiteY23" fmla="*/ 85018 h 114613"/>
              <a:gd name="connsiteX24" fmla="*/ 57150 w 190795"/>
              <a:gd name="connsiteY24" fmla="*/ 104775 h 114613"/>
              <a:gd name="connsiteX25" fmla="*/ 0 w 190795"/>
              <a:gd name="connsiteY25" fmla="*/ 57464 h 114613"/>
              <a:gd name="connsiteX26" fmla="*/ 36165 w 190795"/>
              <a:gd name="connsiteY26" fmla="*/ 1062 h 114613"/>
              <a:gd name="connsiteX27" fmla="*/ 154630 w 190795"/>
              <a:gd name="connsiteY27" fmla="*/ 749 h 114613"/>
              <a:gd name="connsiteX28" fmla="*/ 190795 w 190795"/>
              <a:gd name="connsiteY28" fmla="*/ 57151 h 114613"/>
              <a:gd name="connsiteX29" fmla="*/ 133645 w 190795"/>
              <a:gd name="connsiteY29" fmla="*/ 104462 h 114613"/>
              <a:gd name="connsiteX30" fmla="*/ 123825 w 190795"/>
              <a:gd name="connsiteY30" fmla="*/ 84705 h 114613"/>
              <a:gd name="connsiteX31" fmla="*/ 129711 w 190795"/>
              <a:gd name="connsiteY31" fmla="*/ 76200 h 114613"/>
              <a:gd name="connsiteX32" fmla="*/ 146165 w 190795"/>
              <a:gd name="connsiteY32" fmla="*/ 68429 h 114613"/>
              <a:gd name="connsiteX33" fmla="*/ 154090 w 190795"/>
              <a:gd name="connsiteY33" fmla="*/ 74805 h 114613"/>
              <a:gd name="connsiteX34" fmla="*/ 160825 w 190795"/>
              <a:gd name="connsiteY34" fmla="*/ 74805 h 114613"/>
              <a:gd name="connsiteX35" fmla="*/ 160825 w 190795"/>
              <a:gd name="connsiteY35" fmla="*/ 68070 h 114613"/>
              <a:gd name="connsiteX36" fmla="*/ 160777 w 190795"/>
              <a:gd name="connsiteY36" fmla="*/ 68022 h 114613"/>
              <a:gd name="connsiteX37" fmla="*/ 150890 w 190795"/>
              <a:gd name="connsiteY37" fmla="*/ 60159 h 114613"/>
              <a:gd name="connsiteX38" fmla="*/ 144657 w 190795"/>
              <a:gd name="connsiteY38" fmla="*/ 57150 h 114613"/>
              <a:gd name="connsiteX39" fmla="*/ 150890 w 190795"/>
              <a:gd name="connsiteY39" fmla="*/ 54142 h 114613"/>
              <a:gd name="connsiteX40" fmla="*/ 160777 w 190795"/>
              <a:gd name="connsiteY40" fmla="*/ 46278 h 114613"/>
              <a:gd name="connsiteX41" fmla="*/ 160825 w 190795"/>
              <a:gd name="connsiteY41" fmla="*/ 46230 h 114613"/>
              <a:gd name="connsiteX42" fmla="*/ 160825 w 190795"/>
              <a:gd name="connsiteY42" fmla="*/ 39495 h 114613"/>
              <a:gd name="connsiteX43" fmla="*/ 154090 w 190795"/>
              <a:gd name="connsiteY43" fmla="*/ 39495 h 114613"/>
              <a:gd name="connsiteX44" fmla="*/ 146165 w 190795"/>
              <a:gd name="connsiteY44" fmla="*/ 45871 h 114613"/>
              <a:gd name="connsiteX45" fmla="*/ 132314 w 190795"/>
              <a:gd name="connsiteY45" fmla="*/ 40631 h 114613"/>
              <a:gd name="connsiteX46" fmla="*/ 125497 w 190795"/>
              <a:gd name="connsiteY46" fmla="*/ 27198 h 114613"/>
              <a:gd name="connsiteX47" fmla="*/ 133645 w 190795"/>
              <a:gd name="connsiteY47" fmla="*/ 9838 h 114613"/>
              <a:gd name="connsiteX48" fmla="*/ 154630 w 190795"/>
              <a:gd name="connsiteY48" fmla="*/ 749 h 11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0795" h="114613">
                <a:moveTo>
                  <a:pt x="95250" y="28888"/>
                </a:moveTo>
                <a:cubicBezTo>
                  <a:pt x="119063" y="28888"/>
                  <a:pt x="123825" y="33651"/>
                  <a:pt x="123825" y="57463"/>
                </a:cubicBezTo>
                <a:cubicBezTo>
                  <a:pt x="123825" y="75192"/>
                  <a:pt x="114300" y="86038"/>
                  <a:pt x="95250" y="86038"/>
                </a:cubicBezTo>
                <a:cubicBezTo>
                  <a:pt x="76200" y="86038"/>
                  <a:pt x="66675" y="75192"/>
                  <a:pt x="66675" y="57463"/>
                </a:cubicBezTo>
                <a:cubicBezTo>
                  <a:pt x="66675" y="33651"/>
                  <a:pt x="71438" y="28888"/>
                  <a:pt x="95250" y="28888"/>
                </a:cubicBezTo>
                <a:close/>
                <a:moveTo>
                  <a:pt x="36165" y="1062"/>
                </a:moveTo>
                <a:cubicBezTo>
                  <a:pt x="42862" y="2456"/>
                  <a:pt x="50006" y="5715"/>
                  <a:pt x="57150" y="10151"/>
                </a:cubicBezTo>
                <a:cubicBezTo>
                  <a:pt x="70856" y="18662"/>
                  <a:pt x="70283" y="22525"/>
                  <a:pt x="65298" y="27511"/>
                </a:cubicBezTo>
                <a:cubicBezTo>
                  <a:pt x="61504" y="31304"/>
                  <a:pt x="59539" y="36034"/>
                  <a:pt x="58480" y="40944"/>
                </a:cubicBezTo>
                <a:cubicBezTo>
                  <a:pt x="56972" y="47938"/>
                  <a:pt x="51298" y="49994"/>
                  <a:pt x="44630" y="46184"/>
                </a:cubicBezTo>
                <a:cubicBezTo>
                  <a:pt x="41048" y="44137"/>
                  <a:pt x="39041" y="42144"/>
                  <a:pt x="36705" y="39808"/>
                </a:cubicBezTo>
                <a:cubicBezTo>
                  <a:pt x="34845" y="37948"/>
                  <a:pt x="31830" y="37948"/>
                  <a:pt x="29970" y="39808"/>
                </a:cubicBezTo>
                <a:cubicBezTo>
                  <a:pt x="28110" y="41668"/>
                  <a:pt x="28110" y="44683"/>
                  <a:pt x="29970" y="46543"/>
                </a:cubicBezTo>
                <a:lnTo>
                  <a:pt x="30017" y="46591"/>
                </a:lnTo>
                <a:cubicBezTo>
                  <a:pt x="32433" y="49006"/>
                  <a:pt x="35183" y="51756"/>
                  <a:pt x="39904" y="54455"/>
                </a:cubicBezTo>
                <a:cubicBezTo>
                  <a:pt x="41697" y="55479"/>
                  <a:pt x="43744" y="56480"/>
                  <a:pt x="46138" y="57463"/>
                </a:cubicBezTo>
                <a:cubicBezTo>
                  <a:pt x="43744" y="58446"/>
                  <a:pt x="41697" y="59448"/>
                  <a:pt x="39904" y="60472"/>
                </a:cubicBezTo>
                <a:cubicBezTo>
                  <a:pt x="35183" y="63170"/>
                  <a:pt x="32433" y="65920"/>
                  <a:pt x="30017" y="68335"/>
                </a:cubicBezTo>
                <a:lnTo>
                  <a:pt x="29970" y="68383"/>
                </a:lnTo>
                <a:cubicBezTo>
                  <a:pt x="28110" y="70243"/>
                  <a:pt x="28110" y="73258"/>
                  <a:pt x="29970" y="75118"/>
                </a:cubicBezTo>
                <a:cubicBezTo>
                  <a:pt x="31830" y="76978"/>
                  <a:pt x="34845" y="76978"/>
                  <a:pt x="36705" y="75118"/>
                </a:cubicBezTo>
                <a:cubicBezTo>
                  <a:pt x="39041" y="72783"/>
                  <a:pt x="41048" y="70789"/>
                  <a:pt x="44630" y="68742"/>
                </a:cubicBezTo>
                <a:cubicBezTo>
                  <a:pt x="49951" y="65701"/>
                  <a:pt x="55872" y="65645"/>
                  <a:pt x="61084" y="76513"/>
                </a:cubicBezTo>
                <a:cubicBezTo>
                  <a:pt x="62571" y="79614"/>
                  <a:pt x="64514" y="82477"/>
                  <a:pt x="66970" y="85018"/>
                </a:cubicBezTo>
                <a:cubicBezTo>
                  <a:pt x="72573" y="90816"/>
                  <a:pt x="71987" y="95563"/>
                  <a:pt x="57150" y="104775"/>
                </a:cubicBezTo>
                <a:cubicBezTo>
                  <a:pt x="28575" y="122516"/>
                  <a:pt x="0" y="121441"/>
                  <a:pt x="0" y="57464"/>
                </a:cubicBezTo>
                <a:cubicBezTo>
                  <a:pt x="0" y="9481"/>
                  <a:pt x="16073" y="-3121"/>
                  <a:pt x="36165" y="1062"/>
                </a:cubicBezTo>
                <a:close/>
                <a:moveTo>
                  <a:pt x="154630" y="749"/>
                </a:moveTo>
                <a:cubicBezTo>
                  <a:pt x="174722" y="-3434"/>
                  <a:pt x="190795" y="9168"/>
                  <a:pt x="190795" y="57151"/>
                </a:cubicBezTo>
                <a:cubicBezTo>
                  <a:pt x="190795" y="121128"/>
                  <a:pt x="162220" y="122202"/>
                  <a:pt x="133645" y="104462"/>
                </a:cubicBezTo>
                <a:cubicBezTo>
                  <a:pt x="118808" y="95250"/>
                  <a:pt x="118221" y="90503"/>
                  <a:pt x="123825" y="84705"/>
                </a:cubicBezTo>
                <a:cubicBezTo>
                  <a:pt x="126281" y="82164"/>
                  <a:pt x="128224" y="79301"/>
                  <a:pt x="129711" y="76200"/>
                </a:cubicBezTo>
                <a:cubicBezTo>
                  <a:pt x="134922" y="65332"/>
                  <a:pt x="140843" y="65388"/>
                  <a:pt x="146165" y="68429"/>
                </a:cubicBezTo>
                <a:cubicBezTo>
                  <a:pt x="149746" y="70476"/>
                  <a:pt x="151754" y="72470"/>
                  <a:pt x="154090" y="74805"/>
                </a:cubicBezTo>
                <a:cubicBezTo>
                  <a:pt x="155950" y="76665"/>
                  <a:pt x="158964" y="76665"/>
                  <a:pt x="160825" y="74805"/>
                </a:cubicBezTo>
                <a:cubicBezTo>
                  <a:pt x="162685" y="72945"/>
                  <a:pt x="162685" y="69929"/>
                  <a:pt x="160825" y="68070"/>
                </a:cubicBezTo>
                <a:lnTo>
                  <a:pt x="160777" y="68022"/>
                </a:lnTo>
                <a:cubicBezTo>
                  <a:pt x="158363" y="65607"/>
                  <a:pt x="155612" y="62857"/>
                  <a:pt x="150890" y="60159"/>
                </a:cubicBezTo>
                <a:cubicBezTo>
                  <a:pt x="149098" y="59135"/>
                  <a:pt x="147051" y="58133"/>
                  <a:pt x="144657" y="57150"/>
                </a:cubicBezTo>
                <a:cubicBezTo>
                  <a:pt x="147051" y="56167"/>
                  <a:pt x="149098" y="55166"/>
                  <a:pt x="150890" y="54142"/>
                </a:cubicBezTo>
                <a:cubicBezTo>
                  <a:pt x="155612" y="51443"/>
                  <a:pt x="158363" y="48692"/>
                  <a:pt x="160777" y="46278"/>
                </a:cubicBezTo>
                <a:lnTo>
                  <a:pt x="160825" y="46230"/>
                </a:lnTo>
                <a:cubicBezTo>
                  <a:pt x="162685" y="44370"/>
                  <a:pt x="162685" y="41354"/>
                  <a:pt x="160825" y="39495"/>
                </a:cubicBezTo>
                <a:cubicBezTo>
                  <a:pt x="158964" y="37635"/>
                  <a:pt x="155950" y="37635"/>
                  <a:pt x="154090" y="39495"/>
                </a:cubicBezTo>
                <a:cubicBezTo>
                  <a:pt x="151754" y="41831"/>
                  <a:pt x="149746" y="43824"/>
                  <a:pt x="146165" y="45871"/>
                </a:cubicBezTo>
                <a:cubicBezTo>
                  <a:pt x="139497" y="49681"/>
                  <a:pt x="133823" y="47625"/>
                  <a:pt x="132314" y="40631"/>
                </a:cubicBezTo>
                <a:cubicBezTo>
                  <a:pt x="131255" y="35721"/>
                  <a:pt x="129290" y="30991"/>
                  <a:pt x="125497" y="27198"/>
                </a:cubicBezTo>
                <a:cubicBezTo>
                  <a:pt x="120511" y="22212"/>
                  <a:pt x="119939" y="18348"/>
                  <a:pt x="133645" y="9838"/>
                </a:cubicBezTo>
                <a:cubicBezTo>
                  <a:pt x="140789" y="5402"/>
                  <a:pt x="147933" y="2143"/>
                  <a:pt x="154630" y="749"/>
                </a:cubicBezTo>
                <a:close/>
              </a:path>
            </a:pathLst>
          </a:custGeom>
          <a:solidFill>
            <a:srgbClr val="000000"/>
          </a:solidFill>
          <a:ln w="9525" cap="flat">
            <a:noFill/>
            <a:prstDash val="solid"/>
            <a:miter/>
          </a:ln>
        </p:spPr>
        <p:txBody>
          <a:bodyPr rtlCol="0" anchor="ctr"/>
          <a:lstStyle/>
          <a:p>
            <a:endParaRPr lang="ru-RU"/>
          </a:p>
        </p:txBody>
      </p:sp>
      <p:sp>
        <p:nvSpPr>
          <p:cNvPr id="1553" name="Полилиния: фигура 1552">
            <a:extLst>
              <a:ext uri="{FF2B5EF4-FFF2-40B4-BE49-F238E27FC236}">
                <a16:creationId xmlns:a16="http://schemas.microsoft.com/office/drawing/2014/main" id="{63023EDA-6230-F2B3-5576-A56D2DDF2267}"/>
              </a:ext>
            </a:extLst>
          </p:cNvPr>
          <p:cNvSpPr/>
          <p:nvPr/>
        </p:nvSpPr>
        <p:spPr>
          <a:xfrm>
            <a:off x="682298" y="1395033"/>
            <a:ext cx="142875" cy="180975"/>
          </a:xfrm>
          <a:custGeom>
            <a:avLst/>
            <a:gdLst>
              <a:gd name="connsiteX0" fmla="*/ 57430 w 142875"/>
              <a:gd name="connsiteY0" fmla="*/ 28575 h 180975"/>
              <a:gd name="connsiteX1" fmla="*/ 76200 w 142875"/>
              <a:gd name="connsiteY1" fmla="*/ 47625 h 180975"/>
              <a:gd name="connsiteX2" fmla="*/ 76200 w 142875"/>
              <a:gd name="connsiteY2" fmla="*/ 71438 h 180975"/>
              <a:gd name="connsiteX3" fmla="*/ 80963 w 142875"/>
              <a:gd name="connsiteY3" fmla="*/ 76200 h 180975"/>
              <a:gd name="connsiteX4" fmla="*/ 85725 w 142875"/>
              <a:gd name="connsiteY4" fmla="*/ 71438 h 180975"/>
              <a:gd name="connsiteX5" fmla="*/ 104775 w 142875"/>
              <a:gd name="connsiteY5" fmla="*/ 71438 h 180975"/>
              <a:gd name="connsiteX6" fmla="*/ 115448 w 142875"/>
              <a:gd name="connsiteY6" fmla="*/ 76605 h 180975"/>
              <a:gd name="connsiteX7" fmla="*/ 142875 w 142875"/>
              <a:gd name="connsiteY7" fmla="*/ 114300 h 180975"/>
              <a:gd name="connsiteX8" fmla="*/ 128588 w 142875"/>
              <a:gd name="connsiteY8" fmla="*/ 152400 h 180975"/>
              <a:gd name="connsiteX9" fmla="*/ 66675 w 142875"/>
              <a:gd name="connsiteY9" fmla="*/ 180975 h 180975"/>
              <a:gd name="connsiteX10" fmla="*/ 9525 w 142875"/>
              <a:gd name="connsiteY10" fmla="*/ 152400 h 180975"/>
              <a:gd name="connsiteX11" fmla="*/ 0 w 142875"/>
              <a:gd name="connsiteY11" fmla="*/ 101600 h 180975"/>
              <a:gd name="connsiteX12" fmla="*/ 19050 w 142875"/>
              <a:gd name="connsiteY12" fmla="*/ 74615 h 180975"/>
              <a:gd name="connsiteX13" fmla="*/ 28575 w 142875"/>
              <a:gd name="connsiteY13" fmla="*/ 80963 h 180975"/>
              <a:gd name="connsiteX14" fmla="*/ 28575 w 142875"/>
              <a:gd name="connsiteY14" fmla="*/ 100013 h 180975"/>
              <a:gd name="connsiteX15" fmla="*/ 33338 w 142875"/>
              <a:gd name="connsiteY15" fmla="*/ 104775 h 180975"/>
              <a:gd name="connsiteX16" fmla="*/ 38100 w 142875"/>
              <a:gd name="connsiteY16" fmla="*/ 100013 h 180975"/>
              <a:gd name="connsiteX17" fmla="*/ 38100 w 142875"/>
              <a:gd name="connsiteY17" fmla="*/ 47625 h 180975"/>
              <a:gd name="connsiteX18" fmla="*/ 57430 w 142875"/>
              <a:gd name="connsiteY18" fmla="*/ 28575 h 180975"/>
              <a:gd name="connsiteX19" fmla="*/ 57150 w 142875"/>
              <a:gd name="connsiteY19" fmla="*/ 0 h 180975"/>
              <a:gd name="connsiteX20" fmla="*/ 92036 w 142875"/>
              <a:gd name="connsiteY20" fmla="*/ 14125 h 180975"/>
              <a:gd name="connsiteX21" fmla="*/ 104775 w 142875"/>
              <a:gd name="connsiteY21" fmla="*/ 47625 h 180975"/>
              <a:gd name="connsiteX22" fmla="*/ 95250 w 142875"/>
              <a:gd name="connsiteY22" fmla="*/ 57150 h 180975"/>
              <a:gd name="connsiteX23" fmla="*/ 85725 w 142875"/>
              <a:gd name="connsiteY23" fmla="*/ 47625 h 180975"/>
              <a:gd name="connsiteX24" fmla="*/ 78223 w 142875"/>
              <a:gd name="connsiteY24" fmla="*/ 27244 h 180975"/>
              <a:gd name="connsiteX25" fmla="*/ 57150 w 142875"/>
              <a:gd name="connsiteY25" fmla="*/ 19050 h 180975"/>
              <a:gd name="connsiteX26" fmla="*/ 36077 w 142875"/>
              <a:gd name="connsiteY26" fmla="*/ 27244 h 180975"/>
              <a:gd name="connsiteX27" fmla="*/ 28575 w 142875"/>
              <a:gd name="connsiteY27" fmla="*/ 47625 h 180975"/>
              <a:gd name="connsiteX28" fmla="*/ 19050 w 142875"/>
              <a:gd name="connsiteY28" fmla="*/ 57150 h 180975"/>
              <a:gd name="connsiteX29" fmla="*/ 9525 w 142875"/>
              <a:gd name="connsiteY29" fmla="*/ 47625 h 180975"/>
              <a:gd name="connsiteX30" fmla="*/ 22264 w 142875"/>
              <a:gd name="connsiteY30" fmla="*/ 14125 h 180975"/>
              <a:gd name="connsiteX31" fmla="*/ 57150 w 142875"/>
              <a:gd name="connsiteY31"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2875" h="180975">
                <a:moveTo>
                  <a:pt x="57430" y="28575"/>
                </a:moveTo>
                <a:cubicBezTo>
                  <a:pt x="71438" y="28575"/>
                  <a:pt x="76200" y="38100"/>
                  <a:pt x="76200" y="47625"/>
                </a:cubicBezTo>
                <a:lnTo>
                  <a:pt x="76200" y="71438"/>
                </a:lnTo>
                <a:cubicBezTo>
                  <a:pt x="76200" y="74068"/>
                  <a:pt x="78333" y="76200"/>
                  <a:pt x="80963" y="76200"/>
                </a:cubicBezTo>
                <a:cubicBezTo>
                  <a:pt x="83592" y="76200"/>
                  <a:pt x="85725" y="74068"/>
                  <a:pt x="85725" y="71438"/>
                </a:cubicBezTo>
                <a:cubicBezTo>
                  <a:pt x="85725" y="61913"/>
                  <a:pt x="100818" y="69459"/>
                  <a:pt x="104775" y="71438"/>
                </a:cubicBezTo>
                <a:cubicBezTo>
                  <a:pt x="108680" y="73390"/>
                  <a:pt x="112230" y="75076"/>
                  <a:pt x="115448" y="76605"/>
                </a:cubicBezTo>
                <a:cubicBezTo>
                  <a:pt x="135776" y="86258"/>
                  <a:pt x="142875" y="89630"/>
                  <a:pt x="142875" y="114300"/>
                </a:cubicBezTo>
                <a:cubicBezTo>
                  <a:pt x="142875" y="123825"/>
                  <a:pt x="133350" y="142875"/>
                  <a:pt x="128588" y="152400"/>
                </a:cubicBezTo>
                <a:cubicBezTo>
                  <a:pt x="119063" y="171450"/>
                  <a:pt x="114300" y="180975"/>
                  <a:pt x="66675" y="180975"/>
                </a:cubicBezTo>
                <a:cubicBezTo>
                  <a:pt x="23863" y="180975"/>
                  <a:pt x="16881" y="172032"/>
                  <a:pt x="9525" y="152400"/>
                </a:cubicBezTo>
                <a:cubicBezTo>
                  <a:pt x="3466" y="136231"/>
                  <a:pt x="0" y="119144"/>
                  <a:pt x="0" y="101600"/>
                </a:cubicBezTo>
                <a:cubicBezTo>
                  <a:pt x="0" y="85021"/>
                  <a:pt x="8116" y="79263"/>
                  <a:pt x="19050" y="74615"/>
                </a:cubicBezTo>
                <a:cubicBezTo>
                  <a:pt x="23813" y="72591"/>
                  <a:pt x="28575" y="74615"/>
                  <a:pt x="28575" y="80963"/>
                </a:cubicBezTo>
                <a:lnTo>
                  <a:pt x="28575" y="100013"/>
                </a:lnTo>
                <a:cubicBezTo>
                  <a:pt x="28575" y="102642"/>
                  <a:pt x="30707" y="104775"/>
                  <a:pt x="33338" y="104775"/>
                </a:cubicBezTo>
                <a:cubicBezTo>
                  <a:pt x="35968" y="104775"/>
                  <a:pt x="38100" y="102642"/>
                  <a:pt x="38100" y="100013"/>
                </a:cubicBezTo>
                <a:lnTo>
                  <a:pt x="38100" y="47625"/>
                </a:lnTo>
                <a:cubicBezTo>
                  <a:pt x="38100" y="38100"/>
                  <a:pt x="43423" y="28575"/>
                  <a:pt x="57430" y="28575"/>
                </a:cubicBezTo>
                <a:close/>
                <a:moveTo>
                  <a:pt x="57150" y="0"/>
                </a:moveTo>
                <a:cubicBezTo>
                  <a:pt x="71451" y="0"/>
                  <a:pt x="83546" y="5185"/>
                  <a:pt x="92036" y="14125"/>
                </a:cubicBezTo>
                <a:cubicBezTo>
                  <a:pt x="100455" y="22989"/>
                  <a:pt x="104775" y="34952"/>
                  <a:pt x="104775" y="47625"/>
                </a:cubicBezTo>
                <a:cubicBezTo>
                  <a:pt x="104775" y="52885"/>
                  <a:pt x="100511" y="57150"/>
                  <a:pt x="95250" y="57150"/>
                </a:cubicBezTo>
                <a:cubicBezTo>
                  <a:pt x="89989" y="57150"/>
                  <a:pt x="85725" y="52885"/>
                  <a:pt x="85725" y="47625"/>
                </a:cubicBezTo>
                <a:cubicBezTo>
                  <a:pt x="85725" y="39256"/>
                  <a:pt x="82901" y="32169"/>
                  <a:pt x="78223" y="27244"/>
                </a:cubicBezTo>
                <a:cubicBezTo>
                  <a:pt x="73617" y="22394"/>
                  <a:pt x="66662" y="19050"/>
                  <a:pt x="57150" y="19050"/>
                </a:cubicBezTo>
                <a:cubicBezTo>
                  <a:pt x="47638" y="19050"/>
                  <a:pt x="40683" y="22394"/>
                  <a:pt x="36077" y="27244"/>
                </a:cubicBezTo>
                <a:cubicBezTo>
                  <a:pt x="31399" y="32169"/>
                  <a:pt x="28575" y="39256"/>
                  <a:pt x="28575" y="47625"/>
                </a:cubicBezTo>
                <a:cubicBezTo>
                  <a:pt x="28575" y="52885"/>
                  <a:pt x="24310" y="57150"/>
                  <a:pt x="19050" y="57150"/>
                </a:cubicBezTo>
                <a:cubicBezTo>
                  <a:pt x="13790" y="57150"/>
                  <a:pt x="9525" y="52885"/>
                  <a:pt x="9525" y="47625"/>
                </a:cubicBezTo>
                <a:cubicBezTo>
                  <a:pt x="9525" y="34952"/>
                  <a:pt x="13845" y="22989"/>
                  <a:pt x="22264" y="14125"/>
                </a:cubicBezTo>
                <a:cubicBezTo>
                  <a:pt x="30755" y="5185"/>
                  <a:pt x="42849" y="0"/>
                  <a:pt x="57150" y="0"/>
                </a:cubicBezTo>
                <a:close/>
              </a:path>
            </a:pathLst>
          </a:custGeom>
          <a:solidFill>
            <a:srgbClr val="000000"/>
          </a:solidFill>
          <a:ln w="9525" cap="flat">
            <a:noFill/>
            <a:prstDash val="solid"/>
            <a:miter/>
          </a:ln>
        </p:spPr>
        <p:txBody>
          <a:bodyPr rtlCol="0" anchor="ctr"/>
          <a:lstStyle/>
          <a:p>
            <a:endParaRPr lang="ru-RU"/>
          </a:p>
        </p:txBody>
      </p:sp>
      <p:sp>
        <p:nvSpPr>
          <p:cNvPr id="1561" name="Полилиния: фигура 1560">
            <a:extLst>
              <a:ext uri="{FF2B5EF4-FFF2-40B4-BE49-F238E27FC236}">
                <a16:creationId xmlns:a16="http://schemas.microsoft.com/office/drawing/2014/main" id="{A766D93F-8D9E-7367-ABA5-DD923F460634}"/>
              </a:ext>
            </a:extLst>
          </p:cNvPr>
          <p:cNvSpPr/>
          <p:nvPr/>
        </p:nvSpPr>
        <p:spPr>
          <a:xfrm>
            <a:off x="653723" y="1933725"/>
            <a:ext cx="190544" cy="171449"/>
          </a:xfrm>
          <a:custGeom>
            <a:avLst/>
            <a:gdLst>
              <a:gd name="connsiteX0" fmla="*/ 148610 w 190544"/>
              <a:gd name="connsiteY0" fmla="*/ 67408 h 171449"/>
              <a:gd name="connsiteX1" fmla="*/ 157519 w 190544"/>
              <a:gd name="connsiteY1" fmla="*/ 68114 h 171449"/>
              <a:gd name="connsiteX2" fmla="*/ 161273 w 190544"/>
              <a:gd name="connsiteY2" fmla="*/ 70324 h 171449"/>
              <a:gd name="connsiteX3" fmla="*/ 162214 w 190544"/>
              <a:gd name="connsiteY3" fmla="*/ 70862 h 171449"/>
              <a:gd name="connsiteX4" fmla="*/ 168904 w 190544"/>
              <a:gd name="connsiteY4" fmla="*/ 74900 h 171449"/>
              <a:gd name="connsiteX5" fmla="*/ 183442 w 190544"/>
              <a:gd name="connsiteY5" fmla="*/ 87851 h 171449"/>
              <a:gd name="connsiteX6" fmla="*/ 190507 w 190544"/>
              <a:gd name="connsiteY6" fmla="*/ 110257 h 171449"/>
              <a:gd name="connsiteX7" fmla="*/ 179229 w 190544"/>
              <a:gd name="connsiteY7" fmla="*/ 138738 h 171449"/>
              <a:gd name="connsiteX8" fmla="*/ 165953 w 190544"/>
              <a:gd name="connsiteY8" fmla="*/ 141019 h 171449"/>
              <a:gd name="connsiteX9" fmla="*/ 163670 w 190544"/>
              <a:gd name="connsiteY9" fmla="*/ 127754 h 171449"/>
              <a:gd name="connsiteX10" fmla="*/ 171477 w 190544"/>
              <a:gd name="connsiteY10" fmla="*/ 109385 h 171449"/>
              <a:gd name="connsiteX11" fmla="*/ 168214 w 190544"/>
              <a:gd name="connsiteY11" fmla="*/ 99289 h 171449"/>
              <a:gd name="connsiteX12" fmla="*/ 159243 w 190544"/>
              <a:gd name="connsiteY12" fmla="*/ 91335 h 171449"/>
              <a:gd name="connsiteX13" fmla="*/ 155700 w 190544"/>
              <a:gd name="connsiteY13" fmla="*/ 111140 h 171449"/>
              <a:gd name="connsiteX14" fmla="*/ 148297 w 190544"/>
              <a:gd name="connsiteY14" fmla="*/ 149910 h 171449"/>
              <a:gd name="connsiteX15" fmla="*/ 109609 w 190544"/>
              <a:gd name="connsiteY15" fmla="*/ 170259 h 171449"/>
              <a:gd name="connsiteX16" fmla="*/ 83173 w 190544"/>
              <a:gd name="connsiteY16" fmla="*/ 135899 h 171449"/>
              <a:gd name="connsiteX17" fmla="*/ 121863 w 190544"/>
              <a:gd name="connsiteY17" fmla="*/ 115551 h 171449"/>
              <a:gd name="connsiteX18" fmla="*/ 134481 w 190544"/>
              <a:gd name="connsiteY18" fmla="*/ 120052 h 171449"/>
              <a:gd name="connsiteX19" fmla="*/ 143037 w 190544"/>
              <a:gd name="connsiteY19" fmla="*/ 74389 h 171449"/>
              <a:gd name="connsiteX20" fmla="*/ 148610 w 190544"/>
              <a:gd name="connsiteY20" fmla="*/ 67408 h 171449"/>
              <a:gd name="connsiteX21" fmla="*/ 44150 w 190544"/>
              <a:gd name="connsiteY21" fmla="*/ 33943 h 171449"/>
              <a:gd name="connsiteX22" fmla="*/ 43180 w 190544"/>
              <a:gd name="connsiteY22" fmla="*/ 57478 h 171449"/>
              <a:gd name="connsiteX23" fmla="*/ 56590 w 190544"/>
              <a:gd name="connsiteY23" fmla="*/ 76968 h 171449"/>
              <a:gd name="connsiteX24" fmla="*/ 79087 w 190544"/>
              <a:gd name="connsiteY24" fmla="*/ 47209 h 171449"/>
              <a:gd name="connsiteX25" fmla="*/ 44150 w 190544"/>
              <a:gd name="connsiteY25" fmla="*/ 33943 h 171449"/>
              <a:gd name="connsiteX26" fmla="*/ 71565 w 190544"/>
              <a:gd name="connsiteY26" fmla="*/ 308 h 171449"/>
              <a:gd name="connsiteX27" fmla="*/ 110019 w 190544"/>
              <a:gd name="connsiteY27" fmla="*/ 36440 h 171449"/>
              <a:gd name="connsiteX28" fmla="*/ 69878 w 190544"/>
              <a:gd name="connsiteY28" fmla="*/ 98230 h 171449"/>
              <a:gd name="connsiteX29" fmla="*/ 4281 w 190544"/>
              <a:gd name="connsiteY29" fmla="*/ 68254 h 171449"/>
              <a:gd name="connsiteX30" fmla="*/ 44422 w 190544"/>
              <a:gd name="connsiteY30" fmla="*/ 6464 h 171449"/>
              <a:gd name="connsiteX31" fmla="*/ 71565 w 190544"/>
              <a:gd name="connsiteY31" fmla="*/ 308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544" h="171449">
                <a:moveTo>
                  <a:pt x="148610" y="67408"/>
                </a:moveTo>
                <a:cubicBezTo>
                  <a:pt x="151513" y="66150"/>
                  <a:pt x="154851" y="66414"/>
                  <a:pt x="157519" y="68114"/>
                </a:cubicBezTo>
                <a:cubicBezTo>
                  <a:pt x="158484" y="68729"/>
                  <a:pt x="159677" y="69411"/>
                  <a:pt x="161273" y="70324"/>
                </a:cubicBezTo>
                <a:lnTo>
                  <a:pt x="162214" y="70862"/>
                </a:lnTo>
                <a:cubicBezTo>
                  <a:pt x="164180" y="71991"/>
                  <a:pt x="166505" y="73342"/>
                  <a:pt x="168904" y="74900"/>
                </a:cubicBezTo>
                <a:cubicBezTo>
                  <a:pt x="173638" y="77975"/>
                  <a:pt x="179163" y="82164"/>
                  <a:pt x="183442" y="87851"/>
                </a:cubicBezTo>
                <a:cubicBezTo>
                  <a:pt x="187854" y="93716"/>
                  <a:pt x="190923" y="101171"/>
                  <a:pt x="190507" y="110257"/>
                </a:cubicBezTo>
                <a:cubicBezTo>
                  <a:pt x="190099" y="119148"/>
                  <a:pt x="186400" y="128595"/>
                  <a:pt x="179229" y="138738"/>
                </a:cubicBezTo>
                <a:cubicBezTo>
                  <a:pt x="176193" y="143031"/>
                  <a:pt x="170250" y="144053"/>
                  <a:pt x="165953" y="141019"/>
                </a:cubicBezTo>
                <a:cubicBezTo>
                  <a:pt x="161657" y="137986"/>
                  <a:pt x="160635" y="132047"/>
                  <a:pt x="163670" y="127754"/>
                </a:cubicBezTo>
                <a:cubicBezTo>
                  <a:pt x="169485" y="119530"/>
                  <a:pt x="171286" y="113541"/>
                  <a:pt x="171477" y="109385"/>
                </a:cubicBezTo>
                <a:cubicBezTo>
                  <a:pt x="171658" y="105425"/>
                  <a:pt x="170423" y="102225"/>
                  <a:pt x="168214" y="99289"/>
                </a:cubicBezTo>
                <a:cubicBezTo>
                  <a:pt x="166016" y="96367"/>
                  <a:pt x="162876" y="93759"/>
                  <a:pt x="159243" y="91335"/>
                </a:cubicBezTo>
                <a:cubicBezTo>
                  <a:pt x="158010" y="97914"/>
                  <a:pt x="156856" y="104525"/>
                  <a:pt x="155700" y="111140"/>
                </a:cubicBezTo>
                <a:cubicBezTo>
                  <a:pt x="153435" y="124113"/>
                  <a:pt x="151166" y="137103"/>
                  <a:pt x="148297" y="149910"/>
                </a:cubicBezTo>
                <a:cubicBezTo>
                  <a:pt x="144496" y="166882"/>
                  <a:pt x="129813" y="174605"/>
                  <a:pt x="109609" y="170259"/>
                </a:cubicBezTo>
                <a:cubicBezTo>
                  <a:pt x="89405" y="165911"/>
                  <a:pt x="79372" y="152872"/>
                  <a:pt x="83173" y="135899"/>
                </a:cubicBezTo>
                <a:cubicBezTo>
                  <a:pt x="86975" y="118927"/>
                  <a:pt x="101658" y="111205"/>
                  <a:pt x="121863" y="115551"/>
                </a:cubicBezTo>
                <a:cubicBezTo>
                  <a:pt x="126658" y="116583"/>
                  <a:pt x="130881" y="118105"/>
                  <a:pt x="134481" y="120052"/>
                </a:cubicBezTo>
                <a:lnTo>
                  <a:pt x="143037" y="74389"/>
                </a:lnTo>
                <a:cubicBezTo>
                  <a:pt x="143620" y="71281"/>
                  <a:pt x="145708" y="68665"/>
                  <a:pt x="148610" y="67408"/>
                </a:cubicBezTo>
                <a:close/>
                <a:moveTo>
                  <a:pt x="44150" y="33943"/>
                </a:moveTo>
                <a:cubicBezTo>
                  <a:pt x="36973" y="36013"/>
                  <a:pt x="39047" y="43184"/>
                  <a:pt x="43180" y="57478"/>
                </a:cubicBezTo>
                <a:cubicBezTo>
                  <a:pt x="47341" y="71870"/>
                  <a:pt x="49413" y="79039"/>
                  <a:pt x="56590" y="76968"/>
                </a:cubicBezTo>
                <a:cubicBezTo>
                  <a:pt x="63766" y="74896"/>
                  <a:pt x="81148" y="54340"/>
                  <a:pt x="79087" y="47209"/>
                </a:cubicBezTo>
                <a:cubicBezTo>
                  <a:pt x="77025" y="40077"/>
                  <a:pt x="51327" y="31873"/>
                  <a:pt x="44150" y="33943"/>
                </a:cubicBezTo>
                <a:close/>
                <a:moveTo>
                  <a:pt x="71565" y="308"/>
                </a:moveTo>
                <a:cubicBezTo>
                  <a:pt x="93680" y="-1959"/>
                  <a:pt x="102158" y="8102"/>
                  <a:pt x="110019" y="36440"/>
                </a:cubicBezTo>
                <a:cubicBezTo>
                  <a:pt x="120500" y="74225"/>
                  <a:pt x="113415" y="85131"/>
                  <a:pt x="69878" y="98230"/>
                </a:cubicBezTo>
                <a:cubicBezTo>
                  <a:pt x="26341" y="111330"/>
                  <a:pt x="14763" y="106039"/>
                  <a:pt x="4281" y="68254"/>
                </a:cubicBezTo>
                <a:cubicBezTo>
                  <a:pt x="-6200" y="30470"/>
                  <a:pt x="884" y="19564"/>
                  <a:pt x="44422" y="6464"/>
                </a:cubicBezTo>
                <a:cubicBezTo>
                  <a:pt x="55306" y="3189"/>
                  <a:pt x="64193" y="1064"/>
                  <a:pt x="71565" y="308"/>
                </a:cubicBezTo>
                <a:close/>
              </a:path>
            </a:pathLst>
          </a:custGeom>
          <a:solidFill>
            <a:srgbClr val="000000"/>
          </a:solidFill>
          <a:ln w="9525" cap="flat">
            <a:noFill/>
            <a:prstDash val="solid"/>
            <a:miter/>
          </a:ln>
        </p:spPr>
        <p:txBody>
          <a:bodyPr rtlCol="0" anchor="ctr"/>
          <a:lstStyle/>
          <a:p>
            <a:endParaRPr lang="ru-RU"/>
          </a:p>
        </p:txBody>
      </p:sp>
      <p:sp>
        <p:nvSpPr>
          <p:cNvPr id="1026" name="Рисунок 493">
            <a:extLst>
              <a:ext uri="{FF2B5EF4-FFF2-40B4-BE49-F238E27FC236}">
                <a16:creationId xmlns:a16="http://schemas.microsoft.com/office/drawing/2014/main" id="{3AAE49F1-7907-E90D-10CC-29CCD6F3B507}"/>
              </a:ext>
            </a:extLst>
          </p:cNvPr>
          <p:cNvSpPr/>
          <p:nvPr/>
        </p:nvSpPr>
        <p:spPr>
          <a:xfrm>
            <a:off x="682298" y="3933677"/>
            <a:ext cx="133350" cy="152400"/>
          </a:xfrm>
          <a:custGeom>
            <a:avLst/>
            <a:gdLst>
              <a:gd name="connsiteX0" fmla="*/ 133350 w 133350"/>
              <a:gd name="connsiteY0" fmla="*/ 66675 h 152400"/>
              <a:gd name="connsiteX1" fmla="*/ 123825 w 133350"/>
              <a:gd name="connsiteY1" fmla="*/ 57150 h 152400"/>
              <a:gd name="connsiteX2" fmla="*/ 114300 w 133350"/>
              <a:gd name="connsiteY2" fmla="*/ 57150 h 152400"/>
              <a:gd name="connsiteX3" fmla="*/ 114300 w 133350"/>
              <a:gd name="connsiteY3" fmla="*/ 47625 h 152400"/>
              <a:gd name="connsiteX4" fmla="*/ 66675 w 133350"/>
              <a:gd name="connsiteY4" fmla="*/ 0 h 152400"/>
              <a:gd name="connsiteX5" fmla="*/ 19050 w 133350"/>
              <a:gd name="connsiteY5" fmla="*/ 47625 h 152400"/>
              <a:gd name="connsiteX6" fmla="*/ 19050 w 133350"/>
              <a:gd name="connsiteY6" fmla="*/ 57150 h 152400"/>
              <a:gd name="connsiteX7" fmla="*/ 9525 w 133350"/>
              <a:gd name="connsiteY7" fmla="*/ 57150 h 152400"/>
              <a:gd name="connsiteX8" fmla="*/ 0 w 133350"/>
              <a:gd name="connsiteY8" fmla="*/ 66675 h 152400"/>
              <a:gd name="connsiteX9" fmla="*/ 0 w 133350"/>
              <a:gd name="connsiteY9" fmla="*/ 123825 h 152400"/>
              <a:gd name="connsiteX10" fmla="*/ 28575 w 133350"/>
              <a:gd name="connsiteY10" fmla="*/ 152400 h 152400"/>
              <a:gd name="connsiteX11" fmla="*/ 104775 w 133350"/>
              <a:gd name="connsiteY11" fmla="*/ 152400 h 152400"/>
              <a:gd name="connsiteX12" fmla="*/ 133350 w 133350"/>
              <a:gd name="connsiteY12" fmla="*/ 123825 h 152400"/>
              <a:gd name="connsiteX13" fmla="*/ 133350 w 133350"/>
              <a:gd name="connsiteY13" fmla="*/ 66675 h 152400"/>
              <a:gd name="connsiteX14" fmla="*/ 66675 w 133350"/>
              <a:gd name="connsiteY14" fmla="*/ 123825 h 152400"/>
              <a:gd name="connsiteX15" fmla="*/ 57150 w 133350"/>
              <a:gd name="connsiteY15" fmla="*/ 114300 h 152400"/>
              <a:gd name="connsiteX16" fmla="*/ 57150 w 133350"/>
              <a:gd name="connsiteY16" fmla="*/ 95250 h 152400"/>
              <a:gd name="connsiteX17" fmla="*/ 66675 w 133350"/>
              <a:gd name="connsiteY17" fmla="*/ 85725 h 152400"/>
              <a:gd name="connsiteX18" fmla="*/ 76200 w 133350"/>
              <a:gd name="connsiteY18" fmla="*/ 95250 h 152400"/>
              <a:gd name="connsiteX19" fmla="*/ 76200 w 133350"/>
              <a:gd name="connsiteY19" fmla="*/ 114300 h 152400"/>
              <a:gd name="connsiteX20" fmla="*/ 66675 w 133350"/>
              <a:gd name="connsiteY20" fmla="*/ 123825 h 152400"/>
              <a:gd name="connsiteX21" fmla="*/ 95250 w 133350"/>
              <a:gd name="connsiteY21" fmla="*/ 47625 h 152400"/>
              <a:gd name="connsiteX22" fmla="*/ 95250 w 133350"/>
              <a:gd name="connsiteY22" fmla="*/ 57150 h 152400"/>
              <a:gd name="connsiteX23" fmla="*/ 38100 w 133350"/>
              <a:gd name="connsiteY23" fmla="*/ 57150 h 152400"/>
              <a:gd name="connsiteX24" fmla="*/ 38100 w 133350"/>
              <a:gd name="connsiteY24" fmla="*/ 47625 h 152400"/>
              <a:gd name="connsiteX25" fmla="*/ 66675 w 133350"/>
              <a:gd name="connsiteY25" fmla="*/ 19050 h 152400"/>
              <a:gd name="connsiteX26" fmla="*/ 95250 w 133350"/>
              <a:gd name="connsiteY26" fmla="*/ 476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3350" h="152400">
                <a:moveTo>
                  <a:pt x="133350" y="66675"/>
                </a:moveTo>
                <a:cubicBezTo>
                  <a:pt x="133350" y="61414"/>
                  <a:pt x="129086" y="57150"/>
                  <a:pt x="123825" y="57150"/>
                </a:cubicBezTo>
                <a:lnTo>
                  <a:pt x="114300" y="57150"/>
                </a:lnTo>
                <a:lnTo>
                  <a:pt x="114300" y="47625"/>
                </a:lnTo>
                <a:cubicBezTo>
                  <a:pt x="114300" y="21322"/>
                  <a:pt x="92977" y="0"/>
                  <a:pt x="66675" y="0"/>
                </a:cubicBezTo>
                <a:cubicBezTo>
                  <a:pt x="40372" y="0"/>
                  <a:pt x="19050" y="21322"/>
                  <a:pt x="19050" y="47625"/>
                </a:cubicBezTo>
                <a:lnTo>
                  <a:pt x="19050" y="57150"/>
                </a:lnTo>
                <a:lnTo>
                  <a:pt x="9525" y="57150"/>
                </a:lnTo>
                <a:cubicBezTo>
                  <a:pt x="4265" y="57150"/>
                  <a:pt x="0" y="61414"/>
                  <a:pt x="0" y="66675"/>
                </a:cubicBezTo>
                <a:lnTo>
                  <a:pt x="0" y="123825"/>
                </a:lnTo>
                <a:cubicBezTo>
                  <a:pt x="0" y="139607"/>
                  <a:pt x="12794" y="152400"/>
                  <a:pt x="28575" y="152400"/>
                </a:cubicBezTo>
                <a:lnTo>
                  <a:pt x="104775" y="152400"/>
                </a:lnTo>
                <a:cubicBezTo>
                  <a:pt x="120557" y="152400"/>
                  <a:pt x="133350" y="139607"/>
                  <a:pt x="133350" y="123825"/>
                </a:cubicBezTo>
                <a:lnTo>
                  <a:pt x="133350" y="66675"/>
                </a:lnTo>
                <a:close/>
                <a:moveTo>
                  <a:pt x="66675" y="123825"/>
                </a:moveTo>
                <a:cubicBezTo>
                  <a:pt x="61414" y="123825"/>
                  <a:pt x="57150" y="119561"/>
                  <a:pt x="57150" y="114300"/>
                </a:cubicBezTo>
                <a:lnTo>
                  <a:pt x="57150" y="95250"/>
                </a:lnTo>
                <a:cubicBezTo>
                  <a:pt x="57150" y="89989"/>
                  <a:pt x="61414" y="85725"/>
                  <a:pt x="66675" y="85725"/>
                </a:cubicBezTo>
                <a:cubicBezTo>
                  <a:pt x="71936" y="85725"/>
                  <a:pt x="76200" y="89989"/>
                  <a:pt x="76200" y="95250"/>
                </a:cubicBezTo>
                <a:lnTo>
                  <a:pt x="76200" y="114300"/>
                </a:lnTo>
                <a:cubicBezTo>
                  <a:pt x="76200" y="119561"/>
                  <a:pt x="71936" y="123825"/>
                  <a:pt x="66675" y="123825"/>
                </a:cubicBezTo>
                <a:close/>
                <a:moveTo>
                  <a:pt x="95250" y="47625"/>
                </a:moveTo>
                <a:lnTo>
                  <a:pt x="95250" y="57150"/>
                </a:lnTo>
                <a:lnTo>
                  <a:pt x="38100" y="57150"/>
                </a:lnTo>
                <a:lnTo>
                  <a:pt x="38100" y="47625"/>
                </a:lnTo>
                <a:cubicBezTo>
                  <a:pt x="38100" y="31844"/>
                  <a:pt x="50893" y="19050"/>
                  <a:pt x="66675" y="19050"/>
                </a:cubicBezTo>
                <a:cubicBezTo>
                  <a:pt x="82457" y="19050"/>
                  <a:pt x="95250" y="31844"/>
                  <a:pt x="95250" y="47625"/>
                </a:cubicBezTo>
                <a:close/>
              </a:path>
            </a:pathLst>
          </a:custGeom>
          <a:solidFill>
            <a:srgbClr val="000000"/>
          </a:solidFill>
          <a:ln w="9525" cap="flat">
            <a:noFill/>
            <a:prstDash val="solid"/>
            <a:miter/>
          </a:ln>
        </p:spPr>
        <p:txBody>
          <a:bodyPr rtlCol="0" anchor="ctr"/>
          <a:lstStyle/>
          <a:p>
            <a:endParaRPr lang="ru-RU"/>
          </a:p>
        </p:txBody>
      </p:sp>
      <p:sp>
        <p:nvSpPr>
          <p:cNvPr id="1576" name="Полилиния: фигура 1575">
            <a:extLst>
              <a:ext uri="{FF2B5EF4-FFF2-40B4-BE49-F238E27FC236}">
                <a16:creationId xmlns:a16="http://schemas.microsoft.com/office/drawing/2014/main" id="{77AF5E86-A2F0-48AC-AF67-332B23087097}"/>
              </a:ext>
            </a:extLst>
          </p:cNvPr>
          <p:cNvSpPr/>
          <p:nvPr/>
        </p:nvSpPr>
        <p:spPr>
          <a:xfrm>
            <a:off x="672773" y="4533603"/>
            <a:ext cx="152400" cy="114300"/>
          </a:xfrm>
          <a:custGeom>
            <a:avLst/>
            <a:gdLst>
              <a:gd name="connsiteX0" fmla="*/ 0 w 152400"/>
              <a:gd name="connsiteY0" fmla="*/ 57150 h 114300"/>
              <a:gd name="connsiteX1" fmla="*/ 38100 w 152400"/>
              <a:gd name="connsiteY1" fmla="*/ 57150 h 114300"/>
              <a:gd name="connsiteX2" fmla="*/ 38100 w 152400"/>
              <a:gd name="connsiteY2" fmla="*/ 114300 h 114300"/>
              <a:gd name="connsiteX3" fmla="*/ 0 w 152400"/>
              <a:gd name="connsiteY3" fmla="*/ 114300 h 114300"/>
              <a:gd name="connsiteX4" fmla="*/ 114300 w 152400"/>
              <a:gd name="connsiteY4" fmla="*/ 28575 h 114300"/>
              <a:gd name="connsiteX5" fmla="*/ 152400 w 152400"/>
              <a:gd name="connsiteY5" fmla="*/ 28575 h 114300"/>
              <a:gd name="connsiteX6" fmla="*/ 152400 w 152400"/>
              <a:gd name="connsiteY6" fmla="*/ 114300 h 114300"/>
              <a:gd name="connsiteX7" fmla="*/ 114300 w 152400"/>
              <a:gd name="connsiteY7" fmla="*/ 114300 h 114300"/>
              <a:gd name="connsiteX8" fmla="*/ 57150 w 152400"/>
              <a:gd name="connsiteY8" fmla="*/ 0 h 114300"/>
              <a:gd name="connsiteX9" fmla="*/ 95250 w 152400"/>
              <a:gd name="connsiteY9" fmla="*/ 0 h 114300"/>
              <a:gd name="connsiteX10" fmla="*/ 95250 w 152400"/>
              <a:gd name="connsiteY10" fmla="*/ 114300 h 114300"/>
              <a:gd name="connsiteX11" fmla="*/ 57150 w 152400"/>
              <a:gd name="connsiteY11"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14300">
                <a:moveTo>
                  <a:pt x="0" y="57150"/>
                </a:moveTo>
                <a:lnTo>
                  <a:pt x="38100" y="57150"/>
                </a:lnTo>
                <a:lnTo>
                  <a:pt x="38100" y="114300"/>
                </a:lnTo>
                <a:lnTo>
                  <a:pt x="0" y="114300"/>
                </a:lnTo>
                <a:close/>
                <a:moveTo>
                  <a:pt x="114300" y="28575"/>
                </a:moveTo>
                <a:lnTo>
                  <a:pt x="152400" y="28575"/>
                </a:lnTo>
                <a:lnTo>
                  <a:pt x="152400" y="114300"/>
                </a:lnTo>
                <a:lnTo>
                  <a:pt x="114300" y="114300"/>
                </a:lnTo>
                <a:close/>
                <a:moveTo>
                  <a:pt x="57150" y="0"/>
                </a:moveTo>
                <a:lnTo>
                  <a:pt x="95250" y="0"/>
                </a:lnTo>
                <a:lnTo>
                  <a:pt x="95250" y="114300"/>
                </a:lnTo>
                <a:lnTo>
                  <a:pt x="57150" y="114300"/>
                </a:lnTo>
                <a:close/>
              </a:path>
            </a:pathLst>
          </a:custGeom>
          <a:solidFill>
            <a:srgbClr val="000000"/>
          </a:solidFill>
          <a:ln w="9525" cap="flat">
            <a:noFill/>
            <a:prstDash val="solid"/>
            <a:miter/>
          </a:ln>
        </p:spPr>
        <p:txBody>
          <a:bodyPr rtlCol="0" anchor="ctr"/>
          <a:lstStyle/>
          <a:p>
            <a:endParaRPr lang="ru-RU"/>
          </a:p>
        </p:txBody>
      </p:sp>
      <p:sp>
        <p:nvSpPr>
          <p:cNvPr id="1570" name="Полилиния: фигура 1569">
            <a:extLst>
              <a:ext uri="{FF2B5EF4-FFF2-40B4-BE49-F238E27FC236}">
                <a16:creationId xmlns:a16="http://schemas.microsoft.com/office/drawing/2014/main" id="{E0B54ADD-ACF7-5975-4B74-9D3147B65BB4}"/>
              </a:ext>
            </a:extLst>
          </p:cNvPr>
          <p:cNvSpPr/>
          <p:nvPr/>
        </p:nvSpPr>
        <p:spPr>
          <a:xfrm>
            <a:off x="644197" y="3324224"/>
            <a:ext cx="209550" cy="209550"/>
          </a:xfrm>
          <a:custGeom>
            <a:avLst/>
            <a:gdLst>
              <a:gd name="connsiteX0" fmla="*/ 209550 w 209550"/>
              <a:gd name="connsiteY0" fmla="*/ 107916 h 209550"/>
              <a:gd name="connsiteX1" fmla="*/ 107916 w 209550"/>
              <a:gd name="connsiteY1" fmla="*/ 209550 h 209550"/>
              <a:gd name="connsiteX2" fmla="*/ 127282 w 209550"/>
              <a:gd name="connsiteY2" fmla="*/ 127282 h 209550"/>
              <a:gd name="connsiteX3" fmla="*/ 209550 w 209550"/>
              <a:gd name="connsiteY3" fmla="*/ 107916 h 209550"/>
              <a:gd name="connsiteX4" fmla="*/ 0 w 209550"/>
              <a:gd name="connsiteY4" fmla="*/ 107916 h 209550"/>
              <a:gd name="connsiteX5" fmla="*/ 82268 w 209550"/>
              <a:gd name="connsiteY5" fmla="*/ 127282 h 209550"/>
              <a:gd name="connsiteX6" fmla="*/ 101634 w 209550"/>
              <a:gd name="connsiteY6" fmla="*/ 209550 h 209550"/>
              <a:gd name="connsiteX7" fmla="*/ 0 w 209550"/>
              <a:gd name="connsiteY7" fmla="*/ 107916 h 209550"/>
              <a:gd name="connsiteX8" fmla="*/ 107916 w 209550"/>
              <a:gd name="connsiteY8" fmla="*/ 0 h 209550"/>
              <a:gd name="connsiteX9" fmla="*/ 209550 w 209550"/>
              <a:gd name="connsiteY9" fmla="*/ 101634 h 209550"/>
              <a:gd name="connsiteX10" fmla="*/ 127282 w 209550"/>
              <a:gd name="connsiteY10" fmla="*/ 82268 h 209550"/>
              <a:gd name="connsiteX11" fmla="*/ 107916 w 209550"/>
              <a:gd name="connsiteY11" fmla="*/ 0 h 209550"/>
              <a:gd name="connsiteX12" fmla="*/ 101634 w 209550"/>
              <a:gd name="connsiteY12" fmla="*/ 0 h 209550"/>
              <a:gd name="connsiteX13" fmla="*/ 82268 w 209550"/>
              <a:gd name="connsiteY13" fmla="*/ 82268 h 209550"/>
              <a:gd name="connsiteX14" fmla="*/ 0 w 209550"/>
              <a:gd name="connsiteY14" fmla="*/ 101634 h 209550"/>
              <a:gd name="connsiteX15" fmla="*/ 101634 w 209550"/>
              <a:gd name="connsiteY15" fmla="*/ 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9550" h="209550">
                <a:moveTo>
                  <a:pt x="209550" y="107916"/>
                </a:moveTo>
                <a:cubicBezTo>
                  <a:pt x="207919" y="163311"/>
                  <a:pt x="163311" y="207919"/>
                  <a:pt x="107916" y="209550"/>
                </a:cubicBezTo>
                <a:cubicBezTo>
                  <a:pt x="108446" y="167085"/>
                  <a:pt x="111350" y="143214"/>
                  <a:pt x="127282" y="127282"/>
                </a:cubicBezTo>
                <a:cubicBezTo>
                  <a:pt x="143214" y="111350"/>
                  <a:pt x="167085" y="108446"/>
                  <a:pt x="209550" y="107916"/>
                </a:cubicBezTo>
                <a:close/>
                <a:moveTo>
                  <a:pt x="0" y="107916"/>
                </a:moveTo>
                <a:cubicBezTo>
                  <a:pt x="42464" y="108446"/>
                  <a:pt x="66336" y="111350"/>
                  <a:pt x="82268" y="127282"/>
                </a:cubicBezTo>
                <a:cubicBezTo>
                  <a:pt x="98200" y="143214"/>
                  <a:pt x="101104" y="167085"/>
                  <a:pt x="101634" y="209550"/>
                </a:cubicBezTo>
                <a:cubicBezTo>
                  <a:pt x="46239" y="207919"/>
                  <a:pt x="1630" y="163311"/>
                  <a:pt x="0" y="107916"/>
                </a:cubicBezTo>
                <a:close/>
                <a:moveTo>
                  <a:pt x="107916" y="0"/>
                </a:moveTo>
                <a:cubicBezTo>
                  <a:pt x="163311" y="1630"/>
                  <a:pt x="207919" y="46239"/>
                  <a:pt x="209550" y="101634"/>
                </a:cubicBezTo>
                <a:cubicBezTo>
                  <a:pt x="167085" y="101103"/>
                  <a:pt x="143214" y="98200"/>
                  <a:pt x="127282" y="82268"/>
                </a:cubicBezTo>
                <a:cubicBezTo>
                  <a:pt x="111350" y="66336"/>
                  <a:pt x="108446" y="42464"/>
                  <a:pt x="107916" y="0"/>
                </a:cubicBezTo>
                <a:close/>
                <a:moveTo>
                  <a:pt x="101634" y="0"/>
                </a:moveTo>
                <a:cubicBezTo>
                  <a:pt x="101104" y="42464"/>
                  <a:pt x="98200" y="66336"/>
                  <a:pt x="82268" y="82268"/>
                </a:cubicBezTo>
                <a:cubicBezTo>
                  <a:pt x="66336" y="98200"/>
                  <a:pt x="42464" y="101104"/>
                  <a:pt x="0" y="101634"/>
                </a:cubicBezTo>
                <a:cubicBezTo>
                  <a:pt x="1630" y="46239"/>
                  <a:pt x="46239" y="1630"/>
                  <a:pt x="101634" y="0"/>
                </a:cubicBezTo>
                <a:close/>
              </a:path>
            </a:pathLst>
          </a:custGeom>
          <a:solidFill>
            <a:srgbClr val="000000"/>
          </a:solidFill>
          <a:ln w="9525" cap="flat">
            <a:noFill/>
            <a:prstDash val="solid"/>
            <a:miter/>
          </a:ln>
        </p:spPr>
        <p:txBody>
          <a:bodyPr rtlCol="0" anchor="ctr"/>
          <a:lstStyle/>
          <a:p>
            <a:endParaRPr lang="ru-RU"/>
          </a:p>
        </p:txBody>
      </p:sp>
      <p:sp>
        <p:nvSpPr>
          <p:cNvPr id="1584" name="Полилиния: фигура 1583">
            <a:extLst>
              <a:ext uri="{FF2B5EF4-FFF2-40B4-BE49-F238E27FC236}">
                <a16:creationId xmlns:a16="http://schemas.microsoft.com/office/drawing/2014/main" id="{BD6BA1E5-A318-5C96-CBB2-7AD5F434423E}"/>
              </a:ext>
            </a:extLst>
          </p:cNvPr>
          <p:cNvSpPr/>
          <p:nvPr/>
        </p:nvSpPr>
        <p:spPr>
          <a:xfrm>
            <a:off x="663249" y="5767690"/>
            <a:ext cx="171449" cy="171449"/>
          </a:xfrm>
          <a:custGeom>
            <a:avLst/>
            <a:gdLst>
              <a:gd name="connsiteX0" fmla="*/ 129901 w 171449"/>
              <a:gd name="connsiteY0" fmla="*/ 96467 h 171449"/>
              <a:gd name="connsiteX1" fmla="*/ 136797 w 171449"/>
              <a:gd name="connsiteY1" fmla="*/ 96467 h 171449"/>
              <a:gd name="connsiteX2" fmla="*/ 142104 w 171449"/>
              <a:gd name="connsiteY2" fmla="*/ 106036 h 171449"/>
              <a:gd name="connsiteX3" fmla="*/ 146470 w 171449"/>
              <a:gd name="connsiteY3" fmla="*/ 107845 h 171449"/>
              <a:gd name="connsiteX4" fmla="*/ 156990 w 171449"/>
              <a:gd name="connsiteY4" fmla="*/ 104832 h 171449"/>
              <a:gd name="connsiteX5" fmla="*/ 161866 w 171449"/>
              <a:gd name="connsiteY5" fmla="*/ 109708 h 171449"/>
              <a:gd name="connsiteX6" fmla="*/ 158853 w 171449"/>
              <a:gd name="connsiteY6" fmla="*/ 120227 h 171449"/>
              <a:gd name="connsiteX7" fmla="*/ 160662 w 171449"/>
              <a:gd name="connsiteY7" fmla="*/ 124593 h 171449"/>
              <a:gd name="connsiteX8" fmla="*/ 170231 w 171449"/>
              <a:gd name="connsiteY8" fmla="*/ 129901 h 171449"/>
              <a:gd name="connsiteX9" fmla="*/ 170231 w 171449"/>
              <a:gd name="connsiteY9" fmla="*/ 136797 h 171449"/>
              <a:gd name="connsiteX10" fmla="*/ 160662 w 171449"/>
              <a:gd name="connsiteY10" fmla="*/ 142104 h 171449"/>
              <a:gd name="connsiteX11" fmla="*/ 158853 w 171449"/>
              <a:gd name="connsiteY11" fmla="*/ 146470 h 171449"/>
              <a:gd name="connsiteX12" fmla="*/ 161866 w 171449"/>
              <a:gd name="connsiteY12" fmla="*/ 156990 h 171449"/>
              <a:gd name="connsiteX13" fmla="*/ 156990 w 171449"/>
              <a:gd name="connsiteY13" fmla="*/ 161866 h 171449"/>
              <a:gd name="connsiteX14" fmla="*/ 146470 w 171449"/>
              <a:gd name="connsiteY14" fmla="*/ 158853 h 171449"/>
              <a:gd name="connsiteX15" fmla="*/ 142104 w 171449"/>
              <a:gd name="connsiteY15" fmla="*/ 160662 h 171449"/>
              <a:gd name="connsiteX16" fmla="*/ 136797 w 171449"/>
              <a:gd name="connsiteY16" fmla="*/ 170231 h 171449"/>
              <a:gd name="connsiteX17" fmla="*/ 129901 w 171449"/>
              <a:gd name="connsiteY17" fmla="*/ 170231 h 171449"/>
              <a:gd name="connsiteX18" fmla="*/ 124593 w 171449"/>
              <a:gd name="connsiteY18" fmla="*/ 160662 h 171449"/>
              <a:gd name="connsiteX19" fmla="*/ 120227 w 171449"/>
              <a:gd name="connsiteY19" fmla="*/ 158853 h 171449"/>
              <a:gd name="connsiteX20" fmla="*/ 109708 w 171449"/>
              <a:gd name="connsiteY20" fmla="*/ 161866 h 171449"/>
              <a:gd name="connsiteX21" fmla="*/ 104832 w 171449"/>
              <a:gd name="connsiteY21" fmla="*/ 156990 h 171449"/>
              <a:gd name="connsiteX22" fmla="*/ 107845 w 171449"/>
              <a:gd name="connsiteY22" fmla="*/ 146470 h 171449"/>
              <a:gd name="connsiteX23" fmla="*/ 106036 w 171449"/>
              <a:gd name="connsiteY23" fmla="*/ 142104 h 171449"/>
              <a:gd name="connsiteX24" fmla="*/ 96467 w 171449"/>
              <a:gd name="connsiteY24" fmla="*/ 136797 h 171449"/>
              <a:gd name="connsiteX25" fmla="*/ 96467 w 171449"/>
              <a:gd name="connsiteY25" fmla="*/ 129901 h 171449"/>
              <a:gd name="connsiteX26" fmla="*/ 106036 w 171449"/>
              <a:gd name="connsiteY26" fmla="*/ 124593 h 171449"/>
              <a:gd name="connsiteX27" fmla="*/ 107845 w 171449"/>
              <a:gd name="connsiteY27" fmla="*/ 120227 h 171449"/>
              <a:gd name="connsiteX28" fmla="*/ 104832 w 171449"/>
              <a:gd name="connsiteY28" fmla="*/ 109708 h 171449"/>
              <a:gd name="connsiteX29" fmla="*/ 109708 w 171449"/>
              <a:gd name="connsiteY29" fmla="*/ 104832 h 171449"/>
              <a:gd name="connsiteX30" fmla="*/ 120227 w 171449"/>
              <a:gd name="connsiteY30" fmla="*/ 107845 h 171449"/>
              <a:gd name="connsiteX31" fmla="*/ 124593 w 171449"/>
              <a:gd name="connsiteY31" fmla="*/ 106036 h 171449"/>
              <a:gd name="connsiteX32" fmla="*/ 129901 w 171449"/>
              <a:gd name="connsiteY32" fmla="*/ 96467 h 171449"/>
              <a:gd name="connsiteX33" fmla="*/ 136139 w 171449"/>
              <a:gd name="connsiteY33" fmla="*/ 21839 h 171449"/>
              <a:gd name="connsiteX34" fmla="*/ 149609 w 171449"/>
              <a:gd name="connsiteY34" fmla="*/ 21839 h 171449"/>
              <a:gd name="connsiteX35" fmla="*/ 149609 w 171449"/>
              <a:gd name="connsiteY35" fmla="*/ 35309 h 171449"/>
              <a:gd name="connsiteX36" fmla="*/ 35309 w 171449"/>
              <a:gd name="connsiteY36" fmla="*/ 149609 h 171449"/>
              <a:gd name="connsiteX37" fmla="*/ 21839 w 171449"/>
              <a:gd name="connsiteY37" fmla="*/ 149609 h 171449"/>
              <a:gd name="connsiteX38" fmla="*/ 21839 w 171449"/>
              <a:gd name="connsiteY38" fmla="*/ 136139 h 171449"/>
              <a:gd name="connsiteX39" fmla="*/ 34651 w 171449"/>
              <a:gd name="connsiteY39" fmla="*/ 1218 h 171449"/>
              <a:gd name="connsiteX40" fmla="*/ 41547 w 171449"/>
              <a:gd name="connsiteY40" fmla="*/ 1218 h 171449"/>
              <a:gd name="connsiteX41" fmla="*/ 46855 w 171449"/>
              <a:gd name="connsiteY41" fmla="*/ 10786 h 171449"/>
              <a:gd name="connsiteX42" fmla="*/ 51221 w 171449"/>
              <a:gd name="connsiteY42" fmla="*/ 12595 h 171449"/>
              <a:gd name="connsiteX43" fmla="*/ 61740 w 171449"/>
              <a:gd name="connsiteY43" fmla="*/ 9582 h 171449"/>
              <a:gd name="connsiteX44" fmla="*/ 66616 w 171449"/>
              <a:gd name="connsiteY44" fmla="*/ 14458 h 171449"/>
              <a:gd name="connsiteX45" fmla="*/ 63603 w 171449"/>
              <a:gd name="connsiteY45" fmla="*/ 24977 h 171449"/>
              <a:gd name="connsiteX46" fmla="*/ 65412 w 171449"/>
              <a:gd name="connsiteY46" fmla="*/ 29343 h 171449"/>
              <a:gd name="connsiteX47" fmla="*/ 74981 w 171449"/>
              <a:gd name="connsiteY47" fmla="*/ 34651 h 171449"/>
              <a:gd name="connsiteX48" fmla="*/ 74981 w 171449"/>
              <a:gd name="connsiteY48" fmla="*/ 41547 h 171449"/>
              <a:gd name="connsiteX49" fmla="*/ 65412 w 171449"/>
              <a:gd name="connsiteY49" fmla="*/ 46855 h 171449"/>
              <a:gd name="connsiteX50" fmla="*/ 64644 w 171449"/>
              <a:gd name="connsiteY50" fmla="*/ 54753 h 171449"/>
              <a:gd name="connsiteX51" fmla="*/ 66616 w 171449"/>
              <a:gd name="connsiteY51" fmla="*/ 61740 h 171449"/>
              <a:gd name="connsiteX52" fmla="*/ 61740 w 171449"/>
              <a:gd name="connsiteY52" fmla="*/ 66616 h 171449"/>
              <a:gd name="connsiteX53" fmla="*/ 51221 w 171449"/>
              <a:gd name="connsiteY53" fmla="*/ 63603 h 171449"/>
              <a:gd name="connsiteX54" fmla="*/ 46855 w 171449"/>
              <a:gd name="connsiteY54" fmla="*/ 65412 h 171449"/>
              <a:gd name="connsiteX55" fmla="*/ 41547 w 171449"/>
              <a:gd name="connsiteY55" fmla="*/ 74981 h 171449"/>
              <a:gd name="connsiteX56" fmla="*/ 34651 w 171449"/>
              <a:gd name="connsiteY56" fmla="*/ 74981 h 171449"/>
              <a:gd name="connsiteX57" fmla="*/ 29343 w 171449"/>
              <a:gd name="connsiteY57" fmla="*/ 65412 h 171449"/>
              <a:gd name="connsiteX58" fmla="*/ 24977 w 171449"/>
              <a:gd name="connsiteY58" fmla="*/ 63603 h 171449"/>
              <a:gd name="connsiteX59" fmla="*/ 14458 w 171449"/>
              <a:gd name="connsiteY59" fmla="*/ 66616 h 171449"/>
              <a:gd name="connsiteX60" fmla="*/ 9582 w 171449"/>
              <a:gd name="connsiteY60" fmla="*/ 61740 h 171449"/>
              <a:gd name="connsiteX61" fmla="*/ 12595 w 171449"/>
              <a:gd name="connsiteY61" fmla="*/ 51221 h 171449"/>
              <a:gd name="connsiteX62" fmla="*/ 10786 w 171449"/>
              <a:gd name="connsiteY62" fmla="*/ 46855 h 171449"/>
              <a:gd name="connsiteX63" fmla="*/ 1218 w 171449"/>
              <a:gd name="connsiteY63" fmla="*/ 41547 h 171449"/>
              <a:gd name="connsiteX64" fmla="*/ 1218 w 171449"/>
              <a:gd name="connsiteY64" fmla="*/ 34651 h 171449"/>
              <a:gd name="connsiteX65" fmla="*/ 10786 w 171449"/>
              <a:gd name="connsiteY65" fmla="*/ 29343 h 171449"/>
              <a:gd name="connsiteX66" fmla="*/ 12595 w 171449"/>
              <a:gd name="connsiteY66" fmla="*/ 24977 h 171449"/>
              <a:gd name="connsiteX67" fmla="*/ 9582 w 171449"/>
              <a:gd name="connsiteY67" fmla="*/ 14458 h 171449"/>
              <a:gd name="connsiteX68" fmla="*/ 14458 w 171449"/>
              <a:gd name="connsiteY68" fmla="*/ 9582 h 171449"/>
              <a:gd name="connsiteX69" fmla="*/ 24977 w 171449"/>
              <a:gd name="connsiteY69" fmla="*/ 12595 h 171449"/>
              <a:gd name="connsiteX70" fmla="*/ 29343 w 171449"/>
              <a:gd name="connsiteY70" fmla="*/ 10786 h 171449"/>
              <a:gd name="connsiteX71" fmla="*/ 34651 w 171449"/>
              <a:gd name="connsiteY71" fmla="*/ 1218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71449" h="171449">
                <a:moveTo>
                  <a:pt x="129901" y="96467"/>
                </a:moveTo>
                <a:cubicBezTo>
                  <a:pt x="131912" y="94843"/>
                  <a:pt x="134785" y="94843"/>
                  <a:pt x="136797" y="96467"/>
                </a:cubicBezTo>
                <a:cubicBezTo>
                  <a:pt x="139662" y="98782"/>
                  <a:pt x="139695" y="103360"/>
                  <a:pt x="142104" y="106036"/>
                </a:cubicBezTo>
                <a:cubicBezTo>
                  <a:pt x="143212" y="107267"/>
                  <a:pt x="144817" y="107931"/>
                  <a:pt x="146470" y="107845"/>
                </a:cubicBezTo>
                <a:cubicBezTo>
                  <a:pt x="150066" y="107656"/>
                  <a:pt x="153327" y="104442"/>
                  <a:pt x="156990" y="104832"/>
                </a:cubicBezTo>
                <a:cubicBezTo>
                  <a:pt x="159561" y="105105"/>
                  <a:pt x="161592" y="107137"/>
                  <a:pt x="161866" y="109708"/>
                </a:cubicBezTo>
                <a:cubicBezTo>
                  <a:pt x="162255" y="113370"/>
                  <a:pt x="159041" y="116631"/>
                  <a:pt x="158853" y="120227"/>
                </a:cubicBezTo>
                <a:cubicBezTo>
                  <a:pt x="158766" y="121881"/>
                  <a:pt x="159430" y="123486"/>
                  <a:pt x="160662" y="124593"/>
                </a:cubicBezTo>
                <a:cubicBezTo>
                  <a:pt x="163337" y="127002"/>
                  <a:pt x="167916" y="127036"/>
                  <a:pt x="170231" y="129901"/>
                </a:cubicBezTo>
                <a:cubicBezTo>
                  <a:pt x="171855" y="131912"/>
                  <a:pt x="171855" y="134785"/>
                  <a:pt x="170231" y="136797"/>
                </a:cubicBezTo>
                <a:cubicBezTo>
                  <a:pt x="167916" y="139662"/>
                  <a:pt x="163337" y="139695"/>
                  <a:pt x="160662" y="142104"/>
                </a:cubicBezTo>
                <a:cubicBezTo>
                  <a:pt x="159430" y="143212"/>
                  <a:pt x="158766" y="144817"/>
                  <a:pt x="158853" y="146470"/>
                </a:cubicBezTo>
                <a:cubicBezTo>
                  <a:pt x="159041" y="150066"/>
                  <a:pt x="162255" y="153327"/>
                  <a:pt x="161866" y="156990"/>
                </a:cubicBezTo>
                <a:cubicBezTo>
                  <a:pt x="161592" y="159561"/>
                  <a:pt x="159561" y="161592"/>
                  <a:pt x="156990" y="161866"/>
                </a:cubicBezTo>
                <a:cubicBezTo>
                  <a:pt x="153327" y="162255"/>
                  <a:pt x="150066" y="159041"/>
                  <a:pt x="146470" y="158853"/>
                </a:cubicBezTo>
                <a:cubicBezTo>
                  <a:pt x="144817" y="158766"/>
                  <a:pt x="143212" y="159430"/>
                  <a:pt x="142104" y="160662"/>
                </a:cubicBezTo>
                <a:cubicBezTo>
                  <a:pt x="139695" y="163337"/>
                  <a:pt x="139662" y="167916"/>
                  <a:pt x="136797" y="170231"/>
                </a:cubicBezTo>
                <a:cubicBezTo>
                  <a:pt x="134785" y="171855"/>
                  <a:pt x="131912" y="171855"/>
                  <a:pt x="129901" y="170231"/>
                </a:cubicBezTo>
                <a:cubicBezTo>
                  <a:pt x="127036" y="167916"/>
                  <a:pt x="127002" y="163337"/>
                  <a:pt x="124593" y="160662"/>
                </a:cubicBezTo>
                <a:cubicBezTo>
                  <a:pt x="123486" y="159430"/>
                  <a:pt x="121881" y="158766"/>
                  <a:pt x="120227" y="158853"/>
                </a:cubicBezTo>
                <a:cubicBezTo>
                  <a:pt x="116631" y="159041"/>
                  <a:pt x="113370" y="162255"/>
                  <a:pt x="109708" y="161866"/>
                </a:cubicBezTo>
                <a:cubicBezTo>
                  <a:pt x="107137" y="161592"/>
                  <a:pt x="105105" y="159561"/>
                  <a:pt x="104832" y="156990"/>
                </a:cubicBezTo>
                <a:cubicBezTo>
                  <a:pt x="104442" y="153327"/>
                  <a:pt x="107656" y="150066"/>
                  <a:pt x="107845" y="146470"/>
                </a:cubicBezTo>
                <a:cubicBezTo>
                  <a:pt x="107931" y="144817"/>
                  <a:pt x="107267" y="143212"/>
                  <a:pt x="106036" y="142104"/>
                </a:cubicBezTo>
                <a:cubicBezTo>
                  <a:pt x="103360" y="139695"/>
                  <a:pt x="98782" y="139662"/>
                  <a:pt x="96467" y="136797"/>
                </a:cubicBezTo>
                <a:cubicBezTo>
                  <a:pt x="94843" y="134785"/>
                  <a:pt x="94843" y="131912"/>
                  <a:pt x="96467" y="129901"/>
                </a:cubicBezTo>
                <a:cubicBezTo>
                  <a:pt x="98782" y="127036"/>
                  <a:pt x="103360" y="127002"/>
                  <a:pt x="106036" y="124593"/>
                </a:cubicBezTo>
                <a:cubicBezTo>
                  <a:pt x="107267" y="123486"/>
                  <a:pt x="107931" y="121881"/>
                  <a:pt x="107845" y="120227"/>
                </a:cubicBezTo>
                <a:cubicBezTo>
                  <a:pt x="107656" y="116631"/>
                  <a:pt x="104442" y="113370"/>
                  <a:pt x="104832" y="109708"/>
                </a:cubicBezTo>
                <a:cubicBezTo>
                  <a:pt x="105105" y="107137"/>
                  <a:pt x="107137" y="105105"/>
                  <a:pt x="109708" y="104832"/>
                </a:cubicBezTo>
                <a:cubicBezTo>
                  <a:pt x="113370" y="104442"/>
                  <a:pt x="116631" y="107656"/>
                  <a:pt x="120227" y="107845"/>
                </a:cubicBezTo>
                <a:cubicBezTo>
                  <a:pt x="121881" y="107931"/>
                  <a:pt x="123486" y="107267"/>
                  <a:pt x="124593" y="106036"/>
                </a:cubicBezTo>
                <a:cubicBezTo>
                  <a:pt x="127002" y="103360"/>
                  <a:pt x="127036" y="98782"/>
                  <a:pt x="129901" y="96467"/>
                </a:cubicBezTo>
                <a:close/>
                <a:moveTo>
                  <a:pt x="136139" y="21839"/>
                </a:moveTo>
                <a:cubicBezTo>
                  <a:pt x="139858" y="18119"/>
                  <a:pt x="145890" y="18119"/>
                  <a:pt x="149609" y="21839"/>
                </a:cubicBezTo>
                <a:cubicBezTo>
                  <a:pt x="153329" y="25559"/>
                  <a:pt x="153329" y="31589"/>
                  <a:pt x="149609" y="35309"/>
                </a:cubicBezTo>
                <a:lnTo>
                  <a:pt x="35309" y="149609"/>
                </a:lnTo>
                <a:cubicBezTo>
                  <a:pt x="31589" y="153329"/>
                  <a:pt x="25559" y="153329"/>
                  <a:pt x="21839" y="149609"/>
                </a:cubicBezTo>
                <a:cubicBezTo>
                  <a:pt x="18119" y="145890"/>
                  <a:pt x="18119" y="139858"/>
                  <a:pt x="21839" y="136139"/>
                </a:cubicBezTo>
                <a:close/>
                <a:moveTo>
                  <a:pt x="34651" y="1218"/>
                </a:moveTo>
                <a:cubicBezTo>
                  <a:pt x="36663" y="-407"/>
                  <a:pt x="39535" y="-407"/>
                  <a:pt x="41547" y="1218"/>
                </a:cubicBezTo>
                <a:cubicBezTo>
                  <a:pt x="44412" y="3532"/>
                  <a:pt x="44446" y="8110"/>
                  <a:pt x="46855" y="10786"/>
                </a:cubicBezTo>
                <a:cubicBezTo>
                  <a:pt x="47962" y="12017"/>
                  <a:pt x="49567" y="12682"/>
                  <a:pt x="51221" y="12595"/>
                </a:cubicBezTo>
                <a:cubicBezTo>
                  <a:pt x="54816" y="12406"/>
                  <a:pt x="58077" y="9193"/>
                  <a:pt x="61740" y="9582"/>
                </a:cubicBezTo>
                <a:cubicBezTo>
                  <a:pt x="64311" y="9855"/>
                  <a:pt x="66343" y="11887"/>
                  <a:pt x="66616" y="14458"/>
                </a:cubicBezTo>
                <a:cubicBezTo>
                  <a:pt x="67005" y="18121"/>
                  <a:pt x="63792" y="21382"/>
                  <a:pt x="63603" y="24977"/>
                </a:cubicBezTo>
                <a:cubicBezTo>
                  <a:pt x="63516" y="26631"/>
                  <a:pt x="64181" y="28236"/>
                  <a:pt x="65412" y="29343"/>
                </a:cubicBezTo>
                <a:cubicBezTo>
                  <a:pt x="68088" y="31752"/>
                  <a:pt x="72666" y="31786"/>
                  <a:pt x="74981" y="34651"/>
                </a:cubicBezTo>
                <a:cubicBezTo>
                  <a:pt x="76605" y="36663"/>
                  <a:pt x="76605" y="39535"/>
                  <a:pt x="74981" y="41547"/>
                </a:cubicBezTo>
                <a:cubicBezTo>
                  <a:pt x="72666" y="44412"/>
                  <a:pt x="68088" y="44446"/>
                  <a:pt x="65412" y="46855"/>
                </a:cubicBezTo>
                <a:cubicBezTo>
                  <a:pt x="62872" y="49141"/>
                  <a:pt x="63622" y="51986"/>
                  <a:pt x="64644" y="54753"/>
                </a:cubicBezTo>
                <a:cubicBezTo>
                  <a:pt x="66049" y="58560"/>
                  <a:pt x="66752" y="60464"/>
                  <a:pt x="66616" y="61740"/>
                </a:cubicBezTo>
                <a:cubicBezTo>
                  <a:pt x="66343" y="64311"/>
                  <a:pt x="64311" y="66343"/>
                  <a:pt x="61740" y="66616"/>
                </a:cubicBezTo>
                <a:cubicBezTo>
                  <a:pt x="58077" y="67005"/>
                  <a:pt x="54816" y="63792"/>
                  <a:pt x="51221" y="63603"/>
                </a:cubicBezTo>
                <a:cubicBezTo>
                  <a:pt x="49567" y="63516"/>
                  <a:pt x="47962" y="64181"/>
                  <a:pt x="46855" y="65412"/>
                </a:cubicBezTo>
                <a:cubicBezTo>
                  <a:pt x="44446" y="68088"/>
                  <a:pt x="44412" y="72666"/>
                  <a:pt x="41547" y="74981"/>
                </a:cubicBezTo>
                <a:cubicBezTo>
                  <a:pt x="39535" y="76605"/>
                  <a:pt x="36663" y="76605"/>
                  <a:pt x="34651" y="74981"/>
                </a:cubicBezTo>
                <a:cubicBezTo>
                  <a:pt x="31786" y="72666"/>
                  <a:pt x="31752" y="68088"/>
                  <a:pt x="29343" y="65412"/>
                </a:cubicBezTo>
                <a:cubicBezTo>
                  <a:pt x="28236" y="64181"/>
                  <a:pt x="26631" y="63516"/>
                  <a:pt x="24977" y="63603"/>
                </a:cubicBezTo>
                <a:cubicBezTo>
                  <a:pt x="21382" y="63792"/>
                  <a:pt x="18121" y="67005"/>
                  <a:pt x="14458" y="66616"/>
                </a:cubicBezTo>
                <a:cubicBezTo>
                  <a:pt x="11887" y="66343"/>
                  <a:pt x="9855" y="64311"/>
                  <a:pt x="9582" y="61740"/>
                </a:cubicBezTo>
                <a:cubicBezTo>
                  <a:pt x="9193" y="58077"/>
                  <a:pt x="12406" y="54816"/>
                  <a:pt x="12595" y="51221"/>
                </a:cubicBezTo>
                <a:cubicBezTo>
                  <a:pt x="12682" y="49567"/>
                  <a:pt x="12017" y="47962"/>
                  <a:pt x="10786" y="46855"/>
                </a:cubicBezTo>
                <a:cubicBezTo>
                  <a:pt x="8110" y="44446"/>
                  <a:pt x="3532" y="44412"/>
                  <a:pt x="1218" y="41547"/>
                </a:cubicBezTo>
                <a:cubicBezTo>
                  <a:pt x="-407" y="39535"/>
                  <a:pt x="-407" y="36663"/>
                  <a:pt x="1218" y="34651"/>
                </a:cubicBezTo>
                <a:cubicBezTo>
                  <a:pt x="3532" y="31786"/>
                  <a:pt x="8110" y="31752"/>
                  <a:pt x="10786" y="29343"/>
                </a:cubicBezTo>
                <a:cubicBezTo>
                  <a:pt x="12017" y="28236"/>
                  <a:pt x="12682" y="26631"/>
                  <a:pt x="12595" y="24977"/>
                </a:cubicBezTo>
                <a:cubicBezTo>
                  <a:pt x="12406" y="21382"/>
                  <a:pt x="9193" y="18121"/>
                  <a:pt x="9582" y="14458"/>
                </a:cubicBezTo>
                <a:cubicBezTo>
                  <a:pt x="9855" y="11887"/>
                  <a:pt x="11887" y="9855"/>
                  <a:pt x="14458" y="9582"/>
                </a:cubicBezTo>
                <a:cubicBezTo>
                  <a:pt x="18121" y="9193"/>
                  <a:pt x="21382" y="12406"/>
                  <a:pt x="24977" y="12595"/>
                </a:cubicBezTo>
                <a:cubicBezTo>
                  <a:pt x="26631" y="12682"/>
                  <a:pt x="28236" y="12017"/>
                  <a:pt x="29343" y="10786"/>
                </a:cubicBezTo>
                <a:cubicBezTo>
                  <a:pt x="31752" y="8110"/>
                  <a:pt x="31786" y="3532"/>
                  <a:pt x="34651" y="1218"/>
                </a:cubicBezTo>
                <a:close/>
              </a:path>
            </a:pathLst>
          </a:custGeom>
          <a:solidFill>
            <a:srgbClr val="000000"/>
          </a:solidFill>
          <a:ln w="9525" cap="flat">
            <a:noFill/>
            <a:prstDash val="solid"/>
            <a:miter/>
          </a:ln>
        </p:spPr>
        <p:txBody>
          <a:bodyPr rtlCol="0" anchor="ctr"/>
          <a:lstStyle/>
          <a:p>
            <a:endParaRPr lang="ru-RU"/>
          </a:p>
        </p:txBody>
      </p:sp>
      <p:sp>
        <p:nvSpPr>
          <p:cNvPr id="1546" name="Полилиния: фигура 1545">
            <a:extLst>
              <a:ext uri="{FF2B5EF4-FFF2-40B4-BE49-F238E27FC236}">
                <a16:creationId xmlns:a16="http://schemas.microsoft.com/office/drawing/2014/main" id="{A20282C9-D72B-9634-9E52-59B5CA928226}"/>
              </a:ext>
            </a:extLst>
          </p:cNvPr>
          <p:cNvSpPr/>
          <p:nvPr/>
        </p:nvSpPr>
        <p:spPr>
          <a:xfrm>
            <a:off x="1090312" y="875392"/>
            <a:ext cx="171315" cy="171450"/>
          </a:xfrm>
          <a:custGeom>
            <a:avLst/>
            <a:gdLst>
              <a:gd name="connsiteX0" fmla="*/ 138113 w 171315"/>
              <a:gd name="connsiteY0" fmla="*/ 133350 h 171450"/>
              <a:gd name="connsiteX1" fmla="*/ 142875 w 171315"/>
              <a:gd name="connsiteY1" fmla="*/ 138113 h 171450"/>
              <a:gd name="connsiteX2" fmla="*/ 142875 w 171315"/>
              <a:gd name="connsiteY2" fmla="*/ 142875 h 171450"/>
              <a:gd name="connsiteX3" fmla="*/ 147638 w 171315"/>
              <a:gd name="connsiteY3" fmla="*/ 153192 h 171450"/>
              <a:gd name="connsiteX4" fmla="*/ 161925 w 171315"/>
              <a:gd name="connsiteY4" fmla="*/ 161925 h 171450"/>
              <a:gd name="connsiteX5" fmla="*/ 138113 w 171315"/>
              <a:gd name="connsiteY5" fmla="*/ 171450 h 171450"/>
              <a:gd name="connsiteX6" fmla="*/ 114300 w 171315"/>
              <a:gd name="connsiteY6" fmla="*/ 161925 h 171450"/>
              <a:gd name="connsiteX7" fmla="*/ 128588 w 171315"/>
              <a:gd name="connsiteY7" fmla="*/ 153192 h 171450"/>
              <a:gd name="connsiteX8" fmla="*/ 133350 w 171315"/>
              <a:gd name="connsiteY8" fmla="*/ 142875 h 171450"/>
              <a:gd name="connsiteX9" fmla="*/ 133350 w 171315"/>
              <a:gd name="connsiteY9" fmla="*/ 138113 h 171450"/>
              <a:gd name="connsiteX10" fmla="*/ 138113 w 171315"/>
              <a:gd name="connsiteY10" fmla="*/ 133350 h 171450"/>
              <a:gd name="connsiteX11" fmla="*/ 138112 w 171315"/>
              <a:gd name="connsiteY11" fmla="*/ 38100 h 171450"/>
              <a:gd name="connsiteX12" fmla="*/ 170883 w 171315"/>
              <a:gd name="connsiteY12" fmla="*/ 57150 h 171450"/>
              <a:gd name="connsiteX13" fmla="*/ 170468 w 171315"/>
              <a:gd name="connsiteY13" fmla="*/ 62017 h 171450"/>
              <a:gd name="connsiteX14" fmla="*/ 138112 w 171315"/>
              <a:gd name="connsiteY14" fmla="*/ 123825 h 171450"/>
              <a:gd name="connsiteX15" fmla="*/ 105755 w 171315"/>
              <a:gd name="connsiteY15" fmla="*/ 62009 h 171450"/>
              <a:gd name="connsiteX16" fmla="*/ 105340 w 171315"/>
              <a:gd name="connsiteY16" fmla="*/ 57150 h 171450"/>
              <a:gd name="connsiteX17" fmla="*/ 138112 w 171315"/>
              <a:gd name="connsiteY17" fmla="*/ 38100 h 171450"/>
              <a:gd name="connsiteX18" fmla="*/ 38100 w 171315"/>
              <a:gd name="connsiteY18" fmla="*/ 28575 h 171450"/>
              <a:gd name="connsiteX19" fmla="*/ 57150 w 171315"/>
              <a:gd name="connsiteY19" fmla="*/ 28575 h 171450"/>
              <a:gd name="connsiteX20" fmla="*/ 66675 w 171315"/>
              <a:gd name="connsiteY20" fmla="*/ 38100 h 171450"/>
              <a:gd name="connsiteX21" fmla="*/ 66675 w 171315"/>
              <a:gd name="connsiteY21" fmla="*/ 51643 h 171450"/>
              <a:gd name="connsiteX22" fmla="*/ 76200 w 171315"/>
              <a:gd name="connsiteY22" fmla="*/ 64931 h 171450"/>
              <a:gd name="connsiteX23" fmla="*/ 95250 w 171315"/>
              <a:gd name="connsiteY23" fmla="*/ 114300 h 171450"/>
              <a:gd name="connsiteX24" fmla="*/ 47625 w 171315"/>
              <a:gd name="connsiteY24" fmla="*/ 171450 h 171450"/>
              <a:gd name="connsiteX25" fmla="*/ 0 w 171315"/>
              <a:gd name="connsiteY25" fmla="*/ 114300 h 171450"/>
              <a:gd name="connsiteX26" fmla="*/ 0 w 171315"/>
              <a:gd name="connsiteY26" fmla="*/ 104775 h 171450"/>
              <a:gd name="connsiteX27" fmla="*/ 14288 w 171315"/>
              <a:gd name="connsiteY27" fmla="*/ 95250 h 171450"/>
              <a:gd name="connsiteX28" fmla="*/ 71438 w 171315"/>
              <a:gd name="connsiteY28" fmla="*/ 95250 h 171450"/>
              <a:gd name="connsiteX29" fmla="*/ 76200 w 171315"/>
              <a:gd name="connsiteY29" fmla="*/ 90488 h 171450"/>
              <a:gd name="connsiteX30" fmla="*/ 71438 w 171315"/>
              <a:gd name="connsiteY30" fmla="*/ 85725 h 171450"/>
              <a:gd name="connsiteX31" fmla="*/ 14288 w 171315"/>
              <a:gd name="connsiteY31" fmla="*/ 85725 h 171450"/>
              <a:gd name="connsiteX32" fmla="*/ 8567 w 171315"/>
              <a:gd name="connsiteY32" fmla="*/ 76200 h 171450"/>
              <a:gd name="connsiteX33" fmla="*/ 19050 w 171315"/>
              <a:gd name="connsiteY33" fmla="*/ 64931 h 171450"/>
              <a:gd name="connsiteX34" fmla="*/ 28575 w 171315"/>
              <a:gd name="connsiteY34" fmla="*/ 52388 h 171450"/>
              <a:gd name="connsiteX35" fmla="*/ 28575 w 171315"/>
              <a:gd name="connsiteY35" fmla="*/ 38100 h 171450"/>
              <a:gd name="connsiteX36" fmla="*/ 38100 w 171315"/>
              <a:gd name="connsiteY36" fmla="*/ 28575 h 171450"/>
              <a:gd name="connsiteX37" fmla="*/ 47625 w 171315"/>
              <a:gd name="connsiteY37" fmla="*/ 0 h 171450"/>
              <a:gd name="connsiteX38" fmla="*/ 66194 w 171315"/>
              <a:gd name="connsiteY38" fmla="*/ 9525 h 171450"/>
              <a:gd name="connsiteX39" fmla="*/ 57150 w 171315"/>
              <a:gd name="connsiteY39" fmla="*/ 19050 h 171450"/>
              <a:gd name="connsiteX40" fmla="*/ 38100 w 171315"/>
              <a:gd name="connsiteY40" fmla="*/ 19050 h 171450"/>
              <a:gd name="connsiteX41" fmla="*/ 29055 w 171315"/>
              <a:gd name="connsiteY41" fmla="*/ 9525 h 171450"/>
              <a:gd name="connsiteX42" fmla="*/ 47625 w 171315"/>
              <a:gd name="connsiteY4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315" h="171450">
                <a:moveTo>
                  <a:pt x="138113" y="133350"/>
                </a:moveTo>
                <a:cubicBezTo>
                  <a:pt x="140742" y="133350"/>
                  <a:pt x="142875" y="135483"/>
                  <a:pt x="142875" y="138113"/>
                </a:cubicBezTo>
                <a:lnTo>
                  <a:pt x="142875" y="142875"/>
                </a:lnTo>
                <a:cubicBezTo>
                  <a:pt x="142875" y="149328"/>
                  <a:pt x="142875" y="152360"/>
                  <a:pt x="147638" y="153192"/>
                </a:cubicBezTo>
                <a:cubicBezTo>
                  <a:pt x="156048" y="154662"/>
                  <a:pt x="161925" y="158019"/>
                  <a:pt x="161925" y="161925"/>
                </a:cubicBezTo>
                <a:cubicBezTo>
                  <a:pt x="161925" y="167186"/>
                  <a:pt x="151264" y="171450"/>
                  <a:pt x="138113" y="171450"/>
                </a:cubicBezTo>
                <a:cubicBezTo>
                  <a:pt x="124961" y="171450"/>
                  <a:pt x="114300" y="167186"/>
                  <a:pt x="114300" y="161925"/>
                </a:cubicBezTo>
                <a:cubicBezTo>
                  <a:pt x="114300" y="158019"/>
                  <a:pt x="120178" y="154662"/>
                  <a:pt x="128588" y="153192"/>
                </a:cubicBezTo>
                <a:cubicBezTo>
                  <a:pt x="133350" y="152360"/>
                  <a:pt x="133350" y="149328"/>
                  <a:pt x="133350" y="142875"/>
                </a:cubicBezTo>
                <a:lnTo>
                  <a:pt x="133350" y="138113"/>
                </a:lnTo>
                <a:cubicBezTo>
                  <a:pt x="133350" y="135483"/>
                  <a:pt x="135483" y="133350"/>
                  <a:pt x="138113" y="133350"/>
                </a:cubicBezTo>
                <a:close/>
                <a:moveTo>
                  <a:pt x="138112" y="38100"/>
                </a:moveTo>
                <a:cubicBezTo>
                  <a:pt x="170883" y="38100"/>
                  <a:pt x="172552" y="38100"/>
                  <a:pt x="170883" y="57150"/>
                </a:cubicBezTo>
                <a:cubicBezTo>
                  <a:pt x="170746" y="58718"/>
                  <a:pt x="170609" y="60344"/>
                  <a:pt x="170468" y="62017"/>
                </a:cubicBezTo>
                <a:cubicBezTo>
                  <a:pt x="168312" y="87562"/>
                  <a:pt x="155725" y="123825"/>
                  <a:pt x="138112" y="123825"/>
                </a:cubicBezTo>
                <a:cubicBezTo>
                  <a:pt x="120498" y="123825"/>
                  <a:pt x="107912" y="87555"/>
                  <a:pt x="105755" y="62009"/>
                </a:cubicBezTo>
                <a:cubicBezTo>
                  <a:pt x="105614" y="60339"/>
                  <a:pt x="105477" y="58715"/>
                  <a:pt x="105340" y="57150"/>
                </a:cubicBezTo>
                <a:cubicBezTo>
                  <a:pt x="103672" y="38100"/>
                  <a:pt x="105340" y="38100"/>
                  <a:pt x="138112" y="38100"/>
                </a:cubicBezTo>
                <a:close/>
                <a:moveTo>
                  <a:pt x="38100" y="28575"/>
                </a:moveTo>
                <a:cubicBezTo>
                  <a:pt x="45540" y="28575"/>
                  <a:pt x="49711" y="28575"/>
                  <a:pt x="57150" y="28575"/>
                </a:cubicBezTo>
                <a:cubicBezTo>
                  <a:pt x="66675" y="28575"/>
                  <a:pt x="66675" y="28575"/>
                  <a:pt x="66675" y="38100"/>
                </a:cubicBezTo>
                <a:cubicBezTo>
                  <a:pt x="66675" y="43389"/>
                  <a:pt x="66675" y="51643"/>
                  <a:pt x="66675" y="51643"/>
                </a:cubicBezTo>
                <a:cubicBezTo>
                  <a:pt x="66675" y="61112"/>
                  <a:pt x="68829" y="59763"/>
                  <a:pt x="76200" y="64931"/>
                </a:cubicBezTo>
                <a:cubicBezTo>
                  <a:pt x="88553" y="73592"/>
                  <a:pt x="95250" y="89696"/>
                  <a:pt x="95250" y="114300"/>
                </a:cubicBezTo>
                <a:cubicBezTo>
                  <a:pt x="95250" y="161363"/>
                  <a:pt x="95250" y="171450"/>
                  <a:pt x="47625" y="171450"/>
                </a:cubicBezTo>
                <a:cubicBezTo>
                  <a:pt x="0" y="171450"/>
                  <a:pt x="0" y="161363"/>
                  <a:pt x="0" y="114300"/>
                </a:cubicBezTo>
                <a:cubicBezTo>
                  <a:pt x="0" y="110970"/>
                  <a:pt x="123" y="107981"/>
                  <a:pt x="0" y="104775"/>
                </a:cubicBezTo>
                <a:cubicBezTo>
                  <a:pt x="0" y="95250"/>
                  <a:pt x="4763" y="95250"/>
                  <a:pt x="14288" y="95250"/>
                </a:cubicBezTo>
                <a:lnTo>
                  <a:pt x="71438" y="95250"/>
                </a:lnTo>
                <a:cubicBezTo>
                  <a:pt x="74067" y="95250"/>
                  <a:pt x="76200" y="93117"/>
                  <a:pt x="76200" y="90488"/>
                </a:cubicBezTo>
                <a:cubicBezTo>
                  <a:pt x="76200" y="87858"/>
                  <a:pt x="74067" y="85725"/>
                  <a:pt x="71438" y="85725"/>
                </a:cubicBezTo>
                <a:lnTo>
                  <a:pt x="14288" y="85725"/>
                </a:lnTo>
                <a:cubicBezTo>
                  <a:pt x="4763" y="85725"/>
                  <a:pt x="3882" y="83844"/>
                  <a:pt x="8567" y="76200"/>
                </a:cubicBezTo>
                <a:cubicBezTo>
                  <a:pt x="11399" y="71579"/>
                  <a:pt x="14906" y="67836"/>
                  <a:pt x="19050" y="64931"/>
                </a:cubicBezTo>
                <a:cubicBezTo>
                  <a:pt x="26057" y="60018"/>
                  <a:pt x="28575" y="61349"/>
                  <a:pt x="28575" y="52388"/>
                </a:cubicBezTo>
                <a:cubicBezTo>
                  <a:pt x="28575" y="52388"/>
                  <a:pt x="28575" y="43680"/>
                  <a:pt x="28575" y="38100"/>
                </a:cubicBezTo>
                <a:cubicBezTo>
                  <a:pt x="28575" y="28575"/>
                  <a:pt x="28575" y="28575"/>
                  <a:pt x="38100" y="28575"/>
                </a:cubicBezTo>
                <a:close/>
                <a:moveTo>
                  <a:pt x="47625" y="0"/>
                </a:moveTo>
                <a:cubicBezTo>
                  <a:pt x="61087" y="0"/>
                  <a:pt x="65036" y="0"/>
                  <a:pt x="66194" y="9525"/>
                </a:cubicBezTo>
                <a:cubicBezTo>
                  <a:pt x="67344" y="18982"/>
                  <a:pt x="66156" y="19050"/>
                  <a:pt x="57150" y="19050"/>
                </a:cubicBezTo>
                <a:lnTo>
                  <a:pt x="38100" y="19050"/>
                </a:lnTo>
                <a:cubicBezTo>
                  <a:pt x="29094" y="19050"/>
                  <a:pt x="27906" y="18982"/>
                  <a:pt x="29055" y="9525"/>
                </a:cubicBezTo>
                <a:cubicBezTo>
                  <a:pt x="30214" y="0"/>
                  <a:pt x="34162" y="0"/>
                  <a:pt x="47625" y="0"/>
                </a:cubicBezTo>
                <a:close/>
              </a:path>
            </a:pathLst>
          </a:custGeom>
          <a:solidFill>
            <a:srgbClr val="000000"/>
          </a:solidFill>
          <a:ln w="9525" cap="flat">
            <a:noFill/>
            <a:prstDash val="solid"/>
            <a:miter/>
          </a:ln>
        </p:spPr>
        <p:txBody>
          <a:bodyPr rtlCol="0" anchor="ctr"/>
          <a:lstStyle/>
          <a:p>
            <a:endParaRPr lang="ru-RU"/>
          </a:p>
        </p:txBody>
      </p:sp>
      <p:sp>
        <p:nvSpPr>
          <p:cNvPr id="1554" name="Полилиния: фигура 1553">
            <a:extLst>
              <a:ext uri="{FF2B5EF4-FFF2-40B4-BE49-F238E27FC236}">
                <a16:creationId xmlns:a16="http://schemas.microsoft.com/office/drawing/2014/main" id="{CEA1698C-5F9A-12F2-46DA-1E4365EC7284}"/>
              </a:ext>
            </a:extLst>
          </p:cNvPr>
          <p:cNvSpPr/>
          <p:nvPr/>
        </p:nvSpPr>
        <p:spPr>
          <a:xfrm>
            <a:off x="1099837" y="1385508"/>
            <a:ext cx="133349" cy="190500"/>
          </a:xfrm>
          <a:custGeom>
            <a:avLst/>
            <a:gdLst>
              <a:gd name="connsiteX0" fmla="*/ 92616 w 133349"/>
              <a:gd name="connsiteY0" fmla="*/ 105279 h 190500"/>
              <a:gd name="connsiteX1" fmla="*/ 86227 w 133349"/>
              <a:gd name="connsiteY1" fmla="*/ 107409 h 190500"/>
              <a:gd name="connsiteX2" fmla="*/ 76702 w 133349"/>
              <a:gd name="connsiteY2" fmla="*/ 126459 h 190500"/>
              <a:gd name="connsiteX3" fmla="*/ 76911 w 133349"/>
              <a:gd name="connsiteY3" fmla="*/ 131093 h 190500"/>
              <a:gd name="connsiteX4" fmla="*/ 80962 w 133349"/>
              <a:gd name="connsiteY4" fmla="*/ 133351 h 190500"/>
              <a:gd name="connsiteX5" fmla="*/ 92306 w 133349"/>
              <a:gd name="connsiteY5" fmla="*/ 133351 h 190500"/>
              <a:gd name="connsiteX6" fmla="*/ 86227 w 133349"/>
              <a:gd name="connsiteY6" fmla="*/ 145509 h 190500"/>
              <a:gd name="connsiteX7" fmla="*/ 88357 w 133349"/>
              <a:gd name="connsiteY7" fmla="*/ 151898 h 190500"/>
              <a:gd name="connsiteX8" fmla="*/ 94746 w 133349"/>
              <a:gd name="connsiteY8" fmla="*/ 149768 h 190500"/>
              <a:gd name="connsiteX9" fmla="*/ 104271 w 133349"/>
              <a:gd name="connsiteY9" fmla="*/ 130718 h 190500"/>
              <a:gd name="connsiteX10" fmla="*/ 104063 w 133349"/>
              <a:gd name="connsiteY10" fmla="*/ 126084 h 190500"/>
              <a:gd name="connsiteX11" fmla="*/ 100012 w 133349"/>
              <a:gd name="connsiteY11" fmla="*/ 123826 h 190500"/>
              <a:gd name="connsiteX12" fmla="*/ 88667 w 133349"/>
              <a:gd name="connsiteY12" fmla="*/ 123826 h 190500"/>
              <a:gd name="connsiteX13" fmla="*/ 94746 w 133349"/>
              <a:gd name="connsiteY13" fmla="*/ 111668 h 190500"/>
              <a:gd name="connsiteX14" fmla="*/ 92616 w 133349"/>
              <a:gd name="connsiteY14" fmla="*/ 105279 h 190500"/>
              <a:gd name="connsiteX15" fmla="*/ 3354 w 133349"/>
              <a:gd name="connsiteY15" fmla="*/ 78122 h 190500"/>
              <a:gd name="connsiteX16" fmla="*/ 9525 w 133349"/>
              <a:gd name="connsiteY16" fmla="*/ 79144 h 190500"/>
              <a:gd name="connsiteX17" fmla="*/ 19434 w 133349"/>
              <a:gd name="connsiteY17" fmla="*/ 84099 h 190500"/>
              <a:gd name="connsiteX18" fmla="*/ 28821 w 133349"/>
              <a:gd name="connsiteY18" fmla="*/ 89286 h 190500"/>
              <a:gd name="connsiteX19" fmla="*/ 37659 w 133349"/>
              <a:gd name="connsiteY19" fmla="*/ 103585 h 190500"/>
              <a:gd name="connsiteX20" fmla="*/ 38100 w 133349"/>
              <a:gd name="connsiteY20" fmla="*/ 123826 h 190500"/>
              <a:gd name="connsiteX21" fmla="*/ 37659 w 133349"/>
              <a:gd name="connsiteY21" fmla="*/ 144067 h 190500"/>
              <a:gd name="connsiteX22" fmla="*/ 28821 w 133349"/>
              <a:gd name="connsiteY22" fmla="*/ 158366 h 190500"/>
              <a:gd name="connsiteX23" fmla="*/ 19434 w 133349"/>
              <a:gd name="connsiteY23" fmla="*/ 163553 h 190500"/>
              <a:gd name="connsiteX24" fmla="*/ 9525 w 133349"/>
              <a:gd name="connsiteY24" fmla="*/ 168508 h 190500"/>
              <a:gd name="connsiteX25" fmla="*/ 860 w 133349"/>
              <a:gd name="connsiteY25" fmla="*/ 161925 h 190500"/>
              <a:gd name="connsiteX26" fmla="*/ 0 w 133349"/>
              <a:gd name="connsiteY26" fmla="*/ 123825 h 190500"/>
              <a:gd name="connsiteX27" fmla="*/ 860 w 133349"/>
              <a:gd name="connsiteY27" fmla="*/ 85725 h 190500"/>
              <a:gd name="connsiteX28" fmla="*/ 3354 w 133349"/>
              <a:gd name="connsiteY28" fmla="*/ 78122 h 190500"/>
              <a:gd name="connsiteX29" fmla="*/ 66674 w 133349"/>
              <a:gd name="connsiteY29" fmla="*/ 57150 h 190500"/>
              <a:gd name="connsiteX30" fmla="*/ 133349 w 133349"/>
              <a:gd name="connsiteY30" fmla="*/ 123825 h 190500"/>
              <a:gd name="connsiteX31" fmla="*/ 66674 w 133349"/>
              <a:gd name="connsiteY31" fmla="*/ 190500 h 190500"/>
              <a:gd name="connsiteX32" fmla="*/ 19049 w 133349"/>
              <a:gd name="connsiteY32" fmla="*/ 186581 h 190500"/>
              <a:gd name="connsiteX33" fmla="*/ 14287 w 133349"/>
              <a:gd name="connsiteY33" fmla="*/ 176775 h 190500"/>
              <a:gd name="connsiteX34" fmla="*/ 24170 w 133349"/>
              <a:gd name="connsiteY34" fmla="*/ 171834 h 190500"/>
              <a:gd name="connsiteX35" fmla="*/ 34634 w 133349"/>
              <a:gd name="connsiteY35" fmla="*/ 165911 h 190500"/>
              <a:gd name="connsiteX36" fmla="*/ 47006 w 133349"/>
              <a:gd name="connsiteY36" fmla="*/ 145893 h 190500"/>
              <a:gd name="connsiteX37" fmla="*/ 47624 w 133349"/>
              <a:gd name="connsiteY37" fmla="*/ 124359 h 190500"/>
              <a:gd name="connsiteX38" fmla="*/ 47624 w 133349"/>
              <a:gd name="connsiteY38" fmla="*/ 123293 h 190500"/>
              <a:gd name="connsiteX39" fmla="*/ 47006 w 133349"/>
              <a:gd name="connsiteY39" fmla="*/ 101759 h 190500"/>
              <a:gd name="connsiteX40" fmla="*/ 34634 w 133349"/>
              <a:gd name="connsiteY40" fmla="*/ 81741 h 190500"/>
              <a:gd name="connsiteX41" fmla="*/ 24170 w 133349"/>
              <a:gd name="connsiteY41" fmla="*/ 75818 h 190500"/>
              <a:gd name="connsiteX42" fmla="*/ 14287 w 133349"/>
              <a:gd name="connsiteY42" fmla="*/ 70876 h 190500"/>
              <a:gd name="connsiteX43" fmla="*/ 19049 w 133349"/>
              <a:gd name="connsiteY43" fmla="*/ 61068 h 190500"/>
              <a:gd name="connsiteX44" fmla="*/ 66674 w 133349"/>
              <a:gd name="connsiteY44" fmla="*/ 57150 h 190500"/>
              <a:gd name="connsiteX45" fmla="*/ 76200 w 133349"/>
              <a:gd name="connsiteY45" fmla="*/ 0 h 190500"/>
              <a:gd name="connsiteX46" fmla="*/ 85725 w 133349"/>
              <a:gd name="connsiteY46" fmla="*/ 23813 h 190500"/>
              <a:gd name="connsiteX47" fmla="*/ 85676 w 133349"/>
              <a:gd name="connsiteY47" fmla="*/ 29193 h 190500"/>
              <a:gd name="connsiteX48" fmla="*/ 95127 w 133349"/>
              <a:gd name="connsiteY48" fmla="*/ 42863 h 190500"/>
              <a:gd name="connsiteX49" fmla="*/ 85725 w 133349"/>
              <a:gd name="connsiteY49" fmla="*/ 48276 h 190500"/>
              <a:gd name="connsiteX50" fmla="*/ 66675 w 133349"/>
              <a:gd name="connsiteY50" fmla="*/ 47625 h 190500"/>
              <a:gd name="connsiteX51" fmla="*/ 57968 w 133349"/>
              <a:gd name="connsiteY51" fmla="*/ 47687 h 190500"/>
              <a:gd name="connsiteX52" fmla="*/ 57150 w 133349"/>
              <a:gd name="connsiteY52" fmla="*/ 47694 h 190500"/>
              <a:gd name="connsiteX53" fmla="*/ 49693 w 133349"/>
              <a:gd name="connsiteY53" fmla="*/ 38100 h 190500"/>
              <a:gd name="connsiteX54" fmla="*/ 66720 w 133349"/>
              <a:gd name="connsiteY54" fmla="*/ 29026 h 190500"/>
              <a:gd name="connsiteX55" fmla="*/ 66675 w 133349"/>
              <a:gd name="connsiteY55" fmla="*/ 23813 h 190500"/>
              <a:gd name="connsiteX56" fmla="*/ 76200 w 133349"/>
              <a:gd name="connsiteY56"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3349" h="190500">
                <a:moveTo>
                  <a:pt x="92616" y="105279"/>
                </a:moveTo>
                <a:cubicBezTo>
                  <a:pt x="90264" y="104103"/>
                  <a:pt x="87403" y="105056"/>
                  <a:pt x="86227" y="107409"/>
                </a:cubicBezTo>
                <a:lnTo>
                  <a:pt x="76702" y="126459"/>
                </a:lnTo>
                <a:cubicBezTo>
                  <a:pt x="75964" y="127935"/>
                  <a:pt x="76043" y="129689"/>
                  <a:pt x="76911" y="131093"/>
                </a:cubicBezTo>
                <a:cubicBezTo>
                  <a:pt x="77778" y="132497"/>
                  <a:pt x="79311" y="133351"/>
                  <a:pt x="80962" y="133351"/>
                </a:cubicBezTo>
                <a:lnTo>
                  <a:pt x="92306" y="133351"/>
                </a:lnTo>
                <a:lnTo>
                  <a:pt x="86227" y="145509"/>
                </a:lnTo>
                <a:cubicBezTo>
                  <a:pt x="85051" y="147861"/>
                  <a:pt x="86004" y="150722"/>
                  <a:pt x="88357" y="151898"/>
                </a:cubicBezTo>
                <a:cubicBezTo>
                  <a:pt x="90709" y="153074"/>
                  <a:pt x="93570" y="152121"/>
                  <a:pt x="94746" y="149768"/>
                </a:cubicBezTo>
                <a:lnTo>
                  <a:pt x="104271" y="130718"/>
                </a:lnTo>
                <a:cubicBezTo>
                  <a:pt x="105009" y="129242"/>
                  <a:pt x="104930" y="127489"/>
                  <a:pt x="104063" y="126084"/>
                </a:cubicBezTo>
                <a:cubicBezTo>
                  <a:pt x="103195" y="124680"/>
                  <a:pt x="101662" y="123826"/>
                  <a:pt x="100012" y="123826"/>
                </a:cubicBezTo>
                <a:lnTo>
                  <a:pt x="88667" y="123826"/>
                </a:lnTo>
                <a:lnTo>
                  <a:pt x="94746" y="111668"/>
                </a:lnTo>
                <a:cubicBezTo>
                  <a:pt x="95922" y="109316"/>
                  <a:pt x="94969" y="106455"/>
                  <a:pt x="92616" y="105279"/>
                </a:cubicBezTo>
                <a:close/>
                <a:moveTo>
                  <a:pt x="3354" y="78122"/>
                </a:moveTo>
                <a:cubicBezTo>
                  <a:pt x="4661" y="77178"/>
                  <a:pt x="6581" y="77672"/>
                  <a:pt x="9525" y="79144"/>
                </a:cubicBezTo>
                <a:lnTo>
                  <a:pt x="19434" y="84099"/>
                </a:lnTo>
                <a:cubicBezTo>
                  <a:pt x="24926" y="86845"/>
                  <a:pt x="27084" y="87947"/>
                  <a:pt x="28821" y="89286"/>
                </a:cubicBezTo>
                <a:cubicBezTo>
                  <a:pt x="33407" y="92819"/>
                  <a:pt x="36549" y="97903"/>
                  <a:pt x="37659" y="103585"/>
                </a:cubicBezTo>
                <a:cubicBezTo>
                  <a:pt x="38079" y="105738"/>
                  <a:pt x="38100" y="108160"/>
                  <a:pt x="38100" y="123826"/>
                </a:cubicBezTo>
                <a:cubicBezTo>
                  <a:pt x="38100" y="129967"/>
                  <a:pt x="38079" y="141914"/>
                  <a:pt x="37659" y="144067"/>
                </a:cubicBezTo>
                <a:cubicBezTo>
                  <a:pt x="36549" y="149749"/>
                  <a:pt x="33407" y="154833"/>
                  <a:pt x="28821" y="158366"/>
                </a:cubicBezTo>
                <a:cubicBezTo>
                  <a:pt x="27084" y="159705"/>
                  <a:pt x="24926" y="160807"/>
                  <a:pt x="19434" y="163553"/>
                </a:cubicBezTo>
                <a:lnTo>
                  <a:pt x="9525" y="168508"/>
                </a:lnTo>
                <a:cubicBezTo>
                  <a:pt x="3640" y="171450"/>
                  <a:pt x="1845" y="170479"/>
                  <a:pt x="860" y="161925"/>
                </a:cubicBezTo>
                <a:cubicBezTo>
                  <a:pt x="0" y="154451"/>
                  <a:pt x="0" y="135555"/>
                  <a:pt x="0" y="123825"/>
                </a:cubicBezTo>
                <a:cubicBezTo>
                  <a:pt x="0" y="102570"/>
                  <a:pt x="0" y="93199"/>
                  <a:pt x="860" y="85725"/>
                </a:cubicBezTo>
                <a:cubicBezTo>
                  <a:pt x="1353" y="81448"/>
                  <a:pt x="2047" y="79066"/>
                  <a:pt x="3354" y="78122"/>
                </a:cubicBezTo>
                <a:close/>
                <a:moveTo>
                  <a:pt x="66674" y="57150"/>
                </a:moveTo>
                <a:cubicBezTo>
                  <a:pt x="121227" y="57150"/>
                  <a:pt x="133349" y="73819"/>
                  <a:pt x="133349" y="123825"/>
                </a:cubicBezTo>
                <a:cubicBezTo>
                  <a:pt x="133349" y="173831"/>
                  <a:pt x="121227" y="190500"/>
                  <a:pt x="66674" y="190500"/>
                </a:cubicBezTo>
                <a:cubicBezTo>
                  <a:pt x="43913" y="190500"/>
                  <a:pt x="28923" y="189668"/>
                  <a:pt x="19049" y="186581"/>
                </a:cubicBezTo>
                <a:cubicBezTo>
                  <a:pt x="10396" y="183877"/>
                  <a:pt x="5255" y="181291"/>
                  <a:pt x="14287" y="176775"/>
                </a:cubicBezTo>
                <a:lnTo>
                  <a:pt x="24170" y="171834"/>
                </a:lnTo>
                <a:cubicBezTo>
                  <a:pt x="29031" y="169404"/>
                  <a:pt x="32075" y="167883"/>
                  <a:pt x="34634" y="165911"/>
                </a:cubicBezTo>
                <a:cubicBezTo>
                  <a:pt x="41054" y="160964"/>
                  <a:pt x="45453" y="153848"/>
                  <a:pt x="47006" y="145893"/>
                </a:cubicBezTo>
                <a:cubicBezTo>
                  <a:pt x="47625" y="142723"/>
                  <a:pt x="47625" y="129793"/>
                  <a:pt x="47624" y="124359"/>
                </a:cubicBezTo>
                <a:lnTo>
                  <a:pt x="47624" y="123293"/>
                </a:lnTo>
                <a:cubicBezTo>
                  <a:pt x="47625" y="117859"/>
                  <a:pt x="47625" y="104930"/>
                  <a:pt x="47006" y="101759"/>
                </a:cubicBezTo>
                <a:cubicBezTo>
                  <a:pt x="45453" y="93805"/>
                  <a:pt x="41054" y="86688"/>
                  <a:pt x="34634" y="81741"/>
                </a:cubicBezTo>
                <a:cubicBezTo>
                  <a:pt x="32075" y="79769"/>
                  <a:pt x="29031" y="78248"/>
                  <a:pt x="24170" y="75818"/>
                </a:cubicBezTo>
                <a:lnTo>
                  <a:pt x="14287" y="70876"/>
                </a:lnTo>
                <a:cubicBezTo>
                  <a:pt x="5884" y="66675"/>
                  <a:pt x="9524" y="64045"/>
                  <a:pt x="19049" y="61068"/>
                </a:cubicBezTo>
                <a:cubicBezTo>
                  <a:pt x="28923" y="57982"/>
                  <a:pt x="43913" y="57150"/>
                  <a:pt x="66674" y="57150"/>
                </a:cubicBezTo>
                <a:close/>
                <a:moveTo>
                  <a:pt x="76200" y="0"/>
                </a:moveTo>
                <a:cubicBezTo>
                  <a:pt x="83993" y="0"/>
                  <a:pt x="85725" y="2977"/>
                  <a:pt x="85725" y="23813"/>
                </a:cubicBezTo>
                <a:cubicBezTo>
                  <a:pt x="85725" y="25758"/>
                  <a:pt x="85710" y="27547"/>
                  <a:pt x="85676" y="29193"/>
                </a:cubicBezTo>
                <a:cubicBezTo>
                  <a:pt x="92233" y="30430"/>
                  <a:pt x="94598" y="33905"/>
                  <a:pt x="95127" y="42863"/>
                </a:cubicBezTo>
                <a:cubicBezTo>
                  <a:pt x="95479" y="48815"/>
                  <a:pt x="93895" y="48964"/>
                  <a:pt x="85725" y="48276"/>
                </a:cubicBezTo>
                <a:cubicBezTo>
                  <a:pt x="79923" y="47786"/>
                  <a:pt x="73566" y="47625"/>
                  <a:pt x="66675" y="47625"/>
                </a:cubicBezTo>
                <a:cubicBezTo>
                  <a:pt x="65709" y="47625"/>
                  <a:pt x="61917" y="47655"/>
                  <a:pt x="57968" y="47687"/>
                </a:cubicBezTo>
                <a:lnTo>
                  <a:pt x="57150" y="47694"/>
                </a:lnTo>
                <a:cubicBezTo>
                  <a:pt x="48702" y="47762"/>
                  <a:pt x="45156" y="46686"/>
                  <a:pt x="49693" y="38100"/>
                </a:cubicBezTo>
                <a:cubicBezTo>
                  <a:pt x="52768" y="32281"/>
                  <a:pt x="59019" y="29901"/>
                  <a:pt x="66720" y="29026"/>
                </a:cubicBezTo>
                <a:cubicBezTo>
                  <a:pt x="66689" y="27426"/>
                  <a:pt x="66675" y="25692"/>
                  <a:pt x="66675" y="23813"/>
                </a:cubicBezTo>
                <a:cubicBezTo>
                  <a:pt x="66675" y="2977"/>
                  <a:pt x="68406" y="0"/>
                  <a:pt x="76200" y="0"/>
                </a:cubicBezTo>
                <a:close/>
              </a:path>
            </a:pathLst>
          </a:custGeom>
          <a:solidFill>
            <a:srgbClr val="000000"/>
          </a:solidFill>
          <a:ln w="9525" cap="flat">
            <a:noFill/>
            <a:prstDash val="solid"/>
            <a:miter/>
          </a:ln>
        </p:spPr>
        <p:txBody>
          <a:bodyPr rtlCol="0" anchor="ctr"/>
          <a:lstStyle/>
          <a:p>
            <a:endParaRPr lang="ru-RU"/>
          </a:p>
        </p:txBody>
      </p:sp>
      <p:sp>
        <p:nvSpPr>
          <p:cNvPr id="1562" name="Полилиния: фигура 1561">
            <a:extLst>
              <a:ext uri="{FF2B5EF4-FFF2-40B4-BE49-F238E27FC236}">
                <a16:creationId xmlns:a16="http://schemas.microsoft.com/office/drawing/2014/main" id="{07D76B04-44E7-E97A-B7DA-38A7F54C8C47}"/>
              </a:ext>
            </a:extLst>
          </p:cNvPr>
          <p:cNvSpPr/>
          <p:nvPr/>
        </p:nvSpPr>
        <p:spPr>
          <a:xfrm>
            <a:off x="1090312" y="1914674"/>
            <a:ext cx="161923" cy="180974"/>
          </a:xfrm>
          <a:custGeom>
            <a:avLst/>
            <a:gdLst>
              <a:gd name="connsiteX0" fmla="*/ 76200 w 161923"/>
              <a:gd name="connsiteY0" fmla="*/ 123824 h 180974"/>
              <a:gd name="connsiteX1" fmla="*/ 47625 w 161923"/>
              <a:gd name="connsiteY1" fmla="*/ 142874 h 180974"/>
              <a:gd name="connsiteX2" fmla="*/ 76200 w 161923"/>
              <a:gd name="connsiteY2" fmla="*/ 161924 h 180974"/>
              <a:gd name="connsiteX3" fmla="*/ 104775 w 161923"/>
              <a:gd name="connsiteY3" fmla="*/ 142874 h 180974"/>
              <a:gd name="connsiteX4" fmla="*/ 76200 w 161923"/>
              <a:gd name="connsiteY4" fmla="*/ 123824 h 180974"/>
              <a:gd name="connsiteX5" fmla="*/ 19050 w 161923"/>
              <a:gd name="connsiteY5" fmla="*/ 98330 h 180974"/>
              <a:gd name="connsiteX6" fmla="*/ 27394 w 161923"/>
              <a:gd name="connsiteY6" fmla="*/ 101617 h 180974"/>
              <a:gd name="connsiteX7" fmla="*/ 76200 w 161923"/>
              <a:gd name="connsiteY7" fmla="*/ 104774 h 180974"/>
              <a:gd name="connsiteX8" fmla="*/ 125006 w 161923"/>
              <a:gd name="connsiteY8" fmla="*/ 101617 h 180974"/>
              <a:gd name="connsiteX9" fmla="*/ 133350 w 161923"/>
              <a:gd name="connsiteY9" fmla="*/ 98330 h 180974"/>
              <a:gd name="connsiteX10" fmla="*/ 142875 w 161923"/>
              <a:gd name="connsiteY10" fmla="*/ 99072 h 180974"/>
              <a:gd name="connsiteX11" fmla="*/ 152400 w 161923"/>
              <a:gd name="connsiteY11" fmla="*/ 133349 h 180974"/>
              <a:gd name="connsiteX12" fmla="*/ 76200 w 161923"/>
              <a:gd name="connsiteY12" fmla="*/ 180974 h 180974"/>
              <a:gd name="connsiteX13" fmla="*/ 0 w 161923"/>
              <a:gd name="connsiteY13" fmla="*/ 133349 h 180974"/>
              <a:gd name="connsiteX14" fmla="*/ 9525 w 161923"/>
              <a:gd name="connsiteY14" fmla="*/ 99072 h 180974"/>
              <a:gd name="connsiteX15" fmla="*/ 19050 w 161923"/>
              <a:gd name="connsiteY15" fmla="*/ 98330 h 180974"/>
              <a:gd name="connsiteX16" fmla="*/ 76200 w 161923"/>
              <a:gd name="connsiteY16" fmla="*/ 66675 h 180974"/>
              <a:gd name="connsiteX17" fmla="*/ 133350 w 161923"/>
              <a:gd name="connsiteY17" fmla="*/ 80963 h 180974"/>
              <a:gd name="connsiteX18" fmla="*/ 76200 w 161923"/>
              <a:gd name="connsiteY18" fmla="*/ 95250 h 180974"/>
              <a:gd name="connsiteX19" fmla="*/ 19050 w 161923"/>
              <a:gd name="connsiteY19" fmla="*/ 80963 h 180974"/>
              <a:gd name="connsiteX20" fmla="*/ 76200 w 161923"/>
              <a:gd name="connsiteY20" fmla="*/ 66675 h 180974"/>
              <a:gd name="connsiteX21" fmla="*/ 152196 w 161923"/>
              <a:gd name="connsiteY21" fmla="*/ 19049 h 180974"/>
              <a:gd name="connsiteX22" fmla="*/ 161089 w 161923"/>
              <a:gd name="connsiteY22" fmla="*/ 28484 h 180974"/>
              <a:gd name="connsiteX23" fmla="*/ 133085 w 161923"/>
              <a:gd name="connsiteY23" fmla="*/ 47624 h 180974"/>
              <a:gd name="connsiteX24" fmla="*/ 124618 w 161923"/>
              <a:gd name="connsiteY24" fmla="*/ 38091 h 180974"/>
              <a:gd name="connsiteX25" fmla="*/ 152196 w 161923"/>
              <a:gd name="connsiteY25" fmla="*/ 19049 h 180974"/>
              <a:gd name="connsiteX26" fmla="*/ 76200 w 161923"/>
              <a:gd name="connsiteY26" fmla="*/ 0 h 180974"/>
              <a:gd name="connsiteX27" fmla="*/ 114300 w 161923"/>
              <a:gd name="connsiteY27" fmla="*/ 47625 h 180974"/>
              <a:gd name="connsiteX28" fmla="*/ 113109 w 161923"/>
              <a:gd name="connsiteY28" fmla="*/ 55959 h 180974"/>
              <a:gd name="connsiteX29" fmla="*/ 104775 w 161923"/>
              <a:gd name="connsiteY29" fmla="*/ 57150 h 180974"/>
              <a:gd name="connsiteX30" fmla="*/ 66675 w 161923"/>
              <a:gd name="connsiteY30" fmla="*/ 9525 h 180974"/>
              <a:gd name="connsiteX31" fmla="*/ 76200 w 161923"/>
              <a:gd name="connsiteY31"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1923" h="180974">
                <a:moveTo>
                  <a:pt x="76200" y="123824"/>
                </a:moveTo>
                <a:cubicBezTo>
                  <a:pt x="60418" y="123824"/>
                  <a:pt x="47625" y="133349"/>
                  <a:pt x="47625" y="142874"/>
                </a:cubicBezTo>
                <a:cubicBezTo>
                  <a:pt x="47625" y="152399"/>
                  <a:pt x="60418" y="161924"/>
                  <a:pt x="76200" y="161924"/>
                </a:cubicBezTo>
                <a:cubicBezTo>
                  <a:pt x="91982" y="161924"/>
                  <a:pt x="104775" y="152399"/>
                  <a:pt x="104775" y="142874"/>
                </a:cubicBezTo>
                <a:cubicBezTo>
                  <a:pt x="104775" y="133349"/>
                  <a:pt x="91982" y="123824"/>
                  <a:pt x="76200" y="123824"/>
                </a:cubicBezTo>
                <a:close/>
                <a:moveTo>
                  <a:pt x="19050" y="98330"/>
                </a:moveTo>
                <a:cubicBezTo>
                  <a:pt x="21618" y="99843"/>
                  <a:pt x="24481" y="100867"/>
                  <a:pt x="27394" y="101617"/>
                </a:cubicBezTo>
                <a:cubicBezTo>
                  <a:pt x="37113" y="104116"/>
                  <a:pt x="52673" y="104774"/>
                  <a:pt x="76200" y="104774"/>
                </a:cubicBezTo>
                <a:cubicBezTo>
                  <a:pt x="99727" y="104774"/>
                  <a:pt x="115287" y="104116"/>
                  <a:pt x="125006" y="101617"/>
                </a:cubicBezTo>
                <a:cubicBezTo>
                  <a:pt x="127919" y="100867"/>
                  <a:pt x="130782" y="99843"/>
                  <a:pt x="133350" y="98330"/>
                </a:cubicBezTo>
                <a:cubicBezTo>
                  <a:pt x="138044" y="95563"/>
                  <a:pt x="139075" y="95249"/>
                  <a:pt x="142875" y="99072"/>
                </a:cubicBezTo>
                <a:cubicBezTo>
                  <a:pt x="150164" y="106404"/>
                  <a:pt x="152400" y="117361"/>
                  <a:pt x="152400" y="133349"/>
                </a:cubicBezTo>
                <a:cubicBezTo>
                  <a:pt x="152400" y="171449"/>
                  <a:pt x="139700" y="180974"/>
                  <a:pt x="76200" y="180974"/>
                </a:cubicBezTo>
                <a:cubicBezTo>
                  <a:pt x="12700" y="180974"/>
                  <a:pt x="0" y="171449"/>
                  <a:pt x="0" y="133349"/>
                </a:cubicBezTo>
                <a:cubicBezTo>
                  <a:pt x="0" y="117361"/>
                  <a:pt x="2236" y="106404"/>
                  <a:pt x="9525" y="99072"/>
                </a:cubicBezTo>
                <a:cubicBezTo>
                  <a:pt x="13325" y="95249"/>
                  <a:pt x="14356" y="95563"/>
                  <a:pt x="19050" y="98330"/>
                </a:cubicBezTo>
                <a:close/>
                <a:moveTo>
                  <a:pt x="76200" y="66675"/>
                </a:moveTo>
                <a:cubicBezTo>
                  <a:pt x="123825" y="66675"/>
                  <a:pt x="133350" y="69533"/>
                  <a:pt x="133350" y="80963"/>
                </a:cubicBezTo>
                <a:cubicBezTo>
                  <a:pt x="133350" y="92392"/>
                  <a:pt x="123825" y="95250"/>
                  <a:pt x="76200" y="95250"/>
                </a:cubicBezTo>
                <a:cubicBezTo>
                  <a:pt x="28575" y="95250"/>
                  <a:pt x="19050" y="92392"/>
                  <a:pt x="19050" y="80963"/>
                </a:cubicBezTo>
                <a:cubicBezTo>
                  <a:pt x="19050" y="69533"/>
                  <a:pt x="28575" y="66675"/>
                  <a:pt x="76200" y="66675"/>
                </a:cubicBezTo>
                <a:close/>
                <a:moveTo>
                  <a:pt x="152196" y="19049"/>
                </a:moveTo>
                <a:cubicBezTo>
                  <a:pt x="161118" y="19049"/>
                  <a:pt x="163383" y="19729"/>
                  <a:pt x="161089" y="28484"/>
                </a:cubicBezTo>
                <a:cubicBezTo>
                  <a:pt x="159261" y="35463"/>
                  <a:pt x="153764" y="46048"/>
                  <a:pt x="133085" y="47624"/>
                </a:cubicBezTo>
                <a:cubicBezTo>
                  <a:pt x="124267" y="47629"/>
                  <a:pt x="122539" y="47115"/>
                  <a:pt x="124618" y="38091"/>
                </a:cubicBezTo>
                <a:cubicBezTo>
                  <a:pt x="128556" y="23778"/>
                  <a:pt x="142901" y="19049"/>
                  <a:pt x="152196" y="19049"/>
                </a:cubicBezTo>
                <a:close/>
                <a:moveTo>
                  <a:pt x="76200" y="0"/>
                </a:moveTo>
                <a:cubicBezTo>
                  <a:pt x="101129" y="1"/>
                  <a:pt x="114300" y="19050"/>
                  <a:pt x="114300" y="47625"/>
                </a:cubicBezTo>
                <a:cubicBezTo>
                  <a:pt x="114300" y="52388"/>
                  <a:pt x="114300" y="54769"/>
                  <a:pt x="113109" y="55959"/>
                </a:cubicBezTo>
                <a:cubicBezTo>
                  <a:pt x="111919" y="57150"/>
                  <a:pt x="109538" y="57150"/>
                  <a:pt x="104775" y="57150"/>
                </a:cubicBezTo>
                <a:cubicBezTo>
                  <a:pt x="76200" y="57150"/>
                  <a:pt x="66675" y="37877"/>
                  <a:pt x="66675" y="9525"/>
                </a:cubicBezTo>
                <a:cubicBezTo>
                  <a:pt x="66675" y="1860"/>
                  <a:pt x="68014" y="0"/>
                  <a:pt x="76200" y="0"/>
                </a:cubicBezTo>
                <a:close/>
              </a:path>
            </a:pathLst>
          </a:custGeom>
          <a:solidFill>
            <a:srgbClr val="000000"/>
          </a:solidFill>
          <a:ln w="9525" cap="flat">
            <a:noFill/>
            <a:prstDash val="solid"/>
            <a:miter/>
          </a:ln>
        </p:spPr>
        <p:txBody>
          <a:bodyPr rtlCol="0" anchor="ctr"/>
          <a:lstStyle/>
          <a:p>
            <a:endParaRPr lang="ru-RU"/>
          </a:p>
        </p:txBody>
      </p:sp>
      <p:sp>
        <p:nvSpPr>
          <p:cNvPr id="1574" name="Полилиния: фигура 1573">
            <a:extLst>
              <a:ext uri="{FF2B5EF4-FFF2-40B4-BE49-F238E27FC236}">
                <a16:creationId xmlns:a16="http://schemas.microsoft.com/office/drawing/2014/main" id="{EA6A3AD3-DD65-E9E8-F1C9-F97E60DF2DD4}"/>
              </a:ext>
            </a:extLst>
          </p:cNvPr>
          <p:cNvSpPr/>
          <p:nvPr/>
        </p:nvSpPr>
        <p:spPr>
          <a:xfrm>
            <a:off x="1071262" y="3914628"/>
            <a:ext cx="190500" cy="190499"/>
          </a:xfrm>
          <a:custGeom>
            <a:avLst/>
            <a:gdLst>
              <a:gd name="connsiteX0" fmla="*/ 121502 w 190500"/>
              <a:gd name="connsiteY0" fmla="*/ 13663 h 190499"/>
              <a:gd name="connsiteX1" fmla="*/ 125101 w 190500"/>
              <a:gd name="connsiteY1" fmla="*/ 18453 h 190499"/>
              <a:gd name="connsiteX2" fmla="*/ 128702 w 190500"/>
              <a:gd name="connsiteY2" fmla="*/ 84690 h 190499"/>
              <a:gd name="connsiteX3" fmla="*/ 97151 w 190500"/>
              <a:gd name="connsiteY3" fmla="*/ 108280 h 190499"/>
              <a:gd name="connsiteX4" fmla="*/ 75279 w 190500"/>
              <a:gd name="connsiteY4" fmla="*/ 74250 h 190499"/>
              <a:gd name="connsiteX5" fmla="*/ 115998 w 190500"/>
              <a:gd name="connsiteY5" fmla="*/ 15276 h 190499"/>
              <a:gd name="connsiteX6" fmla="*/ 121502 w 190500"/>
              <a:gd name="connsiteY6" fmla="*/ 13663 h 190499"/>
              <a:gd name="connsiteX7" fmla="*/ 88464 w 190500"/>
              <a:gd name="connsiteY7" fmla="*/ 15 h 190499"/>
              <a:gd name="connsiteX8" fmla="*/ 95250 w 190500"/>
              <a:gd name="connsiteY8" fmla="*/ 6569 h 190499"/>
              <a:gd name="connsiteX9" fmla="*/ 89105 w 190500"/>
              <a:gd name="connsiteY9" fmla="*/ 13607 h 190499"/>
              <a:gd name="connsiteX10" fmla="*/ 31750 w 190500"/>
              <a:gd name="connsiteY10" fmla="*/ 82423 h 190499"/>
              <a:gd name="connsiteX11" fmla="*/ 101600 w 190500"/>
              <a:gd name="connsiteY11" fmla="*/ 152354 h 190499"/>
              <a:gd name="connsiteX12" fmla="*/ 171450 w 190500"/>
              <a:gd name="connsiteY12" fmla="*/ 82423 h 190499"/>
              <a:gd name="connsiteX13" fmla="*/ 149228 w 190500"/>
              <a:gd name="connsiteY13" fmla="*/ 31269 h 190499"/>
              <a:gd name="connsiteX14" fmla="*/ 148867 w 190500"/>
              <a:gd name="connsiteY14" fmla="*/ 22385 h 190499"/>
              <a:gd name="connsiteX15" fmla="*/ 156322 w 190500"/>
              <a:gd name="connsiteY15" fmla="*/ 21956 h 190499"/>
              <a:gd name="connsiteX16" fmla="*/ 190500 w 190500"/>
              <a:gd name="connsiteY16" fmla="*/ 95138 h 190499"/>
              <a:gd name="connsiteX17" fmla="*/ 95250 w 190500"/>
              <a:gd name="connsiteY17" fmla="*/ 190499 h 190499"/>
              <a:gd name="connsiteX18" fmla="*/ 0 w 190500"/>
              <a:gd name="connsiteY18" fmla="*/ 95138 h 190499"/>
              <a:gd name="connsiteX19" fmla="*/ 88464 w 190500"/>
              <a:gd name="connsiteY19" fmla="*/ 15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00" h="190499">
                <a:moveTo>
                  <a:pt x="121502" y="13663"/>
                </a:moveTo>
                <a:cubicBezTo>
                  <a:pt x="123327" y="14302"/>
                  <a:pt x="124835" y="16007"/>
                  <a:pt x="125101" y="18453"/>
                </a:cubicBezTo>
                <a:cubicBezTo>
                  <a:pt x="127175" y="37463"/>
                  <a:pt x="130630" y="73207"/>
                  <a:pt x="128702" y="84690"/>
                </a:cubicBezTo>
                <a:cubicBezTo>
                  <a:pt x="126029" y="100601"/>
                  <a:pt x="111903" y="111163"/>
                  <a:pt x="97151" y="108280"/>
                </a:cubicBezTo>
                <a:cubicBezTo>
                  <a:pt x="82399" y="105398"/>
                  <a:pt x="72606" y="90161"/>
                  <a:pt x="75279" y="74250"/>
                </a:cubicBezTo>
                <a:cubicBezTo>
                  <a:pt x="77257" y="62473"/>
                  <a:pt x="102837" y="30893"/>
                  <a:pt x="115998" y="15276"/>
                </a:cubicBezTo>
                <a:cubicBezTo>
                  <a:pt x="117534" y="13454"/>
                  <a:pt x="119677" y="13025"/>
                  <a:pt x="121502" y="13663"/>
                </a:cubicBezTo>
                <a:close/>
                <a:moveTo>
                  <a:pt x="88464" y="15"/>
                </a:moveTo>
                <a:cubicBezTo>
                  <a:pt x="92202" y="-249"/>
                  <a:pt x="95250" y="2818"/>
                  <a:pt x="95250" y="6569"/>
                </a:cubicBezTo>
                <a:cubicBezTo>
                  <a:pt x="95250" y="10084"/>
                  <a:pt x="92560" y="12982"/>
                  <a:pt x="89105" y="13607"/>
                </a:cubicBezTo>
                <a:cubicBezTo>
                  <a:pt x="56490" y="19504"/>
                  <a:pt x="31750" y="48070"/>
                  <a:pt x="31750" y="82423"/>
                </a:cubicBezTo>
                <a:cubicBezTo>
                  <a:pt x="31750" y="121046"/>
                  <a:pt x="63023" y="152354"/>
                  <a:pt x="101600" y="152354"/>
                </a:cubicBezTo>
                <a:cubicBezTo>
                  <a:pt x="140178" y="152354"/>
                  <a:pt x="171450" y="121046"/>
                  <a:pt x="171450" y="82423"/>
                </a:cubicBezTo>
                <a:cubicBezTo>
                  <a:pt x="171450" y="62229"/>
                  <a:pt x="162900" y="44034"/>
                  <a:pt x="149228" y="31269"/>
                </a:cubicBezTo>
                <a:cubicBezTo>
                  <a:pt x="146687" y="28896"/>
                  <a:pt x="146411" y="24845"/>
                  <a:pt x="148867" y="22385"/>
                </a:cubicBezTo>
                <a:cubicBezTo>
                  <a:pt x="150896" y="20354"/>
                  <a:pt x="154122" y="20113"/>
                  <a:pt x="156322" y="21956"/>
                </a:cubicBezTo>
                <a:cubicBezTo>
                  <a:pt x="177213" y="39449"/>
                  <a:pt x="190500" y="65740"/>
                  <a:pt x="190500" y="95138"/>
                </a:cubicBezTo>
                <a:cubicBezTo>
                  <a:pt x="190500" y="147804"/>
                  <a:pt x="147855" y="190499"/>
                  <a:pt x="95250" y="190499"/>
                </a:cubicBezTo>
                <a:cubicBezTo>
                  <a:pt x="42645" y="190499"/>
                  <a:pt x="0" y="147804"/>
                  <a:pt x="0" y="95138"/>
                </a:cubicBezTo>
                <a:cubicBezTo>
                  <a:pt x="0" y="44756"/>
                  <a:pt x="39026" y="3499"/>
                  <a:pt x="88464" y="15"/>
                </a:cubicBezTo>
                <a:close/>
              </a:path>
            </a:pathLst>
          </a:custGeom>
          <a:solidFill>
            <a:srgbClr val="000000"/>
          </a:solidFill>
          <a:ln w="9525" cap="flat">
            <a:noFill/>
            <a:prstDash val="solid"/>
            <a:miter/>
          </a:ln>
        </p:spPr>
        <p:txBody>
          <a:bodyPr rtlCol="0" anchor="ctr"/>
          <a:lstStyle/>
          <a:p>
            <a:endParaRPr lang="ru-RU"/>
          </a:p>
        </p:txBody>
      </p:sp>
      <p:sp>
        <p:nvSpPr>
          <p:cNvPr id="1061" name="Рисунок 840">
            <a:extLst>
              <a:ext uri="{FF2B5EF4-FFF2-40B4-BE49-F238E27FC236}">
                <a16:creationId xmlns:a16="http://schemas.microsoft.com/office/drawing/2014/main" id="{9A7BB1A6-A96C-13B6-7B94-B3396F262606}"/>
              </a:ext>
            </a:extLst>
          </p:cNvPr>
          <p:cNvSpPr/>
          <p:nvPr/>
        </p:nvSpPr>
        <p:spPr>
          <a:xfrm>
            <a:off x="1118887" y="4543129"/>
            <a:ext cx="95250" cy="95250"/>
          </a:xfrm>
          <a:custGeom>
            <a:avLst/>
            <a:gdLst>
              <a:gd name="connsiteX0" fmla="*/ 0 w 95250"/>
              <a:gd name="connsiteY0" fmla="*/ 0 h 95250"/>
              <a:gd name="connsiteX1" fmla="*/ 95250 w 95250"/>
              <a:gd name="connsiteY1" fmla="*/ 0 h 95250"/>
              <a:gd name="connsiteX2" fmla="*/ 95250 w 95250"/>
              <a:gd name="connsiteY2" fmla="*/ 95250 h 95250"/>
              <a:gd name="connsiteX3" fmla="*/ 0 w 95250"/>
              <a:gd name="connsiteY3" fmla="*/ 95250 h 95250"/>
              <a:gd name="connsiteX4" fmla="*/ 0 w 95250"/>
              <a:gd name="connsiteY4" fmla="*/ 0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0" y="0"/>
                </a:moveTo>
                <a:lnTo>
                  <a:pt x="95250" y="0"/>
                </a:lnTo>
                <a:lnTo>
                  <a:pt x="95250" y="95250"/>
                </a:lnTo>
                <a:lnTo>
                  <a:pt x="0" y="95250"/>
                </a:lnTo>
                <a:lnTo>
                  <a:pt x="0" y="0"/>
                </a:lnTo>
                <a:close/>
              </a:path>
            </a:pathLst>
          </a:custGeom>
          <a:solidFill>
            <a:srgbClr val="000000"/>
          </a:solidFill>
          <a:ln w="9525" cap="flat">
            <a:noFill/>
            <a:prstDash val="solid"/>
            <a:miter/>
          </a:ln>
        </p:spPr>
        <p:txBody>
          <a:bodyPr rtlCol="0" anchor="ctr"/>
          <a:lstStyle/>
          <a:p>
            <a:endParaRPr lang="ru-RU"/>
          </a:p>
        </p:txBody>
      </p:sp>
      <p:sp>
        <p:nvSpPr>
          <p:cNvPr id="1062" name="Рисунок 471">
            <a:extLst>
              <a:ext uri="{FF2B5EF4-FFF2-40B4-BE49-F238E27FC236}">
                <a16:creationId xmlns:a16="http://schemas.microsoft.com/office/drawing/2014/main" id="{D9F8BE71-BB94-316D-F8F9-0A221339CF50}"/>
              </a:ext>
            </a:extLst>
          </p:cNvPr>
          <p:cNvSpPr/>
          <p:nvPr/>
        </p:nvSpPr>
        <p:spPr>
          <a:xfrm>
            <a:off x="1090312" y="3352800"/>
            <a:ext cx="152400" cy="152400"/>
          </a:xfrm>
          <a:custGeom>
            <a:avLst/>
            <a:gdLst>
              <a:gd name="connsiteX0" fmla="*/ 152400 w 152400"/>
              <a:gd name="connsiteY0" fmla="*/ 76200 h 152400"/>
              <a:gd name="connsiteX1" fmla="*/ 76200 w 152400"/>
              <a:gd name="connsiteY1" fmla="*/ 152400 h 152400"/>
              <a:gd name="connsiteX2" fmla="*/ 0 w 152400"/>
              <a:gd name="connsiteY2" fmla="*/ 76200 h 152400"/>
              <a:gd name="connsiteX3" fmla="*/ 76200 w 152400"/>
              <a:gd name="connsiteY3" fmla="*/ 0 h 152400"/>
              <a:gd name="connsiteX4" fmla="*/ 152400 w 152400"/>
              <a:gd name="connsiteY4" fmla="*/ 76200 h 152400"/>
              <a:gd name="connsiteX5" fmla="*/ 76202 w 152400"/>
              <a:gd name="connsiteY5" fmla="*/ 28575 h 152400"/>
              <a:gd name="connsiteX6" fmla="*/ 66677 w 152400"/>
              <a:gd name="connsiteY6" fmla="*/ 38100 h 152400"/>
              <a:gd name="connsiteX7" fmla="*/ 66675 w 152400"/>
              <a:gd name="connsiteY7" fmla="*/ 76200 h 152400"/>
              <a:gd name="connsiteX8" fmla="*/ 76200 w 152400"/>
              <a:gd name="connsiteY8" fmla="*/ 85725 h 152400"/>
              <a:gd name="connsiteX9" fmla="*/ 85725 w 152400"/>
              <a:gd name="connsiteY9" fmla="*/ 76200 h 152400"/>
              <a:gd name="connsiteX10" fmla="*/ 85727 w 152400"/>
              <a:gd name="connsiteY10" fmla="*/ 38100 h 152400"/>
              <a:gd name="connsiteX11" fmla="*/ 76202 w 152400"/>
              <a:gd name="connsiteY11" fmla="*/ 28575 h 152400"/>
              <a:gd name="connsiteX12" fmla="*/ 76200 w 152400"/>
              <a:gd name="connsiteY12" fmla="*/ 123825 h 152400"/>
              <a:gd name="connsiteX13" fmla="*/ 85725 w 152400"/>
              <a:gd name="connsiteY13" fmla="*/ 114300 h 152400"/>
              <a:gd name="connsiteX14" fmla="*/ 76200 w 152400"/>
              <a:gd name="connsiteY14" fmla="*/ 104775 h 152400"/>
              <a:gd name="connsiteX15" fmla="*/ 66675 w 152400"/>
              <a:gd name="connsiteY15" fmla="*/ 114300 h 152400"/>
              <a:gd name="connsiteX16" fmla="*/ 76200 w 152400"/>
              <a:gd name="connsiteY16"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0" h="152400">
                <a:moveTo>
                  <a:pt x="152400" y="76200"/>
                </a:moveTo>
                <a:cubicBezTo>
                  <a:pt x="152400" y="118284"/>
                  <a:pt x="118284" y="152400"/>
                  <a:pt x="76200" y="152400"/>
                </a:cubicBezTo>
                <a:cubicBezTo>
                  <a:pt x="34116" y="152400"/>
                  <a:pt x="0" y="118284"/>
                  <a:pt x="0" y="76200"/>
                </a:cubicBezTo>
                <a:cubicBezTo>
                  <a:pt x="0" y="34116"/>
                  <a:pt x="34116" y="0"/>
                  <a:pt x="76200" y="0"/>
                </a:cubicBezTo>
                <a:cubicBezTo>
                  <a:pt x="118284" y="0"/>
                  <a:pt x="152400" y="34116"/>
                  <a:pt x="152400" y="76200"/>
                </a:cubicBezTo>
                <a:close/>
                <a:moveTo>
                  <a:pt x="76202" y="28575"/>
                </a:moveTo>
                <a:cubicBezTo>
                  <a:pt x="70941" y="28575"/>
                  <a:pt x="66677" y="32839"/>
                  <a:pt x="66677" y="38100"/>
                </a:cubicBezTo>
                <a:lnTo>
                  <a:pt x="66675" y="76200"/>
                </a:lnTo>
                <a:cubicBezTo>
                  <a:pt x="66675" y="81461"/>
                  <a:pt x="70939" y="85725"/>
                  <a:pt x="76200" y="85725"/>
                </a:cubicBezTo>
                <a:cubicBezTo>
                  <a:pt x="81461" y="85725"/>
                  <a:pt x="85725" y="81461"/>
                  <a:pt x="85725" y="76200"/>
                </a:cubicBezTo>
                <a:lnTo>
                  <a:pt x="85727" y="38100"/>
                </a:lnTo>
                <a:cubicBezTo>
                  <a:pt x="85727" y="32840"/>
                  <a:pt x="81463" y="28575"/>
                  <a:pt x="76202" y="28575"/>
                </a:cubicBezTo>
                <a:close/>
                <a:moveTo>
                  <a:pt x="76200" y="123825"/>
                </a:moveTo>
                <a:cubicBezTo>
                  <a:pt x="81461" y="123825"/>
                  <a:pt x="85725" y="119561"/>
                  <a:pt x="85725" y="114300"/>
                </a:cubicBezTo>
                <a:cubicBezTo>
                  <a:pt x="85725" y="109039"/>
                  <a:pt x="81461" y="104775"/>
                  <a:pt x="76200" y="104775"/>
                </a:cubicBezTo>
                <a:cubicBezTo>
                  <a:pt x="70939" y="104775"/>
                  <a:pt x="66675" y="109039"/>
                  <a:pt x="66675" y="114300"/>
                </a:cubicBezTo>
                <a:cubicBezTo>
                  <a:pt x="66675" y="119561"/>
                  <a:pt x="70939" y="123825"/>
                  <a:pt x="76200" y="123825"/>
                </a:cubicBezTo>
                <a:close/>
              </a:path>
            </a:pathLst>
          </a:custGeom>
          <a:solidFill>
            <a:srgbClr val="000000"/>
          </a:solidFill>
          <a:ln w="9525" cap="flat">
            <a:noFill/>
            <a:prstDash val="solid"/>
            <a:miter/>
          </a:ln>
        </p:spPr>
        <p:txBody>
          <a:bodyPr rtlCol="0" anchor="ctr"/>
          <a:lstStyle/>
          <a:p>
            <a:endParaRPr lang="ru-RU"/>
          </a:p>
        </p:txBody>
      </p:sp>
      <p:sp>
        <p:nvSpPr>
          <p:cNvPr id="1063" name="Рисунок 917">
            <a:extLst>
              <a:ext uri="{FF2B5EF4-FFF2-40B4-BE49-F238E27FC236}">
                <a16:creationId xmlns:a16="http://schemas.microsoft.com/office/drawing/2014/main" id="{2943286D-3965-BB58-3750-5F5999054D61}"/>
              </a:ext>
            </a:extLst>
          </p:cNvPr>
          <p:cNvSpPr/>
          <p:nvPr/>
        </p:nvSpPr>
        <p:spPr>
          <a:xfrm>
            <a:off x="1061736" y="5748638"/>
            <a:ext cx="209549" cy="209550"/>
          </a:xfrm>
          <a:custGeom>
            <a:avLst/>
            <a:gdLst>
              <a:gd name="connsiteX0" fmla="*/ 132526 w 209549"/>
              <a:gd name="connsiteY0" fmla="*/ 6492 h 209550"/>
              <a:gd name="connsiteX1" fmla="*/ 106860 w 209549"/>
              <a:gd name="connsiteY1" fmla="*/ 2719 h 209550"/>
              <a:gd name="connsiteX2" fmla="*/ 95866 w 209549"/>
              <a:gd name="connsiteY2" fmla="*/ 8890 h 209550"/>
              <a:gd name="connsiteX3" fmla="*/ 81737 w 209549"/>
              <a:gd name="connsiteY3" fmla="*/ 11278 h 209550"/>
              <a:gd name="connsiteX4" fmla="*/ 69328 w 209549"/>
              <a:gd name="connsiteY4" fmla="*/ 9061 h 209550"/>
              <a:gd name="connsiteX5" fmla="*/ 46322 w 209549"/>
              <a:gd name="connsiteY5" fmla="*/ 21058 h 209550"/>
              <a:gd name="connsiteX6" fmla="*/ 41057 w 209549"/>
              <a:gd name="connsiteY6" fmla="*/ 32492 h 209550"/>
              <a:gd name="connsiteX7" fmla="*/ 31023 w 209549"/>
              <a:gd name="connsiteY7" fmla="*/ 42706 h 209550"/>
              <a:gd name="connsiteX8" fmla="*/ 19669 w 209549"/>
              <a:gd name="connsiteY8" fmla="*/ 48190 h 209550"/>
              <a:gd name="connsiteX9" fmla="*/ 8112 w 209549"/>
              <a:gd name="connsiteY9" fmla="*/ 71375 h 209550"/>
              <a:gd name="connsiteX10" fmla="*/ 10586 w 209549"/>
              <a:gd name="connsiteY10" fmla="*/ 83704 h 209550"/>
              <a:gd name="connsiteX11" fmla="*/ 8480 w 209549"/>
              <a:gd name="connsiteY11" fmla="*/ 97843 h 209550"/>
              <a:gd name="connsiteX12" fmla="*/ 2518 w 209549"/>
              <a:gd name="connsiteY12" fmla="*/ 108932 h 209550"/>
              <a:gd name="connsiteX13" fmla="*/ 6823 w 209549"/>
              <a:gd name="connsiteY13" fmla="*/ 134449 h 209550"/>
              <a:gd name="connsiteX14" fmla="*/ 16092 w 209549"/>
              <a:gd name="connsiteY14" fmla="*/ 142965 h 209550"/>
              <a:gd name="connsiteX15" fmla="*/ 22719 w 209549"/>
              <a:gd name="connsiteY15" fmla="*/ 155627 h 209550"/>
              <a:gd name="connsiteX16" fmla="*/ 24426 w 209549"/>
              <a:gd name="connsiteY16" fmla="*/ 168086 h 209550"/>
              <a:gd name="connsiteX17" fmla="*/ 42949 w 209549"/>
              <a:gd name="connsiteY17" fmla="*/ 186189 h 209550"/>
              <a:gd name="connsiteX18" fmla="*/ 55472 w 209549"/>
              <a:gd name="connsiteY18" fmla="*/ 187638 h 209550"/>
              <a:gd name="connsiteX19" fmla="*/ 68300 w 209549"/>
              <a:gd name="connsiteY19" fmla="*/ 193988 h 209550"/>
              <a:gd name="connsiteX20" fmla="*/ 77024 w 209549"/>
              <a:gd name="connsiteY20" fmla="*/ 203058 h 209550"/>
              <a:gd name="connsiteX21" fmla="*/ 102690 w 209549"/>
              <a:gd name="connsiteY21" fmla="*/ 206831 h 209550"/>
              <a:gd name="connsiteX22" fmla="*/ 113684 w 209549"/>
              <a:gd name="connsiteY22" fmla="*/ 200660 h 209550"/>
              <a:gd name="connsiteX23" fmla="*/ 127813 w 209549"/>
              <a:gd name="connsiteY23" fmla="*/ 198272 h 209550"/>
              <a:gd name="connsiteX24" fmla="*/ 140222 w 209549"/>
              <a:gd name="connsiteY24" fmla="*/ 200489 h 209550"/>
              <a:gd name="connsiteX25" fmla="*/ 163227 w 209549"/>
              <a:gd name="connsiteY25" fmla="*/ 188491 h 209550"/>
              <a:gd name="connsiteX26" fmla="*/ 168493 w 209549"/>
              <a:gd name="connsiteY26" fmla="*/ 177058 h 209550"/>
              <a:gd name="connsiteX27" fmla="*/ 178527 w 209549"/>
              <a:gd name="connsiteY27" fmla="*/ 166844 h 209550"/>
              <a:gd name="connsiteX28" fmla="*/ 189881 w 209549"/>
              <a:gd name="connsiteY28" fmla="*/ 161360 h 209550"/>
              <a:gd name="connsiteX29" fmla="*/ 201439 w 209549"/>
              <a:gd name="connsiteY29" fmla="*/ 138175 h 209550"/>
              <a:gd name="connsiteX30" fmla="*/ 198964 w 209549"/>
              <a:gd name="connsiteY30" fmla="*/ 125846 h 209550"/>
              <a:gd name="connsiteX31" fmla="*/ 201070 w 209549"/>
              <a:gd name="connsiteY31" fmla="*/ 111707 h 209550"/>
              <a:gd name="connsiteX32" fmla="*/ 207032 w 209549"/>
              <a:gd name="connsiteY32" fmla="*/ 100618 h 209550"/>
              <a:gd name="connsiteX33" fmla="*/ 202727 w 209549"/>
              <a:gd name="connsiteY33" fmla="*/ 75101 h 209550"/>
              <a:gd name="connsiteX34" fmla="*/ 193458 w 209549"/>
              <a:gd name="connsiteY34" fmla="*/ 66586 h 209550"/>
              <a:gd name="connsiteX35" fmla="*/ 186831 w 209549"/>
              <a:gd name="connsiteY35" fmla="*/ 53922 h 209550"/>
              <a:gd name="connsiteX36" fmla="*/ 185124 w 209549"/>
              <a:gd name="connsiteY36" fmla="*/ 41464 h 209550"/>
              <a:gd name="connsiteX37" fmla="*/ 166602 w 209549"/>
              <a:gd name="connsiteY37" fmla="*/ 23361 h 209550"/>
              <a:gd name="connsiteX38" fmla="*/ 154078 w 209549"/>
              <a:gd name="connsiteY38" fmla="*/ 21913 h 209550"/>
              <a:gd name="connsiteX39" fmla="*/ 141250 w 209549"/>
              <a:gd name="connsiteY39" fmla="*/ 15562 h 209550"/>
              <a:gd name="connsiteX40" fmla="*/ 132526 w 209549"/>
              <a:gd name="connsiteY40" fmla="*/ 6492 h 209550"/>
              <a:gd name="connsiteX41" fmla="*/ 180972 w 209549"/>
              <a:gd name="connsiteY41" fmla="*/ 123959 h 209550"/>
              <a:gd name="connsiteX42" fmla="*/ 163997 w 209549"/>
              <a:gd name="connsiteY42" fmla="*/ 128793 h 209550"/>
              <a:gd name="connsiteX43" fmla="*/ 151270 w 209549"/>
              <a:gd name="connsiteY43" fmla="*/ 79308 h 209550"/>
              <a:gd name="connsiteX44" fmla="*/ 149285 w 209549"/>
              <a:gd name="connsiteY44" fmla="*/ 79870 h 209550"/>
              <a:gd name="connsiteX45" fmla="*/ 144832 w 209549"/>
              <a:gd name="connsiteY45" fmla="*/ 62553 h 209550"/>
              <a:gd name="connsiteX46" fmla="*/ 163790 w 209549"/>
              <a:gd name="connsiteY46" fmla="*/ 57150 h 209550"/>
              <a:gd name="connsiteX47" fmla="*/ 180975 w 209549"/>
              <a:gd name="connsiteY47" fmla="*/ 123950 h 209550"/>
              <a:gd name="connsiteX48" fmla="*/ 180972 w 209549"/>
              <a:gd name="connsiteY48" fmla="*/ 123959 h 209550"/>
              <a:gd name="connsiteX49" fmla="*/ 133253 w 209549"/>
              <a:gd name="connsiteY49" fmla="*/ 137546 h 209550"/>
              <a:gd name="connsiteX50" fmla="*/ 150228 w 209549"/>
              <a:gd name="connsiteY50" fmla="*/ 132712 h 209550"/>
              <a:gd name="connsiteX51" fmla="*/ 133046 w 209549"/>
              <a:gd name="connsiteY51" fmla="*/ 65903 h 209550"/>
              <a:gd name="connsiteX52" fmla="*/ 114089 w 209549"/>
              <a:gd name="connsiteY52" fmla="*/ 71305 h 209550"/>
              <a:gd name="connsiteX53" fmla="*/ 118541 w 209549"/>
              <a:gd name="connsiteY53" fmla="*/ 88623 h 209550"/>
              <a:gd name="connsiteX54" fmla="*/ 120527 w 209549"/>
              <a:gd name="connsiteY54" fmla="*/ 88061 h 209550"/>
              <a:gd name="connsiteX55" fmla="*/ 133253 w 209549"/>
              <a:gd name="connsiteY55" fmla="*/ 137546 h 209550"/>
              <a:gd name="connsiteX56" fmla="*/ 78486 w 209549"/>
              <a:gd name="connsiteY56" fmla="*/ 153163 h 209550"/>
              <a:gd name="connsiteX57" fmla="*/ 95461 w 209549"/>
              <a:gd name="connsiteY57" fmla="*/ 148329 h 209550"/>
              <a:gd name="connsiteX58" fmla="*/ 95464 w 209549"/>
              <a:gd name="connsiteY58" fmla="*/ 148320 h 209550"/>
              <a:gd name="connsiteX59" fmla="*/ 78279 w 209549"/>
              <a:gd name="connsiteY59" fmla="*/ 81520 h 209550"/>
              <a:gd name="connsiteX60" fmla="*/ 59322 w 209549"/>
              <a:gd name="connsiteY60" fmla="*/ 86922 h 209550"/>
              <a:gd name="connsiteX61" fmla="*/ 63775 w 209549"/>
              <a:gd name="connsiteY61" fmla="*/ 104240 h 209550"/>
              <a:gd name="connsiteX62" fmla="*/ 65759 w 209549"/>
              <a:gd name="connsiteY62" fmla="*/ 103678 h 209550"/>
              <a:gd name="connsiteX63" fmla="*/ 78486 w 209549"/>
              <a:gd name="connsiteY63" fmla="*/ 153163 h 209550"/>
              <a:gd name="connsiteX64" fmla="*/ 64712 w 209549"/>
              <a:gd name="connsiteY64" fmla="*/ 157084 h 209550"/>
              <a:gd name="connsiteX65" fmla="*/ 47739 w 209549"/>
              <a:gd name="connsiteY65" fmla="*/ 161925 h 209550"/>
              <a:gd name="connsiteX66" fmla="*/ 35013 w 209549"/>
              <a:gd name="connsiteY66" fmla="*/ 112440 h 209550"/>
              <a:gd name="connsiteX67" fmla="*/ 33028 w 209549"/>
              <a:gd name="connsiteY67" fmla="*/ 113002 h 209550"/>
              <a:gd name="connsiteX68" fmla="*/ 28575 w 209549"/>
              <a:gd name="connsiteY68" fmla="*/ 95684 h 209550"/>
              <a:gd name="connsiteX69" fmla="*/ 47532 w 209549"/>
              <a:gd name="connsiteY69" fmla="*/ 90282 h 209550"/>
              <a:gd name="connsiteX70" fmla="*/ 64712 w 209549"/>
              <a:gd name="connsiteY70" fmla="*/ 157084 h 209550"/>
              <a:gd name="connsiteX71" fmla="*/ 111023 w 209549"/>
              <a:gd name="connsiteY71" fmla="*/ 122548 h 209550"/>
              <a:gd name="connsiteX72" fmla="*/ 116255 w 209549"/>
              <a:gd name="connsiteY72" fmla="*/ 107196 h 209550"/>
              <a:gd name="connsiteX73" fmla="*/ 101638 w 209549"/>
              <a:gd name="connsiteY73" fmla="*/ 101728 h 209550"/>
              <a:gd name="connsiteX74" fmla="*/ 96407 w 209549"/>
              <a:gd name="connsiteY74" fmla="*/ 117079 h 209550"/>
              <a:gd name="connsiteX75" fmla="*/ 111023 w 209549"/>
              <a:gd name="connsiteY75" fmla="*/ 122548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09549" h="209550">
                <a:moveTo>
                  <a:pt x="132526" y="6492"/>
                </a:moveTo>
                <a:cubicBezTo>
                  <a:pt x="125841" y="-457"/>
                  <a:pt x="115284" y="-2009"/>
                  <a:pt x="106860" y="2719"/>
                </a:cubicBezTo>
                <a:lnTo>
                  <a:pt x="95866" y="8890"/>
                </a:lnTo>
                <a:cubicBezTo>
                  <a:pt x="91575" y="11298"/>
                  <a:pt x="86579" y="12143"/>
                  <a:pt x="81737" y="11278"/>
                </a:cubicBezTo>
                <a:lnTo>
                  <a:pt x="69328" y="9061"/>
                </a:lnTo>
                <a:cubicBezTo>
                  <a:pt x="59820" y="7363"/>
                  <a:pt x="50357" y="12298"/>
                  <a:pt x="46322" y="21058"/>
                </a:cubicBezTo>
                <a:lnTo>
                  <a:pt x="41057" y="32492"/>
                </a:lnTo>
                <a:cubicBezTo>
                  <a:pt x="39002" y="36955"/>
                  <a:pt x="35454" y="40566"/>
                  <a:pt x="31023" y="42706"/>
                </a:cubicBezTo>
                <a:lnTo>
                  <a:pt x="19669" y="48190"/>
                </a:lnTo>
                <a:cubicBezTo>
                  <a:pt x="10970" y="52391"/>
                  <a:pt x="6216" y="61928"/>
                  <a:pt x="8112" y="71375"/>
                </a:cubicBezTo>
                <a:lnTo>
                  <a:pt x="10586" y="83704"/>
                </a:lnTo>
                <a:cubicBezTo>
                  <a:pt x="11552" y="88516"/>
                  <a:pt x="10807" y="93515"/>
                  <a:pt x="8480" y="97843"/>
                </a:cubicBezTo>
                <a:lnTo>
                  <a:pt x="2518" y="108932"/>
                </a:lnTo>
                <a:cubicBezTo>
                  <a:pt x="-2050" y="117428"/>
                  <a:pt x="-279" y="127925"/>
                  <a:pt x="6823" y="134449"/>
                </a:cubicBezTo>
                <a:lnTo>
                  <a:pt x="16092" y="142965"/>
                </a:lnTo>
                <a:cubicBezTo>
                  <a:pt x="19709" y="146288"/>
                  <a:pt x="22052" y="150765"/>
                  <a:pt x="22719" y="155627"/>
                </a:cubicBezTo>
                <a:lnTo>
                  <a:pt x="24426" y="168086"/>
                </a:lnTo>
                <a:cubicBezTo>
                  <a:pt x="25734" y="177633"/>
                  <a:pt x="33353" y="185078"/>
                  <a:pt x="42949" y="186189"/>
                </a:cubicBezTo>
                <a:lnTo>
                  <a:pt x="55472" y="187638"/>
                </a:lnTo>
                <a:cubicBezTo>
                  <a:pt x="60359" y="188203"/>
                  <a:pt x="64895" y="190449"/>
                  <a:pt x="68300" y="193988"/>
                </a:cubicBezTo>
                <a:lnTo>
                  <a:pt x="77024" y="203058"/>
                </a:lnTo>
                <a:cubicBezTo>
                  <a:pt x="83709" y="210007"/>
                  <a:pt x="94266" y="211560"/>
                  <a:pt x="102690" y="206831"/>
                </a:cubicBezTo>
                <a:lnTo>
                  <a:pt x="113684" y="200660"/>
                </a:lnTo>
                <a:cubicBezTo>
                  <a:pt x="117975" y="198251"/>
                  <a:pt x="122971" y="197408"/>
                  <a:pt x="127813" y="198272"/>
                </a:cubicBezTo>
                <a:lnTo>
                  <a:pt x="140222" y="200489"/>
                </a:lnTo>
                <a:cubicBezTo>
                  <a:pt x="149730" y="202187"/>
                  <a:pt x="159193" y="197252"/>
                  <a:pt x="163227" y="188491"/>
                </a:cubicBezTo>
                <a:lnTo>
                  <a:pt x="168493" y="177058"/>
                </a:lnTo>
                <a:cubicBezTo>
                  <a:pt x="170548" y="172596"/>
                  <a:pt x="174096" y="168984"/>
                  <a:pt x="178527" y="166844"/>
                </a:cubicBezTo>
                <a:lnTo>
                  <a:pt x="189881" y="161360"/>
                </a:lnTo>
                <a:cubicBezTo>
                  <a:pt x="198580" y="157159"/>
                  <a:pt x="203334" y="147622"/>
                  <a:pt x="201439" y="138175"/>
                </a:cubicBezTo>
                <a:lnTo>
                  <a:pt x="198964" y="125846"/>
                </a:lnTo>
                <a:cubicBezTo>
                  <a:pt x="197998" y="121034"/>
                  <a:pt x="198743" y="116035"/>
                  <a:pt x="201070" y="111707"/>
                </a:cubicBezTo>
                <a:lnTo>
                  <a:pt x="207032" y="100618"/>
                </a:lnTo>
                <a:cubicBezTo>
                  <a:pt x="211600" y="92122"/>
                  <a:pt x="209829" y="81626"/>
                  <a:pt x="202727" y="75101"/>
                </a:cubicBezTo>
                <a:lnTo>
                  <a:pt x="193458" y="66586"/>
                </a:lnTo>
                <a:cubicBezTo>
                  <a:pt x="189841" y="63262"/>
                  <a:pt x="187498" y="58785"/>
                  <a:pt x="186831" y="53922"/>
                </a:cubicBezTo>
                <a:lnTo>
                  <a:pt x="185124" y="41464"/>
                </a:lnTo>
                <a:cubicBezTo>
                  <a:pt x="183816" y="31918"/>
                  <a:pt x="176197" y="24472"/>
                  <a:pt x="166602" y="23361"/>
                </a:cubicBezTo>
                <a:lnTo>
                  <a:pt x="154078" y="21913"/>
                </a:lnTo>
                <a:cubicBezTo>
                  <a:pt x="149191" y="21347"/>
                  <a:pt x="144655" y="19102"/>
                  <a:pt x="141250" y="15562"/>
                </a:cubicBezTo>
                <a:lnTo>
                  <a:pt x="132526" y="6492"/>
                </a:lnTo>
                <a:close/>
                <a:moveTo>
                  <a:pt x="180972" y="123959"/>
                </a:moveTo>
                <a:lnTo>
                  <a:pt x="163997" y="128793"/>
                </a:lnTo>
                <a:lnTo>
                  <a:pt x="151270" y="79308"/>
                </a:lnTo>
                <a:lnTo>
                  <a:pt x="149285" y="79870"/>
                </a:lnTo>
                <a:lnTo>
                  <a:pt x="144832" y="62553"/>
                </a:lnTo>
                <a:lnTo>
                  <a:pt x="163790" y="57150"/>
                </a:lnTo>
                <a:lnTo>
                  <a:pt x="180975" y="123950"/>
                </a:lnTo>
                <a:lnTo>
                  <a:pt x="180972" y="123959"/>
                </a:lnTo>
                <a:close/>
                <a:moveTo>
                  <a:pt x="133253" y="137546"/>
                </a:moveTo>
                <a:lnTo>
                  <a:pt x="150228" y="132712"/>
                </a:lnTo>
                <a:lnTo>
                  <a:pt x="133046" y="65903"/>
                </a:lnTo>
                <a:lnTo>
                  <a:pt x="114089" y="71305"/>
                </a:lnTo>
                <a:lnTo>
                  <a:pt x="118541" y="88623"/>
                </a:lnTo>
                <a:lnTo>
                  <a:pt x="120527" y="88061"/>
                </a:lnTo>
                <a:lnTo>
                  <a:pt x="133253" y="137546"/>
                </a:lnTo>
                <a:close/>
                <a:moveTo>
                  <a:pt x="78486" y="153163"/>
                </a:moveTo>
                <a:lnTo>
                  <a:pt x="95461" y="148329"/>
                </a:lnTo>
                <a:lnTo>
                  <a:pt x="95464" y="148320"/>
                </a:lnTo>
                <a:lnTo>
                  <a:pt x="78279" y="81520"/>
                </a:lnTo>
                <a:lnTo>
                  <a:pt x="59322" y="86922"/>
                </a:lnTo>
                <a:lnTo>
                  <a:pt x="63775" y="104240"/>
                </a:lnTo>
                <a:lnTo>
                  <a:pt x="65759" y="103678"/>
                </a:lnTo>
                <a:lnTo>
                  <a:pt x="78486" y="153163"/>
                </a:lnTo>
                <a:close/>
                <a:moveTo>
                  <a:pt x="64712" y="157084"/>
                </a:moveTo>
                <a:lnTo>
                  <a:pt x="47739" y="161925"/>
                </a:lnTo>
                <a:lnTo>
                  <a:pt x="35013" y="112440"/>
                </a:lnTo>
                <a:lnTo>
                  <a:pt x="33028" y="113002"/>
                </a:lnTo>
                <a:lnTo>
                  <a:pt x="28575" y="95684"/>
                </a:lnTo>
                <a:lnTo>
                  <a:pt x="47532" y="90282"/>
                </a:lnTo>
                <a:lnTo>
                  <a:pt x="64712" y="157084"/>
                </a:lnTo>
                <a:close/>
                <a:moveTo>
                  <a:pt x="111023" y="122548"/>
                </a:moveTo>
                <a:cubicBezTo>
                  <a:pt x="116505" y="119819"/>
                  <a:pt x="118847" y="112946"/>
                  <a:pt x="116255" y="107196"/>
                </a:cubicBezTo>
                <a:cubicBezTo>
                  <a:pt x="113664" y="101447"/>
                  <a:pt x="107119" y="98999"/>
                  <a:pt x="101638" y="101728"/>
                </a:cubicBezTo>
                <a:cubicBezTo>
                  <a:pt x="96158" y="104457"/>
                  <a:pt x="93816" y="111330"/>
                  <a:pt x="96407" y="117079"/>
                </a:cubicBezTo>
                <a:cubicBezTo>
                  <a:pt x="98999" y="122829"/>
                  <a:pt x="105543" y="125277"/>
                  <a:pt x="111023" y="122548"/>
                </a:cubicBezTo>
                <a:close/>
              </a:path>
            </a:pathLst>
          </a:custGeom>
          <a:solidFill>
            <a:srgbClr val="000000"/>
          </a:solidFill>
          <a:ln w="9525" cap="flat">
            <a:noFill/>
            <a:prstDash val="solid"/>
            <a:miter/>
          </a:ln>
        </p:spPr>
        <p:txBody>
          <a:bodyPr rtlCol="0" anchor="ctr"/>
          <a:lstStyle/>
          <a:p>
            <a:endParaRPr lang="ru-RU"/>
          </a:p>
        </p:txBody>
      </p:sp>
      <p:sp>
        <p:nvSpPr>
          <p:cNvPr id="1547" name="Полилиния: фигура 1546">
            <a:extLst>
              <a:ext uri="{FF2B5EF4-FFF2-40B4-BE49-F238E27FC236}">
                <a16:creationId xmlns:a16="http://schemas.microsoft.com/office/drawing/2014/main" id="{1CBE7CAD-E2C6-B99C-527C-A92AF577911F}"/>
              </a:ext>
            </a:extLst>
          </p:cNvPr>
          <p:cNvSpPr/>
          <p:nvPr/>
        </p:nvSpPr>
        <p:spPr>
          <a:xfrm>
            <a:off x="1507851" y="875392"/>
            <a:ext cx="152400" cy="171449"/>
          </a:xfrm>
          <a:custGeom>
            <a:avLst/>
            <a:gdLst>
              <a:gd name="connsiteX0" fmla="*/ 19083 w 152400"/>
              <a:gd name="connsiteY0" fmla="*/ 149229 h 171449"/>
              <a:gd name="connsiteX1" fmla="*/ 76204 w 152400"/>
              <a:gd name="connsiteY1" fmla="*/ 152399 h 171449"/>
              <a:gd name="connsiteX2" fmla="*/ 133326 w 152400"/>
              <a:gd name="connsiteY2" fmla="*/ 149229 h 171449"/>
              <a:gd name="connsiteX3" fmla="*/ 133326 w 152400"/>
              <a:gd name="connsiteY3" fmla="*/ 154244 h 171449"/>
              <a:gd name="connsiteX4" fmla="*/ 76204 w 152400"/>
              <a:gd name="connsiteY4" fmla="*/ 171449 h 171449"/>
              <a:gd name="connsiteX5" fmla="*/ 19083 w 152400"/>
              <a:gd name="connsiteY5" fmla="*/ 154244 h 171449"/>
              <a:gd name="connsiteX6" fmla="*/ 19083 w 152400"/>
              <a:gd name="connsiteY6" fmla="*/ 149229 h 171449"/>
              <a:gd name="connsiteX7" fmla="*/ 128566 w 152400"/>
              <a:gd name="connsiteY7" fmla="*/ 114299 h 171449"/>
              <a:gd name="connsiteX8" fmla="*/ 123806 w 152400"/>
              <a:gd name="connsiteY8" fmla="*/ 119062 h 171449"/>
              <a:gd name="connsiteX9" fmla="*/ 128566 w 152400"/>
              <a:gd name="connsiteY9" fmla="*/ 123824 h 171449"/>
              <a:gd name="connsiteX10" fmla="*/ 133325 w 152400"/>
              <a:gd name="connsiteY10" fmla="*/ 119062 h 171449"/>
              <a:gd name="connsiteX11" fmla="*/ 128566 w 152400"/>
              <a:gd name="connsiteY11" fmla="*/ 114299 h 171449"/>
              <a:gd name="connsiteX12" fmla="*/ 76200 w 152400"/>
              <a:gd name="connsiteY12" fmla="*/ 114299 h 171449"/>
              <a:gd name="connsiteX13" fmla="*/ 66675 w 152400"/>
              <a:gd name="connsiteY13" fmla="*/ 123824 h 171449"/>
              <a:gd name="connsiteX14" fmla="*/ 76200 w 152400"/>
              <a:gd name="connsiteY14" fmla="*/ 133349 h 171449"/>
              <a:gd name="connsiteX15" fmla="*/ 85725 w 152400"/>
              <a:gd name="connsiteY15" fmla="*/ 123824 h 171449"/>
              <a:gd name="connsiteX16" fmla="*/ 76200 w 152400"/>
              <a:gd name="connsiteY16" fmla="*/ 114299 h 171449"/>
              <a:gd name="connsiteX17" fmla="*/ 23844 w 152400"/>
              <a:gd name="connsiteY17" fmla="*/ 114299 h 171449"/>
              <a:gd name="connsiteX18" fmla="*/ 19084 w 152400"/>
              <a:gd name="connsiteY18" fmla="*/ 119062 h 171449"/>
              <a:gd name="connsiteX19" fmla="*/ 23844 w 152400"/>
              <a:gd name="connsiteY19" fmla="*/ 123824 h 171449"/>
              <a:gd name="connsiteX20" fmla="*/ 28604 w 152400"/>
              <a:gd name="connsiteY20" fmla="*/ 119062 h 171449"/>
              <a:gd name="connsiteX21" fmla="*/ 23844 w 152400"/>
              <a:gd name="connsiteY21" fmla="*/ 114299 h 171449"/>
              <a:gd name="connsiteX22" fmla="*/ 150858 w 152400"/>
              <a:gd name="connsiteY22" fmla="*/ 99109 h 171449"/>
              <a:gd name="connsiteX23" fmla="*/ 152366 w 152400"/>
              <a:gd name="connsiteY23" fmla="*/ 104774 h 171449"/>
              <a:gd name="connsiteX24" fmla="*/ 147606 w 152400"/>
              <a:gd name="connsiteY24" fmla="*/ 131417 h 171449"/>
              <a:gd name="connsiteX25" fmla="*/ 139415 w 152400"/>
              <a:gd name="connsiteY25" fmla="*/ 138748 h 171449"/>
              <a:gd name="connsiteX26" fmla="*/ 76205 w 152400"/>
              <a:gd name="connsiteY26" fmla="*/ 142874 h 171449"/>
              <a:gd name="connsiteX27" fmla="*/ 12996 w 152400"/>
              <a:gd name="connsiteY27" fmla="*/ 138748 h 171449"/>
              <a:gd name="connsiteX28" fmla="*/ 4804 w 152400"/>
              <a:gd name="connsiteY28" fmla="*/ 131417 h 171449"/>
              <a:gd name="connsiteX29" fmla="*/ 43 w 152400"/>
              <a:gd name="connsiteY29" fmla="*/ 104774 h 171449"/>
              <a:gd name="connsiteX30" fmla="*/ 5958 w 152400"/>
              <a:gd name="connsiteY30" fmla="*/ 99485 h 171449"/>
              <a:gd name="connsiteX31" fmla="*/ 9564 w 152400"/>
              <a:gd name="connsiteY31" fmla="*/ 100214 h 171449"/>
              <a:gd name="connsiteX32" fmla="*/ 76205 w 152400"/>
              <a:gd name="connsiteY32" fmla="*/ 104774 h 171449"/>
              <a:gd name="connsiteX33" fmla="*/ 140900 w 152400"/>
              <a:gd name="connsiteY33" fmla="*/ 100532 h 171449"/>
              <a:gd name="connsiteX34" fmla="*/ 145457 w 152400"/>
              <a:gd name="connsiteY34" fmla="*/ 99565 h 171449"/>
              <a:gd name="connsiteX35" fmla="*/ 150858 w 152400"/>
              <a:gd name="connsiteY35" fmla="*/ 99109 h 171449"/>
              <a:gd name="connsiteX36" fmla="*/ 76204 w 152400"/>
              <a:gd name="connsiteY36" fmla="*/ 0 h 171449"/>
              <a:gd name="connsiteX37" fmla="*/ 114271 w 152400"/>
              <a:gd name="connsiteY37" fmla="*/ 14288 h 171449"/>
              <a:gd name="connsiteX38" fmla="*/ 106100 w 152400"/>
              <a:gd name="connsiteY38" fmla="*/ 23179 h 171449"/>
              <a:gd name="connsiteX39" fmla="*/ 105154 w 152400"/>
              <a:gd name="connsiteY39" fmla="*/ 23702 h 171449"/>
              <a:gd name="connsiteX40" fmla="*/ 95245 w 152400"/>
              <a:gd name="connsiteY40" fmla="*/ 47625 h 171449"/>
              <a:gd name="connsiteX41" fmla="*/ 120751 w 152400"/>
              <a:gd name="connsiteY41" fmla="*/ 66818 h 171449"/>
              <a:gd name="connsiteX42" fmla="*/ 149564 w 152400"/>
              <a:gd name="connsiteY42" fmla="*/ 80963 h 171449"/>
              <a:gd name="connsiteX43" fmla="*/ 139414 w 152400"/>
              <a:gd name="connsiteY43" fmla="*/ 91124 h 171449"/>
              <a:gd name="connsiteX44" fmla="*/ 76204 w 152400"/>
              <a:gd name="connsiteY44" fmla="*/ 95250 h 171449"/>
              <a:gd name="connsiteX45" fmla="*/ 12995 w 152400"/>
              <a:gd name="connsiteY45" fmla="*/ 91124 h 171449"/>
              <a:gd name="connsiteX46" fmla="*/ 9563 w 152400"/>
              <a:gd name="connsiteY46" fmla="*/ 90550 h 171449"/>
              <a:gd name="connsiteX47" fmla="*/ 2845 w 152400"/>
              <a:gd name="connsiteY47" fmla="*/ 80963 h 171449"/>
              <a:gd name="connsiteX48" fmla="*/ 31659 w 152400"/>
              <a:gd name="connsiteY48" fmla="*/ 66818 h 171449"/>
              <a:gd name="connsiteX49" fmla="*/ 57164 w 152400"/>
              <a:gd name="connsiteY49" fmla="*/ 47625 h 171449"/>
              <a:gd name="connsiteX50" fmla="*/ 47255 w 152400"/>
              <a:gd name="connsiteY50" fmla="*/ 23702 h 171449"/>
              <a:gd name="connsiteX51" fmla="*/ 46309 w 152400"/>
              <a:gd name="connsiteY51" fmla="*/ 23179 h 171449"/>
              <a:gd name="connsiteX52" fmla="*/ 38138 w 152400"/>
              <a:gd name="connsiteY52" fmla="*/ 14288 h 171449"/>
              <a:gd name="connsiteX53" fmla="*/ 76204 w 152400"/>
              <a:gd name="connsiteY53"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2400" h="171449">
                <a:moveTo>
                  <a:pt x="19083" y="149229"/>
                </a:moveTo>
                <a:cubicBezTo>
                  <a:pt x="34819" y="151221"/>
                  <a:pt x="54678" y="152399"/>
                  <a:pt x="76204" y="152399"/>
                </a:cubicBezTo>
                <a:cubicBezTo>
                  <a:pt x="97731" y="152399"/>
                  <a:pt x="117590" y="151221"/>
                  <a:pt x="133326" y="149229"/>
                </a:cubicBezTo>
                <a:cubicBezTo>
                  <a:pt x="138085" y="148626"/>
                  <a:pt x="135315" y="152399"/>
                  <a:pt x="133326" y="154244"/>
                </a:cubicBezTo>
                <a:cubicBezTo>
                  <a:pt x="121955" y="164786"/>
                  <a:pt x="104075" y="171449"/>
                  <a:pt x="76204" y="171449"/>
                </a:cubicBezTo>
                <a:cubicBezTo>
                  <a:pt x="48334" y="171449"/>
                  <a:pt x="30454" y="164786"/>
                  <a:pt x="19083" y="154244"/>
                </a:cubicBezTo>
                <a:cubicBezTo>
                  <a:pt x="17093" y="152399"/>
                  <a:pt x="14323" y="148626"/>
                  <a:pt x="19083" y="149229"/>
                </a:cubicBezTo>
                <a:close/>
                <a:moveTo>
                  <a:pt x="128566" y="114299"/>
                </a:moveTo>
                <a:cubicBezTo>
                  <a:pt x="125937" y="114299"/>
                  <a:pt x="123806" y="116432"/>
                  <a:pt x="123806" y="119062"/>
                </a:cubicBezTo>
                <a:cubicBezTo>
                  <a:pt x="123806" y="121691"/>
                  <a:pt x="125937" y="123824"/>
                  <a:pt x="128566" y="123824"/>
                </a:cubicBezTo>
                <a:cubicBezTo>
                  <a:pt x="131195" y="123824"/>
                  <a:pt x="133325" y="121691"/>
                  <a:pt x="133325" y="119062"/>
                </a:cubicBezTo>
                <a:cubicBezTo>
                  <a:pt x="133325" y="116432"/>
                  <a:pt x="131195" y="114299"/>
                  <a:pt x="128566" y="114299"/>
                </a:cubicBezTo>
                <a:close/>
                <a:moveTo>
                  <a:pt x="76200" y="114299"/>
                </a:moveTo>
                <a:cubicBezTo>
                  <a:pt x="70939" y="114299"/>
                  <a:pt x="66675" y="118563"/>
                  <a:pt x="66675" y="123824"/>
                </a:cubicBezTo>
                <a:cubicBezTo>
                  <a:pt x="66675" y="129085"/>
                  <a:pt x="70939" y="133349"/>
                  <a:pt x="76200" y="133349"/>
                </a:cubicBezTo>
                <a:cubicBezTo>
                  <a:pt x="81461" y="133349"/>
                  <a:pt x="85725" y="129085"/>
                  <a:pt x="85725" y="123824"/>
                </a:cubicBezTo>
                <a:cubicBezTo>
                  <a:pt x="85725" y="118563"/>
                  <a:pt x="81461" y="114299"/>
                  <a:pt x="76200" y="114299"/>
                </a:cubicBezTo>
                <a:close/>
                <a:moveTo>
                  <a:pt x="23844" y="114299"/>
                </a:moveTo>
                <a:cubicBezTo>
                  <a:pt x="21215" y="114299"/>
                  <a:pt x="19084" y="116432"/>
                  <a:pt x="19084" y="119062"/>
                </a:cubicBezTo>
                <a:cubicBezTo>
                  <a:pt x="19084" y="121691"/>
                  <a:pt x="21215" y="123824"/>
                  <a:pt x="23844" y="123824"/>
                </a:cubicBezTo>
                <a:cubicBezTo>
                  <a:pt x="26473" y="123824"/>
                  <a:pt x="28604" y="121691"/>
                  <a:pt x="28604" y="119062"/>
                </a:cubicBezTo>
                <a:cubicBezTo>
                  <a:pt x="28604" y="116432"/>
                  <a:pt x="26473" y="114299"/>
                  <a:pt x="23844" y="114299"/>
                </a:cubicBezTo>
                <a:close/>
                <a:moveTo>
                  <a:pt x="150858" y="99109"/>
                </a:moveTo>
                <a:cubicBezTo>
                  <a:pt x="152025" y="99686"/>
                  <a:pt x="152544" y="101283"/>
                  <a:pt x="152366" y="104774"/>
                </a:cubicBezTo>
                <a:cubicBezTo>
                  <a:pt x="151895" y="114031"/>
                  <a:pt x="150390" y="123098"/>
                  <a:pt x="147606" y="131417"/>
                </a:cubicBezTo>
                <a:cubicBezTo>
                  <a:pt x="145781" y="136870"/>
                  <a:pt x="142845" y="138206"/>
                  <a:pt x="139415" y="138748"/>
                </a:cubicBezTo>
                <a:cubicBezTo>
                  <a:pt x="123361" y="141284"/>
                  <a:pt x="101011" y="142874"/>
                  <a:pt x="76205" y="142874"/>
                </a:cubicBezTo>
                <a:cubicBezTo>
                  <a:pt x="51399" y="142874"/>
                  <a:pt x="29049" y="141284"/>
                  <a:pt x="12996" y="138748"/>
                </a:cubicBezTo>
                <a:cubicBezTo>
                  <a:pt x="9564" y="138206"/>
                  <a:pt x="6629" y="136870"/>
                  <a:pt x="4804" y="131417"/>
                </a:cubicBezTo>
                <a:cubicBezTo>
                  <a:pt x="2020" y="123098"/>
                  <a:pt x="514" y="114031"/>
                  <a:pt x="43" y="104774"/>
                </a:cubicBezTo>
                <a:cubicBezTo>
                  <a:pt x="-297" y="98086"/>
                  <a:pt x="1330" y="98450"/>
                  <a:pt x="5958" y="99485"/>
                </a:cubicBezTo>
                <a:cubicBezTo>
                  <a:pt x="7003" y="99718"/>
                  <a:pt x="8201" y="99986"/>
                  <a:pt x="9564" y="100214"/>
                </a:cubicBezTo>
                <a:cubicBezTo>
                  <a:pt x="26457" y="103048"/>
                  <a:pt x="50070" y="104774"/>
                  <a:pt x="76205" y="104774"/>
                </a:cubicBezTo>
                <a:cubicBezTo>
                  <a:pt x="101349" y="104774"/>
                  <a:pt x="124219" y="103166"/>
                  <a:pt x="140900" y="100532"/>
                </a:cubicBezTo>
                <a:cubicBezTo>
                  <a:pt x="142598" y="100263"/>
                  <a:pt x="144120" y="99892"/>
                  <a:pt x="145457" y="99565"/>
                </a:cubicBezTo>
                <a:cubicBezTo>
                  <a:pt x="147875" y="98975"/>
                  <a:pt x="149691" y="98532"/>
                  <a:pt x="150858" y="99109"/>
                </a:cubicBezTo>
                <a:close/>
                <a:moveTo>
                  <a:pt x="76204" y="0"/>
                </a:moveTo>
                <a:cubicBezTo>
                  <a:pt x="95245" y="0"/>
                  <a:pt x="114271" y="1"/>
                  <a:pt x="114271" y="14288"/>
                </a:cubicBezTo>
                <a:cubicBezTo>
                  <a:pt x="114271" y="18650"/>
                  <a:pt x="110833" y="20556"/>
                  <a:pt x="106100" y="23179"/>
                </a:cubicBezTo>
                <a:lnTo>
                  <a:pt x="105154" y="23702"/>
                </a:lnTo>
                <a:cubicBezTo>
                  <a:pt x="95760" y="28891"/>
                  <a:pt x="95245" y="29175"/>
                  <a:pt x="95245" y="47625"/>
                </a:cubicBezTo>
                <a:cubicBezTo>
                  <a:pt x="95245" y="63268"/>
                  <a:pt x="107558" y="64982"/>
                  <a:pt x="120751" y="66818"/>
                </a:cubicBezTo>
                <a:cubicBezTo>
                  <a:pt x="132166" y="68407"/>
                  <a:pt x="144239" y="70088"/>
                  <a:pt x="149564" y="80963"/>
                </a:cubicBezTo>
                <a:cubicBezTo>
                  <a:pt x="152365" y="86683"/>
                  <a:pt x="147780" y="89803"/>
                  <a:pt x="139414" y="91124"/>
                </a:cubicBezTo>
                <a:cubicBezTo>
                  <a:pt x="123361" y="93660"/>
                  <a:pt x="101010" y="95250"/>
                  <a:pt x="76204" y="95250"/>
                </a:cubicBezTo>
                <a:cubicBezTo>
                  <a:pt x="51399" y="95250"/>
                  <a:pt x="29049" y="93660"/>
                  <a:pt x="12995" y="91124"/>
                </a:cubicBezTo>
                <a:cubicBezTo>
                  <a:pt x="11812" y="90937"/>
                  <a:pt x="10668" y="90746"/>
                  <a:pt x="9563" y="90550"/>
                </a:cubicBezTo>
                <a:cubicBezTo>
                  <a:pt x="2003" y="89213"/>
                  <a:pt x="43" y="86684"/>
                  <a:pt x="2845" y="80963"/>
                </a:cubicBezTo>
                <a:cubicBezTo>
                  <a:pt x="8170" y="70088"/>
                  <a:pt x="20244" y="68407"/>
                  <a:pt x="31659" y="66818"/>
                </a:cubicBezTo>
                <a:cubicBezTo>
                  <a:pt x="44851" y="64982"/>
                  <a:pt x="57164" y="63268"/>
                  <a:pt x="57164" y="47625"/>
                </a:cubicBezTo>
                <a:cubicBezTo>
                  <a:pt x="57164" y="29175"/>
                  <a:pt x="56649" y="28891"/>
                  <a:pt x="47255" y="23702"/>
                </a:cubicBezTo>
                <a:lnTo>
                  <a:pt x="46309" y="23179"/>
                </a:lnTo>
                <a:cubicBezTo>
                  <a:pt x="41577" y="20556"/>
                  <a:pt x="38138" y="18650"/>
                  <a:pt x="38138" y="14288"/>
                </a:cubicBezTo>
                <a:cubicBezTo>
                  <a:pt x="38138" y="1"/>
                  <a:pt x="57164" y="0"/>
                  <a:pt x="76204" y="0"/>
                </a:cubicBezTo>
                <a:close/>
              </a:path>
            </a:pathLst>
          </a:custGeom>
          <a:solidFill>
            <a:srgbClr val="000000"/>
          </a:solidFill>
          <a:ln w="9525" cap="flat">
            <a:noFill/>
            <a:prstDash val="solid"/>
            <a:miter/>
          </a:ln>
        </p:spPr>
        <p:txBody>
          <a:bodyPr rtlCol="0" anchor="ctr"/>
          <a:lstStyle/>
          <a:p>
            <a:endParaRPr lang="ru-RU"/>
          </a:p>
        </p:txBody>
      </p:sp>
      <p:sp>
        <p:nvSpPr>
          <p:cNvPr id="1068" name="Рисунок 33">
            <a:extLst>
              <a:ext uri="{FF2B5EF4-FFF2-40B4-BE49-F238E27FC236}">
                <a16:creationId xmlns:a16="http://schemas.microsoft.com/office/drawing/2014/main" id="{EFF1A17E-B58E-323C-37C3-7AF857A9841A}"/>
              </a:ext>
            </a:extLst>
          </p:cNvPr>
          <p:cNvSpPr/>
          <p:nvPr/>
        </p:nvSpPr>
        <p:spPr>
          <a:xfrm>
            <a:off x="1526902" y="1404576"/>
            <a:ext cx="114305" cy="171430"/>
          </a:xfrm>
          <a:custGeom>
            <a:avLst/>
            <a:gdLst>
              <a:gd name="connsiteX0" fmla="*/ 20 w 114305"/>
              <a:gd name="connsiteY0" fmla="*/ 47606 h 171430"/>
              <a:gd name="connsiteX1" fmla="*/ 47624 w 114305"/>
              <a:gd name="connsiteY1" fmla="*/ 0 h 171430"/>
              <a:gd name="connsiteX2" fmla="*/ 66675 w 114305"/>
              <a:gd name="connsiteY2" fmla="*/ 0 h 171430"/>
              <a:gd name="connsiteX3" fmla="*/ 114299 w 114305"/>
              <a:gd name="connsiteY3" fmla="*/ 47606 h 171430"/>
              <a:gd name="connsiteX4" fmla="*/ 114301 w 114305"/>
              <a:gd name="connsiteY4" fmla="*/ 59309 h 171430"/>
              <a:gd name="connsiteX5" fmla="*/ 114278 w 114305"/>
              <a:gd name="connsiteY5" fmla="*/ 123805 h 171430"/>
              <a:gd name="connsiteX6" fmla="*/ 66674 w 114305"/>
              <a:gd name="connsiteY6" fmla="*/ 171430 h 171430"/>
              <a:gd name="connsiteX7" fmla="*/ 47624 w 114305"/>
              <a:gd name="connsiteY7" fmla="*/ 171430 h 171430"/>
              <a:gd name="connsiteX8" fmla="*/ 20 w 114305"/>
              <a:gd name="connsiteY8" fmla="*/ 123805 h 171430"/>
              <a:gd name="connsiteX9" fmla="*/ 13 w 114305"/>
              <a:gd name="connsiteY9" fmla="*/ 107228 h 171430"/>
              <a:gd name="connsiteX10" fmla="*/ 20 w 114305"/>
              <a:gd name="connsiteY10" fmla="*/ 47606 h 171430"/>
              <a:gd name="connsiteX11" fmla="*/ 38099 w 114305"/>
              <a:gd name="connsiteY11" fmla="*/ 28555 h 171430"/>
              <a:gd name="connsiteX12" fmla="*/ 47624 w 114305"/>
              <a:gd name="connsiteY12" fmla="*/ 38080 h 171430"/>
              <a:gd name="connsiteX13" fmla="*/ 66674 w 114305"/>
              <a:gd name="connsiteY13" fmla="*/ 38080 h 171430"/>
              <a:gd name="connsiteX14" fmla="*/ 76199 w 114305"/>
              <a:gd name="connsiteY14" fmla="*/ 28555 h 171430"/>
              <a:gd name="connsiteX15" fmla="*/ 66674 w 114305"/>
              <a:gd name="connsiteY15" fmla="*/ 19030 h 171430"/>
              <a:gd name="connsiteX16" fmla="*/ 47624 w 114305"/>
              <a:gd name="connsiteY16" fmla="*/ 19030 h 171430"/>
              <a:gd name="connsiteX17" fmla="*/ 38099 w 114305"/>
              <a:gd name="connsiteY17" fmla="*/ 28555 h 171430"/>
              <a:gd name="connsiteX18" fmla="*/ 57149 w 114305"/>
              <a:gd name="connsiteY18" fmla="*/ 152380 h 171430"/>
              <a:gd name="connsiteX19" fmla="*/ 66674 w 114305"/>
              <a:gd name="connsiteY19" fmla="*/ 142855 h 171430"/>
              <a:gd name="connsiteX20" fmla="*/ 57149 w 114305"/>
              <a:gd name="connsiteY20" fmla="*/ 133330 h 171430"/>
              <a:gd name="connsiteX21" fmla="*/ 47624 w 114305"/>
              <a:gd name="connsiteY21" fmla="*/ 142855 h 171430"/>
              <a:gd name="connsiteX22" fmla="*/ 57149 w 114305"/>
              <a:gd name="connsiteY22" fmla="*/ 152380 h 17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4305" h="171430">
                <a:moveTo>
                  <a:pt x="20" y="47606"/>
                </a:moveTo>
                <a:cubicBezTo>
                  <a:pt x="20" y="0"/>
                  <a:pt x="9524" y="0"/>
                  <a:pt x="47624" y="0"/>
                </a:cubicBezTo>
                <a:lnTo>
                  <a:pt x="66675" y="0"/>
                </a:lnTo>
                <a:cubicBezTo>
                  <a:pt x="104774" y="-1"/>
                  <a:pt x="114299" y="0"/>
                  <a:pt x="114299" y="47606"/>
                </a:cubicBezTo>
                <a:lnTo>
                  <a:pt x="114301" y="59309"/>
                </a:lnTo>
                <a:cubicBezTo>
                  <a:pt x="114306" y="79241"/>
                  <a:pt x="114314" y="113666"/>
                  <a:pt x="114278" y="123805"/>
                </a:cubicBezTo>
                <a:cubicBezTo>
                  <a:pt x="114107" y="171411"/>
                  <a:pt x="104774" y="171430"/>
                  <a:pt x="66674" y="171430"/>
                </a:cubicBezTo>
                <a:lnTo>
                  <a:pt x="47624" y="171430"/>
                </a:lnTo>
                <a:cubicBezTo>
                  <a:pt x="9524" y="171430"/>
                  <a:pt x="20" y="171411"/>
                  <a:pt x="20" y="123805"/>
                </a:cubicBezTo>
                <a:cubicBezTo>
                  <a:pt x="20" y="120459"/>
                  <a:pt x="17" y="114469"/>
                  <a:pt x="13" y="107228"/>
                </a:cubicBezTo>
                <a:cubicBezTo>
                  <a:pt x="3" y="86983"/>
                  <a:pt x="-13" y="56960"/>
                  <a:pt x="20" y="47606"/>
                </a:cubicBezTo>
                <a:close/>
                <a:moveTo>
                  <a:pt x="38099" y="28555"/>
                </a:moveTo>
                <a:cubicBezTo>
                  <a:pt x="38099" y="33816"/>
                  <a:pt x="42363" y="38080"/>
                  <a:pt x="47624" y="38080"/>
                </a:cubicBezTo>
                <a:lnTo>
                  <a:pt x="66674" y="38080"/>
                </a:lnTo>
                <a:cubicBezTo>
                  <a:pt x="71934" y="38080"/>
                  <a:pt x="76199" y="33816"/>
                  <a:pt x="76199" y="28555"/>
                </a:cubicBezTo>
                <a:cubicBezTo>
                  <a:pt x="76199" y="23295"/>
                  <a:pt x="71934" y="19030"/>
                  <a:pt x="66674" y="19030"/>
                </a:cubicBezTo>
                <a:lnTo>
                  <a:pt x="47624" y="19030"/>
                </a:lnTo>
                <a:cubicBezTo>
                  <a:pt x="42363" y="19030"/>
                  <a:pt x="38099" y="23295"/>
                  <a:pt x="38099" y="28555"/>
                </a:cubicBezTo>
                <a:close/>
                <a:moveTo>
                  <a:pt x="57149" y="152380"/>
                </a:moveTo>
                <a:cubicBezTo>
                  <a:pt x="62409" y="152380"/>
                  <a:pt x="66674" y="148116"/>
                  <a:pt x="66674" y="142855"/>
                </a:cubicBezTo>
                <a:cubicBezTo>
                  <a:pt x="66674" y="137595"/>
                  <a:pt x="62409" y="133330"/>
                  <a:pt x="57149" y="133330"/>
                </a:cubicBezTo>
                <a:cubicBezTo>
                  <a:pt x="51888" y="133330"/>
                  <a:pt x="47624" y="137595"/>
                  <a:pt x="47624" y="142855"/>
                </a:cubicBezTo>
                <a:cubicBezTo>
                  <a:pt x="47624" y="148116"/>
                  <a:pt x="51888" y="152380"/>
                  <a:pt x="57149" y="152380"/>
                </a:cubicBezTo>
                <a:close/>
              </a:path>
            </a:pathLst>
          </a:custGeom>
          <a:solidFill>
            <a:srgbClr val="000000"/>
          </a:solidFill>
          <a:ln w="9525" cap="flat">
            <a:noFill/>
            <a:prstDash val="solid"/>
            <a:miter/>
          </a:ln>
        </p:spPr>
        <p:txBody>
          <a:bodyPr rtlCol="0" anchor="ctr"/>
          <a:lstStyle/>
          <a:p>
            <a:endParaRPr lang="ru-RU"/>
          </a:p>
        </p:txBody>
      </p:sp>
      <p:sp>
        <p:nvSpPr>
          <p:cNvPr id="1563" name="Полилиния: фигура 1562">
            <a:extLst>
              <a:ext uri="{FF2B5EF4-FFF2-40B4-BE49-F238E27FC236}">
                <a16:creationId xmlns:a16="http://schemas.microsoft.com/office/drawing/2014/main" id="{5C0F2649-1136-0D8E-D056-F259564A8A19}"/>
              </a:ext>
            </a:extLst>
          </p:cNvPr>
          <p:cNvSpPr/>
          <p:nvPr/>
        </p:nvSpPr>
        <p:spPr>
          <a:xfrm>
            <a:off x="1488799" y="1943250"/>
            <a:ext cx="200026" cy="161920"/>
          </a:xfrm>
          <a:custGeom>
            <a:avLst/>
            <a:gdLst>
              <a:gd name="connsiteX0" fmla="*/ 55006 w 200026"/>
              <a:gd name="connsiteY0" fmla="*/ 97318 h 161920"/>
              <a:gd name="connsiteX1" fmla="*/ 58880 w 200026"/>
              <a:gd name="connsiteY1" fmla="*/ 99794 h 161920"/>
              <a:gd name="connsiteX2" fmla="*/ 59147 w 200026"/>
              <a:gd name="connsiteY2" fmla="*/ 100012 h 161920"/>
              <a:gd name="connsiteX3" fmla="*/ 66332 w 200026"/>
              <a:gd name="connsiteY3" fmla="*/ 115534 h 161920"/>
              <a:gd name="connsiteX4" fmla="*/ 66676 w 200026"/>
              <a:gd name="connsiteY4" fmla="*/ 122600 h 161920"/>
              <a:gd name="connsiteX5" fmla="*/ 66676 w 200026"/>
              <a:gd name="connsiteY5" fmla="*/ 128587 h 161920"/>
              <a:gd name="connsiteX6" fmla="*/ 66676 w 200026"/>
              <a:gd name="connsiteY6" fmla="*/ 128610 h 161920"/>
              <a:gd name="connsiteX7" fmla="*/ 66676 w 200026"/>
              <a:gd name="connsiteY7" fmla="*/ 135729 h 161920"/>
              <a:gd name="connsiteX8" fmla="*/ 57151 w 200026"/>
              <a:gd name="connsiteY8" fmla="*/ 152395 h 161920"/>
              <a:gd name="connsiteX9" fmla="*/ 48514 w 200026"/>
              <a:gd name="connsiteY9" fmla="*/ 133349 h 161920"/>
              <a:gd name="connsiteX10" fmla="*/ 53382 w 200026"/>
              <a:gd name="connsiteY10" fmla="*/ 100866 h 161920"/>
              <a:gd name="connsiteX11" fmla="*/ 55006 w 200026"/>
              <a:gd name="connsiteY11" fmla="*/ 97318 h 161920"/>
              <a:gd name="connsiteX12" fmla="*/ 147638 w 200026"/>
              <a:gd name="connsiteY12" fmla="*/ 66675 h 161920"/>
              <a:gd name="connsiteX13" fmla="*/ 142875 w 200026"/>
              <a:gd name="connsiteY13" fmla="*/ 71438 h 161920"/>
              <a:gd name="connsiteX14" fmla="*/ 147638 w 200026"/>
              <a:gd name="connsiteY14" fmla="*/ 76200 h 161920"/>
              <a:gd name="connsiteX15" fmla="*/ 156242 w 200026"/>
              <a:gd name="connsiteY15" fmla="*/ 78496 h 161920"/>
              <a:gd name="connsiteX16" fmla="*/ 162812 w 200026"/>
              <a:gd name="connsiteY16" fmla="*/ 83730 h 161920"/>
              <a:gd name="connsiteX17" fmla="*/ 169456 w 200026"/>
              <a:gd name="connsiteY17" fmla="*/ 84838 h 161920"/>
              <a:gd name="connsiteX18" fmla="*/ 170563 w 200026"/>
              <a:gd name="connsiteY18" fmla="*/ 78195 h 161920"/>
              <a:gd name="connsiteX19" fmla="*/ 160539 w 200026"/>
              <a:gd name="connsiteY19" fmla="*/ 69996 h 161920"/>
              <a:gd name="connsiteX20" fmla="*/ 147638 w 200026"/>
              <a:gd name="connsiteY20" fmla="*/ 66675 h 161920"/>
              <a:gd name="connsiteX21" fmla="*/ 61913 w 200026"/>
              <a:gd name="connsiteY21" fmla="*/ 38100 h 161920"/>
              <a:gd name="connsiteX22" fmla="*/ 57150 w 200026"/>
              <a:gd name="connsiteY22" fmla="*/ 42862 h 161920"/>
              <a:gd name="connsiteX23" fmla="*/ 61913 w 200026"/>
              <a:gd name="connsiteY23" fmla="*/ 47625 h 161920"/>
              <a:gd name="connsiteX24" fmla="*/ 66675 w 200026"/>
              <a:gd name="connsiteY24" fmla="*/ 42862 h 161920"/>
              <a:gd name="connsiteX25" fmla="*/ 61913 w 200026"/>
              <a:gd name="connsiteY25" fmla="*/ 38100 h 161920"/>
              <a:gd name="connsiteX26" fmla="*/ 161956 w 200026"/>
              <a:gd name="connsiteY26" fmla="*/ 10368 h 161920"/>
              <a:gd name="connsiteX27" fmla="*/ 172244 w 200026"/>
              <a:gd name="connsiteY27" fmla="*/ 11013 h 161920"/>
              <a:gd name="connsiteX28" fmla="*/ 179465 w 200026"/>
              <a:gd name="connsiteY28" fmla="*/ 23122 h 161920"/>
              <a:gd name="connsiteX29" fmla="*/ 192418 w 200026"/>
              <a:gd name="connsiteY29" fmla="*/ 21964 h 161920"/>
              <a:gd name="connsiteX30" fmla="*/ 198792 w 200026"/>
              <a:gd name="connsiteY30" fmla="*/ 41801 h 161920"/>
              <a:gd name="connsiteX31" fmla="*/ 179228 w 200026"/>
              <a:gd name="connsiteY31" fmla="*/ 56097 h 161920"/>
              <a:gd name="connsiteX32" fmla="*/ 169829 w 200026"/>
              <a:gd name="connsiteY32" fmla="*/ 57147 h 161920"/>
              <a:gd name="connsiteX33" fmla="*/ 165137 w 200026"/>
              <a:gd name="connsiteY33" fmla="*/ 56288 h 161920"/>
              <a:gd name="connsiteX34" fmla="*/ 161617 w 200026"/>
              <a:gd name="connsiteY34" fmla="*/ 52691 h 161920"/>
              <a:gd name="connsiteX35" fmla="*/ 156524 w 200026"/>
              <a:gd name="connsiteY35" fmla="*/ 43773 h 161920"/>
              <a:gd name="connsiteX36" fmla="*/ 154408 w 200026"/>
              <a:gd name="connsiteY36" fmla="*/ 17709 h 161920"/>
              <a:gd name="connsiteX37" fmla="*/ 161956 w 200026"/>
              <a:gd name="connsiteY37" fmla="*/ 10368 h 161920"/>
              <a:gd name="connsiteX38" fmla="*/ 67480 w 200026"/>
              <a:gd name="connsiteY38" fmla="*/ 691 h 161920"/>
              <a:gd name="connsiteX39" fmla="*/ 86533 w 200026"/>
              <a:gd name="connsiteY39" fmla="*/ 11002 h 161920"/>
              <a:gd name="connsiteX40" fmla="*/ 93219 w 200026"/>
              <a:gd name="connsiteY40" fmla="*/ 15853 h 161920"/>
              <a:gd name="connsiteX41" fmla="*/ 94258 w 200026"/>
              <a:gd name="connsiteY41" fmla="*/ 17402 h 161920"/>
              <a:gd name="connsiteX42" fmla="*/ 96847 w 200026"/>
              <a:gd name="connsiteY42" fmla="*/ 17358 h 161920"/>
              <a:gd name="connsiteX43" fmla="*/ 133350 w 200026"/>
              <a:gd name="connsiteY43" fmla="*/ 9523 h 161920"/>
              <a:gd name="connsiteX44" fmla="*/ 139851 w 200026"/>
              <a:gd name="connsiteY44" fmla="*/ 48080 h 161920"/>
              <a:gd name="connsiteX45" fmla="*/ 143969 w 200026"/>
              <a:gd name="connsiteY45" fmla="*/ 57204 h 161920"/>
              <a:gd name="connsiteX46" fmla="*/ 144661 w 200026"/>
              <a:gd name="connsiteY46" fmla="*/ 57148 h 161920"/>
              <a:gd name="connsiteX47" fmla="*/ 190500 w 200026"/>
              <a:gd name="connsiteY47" fmla="*/ 119063 h 161920"/>
              <a:gd name="connsiteX48" fmla="*/ 142876 w 200026"/>
              <a:gd name="connsiteY48" fmla="*/ 161920 h 161920"/>
              <a:gd name="connsiteX49" fmla="*/ 126205 w 200026"/>
              <a:gd name="connsiteY49" fmla="*/ 159539 h 161920"/>
              <a:gd name="connsiteX50" fmla="*/ 123825 w 200026"/>
              <a:gd name="connsiteY50" fmla="*/ 142875 h 161920"/>
              <a:gd name="connsiteX51" fmla="*/ 123825 w 200026"/>
              <a:gd name="connsiteY51" fmla="*/ 119063 h 161920"/>
              <a:gd name="connsiteX52" fmla="*/ 119063 w 200026"/>
              <a:gd name="connsiteY52" fmla="*/ 114300 h 161920"/>
              <a:gd name="connsiteX53" fmla="*/ 114300 w 200026"/>
              <a:gd name="connsiteY53" fmla="*/ 119063 h 161920"/>
              <a:gd name="connsiteX54" fmla="*/ 114300 w 200026"/>
              <a:gd name="connsiteY54" fmla="*/ 142875 h 161920"/>
              <a:gd name="connsiteX55" fmla="*/ 95264 w 200026"/>
              <a:gd name="connsiteY55" fmla="*/ 161920 h 161920"/>
              <a:gd name="connsiteX56" fmla="*/ 95250 w 200026"/>
              <a:gd name="connsiteY56" fmla="*/ 161920 h 161920"/>
              <a:gd name="connsiteX57" fmla="*/ 78580 w 200026"/>
              <a:gd name="connsiteY57" fmla="*/ 159539 h 161920"/>
              <a:gd name="connsiteX58" fmla="*/ 76200 w 200026"/>
              <a:gd name="connsiteY58" fmla="*/ 142875 h 161920"/>
              <a:gd name="connsiteX59" fmla="*/ 76200 w 200026"/>
              <a:gd name="connsiteY59" fmla="*/ 128540 h 161920"/>
              <a:gd name="connsiteX60" fmla="*/ 76207 w 200026"/>
              <a:gd name="connsiteY60" fmla="*/ 127741 h 161920"/>
              <a:gd name="connsiteX61" fmla="*/ 76242 w 200026"/>
              <a:gd name="connsiteY61" fmla="*/ 125327 h 161920"/>
              <a:gd name="connsiteX62" fmla="*/ 70043 w 200026"/>
              <a:gd name="connsiteY62" fmla="*/ 96644 h 161920"/>
              <a:gd name="connsiteX63" fmla="*/ 44876 w 200026"/>
              <a:gd name="connsiteY63" fmla="*/ 80172 h 161920"/>
              <a:gd name="connsiteX64" fmla="*/ 59 w 200026"/>
              <a:gd name="connsiteY64" fmla="*/ 20103 h 161920"/>
              <a:gd name="connsiteX65" fmla="*/ 8474 w 200026"/>
              <a:gd name="connsiteY65" fmla="*/ 9584 h 161920"/>
              <a:gd name="connsiteX66" fmla="*/ 20881 w 200026"/>
              <a:gd name="connsiteY66" fmla="*/ 23613 h 161920"/>
              <a:gd name="connsiteX67" fmla="*/ 21163 w 200026"/>
              <a:gd name="connsiteY67" fmla="*/ 24601 h 161920"/>
              <a:gd name="connsiteX68" fmla="*/ 42863 w 200026"/>
              <a:gd name="connsiteY68" fmla="*/ 28570 h 161920"/>
              <a:gd name="connsiteX69" fmla="*/ 57289 w 200026"/>
              <a:gd name="connsiteY69" fmla="*/ 14857 h 161920"/>
              <a:gd name="connsiteX70" fmla="*/ 67480 w 200026"/>
              <a:gd name="connsiteY70" fmla="*/ 691 h 161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200026" h="161920">
                <a:moveTo>
                  <a:pt x="55006" y="97318"/>
                </a:moveTo>
                <a:cubicBezTo>
                  <a:pt x="55768" y="97246"/>
                  <a:pt x="56906" y="98177"/>
                  <a:pt x="58880" y="99794"/>
                </a:cubicBezTo>
                <a:lnTo>
                  <a:pt x="59147" y="100012"/>
                </a:lnTo>
                <a:cubicBezTo>
                  <a:pt x="63813" y="103829"/>
                  <a:pt x="65738" y="108550"/>
                  <a:pt x="66332" y="115534"/>
                </a:cubicBezTo>
                <a:cubicBezTo>
                  <a:pt x="66545" y="118038"/>
                  <a:pt x="66639" y="120486"/>
                  <a:pt x="66676" y="122600"/>
                </a:cubicBezTo>
                <a:lnTo>
                  <a:pt x="66676" y="128587"/>
                </a:lnTo>
                <a:lnTo>
                  <a:pt x="66676" y="128610"/>
                </a:lnTo>
                <a:lnTo>
                  <a:pt x="66676" y="135729"/>
                </a:lnTo>
                <a:cubicBezTo>
                  <a:pt x="66676" y="148878"/>
                  <a:pt x="66676" y="152395"/>
                  <a:pt x="57151" y="152395"/>
                </a:cubicBezTo>
                <a:cubicBezTo>
                  <a:pt x="47627" y="152395"/>
                  <a:pt x="47921" y="146082"/>
                  <a:pt x="48514" y="133349"/>
                </a:cubicBezTo>
                <a:cubicBezTo>
                  <a:pt x="48514" y="133349"/>
                  <a:pt x="50353" y="116188"/>
                  <a:pt x="53382" y="100866"/>
                </a:cubicBezTo>
                <a:cubicBezTo>
                  <a:pt x="53856" y="98467"/>
                  <a:pt x="54243" y="97391"/>
                  <a:pt x="55006" y="97318"/>
                </a:cubicBezTo>
                <a:close/>
                <a:moveTo>
                  <a:pt x="147638" y="66675"/>
                </a:moveTo>
                <a:cubicBezTo>
                  <a:pt x="145007" y="66675"/>
                  <a:pt x="142875" y="68808"/>
                  <a:pt x="142875" y="71438"/>
                </a:cubicBezTo>
                <a:cubicBezTo>
                  <a:pt x="142875" y="74068"/>
                  <a:pt x="145008" y="76200"/>
                  <a:pt x="147638" y="76200"/>
                </a:cubicBezTo>
                <a:cubicBezTo>
                  <a:pt x="150225" y="76200"/>
                  <a:pt x="153322" y="77021"/>
                  <a:pt x="156242" y="78496"/>
                </a:cubicBezTo>
                <a:cubicBezTo>
                  <a:pt x="159176" y="79980"/>
                  <a:pt x="161513" y="81911"/>
                  <a:pt x="162812" y="83730"/>
                </a:cubicBezTo>
                <a:cubicBezTo>
                  <a:pt x="164341" y="85871"/>
                  <a:pt x="167315" y="86367"/>
                  <a:pt x="169456" y="84838"/>
                </a:cubicBezTo>
                <a:cubicBezTo>
                  <a:pt x="171596" y="83309"/>
                  <a:pt x="172092" y="80335"/>
                  <a:pt x="170563" y="78195"/>
                </a:cubicBezTo>
                <a:cubicBezTo>
                  <a:pt x="168142" y="74805"/>
                  <a:pt x="164450" y="71973"/>
                  <a:pt x="160539" y="69996"/>
                </a:cubicBezTo>
                <a:cubicBezTo>
                  <a:pt x="156613" y="68011"/>
                  <a:pt x="152045" y="66675"/>
                  <a:pt x="147638" y="66675"/>
                </a:cubicBezTo>
                <a:close/>
                <a:moveTo>
                  <a:pt x="61913" y="38100"/>
                </a:moveTo>
                <a:cubicBezTo>
                  <a:pt x="59282" y="38100"/>
                  <a:pt x="57150" y="40232"/>
                  <a:pt x="57150" y="42862"/>
                </a:cubicBezTo>
                <a:cubicBezTo>
                  <a:pt x="57150" y="45493"/>
                  <a:pt x="59282" y="47625"/>
                  <a:pt x="61913" y="47625"/>
                </a:cubicBezTo>
                <a:cubicBezTo>
                  <a:pt x="64543" y="47625"/>
                  <a:pt x="66675" y="45493"/>
                  <a:pt x="66675" y="42862"/>
                </a:cubicBezTo>
                <a:cubicBezTo>
                  <a:pt x="66675" y="40232"/>
                  <a:pt x="64543" y="38100"/>
                  <a:pt x="61913" y="38100"/>
                </a:cubicBezTo>
                <a:close/>
                <a:moveTo>
                  <a:pt x="161956" y="10368"/>
                </a:moveTo>
                <a:cubicBezTo>
                  <a:pt x="165200" y="9117"/>
                  <a:pt x="168901" y="9198"/>
                  <a:pt x="172244" y="11013"/>
                </a:cubicBezTo>
                <a:cubicBezTo>
                  <a:pt x="176783" y="13477"/>
                  <a:pt x="178637" y="18592"/>
                  <a:pt x="179465" y="23122"/>
                </a:cubicBezTo>
                <a:cubicBezTo>
                  <a:pt x="183150" y="21042"/>
                  <a:pt x="187880" y="19500"/>
                  <a:pt x="192418" y="21964"/>
                </a:cubicBezTo>
                <a:cubicBezTo>
                  <a:pt x="199105" y="25593"/>
                  <a:pt x="201825" y="34781"/>
                  <a:pt x="198792" y="41801"/>
                </a:cubicBezTo>
                <a:cubicBezTo>
                  <a:pt x="194719" y="51229"/>
                  <a:pt x="186364" y="54538"/>
                  <a:pt x="179228" y="56097"/>
                </a:cubicBezTo>
                <a:cubicBezTo>
                  <a:pt x="175623" y="56884"/>
                  <a:pt x="172273" y="57113"/>
                  <a:pt x="169829" y="57147"/>
                </a:cubicBezTo>
                <a:cubicBezTo>
                  <a:pt x="167810" y="57176"/>
                  <a:pt x="166375" y="56959"/>
                  <a:pt x="165137" y="56288"/>
                </a:cubicBezTo>
                <a:cubicBezTo>
                  <a:pt x="163895" y="55615"/>
                  <a:pt x="162851" y="54486"/>
                  <a:pt x="161617" y="52691"/>
                </a:cubicBezTo>
                <a:cubicBezTo>
                  <a:pt x="160124" y="50519"/>
                  <a:pt x="158207" y="47431"/>
                  <a:pt x="156524" y="43773"/>
                </a:cubicBezTo>
                <a:cubicBezTo>
                  <a:pt x="153192" y="36531"/>
                  <a:pt x="150334" y="27137"/>
                  <a:pt x="154408" y="17709"/>
                </a:cubicBezTo>
                <a:cubicBezTo>
                  <a:pt x="155925" y="14199"/>
                  <a:pt x="158712" y="11618"/>
                  <a:pt x="161956" y="10368"/>
                </a:cubicBezTo>
                <a:close/>
                <a:moveTo>
                  <a:pt x="67480" y="691"/>
                </a:moveTo>
                <a:cubicBezTo>
                  <a:pt x="75697" y="-2048"/>
                  <a:pt x="83989" y="3757"/>
                  <a:pt x="86533" y="11002"/>
                </a:cubicBezTo>
                <a:cubicBezTo>
                  <a:pt x="88921" y="11925"/>
                  <a:pt x="91270" y="13423"/>
                  <a:pt x="93219" y="15853"/>
                </a:cubicBezTo>
                <a:cubicBezTo>
                  <a:pt x="93678" y="16425"/>
                  <a:pt x="93998" y="16963"/>
                  <a:pt x="94258" y="17402"/>
                </a:cubicBezTo>
                <a:cubicBezTo>
                  <a:pt x="94984" y="18628"/>
                  <a:pt x="95253" y="19080"/>
                  <a:pt x="96847" y="17358"/>
                </a:cubicBezTo>
                <a:cubicBezTo>
                  <a:pt x="102750" y="10988"/>
                  <a:pt x="116096" y="-3417"/>
                  <a:pt x="133350" y="9523"/>
                </a:cubicBezTo>
                <a:cubicBezTo>
                  <a:pt x="147798" y="20358"/>
                  <a:pt x="145810" y="36674"/>
                  <a:pt x="139851" y="48080"/>
                </a:cubicBezTo>
                <a:cubicBezTo>
                  <a:pt x="134679" y="57981"/>
                  <a:pt x="139477" y="57580"/>
                  <a:pt x="143969" y="57204"/>
                </a:cubicBezTo>
                <a:lnTo>
                  <a:pt x="144661" y="57148"/>
                </a:lnTo>
                <a:cubicBezTo>
                  <a:pt x="165285" y="57148"/>
                  <a:pt x="190500" y="72628"/>
                  <a:pt x="190500" y="119063"/>
                </a:cubicBezTo>
                <a:cubicBezTo>
                  <a:pt x="190500" y="157163"/>
                  <a:pt x="171450" y="161920"/>
                  <a:pt x="142876" y="161920"/>
                </a:cubicBezTo>
                <a:cubicBezTo>
                  <a:pt x="133350" y="161920"/>
                  <a:pt x="128587" y="161920"/>
                  <a:pt x="126205" y="159539"/>
                </a:cubicBezTo>
                <a:cubicBezTo>
                  <a:pt x="123825" y="157158"/>
                  <a:pt x="123825" y="152397"/>
                  <a:pt x="123825" y="142875"/>
                </a:cubicBezTo>
                <a:lnTo>
                  <a:pt x="123825" y="119063"/>
                </a:lnTo>
                <a:cubicBezTo>
                  <a:pt x="123825" y="116433"/>
                  <a:pt x="121693" y="114300"/>
                  <a:pt x="119063" y="114300"/>
                </a:cubicBezTo>
                <a:cubicBezTo>
                  <a:pt x="116433" y="114300"/>
                  <a:pt x="114300" y="116433"/>
                  <a:pt x="114300" y="119063"/>
                </a:cubicBezTo>
                <a:lnTo>
                  <a:pt x="114300" y="142875"/>
                </a:lnTo>
                <a:cubicBezTo>
                  <a:pt x="114300" y="161920"/>
                  <a:pt x="114300" y="161920"/>
                  <a:pt x="95264" y="161920"/>
                </a:cubicBezTo>
                <a:lnTo>
                  <a:pt x="95250" y="161920"/>
                </a:lnTo>
                <a:cubicBezTo>
                  <a:pt x="85724" y="161920"/>
                  <a:pt x="80962" y="161920"/>
                  <a:pt x="78580" y="159539"/>
                </a:cubicBezTo>
                <a:cubicBezTo>
                  <a:pt x="76200" y="157159"/>
                  <a:pt x="76200" y="152397"/>
                  <a:pt x="76200" y="142875"/>
                </a:cubicBezTo>
                <a:lnTo>
                  <a:pt x="76200" y="128540"/>
                </a:lnTo>
                <a:cubicBezTo>
                  <a:pt x="76201" y="128346"/>
                  <a:pt x="76204" y="128072"/>
                  <a:pt x="76207" y="127741"/>
                </a:cubicBezTo>
                <a:cubicBezTo>
                  <a:pt x="76215" y="126964"/>
                  <a:pt x="76229" y="126158"/>
                  <a:pt x="76242" y="125327"/>
                </a:cubicBezTo>
                <a:cubicBezTo>
                  <a:pt x="76398" y="115849"/>
                  <a:pt x="76606" y="103208"/>
                  <a:pt x="70043" y="96644"/>
                </a:cubicBezTo>
                <a:cubicBezTo>
                  <a:pt x="60837" y="87440"/>
                  <a:pt x="52621" y="83698"/>
                  <a:pt x="44876" y="80172"/>
                </a:cubicBezTo>
                <a:cubicBezTo>
                  <a:pt x="29442" y="73144"/>
                  <a:pt x="15875" y="66967"/>
                  <a:pt x="59" y="20103"/>
                </a:cubicBezTo>
                <a:cubicBezTo>
                  <a:pt x="-522" y="14874"/>
                  <a:pt x="3246" y="10165"/>
                  <a:pt x="8474" y="9584"/>
                </a:cubicBezTo>
                <a:cubicBezTo>
                  <a:pt x="16625" y="8678"/>
                  <a:pt x="19056" y="17210"/>
                  <a:pt x="20881" y="23613"/>
                </a:cubicBezTo>
                <a:lnTo>
                  <a:pt x="21163" y="24601"/>
                </a:lnTo>
                <a:cubicBezTo>
                  <a:pt x="23790" y="33701"/>
                  <a:pt x="28022" y="48357"/>
                  <a:pt x="42863" y="28570"/>
                </a:cubicBezTo>
                <a:cubicBezTo>
                  <a:pt x="47803" y="21985"/>
                  <a:pt x="52743" y="17676"/>
                  <a:pt x="57289" y="14857"/>
                </a:cubicBezTo>
                <a:cubicBezTo>
                  <a:pt x="57878" y="9070"/>
                  <a:pt x="60469" y="3028"/>
                  <a:pt x="67480" y="691"/>
                </a:cubicBezTo>
                <a:close/>
              </a:path>
            </a:pathLst>
          </a:custGeom>
          <a:solidFill>
            <a:srgbClr val="000000"/>
          </a:solidFill>
          <a:ln w="9525" cap="flat">
            <a:noFill/>
            <a:prstDash val="solid"/>
            <a:miter/>
          </a:ln>
        </p:spPr>
        <p:txBody>
          <a:bodyPr rtlCol="0" anchor="ctr"/>
          <a:lstStyle/>
          <a:p>
            <a:endParaRPr lang="ru-RU"/>
          </a:p>
        </p:txBody>
      </p:sp>
      <p:sp>
        <p:nvSpPr>
          <p:cNvPr id="1074" name="Рисунок 497">
            <a:extLst>
              <a:ext uri="{FF2B5EF4-FFF2-40B4-BE49-F238E27FC236}">
                <a16:creationId xmlns:a16="http://schemas.microsoft.com/office/drawing/2014/main" id="{90CA3ADD-398A-4FCF-E837-00778C788BD0}"/>
              </a:ext>
            </a:extLst>
          </p:cNvPr>
          <p:cNvSpPr/>
          <p:nvPr/>
        </p:nvSpPr>
        <p:spPr>
          <a:xfrm>
            <a:off x="1498326" y="3924151"/>
            <a:ext cx="171450" cy="171450"/>
          </a:xfrm>
          <a:custGeom>
            <a:avLst/>
            <a:gdLst>
              <a:gd name="connsiteX0" fmla="*/ 76630 w 171450"/>
              <a:gd name="connsiteY0" fmla="*/ 41447 h 171450"/>
              <a:gd name="connsiteX1" fmla="*/ 109538 w 171450"/>
              <a:gd name="connsiteY1" fmla="*/ 5501 h 171450"/>
              <a:gd name="connsiteX2" fmla="*/ 123825 w 171450"/>
              <a:gd name="connsiteY2" fmla="*/ 6573 h 171450"/>
              <a:gd name="connsiteX3" fmla="*/ 139080 w 171450"/>
              <a:gd name="connsiteY3" fmla="*/ 30964 h 171450"/>
              <a:gd name="connsiteX4" fmla="*/ 133350 w 171450"/>
              <a:gd name="connsiteY4" fmla="*/ 41073 h 171450"/>
              <a:gd name="connsiteX5" fmla="*/ 97619 w 171450"/>
              <a:gd name="connsiteY5" fmla="*/ 56023 h 171450"/>
              <a:gd name="connsiteX6" fmla="*/ 95250 w 171450"/>
              <a:gd name="connsiteY6" fmla="*/ 63820 h 171450"/>
              <a:gd name="connsiteX7" fmla="*/ 101089 w 171450"/>
              <a:gd name="connsiteY7" fmla="*/ 66222 h 171450"/>
              <a:gd name="connsiteX8" fmla="*/ 152400 w 171450"/>
              <a:gd name="connsiteY8" fmla="*/ 44107 h 171450"/>
              <a:gd name="connsiteX9" fmla="*/ 161925 w 171450"/>
              <a:gd name="connsiteY9" fmla="*/ 47368 h 171450"/>
              <a:gd name="connsiteX10" fmla="*/ 171450 w 171450"/>
              <a:gd name="connsiteY10" fmla="*/ 85725 h 171450"/>
              <a:gd name="connsiteX11" fmla="*/ 161925 w 171450"/>
              <a:gd name="connsiteY11" fmla="*/ 124082 h 171450"/>
              <a:gd name="connsiteX12" fmla="*/ 152400 w 171450"/>
              <a:gd name="connsiteY12" fmla="*/ 127344 h 171450"/>
              <a:gd name="connsiteX13" fmla="*/ 101156 w 171450"/>
              <a:gd name="connsiteY13" fmla="*/ 105256 h 171450"/>
              <a:gd name="connsiteX14" fmla="*/ 95250 w 171450"/>
              <a:gd name="connsiteY14" fmla="*/ 107629 h 171450"/>
              <a:gd name="connsiteX15" fmla="*/ 97619 w 171450"/>
              <a:gd name="connsiteY15" fmla="*/ 115425 h 171450"/>
              <a:gd name="connsiteX16" fmla="*/ 133350 w 171450"/>
              <a:gd name="connsiteY16" fmla="*/ 130378 h 171450"/>
              <a:gd name="connsiteX17" fmla="*/ 139080 w 171450"/>
              <a:gd name="connsiteY17" fmla="*/ 140485 h 171450"/>
              <a:gd name="connsiteX18" fmla="*/ 123825 w 171450"/>
              <a:gd name="connsiteY18" fmla="*/ 164877 h 171450"/>
              <a:gd name="connsiteX19" fmla="*/ 109538 w 171450"/>
              <a:gd name="connsiteY19" fmla="*/ 165949 h 171450"/>
              <a:gd name="connsiteX20" fmla="*/ 76630 w 171450"/>
              <a:gd name="connsiteY20" fmla="*/ 130003 h 171450"/>
              <a:gd name="connsiteX21" fmla="*/ 47625 w 171450"/>
              <a:gd name="connsiteY21" fmla="*/ 133350 h 171450"/>
              <a:gd name="connsiteX22" fmla="*/ 0 w 171450"/>
              <a:gd name="connsiteY22" fmla="*/ 85725 h 171450"/>
              <a:gd name="connsiteX23" fmla="*/ 47625 w 171450"/>
              <a:gd name="connsiteY23" fmla="*/ 38100 h 171450"/>
              <a:gd name="connsiteX24" fmla="*/ 76630 w 171450"/>
              <a:gd name="connsiteY24" fmla="*/ 41447 h 171450"/>
              <a:gd name="connsiteX25" fmla="*/ 76200 w 171450"/>
              <a:gd name="connsiteY25" fmla="*/ 66668 h 171450"/>
              <a:gd name="connsiteX26" fmla="*/ 73410 w 171450"/>
              <a:gd name="connsiteY26" fmla="*/ 59940 h 171450"/>
              <a:gd name="connsiteX27" fmla="*/ 59940 w 171450"/>
              <a:gd name="connsiteY27" fmla="*/ 59940 h 171450"/>
              <a:gd name="connsiteX28" fmla="*/ 47625 w 171450"/>
              <a:gd name="connsiteY28" fmla="*/ 72255 h 171450"/>
              <a:gd name="connsiteX29" fmla="*/ 35310 w 171450"/>
              <a:gd name="connsiteY29" fmla="*/ 59940 h 171450"/>
              <a:gd name="connsiteX30" fmla="*/ 21840 w 171450"/>
              <a:gd name="connsiteY30" fmla="*/ 59940 h 171450"/>
              <a:gd name="connsiteX31" fmla="*/ 21840 w 171450"/>
              <a:gd name="connsiteY31" fmla="*/ 73410 h 171450"/>
              <a:gd name="connsiteX32" fmla="*/ 38100 w 171450"/>
              <a:gd name="connsiteY32" fmla="*/ 89670 h 171450"/>
              <a:gd name="connsiteX33" fmla="*/ 38100 w 171450"/>
              <a:gd name="connsiteY33" fmla="*/ 104775 h 171450"/>
              <a:gd name="connsiteX34" fmla="*/ 47625 w 171450"/>
              <a:gd name="connsiteY34" fmla="*/ 114300 h 171450"/>
              <a:gd name="connsiteX35" fmla="*/ 57150 w 171450"/>
              <a:gd name="connsiteY35" fmla="*/ 104775 h 171450"/>
              <a:gd name="connsiteX36" fmla="*/ 57150 w 171450"/>
              <a:gd name="connsiteY36" fmla="*/ 89670 h 171450"/>
              <a:gd name="connsiteX37" fmla="*/ 73410 w 171450"/>
              <a:gd name="connsiteY37" fmla="*/ 73410 h 171450"/>
              <a:gd name="connsiteX38" fmla="*/ 76200 w 171450"/>
              <a:gd name="connsiteY38" fmla="*/ 66682 h 171450"/>
              <a:gd name="connsiteX39" fmla="*/ 76200 w 171450"/>
              <a:gd name="connsiteY39" fmla="*/ 66668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71450" h="171450">
                <a:moveTo>
                  <a:pt x="76630" y="41447"/>
                </a:moveTo>
                <a:lnTo>
                  <a:pt x="109538" y="5501"/>
                </a:lnTo>
                <a:cubicBezTo>
                  <a:pt x="116506" y="-2111"/>
                  <a:pt x="117149" y="-1888"/>
                  <a:pt x="123825" y="6573"/>
                </a:cubicBezTo>
                <a:cubicBezTo>
                  <a:pt x="128744" y="12806"/>
                  <a:pt x="134236" y="21094"/>
                  <a:pt x="139080" y="30964"/>
                </a:cubicBezTo>
                <a:cubicBezTo>
                  <a:pt x="141768" y="36439"/>
                  <a:pt x="139898" y="38062"/>
                  <a:pt x="133350" y="41073"/>
                </a:cubicBezTo>
                <a:lnTo>
                  <a:pt x="97619" y="56023"/>
                </a:lnTo>
                <a:cubicBezTo>
                  <a:pt x="94936" y="57257"/>
                  <a:pt x="93818" y="60933"/>
                  <a:pt x="95250" y="63820"/>
                </a:cubicBezTo>
                <a:cubicBezTo>
                  <a:pt x="96416" y="66171"/>
                  <a:pt x="98898" y="67187"/>
                  <a:pt x="101089" y="66222"/>
                </a:cubicBezTo>
                <a:lnTo>
                  <a:pt x="152400" y="44107"/>
                </a:lnTo>
                <a:cubicBezTo>
                  <a:pt x="157303" y="41852"/>
                  <a:pt x="158506" y="42220"/>
                  <a:pt x="161925" y="47368"/>
                </a:cubicBezTo>
                <a:cubicBezTo>
                  <a:pt x="166480" y="54228"/>
                  <a:pt x="171450" y="66738"/>
                  <a:pt x="171450" y="85725"/>
                </a:cubicBezTo>
                <a:cubicBezTo>
                  <a:pt x="171450" y="104712"/>
                  <a:pt x="166480" y="117222"/>
                  <a:pt x="161925" y="124082"/>
                </a:cubicBezTo>
                <a:cubicBezTo>
                  <a:pt x="158506" y="129229"/>
                  <a:pt x="157303" y="129598"/>
                  <a:pt x="152400" y="127344"/>
                </a:cubicBezTo>
                <a:lnTo>
                  <a:pt x="101156" y="105256"/>
                </a:lnTo>
                <a:cubicBezTo>
                  <a:pt x="98949" y="104241"/>
                  <a:pt x="96427" y="105253"/>
                  <a:pt x="95250" y="107629"/>
                </a:cubicBezTo>
                <a:cubicBezTo>
                  <a:pt x="93818" y="110515"/>
                  <a:pt x="94936" y="114190"/>
                  <a:pt x="97619" y="115425"/>
                </a:cubicBezTo>
                <a:lnTo>
                  <a:pt x="133350" y="130378"/>
                </a:lnTo>
                <a:cubicBezTo>
                  <a:pt x="139898" y="133389"/>
                  <a:pt x="141769" y="135008"/>
                  <a:pt x="139080" y="140485"/>
                </a:cubicBezTo>
                <a:cubicBezTo>
                  <a:pt x="134236" y="150356"/>
                  <a:pt x="128744" y="158645"/>
                  <a:pt x="123825" y="164877"/>
                </a:cubicBezTo>
                <a:cubicBezTo>
                  <a:pt x="117149" y="173338"/>
                  <a:pt x="116506" y="173561"/>
                  <a:pt x="109538" y="165949"/>
                </a:cubicBezTo>
                <a:lnTo>
                  <a:pt x="76630" y="130003"/>
                </a:lnTo>
                <a:cubicBezTo>
                  <a:pt x="69648" y="132482"/>
                  <a:pt x="60227" y="133350"/>
                  <a:pt x="47625" y="133350"/>
                </a:cubicBezTo>
                <a:cubicBezTo>
                  <a:pt x="8406" y="133350"/>
                  <a:pt x="0" y="124944"/>
                  <a:pt x="0" y="85725"/>
                </a:cubicBezTo>
                <a:cubicBezTo>
                  <a:pt x="0" y="46506"/>
                  <a:pt x="8406" y="38100"/>
                  <a:pt x="47625" y="38100"/>
                </a:cubicBezTo>
                <a:cubicBezTo>
                  <a:pt x="60227" y="38100"/>
                  <a:pt x="69648" y="38968"/>
                  <a:pt x="76630" y="41447"/>
                </a:cubicBezTo>
                <a:close/>
                <a:moveTo>
                  <a:pt x="76200" y="66668"/>
                </a:moveTo>
                <a:cubicBezTo>
                  <a:pt x="76198" y="64233"/>
                  <a:pt x="75268" y="61798"/>
                  <a:pt x="73410" y="59940"/>
                </a:cubicBezTo>
                <a:cubicBezTo>
                  <a:pt x="69691" y="56220"/>
                  <a:pt x="63660" y="56220"/>
                  <a:pt x="59940" y="59940"/>
                </a:cubicBezTo>
                <a:lnTo>
                  <a:pt x="47625" y="72255"/>
                </a:lnTo>
                <a:lnTo>
                  <a:pt x="35310" y="59940"/>
                </a:lnTo>
                <a:cubicBezTo>
                  <a:pt x="31590" y="56220"/>
                  <a:pt x="25560" y="56220"/>
                  <a:pt x="21840" y="59940"/>
                </a:cubicBezTo>
                <a:cubicBezTo>
                  <a:pt x="18120" y="63660"/>
                  <a:pt x="18120" y="69691"/>
                  <a:pt x="21840" y="73410"/>
                </a:cubicBezTo>
                <a:lnTo>
                  <a:pt x="38100" y="89670"/>
                </a:lnTo>
                <a:lnTo>
                  <a:pt x="38100" y="104775"/>
                </a:lnTo>
                <a:cubicBezTo>
                  <a:pt x="38100" y="110036"/>
                  <a:pt x="42365" y="114300"/>
                  <a:pt x="47625" y="114300"/>
                </a:cubicBezTo>
                <a:cubicBezTo>
                  <a:pt x="52885" y="114300"/>
                  <a:pt x="57150" y="110036"/>
                  <a:pt x="57150" y="104775"/>
                </a:cubicBezTo>
                <a:lnTo>
                  <a:pt x="57150" y="89670"/>
                </a:lnTo>
                <a:lnTo>
                  <a:pt x="73410" y="73410"/>
                </a:lnTo>
                <a:cubicBezTo>
                  <a:pt x="75268" y="71552"/>
                  <a:pt x="76198" y="69117"/>
                  <a:pt x="76200" y="66682"/>
                </a:cubicBezTo>
                <a:lnTo>
                  <a:pt x="76200" y="66668"/>
                </a:lnTo>
                <a:close/>
              </a:path>
            </a:pathLst>
          </a:custGeom>
          <a:solidFill>
            <a:srgbClr val="000000"/>
          </a:solidFill>
          <a:ln w="9525" cap="flat">
            <a:noFill/>
            <a:prstDash val="solid"/>
            <a:miter/>
          </a:ln>
        </p:spPr>
        <p:txBody>
          <a:bodyPr rtlCol="0" anchor="ctr"/>
          <a:lstStyle/>
          <a:p>
            <a:endParaRPr lang="ru-RU"/>
          </a:p>
        </p:txBody>
      </p:sp>
      <p:sp>
        <p:nvSpPr>
          <p:cNvPr id="1075" name="Рисунок 847">
            <a:extLst>
              <a:ext uri="{FF2B5EF4-FFF2-40B4-BE49-F238E27FC236}">
                <a16:creationId xmlns:a16="http://schemas.microsoft.com/office/drawing/2014/main" id="{B6DDD145-3B13-22A1-F794-A5A3D059579A}"/>
              </a:ext>
            </a:extLst>
          </p:cNvPr>
          <p:cNvSpPr/>
          <p:nvPr/>
        </p:nvSpPr>
        <p:spPr>
          <a:xfrm>
            <a:off x="1498335" y="4505029"/>
            <a:ext cx="171437" cy="171450"/>
          </a:xfrm>
          <a:custGeom>
            <a:avLst/>
            <a:gdLst>
              <a:gd name="connsiteX0" fmla="*/ 121677 w 171437"/>
              <a:gd name="connsiteY0" fmla="*/ 65422 h 171450"/>
              <a:gd name="connsiteX1" fmla="*/ 159670 w 171437"/>
              <a:gd name="connsiteY1" fmla="*/ 20260 h 171450"/>
              <a:gd name="connsiteX2" fmla="*/ 168326 w 171437"/>
              <a:gd name="connsiteY2" fmla="*/ 75338 h 171450"/>
              <a:gd name="connsiteX3" fmla="*/ 126934 w 171437"/>
              <a:gd name="connsiteY3" fmla="*/ 111650 h 171450"/>
              <a:gd name="connsiteX4" fmla="*/ 118478 w 171437"/>
              <a:gd name="connsiteY4" fmla="*/ 94904 h 171450"/>
              <a:gd name="connsiteX5" fmla="*/ 105213 w 171437"/>
              <a:gd name="connsiteY5" fmla="*/ 101191 h 171450"/>
              <a:gd name="connsiteX6" fmla="*/ 105213 w 171437"/>
              <a:gd name="connsiteY6" fmla="*/ 105478 h 171450"/>
              <a:gd name="connsiteX7" fmla="*/ 112378 w 171437"/>
              <a:gd name="connsiteY7" fmla="*/ 107171 h 171450"/>
              <a:gd name="connsiteX8" fmla="*/ 118521 w 171437"/>
              <a:gd name="connsiteY8" fmla="*/ 126330 h 171450"/>
              <a:gd name="connsiteX9" fmla="*/ 115092 w 171437"/>
              <a:gd name="connsiteY9" fmla="*/ 131459 h 171450"/>
              <a:gd name="connsiteX10" fmla="*/ 125192 w 171437"/>
              <a:gd name="connsiteY10" fmla="*/ 135431 h 171450"/>
              <a:gd name="connsiteX11" fmla="*/ 134663 w 171437"/>
              <a:gd name="connsiteY11" fmla="*/ 126395 h 171450"/>
              <a:gd name="connsiteX12" fmla="*/ 144227 w 171437"/>
              <a:gd name="connsiteY12" fmla="*/ 136388 h 171450"/>
              <a:gd name="connsiteX13" fmla="*/ 134656 w 171437"/>
              <a:gd name="connsiteY13" fmla="*/ 146369 h 171450"/>
              <a:gd name="connsiteX14" fmla="*/ 129713 w 171437"/>
              <a:gd name="connsiteY14" fmla="*/ 144890 h 171450"/>
              <a:gd name="connsiteX15" fmla="*/ 108985 w 171437"/>
              <a:gd name="connsiteY15" fmla="*/ 136746 h 171450"/>
              <a:gd name="connsiteX16" fmla="*/ 107178 w 171437"/>
              <a:gd name="connsiteY16" fmla="*/ 135106 h 171450"/>
              <a:gd name="connsiteX17" fmla="*/ 106856 w 171437"/>
              <a:gd name="connsiteY17" fmla="*/ 132688 h 171450"/>
              <a:gd name="connsiteX18" fmla="*/ 106813 w 171437"/>
              <a:gd name="connsiteY18" fmla="*/ 132602 h 171450"/>
              <a:gd name="connsiteX19" fmla="*/ 102649 w 171437"/>
              <a:gd name="connsiteY19" fmla="*/ 126695 h 171450"/>
              <a:gd name="connsiteX20" fmla="*/ 92056 w 171437"/>
              <a:gd name="connsiteY20" fmla="*/ 135217 h 171450"/>
              <a:gd name="connsiteX21" fmla="*/ 115428 w 171437"/>
              <a:gd name="connsiteY21" fmla="*/ 157848 h 171450"/>
              <a:gd name="connsiteX22" fmla="*/ 85714 w 171437"/>
              <a:gd name="connsiteY22" fmla="*/ 171450 h 171450"/>
              <a:gd name="connsiteX23" fmla="*/ 56008 w 171437"/>
              <a:gd name="connsiteY23" fmla="*/ 157848 h 171450"/>
              <a:gd name="connsiteX24" fmla="*/ 79379 w 171437"/>
              <a:gd name="connsiteY24" fmla="*/ 135217 h 171450"/>
              <a:gd name="connsiteX25" fmla="*/ 68786 w 171437"/>
              <a:gd name="connsiteY25" fmla="*/ 126695 h 171450"/>
              <a:gd name="connsiteX26" fmla="*/ 64665 w 171437"/>
              <a:gd name="connsiteY26" fmla="*/ 132581 h 171450"/>
              <a:gd name="connsiteX27" fmla="*/ 64052 w 171437"/>
              <a:gd name="connsiteY27" fmla="*/ 135245 h 171450"/>
              <a:gd name="connsiteX28" fmla="*/ 61736 w 171437"/>
              <a:gd name="connsiteY28" fmla="*/ 136695 h 171450"/>
              <a:gd name="connsiteX29" fmla="*/ 50308 w 171437"/>
              <a:gd name="connsiteY29" fmla="*/ 138610 h 171450"/>
              <a:gd name="connsiteX30" fmla="*/ 51508 w 171437"/>
              <a:gd name="connsiteY30" fmla="*/ 139525 h 171450"/>
              <a:gd name="connsiteX31" fmla="*/ 52888 w 171437"/>
              <a:gd name="connsiteY31" fmla="*/ 141886 h 171450"/>
              <a:gd name="connsiteX32" fmla="*/ 52194 w 171437"/>
              <a:gd name="connsiteY32" fmla="*/ 144532 h 171450"/>
              <a:gd name="connsiteX33" fmla="*/ 49832 w 171437"/>
              <a:gd name="connsiteY33" fmla="*/ 145913 h 171450"/>
              <a:gd name="connsiteX34" fmla="*/ 47187 w 171437"/>
              <a:gd name="connsiteY34" fmla="*/ 145218 h 171450"/>
              <a:gd name="connsiteX35" fmla="*/ 43651 w 171437"/>
              <a:gd name="connsiteY35" fmla="*/ 142525 h 171450"/>
              <a:gd name="connsiteX36" fmla="*/ 41630 w 171437"/>
              <a:gd name="connsiteY36" fmla="*/ 142953 h 171450"/>
              <a:gd name="connsiteX37" fmla="*/ 35401 w 171437"/>
              <a:gd name="connsiteY37" fmla="*/ 136446 h 171450"/>
              <a:gd name="connsiteX38" fmla="*/ 35423 w 171437"/>
              <a:gd name="connsiteY38" fmla="*/ 136274 h 171450"/>
              <a:gd name="connsiteX39" fmla="*/ 10102 w 171437"/>
              <a:gd name="connsiteY39" fmla="*/ 117008 h 171450"/>
              <a:gd name="connsiteX40" fmla="*/ 7623 w 171437"/>
              <a:gd name="connsiteY40" fmla="*/ 117715 h 171450"/>
              <a:gd name="connsiteX41" fmla="*/ 16 w 171437"/>
              <a:gd name="connsiteY41" fmla="*/ 110771 h 171450"/>
              <a:gd name="connsiteX42" fmla="*/ 6659 w 171437"/>
              <a:gd name="connsiteY42" fmla="*/ 102835 h 171450"/>
              <a:gd name="connsiteX43" fmla="*/ 14280 w 171437"/>
              <a:gd name="connsiteY43" fmla="*/ 109764 h 171450"/>
              <a:gd name="connsiteX44" fmla="*/ 14109 w 171437"/>
              <a:gd name="connsiteY44" fmla="*/ 111078 h 171450"/>
              <a:gd name="connsiteX45" fmla="*/ 39501 w 171437"/>
              <a:gd name="connsiteY45" fmla="*/ 130388 h 171450"/>
              <a:gd name="connsiteX46" fmla="*/ 41630 w 171437"/>
              <a:gd name="connsiteY46" fmla="*/ 129945 h 171450"/>
              <a:gd name="connsiteX47" fmla="*/ 46179 w 171437"/>
              <a:gd name="connsiteY47" fmla="*/ 132059 h 171450"/>
              <a:gd name="connsiteX48" fmla="*/ 55465 w 171437"/>
              <a:gd name="connsiteY48" fmla="*/ 130502 h 171450"/>
              <a:gd name="connsiteX49" fmla="*/ 52908 w 171437"/>
              <a:gd name="connsiteY49" fmla="*/ 126330 h 171450"/>
              <a:gd name="connsiteX50" fmla="*/ 59051 w 171437"/>
              <a:gd name="connsiteY50" fmla="*/ 107171 h 171450"/>
              <a:gd name="connsiteX51" fmla="*/ 66222 w 171437"/>
              <a:gd name="connsiteY51" fmla="*/ 105478 h 171450"/>
              <a:gd name="connsiteX52" fmla="*/ 66222 w 171437"/>
              <a:gd name="connsiteY52" fmla="*/ 101191 h 171450"/>
              <a:gd name="connsiteX53" fmla="*/ 52965 w 171437"/>
              <a:gd name="connsiteY53" fmla="*/ 94904 h 171450"/>
              <a:gd name="connsiteX54" fmla="*/ 44508 w 171437"/>
              <a:gd name="connsiteY54" fmla="*/ 111650 h 171450"/>
              <a:gd name="connsiteX55" fmla="*/ 3116 w 171437"/>
              <a:gd name="connsiteY55" fmla="*/ 75345 h 171450"/>
              <a:gd name="connsiteX56" fmla="*/ 11759 w 171437"/>
              <a:gd name="connsiteY56" fmla="*/ 20260 h 171450"/>
              <a:gd name="connsiteX57" fmla="*/ 49758 w 171437"/>
              <a:gd name="connsiteY57" fmla="*/ 65422 h 171450"/>
              <a:gd name="connsiteX58" fmla="*/ 54808 w 171437"/>
              <a:gd name="connsiteY58" fmla="*/ 82318 h 171450"/>
              <a:gd name="connsiteX59" fmla="*/ 67522 w 171437"/>
              <a:gd name="connsiteY59" fmla="*/ 76773 h 171450"/>
              <a:gd name="connsiteX60" fmla="*/ 70300 w 171437"/>
              <a:gd name="connsiteY60" fmla="*/ 67866 h 171450"/>
              <a:gd name="connsiteX61" fmla="*/ 63186 w 171437"/>
              <a:gd name="connsiteY61" fmla="*/ 49456 h 171450"/>
              <a:gd name="connsiteX62" fmla="*/ 53758 w 171437"/>
              <a:gd name="connsiteY62" fmla="*/ 51692 h 171450"/>
              <a:gd name="connsiteX63" fmla="*/ 56951 w 171437"/>
              <a:gd name="connsiteY63" fmla="*/ 45763 h 171450"/>
              <a:gd name="connsiteX64" fmla="*/ 47308 w 171437"/>
              <a:gd name="connsiteY64" fmla="*/ 47713 h 171450"/>
              <a:gd name="connsiteX65" fmla="*/ 46044 w 171437"/>
              <a:gd name="connsiteY65" fmla="*/ 40627 h 171450"/>
              <a:gd name="connsiteX66" fmla="*/ 59522 w 171437"/>
              <a:gd name="connsiteY66" fmla="*/ 35926 h 171450"/>
              <a:gd name="connsiteX67" fmla="*/ 72164 w 171437"/>
              <a:gd name="connsiteY67" fmla="*/ 35926 h 171450"/>
              <a:gd name="connsiteX68" fmla="*/ 80179 w 171437"/>
              <a:gd name="connsiteY68" fmla="*/ 33890 h 171450"/>
              <a:gd name="connsiteX69" fmla="*/ 73357 w 171437"/>
              <a:gd name="connsiteY69" fmla="*/ 42934 h 171450"/>
              <a:gd name="connsiteX70" fmla="*/ 85714 w 171437"/>
              <a:gd name="connsiteY70" fmla="*/ 68615 h 171450"/>
              <a:gd name="connsiteX71" fmla="*/ 98071 w 171437"/>
              <a:gd name="connsiteY71" fmla="*/ 42934 h 171450"/>
              <a:gd name="connsiteX72" fmla="*/ 91250 w 171437"/>
              <a:gd name="connsiteY72" fmla="*/ 33890 h 171450"/>
              <a:gd name="connsiteX73" fmla="*/ 99264 w 171437"/>
              <a:gd name="connsiteY73" fmla="*/ 35926 h 171450"/>
              <a:gd name="connsiteX74" fmla="*/ 111899 w 171437"/>
              <a:gd name="connsiteY74" fmla="*/ 35926 h 171450"/>
              <a:gd name="connsiteX75" fmla="*/ 125392 w 171437"/>
              <a:gd name="connsiteY75" fmla="*/ 40627 h 171450"/>
              <a:gd name="connsiteX76" fmla="*/ 124106 w 171437"/>
              <a:gd name="connsiteY76" fmla="*/ 47713 h 171450"/>
              <a:gd name="connsiteX77" fmla="*/ 114485 w 171437"/>
              <a:gd name="connsiteY77" fmla="*/ 45763 h 171450"/>
              <a:gd name="connsiteX78" fmla="*/ 117670 w 171437"/>
              <a:gd name="connsiteY78" fmla="*/ 51692 h 171450"/>
              <a:gd name="connsiteX79" fmla="*/ 108242 w 171437"/>
              <a:gd name="connsiteY79" fmla="*/ 49456 h 171450"/>
              <a:gd name="connsiteX80" fmla="*/ 101136 w 171437"/>
              <a:gd name="connsiteY80" fmla="*/ 67866 h 171450"/>
              <a:gd name="connsiteX81" fmla="*/ 103900 w 171437"/>
              <a:gd name="connsiteY81" fmla="*/ 76773 h 171450"/>
              <a:gd name="connsiteX82" fmla="*/ 116628 w 171437"/>
              <a:gd name="connsiteY82" fmla="*/ 82318 h 171450"/>
              <a:gd name="connsiteX83" fmla="*/ 121677 w 171437"/>
              <a:gd name="connsiteY83" fmla="*/ 65422 h 171450"/>
              <a:gd name="connsiteX84" fmla="*/ 85721 w 171437"/>
              <a:gd name="connsiteY84" fmla="*/ 27503 h 171450"/>
              <a:gd name="connsiteX85" fmla="*/ 77772 w 171437"/>
              <a:gd name="connsiteY85" fmla="*/ 27503 h 171450"/>
              <a:gd name="connsiteX86" fmla="*/ 74207 w 171437"/>
              <a:gd name="connsiteY86" fmla="*/ 13380 h 171450"/>
              <a:gd name="connsiteX87" fmla="*/ 84464 w 171437"/>
              <a:gd name="connsiteY87" fmla="*/ 10594 h 171450"/>
              <a:gd name="connsiteX88" fmla="*/ 80979 w 171437"/>
              <a:gd name="connsiteY88" fmla="*/ 6044 h 171450"/>
              <a:gd name="connsiteX89" fmla="*/ 85600 w 171437"/>
              <a:gd name="connsiteY89" fmla="*/ 0 h 171450"/>
              <a:gd name="connsiteX90" fmla="*/ 90243 w 171437"/>
              <a:gd name="connsiteY90" fmla="*/ 6044 h 171450"/>
              <a:gd name="connsiteX91" fmla="*/ 86750 w 171437"/>
              <a:gd name="connsiteY91" fmla="*/ 10594 h 171450"/>
              <a:gd name="connsiteX92" fmla="*/ 97228 w 171437"/>
              <a:gd name="connsiteY92" fmla="*/ 13380 h 171450"/>
              <a:gd name="connsiteX93" fmla="*/ 93671 w 171437"/>
              <a:gd name="connsiteY93" fmla="*/ 27503 h 171450"/>
              <a:gd name="connsiteX94" fmla="*/ 85721 w 171437"/>
              <a:gd name="connsiteY94" fmla="*/ 2750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71437" h="171450">
                <a:moveTo>
                  <a:pt x="121677" y="65422"/>
                </a:moveTo>
                <a:lnTo>
                  <a:pt x="159670" y="20260"/>
                </a:lnTo>
                <a:cubicBezTo>
                  <a:pt x="159670" y="20260"/>
                  <a:pt x="178741" y="45191"/>
                  <a:pt x="168326" y="75338"/>
                </a:cubicBezTo>
                <a:cubicBezTo>
                  <a:pt x="157891" y="105542"/>
                  <a:pt x="132441" y="113336"/>
                  <a:pt x="126934" y="111650"/>
                </a:cubicBezTo>
                <a:cubicBezTo>
                  <a:pt x="126934" y="111650"/>
                  <a:pt x="119149" y="106777"/>
                  <a:pt x="118478" y="94904"/>
                </a:cubicBezTo>
                <a:cubicBezTo>
                  <a:pt x="118478" y="94904"/>
                  <a:pt x="109206" y="94512"/>
                  <a:pt x="105213" y="101191"/>
                </a:cubicBezTo>
                <a:lnTo>
                  <a:pt x="105213" y="105478"/>
                </a:lnTo>
                <a:cubicBezTo>
                  <a:pt x="107920" y="105592"/>
                  <a:pt x="110543" y="106028"/>
                  <a:pt x="112378" y="107171"/>
                </a:cubicBezTo>
                <a:cubicBezTo>
                  <a:pt x="118106" y="110757"/>
                  <a:pt x="121734" y="118200"/>
                  <a:pt x="118521" y="126330"/>
                </a:cubicBezTo>
                <a:cubicBezTo>
                  <a:pt x="117805" y="128290"/>
                  <a:pt x="116630" y="130050"/>
                  <a:pt x="115092" y="131459"/>
                </a:cubicBezTo>
                <a:lnTo>
                  <a:pt x="125192" y="135431"/>
                </a:lnTo>
                <a:cubicBezTo>
                  <a:pt x="125656" y="130373"/>
                  <a:pt x="129692" y="126395"/>
                  <a:pt x="134663" y="126395"/>
                </a:cubicBezTo>
                <a:cubicBezTo>
                  <a:pt x="139941" y="126395"/>
                  <a:pt x="144227" y="130866"/>
                  <a:pt x="144227" y="136388"/>
                </a:cubicBezTo>
                <a:cubicBezTo>
                  <a:pt x="144227" y="141889"/>
                  <a:pt x="139941" y="146369"/>
                  <a:pt x="134656" y="146369"/>
                </a:cubicBezTo>
                <a:cubicBezTo>
                  <a:pt x="132841" y="146369"/>
                  <a:pt x="131156" y="145812"/>
                  <a:pt x="129713" y="144890"/>
                </a:cubicBezTo>
                <a:lnTo>
                  <a:pt x="108985" y="136746"/>
                </a:lnTo>
                <a:cubicBezTo>
                  <a:pt x="108208" y="136429"/>
                  <a:pt x="107568" y="135849"/>
                  <a:pt x="107178" y="135106"/>
                </a:cubicBezTo>
                <a:cubicBezTo>
                  <a:pt x="106789" y="134363"/>
                  <a:pt x="106675" y="133507"/>
                  <a:pt x="106856" y="132688"/>
                </a:cubicBezTo>
                <a:cubicBezTo>
                  <a:pt x="106856" y="132653"/>
                  <a:pt x="106813" y="132602"/>
                  <a:pt x="106813" y="132602"/>
                </a:cubicBezTo>
                <a:cubicBezTo>
                  <a:pt x="107150" y="131445"/>
                  <a:pt x="106942" y="127959"/>
                  <a:pt x="102649" y="126695"/>
                </a:cubicBezTo>
                <a:cubicBezTo>
                  <a:pt x="98950" y="125601"/>
                  <a:pt x="93650" y="128123"/>
                  <a:pt x="92056" y="135217"/>
                </a:cubicBezTo>
                <a:cubicBezTo>
                  <a:pt x="92056" y="135217"/>
                  <a:pt x="105950" y="144840"/>
                  <a:pt x="115428" y="157848"/>
                </a:cubicBezTo>
                <a:lnTo>
                  <a:pt x="85714" y="171450"/>
                </a:lnTo>
                <a:lnTo>
                  <a:pt x="56008" y="157848"/>
                </a:lnTo>
                <a:cubicBezTo>
                  <a:pt x="65479" y="144840"/>
                  <a:pt x="79379" y="135217"/>
                  <a:pt x="79379" y="135217"/>
                </a:cubicBezTo>
                <a:cubicBezTo>
                  <a:pt x="77778" y="128130"/>
                  <a:pt x="72486" y="125601"/>
                  <a:pt x="68786" y="126695"/>
                </a:cubicBezTo>
                <a:cubicBezTo>
                  <a:pt x="64493" y="127966"/>
                  <a:pt x="64543" y="131381"/>
                  <a:pt x="64665" y="132581"/>
                </a:cubicBezTo>
                <a:cubicBezTo>
                  <a:pt x="64822" y="133515"/>
                  <a:pt x="64602" y="134473"/>
                  <a:pt x="64052" y="135245"/>
                </a:cubicBezTo>
                <a:cubicBezTo>
                  <a:pt x="63503" y="136016"/>
                  <a:pt x="62670" y="136538"/>
                  <a:pt x="61736" y="136695"/>
                </a:cubicBezTo>
                <a:lnTo>
                  <a:pt x="50308" y="138610"/>
                </a:lnTo>
                <a:lnTo>
                  <a:pt x="51508" y="139525"/>
                </a:lnTo>
                <a:cubicBezTo>
                  <a:pt x="52263" y="140098"/>
                  <a:pt x="52759" y="140947"/>
                  <a:pt x="52888" y="141886"/>
                </a:cubicBezTo>
                <a:cubicBezTo>
                  <a:pt x="53016" y="142825"/>
                  <a:pt x="52767" y="143777"/>
                  <a:pt x="52194" y="144532"/>
                </a:cubicBezTo>
                <a:cubicBezTo>
                  <a:pt x="51621" y="145288"/>
                  <a:pt x="50771" y="145784"/>
                  <a:pt x="49832" y="145913"/>
                </a:cubicBezTo>
                <a:cubicBezTo>
                  <a:pt x="48893" y="146041"/>
                  <a:pt x="47941" y="145792"/>
                  <a:pt x="47187" y="145218"/>
                </a:cubicBezTo>
                <a:lnTo>
                  <a:pt x="43651" y="142525"/>
                </a:lnTo>
                <a:cubicBezTo>
                  <a:pt x="43008" y="142786"/>
                  <a:pt x="42323" y="142931"/>
                  <a:pt x="41630" y="142953"/>
                </a:cubicBezTo>
                <a:cubicBezTo>
                  <a:pt x="38187" y="142953"/>
                  <a:pt x="35401" y="140046"/>
                  <a:pt x="35401" y="136446"/>
                </a:cubicBezTo>
                <a:cubicBezTo>
                  <a:pt x="35401" y="136388"/>
                  <a:pt x="35423" y="136339"/>
                  <a:pt x="35423" y="136274"/>
                </a:cubicBezTo>
                <a:lnTo>
                  <a:pt x="10102" y="117008"/>
                </a:lnTo>
                <a:cubicBezTo>
                  <a:pt x="9328" y="117399"/>
                  <a:pt x="8487" y="117639"/>
                  <a:pt x="7623" y="117715"/>
                </a:cubicBezTo>
                <a:cubicBezTo>
                  <a:pt x="3688" y="117994"/>
                  <a:pt x="288" y="114878"/>
                  <a:pt x="16" y="110771"/>
                </a:cubicBezTo>
                <a:cubicBezTo>
                  <a:pt x="-248" y="106663"/>
                  <a:pt x="2731" y="103113"/>
                  <a:pt x="6659" y="102835"/>
                </a:cubicBezTo>
                <a:cubicBezTo>
                  <a:pt x="10609" y="102563"/>
                  <a:pt x="14009" y="105664"/>
                  <a:pt x="14280" y="109764"/>
                </a:cubicBezTo>
                <a:cubicBezTo>
                  <a:pt x="14302" y="110228"/>
                  <a:pt x="14152" y="110635"/>
                  <a:pt x="14109" y="111078"/>
                </a:cubicBezTo>
                <a:lnTo>
                  <a:pt x="39501" y="130388"/>
                </a:lnTo>
                <a:cubicBezTo>
                  <a:pt x="40177" y="130110"/>
                  <a:pt x="40899" y="129959"/>
                  <a:pt x="41630" y="129945"/>
                </a:cubicBezTo>
                <a:cubicBezTo>
                  <a:pt x="43444" y="129945"/>
                  <a:pt x="45037" y="130773"/>
                  <a:pt x="46179" y="132059"/>
                </a:cubicBezTo>
                <a:lnTo>
                  <a:pt x="55465" y="130502"/>
                </a:lnTo>
                <a:cubicBezTo>
                  <a:pt x="54366" y="129278"/>
                  <a:pt x="53500" y="127865"/>
                  <a:pt x="52908" y="126330"/>
                </a:cubicBezTo>
                <a:cubicBezTo>
                  <a:pt x="49694" y="118200"/>
                  <a:pt x="53336" y="110757"/>
                  <a:pt x="59051" y="107171"/>
                </a:cubicBezTo>
                <a:cubicBezTo>
                  <a:pt x="60893" y="106028"/>
                  <a:pt x="63515" y="105592"/>
                  <a:pt x="66222" y="105478"/>
                </a:cubicBezTo>
                <a:lnTo>
                  <a:pt x="66222" y="101191"/>
                </a:lnTo>
                <a:cubicBezTo>
                  <a:pt x="62222" y="94512"/>
                  <a:pt x="52965" y="94904"/>
                  <a:pt x="52965" y="94904"/>
                </a:cubicBezTo>
                <a:cubicBezTo>
                  <a:pt x="52294" y="106777"/>
                  <a:pt x="44508" y="111650"/>
                  <a:pt x="44508" y="111650"/>
                </a:cubicBezTo>
                <a:cubicBezTo>
                  <a:pt x="38994" y="113336"/>
                  <a:pt x="13552" y="105542"/>
                  <a:pt x="3116" y="75345"/>
                </a:cubicBezTo>
                <a:cubicBezTo>
                  <a:pt x="-7298" y="45191"/>
                  <a:pt x="11759" y="20260"/>
                  <a:pt x="11759" y="20260"/>
                </a:cubicBezTo>
                <a:lnTo>
                  <a:pt x="49758" y="65422"/>
                </a:lnTo>
                <a:cubicBezTo>
                  <a:pt x="43487" y="72066"/>
                  <a:pt x="47587" y="80802"/>
                  <a:pt x="54808" y="82318"/>
                </a:cubicBezTo>
                <a:cubicBezTo>
                  <a:pt x="62808" y="83996"/>
                  <a:pt x="67522" y="76773"/>
                  <a:pt x="67522" y="76773"/>
                </a:cubicBezTo>
                <a:cubicBezTo>
                  <a:pt x="69014" y="74738"/>
                  <a:pt x="70078" y="71687"/>
                  <a:pt x="70300" y="67866"/>
                </a:cubicBezTo>
                <a:cubicBezTo>
                  <a:pt x="70643" y="62022"/>
                  <a:pt x="68772" y="54050"/>
                  <a:pt x="63186" y="49456"/>
                </a:cubicBezTo>
                <a:cubicBezTo>
                  <a:pt x="56736" y="49370"/>
                  <a:pt x="53758" y="51692"/>
                  <a:pt x="53758" y="51692"/>
                </a:cubicBezTo>
                <a:cubicBezTo>
                  <a:pt x="53872" y="48870"/>
                  <a:pt x="55608" y="46899"/>
                  <a:pt x="56951" y="45763"/>
                </a:cubicBezTo>
                <a:cubicBezTo>
                  <a:pt x="52129" y="43748"/>
                  <a:pt x="48079" y="43905"/>
                  <a:pt x="47308" y="47713"/>
                </a:cubicBezTo>
                <a:cubicBezTo>
                  <a:pt x="47308" y="47713"/>
                  <a:pt x="44322" y="45070"/>
                  <a:pt x="46044" y="40627"/>
                </a:cubicBezTo>
                <a:cubicBezTo>
                  <a:pt x="47651" y="36469"/>
                  <a:pt x="52572" y="35926"/>
                  <a:pt x="59522" y="35926"/>
                </a:cubicBezTo>
                <a:lnTo>
                  <a:pt x="72164" y="35926"/>
                </a:lnTo>
                <a:cubicBezTo>
                  <a:pt x="74793" y="35926"/>
                  <a:pt x="78486" y="35619"/>
                  <a:pt x="80179" y="33890"/>
                </a:cubicBezTo>
                <a:cubicBezTo>
                  <a:pt x="80179" y="33890"/>
                  <a:pt x="81071" y="38891"/>
                  <a:pt x="73357" y="42934"/>
                </a:cubicBezTo>
                <a:cubicBezTo>
                  <a:pt x="73357" y="42934"/>
                  <a:pt x="82443" y="50785"/>
                  <a:pt x="85714" y="68615"/>
                </a:cubicBezTo>
                <a:cubicBezTo>
                  <a:pt x="88978" y="50785"/>
                  <a:pt x="98071" y="42934"/>
                  <a:pt x="98071" y="42934"/>
                </a:cubicBezTo>
                <a:cubicBezTo>
                  <a:pt x="90357" y="38898"/>
                  <a:pt x="91250" y="33890"/>
                  <a:pt x="91250" y="33890"/>
                </a:cubicBezTo>
                <a:cubicBezTo>
                  <a:pt x="92942" y="35619"/>
                  <a:pt x="96643" y="35926"/>
                  <a:pt x="99264" y="35926"/>
                </a:cubicBezTo>
                <a:lnTo>
                  <a:pt x="111899" y="35926"/>
                </a:lnTo>
                <a:cubicBezTo>
                  <a:pt x="118856" y="35926"/>
                  <a:pt x="123784" y="36469"/>
                  <a:pt x="125392" y="40627"/>
                </a:cubicBezTo>
                <a:cubicBezTo>
                  <a:pt x="127106" y="45070"/>
                  <a:pt x="124106" y="47713"/>
                  <a:pt x="124106" y="47713"/>
                </a:cubicBezTo>
                <a:cubicBezTo>
                  <a:pt x="123349" y="43905"/>
                  <a:pt x="119299" y="43748"/>
                  <a:pt x="114485" y="45763"/>
                </a:cubicBezTo>
                <a:cubicBezTo>
                  <a:pt x="115820" y="46899"/>
                  <a:pt x="117549" y="48870"/>
                  <a:pt x="117670" y="51692"/>
                </a:cubicBezTo>
                <a:cubicBezTo>
                  <a:pt x="117670" y="51692"/>
                  <a:pt x="114699" y="49370"/>
                  <a:pt x="108242" y="49456"/>
                </a:cubicBezTo>
                <a:cubicBezTo>
                  <a:pt x="102663" y="54050"/>
                  <a:pt x="100793" y="62022"/>
                  <a:pt x="101136" y="67866"/>
                </a:cubicBezTo>
                <a:cubicBezTo>
                  <a:pt x="101350" y="71687"/>
                  <a:pt x="102414" y="74738"/>
                  <a:pt x="103900" y="76773"/>
                </a:cubicBezTo>
                <a:cubicBezTo>
                  <a:pt x="103900" y="76773"/>
                  <a:pt x="108614" y="83989"/>
                  <a:pt x="116628" y="82318"/>
                </a:cubicBezTo>
                <a:cubicBezTo>
                  <a:pt x="123841" y="80802"/>
                  <a:pt x="127948" y="72066"/>
                  <a:pt x="121677" y="65422"/>
                </a:cubicBezTo>
                <a:close/>
                <a:moveTo>
                  <a:pt x="85721" y="27503"/>
                </a:moveTo>
                <a:lnTo>
                  <a:pt x="77772" y="27503"/>
                </a:lnTo>
                <a:cubicBezTo>
                  <a:pt x="74465" y="23303"/>
                  <a:pt x="72021" y="16881"/>
                  <a:pt x="74207" y="13380"/>
                </a:cubicBezTo>
                <a:cubicBezTo>
                  <a:pt x="75872" y="10701"/>
                  <a:pt x="78264" y="10594"/>
                  <a:pt x="84464" y="10594"/>
                </a:cubicBezTo>
                <a:lnTo>
                  <a:pt x="80979" y="6044"/>
                </a:lnTo>
                <a:lnTo>
                  <a:pt x="85600" y="0"/>
                </a:lnTo>
                <a:lnTo>
                  <a:pt x="90243" y="6044"/>
                </a:lnTo>
                <a:lnTo>
                  <a:pt x="86750" y="10594"/>
                </a:lnTo>
                <a:cubicBezTo>
                  <a:pt x="93114" y="10594"/>
                  <a:pt x="95543" y="10680"/>
                  <a:pt x="97228" y="13380"/>
                </a:cubicBezTo>
                <a:cubicBezTo>
                  <a:pt x="99413" y="16881"/>
                  <a:pt x="96978" y="23303"/>
                  <a:pt x="93671" y="27503"/>
                </a:cubicBezTo>
                <a:lnTo>
                  <a:pt x="85721" y="27503"/>
                </a:lnTo>
                <a:close/>
              </a:path>
            </a:pathLst>
          </a:custGeom>
          <a:solidFill>
            <a:srgbClr val="000000"/>
          </a:solidFill>
          <a:ln w="9525" cap="flat">
            <a:noFill/>
            <a:prstDash val="solid"/>
            <a:miter/>
          </a:ln>
        </p:spPr>
        <p:txBody>
          <a:bodyPr rtlCol="0" anchor="ctr"/>
          <a:lstStyle/>
          <a:p>
            <a:endParaRPr lang="ru-RU"/>
          </a:p>
        </p:txBody>
      </p:sp>
      <p:sp>
        <p:nvSpPr>
          <p:cNvPr id="1076" name="Рисунок 473">
            <a:extLst>
              <a:ext uri="{FF2B5EF4-FFF2-40B4-BE49-F238E27FC236}">
                <a16:creationId xmlns:a16="http://schemas.microsoft.com/office/drawing/2014/main" id="{5E57DBCC-7EEE-B531-FEC8-CF4E26198E14}"/>
              </a:ext>
            </a:extLst>
          </p:cNvPr>
          <p:cNvSpPr/>
          <p:nvPr/>
        </p:nvSpPr>
        <p:spPr>
          <a:xfrm>
            <a:off x="1498326" y="3314700"/>
            <a:ext cx="180975" cy="209550"/>
          </a:xfrm>
          <a:custGeom>
            <a:avLst/>
            <a:gdLst>
              <a:gd name="connsiteX0" fmla="*/ 175211 w 180975"/>
              <a:gd name="connsiteY0" fmla="*/ 71435 h 209550"/>
              <a:gd name="connsiteX1" fmla="*/ 151148 w 180975"/>
              <a:gd name="connsiteY1" fmla="*/ 111362 h 209550"/>
              <a:gd name="connsiteX2" fmla="*/ 180975 w 180975"/>
              <a:gd name="connsiteY2" fmla="*/ 153734 h 209550"/>
              <a:gd name="connsiteX3" fmla="*/ 165702 w 180975"/>
              <a:gd name="connsiteY3" fmla="*/ 183474 h 209550"/>
              <a:gd name="connsiteX4" fmla="*/ 131120 w 180975"/>
              <a:gd name="connsiteY4" fmla="*/ 209278 h 209550"/>
              <a:gd name="connsiteX5" fmla="*/ 94666 w 180975"/>
              <a:gd name="connsiteY5" fmla="*/ 200994 h 209550"/>
              <a:gd name="connsiteX6" fmla="*/ 57779 w 180975"/>
              <a:gd name="connsiteY6" fmla="*/ 209550 h 209550"/>
              <a:gd name="connsiteX7" fmla="*/ 23198 w 180975"/>
              <a:gd name="connsiteY7" fmla="*/ 182931 h 209550"/>
              <a:gd name="connsiteX8" fmla="*/ 0 w 180975"/>
              <a:gd name="connsiteY8" fmla="*/ 113534 h 209550"/>
              <a:gd name="connsiteX9" fmla="*/ 55762 w 180975"/>
              <a:gd name="connsiteY9" fmla="*/ 51197 h 209550"/>
              <a:gd name="connsiteX10" fmla="*/ 91928 w 180975"/>
              <a:gd name="connsiteY10" fmla="*/ 60297 h 209550"/>
              <a:gd name="connsiteX11" fmla="*/ 131119 w 180975"/>
              <a:gd name="connsiteY11" fmla="*/ 50654 h 209550"/>
              <a:gd name="connsiteX12" fmla="*/ 175211 w 180975"/>
              <a:gd name="connsiteY12" fmla="*/ 71435 h 209550"/>
              <a:gd name="connsiteX13" fmla="*/ 123196 w 180975"/>
              <a:gd name="connsiteY13" fmla="*/ 33409 h 209550"/>
              <a:gd name="connsiteX14" fmla="*/ 135011 w 180975"/>
              <a:gd name="connsiteY14" fmla="*/ 4210 h 209550"/>
              <a:gd name="connsiteX15" fmla="*/ 134579 w 180975"/>
              <a:gd name="connsiteY15" fmla="*/ 0 h 209550"/>
              <a:gd name="connsiteX16" fmla="*/ 101870 w 180975"/>
              <a:gd name="connsiteY16" fmla="*/ 15890 h 209550"/>
              <a:gd name="connsiteX17" fmla="*/ 89623 w 180975"/>
              <a:gd name="connsiteY17" fmla="*/ 44274 h 209550"/>
              <a:gd name="connsiteX18" fmla="*/ 90055 w 180975"/>
              <a:gd name="connsiteY18" fmla="*/ 48077 h 209550"/>
              <a:gd name="connsiteX19" fmla="*/ 93081 w 180975"/>
              <a:gd name="connsiteY19" fmla="*/ 48349 h 209550"/>
              <a:gd name="connsiteX20" fmla="*/ 123196 w 180975"/>
              <a:gd name="connsiteY20" fmla="*/ 33409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975" h="209550">
                <a:moveTo>
                  <a:pt x="175211" y="71435"/>
                </a:moveTo>
                <a:cubicBezTo>
                  <a:pt x="173914" y="72385"/>
                  <a:pt x="151148" y="84472"/>
                  <a:pt x="151148" y="111362"/>
                </a:cubicBezTo>
                <a:cubicBezTo>
                  <a:pt x="151148" y="142462"/>
                  <a:pt x="180110" y="153462"/>
                  <a:pt x="180975" y="153734"/>
                </a:cubicBezTo>
                <a:cubicBezTo>
                  <a:pt x="180831" y="154412"/>
                  <a:pt x="176364" y="168808"/>
                  <a:pt x="165702" y="183474"/>
                </a:cubicBezTo>
                <a:cubicBezTo>
                  <a:pt x="156192" y="196377"/>
                  <a:pt x="146249" y="209278"/>
                  <a:pt x="131120" y="209278"/>
                </a:cubicBezTo>
                <a:cubicBezTo>
                  <a:pt x="115992" y="209278"/>
                  <a:pt x="112101" y="200994"/>
                  <a:pt x="94666" y="200994"/>
                </a:cubicBezTo>
                <a:cubicBezTo>
                  <a:pt x="77664" y="200994"/>
                  <a:pt x="71612" y="209550"/>
                  <a:pt x="57779" y="209550"/>
                </a:cubicBezTo>
                <a:cubicBezTo>
                  <a:pt x="43946" y="209550"/>
                  <a:pt x="34292" y="197598"/>
                  <a:pt x="23198" y="182931"/>
                </a:cubicBezTo>
                <a:cubicBezTo>
                  <a:pt x="10374" y="165684"/>
                  <a:pt x="0" y="138930"/>
                  <a:pt x="0" y="113534"/>
                </a:cubicBezTo>
                <a:cubicBezTo>
                  <a:pt x="0" y="72792"/>
                  <a:pt x="28098" y="51197"/>
                  <a:pt x="55762" y="51197"/>
                </a:cubicBezTo>
                <a:cubicBezTo>
                  <a:pt x="70459" y="51197"/>
                  <a:pt x="82706" y="60297"/>
                  <a:pt x="91928" y="60297"/>
                </a:cubicBezTo>
                <a:cubicBezTo>
                  <a:pt x="100716" y="60297"/>
                  <a:pt x="114406" y="50654"/>
                  <a:pt x="131119" y="50654"/>
                </a:cubicBezTo>
                <a:cubicBezTo>
                  <a:pt x="137460" y="50656"/>
                  <a:pt x="160227" y="51200"/>
                  <a:pt x="175211" y="71435"/>
                </a:cubicBezTo>
                <a:close/>
                <a:moveTo>
                  <a:pt x="123196" y="33409"/>
                </a:moveTo>
                <a:cubicBezTo>
                  <a:pt x="130112" y="25668"/>
                  <a:pt x="135011" y="14939"/>
                  <a:pt x="135011" y="4210"/>
                </a:cubicBezTo>
                <a:cubicBezTo>
                  <a:pt x="135011" y="2717"/>
                  <a:pt x="134867" y="1223"/>
                  <a:pt x="134579" y="0"/>
                </a:cubicBezTo>
                <a:cubicBezTo>
                  <a:pt x="123340" y="408"/>
                  <a:pt x="109939" y="7063"/>
                  <a:pt x="101870" y="15890"/>
                </a:cubicBezTo>
                <a:cubicBezTo>
                  <a:pt x="95531" y="22680"/>
                  <a:pt x="89623" y="33409"/>
                  <a:pt x="89623" y="44274"/>
                </a:cubicBezTo>
                <a:cubicBezTo>
                  <a:pt x="89623" y="45903"/>
                  <a:pt x="89911" y="47534"/>
                  <a:pt x="90055" y="48077"/>
                </a:cubicBezTo>
                <a:cubicBezTo>
                  <a:pt x="90775" y="48213"/>
                  <a:pt x="91929" y="48349"/>
                  <a:pt x="93081" y="48349"/>
                </a:cubicBezTo>
                <a:cubicBezTo>
                  <a:pt x="103168" y="48348"/>
                  <a:pt x="115847" y="41965"/>
                  <a:pt x="123196" y="33409"/>
                </a:cubicBezTo>
                <a:close/>
              </a:path>
            </a:pathLst>
          </a:custGeom>
          <a:solidFill>
            <a:srgbClr val="000000"/>
          </a:solidFill>
          <a:ln w="9525" cap="flat">
            <a:noFill/>
            <a:prstDash val="solid"/>
            <a:miter/>
          </a:ln>
        </p:spPr>
        <p:txBody>
          <a:bodyPr rtlCol="0" anchor="ctr"/>
          <a:lstStyle/>
          <a:p>
            <a:endParaRPr lang="ru-RU"/>
          </a:p>
        </p:txBody>
      </p:sp>
      <p:sp>
        <p:nvSpPr>
          <p:cNvPr id="1583" name="Полилиния: фигура 1582">
            <a:extLst>
              <a:ext uri="{FF2B5EF4-FFF2-40B4-BE49-F238E27FC236}">
                <a16:creationId xmlns:a16="http://schemas.microsoft.com/office/drawing/2014/main" id="{BF15D056-4FAA-A415-1892-6D416CA7E181}"/>
              </a:ext>
            </a:extLst>
          </p:cNvPr>
          <p:cNvSpPr/>
          <p:nvPr/>
        </p:nvSpPr>
        <p:spPr>
          <a:xfrm>
            <a:off x="1498325" y="5767688"/>
            <a:ext cx="171450" cy="171450"/>
          </a:xfrm>
          <a:custGeom>
            <a:avLst/>
            <a:gdLst>
              <a:gd name="connsiteX0" fmla="*/ 41016 w 171450"/>
              <a:gd name="connsiteY0" fmla="*/ 95935 h 171450"/>
              <a:gd name="connsiteX1" fmla="*/ 45226 w 171450"/>
              <a:gd name="connsiteY1" fmla="*/ 95935 h 171450"/>
              <a:gd name="connsiteX2" fmla="*/ 51513 w 171450"/>
              <a:gd name="connsiteY2" fmla="*/ 100370 h 171450"/>
              <a:gd name="connsiteX3" fmla="*/ 46605 w 171450"/>
              <a:gd name="connsiteY3" fmla="*/ 106195 h 171450"/>
              <a:gd name="connsiteX4" fmla="*/ 41016 w 171450"/>
              <a:gd name="connsiteY4" fmla="*/ 106195 h 171450"/>
              <a:gd name="connsiteX5" fmla="*/ 67609 w 171450"/>
              <a:gd name="connsiteY5" fmla="*/ 84445 h 171450"/>
              <a:gd name="connsiteX6" fmla="*/ 67609 w 171450"/>
              <a:gd name="connsiteY6" fmla="*/ 132324 h 171450"/>
              <a:gd name="connsiteX7" fmla="*/ 93502 w 171450"/>
              <a:gd name="connsiteY7" fmla="*/ 132324 h 171450"/>
              <a:gd name="connsiteX8" fmla="*/ 93502 w 171450"/>
              <a:gd name="connsiteY8" fmla="*/ 120423 h 171450"/>
              <a:gd name="connsiteX9" fmla="*/ 79506 w 171450"/>
              <a:gd name="connsiteY9" fmla="*/ 120423 h 171450"/>
              <a:gd name="connsiteX10" fmla="*/ 79506 w 171450"/>
              <a:gd name="connsiteY10" fmla="*/ 113309 h 171450"/>
              <a:gd name="connsiteX11" fmla="*/ 90003 w 171450"/>
              <a:gd name="connsiteY11" fmla="*/ 113309 h 171450"/>
              <a:gd name="connsiteX12" fmla="*/ 90003 w 171450"/>
              <a:gd name="connsiteY12" fmla="*/ 102023 h 171450"/>
              <a:gd name="connsiteX13" fmla="*/ 79506 w 171450"/>
              <a:gd name="connsiteY13" fmla="*/ 102023 h 171450"/>
              <a:gd name="connsiteX14" fmla="*/ 79506 w 171450"/>
              <a:gd name="connsiteY14" fmla="*/ 96346 h 171450"/>
              <a:gd name="connsiteX15" fmla="*/ 93502 w 171450"/>
              <a:gd name="connsiteY15" fmla="*/ 96346 h 171450"/>
              <a:gd name="connsiteX16" fmla="*/ 93502 w 171450"/>
              <a:gd name="connsiteY16" fmla="*/ 84445 h 171450"/>
              <a:gd name="connsiteX17" fmla="*/ 30519 w 171450"/>
              <a:gd name="connsiteY17" fmla="*/ 84445 h 171450"/>
              <a:gd name="connsiteX18" fmla="*/ 30519 w 171450"/>
              <a:gd name="connsiteY18" fmla="*/ 132324 h 171450"/>
              <a:gd name="connsiteX19" fmla="*/ 41016 w 171450"/>
              <a:gd name="connsiteY19" fmla="*/ 132324 h 171450"/>
              <a:gd name="connsiteX20" fmla="*/ 41016 w 171450"/>
              <a:gd name="connsiteY20" fmla="*/ 116325 h 171450"/>
              <a:gd name="connsiteX21" fmla="*/ 51514 w 171450"/>
              <a:gd name="connsiteY21" fmla="*/ 132324 h 171450"/>
              <a:gd name="connsiteX22" fmla="*/ 65510 w 171450"/>
              <a:gd name="connsiteY22" fmla="*/ 132280 h 171450"/>
              <a:gd name="connsiteX23" fmla="*/ 55013 w 171450"/>
              <a:gd name="connsiteY23" fmla="*/ 114730 h 171450"/>
              <a:gd name="connsiteX24" fmla="*/ 61456 w 171450"/>
              <a:gd name="connsiteY24" fmla="*/ 109000 h 171450"/>
              <a:gd name="connsiteX25" fmla="*/ 63410 w 171450"/>
              <a:gd name="connsiteY25" fmla="*/ 100371 h 171450"/>
              <a:gd name="connsiteX26" fmla="*/ 62012 w 171450"/>
              <a:gd name="connsiteY26" fmla="*/ 92311 h 171450"/>
              <a:gd name="connsiteX27" fmla="*/ 56855 w 171450"/>
              <a:gd name="connsiteY27" fmla="*/ 86599 h 171450"/>
              <a:gd name="connsiteX28" fmla="*/ 48135 w 171450"/>
              <a:gd name="connsiteY28" fmla="*/ 84445 h 171450"/>
              <a:gd name="connsiteX29" fmla="*/ 146957 w 171450"/>
              <a:gd name="connsiteY29" fmla="*/ 83419 h 171450"/>
              <a:gd name="connsiteX30" fmla="*/ 135436 w 171450"/>
              <a:gd name="connsiteY30" fmla="*/ 87352 h 171450"/>
              <a:gd name="connsiteX31" fmla="*/ 131456 w 171450"/>
              <a:gd name="connsiteY31" fmla="*/ 97920 h 171450"/>
              <a:gd name="connsiteX32" fmla="*/ 133315 w 171450"/>
              <a:gd name="connsiteY32" fmla="*/ 105888 h 171450"/>
              <a:gd name="connsiteX33" fmla="*/ 138765 w 171450"/>
              <a:gd name="connsiteY33" fmla="*/ 111463 h 171450"/>
              <a:gd name="connsiteX34" fmla="*/ 147778 w 171450"/>
              <a:gd name="connsiteY34" fmla="*/ 116729 h 171450"/>
              <a:gd name="connsiteX35" fmla="*/ 149313 w 171450"/>
              <a:gd name="connsiteY35" fmla="*/ 117892 h 171450"/>
              <a:gd name="connsiteX36" fmla="*/ 149782 w 171450"/>
              <a:gd name="connsiteY36" fmla="*/ 119260 h 171450"/>
              <a:gd name="connsiteX37" fmla="*/ 148903 w 171450"/>
              <a:gd name="connsiteY37" fmla="*/ 120902 h 171450"/>
              <a:gd name="connsiteX38" fmla="*/ 146307 w 171450"/>
              <a:gd name="connsiteY38" fmla="*/ 121380 h 171450"/>
              <a:gd name="connsiteX39" fmla="*/ 140184 w 171450"/>
              <a:gd name="connsiteY39" fmla="*/ 119944 h 171450"/>
              <a:gd name="connsiteX40" fmla="*/ 133402 w 171450"/>
              <a:gd name="connsiteY40" fmla="*/ 115498 h 171450"/>
              <a:gd name="connsiteX41" fmla="*/ 128274 w 171450"/>
              <a:gd name="connsiteY41" fmla="*/ 127946 h 171450"/>
              <a:gd name="connsiteX42" fmla="*/ 145721 w 171450"/>
              <a:gd name="connsiteY42" fmla="*/ 133350 h 171450"/>
              <a:gd name="connsiteX43" fmla="*/ 157770 w 171450"/>
              <a:gd name="connsiteY43" fmla="*/ 129451 h 171450"/>
              <a:gd name="connsiteX44" fmla="*/ 161925 w 171450"/>
              <a:gd name="connsiteY44" fmla="*/ 118165 h 171450"/>
              <a:gd name="connsiteX45" fmla="*/ 159950 w 171450"/>
              <a:gd name="connsiteY45" fmla="*/ 109889 h 171450"/>
              <a:gd name="connsiteX46" fmla="*/ 154266 w 171450"/>
              <a:gd name="connsiteY46" fmla="*/ 104623 h 171450"/>
              <a:gd name="connsiteX47" fmla="*/ 145780 w 171450"/>
              <a:gd name="connsiteY47" fmla="*/ 99561 h 171450"/>
              <a:gd name="connsiteX48" fmla="*/ 144068 w 171450"/>
              <a:gd name="connsiteY48" fmla="*/ 98228 h 171450"/>
              <a:gd name="connsiteX49" fmla="*/ 143600 w 171450"/>
              <a:gd name="connsiteY49" fmla="*/ 96962 h 171450"/>
              <a:gd name="connsiteX50" fmla="*/ 144214 w 171450"/>
              <a:gd name="connsiteY50" fmla="*/ 95594 h 171450"/>
              <a:gd name="connsiteX51" fmla="*/ 146132 w 171450"/>
              <a:gd name="connsiteY51" fmla="*/ 95183 h 171450"/>
              <a:gd name="connsiteX52" fmla="*/ 151018 w 171450"/>
              <a:gd name="connsiteY52" fmla="*/ 96142 h 171450"/>
              <a:gd name="connsiteX53" fmla="*/ 156212 w 171450"/>
              <a:gd name="connsiteY53" fmla="*/ 99014 h 171450"/>
              <a:gd name="connsiteX54" fmla="*/ 161040 w 171450"/>
              <a:gd name="connsiteY54" fmla="*/ 87455 h 171450"/>
              <a:gd name="connsiteX55" fmla="*/ 146957 w 171450"/>
              <a:gd name="connsiteY55" fmla="*/ 83419 h 171450"/>
              <a:gd name="connsiteX56" fmla="*/ 113805 w 171450"/>
              <a:gd name="connsiteY56" fmla="*/ 83419 h 171450"/>
              <a:gd name="connsiteX57" fmla="*/ 102283 w 171450"/>
              <a:gd name="connsiteY57" fmla="*/ 87352 h 171450"/>
              <a:gd name="connsiteX58" fmla="*/ 98304 w 171450"/>
              <a:gd name="connsiteY58" fmla="*/ 97920 h 171450"/>
              <a:gd name="connsiteX59" fmla="*/ 100161 w 171450"/>
              <a:gd name="connsiteY59" fmla="*/ 105888 h 171450"/>
              <a:gd name="connsiteX60" fmla="*/ 105611 w 171450"/>
              <a:gd name="connsiteY60" fmla="*/ 111463 h 171450"/>
              <a:gd name="connsiteX61" fmla="*/ 114624 w 171450"/>
              <a:gd name="connsiteY61" fmla="*/ 116729 h 171450"/>
              <a:gd name="connsiteX62" fmla="*/ 116160 w 171450"/>
              <a:gd name="connsiteY62" fmla="*/ 117892 h 171450"/>
              <a:gd name="connsiteX63" fmla="*/ 116628 w 171450"/>
              <a:gd name="connsiteY63" fmla="*/ 119260 h 171450"/>
              <a:gd name="connsiteX64" fmla="*/ 115751 w 171450"/>
              <a:gd name="connsiteY64" fmla="*/ 120902 h 171450"/>
              <a:gd name="connsiteX65" fmla="*/ 113153 w 171450"/>
              <a:gd name="connsiteY65" fmla="*/ 121380 h 171450"/>
              <a:gd name="connsiteX66" fmla="*/ 107023 w 171450"/>
              <a:gd name="connsiteY66" fmla="*/ 119944 h 171450"/>
              <a:gd name="connsiteX67" fmla="*/ 100250 w 171450"/>
              <a:gd name="connsiteY67" fmla="*/ 115498 h 171450"/>
              <a:gd name="connsiteX68" fmla="*/ 95121 w 171450"/>
              <a:gd name="connsiteY68" fmla="*/ 127946 h 171450"/>
              <a:gd name="connsiteX69" fmla="*/ 112568 w 171450"/>
              <a:gd name="connsiteY69" fmla="*/ 133350 h 171450"/>
              <a:gd name="connsiteX70" fmla="*/ 124617 w 171450"/>
              <a:gd name="connsiteY70" fmla="*/ 129451 h 171450"/>
              <a:gd name="connsiteX71" fmla="*/ 128772 w 171450"/>
              <a:gd name="connsiteY71" fmla="*/ 118165 h 171450"/>
              <a:gd name="connsiteX72" fmla="*/ 126797 w 171450"/>
              <a:gd name="connsiteY72" fmla="*/ 109889 h 171450"/>
              <a:gd name="connsiteX73" fmla="*/ 121112 w 171450"/>
              <a:gd name="connsiteY73" fmla="*/ 104623 h 171450"/>
              <a:gd name="connsiteX74" fmla="*/ 112626 w 171450"/>
              <a:gd name="connsiteY74" fmla="*/ 99561 h 171450"/>
              <a:gd name="connsiteX75" fmla="*/ 110915 w 171450"/>
              <a:gd name="connsiteY75" fmla="*/ 98228 h 171450"/>
              <a:gd name="connsiteX76" fmla="*/ 110447 w 171450"/>
              <a:gd name="connsiteY76" fmla="*/ 96962 h 171450"/>
              <a:gd name="connsiteX77" fmla="*/ 111062 w 171450"/>
              <a:gd name="connsiteY77" fmla="*/ 95594 h 171450"/>
              <a:gd name="connsiteX78" fmla="*/ 112978 w 171450"/>
              <a:gd name="connsiteY78" fmla="*/ 95183 h 171450"/>
              <a:gd name="connsiteX79" fmla="*/ 117864 w 171450"/>
              <a:gd name="connsiteY79" fmla="*/ 96142 h 171450"/>
              <a:gd name="connsiteX80" fmla="*/ 123058 w 171450"/>
              <a:gd name="connsiteY80" fmla="*/ 99014 h 171450"/>
              <a:gd name="connsiteX81" fmla="*/ 127886 w 171450"/>
              <a:gd name="connsiteY81" fmla="*/ 87455 h 171450"/>
              <a:gd name="connsiteX82" fmla="*/ 113805 w 171450"/>
              <a:gd name="connsiteY82" fmla="*/ 83419 h 171450"/>
              <a:gd name="connsiteX83" fmla="*/ 93502 w 171450"/>
              <a:gd name="connsiteY83" fmla="*/ 40070 h 171450"/>
              <a:gd name="connsiteX84" fmla="*/ 97483 w 171450"/>
              <a:gd name="connsiteY84" fmla="*/ 40070 h 171450"/>
              <a:gd name="connsiteX85" fmla="*/ 101488 w 171450"/>
              <a:gd name="connsiteY85" fmla="*/ 41438 h 171450"/>
              <a:gd name="connsiteX86" fmla="*/ 102957 w 171450"/>
              <a:gd name="connsiteY86" fmla="*/ 45326 h 171450"/>
              <a:gd name="connsiteX87" fmla="*/ 101488 w 171450"/>
              <a:gd name="connsiteY87" fmla="*/ 49506 h 171450"/>
              <a:gd name="connsiteX88" fmla="*/ 97483 w 171450"/>
              <a:gd name="connsiteY88" fmla="*/ 50874 h 171450"/>
              <a:gd name="connsiteX89" fmla="*/ 93502 w 171450"/>
              <a:gd name="connsiteY89" fmla="*/ 50874 h 171450"/>
              <a:gd name="connsiteX90" fmla="*/ 37497 w 171450"/>
              <a:gd name="connsiteY90" fmla="*/ 29308 h 171450"/>
              <a:gd name="connsiteX91" fmla="*/ 51513 w 171450"/>
              <a:gd name="connsiteY91" fmla="*/ 50911 h 171450"/>
              <a:gd name="connsiteX92" fmla="*/ 37545 w 171450"/>
              <a:gd name="connsiteY92" fmla="*/ 73212 h 171450"/>
              <a:gd name="connsiteX93" fmla="*/ 37545 w 171450"/>
              <a:gd name="connsiteY93" fmla="*/ 64540 h 171450"/>
              <a:gd name="connsiteX94" fmla="*/ 20022 w 171450"/>
              <a:gd name="connsiteY94" fmla="*/ 64540 h 171450"/>
              <a:gd name="connsiteX95" fmla="*/ 20022 w 171450"/>
              <a:gd name="connsiteY95" fmla="*/ 57429 h 171450"/>
              <a:gd name="connsiteX96" fmla="*/ 34018 w 171450"/>
              <a:gd name="connsiteY96" fmla="*/ 57429 h 171450"/>
              <a:gd name="connsiteX97" fmla="*/ 34018 w 171450"/>
              <a:gd name="connsiteY97" fmla="*/ 46147 h 171450"/>
              <a:gd name="connsiteX98" fmla="*/ 20022 w 171450"/>
              <a:gd name="connsiteY98" fmla="*/ 46147 h 171450"/>
              <a:gd name="connsiteX99" fmla="*/ 20022 w 171450"/>
              <a:gd name="connsiteY99" fmla="*/ 40472 h 171450"/>
              <a:gd name="connsiteX100" fmla="*/ 37497 w 171450"/>
              <a:gd name="connsiteY100" fmla="*/ 40472 h 171450"/>
              <a:gd name="connsiteX101" fmla="*/ 85725 w 171450"/>
              <a:gd name="connsiteY101" fmla="*/ 0 h 171450"/>
              <a:gd name="connsiteX102" fmla="*/ 171450 w 171450"/>
              <a:gd name="connsiteY102" fmla="*/ 85725 h 171450"/>
              <a:gd name="connsiteX103" fmla="*/ 85725 w 171450"/>
              <a:gd name="connsiteY103" fmla="*/ 171450 h 171450"/>
              <a:gd name="connsiteX104" fmla="*/ 0 w 171450"/>
              <a:gd name="connsiteY104" fmla="*/ 85725 h 171450"/>
              <a:gd name="connsiteX105" fmla="*/ 9525 w 171450"/>
              <a:gd name="connsiteY105" fmla="*/ 41557 h 171450"/>
              <a:gd name="connsiteX106" fmla="*/ 9525 w 171450"/>
              <a:gd name="connsiteY106" fmla="*/ 76439 h 171450"/>
              <a:gd name="connsiteX107" fmla="*/ 49616 w 171450"/>
              <a:gd name="connsiteY107" fmla="*/ 76439 h 171450"/>
              <a:gd name="connsiteX108" fmla="*/ 58512 w 171450"/>
              <a:gd name="connsiteY108" fmla="*/ 60484 h 171450"/>
              <a:gd name="connsiteX109" fmla="*/ 68456 w 171450"/>
              <a:gd name="connsiteY109" fmla="*/ 76439 h 171450"/>
              <a:gd name="connsiteX110" fmla="*/ 93502 w 171450"/>
              <a:gd name="connsiteY110" fmla="*/ 76439 h 171450"/>
              <a:gd name="connsiteX111" fmla="*/ 93502 w 171450"/>
              <a:gd name="connsiteY111" fmla="*/ 62353 h 171450"/>
              <a:gd name="connsiteX112" fmla="*/ 97776 w 171450"/>
              <a:gd name="connsiteY112" fmla="*/ 62353 h 171450"/>
              <a:gd name="connsiteX113" fmla="*/ 110345 w 171450"/>
              <a:gd name="connsiteY113" fmla="*/ 57738 h 171450"/>
              <a:gd name="connsiteX114" fmla="*/ 114496 w 171450"/>
              <a:gd name="connsiteY114" fmla="*/ 45327 h 171450"/>
              <a:gd name="connsiteX115" fmla="*/ 110345 w 171450"/>
              <a:gd name="connsiteY115" fmla="*/ 33190 h 171450"/>
              <a:gd name="connsiteX116" fmla="*/ 97776 w 171450"/>
              <a:gd name="connsiteY116" fmla="*/ 28575 h 171450"/>
              <a:gd name="connsiteX117" fmla="*/ 81256 w 171450"/>
              <a:gd name="connsiteY117" fmla="*/ 28575 h 171450"/>
              <a:gd name="connsiteX118" fmla="*/ 81256 w 171450"/>
              <a:gd name="connsiteY118" fmla="*/ 74605 h 171450"/>
              <a:gd name="connsiteX119" fmla="*/ 65510 w 171450"/>
              <a:gd name="connsiteY119" fmla="*/ 50912 h 171450"/>
              <a:gd name="connsiteX120" fmla="*/ 81055 w 171450"/>
              <a:gd name="connsiteY120" fmla="*/ 28575 h 171450"/>
              <a:gd name="connsiteX121" fmla="*/ 66936 w 171450"/>
              <a:gd name="connsiteY121" fmla="*/ 28575 h 171450"/>
              <a:gd name="connsiteX122" fmla="*/ 58512 w 171450"/>
              <a:gd name="connsiteY122" fmla="*/ 40541 h 171450"/>
              <a:gd name="connsiteX123" fmla="*/ 51151 w 171450"/>
              <a:gd name="connsiteY123" fmla="*/ 28575 h 171450"/>
              <a:gd name="connsiteX124" fmla="*/ 17843 w 171450"/>
              <a:gd name="connsiteY124" fmla="*/ 28575 h 171450"/>
              <a:gd name="connsiteX125" fmla="*/ 85725 w 171450"/>
              <a:gd name="connsiteY125"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171450" h="171450">
                <a:moveTo>
                  <a:pt x="41016" y="95935"/>
                </a:moveTo>
                <a:lnTo>
                  <a:pt x="45226" y="95935"/>
                </a:lnTo>
                <a:cubicBezTo>
                  <a:pt x="48883" y="95935"/>
                  <a:pt x="51513" y="96993"/>
                  <a:pt x="51513" y="100370"/>
                </a:cubicBezTo>
                <a:cubicBezTo>
                  <a:pt x="51513" y="104670"/>
                  <a:pt x="49923" y="106195"/>
                  <a:pt x="46605" y="106195"/>
                </a:cubicBezTo>
                <a:lnTo>
                  <a:pt x="41016" y="106195"/>
                </a:lnTo>
                <a:close/>
                <a:moveTo>
                  <a:pt x="67609" y="84445"/>
                </a:moveTo>
                <a:lnTo>
                  <a:pt x="67609" y="132324"/>
                </a:lnTo>
                <a:lnTo>
                  <a:pt x="93502" y="132324"/>
                </a:lnTo>
                <a:lnTo>
                  <a:pt x="93502" y="120423"/>
                </a:lnTo>
                <a:lnTo>
                  <a:pt x="79506" y="120423"/>
                </a:lnTo>
                <a:lnTo>
                  <a:pt x="79506" y="113309"/>
                </a:lnTo>
                <a:lnTo>
                  <a:pt x="90003" y="113309"/>
                </a:lnTo>
                <a:lnTo>
                  <a:pt x="90003" y="102023"/>
                </a:lnTo>
                <a:lnTo>
                  <a:pt x="79506" y="102023"/>
                </a:lnTo>
                <a:lnTo>
                  <a:pt x="79506" y="96346"/>
                </a:lnTo>
                <a:lnTo>
                  <a:pt x="93502" y="96346"/>
                </a:lnTo>
                <a:lnTo>
                  <a:pt x="93502" y="84445"/>
                </a:lnTo>
                <a:close/>
                <a:moveTo>
                  <a:pt x="30519" y="84445"/>
                </a:moveTo>
                <a:lnTo>
                  <a:pt x="30519" y="132324"/>
                </a:lnTo>
                <a:lnTo>
                  <a:pt x="41016" y="132324"/>
                </a:lnTo>
                <a:lnTo>
                  <a:pt x="41016" y="116325"/>
                </a:lnTo>
                <a:lnTo>
                  <a:pt x="51514" y="132324"/>
                </a:lnTo>
                <a:lnTo>
                  <a:pt x="65510" y="132280"/>
                </a:lnTo>
                <a:lnTo>
                  <a:pt x="55013" y="114730"/>
                </a:lnTo>
                <a:cubicBezTo>
                  <a:pt x="57917" y="113593"/>
                  <a:pt x="59956" y="111548"/>
                  <a:pt x="61456" y="109000"/>
                </a:cubicBezTo>
                <a:cubicBezTo>
                  <a:pt x="62948" y="106444"/>
                  <a:pt x="63410" y="103705"/>
                  <a:pt x="63410" y="100371"/>
                </a:cubicBezTo>
                <a:cubicBezTo>
                  <a:pt x="63410" y="97498"/>
                  <a:pt x="63131" y="94679"/>
                  <a:pt x="62012" y="92311"/>
                </a:cubicBezTo>
                <a:cubicBezTo>
                  <a:pt x="60893" y="89943"/>
                  <a:pt x="59181" y="88036"/>
                  <a:pt x="56855" y="86599"/>
                </a:cubicBezTo>
                <a:cubicBezTo>
                  <a:pt x="54536" y="85163"/>
                  <a:pt x="51631" y="84445"/>
                  <a:pt x="48135" y="84445"/>
                </a:cubicBezTo>
                <a:close/>
                <a:moveTo>
                  <a:pt x="146957" y="83419"/>
                </a:moveTo>
                <a:cubicBezTo>
                  <a:pt x="141924" y="83419"/>
                  <a:pt x="138092" y="84727"/>
                  <a:pt x="135436" y="87352"/>
                </a:cubicBezTo>
                <a:cubicBezTo>
                  <a:pt x="132788" y="89977"/>
                  <a:pt x="131456" y="93499"/>
                  <a:pt x="131456" y="97920"/>
                </a:cubicBezTo>
                <a:cubicBezTo>
                  <a:pt x="131456" y="100929"/>
                  <a:pt x="132078" y="103588"/>
                  <a:pt x="133315" y="105888"/>
                </a:cubicBezTo>
                <a:cubicBezTo>
                  <a:pt x="134551" y="108196"/>
                  <a:pt x="136372" y="110052"/>
                  <a:pt x="138765" y="111463"/>
                </a:cubicBezTo>
                <a:lnTo>
                  <a:pt x="147778" y="116729"/>
                </a:lnTo>
                <a:cubicBezTo>
                  <a:pt x="148487" y="117139"/>
                  <a:pt x="148999" y="117524"/>
                  <a:pt x="149313" y="117892"/>
                </a:cubicBezTo>
                <a:cubicBezTo>
                  <a:pt x="149635" y="118260"/>
                  <a:pt x="149782" y="118713"/>
                  <a:pt x="149782" y="119260"/>
                </a:cubicBezTo>
                <a:cubicBezTo>
                  <a:pt x="149782" y="120029"/>
                  <a:pt x="149489" y="120586"/>
                  <a:pt x="148903" y="120902"/>
                </a:cubicBezTo>
                <a:cubicBezTo>
                  <a:pt x="148311" y="121218"/>
                  <a:pt x="147448" y="121380"/>
                  <a:pt x="146307" y="121380"/>
                </a:cubicBezTo>
                <a:cubicBezTo>
                  <a:pt x="144303" y="121380"/>
                  <a:pt x="142262" y="120902"/>
                  <a:pt x="140184" y="119944"/>
                </a:cubicBezTo>
                <a:cubicBezTo>
                  <a:pt x="138099" y="118986"/>
                  <a:pt x="135839" y="117507"/>
                  <a:pt x="133402" y="115498"/>
                </a:cubicBezTo>
                <a:lnTo>
                  <a:pt x="128274" y="127946"/>
                </a:lnTo>
                <a:cubicBezTo>
                  <a:pt x="133856" y="131555"/>
                  <a:pt x="139672" y="133350"/>
                  <a:pt x="145721" y="133350"/>
                </a:cubicBezTo>
                <a:cubicBezTo>
                  <a:pt x="150988" y="133350"/>
                  <a:pt x="155005" y="132051"/>
                  <a:pt x="157770" y="129451"/>
                </a:cubicBezTo>
                <a:cubicBezTo>
                  <a:pt x="160535" y="126852"/>
                  <a:pt x="161925" y="123091"/>
                  <a:pt x="161925" y="118165"/>
                </a:cubicBezTo>
                <a:cubicBezTo>
                  <a:pt x="161925" y="114703"/>
                  <a:pt x="161267" y="111942"/>
                  <a:pt x="159950" y="109889"/>
                </a:cubicBezTo>
                <a:cubicBezTo>
                  <a:pt x="158633" y="107837"/>
                  <a:pt x="156739" y="106085"/>
                  <a:pt x="154266" y="104623"/>
                </a:cubicBezTo>
                <a:lnTo>
                  <a:pt x="145780" y="99561"/>
                </a:lnTo>
                <a:cubicBezTo>
                  <a:pt x="144953" y="99056"/>
                  <a:pt x="144383" y="98621"/>
                  <a:pt x="144068" y="98228"/>
                </a:cubicBezTo>
                <a:cubicBezTo>
                  <a:pt x="143747" y="97843"/>
                  <a:pt x="143600" y="97415"/>
                  <a:pt x="143600" y="96962"/>
                </a:cubicBezTo>
                <a:cubicBezTo>
                  <a:pt x="143600" y="96321"/>
                  <a:pt x="143805" y="95867"/>
                  <a:pt x="144214" y="95594"/>
                </a:cubicBezTo>
                <a:cubicBezTo>
                  <a:pt x="144631" y="95320"/>
                  <a:pt x="145268" y="95183"/>
                  <a:pt x="146132" y="95183"/>
                </a:cubicBezTo>
                <a:cubicBezTo>
                  <a:pt x="147579" y="95183"/>
                  <a:pt x="149219" y="95500"/>
                  <a:pt x="151018" y="96142"/>
                </a:cubicBezTo>
                <a:cubicBezTo>
                  <a:pt x="152825" y="96791"/>
                  <a:pt x="154558" y="97740"/>
                  <a:pt x="156212" y="99014"/>
                </a:cubicBezTo>
                <a:lnTo>
                  <a:pt x="161040" y="87455"/>
                </a:lnTo>
                <a:cubicBezTo>
                  <a:pt x="156292" y="84761"/>
                  <a:pt x="151588" y="83419"/>
                  <a:pt x="146957" y="83419"/>
                </a:cubicBezTo>
                <a:close/>
                <a:moveTo>
                  <a:pt x="113805" y="83419"/>
                </a:moveTo>
                <a:cubicBezTo>
                  <a:pt x="108772" y="83419"/>
                  <a:pt x="104939" y="84727"/>
                  <a:pt x="102283" y="87352"/>
                </a:cubicBezTo>
                <a:cubicBezTo>
                  <a:pt x="99634" y="89977"/>
                  <a:pt x="98304" y="93499"/>
                  <a:pt x="98304" y="97920"/>
                </a:cubicBezTo>
                <a:cubicBezTo>
                  <a:pt x="98304" y="100929"/>
                  <a:pt x="98918" y="103588"/>
                  <a:pt x="100161" y="105888"/>
                </a:cubicBezTo>
                <a:cubicBezTo>
                  <a:pt x="101397" y="108196"/>
                  <a:pt x="103212" y="110052"/>
                  <a:pt x="105611" y="111463"/>
                </a:cubicBezTo>
                <a:lnTo>
                  <a:pt x="114624" y="116729"/>
                </a:lnTo>
                <a:cubicBezTo>
                  <a:pt x="115333" y="117139"/>
                  <a:pt x="115846" y="117524"/>
                  <a:pt x="116160" y="117892"/>
                </a:cubicBezTo>
                <a:cubicBezTo>
                  <a:pt x="116467" y="118260"/>
                  <a:pt x="116628" y="118713"/>
                  <a:pt x="116628" y="119260"/>
                </a:cubicBezTo>
                <a:cubicBezTo>
                  <a:pt x="116628" y="120029"/>
                  <a:pt x="116335" y="120586"/>
                  <a:pt x="115751" y="120902"/>
                </a:cubicBezTo>
                <a:cubicBezTo>
                  <a:pt x="115158" y="121218"/>
                  <a:pt x="114288" y="121380"/>
                  <a:pt x="113153" y="121380"/>
                </a:cubicBezTo>
                <a:cubicBezTo>
                  <a:pt x="111149" y="121380"/>
                  <a:pt x="109101" y="120902"/>
                  <a:pt x="107023" y="119944"/>
                </a:cubicBezTo>
                <a:cubicBezTo>
                  <a:pt x="104946" y="118986"/>
                  <a:pt x="102678" y="117507"/>
                  <a:pt x="100250" y="115498"/>
                </a:cubicBezTo>
                <a:lnTo>
                  <a:pt x="95121" y="127946"/>
                </a:lnTo>
                <a:cubicBezTo>
                  <a:pt x="100703" y="131555"/>
                  <a:pt x="106511" y="133350"/>
                  <a:pt x="112568" y="133350"/>
                </a:cubicBezTo>
                <a:cubicBezTo>
                  <a:pt x="117828" y="133350"/>
                  <a:pt x="121844" y="132051"/>
                  <a:pt x="124617" y="129451"/>
                </a:cubicBezTo>
                <a:cubicBezTo>
                  <a:pt x="127382" y="126852"/>
                  <a:pt x="128772" y="123091"/>
                  <a:pt x="128772" y="118165"/>
                </a:cubicBezTo>
                <a:cubicBezTo>
                  <a:pt x="128772" y="114703"/>
                  <a:pt x="128113" y="111942"/>
                  <a:pt x="126797" y="109889"/>
                </a:cubicBezTo>
                <a:cubicBezTo>
                  <a:pt x="125479" y="107837"/>
                  <a:pt x="123585" y="106085"/>
                  <a:pt x="121112" y="104623"/>
                </a:cubicBezTo>
                <a:lnTo>
                  <a:pt x="112626" y="99561"/>
                </a:lnTo>
                <a:cubicBezTo>
                  <a:pt x="111801" y="99056"/>
                  <a:pt x="111222" y="98621"/>
                  <a:pt x="110915" y="98228"/>
                </a:cubicBezTo>
                <a:cubicBezTo>
                  <a:pt x="110593" y="97843"/>
                  <a:pt x="110447" y="97415"/>
                  <a:pt x="110447" y="96962"/>
                </a:cubicBezTo>
                <a:cubicBezTo>
                  <a:pt x="110447" y="96321"/>
                  <a:pt x="110652" y="95867"/>
                  <a:pt x="111062" y="95594"/>
                </a:cubicBezTo>
                <a:cubicBezTo>
                  <a:pt x="111479" y="95320"/>
                  <a:pt x="112107" y="95183"/>
                  <a:pt x="112978" y="95183"/>
                </a:cubicBezTo>
                <a:cubicBezTo>
                  <a:pt x="114427" y="95183"/>
                  <a:pt x="116057" y="95500"/>
                  <a:pt x="117864" y="96142"/>
                </a:cubicBezTo>
                <a:cubicBezTo>
                  <a:pt x="119671" y="96791"/>
                  <a:pt x="121406" y="97740"/>
                  <a:pt x="123058" y="99014"/>
                </a:cubicBezTo>
                <a:lnTo>
                  <a:pt x="127886" y="87455"/>
                </a:lnTo>
                <a:cubicBezTo>
                  <a:pt x="123132" y="84761"/>
                  <a:pt x="118435" y="83419"/>
                  <a:pt x="113805" y="83419"/>
                </a:cubicBezTo>
                <a:close/>
                <a:moveTo>
                  <a:pt x="93502" y="40070"/>
                </a:moveTo>
                <a:lnTo>
                  <a:pt x="97483" y="40070"/>
                </a:lnTo>
                <a:cubicBezTo>
                  <a:pt x="99171" y="40070"/>
                  <a:pt x="100502" y="40523"/>
                  <a:pt x="101488" y="41438"/>
                </a:cubicBezTo>
                <a:cubicBezTo>
                  <a:pt x="102468" y="42352"/>
                  <a:pt x="102957" y="43549"/>
                  <a:pt x="102957" y="45326"/>
                </a:cubicBezTo>
                <a:cubicBezTo>
                  <a:pt x="102957" y="47104"/>
                  <a:pt x="102468" y="48591"/>
                  <a:pt x="101488" y="49506"/>
                </a:cubicBezTo>
                <a:cubicBezTo>
                  <a:pt x="100509" y="50421"/>
                  <a:pt x="99165" y="50874"/>
                  <a:pt x="97483" y="50874"/>
                </a:cubicBezTo>
                <a:lnTo>
                  <a:pt x="93502" y="50874"/>
                </a:lnTo>
                <a:close/>
                <a:moveTo>
                  <a:pt x="37497" y="29308"/>
                </a:moveTo>
                <a:lnTo>
                  <a:pt x="51513" y="50911"/>
                </a:lnTo>
                <a:lnTo>
                  <a:pt x="37545" y="73212"/>
                </a:lnTo>
                <a:lnTo>
                  <a:pt x="37545" y="64540"/>
                </a:lnTo>
                <a:lnTo>
                  <a:pt x="20022" y="64540"/>
                </a:lnTo>
                <a:lnTo>
                  <a:pt x="20022" y="57429"/>
                </a:lnTo>
                <a:lnTo>
                  <a:pt x="34018" y="57429"/>
                </a:lnTo>
                <a:lnTo>
                  <a:pt x="34018" y="46147"/>
                </a:lnTo>
                <a:lnTo>
                  <a:pt x="20022" y="46147"/>
                </a:lnTo>
                <a:lnTo>
                  <a:pt x="20022" y="40472"/>
                </a:lnTo>
                <a:lnTo>
                  <a:pt x="37497" y="40472"/>
                </a:lnTo>
                <a:close/>
                <a:moveTo>
                  <a:pt x="85725" y="0"/>
                </a:moveTo>
                <a:cubicBezTo>
                  <a:pt x="138915" y="0"/>
                  <a:pt x="171450" y="32535"/>
                  <a:pt x="171450" y="85725"/>
                </a:cubicBezTo>
                <a:cubicBezTo>
                  <a:pt x="171450" y="138915"/>
                  <a:pt x="138915" y="171450"/>
                  <a:pt x="85725" y="171450"/>
                </a:cubicBezTo>
                <a:cubicBezTo>
                  <a:pt x="32535" y="171450"/>
                  <a:pt x="0" y="138915"/>
                  <a:pt x="0" y="85725"/>
                </a:cubicBezTo>
                <a:cubicBezTo>
                  <a:pt x="0" y="68777"/>
                  <a:pt x="3303" y="53927"/>
                  <a:pt x="9525" y="41557"/>
                </a:cubicBezTo>
                <a:lnTo>
                  <a:pt x="9525" y="76439"/>
                </a:lnTo>
                <a:lnTo>
                  <a:pt x="49616" y="76439"/>
                </a:lnTo>
                <a:lnTo>
                  <a:pt x="58512" y="60484"/>
                </a:lnTo>
                <a:lnTo>
                  <a:pt x="68456" y="76439"/>
                </a:lnTo>
                <a:lnTo>
                  <a:pt x="93502" y="76439"/>
                </a:lnTo>
                <a:lnTo>
                  <a:pt x="93502" y="62353"/>
                </a:lnTo>
                <a:lnTo>
                  <a:pt x="97776" y="62353"/>
                </a:lnTo>
                <a:cubicBezTo>
                  <a:pt x="103388" y="62353"/>
                  <a:pt x="107576" y="60815"/>
                  <a:pt x="110345" y="57738"/>
                </a:cubicBezTo>
                <a:cubicBezTo>
                  <a:pt x="113108" y="54661"/>
                  <a:pt x="114496" y="50430"/>
                  <a:pt x="114496" y="45327"/>
                </a:cubicBezTo>
                <a:cubicBezTo>
                  <a:pt x="114496" y="40233"/>
                  <a:pt x="113115" y="36267"/>
                  <a:pt x="110345" y="33190"/>
                </a:cubicBezTo>
                <a:cubicBezTo>
                  <a:pt x="107576" y="30113"/>
                  <a:pt x="103388" y="28575"/>
                  <a:pt x="97776" y="28575"/>
                </a:cubicBezTo>
                <a:lnTo>
                  <a:pt x="81256" y="28575"/>
                </a:lnTo>
                <a:lnTo>
                  <a:pt x="81256" y="74605"/>
                </a:lnTo>
                <a:lnTo>
                  <a:pt x="65510" y="50912"/>
                </a:lnTo>
                <a:lnTo>
                  <a:pt x="81055" y="28575"/>
                </a:lnTo>
                <a:lnTo>
                  <a:pt x="66936" y="28575"/>
                </a:lnTo>
                <a:lnTo>
                  <a:pt x="58512" y="40541"/>
                </a:lnTo>
                <a:lnTo>
                  <a:pt x="51151" y="28575"/>
                </a:lnTo>
                <a:lnTo>
                  <a:pt x="17843" y="28575"/>
                </a:lnTo>
                <a:cubicBezTo>
                  <a:pt x="32586" y="10223"/>
                  <a:pt x="55911" y="0"/>
                  <a:pt x="85725" y="0"/>
                </a:cubicBezTo>
                <a:close/>
              </a:path>
            </a:pathLst>
          </a:custGeom>
          <a:solidFill>
            <a:srgbClr val="000000"/>
          </a:solidFill>
          <a:ln w="9525" cap="flat">
            <a:noFill/>
            <a:prstDash val="solid"/>
            <a:miter/>
          </a:ln>
        </p:spPr>
        <p:txBody>
          <a:bodyPr rtlCol="0" anchor="ctr"/>
          <a:lstStyle/>
          <a:p>
            <a:endParaRPr lang="ru-RU"/>
          </a:p>
        </p:txBody>
      </p:sp>
      <p:sp>
        <p:nvSpPr>
          <p:cNvPr id="1082" name="Рисунок 11">
            <a:extLst>
              <a:ext uri="{FF2B5EF4-FFF2-40B4-BE49-F238E27FC236}">
                <a16:creationId xmlns:a16="http://schemas.microsoft.com/office/drawing/2014/main" id="{03765EF9-A459-98EB-ACF2-C6C811607F49}"/>
              </a:ext>
            </a:extLst>
          </p:cNvPr>
          <p:cNvSpPr/>
          <p:nvPr/>
        </p:nvSpPr>
        <p:spPr>
          <a:xfrm>
            <a:off x="1915864" y="884917"/>
            <a:ext cx="171450" cy="152400"/>
          </a:xfrm>
          <a:custGeom>
            <a:avLst/>
            <a:gdLst>
              <a:gd name="connsiteX0" fmla="*/ 28575 w 171450"/>
              <a:gd name="connsiteY0" fmla="*/ 104775 h 152400"/>
              <a:gd name="connsiteX1" fmla="*/ 85725 w 171450"/>
              <a:gd name="connsiteY1" fmla="*/ 152400 h 152400"/>
              <a:gd name="connsiteX2" fmla="*/ 142875 w 171450"/>
              <a:gd name="connsiteY2" fmla="*/ 104775 h 152400"/>
              <a:gd name="connsiteX3" fmla="*/ 144797 w 171450"/>
              <a:gd name="connsiteY3" fmla="*/ 64172 h 152400"/>
              <a:gd name="connsiteX4" fmla="*/ 157392 w 171450"/>
              <a:gd name="connsiteY4" fmla="*/ 57912 h 152400"/>
              <a:gd name="connsiteX5" fmla="*/ 161872 w 171450"/>
              <a:gd name="connsiteY5" fmla="*/ 23813 h 152400"/>
              <a:gd name="connsiteX6" fmla="*/ 130517 w 171450"/>
              <a:gd name="connsiteY6" fmla="*/ 0 h 152400"/>
              <a:gd name="connsiteX7" fmla="*/ 108121 w 171450"/>
              <a:gd name="connsiteY7" fmla="*/ 9525 h 152400"/>
              <a:gd name="connsiteX8" fmla="*/ 85725 w 171450"/>
              <a:gd name="connsiteY8" fmla="*/ 19050 h 152400"/>
              <a:gd name="connsiteX9" fmla="*/ 63267 w 171450"/>
              <a:gd name="connsiteY9" fmla="*/ 9605 h 152400"/>
              <a:gd name="connsiteX10" fmla="*/ 40119 w 171450"/>
              <a:gd name="connsiteY10" fmla="*/ 0 h 152400"/>
              <a:gd name="connsiteX11" fmla="*/ 9578 w 171450"/>
              <a:gd name="connsiteY11" fmla="*/ 23813 h 152400"/>
              <a:gd name="connsiteX12" fmla="*/ 14058 w 171450"/>
              <a:gd name="connsiteY12" fmla="*/ 57912 h 152400"/>
              <a:gd name="connsiteX13" fmla="*/ 26624 w 171450"/>
              <a:gd name="connsiteY13" fmla="*/ 64346 h 152400"/>
              <a:gd name="connsiteX14" fmla="*/ 28575 w 171450"/>
              <a:gd name="connsiteY14" fmla="*/ 104775 h 152400"/>
              <a:gd name="connsiteX15" fmla="*/ 95250 w 171450"/>
              <a:gd name="connsiteY15" fmla="*/ 47625 h 152400"/>
              <a:gd name="connsiteX16" fmla="*/ 104775 w 171450"/>
              <a:gd name="connsiteY16" fmla="*/ 47625 h 152400"/>
              <a:gd name="connsiteX17" fmla="*/ 114300 w 171450"/>
              <a:gd name="connsiteY17" fmla="*/ 57150 h 152400"/>
              <a:gd name="connsiteX18" fmla="*/ 104775 w 171450"/>
              <a:gd name="connsiteY18" fmla="*/ 66675 h 152400"/>
              <a:gd name="connsiteX19" fmla="*/ 95250 w 171450"/>
              <a:gd name="connsiteY19" fmla="*/ 66675 h 152400"/>
              <a:gd name="connsiteX20" fmla="*/ 85725 w 171450"/>
              <a:gd name="connsiteY20" fmla="*/ 57150 h 152400"/>
              <a:gd name="connsiteX21" fmla="*/ 95250 w 171450"/>
              <a:gd name="connsiteY21" fmla="*/ 476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52400">
                <a:moveTo>
                  <a:pt x="28575" y="104775"/>
                </a:moveTo>
                <a:cubicBezTo>
                  <a:pt x="28575" y="142875"/>
                  <a:pt x="31974" y="152400"/>
                  <a:pt x="85725" y="152400"/>
                </a:cubicBezTo>
                <a:cubicBezTo>
                  <a:pt x="139476" y="152400"/>
                  <a:pt x="142875" y="142875"/>
                  <a:pt x="142875" y="104775"/>
                </a:cubicBezTo>
                <a:cubicBezTo>
                  <a:pt x="142875" y="75393"/>
                  <a:pt x="141582" y="67764"/>
                  <a:pt x="144797" y="64172"/>
                </a:cubicBezTo>
                <a:cubicBezTo>
                  <a:pt x="146794" y="61942"/>
                  <a:pt x="150529" y="61269"/>
                  <a:pt x="157392" y="57912"/>
                </a:cubicBezTo>
                <a:cubicBezTo>
                  <a:pt x="175310" y="49149"/>
                  <a:pt x="175310" y="47625"/>
                  <a:pt x="161872" y="23813"/>
                </a:cubicBezTo>
                <a:cubicBezTo>
                  <a:pt x="157392" y="15875"/>
                  <a:pt x="148434" y="0"/>
                  <a:pt x="130517" y="0"/>
                </a:cubicBezTo>
                <a:cubicBezTo>
                  <a:pt x="112600" y="0"/>
                  <a:pt x="110360" y="4763"/>
                  <a:pt x="108121" y="9525"/>
                </a:cubicBezTo>
                <a:cubicBezTo>
                  <a:pt x="105882" y="14288"/>
                  <a:pt x="103642" y="19050"/>
                  <a:pt x="85725" y="19050"/>
                </a:cubicBezTo>
                <a:cubicBezTo>
                  <a:pt x="67909" y="19050"/>
                  <a:pt x="65594" y="14341"/>
                  <a:pt x="63267" y="9605"/>
                </a:cubicBezTo>
                <a:cubicBezTo>
                  <a:pt x="60913" y="4816"/>
                  <a:pt x="58546" y="0"/>
                  <a:pt x="40119" y="0"/>
                </a:cubicBezTo>
                <a:cubicBezTo>
                  <a:pt x="23016" y="0"/>
                  <a:pt x="14058" y="15875"/>
                  <a:pt x="9578" y="23813"/>
                </a:cubicBezTo>
                <a:cubicBezTo>
                  <a:pt x="-3859" y="47625"/>
                  <a:pt x="-3859" y="49149"/>
                  <a:pt x="14058" y="57912"/>
                </a:cubicBezTo>
                <a:cubicBezTo>
                  <a:pt x="20888" y="61252"/>
                  <a:pt x="24621" y="62047"/>
                  <a:pt x="26624" y="64346"/>
                </a:cubicBezTo>
                <a:cubicBezTo>
                  <a:pt x="29877" y="68078"/>
                  <a:pt x="28575" y="75778"/>
                  <a:pt x="28575" y="104775"/>
                </a:cubicBezTo>
                <a:close/>
                <a:moveTo>
                  <a:pt x="95250" y="47625"/>
                </a:moveTo>
                <a:lnTo>
                  <a:pt x="104775" y="47625"/>
                </a:lnTo>
                <a:cubicBezTo>
                  <a:pt x="110036" y="47625"/>
                  <a:pt x="114300" y="51890"/>
                  <a:pt x="114300" y="57150"/>
                </a:cubicBezTo>
                <a:cubicBezTo>
                  <a:pt x="114300" y="62411"/>
                  <a:pt x="110036" y="66675"/>
                  <a:pt x="104775" y="66675"/>
                </a:cubicBezTo>
                <a:lnTo>
                  <a:pt x="95250" y="66675"/>
                </a:lnTo>
                <a:cubicBezTo>
                  <a:pt x="89989" y="66675"/>
                  <a:pt x="85725" y="62411"/>
                  <a:pt x="85725" y="57150"/>
                </a:cubicBezTo>
                <a:cubicBezTo>
                  <a:pt x="85725" y="51890"/>
                  <a:pt x="89989" y="47625"/>
                  <a:pt x="95250" y="47625"/>
                </a:cubicBezTo>
                <a:close/>
              </a:path>
            </a:pathLst>
          </a:custGeom>
          <a:solidFill>
            <a:srgbClr val="000000"/>
          </a:solidFill>
          <a:ln w="9525" cap="flat">
            <a:noFill/>
            <a:prstDash val="solid"/>
            <a:miter/>
          </a:ln>
        </p:spPr>
        <p:txBody>
          <a:bodyPr rtlCol="0" anchor="ctr"/>
          <a:lstStyle/>
          <a:p>
            <a:endParaRPr lang="ru-RU"/>
          </a:p>
        </p:txBody>
      </p:sp>
      <p:sp>
        <p:nvSpPr>
          <p:cNvPr id="1555" name="Полилиния: фигура 1554">
            <a:extLst>
              <a:ext uri="{FF2B5EF4-FFF2-40B4-BE49-F238E27FC236}">
                <a16:creationId xmlns:a16="http://schemas.microsoft.com/office/drawing/2014/main" id="{70B26BE3-1955-7B00-AA44-13FAD5E30E69}"/>
              </a:ext>
            </a:extLst>
          </p:cNvPr>
          <p:cNvSpPr/>
          <p:nvPr/>
        </p:nvSpPr>
        <p:spPr>
          <a:xfrm>
            <a:off x="1925390" y="1395077"/>
            <a:ext cx="152400" cy="180931"/>
          </a:xfrm>
          <a:custGeom>
            <a:avLst/>
            <a:gdLst>
              <a:gd name="connsiteX0" fmla="*/ 35467 w 152400"/>
              <a:gd name="connsiteY0" fmla="*/ 95709 h 180931"/>
              <a:gd name="connsiteX1" fmla="*/ 29078 w 152400"/>
              <a:gd name="connsiteY1" fmla="*/ 97839 h 180931"/>
              <a:gd name="connsiteX2" fmla="*/ 27769 w 152400"/>
              <a:gd name="connsiteY2" fmla="*/ 129230 h 180931"/>
              <a:gd name="connsiteX3" fmla="*/ 50258 w 152400"/>
              <a:gd name="connsiteY3" fmla="*/ 151853 h 180931"/>
              <a:gd name="connsiteX4" fmla="*/ 56647 w 152400"/>
              <a:gd name="connsiteY4" fmla="*/ 149724 h 180931"/>
              <a:gd name="connsiteX5" fmla="*/ 54517 w 152400"/>
              <a:gd name="connsiteY5" fmla="*/ 143334 h 180931"/>
              <a:gd name="connsiteX6" fmla="*/ 36524 w 152400"/>
              <a:gd name="connsiteY6" fmla="*/ 125477 h 180931"/>
              <a:gd name="connsiteX7" fmla="*/ 37597 w 152400"/>
              <a:gd name="connsiteY7" fmla="*/ 102099 h 180931"/>
              <a:gd name="connsiteX8" fmla="*/ 35467 w 152400"/>
              <a:gd name="connsiteY8" fmla="*/ 95709 h 180931"/>
              <a:gd name="connsiteX9" fmla="*/ 58615 w 152400"/>
              <a:gd name="connsiteY9" fmla="*/ 47581 h 180931"/>
              <a:gd name="connsiteX10" fmla="*/ 101356 w 152400"/>
              <a:gd name="connsiteY10" fmla="*/ 73834 h 180931"/>
              <a:gd name="connsiteX11" fmla="*/ 114300 w 152400"/>
              <a:gd name="connsiteY11" fmla="*/ 85681 h 180931"/>
              <a:gd name="connsiteX12" fmla="*/ 152400 w 152400"/>
              <a:gd name="connsiteY12" fmla="*/ 120317 h 180931"/>
              <a:gd name="connsiteX13" fmla="*/ 82062 w 152400"/>
              <a:gd name="connsiteY13" fmla="*/ 180931 h 180931"/>
              <a:gd name="connsiteX14" fmla="*/ 0 w 152400"/>
              <a:gd name="connsiteY14" fmla="*/ 109494 h 180931"/>
              <a:gd name="connsiteX15" fmla="*/ 58615 w 152400"/>
              <a:gd name="connsiteY15" fmla="*/ 47581 h 180931"/>
              <a:gd name="connsiteX16" fmla="*/ 75590 w 152400"/>
              <a:gd name="connsiteY16" fmla="*/ 8 h 180931"/>
              <a:gd name="connsiteX17" fmla="*/ 114299 w 152400"/>
              <a:gd name="connsiteY17" fmla="*/ 19007 h 180931"/>
              <a:gd name="connsiteX18" fmla="*/ 123734 w 152400"/>
              <a:gd name="connsiteY18" fmla="*/ 57063 h 180931"/>
              <a:gd name="connsiteX19" fmla="*/ 123778 w 152400"/>
              <a:gd name="connsiteY19" fmla="*/ 58989 h 180931"/>
              <a:gd name="connsiteX20" fmla="*/ 114248 w 152400"/>
              <a:gd name="connsiteY20" fmla="*/ 63332 h 180931"/>
              <a:gd name="connsiteX21" fmla="*/ 85703 w 152400"/>
              <a:gd name="connsiteY21" fmla="*/ 37870 h 180931"/>
              <a:gd name="connsiteX22" fmla="*/ 68141 w 152400"/>
              <a:gd name="connsiteY22" fmla="*/ 2187 h 180931"/>
              <a:gd name="connsiteX23" fmla="*/ 75590 w 152400"/>
              <a:gd name="connsiteY23" fmla="*/ 8 h 18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2400" h="180931">
                <a:moveTo>
                  <a:pt x="35467" y="95709"/>
                </a:moveTo>
                <a:cubicBezTo>
                  <a:pt x="33115" y="94533"/>
                  <a:pt x="30254" y="95486"/>
                  <a:pt x="29078" y="97839"/>
                </a:cubicBezTo>
                <a:cubicBezTo>
                  <a:pt x="23698" y="108599"/>
                  <a:pt x="23638" y="119589"/>
                  <a:pt x="27769" y="129230"/>
                </a:cubicBezTo>
                <a:cubicBezTo>
                  <a:pt x="31860" y="138775"/>
                  <a:pt x="39910" y="146679"/>
                  <a:pt x="50258" y="151853"/>
                </a:cubicBezTo>
                <a:cubicBezTo>
                  <a:pt x="52610" y="153030"/>
                  <a:pt x="55471" y="152076"/>
                  <a:pt x="56647" y="149724"/>
                </a:cubicBezTo>
                <a:cubicBezTo>
                  <a:pt x="57823" y="147371"/>
                  <a:pt x="56870" y="144511"/>
                  <a:pt x="54517" y="143334"/>
                </a:cubicBezTo>
                <a:cubicBezTo>
                  <a:pt x="45815" y="138983"/>
                  <a:pt x="39577" y="132602"/>
                  <a:pt x="36524" y="125477"/>
                </a:cubicBezTo>
                <a:cubicBezTo>
                  <a:pt x="33512" y="118449"/>
                  <a:pt x="33452" y="110389"/>
                  <a:pt x="37597" y="102099"/>
                </a:cubicBezTo>
                <a:cubicBezTo>
                  <a:pt x="38774" y="99746"/>
                  <a:pt x="37820" y="96886"/>
                  <a:pt x="35467" y="95709"/>
                </a:cubicBezTo>
                <a:close/>
                <a:moveTo>
                  <a:pt x="58615" y="47581"/>
                </a:moveTo>
                <a:cubicBezTo>
                  <a:pt x="84419" y="47581"/>
                  <a:pt x="94140" y="62650"/>
                  <a:pt x="101356" y="73834"/>
                </a:cubicBezTo>
                <a:cubicBezTo>
                  <a:pt x="105613" y="80434"/>
                  <a:pt x="108997" y="85681"/>
                  <a:pt x="114300" y="85681"/>
                </a:cubicBezTo>
                <a:cubicBezTo>
                  <a:pt x="128588" y="85681"/>
                  <a:pt x="152400" y="95206"/>
                  <a:pt x="152400" y="120317"/>
                </a:cubicBezTo>
                <a:cubicBezTo>
                  <a:pt x="152400" y="157119"/>
                  <a:pt x="121260" y="180931"/>
                  <a:pt x="82062" y="180931"/>
                </a:cubicBezTo>
                <a:cubicBezTo>
                  <a:pt x="42863" y="180931"/>
                  <a:pt x="0" y="161881"/>
                  <a:pt x="0" y="109494"/>
                </a:cubicBezTo>
                <a:cubicBezTo>
                  <a:pt x="0" y="77684"/>
                  <a:pt x="23446" y="47581"/>
                  <a:pt x="58615" y="47581"/>
                </a:cubicBezTo>
                <a:close/>
                <a:moveTo>
                  <a:pt x="75590" y="8"/>
                </a:moveTo>
                <a:cubicBezTo>
                  <a:pt x="86062" y="-252"/>
                  <a:pt x="103946" y="5454"/>
                  <a:pt x="114299" y="19007"/>
                </a:cubicBezTo>
                <a:cubicBezTo>
                  <a:pt x="122340" y="29533"/>
                  <a:pt x="123552" y="45962"/>
                  <a:pt x="123734" y="57063"/>
                </a:cubicBezTo>
                <a:cubicBezTo>
                  <a:pt x="123745" y="57727"/>
                  <a:pt x="123761" y="58371"/>
                  <a:pt x="123778" y="58989"/>
                </a:cubicBezTo>
                <a:cubicBezTo>
                  <a:pt x="123963" y="66019"/>
                  <a:pt x="124060" y="69735"/>
                  <a:pt x="114248" y="63332"/>
                </a:cubicBezTo>
                <a:cubicBezTo>
                  <a:pt x="105470" y="57605"/>
                  <a:pt x="92761" y="45703"/>
                  <a:pt x="85703" y="37870"/>
                </a:cubicBezTo>
                <a:cubicBezTo>
                  <a:pt x="72058" y="22727"/>
                  <a:pt x="62979" y="7558"/>
                  <a:pt x="68141" y="2187"/>
                </a:cubicBezTo>
                <a:cubicBezTo>
                  <a:pt x="69432" y="844"/>
                  <a:pt x="72099" y="95"/>
                  <a:pt x="75590" y="8"/>
                </a:cubicBezTo>
                <a:close/>
              </a:path>
            </a:pathLst>
          </a:custGeom>
          <a:solidFill>
            <a:srgbClr val="000000"/>
          </a:solidFill>
          <a:ln w="9525" cap="flat">
            <a:noFill/>
            <a:prstDash val="solid"/>
            <a:miter/>
          </a:ln>
        </p:spPr>
        <p:txBody>
          <a:bodyPr rtlCol="0" anchor="ctr"/>
          <a:lstStyle/>
          <a:p>
            <a:endParaRPr lang="ru-RU"/>
          </a:p>
        </p:txBody>
      </p:sp>
      <p:sp>
        <p:nvSpPr>
          <p:cNvPr id="1564" name="Полилиния: фигура 1563">
            <a:extLst>
              <a:ext uri="{FF2B5EF4-FFF2-40B4-BE49-F238E27FC236}">
                <a16:creationId xmlns:a16="http://schemas.microsoft.com/office/drawing/2014/main" id="{F1656511-715F-F066-5845-21EC398462E3}"/>
              </a:ext>
            </a:extLst>
          </p:cNvPr>
          <p:cNvSpPr/>
          <p:nvPr/>
        </p:nvSpPr>
        <p:spPr>
          <a:xfrm>
            <a:off x="1906340" y="1952775"/>
            <a:ext cx="190499" cy="142873"/>
          </a:xfrm>
          <a:custGeom>
            <a:avLst/>
            <a:gdLst>
              <a:gd name="connsiteX0" fmla="*/ 176212 w 190499"/>
              <a:gd name="connsiteY0" fmla="*/ 19050 h 142873"/>
              <a:gd name="connsiteX1" fmla="*/ 185256 w 190499"/>
              <a:gd name="connsiteY1" fmla="*/ 20361 h 142873"/>
              <a:gd name="connsiteX2" fmla="*/ 190499 w 190499"/>
              <a:gd name="connsiteY2" fmla="*/ 76200 h 142873"/>
              <a:gd name="connsiteX3" fmla="*/ 185256 w 190499"/>
              <a:gd name="connsiteY3" fmla="*/ 132039 h 142873"/>
              <a:gd name="connsiteX4" fmla="*/ 176212 w 190499"/>
              <a:gd name="connsiteY4" fmla="*/ 133350 h 142873"/>
              <a:gd name="connsiteX5" fmla="*/ 167167 w 190499"/>
              <a:gd name="connsiteY5" fmla="*/ 132039 h 142873"/>
              <a:gd name="connsiteX6" fmla="*/ 162050 w 190499"/>
              <a:gd name="connsiteY6" fmla="*/ 104775 h 142873"/>
              <a:gd name="connsiteX7" fmla="*/ 161924 w 190499"/>
              <a:gd name="connsiteY7" fmla="*/ 104775 h 142873"/>
              <a:gd name="connsiteX8" fmla="*/ 124614 w 190499"/>
              <a:gd name="connsiteY8" fmla="*/ 84641 h 142873"/>
              <a:gd name="connsiteX9" fmla="*/ 123824 w 190499"/>
              <a:gd name="connsiteY9" fmla="*/ 83528 h 142873"/>
              <a:gd name="connsiteX10" fmla="*/ 120773 w 190499"/>
              <a:gd name="connsiteY10" fmla="*/ 79174 h 142873"/>
              <a:gd name="connsiteX11" fmla="*/ 104774 w 190499"/>
              <a:gd name="connsiteY11" fmla="*/ 70118 h 142873"/>
              <a:gd name="connsiteX12" fmla="*/ 76199 w 190499"/>
              <a:gd name="connsiteY12" fmla="*/ 76200 h 142873"/>
              <a:gd name="connsiteX13" fmla="*/ 57149 w 190499"/>
              <a:gd name="connsiteY13" fmla="*/ 66676 h 142873"/>
              <a:gd name="connsiteX14" fmla="*/ 67811 w 190499"/>
              <a:gd name="connsiteY14" fmla="*/ 55595 h 142873"/>
              <a:gd name="connsiteX15" fmla="*/ 76199 w 190499"/>
              <a:gd name="connsiteY15" fmla="*/ 47625 h 142873"/>
              <a:gd name="connsiteX16" fmla="*/ 114299 w 190499"/>
              <a:gd name="connsiteY16" fmla="*/ 28575 h 142873"/>
              <a:gd name="connsiteX17" fmla="*/ 162487 w 190499"/>
              <a:gd name="connsiteY17" fmla="*/ 35459 h 142873"/>
              <a:gd name="connsiteX18" fmla="*/ 167167 w 190499"/>
              <a:gd name="connsiteY18" fmla="*/ 20361 h 142873"/>
              <a:gd name="connsiteX19" fmla="*/ 176212 w 190499"/>
              <a:gd name="connsiteY19" fmla="*/ 19050 h 142873"/>
              <a:gd name="connsiteX20" fmla="*/ 14288 w 190499"/>
              <a:gd name="connsiteY20" fmla="*/ 19050 h 142873"/>
              <a:gd name="connsiteX21" fmla="*/ 23333 w 190499"/>
              <a:gd name="connsiteY21" fmla="*/ 20361 h 142873"/>
              <a:gd name="connsiteX22" fmla="*/ 28575 w 190499"/>
              <a:gd name="connsiteY22" fmla="*/ 76200 h 142873"/>
              <a:gd name="connsiteX23" fmla="*/ 23333 w 190499"/>
              <a:gd name="connsiteY23" fmla="*/ 132039 h 142873"/>
              <a:gd name="connsiteX24" fmla="*/ 14288 w 190499"/>
              <a:gd name="connsiteY24" fmla="*/ 133350 h 142873"/>
              <a:gd name="connsiteX25" fmla="*/ 5242 w 190499"/>
              <a:gd name="connsiteY25" fmla="*/ 132039 h 142873"/>
              <a:gd name="connsiteX26" fmla="*/ 0 w 190499"/>
              <a:gd name="connsiteY26" fmla="*/ 76200 h 142873"/>
              <a:gd name="connsiteX27" fmla="*/ 5242 w 190499"/>
              <a:gd name="connsiteY27" fmla="*/ 20361 h 142873"/>
              <a:gd name="connsiteX28" fmla="*/ 14288 w 190499"/>
              <a:gd name="connsiteY28" fmla="*/ 19050 h 142873"/>
              <a:gd name="connsiteX29" fmla="*/ 113057 w 190499"/>
              <a:gd name="connsiteY29" fmla="*/ 62 h 142873"/>
              <a:gd name="connsiteX30" fmla="*/ 139895 w 190499"/>
              <a:gd name="connsiteY30" fmla="*/ 13463 h 142873"/>
              <a:gd name="connsiteX31" fmla="*/ 133350 w 190499"/>
              <a:gd name="connsiteY31" fmla="*/ 21603 h 142873"/>
              <a:gd name="connsiteX32" fmla="*/ 125995 w 190499"/>
              <a:gd name="connsiteY32" fmla="*/ 20585 h 142873"/>
              <a:gd name="connsiteX33" fmla="*/ 115646 w 190499"/>
              <a:gd name="connsiteY33" fmla="*/ 19144 h 142873"/>
              <a:gd name="connsiteX34" fmla="*/ 90824 w 190499"/>
              <a:gd name="connsiteY34" fmla="*/ 22867 h 142873"/>
              <a:gd name="connsiteX35" fmla="*/ 69464 w 190499"/>
              <a:gd name="connsiteY35" fmla="*/ 40888 h 142873"/>
              <a:gd name="connsiteX36" fmla="*/ 59939 w 190499"/>
              <a:gd name="connsiteY36" fmla="*/ 50414 h 142873"/>
              <a:gd name="connsiteX37" fmla="*/ 56833 w 190499"/>
              <a:gd name="connsiteY37" fmla="*/ 53100 h 142873"/>
              <a:gd name="connsiteX38" fmla="*/ 54456 w 190499"/>
              <a:gd name="connsiteY38" fmla="*/ 55046 h 142873"/>
              <a:gd name="connsiteX39" fmla="*/ 50920 w 190499"/>
              <a:gd name="connsiteY39" fmla="*/ 58467 h 142873"/>
              <a:gd name="connsiteX40" fmla="*/ 47653 w 190499"/>
              <a:gd name="connsiteY40" fmla="*/ 65936 h 142873"/>
              <a:gd name="connsiteX41" fmla="*/ 52901 w 190499"/>
              <a:gd name="connsiteY41" fmla="*/ 78194 h 142873"/>
              <a:gd name="connsiteX42" fmla="*/ 61379 w 190499"/>
              <a:gd name="connsiteY42" fmla="*/ 82963 h 142873"/>
              <a:gd name="connsiteX43" fmla="*/ 76200 w 190499"/>
              <a:gd name="connsiteY43" fmla="*/ 85724 h 142873"/>
              <a:gd name="connsiteX44" fmla="*/ 103263 w 190499"/>
              <a:gd name="connsiteY44" fmla="*/ 80459 h 142873"/>
              <a:gd name="connsiteX45" fmla="*/ 106229 w 190499"/>
              <a:gd name="connsiteY45" fmla="*/ 79582 h 142873"/>
              <a:gd name="connsiteX46" fmla="*/ 110374 w 190499"/>
              <a:gd name="connsiteY46" fmla="*/ 80943 h 142873"/>
              <a:gd name="connsiteX47" fmla="*/ 114542 w 190499"/>
              <a:gd name="connsiteY47" fmla="*/ 86856 h 142873"/>
              <a:gd name="connsiteX48" fmla="*/ 116987 w 190499"/>
              <a:gd name="connsiteY48" fmla="*/ 90354 h 142873"/>
              <a:gd name="connsiteX49" fmla="*/ 131614 w 190499"/>
              <a:gd name="connsiteY49" fmla="*/ 106355 h 142873"/>
              <a:gd name="connsiteX50" fmla="*/ 146232 w 190499"/>
              <a:gd name="connsiteY50" fmla="*/ 112701 h 142873"/>
              <a:gd name="connsiteX51" fmla="*/ 153020 w 190499"/>
              <a:gd name="connsiteY51" fmla="*/ 119953 h 142873"/>
              <a:gd name="connsiteX52" fmla="*/ 153027 w 190499"/>
              <a:gd name="connsiteY52" fmla="*/ 120009 h 142873"/>
              <a:gd name="connsiteX53" fmla="*/ 148256 w 190499"/>
              <a:gd name="connsiteY53" fmla="*/ 129539 h 142873"/>
              <a:gd name="connsiteX54" fmla="*/ 85725 w 190499"/>
              <a:gd name="connsiteY54" fmla="*/ 138434 h 142873"/>
              <a:gd name="connsiteX55" fmla="*/ 78451 w 190499"/>
              <a:gd name="connsiteY55" fmla="*/ 133622 h 142873"/>
              <a:gd name="connsiteX56" fmla="*/ 57150 w 190499"/>
              <a:gd name="connsiteY56" fmla="*/ 124129 h 142873"/>
              <a:gd name="connsiteX57" fmla="*/ 38100 w 190499"/>
              <a:gd name="connsiteY57" fmla="*/ 105055 h 142873"/>
              <a:gd name="connsiteX58" fmla="*/ 38100 w 190499"/>
              <a:gd name="connsiteY58" fmla="*/ 47834 h 142873"/>
              <a:gd name="connsiteX59" fmla="*/ 53975 w 190499"/>
              <a:gd name="connsiteY59" fmla="*/ 19222 h 142873"/>
              <a:gd name="connsiteX60" fmla="*/ 66675 w 190499"/>
              <a:gd name="connsiteY60" fmla="*/ 11593 h 142873"/>
              <a:gd name="connsiteX61" fmla="*/ 72421 w 190499"/>
              <a:gd name="connsiteY61" fmla="*/ 8094 h 142873"/>
              <a:gd name="connsiteX62" fmla="*/ 104775 w 190499"/>
              <a:gd name="connsiteY62" fmla="*/ 149 h 142873"/>
              <a:gd name="connsiteX63" fmla="*/ 113057 w 190499"/>
              <a:gd name="connsiteY63" fmla="*/ 62 h 14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90499" h="142873">
                <a:moveTo>
                  <a:pt x="176212" y="19050"/>
                </a:moveTo>
                <a:cubicBezTo>
                  <a:pt x="180271" y="19050"/>
                  <a:pt x="183176" y="19050"/>
                  <a:pt x="185256" y="20361"/>
                </a:cubicBezTo>
                <a:cubicBezTo>
                  <a:pt x="190499" y="23663"/>
                  <a:pt x="190499" y="35287"/>
                  <a:pt x="190499" y="76200"/>
                </a:cubicBezTo>
                <a:cubicBezTo>
                  <a:pt x="190499" y="117114"/>
                  <a:pt x="190499" y="128737"/>
                  <a:pt x="185256" y="132039"/>
                </a:cubicBezTo>
                <a:cubicBezTo>
                  <a:pt x="183176" y="133350"/>
                  <a:pt x="180271" y="133350"/>
                  <a:pt x="176212" y="133350"/>
                </a:cubicBezTo>
                <a:cubicBezTo>
                  <a:pt x="172152" y="133350"/>
                  <a:pt x="169247" y="133350"/>
                  <a:pt x="167167" y="132039"/>
                </a:cubicBezTo>
                <a:cubicBezTo>
                  <a:pt x="163435" y="129689"/>
                  <a:pt x="162359" y="123122"/>
                  <a:pt x="162050" y="104775"/>
                </a:cubicBezTo>
                <a:lnTo>
                  <a:pt x="161924" y="104775"/>
                </a:lnTo>
                <a:cubicBezTo>
                  <a:pt x="138871" y="104775"/>
                  <a:pt x="132549" y="95848"/>
                  <a:pt x="124614" y="84641"/>
                </a:cubicBezTo>
                <a:lnTo>
                  <a:pt x="123824" y="83528"/>
                </a:lnTo>
                <a:cubicBezTo>
                  <a:pt x="122690" y="81931"/>
                  <a:pt x="121683" y="80482"/>
                  <a:pt x="120773" y="79174"/>
                </a:cubicBezTo>
                <a:cubicBezTo>
                  <a:pt x="114046" y="69498"/>
                  <a:pt x="112664" y="67510"/>
                  <a:pt x="104774" y="70118"/>
                </a:cubicBezTo>
                <a:cubicBezTo>
                  <a:pt x="95819" y="73079"/>
                  <a:pt x="84213" y="76200"/>
                  <a:pt x="76199" y="76200"/>
                </a:cubicBezTo>
                <a:cubicBezTo>
                  <a:pt x="71256" y="76200"/>
                  <a:pt x="57150" y="76200"/>
                  <a:pt x="57149" y="66676"/>
                </a:cubicBezTo>
                <a:cubicBezTo>
                  <a:pt x="57149" y="65506"/>
                  <a:pt x="62282" y="60734"/>
                  <a:pt x="67811" y="55595"/>
                </a:cubicBezTo>
                <a:cubicBezTo>
                  <a:pt x="70729" y="52883"/>
                  <a:pt x="73757" y="50067"/>
                  <a:pt x="76199" y="47625"/>
                </a:cubicBezTo>
                <a:cubicBezTo>
                  <a:pt x="83268" y="40556"/>
                  <a:pt x="100756" y="26641"/>
                  <a:pt x="114299" y="28575"/>
                </a:cubicBezTo>
                <a:lnTo>
                  <a:pt x="162487" y="35459"/>
                </a:lnTo>
                <a:cubicBezTo>
                  <a:pt x="163108" y="26117"/>
                  <a:pt x="164416" y="22093"/>
                  <a:pt x="167167" y="20361"/>
                </a:cubicBezTo>
                <a:cubicBezTo>
                  <a:pt x="169247" y="19050"/>
                  <a:pt x="172152" y="19050"/>
                  <a:pt x="176212" y="19050"/>
                </a:cubicBezTo>
                <a:close/>
                <a:moveTo>
                  <a:pt x="14288" y="19050"/>
                </a:moveTo>
                <a:cubicBezTo>
                  <a:pt x="18347" y="19050"/>
                  <a:pt x="21253" y="19050"/>
                  <a:pt x="23333" y="20361"/>
                </a:cubicBezTo>
                <a:cubicBezTo>
                  <a:pt x="28575" y="23663"/>
                  <a:pt x="28575" y="35287"/>
                  <a:pt x="28575" y="76200"/>
                </a:cubicBezTo>
                <a:cubicBezTo>
                  <a:pt x="28575" y="117114"/>
                  <a:pt x="28575" y="128737"/>
                  <a:pt x="23333" y="132039"/>
                </a:cubicBezTo>
                <a:cubicBezTo>
                  <a:pt x="21253" y="133350"/>
                  <a:pt x="18347" y="133350"/>
                  <a:pt x="14288" y="133350"/>
                </a:cubicBezTo>
                <a:cubicBezTo>
                  <a:pt x="10228" y="133350"/>
                  <a:pt x="7322" y="133350"/>
                  <a:pt x="5242" y="132039"/>
                </a:cubicBezTo>
                <a:cubicBezTo>
                  <a:pt x="0" y="128737"/>
                  <a:pt x="0" y="117114"/>
                  <a:pt x="0" y="76200"/>
                </a:cubicBezTo>
                <a:cubicBezTo>
                  <a:pt x="0" y="35287"/>
                  <a:pt x="0" y="23663"/>
                  <a:pt x="5242" y="20361"/>
                </a:cubicBezTo>
                <a:cubicBezTo>
                  <a:pt x="7322" y="19050"/>
                  <a:pt x="10228" y="19050"/>
                  <a:pt x="14288" y="19050"/>
                </a:cubicBezTo>
                <a:close/>
                <a:moveTo>
                  <a:pt x="113057" y="62"/>
                </a:moveTo>
                <a:cubicBezTo>
                  <a:pt x="128832" y="-202"/>
                  <a:pt x="132434" y="-262"/>
                  <a:pt x="139895" y="13463"/>
                </a:cubicBezTo>
                <a:cubicBezTo>
                  <a:pt x="144320" y="21603"/>
                  <a:pt x="145181" y="23259"/>
                  <a:pt x="133350" y="21603"/>
                </a:cubicBezTo>
                <a:cubicBezTo>
                  <a:pt x="130889" y="21258"/>
                  <a:pt x="128435" y="20921"/>
                  <a:pt x="125995" y="20585"/>
                </a:cubicBezTo>
                <a:cubicBezTo>
                  <a:pt x="122509" y="20106"/>
                  <a:pt x="119051" y="19631"/>
                  <a:pt x="115646" y="19144"/>
                </a:cubicBezTo>
                <a:cubicBezTo>
                  <a:pt x="106332" y="17815"/>
                  <a:pt x="98629" y="18602"/>
                  <a:pt x="90824" y="22867"/>
                </a:cubicBezTo>
                <a:cubicBezTo>
                  <a:pt x="83843" y="26680"/>
                  <a:pt x="77266" y="33087"/>
                  <a:pt x="69464" y="40888"/>
                </a:cubicBezTo>
                <a:lnTo>
                  <a:pt x="59939" y="50414"/>
                </a:lnTo>
                <a:cubicBezTo>
                  <a:pt x="58983" y="51369"/>
                  <a:pt x="58048" y="52122"/>
                  <a:pt x="56833" y="53100"/>
                </a:cubicBezTo>
                <a:cubicBezTo>
                  <a:pt x="56148" y="53651"/>
                  <a:pt x="55373" y="54274"/>
                  <a:pt x="54456" y="55046"/>
                </a:cubicBezTo>
                <a:cubicBezTo>
                  <a:pt x="53429" y="55910"/>
                  <a:pt x="52078" y="57096"/>
                  <a:pt x="50920" y="58467"/>
                </a:cubicBezTo>
                <a:cubicBezTo>
                  <a:pt x="49923" y="59647"/>
                  <a:pt x="47940" y="62249"/>
                  <a:pt x="47653" y="65936"/>
                </a:cubicBezTo>
                <a:cubicBezTo>
                  <a:pt x="47214" y="71583"/>
                  <a:pt x="50114" y="75731"/>
                  <a:pt x="52901" y="78194"/>
                </a:cubicBezTo>
                <a:cubicBezTo>
                  <a:pt x="55553" y="80536"/>
                  <a:pt x="58750" y="82011"/>
                  <a:pt x="61379" y="82963"/>
                </a:cubicBezTo>
                <a:cubicBezTo>
                  <a:pt x="66651" y="84872"/>
                  <a:pt x="72646" y="85724"/>
                  <a:pt x="76200" y="85724"/>
                </a:cubicBezTo>
                <a:cubicBezTo>
                  <a:pt x="85526" y="85724"/>
                  <a:pt x="94417" y="83085"/>
                  <a:pt x="103263" y="80459"/>
                </a:cubicBezTo>
                <a:cubicBezTo>
                  <a:pt x="104253" y="80165"/>
                  <a:pt x="105242" y="79872"/>
                  <a:pt x="106229" y="79582"/>
                </a:cubicBezTo>
                <a:cubicBezTo>
                  <a:pt x="107830" y="79114"/>
                  <a:pt x="109093" y="79174"/>
                  <a:pt x="110374" y="80943"/>
                </a:cubicBezTo>
                <a:cubicBezTo>
                  <a:pt x="111787" y="82896"/>
                  <a:pt x="113165" y="84875"/>
                  <a:pt x="114542" y="86856"/>
                </a:cubicBezTo>
                <a:cubicBezTo>
                  <a:pt x="115354" y="88023"/>
                  <a:pt x="116167" y="89191"/>
                  <a:pt x="116987" y="90354"/>
                </a:cubicBezTo>
                <a:cubicBezTo>
                  <a:pt x="120650" y="95547"/>
                  <a:pt x="125031" y="101757"/>
                  <a:pt x="131614" y="106355"/>
                </a:cubicBezTo>
                <a:cubicBezTo>
                  <a:pt x="135787" y="109271"/>
                  <a:pt x="140563" y="111388"/>
                  <a:pt x="146232" y="112701"/>
                </a:cubicBezTo>
                <a:cubicBezTo>
                  <a:pt x="152380" y="114125"/>
                  <a:pt x="152400" y="114309"/>
                  <a:pt x="153020" y="119953"/>
                </a:cubicBezTo>
                <a:lnTo>
                  <a:pt x="153027" y="120009"/>
                </a:lnTo>
                <a:cubicBezTo>
                  <a:pt x="153738" y="126483"/>
                  <a:pt x="152400" y="127604"/>
                  <a:pt x="148256" y="129539"/>
                </a:cubicBezTo>
                <a:cubicBezTo>
                  <a:pt x="126596" y="139656"/>
                  <a:pt x="102978" y="148511"/>
                  <a:pt x="85725" y="138434"/>
                </a:cubicBezTo>
                <a:cubicBezTo>
                  <a:pt x="83329" y="137034"/>
                  <a:pt x="80911" y="135344"/>
                  <a:pt x="78451" y="133622"/>
                </a:cubicBezTo>
                <a:cubicBezTo>
                  <a:pt x="71824" y="128987"/>
                  <a:pt x="64879" y="124129"/>
                  <a:pt x="57150" y="124129"/>
                </a:cubicBezTo>
                <a:cubicBezTo>
                  <a:pt x="38100" y="124129"/>
                  <a:pt x="38100" y="119361"/>
                  <a:pt x="38100" y="105055"/>
                </a:cubicBezTo>
                <a:lnTo>
                  <a:pt x="38100" y="47834"/>
                </a:lnTo>
                <a:cubicBezTo>
                  <a:pt x="38100" y="28760"/>
                  <a:pt x="46037" y="23991"/>
                  <a:pt x="53975" y="19222"/>
                </a:cubicBezTo>
                <a:lnTo>
                  <a:pt x="66675" y="11593"/>
                </a:lnTo>
                <a:cubicBezTo>
                  <a:pt x="68856" y="10283"/>
                  <a:pt x="70746" y="9122"/>
                  <a:pt x="72421" y="8094"/>
                </a:cubicBezTo>
                <a:cubicBezTo>
                  <a:pt x="84911" y="427"/>
                  <a:pt x="85364" y="149"/>
                  <a:pt x="104775" y="149"/>
                </a:cubicBezTo>
                <a:cubicBezTo>
                  <a:pt x="107869" y="149"/>
                  <a:pt x="110609" y="103"/>
                  <a:pt x="113057" y="62"/>
                </a:cubicBezTo>
                <a:close/>
              </a:path>
            </a:pathLst>
          </a:custGeom>
          <a:solidFill>
            <a:srgbClr val="000000"/>
          </a:solidFill>
          <a:ln w="9525" cap="flat">
            <a:noFill/>
            <a:prstDash val="solid"/>
            <a:miter/>
          </a:ln>
        </p:spPr>
        <p:txBody>
          <a:bodyPr rtlCol="0" anchor="ctr"/>
          <a:lstStyle/>
          <a:p>
            <a:endParaRPr lang="ru-RU"/>
          </a:p>
        </p:txBody>
      </p:sp>
      <p:sp>
        <p:nvSpPr>
          <p:cNvPr id="1091" name="Рисунок 499">
            <a:extLst>
              <a:ext uri="{FF2B5EF4-FFF2-40B4-BE49-F238E27FC236}">
                <a16:creationId xmlns:a16="http://schemas.microsoft.com/office/drawing/2014/main" id="{FF9C8609-33A3-BCF2-8DE6-0336C84CCFC4}"/>
              </a:ext>
            </a:extLst>
          </p:cNvPr>
          <p:cNvSpPr/>
          <p:nvPr/>
        </p:nvSpPr>
        <p:spPr>
          <a:xfrm>
            <a:off x="1934914" y="3895577"/>
            <a:ext cx="133350" cy="228599"/>
          </a:xfrm>
          <a:custGeom>
            <a:avLst/>
            <a:gdLst>
              <a:gd name="connsiteX0" fmla="*/ 66149 w 133350"/>
              <a:gd name="connsiteY0" fmla="*/ 118055 h 228599"/>
              <a:gd name="connsiteX1" fmla="*/ 24564 w 133350"/>
              <a:gd name="connsiteY1" fmla="*/ 100814 h 228599"/>
              <a:gd name="connsiteX2" fmla="*/ 7238 w 133350"/>
              <a:gd name="connsiteY2" fmla="*/ 59434 h 228599"/>
              <a:gd name="connsiteX3" fmla="*/ 24489 w 133350"/>
              <a:gd name="connsiteY3" fmla="*/ 17739 h 228599"/>
              <a:gd name="connsiteX4" fmla="*/ 66149 w 133350"/>
              <a:gd name="connsiteY4" fmla="*/ 0 h 228599"/>
              <a:gd name="connsiteX5" fmla="*/ 88897 w 133350"/>
              <a:gd name="connsiteY5" fmla="*/ 4517 h 228599"/>
              <a:gd name="connsiteX6" fmla="*/ 108122 w 133350"/>
              <a:gd name="connsiteY6" fmla="*/ 17432 h 228599"/>
              <a:gd name="connsiteX7" fmla="*/ 120835 w 133350"/>
              <a:gd name="connsiteY7" fmla="*/ 36738 h 228599"/>
              <a:gd name="connsiteX8" fmla="*/ 125059 w 133350"/>
              <a:gd name="connsiteY8" fmla="*/ 59434 h 228599"/>
              <a:gd name="connsiteX9" fmla="*/ 120777 w 133350"/>
              <a:gd name="connsiteY9" fmla="*/ 81983 h 228599"/>
              <a:gd name="connsiteX10" fmla="*/ 108026 w 133350"/>
              <a:gd name="connsiteY10" fmla="*/ 101104 h 228599"/>
              <a:gd name="connsiteX11" fmla="*/ 88809 w 133350"/>
              <a:gd name="connsiteY11" fmla="*/ 113792 h 228599"/>
              <a:gd name="connsiteX12" fmla="*/ 66149 w 133350"/>
              <a:gd name="connsiteY12" fmla="*/ 118055 h 228599"/>
              <a:gd name="connsiteX13" fmla="*/ 66149 w 133350"/>
              <a:gd name="connsiteY13" fmla="*/ 35009 h 228599"/>
              <a:gd name="connsiteX14" fmla="*/ 56562 w 133350"/>
              <a:gd name="connsiteY14" fmla="*/ 36943 h 228599"/>
              <a:gd name="connsiteX15" fmla="*/ 48497 w 133350"/>
              <a:gd name="connsiteY15" fmla="*/ 42449 h 228599"/>
              <a:gd name="connsiteX16" fmla="*/ 43231 w 133350"/>
              <a:gd name="connsiteY16" fmla="*/ 50651 h 228599"/>
              <a:gd name="connsiteX17" fmla="*/ 41603 w 133350"/>
              <a:gd name="connsiteY17" fmla="*/ 60248 h 228599"/>
              <a:gd name="connsiteX18" fmla="*/ 43389 w 133350"/>
              <a:gd name="connsiteY18" fmla="*/ 69532 h 228599"/>
              <a:gd name="connsiteX19" fmla="*/ 48737 w 133350"/>
              <a:gd name="connsiteY19" fmla="*/ 77344 h 228599"/>
              <a:gd name="connsiteX20" fmla="*/ 56764 w 133350"/>
              <a:gd name="connsiteY20" fmla="*/ 82397 h 228599"/>
              <a:gd name="connsiteX21" fmla="*/ 66149 w 133350"/>
              <a:gd name="connsiteY21" fmla="*/ 83859 h 228599"/>
              <a:gd name="connsiteX22" fmla="*/ 75443 w 133350"/>
              <a:gd name="connsiteY22" fmla="*/ 82232 h 228599"/>
              <a:gd name="connsiteX23" fmla="*/ 83385 w 133350"/>
              <a:gd name="connsiteY23" fmla="*/ 77163 h 228599"/>
              <a:gd name="connsiteX24" fmla="*/ 88746 w 133350"/>
              <a:gd name="connsiteY24" fmla="*/ 69436 h 228599"/>
              <a:gd name="connsiteX25" fmla="*/ 90695 w 133350"/>
              <a:gd name="connsiteY25" fmla="*/ 60248 h 228599"/>
              <a:gd name="connsiteX26" fmla="*/ 89066 w 133350"/>
              <a:gd name="connsiteY26" fmla="*/ 50651 h 228599"/>
              <a:gd name="connsiteX27" fmla="*/ 83802 w 133350"/>
              <a:gd name="connsiteY27" fmla="*/ 42449 h 228599"/>
              <a:gd name="connsiteX28" fmla="*/ 75735 w 133350"/>
              <a:gd name="connsiteY28" fmla="*/ 36943 h 228599"/>
              <a:gd name="connsiteX29" fmla="*/ 66149 w 133350"/>
              <a:gd name="connsiteY29" fmla="*/ 35009 h 228599"/>
              <a:gd name="connsiteX30" fmla="*/ 89877 w 133350"/>
              <a:gd name="connsiteY30" fmla="*/ 166905 h 228599"/>
              <a:gd name="connsiteX31" fmla="*/ 123423 w 133350"/>
              <a:gd name="connsiteY31" fmla="*/ 199472 h 228599"/>
              <a:gd name="connsiteX32" fmla="*/ 127062 w 133350"/>
              <a:gd name="connsiteY32" fmla="*/ 204888 h 228599"/>
              <a:gd name="connsiteX33" fmla="*/ 128340 w 133350"/>
              <a:gd name="connsiteY33" fmla="*/ 211277 h 228599"/>
              <a:gd name="connsiteX34" fmla="*/ 127062 w 133350"/>
              <a:gd name="connsiteY34" fmla="*/ 217666 h 228599"/>
              <a:gd name="connsiteX35" fmla="*/ 123423 w 133350"/>
              <a:gd name="connsiteY35" fmla="*/ 223082 h 228599"/>
              <a:gd name="connsiteX36" fmla="*/ 118107 w 133350"/>
              <a:gd name="connsiteY36" fmla="*/ 227152 h 228599"/>
              <a:gd name="connsiteX37" fmla="*/ 111560 w 133350"/>
              <a:gd name="connsiteY37" fmla="*/ 228600 h 228599"/>
              <a:gd name="connsiteX38" fmla="*/ 105011 w 133350"/>
              <a:gd name="connsiteY38" fmla="*/ 227152 h 228599"/>
              <a:gd name="connsiteX39" fmla="*/ 99695 w 133350"/>
              <a:gd name="connsiteY39" fmla="*/ 223082 h 228599"/>
              <a:gd name="connsiteX40" fmla="*/ 66149 w 133350"/>
              <a:gd name="connsiteY40" fmla="*/ 190515 h 228599"/>
              <a:gd name="connsiteX41" fmla="*/ 33421 w 133350"/>
              <a:gd name="connsiteY41" fmla="*/ 223082 h 228599"/>
              <a:gd name="connsiteX42" fmla="*/ 27802 w 133350"/>
              <a:gd name="connsiteY42" fmla="*/ 226812 h 228599"/>
              <a:gd name="connsiteX43" fmla="*/ 21148 w 133350"/>
              <a:gd name="connsiteY43" fmla="*/ 227967 h 228599"/>
              <a:gd name="connsiteX44" fmla="*/ 8874 w 133350"/>
              <a:gd name="connsiteY44" fmla="*/ 223082 h 228599"/>
              <a:gd name="connsiteX45" fmla="*/ 5236 w 133350"/>
              <a:gd name="connsiteY45" fmla="*/ 217666 h 228599"/>
              <a:gd name="connsiteX46" fmla="*/ 3958 w 133350"/>
              <a:gd name="connsiteY46" fmla="*/ 211277 h 228599"/>
              <a:gd name="connsiteX47" fmla="*/ 5236 w 133350"/>
              <a:gd name="connsiteY47" fmla="*/ 204888 h 228599"/>
              <a:gd name="connsiteX48" fmla="*/ 8874 w 133350"/>
              <a:gd name="connsiteY48" fmla="*/ 199472 h 228599"/>
              <a:gd name="connsiteX49" fmla="*/ 43239 w 133350"/>
              <a:gd name="connsiteY49" fmla="*/ 166905 h 228599"/>
              <a:gd name="connsiteX50" fmla="*/ 8056 w 133350"/>
              <a:gd name="connsiteY50" fmla="*/ 151435 h 228599"/>
              <a:gd name="connsiteX51" fmla="*/ 498 w 133350"/>
              <a:gd name="connsiteY51" fmla="*/ 140758 h 228599"/>
              <a:gd name="connsiteX52" fmla="*/ 2329 w 133350"/>
              <a:gd name="connsiteY52" fmla="*/ 127825 h 228599"/>
              <a:gd name="connsiteX53" fmla="*/ 7145 w 133350"/>
              <a:gd name="connsiteY53" fmla="*/ 122834 h 228599"/>
              <a:gd name="connsiteX54" fmla="*/ 13548 w 133350"/>
              <a:gd name="connsiteY54" fmla="*/ 120139 h 228599"/>
              <a:gd name="connsiteX55" fmla="*/ 20501 w 133350"/>
              <a:gd name="connsiteY55" fmla="*/ 120176 h 228599"/>
              <a:gd name="connsiteX56" fmla="*/ 26875 w 133350"/>
              <a:gd name="connsiteY56" fmla="*/ 122939 h 228599"/>
              <a:gd name="connsiteX57" fmla="*/ 66558 w 133350"/>
              <a:gd name="connsiteY57" fmla="*/ 133926 h 228599"/>
              <a:gd name="connsiteX58" fmla="*/ 106241 w 133350"/>
              <a:gd name="connsiteY58" fmla="*/ 122939 h 228599"/>
              <a:gd name="connsiteX59" fmla="*/ 112615 w 133350"/>
              <a:gd name="connsiteY59" fmla="*/ 120176 h 228599"/>
              <a:gd name="connsiteX60" fmla="*/ 119568 w 133350"/>
              <a:gd name="connsiteY60" fmla="*/ 120139 h 228599"/>
              <a:gd name="connsiteX61" fmla="*/ 125971 w 133350"/>
              <a:gd name="connsiteY61" fmla="*/ 122834 h 228599"/>
              <a:gd name="connsiteX62" fmla="*/ 130787 w 133350"/>
              <a:gd name="connsiteY62" fmla="*/ 127825 h 228599"/>
              <a:gd name="connsiteX63" fmla="*/ 132980 w 133350"/>
              <a:gd name="connsiteY63" fmla="*/ 140586 h 228599"/>
              <a:gd name="connsiteX64" fmla="*/ 125878 w 133350"/>
              <a:gd name="connsiteY64" fmla="*/ 151435 h 228599"/>
              <a:gd name="connsiteX65" fmla="*/ 89877 w 133350"/>
              <a:gd name="connsiteY65" fmla="*/ 166905 h 22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33350" h="228599">
                <a:moveTo>
                  <a:pt x="66149" y="118055"/>
                </a:moveTo>
                <a:cubicBezTo>
                  <a:pt x="50544" y="117990"/>
                  <a:pt x="35598" y="111793"/>
                  <a:pt x="24564" y="100814"/>
                </a:cubicBezTo>
                <a:cubicBezTo>
                  <a:pt x="13530" y="89834"/>
                  <a:pt x="7303" y="74962"/>
                  <a:pt x="7238" y="59434"/>
                </a:cubicBezTo>
                <a:cubicBezTo>
                  <a:pt x="7279" y="43824"/>
                  <a:pt x="13473" y="28853"/>
                  <a:pt x="24489" y="17739"/>
                </a:cubicBezTo>
                <a:cubicBezTo>
                  <a:pt x="35505" y="6625"/>
                  <a:pt x="50463" y="256"/>
                  <a:pt x="66149" y="0"/>
                </a:cubicBezTo>
                <a:cubicBezTo>
                  <a:pt x="73958" y="-12"/>
                  <a:pt x="81690" y="1524"/>
                  <a:pt x="88897" y="4517"/>
                </a:cubicBezTo>
                <a:cubicBezTo>
                  <a:pt x="96103" y="7509"/>
                  <a:pt x="102639" y="11900"/>
                  <a:pt x="108122" y="17432"/>
                </a:cubicBezTo>
                <a:cubicBezTo>
                  <a:pt x="113606" y="22964"/>
                  <a:pt x="117927" y="29527"/>
                  <a:pt x="120835" y="36738"/>
                </a:cubicBezTo>
                <a:cubicBezTo>
                  <a:pt x="123743" y="43950"/>
                  <a:pt x="125179" y="51665"/>
                  <a:pt x="125059" y="59434"/>
                </a:cubicBezTo>
                <a:cubicBezTo>
                  <a:pt x="125159" y="67160"/>
                  <a:pt x="123702" y="74827"/>
                  <a:pt x="120777" y="81983"/>
                </a:cubicBezTo>
                <a:cubicBezTo>
                  <a:pt x="117851" y="89140"/>
                  <a:pt x="113516" y="95641"/>
                  <a:pt x="108026" y="101104"/>
                </a:cubicBezTo>
                <a:cubicBezTo>
                  <a:pt x="102536" y="106568"/>
                  <a:pt x="96002" y="110881"/>
                  <a:pt x="88809" y="113792"/>
                </a:cubicBezTo>
                <a:cubicBezTo>
                  <a:pt x="81618" y="116704"/>
                  <a:pt x="73913" y="118153"/>
                  <a:pt x="66149" y="118055"/>
                </a:cubicBezTo>
                <a:close/>
                <a:moveTo>
                  <a:pt x="66149" y="35009"/>
                </a:moveTo>
                <a:cubicBezTo>
                  <a:pt x="62855" y="35008"/>
                  <a:pt x="59595" y="35665"/>
                  <a:pt x="56562" y="36943"/>
                </a:cubicBezTo>
                <a:cubicBezTo>
                  <a:pt x="53530" y="38221"/>
                  <a:pt x="50786" y="40093"/>
                  <a:pt x="48497" y="42449"/>
                </a:cubicBezTo>
                <a:cubicBezTo>
                  <a:pt x="46206" y="44804"/>
                  <a:pt x="44415" y="47593"/>
                  <a:pt x="43231" y="50651"/>
                </a:cubicBezTo>
                <a:cubicBezTo>
                  <a:pt x="42047" y="53709"/>
                  <a:pt x="41493" y="56973"/>
                  <a:pt x="41603" y="60248"/>
                </a:cubicBezTo>
                <a:cubicBezTo>
                  <a:pt x="41554" y="63432"/>
                  <a:pt x="42162" y="66591"/>
                  <a:pt x="43389" y="69532"/>
                </a:cubicBezTo>
                <a:cubicBezTo>
                  <a:pt x="44616" y="72472"/>
                  <a:pt x="46436" y="75131"/>
                  <a:pt x="48737" y="77344"/>
                </a:cubicBezTo>
                <a:cubicBezTo>
                  <a:pt x="51037" y="79557"/>
                  <a:pt x="53770" y="81277"/>
                  <a:pt x="56764" y="82397"/>
                </a:cubicBezTo>
                <a:cubicBezTo>
                  <a:pt x="59759" y="83518"/>
                  <a:pt x="62953" y="84016"/>
                  <a:pt x="66149" y="83859"/>
                </a:cubicBezTo>
                <a:cubicBezTo>
                  <a:pt x="69325" y="83935"/>
                  <a:pt x="72483" y="83382"/>
                  <a:pt x="75443" y="82232"/>
                </a:cubicBezTo>
                <a:cubicBezTo>
                  <a:pt x="78401" y="81083"/>
                  <a:pt x="81101" y="79359"/>
                  <a:pt x="83385" y="77163"/>
                </a:cubicBezTo>
                <a:cubicBezTo>
                  <a:pt x="85669" y="74966"/>
                  <a:pt x="87491" y="72339"/>
                  <a:pt x="88746" y="69436"/>
                </a:cubicBezTo>
                <a:cubicBezTo>
                  <a:pt x="90001" y="66532"/>
                  <a:pt x="90664" y="63409"/>
                  <a:pt x="90695" y="60248"/>
                </a:cubicBezTo>
                <a:cubicBezTo>
                  <a:pt x="90805" y="56973"/>
                  <a:pt x="90251" y="53709"/>
                  <a:pt x="89066" y="50651"/>
                </a:cubicBezTo>
                <a:cubicBezTo>
                  <a:pt x="87882" y="47593"/>
                  <a:pt x="86092" y="44804"/>
                  <a:pt x="83802" y="42449"/>
                </a:cubicBezTo>
                <a:cubicBezTo>
                  <a:pt x="81511" y="40093"/>
                  <a:pt x="78768" y="38221"/>
                  <a:pt x="75735" y="36943"/>
                </a:cubicBezTo>
                <a:cubicBezTo>
                  <a:pt x="72702" y="35665"/>
                  <a:pt x="69442" y="35008"/>
                  <a:pt x="66149" y="35009"/>
                </a:cubicBezTo>
                <a:close/>
                <a:moveTo>
                  <a:pt x="89877" y="166905"/>
                </a:moveTo>
                <a:lnTo>
                  <a:pt x="123423" y="199472"/>
                </a:lnTo>
                <a:cubicBezTo>
                  <a:pt x="124982" y="201021"/>
                  <a:pt x="126219" y="202862"/>
                  <a:pt x="127062" y="204888"/>
                </a:cubicBezTo>
                <a:cubicBezTo>
                  <a:pt x="127906" y="206913"/>
                  <a:pt x="128340" y="209084"/>
                  <a:pt x="128340" y="211277"/>
                </a:cubicBezTo>
                <a:cubicBezTo>
                  <a:pt x="128340" y="213470"/>
                  <a:pt x="127906" y="215640"/>
                  <a:pt x="127062" y="217666"/>
                </a:cubicBezTo>
                <a:cubicBezTo>
                  <a:pt x="126219" y="219692"/>
                  <a:pt x="124982" y="221532"/>
                  <a:pt x="123423" y="223082"/>
                </a:cubicBezTo>
                <a:cubicBezTo>
                  <a:pt x="121972" y="224810"/>
                  <a:pt x="120157" y="226199"/>
                  <a:pt x="118107" y="227152"/>
                </a:cubicBezTo>
                <a:cubicBezTo>
                  <a:pt x="116057" y="228106"/>
                  <a:pt x="113822" y="228600"/>
                  <a:pt x="111560" y="228600"/>
                </a:cubicBezTo>
                <a:cubicBezTo>
                  <a:pt x="109297" y="228600"/>
                  <a:pt x="107061" y="228106"/>
                  <a:pt x="105011" y="227152"/>
                </a:cubicBezTo>
                <a:cubicBezTo>
                  <a:pt x="102961" y="226199"/>
                  <a:pt x="101147" y="224810"/>
                  <a:pt x="99695" y="223082"/>
                </a:cubicBezTo>
                <a:lnTo>
                  <a:pt x="66149" y="190515"/>
                </a:lnTo>
                <a:lnTo>
                  <a:pt x="33421" y="223082"/>
                </a:lnTo>
                <a:cubicBezTo>
                  <a:pt x="31829" y="224700"/>
                  <a:pt x="29915" y="225971"/>
                  <a:pt x="27802" y="226812"/>
                </a:cubicBezTo>
                <a:cubicBezTo>
                  <a:pt x="25688" y="227653"/>
                  <a:pt x="23422" y="228047"/>
                  <a:pt x="21148" y="227967"/>
                </a:cubicBezTo>
                <a:cubicBezTo>
                  <a:pt x="16612" y="227799"/>
                  <a:pt x="12275" y="226073"/>
                  <a:pt x="8874" y="223082"/>
                </a:cubicBezTo>
                <a:cubicBezTo>
                  <a:pt x="7316" y="221532"/>
                  <a:pt x="6079" y="219692"/>
                  <a:pt x="5236" y="217666"/>
                </a:cubicBezTo>
                <a:cubicBezTo>
                  <a:pt x="4392" y="215640"/>
                  <a:pt x="3958" y="213470"/>
                  <a:pt x="3958" y="211277"/>
                </a:cubicBezTo>
                <a:cubicBezTo>
                  <a:pt x="3958" y="209084"/>
                  <a:pt x="4392" y="206913"/>
                  <a:pt x="5236" y="204888"/>
                </a:cubicBezTo>
                <a:cubicBezTo>
                  <a:pt x="6079" y="202862"/>
                  <a:pt x="7316" y="201021"/>
                  <a:pt x="8874" y="199472"/>
                </a:cubicBezTo>
                <a:lnTo>
                  <a:pt x="43239" y="166905"/>
                </a:lnTo>
                <a:cubicBezTo>
                  <a:pt x="30962" y="163088"/>
                  <a:pt x="19159" y="157898"/>
                  <a:pt x="8056" y="151435"/>
                </a:cubicBezTo>
                <a:cubicBezTo>
                  <a:pt x="4264" y="148961"/>
                  <a:pt x="1562" y="145143"/>
                  <a:pt x="498" y="140758"/>
                </a:cubicBezTo>
                <a:cubicBezTo>
                  <a:pt x="-566" y="136371"/>
                  <a:pt x="89" y="131747"/>
                  <a:pt x="2329" y="127825"/>
                </a:cubicBezTo>
                <a:cubicBezTo>
                  <a:pt x="3577" y="125854"/>
                  <a:pt x="5216" y="124156"/>
                  <a:pt x="7145" y="122834"/>
                </a:cubicBezTo>
                <a:cubicBezTo>
                  <a:pt x="9073" y="121513"/>
                  <a:pt x="11252" y="120596"/>
                  <a:pt x="13548" y="120139"/>
                </a:cubicBezTo>
                <a:cubicBezTo>
                  <a:pt x="15844" y="119682"/>
                  <a:pt x="18210" y="119695"/>
                  <a:pt x="20501" y="120176"/>
                </a:cubicBezTo>
                <a:cubicBezTo>
                  <a:pt x="22792" y="120658"/>
                  <a:pt x="24960" y="121598"/>
                  <a:pt x="26875" y="122939"/>
                </a:cubicBezTo>
                <a:cubicBezTo>
                  <a:pt x="38851" y="130128"/>
                  <a:pt x="52572" y="133926"/>
                  <a:pt x="66558" y="133926"/>
                </a:cubicBezTo>
                <a:cubicBezTo>
                  <a:pt x="80544" y="133926"/>
                  <a:pt x="94265" y="130128"/>
                  <a:pt x="106241" y="122939"/>
                </a:cubicBezTo>
                <a:cubicBezTo>
                  <a:pt x="108155" y="121598"/>
                  <a:pt x="110324" y="120658"/>
                  <a:pt x="112615" y="120176"/>
                </a:cubicBezTo>
                <a:cubicBezTo>
                  <a:pt x="114906" y="119695"/>
                  <a:pt x="117272" y="119682"/>
                  <a:pt x="119568" y="120139"/>
                </a:cubicBezTo>
                <a:cubicBezTo>
                  <a:pt x="121864" y="120596"/>
                  <a:pt x="124042" y="121513"/>
                  <a:pt x="125971" y="122834"/>
                </a:cubicBezTo>
                <a:cubicBezTo>
                  <a:pt x="127900" y="124156"/>
                  <a:pt x="129539" y="125854"/>
                  <a:pt x="130787" y="127825"/>
                </a:cubicBezTo>
                <a:cubicBezTo>
                  <a:pt x="133107" y="131652"/>
                  <a:pt x="133890" y="136209"/>
                  <a:pt x="132980" y="140586"/>
                </a:cubicBezTo>
                <a:cubicBezTo>
                  <a:pt x="132070" y="144964"/>
                  <a:pt x="129533" y="148838"/>
                  <a:pt x="125878" y="151435"/>
                </a:cubicBezTo>
                <a:cubicBezTo>
                  <a:pt x="114490" y="157902"/>
                  <a:pt x="102416" y="163090"/>
                  <a:pt x="89877" y="166905"/>
                </a:cubicBezTo>
                <a:close/>
              </a:path>
            </a:pathLst>
          </a:custGeom>
          <a:solidFill>
            <a:srgbClr val="000000"/>
          </a:solidFill>
          <a:ln w="9525" cap="flat">
            <a:noFill/>
            <a:prstDash val="solid"/>
            <a:miter/>
          </a:ln>
        </p:spPr>
        <p:txBody>
          <a:bodyPr rtlCol="0" anchor="ctr"/>
          <a:lstStyle/>
          <a:p>
            <a:endParaRPr lang="ru-RU"/>
          </a:p>
        </p:txBody>
      </p:sp>
      <p:sp>
        <p:nvSpPr>
          <p:cNvPr id="1092" name="Рисунок 849">
            <a:extLst>
              <a:ext uri="{FF2B5EF4-FFF2-40B4-BE49-F238E27FC236}">
                <a16:creationId xmlns:a16="http://schemas.microsoft.com/office/drawing/2014/main" id="{6D7CB084-BA01-5CA2-7B12-2E6335A95F16}"/>
              </a:ext>
            </a:extLst>
          </p:cNvPr>
          <p:cNvSpPr/>
          <p:nvPr/>
        </p:nvSpPr>
        <p:spPr>
          <a:xfrm>
            <a:off x="1896815" y="4505029"/>
            <a:ext cx="209549" cy="171450"/>
          </a:xfrm>
          <a:custGeom>
            <a:avLst/>
            <a:gdLst>
              <a:gd name="connsiteX0" fmla="*/ 14406 w 209549"/>
              <a:gd name="connsiteY0" fmla="*/ 73809 h 171450"/>
              <a:gd name="connsiteX1" fmla="*/ 126933 w 209549"/>
              <a:gd name="connsiteY1" fmla="*/ 25956 h 171450"/>
              <a:gd name="connsiteX2" fmla="*/ 198911 w 209549"/>
              <a:gd name="connsiteY2" fmla="*/ 1 h 171450"/>
              <a:gd name="connsiteX3" fmla="*/ 206388 w 209549"/>
              <a:gd name="connsiteY3" fmla="*/ 2217 h 171450"/>
              <a:gd name="connsiteX4" fmla="*/ 209134 w 209549"/>
              <a:gd name="connsiteY4" fmla="*/ 7376 h 171450"/>
              <a:gd name="connsiteX5" fmla="*/ 209457 w 209549"/>
              <a:gd name="connsiteY5" fmla="*/ 14876 h 171450"/>
              <a:gd name="connsiteX6" fmla="*/ 187596 w 209549"/>
              <a:gd name="connsiteY6" fmla="*/ 151834 h 171450"/>
              <a:gd name="connsiteX7" fmla="*/ 174409 w 209549"/>
              <a:gd name="connsiteY7" fmla="*/ 171365 h 171450"/>
              <a:gd name="connsiteX8" fmla="*/ 143842 w 209549"/>
              <a:gd name="connsiteY8" fmla="*/ 157030 h 171450"/>
              <a:gd name="connsiteX9" fmla="*/ 100781 w 209549"/>
              <a:gd name="connsiteY9" fmla="*/ 128473 h 171450"/>
              <a:gd name="connsiteX10" fmla="*/ 104937 w 209549"/>
              <a:gd name="connsiteY10" fmla="*/ 98134 h 171450"/>
              <a:gd name="connsiteX11" fmla="*/ 158105 w 209549"/>
              <a:gd name="connsiteY11" fmla="*/ 46864 h 171450"/>
              <a:gd name="connsiteX12" fmla="*/ 157206 w 209549"/>
              <a:gd name="connsiteY12" fmla="*/ 43496 h 171450"/>
              <a:gd name="connsiteX13" fmla="*/ 153212 w 209549"/>
              <a:gd name="connsiteY13" fmla="*/ 43114 h 171450"/>
              <a:gd name="connsiteX14" fmla="*/ 71822 w 209549"/>
              <a:gd name="connsiteY14" fmla="*/ 96224 h 171450"/>
              <a:gd name="connsiteX15" fmla="*/ 50897 w 209549"/>
              <a:gd name="connsiteY15" fmla="*/ 103856 h 171450"/>
              <a:gd name="connsiteX16" fmla="*/ 20902 w 209549"/>
              <a:gd name="connsiteY16" fmla="*/ 96848 h 171450"/>
              <a:gd name="connsiteX17" fmla="*/ 51 w 209549"/>
              <a:gd name="connsiteY17" fmla="*/ 84333 h 171450"/>
              <a:gd name="connsiteX18" fmla="*/ 14406 w 209549"/>
              <a:gd name="connsiteY18" fmla="*/ 73809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549" h="171450">
                <a:moveTo>
                  <a:pt x="14406" y="73809"/>
                </a:moveTo>
                <a:cubicBezTo>
                  <a:pt x="70656" y="49613"/>
                  <a:pt x="108165" y="33662"/>
                  <a:pt x="126933" y="25956"/>
                </a:cubicBezTo>
                <a:cubicBezTo>
                  <a:pt x="180519" y="3951"/>
                  <a:pt x="191653" y="129"/>
                  <a:pt x="198911" y="1"/>
                </a:cubicBezTo>
                <a:cubicBezTo>
                  <a:pt x="200507" y="-25"/>
                  <a:pt x="204076" y="365"/>
                  <a:pt x="206388" y="2217"/>
                </a:cubicBezTo>
                <a:cubicBezTo>
                  <a:pt x="208340" y="3781"/>
                  <a:pt x="208878" y="5894"/>
                  <a:pt x="209134" y="7376"/>
                </a:cubicBezTo>
                <a:cubicBezTo>
                  <a:pt x="209391" y="8859"/>
                  <a:pt x="209711" y="12236"/>
                  <a:pt x="209457" y="14876"/>
                </a:cubicBezTo>
                <a:cubicBezTo>
                  <a:pt x="206553" y="44998"/>
                  <a:pt x="193988" y="118097"/>
                  <a:pt x="187596" y="151834"/>
                </a:cubicBezTo>
                <a:cubicBezTo>
                  <a:pt x="184891" y="166110"/>
                  <a:pt x="179565" y="170897"/>
                  <a:pt x="174409" y="171365"/>
                </a:cubicBezTo>
                <a:cubicBezTo>
                  <a:pt x="163204" y="172383"/>
                  <a:pt x="154695" y="164054"/>
                  <a:pt x="143842" y="157030"/>
                </a:cubicBezTo>
                <a:cubicBezTo>
                  <a:pt x="126860" y="146040"/>
                  <a:pt x="117265" y="139198"/>
                  <a:pt x="100781" y="128473"/>
                </a:cubicBezTo>
                <a:cubicBezTo>
                  <a:pt x="81730" y="116079"/>
                  <a:pt x="94080" y="109267"/>
                  <a:pt x="104937" y="98134"/>
                </a:cubicBezTo>
                <a:cubicBezTo>
                  <a:pt x="107778" y="95220"/>
                  <a:pt x="157149" y="50886"/>
                  <a:pt x="158105" y="46864"/>
                </a:cubicBezTo>
                <a:cubicBezTo>
                  <a:pt x="158225" y="46361"/>
                  <a:pt x="158335" y="44486"/>
                  <a:pt x="157206" y="43496"/>
                </a:cubicBezTo>
                <a:cubicBezTo>
                  <a:pt x="156079" y="42506"/>
                  <a:pt x="154414" y="42845"/>
                  <a:pt x="153212" y="43114"/>
                </a:cubicBezTo>
                <a:cubicBezTo>
                  <a:pt x="151508" y="43495"/>
                  <a:pt x="124378" y="61199"/>
                  <a:pt x="71822" y="96224"/>
                </a:cubicBezTo>
                <a:cubicBezTo>
                  <a:pt x="64121" y="101445"/>
                  <a:pt x="57146" y="103988"/>
                  <a:pt x="50897" y="103856"/>
                </a:cubicBezTo>
                <a:cubicBezTo>
                  <a:pt x="44007" y="103708"/>
                  <a:pt x="30754" y="100010"/>
                  <a:pt x="20902" y="96848"/>
                </a:cubicBezTo>
                <a:cubicBezTo>
                  <a:pt x="8819" y="92970"/>
                  <a:pt x="-786" y="90920"/>
                  <a:pt x="51" y="84333"/>
                </a:cubicBezTo>
                <a:cubicBezTo>
                  <a:pt x="486" y="80903"/>
                  <a:pt x="5271" y="77395"/>
                  <a:pt x="14406" y="73809"/>
                </a:cubicBezTo>
                <a:close/>
              </a:path>
            </a:pathLst>
          </a:custGeom>
          <a:solidFill>
            <a:srgbClr val="000000"/>
          </a:solidFill>
          <a:ln w="9525" cap="flat">
            <a:noFill/>
            <a:prstDash val="solid"/>
            <a:miter/>
          </a:ln>
        </p:spPr>
        <p:txBody>
          <a:bodyPr rtlCol="0" anchor="ctr"/>
          <a:lstStyle/>
          <a:p>
            <a:endParaRPr lang="ru-RU"/>
          </a:p>
        </p:txBody>
      </p:sp>
      <p:sp>
        <p:nvSpPr>
          <p:cNvPr id="1093" name="Рисунок 475">
            <a:extLst>
              <a:ext uri="{FF2B5EF4-FFF2-40B4-BE49-F238E27FC236}">
                <a16:creationId xmlns:a16="http://schemas.microsoft.com/office/drawing/2014/main" id="{2248AB95-E5EB-46A1-681C-8F44497B27BC}"/>
              </a:ext>
            </a:extLst>
          </p:cNvPr>
          <p:cNvSpPr/>
          <p:nvPr/>
        </p:nvSpPr>
        <p:spPr>
          <a:xfrm>
            <a:off x="1925390" y="3333750"/>
            <a:ext cx="152400" cy="171450"/>
          </a:xfrm>
          <a:custGeom>
            <a:avLst/>
            <a:gdLst>
              <a:gd name="connsiteX0" fmla="*/ 38100 w 152400"/>
              <a:gd name="connsiteY0" fmla="*/ 28575 h 171450"/>
              <a:gd name="connsiteX1" fmla="*/ 66675 w 152400"/>
              <a:gd name="connsiteY1" fmla="*/ 0 h 171450"/>
              <a:gd name="connsiteX2" fmla="*/ 85725 w 152400"/>
              <a:gd name="connsiteY2" fmla="*/ 0 h 171450"/>
              <a:gd name="connsiteX3" fmla="*/ 114300 w 152400"/>
              <a:gd name="connsiteY3" fmla="*/ 28575 h 171450"/>
              <a:gd name="connsiteX4" fmla="*/ 114300 w 152400"/>
              <a:gd name="connsiteY4" fmla="*/ 41352 h 171450"/>
              <a:gd name="connsiteX5" fmla="*/ 152400 w 152400"/>
              <a:gd name="connsiteY5" fmla="*/ 95250 h 171450"/>
              <a:gd name="connsiteX6" fmla="*/ 152400 w 152400"/>
              <a:gd name="connsiteY6" fmla="*/ 152400 h 171450"/>
              <a:gd name="connsiteX7" fmla="*/ 133350 w 152400"/>
              <a:gd name="connsiteY7" fmla="*/ 171450 h 171450"/>
              <a:gd name="connsiteX8" fmla="*/ 19050 w 152400"/>
              <a:gd name="connsiteY8" fmla="*/ 171450 h 171450"/>
              <a:gd name="connsiteX9" fmla="*/ 0 w 152400"/>
              <a:gd name="connsiteY9" fmla="*/ 152400 h 171450"/>
              <a:gd name="connsiteX10" fmla="*/ 0 w 152400"/>
              <a:gd name="connsiteY10" fmla="*/ 95250 h 171450"/>
              <a:gd name="connsiteX11" fmla="*/ 38100 w 152400"/>
              <a:gd name="connsiteY11" fmla="*/ 41352 h 171450"/>
              <a:gd name="connsiteX12" fmla="*/ 38100 w 152400"/>
              <a:gd name="connsiteY12" fmla="*/ 28575 h 171450"/>
              <a:gd name="connsiteX13" fmla="*/ 57150 w 152400"/>
              <a:gd name="connsiteY13" fmla="*/ 38100 h 171450"/>
              <a:gd name="connsiteX14" fmla="*/ 95250 w 152400"/>
              <a:gd name="connsiteY14" fmla="*/ 38100 h 171450"/>
              <a:gd name="connsiteX15" fmla="*/ 95250 w 152400"/>
              <a:gd name="connsiteY15" fmla="*/ 28575 h 171450"/>
              <a:gd name="connsiteX16" fmla="*/ 85725 w 152400"/>
              <a:gd name="connsiteY16" fmla="*/ 19050 h 171450"/>
              <a:gd name="connsiteX17" fmla="*/ 66675 w 152400"/>
              <a:gd name="connsiteY17" fmla="*/ 19050 h 171450"/>
              <a:gd name="connsiteX18" fmla="*/ 57150 w 152400"/>
              <a:gd name="connsiteY18" fmla="*/ 28575 h 171450"/>
              <a:gd name="connsiteX19" fmla="*/ 57150 w 152400"/>
              <a:gd name="connsiteY19" fmla="*/ 381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2400" h="171450">
                <a:moveTo>
                  <a:pt x="38100" y="28575"/>
                </a:moveTo>
                <a:cubicBezTo>
                  <a:pt x="38100" y="12794"/>
                  <a:pt x="50894" y="0"/>
                  <a:pt x="66675" y="0"/>
                </a:cubicBezTo>
                <a:lnTo>
                  <a:pt x="85725" y="0"/>
                </a:lnTo>
                <a:cubicBezTo>
                  <a:pt x="101507" y="0"/>
                  <a:pt x="114300" y="12794"/>
                  <a:pt x="114300" y="28575"/>
                </a:cubicBezTo>
                <a:lnTo>
                  <a:pt x="114300" y="41352"/>
                </a:lnTo>
                <a:cubicBezTo>
                  <a:pt x="136497" y="49197"/>
                  <a:pt x="152400" y="70367"/>
                  <a:pt x="152400" y="95250"/>
                </a:cubicBezTo>
                <a:lnTo>
                  <a:pt x="152400" y="152400"/>
                </a:lnTo>
                <a:cubicBezTo>
                  <a:pt x="152400" y="162921"/>
                  <a:pt x="143871" y="171450"/>
                  <a:pt x="133350" y="171450"/>
                </a:cubicBezTo>
                <a:lnTo>
                  <a:pt x="19050" y="171450"/>
                </a:lnTo>
                <a:cubicBezTo>
                  <a:pt x="8529" y="171450"/>
                  <a:pt x="0" y="162921"/>
                  <a:pt x="0" y="152400"/>
                </a:cubicBezTo>
                <a:lnTo>
                  <a:pt x="0" y="95250"/>
                </a:lnTo>
                <a:cubicBezTo>
                  <a:pt x="0" y="70367"/>
                  <a:pt x="15903" y="49197"/>
                  <a:pt x="38100" y="41352"/>
                </a:cubicBezTo>
                <a:lnTo>
                  <a:pt x="38100" y="28575"/>
                </a:lnTo>
                <a:close/>
                <a:moveTo>
                  <a:pt x="57150" y="38100"/>
                </a:moveTo>
                <a:lnTo>
                  <a:pt x="95250" y="38100"/>
                </a:lnTo>
                <a:lnTo>
                  <a:pt x="95250" y="28575"/>
                </a:lnTo>
                <a:cubicBezTo>
                  <a:pt x="95250" y="23315"/>
                  <a:pt x="90986" y="19050"/>
                  <a:pt x="85725" y="19050"/>
                </a:cubicBezTo>
                <a:lnTo>
                  <a:pt x="66675" y="19050"/>
                </a:lnTo>
                <a:cubicBezTo>
                  <a:pt x="61414" y="19050"/>
                  <a:pt x="57150" y="23315"/>
                  <a:pt x="57150" y="28575"/>
                </a:cubicBezTo>
                <a:lnTo>
                  <a:pt x="57150" y="38100"/>
                </a:lnTo>
                <a:close/>
              </a:path>
            </a:pathLst>
          </a:custGeom>
          <a:solidFill>
            <a:srgbClr val="000000"/>
          </a:solidFill>
          <a:ln w="9525" cap="flat">
            <a:noFill/>
            <a:prstDash val="solid"/>
            <a:miter/>
          </a:ln>
        </p:spPr>
        <p:txBody>
          <a:bodyPr rtlCol="0" anchor="ctr"/>
          <a:lstStyle/>
          <a:p>
            <a:endParaRPr lang="ru-RU"/>
          </a:p>
        </p:txBody>
      </p:sp>
      <p:sp>
        <p:nvSpPr>
          <p:cNvPr id="1094" name="Рисунок 921">
            <a:extLst>
              <a:ext uri="{FF2B5EF4-FFF2-40B4-BE49-F238E27FC236}">
                <a16:creationId xmlns:a16="http://schemas.microsoft.com/office/drawing/2014/main" id="{476BAE06-8897-47C2-6FE5-04AB7ACBB767}"/>
              </a:ext>
            </a:extLst>
          </p:cNvPr>
          <p:cNvSpPr/>
          <p:nvPr/>
        </p:nvSpPr>
        <p:spPr>
          <a:xfrm>
            <a:off x="1915865" y="5767689"/>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45653 w 171450"/>
              <a:gd name="connsiteY5" fmla="*/ 93318 h 171450"/>
              <a:gd name="connsiteX6" fmla="*/ 65689 w 171450"/>
              <a:gd name="connsiteY6" fmla="*/ 100912 h 171450"/>
              <a:gd name="connsiteX7" fmla="*/ 73703 w 171450"/>
              <a:gd name="connsiteY7" fmla="*/ 114201 h 171450"/>
              <a:gd name="connsiteX8" fmla="*/ 70698 w 171450"/>
              <a:gd name="connsiteY8" fmla="*/ 128439 h 171450"/>
              <a:gd name="connsiteX9" fmla="*/ 110770 w 171450"/>
              <a:gd name="connsiteY9" fmla="*/ 118947 h 171450"/>
              <a:gd name="connsiteX10" fmla="*/ 125797 w 171450"/>
              <a:gd name="connsiteY10" fmla="*/ 78131 h 171450"/>
              <a:gd name="connsiteX11" fmla="*/ 105761 w 171450"/>
              <a:gd name="connsiteY11" fmla="*/ 70537 h 171450"/>
              <a:gd name="connsiteX12" fmla="*/ 97413 w 171450"/>
              <a:gd name="connsiteY12" fmla="*/ 57248 h 171450"/>
              <a:gd name="connsiteX13" fmla="*/ 99577 w 171450"/>
              <a:gd name="connsiteY13" fmla="*/ 47791 h 171450"/>
              <a:gd name="connsiteX14" fmla="*/ 100753 w 171450"/>
              <a:gd name="connsiteY14" fmla="*/ 43011 h 171450"/>
              <a:gd name="connsiteX15" fmla="*/ 60680 w 171450"/>
              <a:gd name="connsiteY15" fmla="*/ 52503 h 171450"/>
              <a:gd name="connsiteX16" fmla="*/ 45653 w 171450"/>
              <a:gd name="connsiteY16" fmla="*/ 93318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45653" y="93318"/>
                </a:moveTo>
                <a:lnTo>
                  <a:pt x="65689" y="100912"/>
                </a:lnTo>
                <a:cubicBezTo>
                  <a:pt x="75708" y="104708"/>
                  <a:pt x="75708" y="104708"/>
                  <a:pt x="73703" y="114201"/>
                </a:cubicBezTo>
                <a:lnTo>
                  <a:pt x="70698" y="128439"/>
                </a:lnTo>
                <a:cubicBezTo>
                  <a:pt x="63685" y="161660"/>
                  <a:pt x="100753" y="128439"/>
                  <a:pt x="110770" y="118947"/>
                </a:cubicBezTo>
                <a:cubicBezTo>
                  <a:pt x="120789" y="109454"/>
                  <a:pt x="145833" y="85724"/>
                  <a:pt x="125797" y="78131"/>
                </a:cubicBezTo>
                <a:lnTo>
                  <a:pt x="105761" y="70537"/>
                </a:lnTo>
                <a:cubicBezTo>
                  <a:pt x="95743" y="66741"/>
                  <a:pt x="95743" y="66741"/>
                  <a:pt x="97413" y="57248"/>
                </a:cubicBezTo>
                <a:cubicBezTo>
                  <a:pt x="97900" y="54481"/>
                  <a:pt x="98739" y="51133"/>
                  <a:pt x="99577" y="47791"/>
                </a:cubicBezTo>
                <a:cubicBezTo>
                  <a:pt x="99983" y="46174"/>
                  <a:pt x="100388" y="44558"/>
                  <a:pt x="100753" y="43011"/>
                </a:cubicBezTo>
                <a:cubicBezTo>
                  <a:pt x="108578" y="9789"/>
                  <a:pt x="70697" y="43012"/>
                  <a:pt x="60680" y="52503"/>
                </a:cubicBezTo>
                <a:cubicBezTo>
                  <a:pt x="50662" y="61993"/>
                  <a:pt x="25617" y="85725"/>
                  <a:pt x="45653" y="93318"/>
                </a:cubicBezTo>
                <a:close/>
              </a:path>
            </a:pathLst>
          </a:custGeom>
          <a:solidFill>
            <a:srgbClr val="000000"/>
          </a:solidFill>
          <a:ln w="9525" cap="flat">
            <a:noFill/>
            <a:prstDash val="solid"/>
            <a:miter/>
          </a:ln>
        </p:spPr>
        <p:txBody>
          <a:bodyPr rtlCol="0" anchor="ctr"/>
          <a:lstStyle/>
          <a:p>
            <a:endParaRPr lang="ru-RU"/>
          </a:p>
        </p:txBody>
      </p:sp>
      <p:sp>
        <p:nvSpPr>
          <p:cNvPr id="1548" name="Полилиния: фигура 1547">
            <a:extLst>
              <a:ext uri="{FF2B5EF4-FFF2-40B4-BE49-F238E27FC236}">
                <a16:creationId xmlns:a16="http://schemas.microsoft.com/office/drawing/2014/main" id="{3341644F-F24B-62B4-E139-F267B65F4D57}"/>
              </a:ext>
            </a:extLst>
          </p:cNvPr>
          <p:cNvSpPr/>
          <p:nvPr/>
        </p:nvSpPr>
        <p:spPr>
          <a:xfrm>
            <a:off x="2342929" y="884917"/>
            <a:ext cx="152400" cy="152401"/>
          </a:xfrm>
          <a:custGeom>
            <a:avLst/>
            <a:gdLst>
              <a:gd name="connsiteX0" fmla="*/ 76200 w 152400"/>
              <a:gd name="connsiteY0" fmla="*/ 66675 h 152401"/>
              <a:gd name="connsiteX1" fmla="*/ 47625 w 152400"/>
              <a:gd name="connsiteY1" fmla="*/ 95250 h 152401"/>
              <a:gd name="connsiteX2" fmla="*/ 76200 w 152400"/>
              <a:gd name="connsiteY2" fmla="*/ 123825 h 152401"/>
              <a:gd name="connsiteX3" fmla="*/ 104775 w 152400"/>
              <a:gd name="connsiteY3" fmla="*/ 95250 h 152401"/>
              <a:gd name="connsiteX4" fmla="*/ 76200 w 152400"/>
              <a:gd name="connsiteY4" fmla="*/ 66675 h 152401"/>
              <a:gd name="connsiteX5" fmla="*/ 12292 w 152400"/>
              <a:gd name="connsiteY5" fmla="*/ 45032 h 152401"/>
              <a:gd name="connsiteX6" fmla="*/ 37225 w 152400"/>
              <a:gd name="connsiteY6" fmla="*/ 47323 h 152401"/>
              <a:gd name="connsiteX7" fmla="*/ 76052 w 152400"/>
              <a:gd name="connsiteY7" fmla="*/ 47625 h 152401"/>
              <a:gd name="connsiteX8" fmla="*/ 76348 w 152400"/>
              <a:gd name="connsiteY8" fmla="*/ 47625 h 152401"/>
              <a:gd name="connsiteX9" fmla="*/ 115175 w 152400"/>
              <a:gd name="connsiteY9" fmla="*/ 47323 h 152401"/>
              <a:gd name="connsiteX10" fmla="*/ 140108 w 152400"/>
              <a:gd name="connsiteY10" fmla="*/ 45032 h 152401"/>
              <a:gd name="connsiteX11" fmla="*/ 152400 w 152400"/>
              <a:gd name="connsiteY11" fmla="*/ 52388 h 152401"/>
              <a:gd name="connsiteX12" fmla="*/ 152400 w 152400"/>
              <a:gd name="connsiteY12" fmla="*/ 80963 h 152401"/>
              <a:gd name="connsiteX13" fmla="*/ 76200 w 152400"/>
              <a:gd name="connsiteY13" fmla="*/ 152401 h 152401"/>
              <a:gd name="connsiteX14" fmla="*/ 0 w 152400"/>
              <a:gd name="connsiteY14" fmla="*/ 80963 h 152401"/>
              <a:gd name="connsiteX15" fmla="*/ 0 w 152400"/>
              <a:gd name="connsiteY15" fmla="*/ 52388 h 152401"/>
              <a:gd name="connsiteX16" fmla="*/ 12292 w 152400"/>
              <a:gd name="connsiteY16" fmla="*/ 45032 h 152401"/>
              <a:gd name="connsiteX17" fmla="*/ 114300 w 152400"/>
              <a:gd name="connsiteY17" fmla="*/ 9525 h 152401"/>
              <a:gd name="connsiteX18" fmla="*/ 104775 w 152400"/>
              <a:gd name="connsiteY18" fmla="*/ 19050 h 152401"/>
              <a:gd name="connsiteX19" fmla="*/ 114300 w 152400"/>
              <a:gd name="connsiteY19" fmla="*/ 28575 h 152401"/>
              <a:gd name="connsiteX20" fmla="*/ 123825 w 152400"/>
              <a:gd name="connsiteY20" fmla="*/ 19050 h 152401"/>
              <a:gd name="connsiteX21" fmla="*/ 114300 w 152400"/>
              <a:gd name="connsiteY21" fmla="*/ 9525 h 152401"/>
              <a:gd name="connsiteX22" fmla="*/ 85725 w 152400"/>
              <a:gd name="connsiteY22" fmla="*/ 9525 h 152401"/>
              <a:gd name="connsiteX23" fmla="*/ 76200 w 152400"/>
              <a:gd name="connsiteY23" fmla="*/ 19050 h 152401"/>
              <a:gd name="connsiteX24" fmla="*/ 85725 w 152400"/>
              <a:gd name="connsiteY24" fmla="*/ 28575 h 152401"/>
              <a:gd name="connsiteX25" fmla="*/ 95250 w 152400"/>
              <a:gd name="connsiteY25" fmla="*/ 19050 h 152401"/>
              <a:gd name="connsiteX26" fmla="*/ 85725 w 152400"/>
              <a:gd name="connsiteY26" fmla="*/ 9525 h 152401"/>
              <a:gd name="connsiteX27" fmla="*/ 76200 w 152400"/>
              <a:gd name="connsiteY27" fmla="*/ 0 h 152401"/>
              <a:gd name="connsiteX28" fmla="*/ 152400 w 152400"/>
              <a:gd name="connsiteY28" fmla="*/ 19050 h 152401"/>
              <a:gd name="connsiteX29" fmla="*/ 76200 w 152400"/>
              <a:gd name="connsiteY29" fmla="*/ 38100 h 152401"/>
              <a:gd name="connsiteX30" fmla="*/ 0 w 152400"/>
              <a:gd name="connsiteY30" fmla="*/ 19050 h 152401"/>
              <a:gd name="connsiteX31" fmla="*/ 76200 w 152400"/>
              <a:gd name="connsiteY31" fmla="*/ 0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2400" h="152401">
                <a:moveTo>
                  <a:pt x="76200" y="66675"/>
                </a:moveTo>
                <a:cubicBezTo>
                  <a:pt x="60418" y="66675"/>
                  <a:pt x="47625" y="79468"/>
                  <a:pt x="47625" y="95250"/>
                </a:cubicBezTo>
                <a:cubicBezTo>
                  <a:pt x="47625" y="111032"/>
                  <a:pt x="60418" y="123825"/>
                  <a:pt x="76200" y="123825"/>
                </a:cubicBezTo>
                <a:cubicBezTo>
                  <a:pt x="91982" y="123825"/>
                  <a:pt x="104775" y="111032"/>
                  <a:pt x="104775" y="95250"/>
                </a:cubicBezTo>
                <a:cubicBezTo>
                  <a:pt x="104775" y="79468"/>
                  <a:pt x="91982" y="66675"/>
                  <a:pt x="76200" y="66675"/>
                </a:cubicBezTo>
                <a:close/>
                <a:moveTo>
                  <a:pt x="12292" y="45032"/>
                </a:moveTo>
                <a:cubicBezTo>
                  <a:pt x="18752" y="46417"/>
                  <a:pt x="27031" y="47024"/>
                  <a:pt x="37225" y="47323"/>
                </a:cubicBezTo>
                <a:cubicBezTo>
                  <a:pt x="47485" y="47625"/>
                  <a:pt x="60299" y="47625"/>
                  <a:pt x="76052" y="47625"/>
                </a:cubicBezTo>
                <a:lnTo>
                  <a:pt x="76348" y="47625"/>
                </a:lnTo>
                <a:cubicBezTo>
                  <a:pt x="92101" y="47625"/>
                  <a:pt x="104915" y="47625"/>
                  <a:pt x="115175" y="47323"/>
                </a:cubicBezTo>
                <a:cubicBezTo>
                  <a:pt x="125369" y="47024"/>
                  <a:pt x="133648" y="46417"/>
                  <a:pt x="140108" y="45032"/>
                </a:cubicBezTo>
                <a:cubicBezTo>
                  <a:pt x="152387" y="42401"/>
                  <a:pt x="152400" y="47625"/>
                  <a:pt x="152400" y="52388"/>
                </a:cubicBezTo>
                <a:lnTo>
                  <a:pt x="152400" y="80963"/>
                </a:lnTo>
                <a:cubicBezTo>
                  <a:pt x="152400" y="142876"/>
                  <a:pt x="152400" y="152401"/>
                  <a:pt x="76200" y="152401"/>
                </a:cubicBezTo>
                <a:cubicBezTo>
                  <a:pt x="0" y="152401"/>
                  <a:pt x="0" y="142876"/>
                  <a:pt x="0" y="80963"/>
                </a:cubicBezTo>
                <a:lnTo>
                  <a:pt x="0" y="52388"/>
                </a:lnTo>
                <a:cubicBezTo>
                  <a:pt x="0" y="47625"/>
                  <a:pt x="13" y="42401"/>
                  <a:pt x="12292" y="45032"/>
                </a:cubicBezTo>
                <a:close/>
                <a:moveTo>
                  <a:pt x="114300" y="9525"/>
                </a:moveTo>
                <a:cubicBezTo>
                  <a:pt x="109039" y="9525"/>
                  <a:pt x="104775" y="13790"/>
                  <a:pt x="104775" y="19050"/>
                </a:cubicBezTo>
                <a:cubicBezTo>
                  <a:pt x="104775" y="24310"/>
                  <a:pt x="109039" y="28575"/>
                  <a:pt x="114300" y="28575"/>
                </a:cubicBezTo>
                <a:cubicBezTo>
                  <a:pt x="119561" y="28575"/>
                  <a:pt x="123825" y="24310"/>
                  <a:pt x="123825" y="19050"/>
                </a:cubicBezTo>
                <a:cubicBezTo>
                  <a:pt x="123825" y="13790"/>
                  <a:pt x="119561" y="9525"/>
                  <a:pt x="114300" y="9525"/>
                </a:cubicBezTo>
                <a:close/>
                <a:moveTo>
                  <a:pt x="85725" y="9525"/>
                </a:moveTo>
                <a:cubicBezTo>
                  <a:pt x="80464" y="9525"/>
                  <a:pt x="76200" y="13790"/>
                  <a:pt x="76200" y="19050"/>
                </a:cubicBezTo>
                <a:cubicBezTo>
                  <a:pt x="76200" y="24310"/>
                  <a:pt x="80464" y="28575"/>
                  <a:pt x="85725" y="28575"/>
                </a:cubicBezTo>
                <a:cubicBezTo>
                  <a:pt x="90986" y="28575"/>
                  <a:pt x="95250" y="24310"/>
                  <a:pt x="95250" y="19050"/>
                </a:cubicBezTo>
                <a:cubicBezTo>
                  <a:pt x="95250" y="13790"/>
                  <a:pt x="90986" y="9525"/>
                  <a:pt x="85725" y="9525"/>
                </a:cubicBezTo>
                <a:close/>
                <a:moveTo>
                  <a:pt x="76200" y="0"/>
                </a:moveTo>
                <a:cubicBezTo>
                  <a:pt x="139700" y="0"/>
                  <a:pt x="152400" y="0"/>
                  <a:pt x="152400" y="19050"/>
                </a:cubicBezTo>
                <a:cubicBezTo>
                  <a:pt x="152400" y="38100"/>
                  <a:pt x="139700" y="38100"/>
                  <a:pt x="76200" y="38100"/>
                </a:cubicBezTo>
                <a:cubicBezTo>
                  <a:pt x="12700" y="38100"/>
                  <a:pt x="0" y="38100"/>
                  <a:pt x="0" y="19050"/>
                </a:cubicBezTo>
                <a:cubicBezTo>
                  <a:pt x="0" y="0"/>
                  <a:pt x="12700" y="0"/>
                  <a:pt x="76200" y="0"/>
                </a:cubicBezTo>
                <a:close/>
              </a:path>
            </a:pathLst>
          </a:custGeom>
          <a:solidFill>
            <a:srgbClr val="000000"/>
          </a:solidFill>
          <a:ln w="9525" cap="flat">
            <a:noFill/>
            <a:prstDash val="solid"/>
            <a:miter/>
          </a:ln>
        </p:spPr>
        <p:txBody>
          <a:bodyPr rtlCol="0" anchor="ctr"/>
          <a:lstStyle/>
          <a:p>
            <a:endParaRPr lang="ru-RU"/>
          </a:p>
        </p:txBody>
      </p:sp>
      <p:sp>
        <p:nvSpPr>
          <p:cNvPr id="1556" name="Полилиния: фигура 1555">
            <a:extLst>
              <a:ext uri="{FF2B5EF4-FFF2-40B4-BE49-F238E27FC236}">
                <a16:creationId xmlns:a16="http://schemas.microsoft.com/office/drawing/2014/main" id="{2412B056-FC20-85CC-F3B7-BBABB40AB1BB}"/>
              </a:ext>
            </a:extLst>
          </p:cNvPr>
          <p:cNvSpPr/>
          <p:nvPr/>
        </p:nvSpPr>
        <p:spPr>
          <a:xfrm>
            <a:off x="2333405" y="1385509"/>
            <a:ext cx="171448" cy="180975"/>
          </a:xfrm>
          <a:custGeom>
            <a:avLst/>
            <a:gdLst>
              <a:gd name="connsiteX0" fmla="*/ 159564 w 171448"/>
              <a:gd name="connsiteY0" fmla="*/ 104550 h 180975"/>
              <a:gd name="connsiteX1" fmla="*/ 159485 w 171448"/>
              <a:gd name="connsiteY1" fmla="*/ 104776 h 180975"/>
              <a:gd name="connsiteX2" fmla="*/ 170921 w 171448"/>
              <a:gd name="connsiteY2" fmla="*/ 121828 h 180975"/>
              <a:gd name="connsiteX3" fmla="*/ 85724 w 171448"/>
              <a:gd name="connsiteY3" fmla="*/ 180975 h 180975"/>
              <a:gd name="connsiteX4" fmla="*/ 527 w 171448"/>
              <a:gd name="connsiteY4" fmla="*/ 121828 h 180975"/>
              <a:gd name="connsiteX5" fmla="*/ 15149 w 171448"/>
              <a:gd name="connsiteY5" fmla="*/ 105028 h 180975"/>
              <a:gd name="connsiteX6" fmla="*/ 15331 w 171448"/>
              <a:gd name="connsiteY6" fmla="*/ 105056 h 180975"/>
              <a:gd name="connsiteX7" fmla="*/ 24712 w 171448"/>
              <a:gd name="connsiteY7" fmla="*/ 106600 h 180975"/>
              <a:gd name="connsiteX8" fmla="*/ 85724 w 171448"/>
              <a:gd name="connsiteY8" fmla="*/ 111971 h 180975"/>
              <a:gd name="connsiteX9" fmla="*/ 146735 w 171448"/>
              <a:gd name="connsiteY9" fmla="*/ 106601 h 180975"/>
              <a:gd name="connsiteX10" fmla="*/ 156118 w 171448"/>
              <a:gd name="connsiteY10" fmla="*/ 105056 h 180975"/>
              <a:gd name="connsiteX11" fmla="*/ 159564 w 171448"/>
              <a:gd name="connsiteY11" fmla="*/ 104550 h 180975"/>
              <a:gd name="connsiteX12" fmla="*/ 10658 w 171448"/>
              <a:gd name="connsiteY12" fmla="*/ 67473 h 180975"/>
              <a:gd name="connsiteX13" fmla="*/ 19287 w 171448"/>
              <a:gd name="connsiteY13" fmla="*/ 67530 h 180975"/>
              <a:gd name="connsiteX14" fmla="*/ 45475 w 171448"/>
              <a:gd name="connsiteY14" fmla="*/ 80112 h 180975"/>
              <a:gd name="connsiteX15" fmla="*/ 57306 w 171448"/>
              <a:gd name="connsiteY15" fmla="*/ 92724 h 180975"/>
              <a:gd name="connsiteX16" fmla="*/ 61539 w 171448"/>
              <a:gd name="connsiteY16" fmla="*/ 101694 h 180975"/>
              <a:gd name="connsiteX17" fmla="*/ 26362 w 171448"/>
              <a:gd name="connsiteY17" fmla="*/ 97218 h 180975"/>
              <a:gd name="connsiteX18" fmla="*/ 16796 w 171448"/>
              <a:gd name="connsiteY18" fmla="*/ 95644 h 180975"/>
              <a:gd name="connsiteX19" fmla="*/ 14092 w 171448"/>
              <a:gd name="connsiteY19" fmla="*/ 95253 h 180975"/>
              <a:gd name="connsiteX20" fmla="*/ 9790 w 171448"/>
              <a:gd name="connsiteY20" fmla="*/ 75847 h 180975"/>
              <a:gd name="connsiteX21" fmla="*/ 10658 w 171448"/>
              <a:gd name="connsiteY21" fmla="*/ 67473 h 180975"/>
              <a:gd name="connsiteX22" fmla="*/ 23289 w 171448"/>
              <a:gd name="connsiteY22" fmla="*/ 20650 h 180975"/>
              <a:gd name="connsiteX23" fmla="*/ 36498 w 171448"/>
              <a:gd name="connsiteY23" fmla="*/ 23292 h 180975"/>
              <a:gd name="connsiteX24" fmla="*/ 62699 w 171448"/>
              <a:gd name="connsiteY24" fmla="*/ 62592 h 180975"/>
              <a:gd name="connsiteX25" fmla="*/ 72497 w 171448"/>
              <a:gd name="connsiteY25" fmla="*/ 58234 h 180975"/>
              <a:gd name="connsiteX26" fmla="*/ 73604 w 171448"/>
              <a:gd name="connsiteY26" fmla="*/ 58116 h 180975"/>
              <a:gd name="connsiteX27" fmla="*/ 80961 w 171448"/>
              <a:gd name="connsiteY27" fmla="*/ 57299 h 180975"/>
              <a:gd name="connsiteX28" fmla="*/ 106868 w 171448"/>
              <a:gd name="connsiteY28" fmla="*/ 69741 h 180975"/>
              <a:gd name="connsiteX29" fmla="*/ 113562 w 171448"/>
              <a:gd name="connsiteY29" fmla="*/ 70476 h 180975"/>
              <a:gd name="connsiteX30" fmla="*/ 114297 w 171448"/>
              <a:gd name="connsiteY30" fmla="*/ 63781 h 180975"/>
              <a:gd name="connsiteX31" fmla="*/ 99842 w 171448"/>
              <a:gd name="connsiteY31" fmla="*/ 52165 h 180975"/>
              <a:gd name="connsiteX32" fmla="*/ 119061 w 171448"/>
              <a:gd name="connsiteY32" fmla="*/ 47625 h 180975"/>
              <a:gd name="connsiteX33" fmla="*/ 161923 w 171448"/>
              <a:gd name="connsiteY33" fmla="*/ 90487 h 180975"/>
              <a:gd name="connsiteX34" fmla="*/ 161720 w 171448"/>
              <a:gd name="connsiteY34" fmla="*/ 94687 h 180975"/>
              <a:gd name="connsiteX35" fmla="*/ 154650 w 171448"/>
              <a:gd name="connsiteY35" fmla="*/ 95644 h 180975"/>
              <a:gd name="connsiteX36" fmla="*/ 145085 w 171448"/>
              <a:gd name="connsiteY36" fmla="*/ 97218 h 180975"/>
              <a:gd name="connsiteX37" fmla="*/ 85723 w 171448"/>
              <a:gd name="connsiteY37" fmla="*/ 102446 h 180975"/>
              <a:gd name="connsiteX38" fmla="*/ 71282 w 171448"/>
              <a:gd name="connsiteY38" fmla="*/ 102196 h 180975"/>
              <a:gd name="connsiteX39" fmla="*/ 65176 w 171448"/>
              <a:gd name="connsiteY39" fmla="*/ 87358 h 180975"/>
              <a:gd name="connsiteX40" fmla="*/ 51246 w 171448"/>
              <a:gd name="connsiteY40" fmla="*/ 72524 h 180975"/>
              <a:gd name="connsiteX41" fmla="*/ 41924 w 171448"/>
              <a:gd name="connsiteY41" fmla="*/ 65773 h 180975"/>
              <a:gd name="connsiteX42" fmla="*/ 20648 w 171448"/>
              <a:gd name="connsiteY42" fmla="*/ 33859 h 180975"/>
              <a:gd name="connsiteX43" fmla="*/ 23289 w 171448"/>
              <a:gd name="connsiteY43" fmla="*/ 20650 h 180975"/>
              <a:gd name="connsiteX44" fmla="*/ 74852 w 171448"/>
              <a:gd name="connsiteY44" fmla="*/ 96 h 180975"/>
              <a:gd name="connsiteX45" fmla="*/ 85629 w 171448"/>
              <a:gd name="connsiteY45" fmla="*/ 8178 h 180975"/>
              <a:gd name="connsiteX46" fmla="*/ 91471 w 171448"/>
              <a:gd name="connsiteY46" fmla="*/ 49077 h 180975"/>
              <a:gd name="connsiteX47" fmla="*/ 80961 w 171448"/>
              <a:gd name="connsiteY47" fmla="*/ 47774 h 180975"/>
              <a:gd name="connsiteX48" fmla="*/ 72171 w 171448"/>
              <a:gd name="connsiteY48" fmla="*/ 48680 h 180975"/>
              <a:gd name="connsiteX49" fmla="*/ 66770 w 171448"/>
              <a:gd name="connsiteY49" fmla="*/ 10872 h 180975"/>
              <a:gd name="connsiteX50" fmla="*/ 74852 w 171448"/>
              <a:gd name="connsiteY50" fmla="*/ 96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71448" h="180975">
                <a:moveTo>
                  <a:pt x="159564" y="104550"/>
                </a:moveTo>
                <a:cubicBezTo>
                  <a:pt x="159538" y="104625"/>
                  <a:pt x="159511" y="104700"/>
                  <a:pt x="159485" y="104776"/>
                </a:cubicBezTo>
                <a:cubicBezTo>
                  <a:pt x="166987" y="104736"/>
                  <a:pt x="173357" y="108942"/>
                  <a:pt x="170921" y="121828"/>
                </a:cubicBezTo>
                <a:cubicBezTo>
                  <a:pt x="160827" y="172660"/>
                  <a:pt x="154304" y="180975"/>
                  <a:pt x="85724" y="180975"/>
                </a:cubicBezTo>
                <a:cubicBezTo>
                  <a:pt x="17144" y="180975"/>
                  <a:pt x="10622" y="172660"/>
                  <a:pt x="527" y="121828"/>
                </a:cubicBezTo>
                <a:cubicBezTo>
                  <a:pt x="-2249" y="107144"/>
                  <a:pt x="6411" y="103731"/>
                  <a:pt x="15149" y="105028"/>
                </a:cubicBezTo>
                <a:cubicBezTo>
                  <a:pt x="15209" y="105037"/>
                  <a:pt x="15270" y="105046"/>
                  <a:pt x="15331" y="105056"/>
                </a:cubicBezTo>
                <a:cubicBezTo>
                  <a:pt x="18484" y="105547"/>
                  <a:pt x="21578" y="106070"/>
                  <a:pt x="24712" y="106600"/>
                </a:cubicBezTo>
                <a:cubicBezTo>
                  <a:pt x="40106" y="109203"/>
                  <a:pt x="56482" y="111971"/>
                  <a:pt x="85724" y="111971"/>
                </a:cubicBezTo>
                <a:cubicBezTo>
                  <a:pt x="114967" y="111971"/>
                  <a:pt x="131341" y="109203"/>
                  <a:pt x="146735" y="106601"/>
                </a:cubicBezTo>
                <a:cubicBezTo>
                  <a:pt x="149868" y="106071"/>
                  <a:pt x="152966" y="105547"/>
                  <a:pt x="156118" y="105056"/>
                </a:cubicBezTo>
                <a:cubicBezTo>
                  <a:pt x="157341" y="104865"/>
                  <a:pt x="158488" y="104697"/>
                  <a:pt x="159564" y="104550"/>
                </a:cubicBezTo>
                <a:close/>
                <a:moveTo>
                  <a:pt x="10658" y="67473"/>
                </a:moveTo>
                <a:cubicBezTo>
                  <a:pt x="11963" y="66292"/>
                  <a:pt x="14562" y="66517"/>
                  <a:pt x="19287" y="67530"/>
                </a:cubicBezTo>
                <a:cubicBezTo>
                  <a:pt x="28757" y="69560"/>
                  <a:pt x="37840" y="74256"/>
                  <a:pt x="45475" y="80112"/>
                </a:cubicBezTo>
                <a:cubicBezTo>
                  <a:pt x="50169" y="84013"/>
                  <a:pt x="54334" y="88365"/>
                  <a:pt x="57306" y="92724"/>
                </a:cubicBezTo>
                <a:cubicBezTo>
                  <a:pt x="59505" y="95950"/>
                  <a:pt x="60916" y="98977"/>
                  <a:pt x="61539" y="101694"/>
                </a:cubicBezTo>
                <a:cubicBezTo>
                  <a:pt x="47130" y="100726"/>
                  <a:pt x="36668" y="98959"/>
                  <a:pt x="26362" y="97218"/>
                </a:cubicBezTo>
                <a:cubicBezTo>
                  <a:pt x="23195" y="96683"/>
                  <a:pt x="20043" y="96151"/>
                  <a:pt x="16796" y="95644"/>
                </a:cubicBezTo>
                <a:cubicBezTo>
                  <a:pt x="15878" y="95501"/>
                  <a:pt x="14976" y="95370"/>
                  <a:pt x="14092" y="95253"/>
                </a:cubicBezTo>
                <a:cubicBezTo>
                  <a:pt x="11954" y="89456"/>
                  <a:pt x="10481" y="82937"/>
                  <a:pt x="9790" y="75847"/>
                </a:cubicBezTo>
                <a:cubicBezTo>
                  <a:pt x="9341" y="71239"/>
                  <a:pt x="9352" y="68653"/>
                  <a:pt x="10658" y="67473"/>
                </a:cubicBezTo>
                <a:close/>
                <a:moveTo>
                  <a:pt x="23289" y="20650"/>
                </a:moveTo>
                <a:cubicBezTo>
                  <a:pt x="27667" y="17732"/>
                  <a:pt x="33580" y="18915"/>
                  <a:pt x="36498" y="23292"/>
                </a:cubicBezTo>
                <a:lnTo>
                  <a:pt x="62699" y="62592"/>
                </a:lnTo>
                <a:cubicBezTo>
                  <a:pt x="65669" y="60644"/>
                  <a:pt x="68969" y="59157"/>
                  <a:pt x="72497" y="58234"/>
                </a:cubicBezTo>
                <a:cubicBezTo>
                  <a:pt x="72861" y="58238"/>
                  <a:pt x="73233" y="58200"/>
                  <a:pt x="73604" y="58116"/>
                </a:cubicBezTo>
                <a:cubicBezTo>
                  <a:pt x="75967" y="57582"/>
                  <a:pt x="78428" y="57299"/>
                  <a:pt x="80961" y="57299"/>
                </a:cubicBezTo>
                <a:cubicBezTo>
                  <a:pt x="91436" y="57299"/>
                  <a:pt x="100777" y="62147"/>
                  <a:pt x="106868" y="69741"/>
                </a:cubicBezTo>
                <a:cubicBezTo>
                  <a:pt x="108513" y="71793"/>
                  <a:pt x="111510" y="72122"/>
                  <a:pt x="113562" y="70476"/>
                </a:cubicBezTo>
                <a:cubicBezTo>
                  <a:pt x="115613" y="68831"/>
                  <a:pt x="115943" y="65833"/>
                  <a:pt x="114297" y="63781"/>
                </a:cubicBezTo>
                <a:cubicBezTo>
                  <a:pt x="110408" y="58931"/>
                  <a:pt x="105476" y="54946"/>
                  <a:pt x="99842" y="52165"/>
                </a:cubicBezTo>
                <a:cubicBezTo>
                  <a:pt x="105623" y="49260"/>
                  <a:pt x="112151" y="47625"/>
                  <a:pt x="119061" y="47625"/>
                </a:cubicBezTo>
                <a:cubicBezTo>
                  <a:pt x="142733" y="47625"/>
                  <a:pt x="161923" y="66815"/>
                  <a:pt x="161923" y="90487"/>
                </a:cubicBezTo>
                <a:cubicBezTo>
                  <a:pt x="161923" y="91905"/>
                  <a:pt x="161854" y="93305"/>
                  <a:pt x="161720" y="94687"/>
                </a:cubicBezTo>
                <a:cubicBezTo>
                  <a:pt x="159545" y="94922"/>
                  <a:pt x="157185" y="95250"/>
                  <a:pt x="154650" y="95644"/>
                </a:cubicBezTo>
                <a:cubicBezTo>
                  <a:pt x="151404" y="96151"/>
                  <a:pt x="148251" y="96683"/>
                  <a:pt x="145085" y="97218"/>
                </a:cubicBezTo>
                <a:cubicBezTo>
                  <a:pt x="129779" y="99803"/>
                  <a:pt x="114131" y="102446"/>
                  <a:pt x="85723" y="102446"/>
                </a:cubicBezTo>
                <a:cubicBezTo>
                  <a:pt x="80504" y="102446"/>
                  <a:pt x="75716" y="102358"/>
                  <a:pt x="71282" y="102196"/>
                </a:cubicBezTo>
                <a:cubicBezTo>
                  <a:pt x="70671" y="96993"/>
                  <a:pt x="68288" y="91923"/>
                  <a:pt x="65176" y="87358"/>
                </a:cubicBezTo>
                <a:cubicBezTo>
                  <a:pt x="61510" y="81983"/>
                  <a:pt x="56556" y="76897"/>
                  <a:pt x="51246" y="72524"/>
                </a:cubicBezTo>
                <a:cubicBezTo>
                  <a:pt x="48247" y="70054"/>
                  <a:pt x="45091" y="67776"/>
                  <a:pt x="41924" y="65773"/>
                </a:cubicBezTo>
                <a:lnTo>
                  <a:pt x="20648" y="33859"/>
                </a:lnTo>
                <a:cubicBezTo>
                  <a:pt x="17730" y="29482"/>
                  <a:pt x="18912" y="23568"/>
                  <a:pt x="23289" y="20650"/>
                </a:cubicBezTo>
                <a:close/>
                <a:moveTo>
                  <a:pt x="74852" y="96"/>
                </a:moveTo>
                <a:cubicBezTo>
                  <a:pt x="80059" y="-648"/>
                  <a:pt x="84884" y="2970"/>
                  <a:pt x="85629" y="8178"/>
                </a:cubicBezTo>
                <a:lnTo>
                  <a:pt x="91471" y="49077"/>
                </a:lnTo>
                <a:cubicBezTo>
                  <a:pt x="88109" y="48226"/>
                  <a:pt x="84588" y="47774"/>
                  <a:pt x="80961" y="47774"/>
                </a:cubicBezTo>
                <a:cubicBezTo>
                  <a:pt x="77952" y="47774"/>
                  <a:pt x="75012" y="48086"/>
                  <a:pt x="72171" y="48680"/>
                </a:cubicBezTo>
                <a:lnTo>
                  <a:pt x="66770" y="10872"/>
                </a:lnTo>
                <a:cubicBezTo>
                  <a:pt x="66026" y="5665"/>
                  <a:pt x="69645" y="840"/>
                  <a:pt x="74852" y="96"/>
                </a:cubicBezTo>
                <a:close/>
              </a:path>
            </a:pathLst>
          </a:custGeom>
          <a:solidFill>
            <a:srgbClr val="000000"/>
          </a:solidFill>
          <a:ln w="9525" cap="flat">
            <a:noFill/>
            <a:prstDash val="solid"/>
            <a:miter/>
          </a:ln>
        </p:spPr>
        <p:txBody>
          <a:bodyPr rtlCol="0" anchor="ctr"/>
          <a:lstStyle/>
          <a:p>
            <a:endParaRPr lang="ru-RU"/>
          </a:p>
        </p:txBody>
      </p:sp>
      <p:sp>
        <p:nvSpPr>
          <p:cNvPr id="1104" name="Рисунок 61">
            <a:extLst>
              <a:ext uri="{FF2B5EF4-FFF2-40B4-BE49-F238E27FC236}">
                <a16:creationId xmlns:a16="http://schemas.microsoft.com/office/drawing/2014/main" id="{A9E8F989-9E8A-330E-76B5-D0487EB1D00E}"/>
              </a:ext>
            </a:extLst>
          </p:cNvPr>
          <p:cNvSpPr/>
          <p:nvPr/>
        </p:nvSpPr>
        <p:spPr>
          <a:xfrm>
            <a:off x="2333403" y="1933724"/>
            <a:ext cx="180975" cy="161925"/>
          </a:xfrm>
          <a:custGeom>
            <a:avLst/>
            <a:gdLst>
              <a:gd name="connsiteX0" fmla="*/ 9097 w 180975"/>
              <a:gd name="connsiteY0" fmla="*/ 136150 h 161925"/>
              <a:gd name="connsiteX1" fmla="*/ 16804 w 180975"/>
              <a:gd name="connsiteY1" fmla="*/ 85117 h 161925"/>
              <a:gd name="connsiteX2" fmla="*/ 70799 w 180975"/>
              <a:gd name="connsiteY2" fmla="*/ 83233 h 161925"/>
              <a:gd name="connsiteX3" fmla="*/ 85762 w 180975"/>
              <a:gd name="connsiteY3" fmla="*/ 86279 h 161925"/>
              <a:gd name="connsiteX4" fmla="*/ 79803 w 180975"/>
              <a:gd name="connsiteY4" fmla="*/ 74893 h 161925"/>
              <a:gd name="connsiteX5" fmla="*/ 19050 w 180975"/>
              <a:gd name="connsiteY5" fmla="*/ 71438 h 161925"/>
              <a:gd name="connsiteX6" fmla="*/ 4495 w 180975"/>
              <a:gd name="connsiteY6" fmla="*/ 57225 h 161925"/>
              <a:gd name="connsiteX7" fmla="*/ 69 w 180975"/>
              <a:gd name="connsiteY7" fmla="*/ 17711 h 161925"/>
              <a:gd name="connsiteX8" fmla="*/ 10691 w 180975"/>
              <a:gd name="connsiteY8" fmla="*/ 12173 h 161925"/>
              <a:gd name="connsiteX9" fmla="*/ 23862 w 180975"/>
              <a:gd name="connsiteY9" fmla="*/ 22129 h 161925"/>
              <a:gd name="connsiteX10" fmla="*/ 50271 w 180975"/>
              <a:gd name="connsiteY10" fmla="*/ 19050 h 161925"/>
              <a:gd name="connsiteX11" fmla="*/ 76358 w 180975"/>
              <a:gd name="connsiteY11" fmla="*/ 17414 h 161925"/>
              <a:gd name="connsiteX12" fmla="*/ 85763 w 180975"/>
              <a:gd name="connsiteY12" fmla="*/ 2182 h 161925"/>
              <a:gd name="connsiteX13" fmla="*/ 97172 w 180975"/>
              <a:gd name="connsiteY13" fmla="*/ 5794 h 161925"/>
              <a:gd name="connsiteX14" fmla="*/ 104507 w 180975"/>
              <a:gd name="connsiteY14" fmla="*/ 29327 h 161925"/>
              <a:gd name="connsiteX15" fmla="*/ 119661 w 180975"/>
              <a:gd name="connsiteY15" fmla="*/ 41989 h 161925"/>
              <a:gd name="connsiteX16" fmla="*/ 162724 w 180975"/>
              <a:gd name="connsiteY16" fmla="*/ 59568 h 161925"/>
              <a:gd name="connsiteX17" fmla="*/ 170454 w 180975"/>
              <a:gd name="connsiteY17" fmla="*/ 133543 h 161925"/>
              <a:gd name="connsiteX18" fmla="*/ 90430 w 180975"/>
              <a:gd name="connsiteY18" fmla="*/ 161913 h 161925"/>
              <a:gd name="connsiteX19" fmla="*/ 9097 w 180975"/>
              <a:gd name="connsiteY19" fmla="*/ 13615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0975" h="161925">
                <a:moveTo>
                  <a:pt x="9097" y="136150"/>
                </a:moveTo>
                <a:cubicBezTo>
                  <a:pt x="-2660" y="123003"/>
                  <a:pt x="-4830" y="95764"/>
                  <a:pt x="16804" y="85117"/>
                </a:cubicBezTo>
                <a:cubicBezTo>
                  <a:pt x="30057" y="78596"/>
                  <a:pt x="52079" y="76291"/>
                  <a:pt x="70799" y="83233"/>
                </a:cubicBezTo>
                <a:cubicBezTo>
                  <a:pt x="76988" y="85529"/>
                  <a:pt x="81550" y="89926"/>
                  <a:pt x="85762" y="86279"/>
                </a:cubicBezTo>
                <a:cubicBezTo>
                  <a:pt x="89280" y="83233"/>
                  <a:pt x="85197" y="78206"/>
                  <a:pt x="79803" y="74893"/>
                </a:cubicBezTo>
                <a:cubicBezTo>
                  <a:pt x="67396" y="67273"/>
                  <a:pt x="47625" y="61913"/>
                  <a:pt x="19050" y="71438"/>
                </a:cubicBezTo>
                <a:cubicBezTo>
                  <a:pt x="6679" y="75561"/>
                  <a:pt x="5562" y="66914"/>
                  <a:pt x="4495" y="57225"/>
                </a:cubicBezTo>
                <a:cubicBezTo>
                  <a:pt x="3428" y="47537"/>
                  <a:pt x="1155" y="27567"/>
                  <a:pt x="69" y="17711"/>
                </a:cubicBezTo>
                <a:cubicBezTo>
                  <a:pt x="-538" y="12195"/>
                  <a:pt x="2835" y="9121"/>
                  <a:pt x="10691" y="12173"/>
                </a:cubicBezTo>
                <a:cubicBezTo>
                  <a:pt x="13740" y="13358"/>
                  <a:pt x="20460" y="20807"/>
                  <a:pt x="23862" y="22129"/>
                </a:cubicBezTo>
                <a:cubicBezTo>
                  <a:pt x="35962" y="26830"/>
                  <a:pt x="37230" y="20575"/>
                  <a:pt x="50271" y="19050"/>
                </a:cubicBezTo>
                <a:cubicBezTo>
                  <a:pt x="61102" y="17784"/>
                  <a:pt x="67873" y="24027"/>
                  <a:pt x="76358" y="17414"/>
                </a:cubicBezTo>
                <a:cubicBezTo>
                  <a:pt x="79871" y="14676"/>
                  <a:pt x="82338" y="4851"/>
                  <a:pt x="85763" y="2182"/>
                </a:cubicBezTo>
                <a:cubicBezTo>
                  <a:pt x="89526" y="-752"/>
                  <a:pt x="94795" y="-1737"/>
                  <a:pt x="97172" y="5794"/>
                </a:cubicBezTo>
                <a:cubicBezTo>
                  <a:pt x="98800" y="10949"/>
                  <a:pt x="102780" y="23854"/>
                  <a:pt x="104507" y="29327"/>
                </a:cubicBezTo>
                <a:cubicBezTo>
                  <a:pt x="107257" y="38039"/>
                  <a:pt x="109397" y="40221"/>
                  <a:pt x="119661" y="41989"/>
                </a:cubicBezTo>
                <a:cubicBezTo>
                  <a:pt x="131696" y="44061"/>
                  <a:pt x="150424" y="48855"/>
                  <a:pt x="162724" y="59568"/>
                </a:cubicBezTo>
                <a:cubicBezTo>
                  <a:pt x="182095" y="76441"/>
                  <a:pt x="188182" y="109659"/>
                  <a:pt x="170454" y="133543"/>
                </a:cubicBezTo>
                <a:cubicBezTo>
                  <a:pt x="156672" y="151956"/>
                  <a:pt x="123613" y="161517"/>
                  <a:pt x="90430" y="161913"/>
                </a:cubicBezTo>
                <a:cubicBezTo>
                  <a:pt x="57748" y="162301"/>
                  <a:pt x="24956" y="153797"/>
                  <a:pt x="9097" y="136150"/>
                </a:cubicBezTo>
                <a:close/>
              </a:path>
            </a:pathLst>
          </a:custGeom>
          <a:solidFill>
            <a:srgbClr val="000000"/>
          </a:solidFill>
          <a:ln w="9525" cap="flat">
            <a:noFill/>
            <a:prstDash val="solid"/>
            <a:miter/>
          </a:ln>
        </p:spPr>
        <p:txBody>
          <a:bodyPr rtlCol="0" anchor="ctr"/>
          <a:lstStyle/>
          <a:p>
            <a:endParaRPr lang="ru-RU"/>
          </a:p>
        </p:txBody>
      </p:sp>
      <p:sp>
        <p:nvSpPr>
          <p:cNvPr id="1105" name="Рисунок 501">
            <a:extLst>
              <a:ext uri="{FF2B5EF4-FFF2-40B4-BE49-F238E27FC236}">
                <a16:creationId xmlns:a16="http://schemas.microsoft.com/office/drawing/2014/main" id="{E9D2E439-B2AC-35D9-F0AB-4CFF3352DC70}"/>
              </a:ext>
            </a:extLst>
          </p:cNvPr>
          <p:cNvSpPr/>
          <p:nvPr/>
        </p:nvSpPr>
        <p:spPr>
          <a:xfrm>
            <a:off x="2314354" y="3962252"/>
            <a:ext cx="209550" cy="95250"/>
          </a:xfrm>
          <a:custGeom>
            <a:avLst/>
            <a:gdLst>
              <a:gd name="connsiteX0" fmla="*/ 199743 w 209550"/>
              <a:gd name="connsiteY0" fmla="*/ 3558 h 95250"/>
              <a:gd name="connsiteX1" fmla="*/ 199923 w 209550"/>
              <a:gd name="connsiteY1" fmla="*/ 4135 h 95250"/>
              <a:gd name="connsiteX2" fmla="*/ 209496 w 209550"/>
              <a:gd name="connsiteY2" fmla="*/ 41308 h 95250"/>
              <a:gd name="connsiteX3" fmla="*/ 207715 w 209550"/>
              <a:gd name="connsiteY3" fmla="*/ 43302 h 95250"/>
              <a:gd name="connsiteX4" fmla="*/ 207393 w 209550"/>
              <a:gd name="connsiteY4" fmla="*/ 43196 h 95250"/>
              <a:gd name="connsiteX5" fmla="*/ 173417 w 209550"/>
              <a:gd name="connsiteY5" fmla="*/ 27877 h 95250"/>
              <a:gd name="connsiteX6" fmla="*/ 178075 w 209550"/>
              <a:gd name="connsiteY6" fmla="*/ 45970 h 95250"/>
              <a:gd name="connsiteX7" fmla="*/ 173128 w 209550"/>
              <a:gd name="connsiteY7" fmla="*/ 52990 h 95250"/>
              <a:gd name="connsiteX8" fmla="*/ 167864 w 209550"/>
              <a:gd name="connsiteY8" fmla="*/ 49290 h 95250"/>
              <a:gd name="connsiteX9" fmla="*/ 167685 w 209550"/>
              <a:gd name="connsiteY9" fmla="*/ 48714 h 95250"/>
              <a:gd name="connsiteX10" fmla="*/ 158147 w 209550"/>
              <a:gd name="connsiteY10" fmla="*/ 11675 h 95250"/>
              <a:gd name="connsiteX11" fmla="*/ 159928 w 209550"/>
              <a:gd name="connsiteY11" fmla="*/ 9681 h 95250"/>
              <a:gd name="connsiteX12" fmla="*/ 160250 w 209550"/>
              <a:gd name="connsiteY12" fmla="*/ 9787 h 95250"/>
              <a:gd name="connsiteX13" fmla="*/ 194227 w 209550"/>
              <a:gd name="connsiteY13" fmla="*/ 25105 h 95250"/>
              <a:gd name="connsiteX14" fmla="*/ 189607 w 209550"/>
              <a:gd name="connsiteY14" fmla="*/ 7165 h 95250"/>
              <a:gd name="connsiteX15" fmla="*/ 192266 w 209550"/>
              <a:gd name="connsiteY15" fmla="*/ 629 h 95250"/>
              <a:gd name="connsiteX16" fmla="*/ 199743 w 209550"/>
              <a:gd name="connsiteY16" fmla="*/ 3558 h 95250"/>
              <a:gd name="connsiteX17" fmla="*/ 156018 w 209550"/>
              <a:gd name="connsiteY17" fmla="*/ 34239 h 95250"/>
              <a:gd name="connsiteX18" fmla="*/ 119014 w 209550"/>
              <a:gd name="connsiteY18" fmla="*/ 19816 h 95250"/>
              <a:gd name="connsiteX19" fmla="*/ 93896 w 209550"/>
              <a:gd name="connsiteY19" fmla="*/ 51558 h 95250"/>
              <a:gd name="connsiteX20" fmla="*/ 130901 w 209550"/>
              <a:gd name="connsiteY20" fmla="*/ 65981 h 95250"/>
              <a:gd name="connsiteX21" fmla="*/ 156018 w 209550"/>
              <a:gd name="connsiteY21" fmla="*/ 34239 h 95250"/>
              <a:gd name="connsiteX22" fmla="*/ 44446 w 209550"/>
              <a:gd name="connsiteY22" fmla="*/ 62828 h 95250"/>
              <a:gd name="connsiteX23" fmla="*/ 19325 w 209550"/>
              <a:gd name="connsiteY23" fmla="*/ 47735 h 95250"/>
              <a:gd name="connsiteX24" fmla="*/ 1508 w 209550"/>
              <a:gd name="connsiteY24" fmla="*/ 79849 h 95250"/>
              <a:gd name="connsiteX25" fmla="*/ 26628 w 209550"/>
              <a:gd name="connsiteY25" fmla="*/ 94940 h 95250"/>
              <a:gd name="connsiteX26" fmla="*/ 44446 w 209550"/>
              <a:gd name="connsiteY26" fmla="*/ 62828 h 95250"/>
              <a:gd name="connsiteX27" fmla="*/ 85683 w 209550"/>
              <a:gd name="connsiteY27" fmla="*/ 32574 h 95250"/>
              <a:gd name="connsiteX28" fmla="*/ 83758 w 209550"/>
              <a:gd name="connsiteY28" fmla="*/ 30750 h 95250"/>
              <a:gd name="connsiteX29" fmla="*/ 51277 w 209550"/>
              <a:gd name="connsiteY29" fmla="*/ 39806 h 95250"/>
              <a:gd name="connsiteX30" fmla="*/ 50727 w 209550"/>
              <a:gd name="connsiteY30" fmla="*/ 39993 h 95250"/>
              <a:gd name="connsiteX31" fmla="*/ 47882 w 209550"/>
              <a:gd name="connsiteY31" fmla="*/ 47720 h 95250"/>
              <a:gd name="connsiteX32" fmla="*/ 54247 w 209550"/>
              <a:gd name="connsiteY32" fmla="*/ 50524 h 95250"/>
              <a:gd name="connsiteX33" fmla="*/ 68697 w 209550"/>
              <a:gd name="connsiteY33" fmla="*/ 46496 h 95250"/>
              <a:gd name="connsiteX34" fmla="*/ 54159 w 209550"/>
              <a:gd name="connsiteY34" fmla="*/ 83637 h 95250"/>
              <a:gd name="connsiteX35" fmla="*/ 54066 w 209550"/>
              <a:gd name="connsiteY35" fmla="*/ 83970 h 95250"/>
              <a:gd name="connsiteX36" fmla="*/ 55973 w 209550"/>
              <a:gd name="connsiteY36" fmla="*/ 85776 h 95250"/>
              <a:gd name="connsiteX37" fmla="*/ 91248 w 209550"/>
              <a:gd name="connsiteY37" fmla="*/ 75941 h 95250"/>
              <a:gd name="connsiteX38" fmla="*/ 91810 w 209550"/>
              <a:gd name="connsiteY38" fmla="*/ 75751 h 95250"/>
              <a:gd name="connsiteX39" fmla="*/ 95411 w 209550"/>
              <a:gd name="connsiteY39" fmla="*/ 70200 h 95250"/>
              <a:gd name="connsiteX40" fmla="*/ 88668 w 209550"/>
              <a:gd name="connsiteY40" fmla="*/ 65114 h 95250"/>
              <a:gd name="connsiteX41" fmla="*/ 71062 w 209550"/>
              <a:gd name="connsiteY41" fmla="*/ 70022 h 95250"/>
              <a:gd name="connsiteX42" fmla="*/ 85589 w 209550"/>
              <a:gd name="connsiteY42" fmla="*/ 32909 h 95250"/>
              <a:gd name="connsiteX43" fmla="*/ 85683 w 209550"/>
              <a:gd name="connsiteY43" fmla="*/ 32574 h 95250"/>
              <a:gd name="connsiteX44" fmla="*/ 18288 w 209550"/>
              <a:gd name="connsiteY44" fmla="*/ 59556 h 95250"/>
              <a:gd name="connsiteX45" fmla="*/ 35126 w 209550"/>
              <a:gd name="connsiteY45" fmla="*/ 69671 h 95250"/>
              <a:gd name="connsiteX46" fmla="*/ 27663 w 209550"/>
              <a:gd name="connsiteY46" fmla="*/ 83121 h 95250"/>
              <a:gd name="connsiteX47" fmla="*/ 10826 w 209550"/>
              <a:gd name="connsiteY47" fmla="*/ 73005 h 95250"/>
              <a:gd name="connsiteX48" fmla="*/ 18288 w 209550"/>
              <a:gd name="connsiteY48" fmla="*/ 59556 h 95250"/>
              <a:gd name="connsiteX49" fmla="*/ 104252 w 209550"/>
              <a:gd name="connsiteY49" fmla="*/ 48672 h 95250"/>
              <a:gd name="connsiteX50" fmla="*/ 121789 w 209550"/>
              <a:gd name="connsiteY50" fmla="*/ 30590 h 95250"/>
              <a:gd name="connsiteX51" fmla="*/ 145665 w 209550"/>
              <a:gd name="connsiteY51" fmla="*/ 37126 h 95250"/>
              <a:gd name="connsiteX52" fmla="*/ 128128 w 209550"/>
              <a:gd name="connsiteY52" fmla="*/ 55207 h 95250"/>
              <a:gd name="connsiteX53" fmla="*/ 104252 w 209550"/>
              <a:gd name="connsiteY53" fmla="*/ 48672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09550" h="95250">
                <a:moveTo>
                  <a:pt x="199743" y="3558"/>
                </a:moveTo>
                <a:lnTo>
                  <a:pt x="199923" y="4135"/>
                </a:lnTo>
                <a:lnTo>
                  <a:pt x="209496" y="41308"/>
                </a:lnTo>
                <a:cubicBezTo>
                  <a:pt x="209799" y="42486"/>
                  <a:pt x="208791" y="43524"/>
                  <a:pt x="207715" y="43302"/>
                </a:cubicBezTo>
                <a:lnTo>
                  <a:pt x="207393" y="43196"/>
                </a:lnTo>
                <a:lnTo>
                  <a:pt x="173417" y="27877"/>
                </a:lnTo>
                <a:lnTo>
                  <a:pt x="178075" y="45970"/>
                </a:lnTo>
                <a:cubicBezTo>
                  <a:pt x="178940" y="49327"/>
                  <a:pt x="176669" y="52789"/>
                  <a:pt x="173128" y="52990"/>
                </a:cubicBezTo>
                <a:cubicBezTo>
                  <a:pt x="170786" y="53124"/>
                  <a:pt x="168690" y="51543"/>
                  <a:pt x="167864" y="49290"/>
                </a:cubicBezTo>
                <a:lnTo>
                  <a:pt x="167685" y="48714"/>
                </a:lnTo>
                <a:lnTo>
                  <a:pt x="158147" y="11675"/>
                </a:lnTo>
                <a:cubicBezTo>
                  <a:pt x="157844" y="10496"/>
                  <a:pt x="158851" y="9459"/>
                  <a:pt x="159928" y="9681"/>
                </a:cubicBezTo>
                <a:lnTo>
                  <a:pt x="160250" y="9787"/>
                </a:lnTo>
                <a:lnTo>
                  <a:pt x="194227" y="25105"/>
                </a:lnTo>
                <a:lnTo>
                  <a:pt x="189607" y="7165"/>
                </a:lnTo>
                <a:cubicBezTo>
                  <a:pt x="188948" y="4611"/>
                  <a:pt x="190000" y="1824"/>
                  <a:pt x="192266" y="629"/>
                </a:cubicBezTo>
                <a:cubicBezTo>
                  <a:pt x="195242" y="-941"/>
                  <a:pt x="198633" y="575"/>
                  <a:pt x="199743" y="3558"/>
                </a:cubicBezTo>
                <a:close/>
                <a:moveTo>
                  <a:pt x="156018" y="34239"/>
                </a:moveTo>
                <a:cubicBezTo>
                  <a:pt x="152735" y="21490"/>
                  <a:pt x="136167" y="15033"/>
                  <a:pt x="119014" y="19816"/>
                </a:cubicBezTo>
                <a:cubicBezTo>
                  <a:pt x="101859" y="24599"/>
                  <a:pt x="90614" y="38811"/>
                  <a:pt x="93896" y="51558"/>
                </a:cubicBezTo>
                <a:cubicBezTo>
                  <a:pt x="97180" y="64305"/>
                  <a:pt x="113747" y="70763"/>
                  <a:pt x="130901" y="65981"/>
                </a:cubicBezTo>
                <a:cubicBezTo>
                  <a:pt x="148055" y="61197"/>
                  <a:pt x="159301" y="46986"/>
                  <a:pt x="156018" y="34239"/>
                </a:cubicBezTo>
                <a:close/>
                <a:moveTo>
                  <a:pt x="44446" y="62828"/>
                </a:moveTo>
                <a:cubicBezTo>
                  <a:pt x="40635" y="52308"/>
                  <a:pt x="29985" y="45910"/>
                  <a:pt x="19325" y="47735"/>
                </a:cubicBezTo>
                <a:cubicBezTo>
                  <a:pt x="4920" y="50202"/>
                  <a:pt x="-3643" y="65635"/>
                  <a:pt x="1508" y="79849"/>
                </a:cubicBezTo>
                <a:cubicBezTo>
                  <a:pt x="5318" y="90367"/>
                  <a:pt x="15968" y="96765"/>
                  <a:pt x="26628" y="94940"/>
                </a:cubicBezTo>
                <a:cubicBezTo>
                  <a:pt x="41033" y="92473"/>
                  <a:pt x="49596" y="77042"/>
                  <a:pt x="44446" y="62828"/>
                </a:cubicBezTo>
                <a:close/>
                <a:moveTo>
                  <a:pt x="85683" y="32574"/>
                </a:moveTo>
                <a:cubicBezTo>
                  <a:pt x="85873" y="31461"/>
                  <a:pt x="84879" y="30438"/>
                  <a:pt x="83758" y="30750"/>
                </a:cubicBezTo>
                <a:lnTo>
                  <a:pt x="51277" y="39806"/>
                </a:lnTo>
                <a:lnTo>
                  <a:pt x="50727" y="39993"/>
                </a:lnTo>
                <a:cubicBezTo>
                  <a:pt x="47875" y="41139"/>
                  <a:pt x="46416" y="44637"/>
                  <a:pt x="47882" y="47720"/>
                </a:cubicBezTo>
                <a:cubicBezTo>
                  <a:pt x="49024" y="50122"/>
                  <a:pt x="51758" y="51219"/>
                  <a:pt x="54247" y="50524"/>
                </a:cubicBezTo>
                <a:lnTo>
                  <a:pt x="68697" y="46496"/>
                </a:lnTo>
                <a:lnTo>
                  <a:pt x="54159" y="83637"/>
                </a:lnTo>
                <a:lnTo>
                  <a:pt x="54066" y="83970"/>
                </a:lnTo>
                <a:cubicBezTo>
                  <a:pt x="53877" y="85072"/>
                  <a:pt x="54862" y="86086"/>
                  <a:pt x="55973" y="85776"/>
                </a:cubicBezTo>
                <a:lnTo>
                  <a:pt x="91248" y="75941"/>
                </a:lnTo>
                <a:lnTo>
                  <a:pt x="91810" y="75751"/>
                </a:lnTo>
                <a:cubicBezTo>
                  <a:pt x="94007" y="74881"/>
                  <a:pt x="95564" y="72670"/>
                  <a:pt x="95411" y="70200"/>
                </a:cubicBezTo>
                <a:cubicBezTo>
                  <a:pt x="95186" y="66552"/>
                  <a:pt x="91877" y="64218"/>
                  <a:pt x="88668" y="65114"/>
                </a:cubicBezTo>
                <a:lnTo>
                  <a:pt x="71062" y="70022"/>
                </a:lnTo>
                <a:lnTo>
                  <a:pt x="85589" y="32909"/>
                </a:lnTo>
                <a:lnTo>
                  <a:pt x="85683" y="32574"/>
                </a:lnTo>
                <a:close/>
                <a:moveTo>
                  <a:pt x="18288" y="59556"/>
                </a:moveTo>
                <a:cubicBezTo>
                  <a:pt x="25756" y="56378"/>
                  <a:pt x="34037" y="61353"/>
                  <a:pt x="35126" y="69671"/>
                </a:cubicBezTo>
                <a:cubicBezTo>
                  <a:pt x="35867" y="75341"/>
                  <a:pt x="32753" y="80955"/>
                  <a:pt x="27663" y="83121"/>
                </a:cubicBezTo>
                <a:cubicBezTo>
                  <a:pt x="20196" y="86298"/>
                  <a:pt x="11914" y="81324"/>
                  <a:pt x="10826" y="73005"/>
                </a:cubicBezTo>
                <a:cubicBezTo>
                  <a:pt x="10083" y="67336"/>
                  <a:pt x="13198" y="61722"/>
                  <a:pt x="18288" y="59556"/>
                </a:cubicBezTo>
                <a:close/>
                <a:moveTo>
                  <a:pt x="104252" y="48672"/>
                </a:moveTo>
                <a:cubicBezTo>
                  <a:pt x="102755" y="42862"/>
                  <a:pt x="109938" y="33894"/>
                  <a:pt x="121789" y="30590"/>
                </a:cubicBezTo>
                <a:cubicBezTo>
                  <a:pt x="133640" y="27285"/>
                  <a:pt x="144168" y="31315"/>
                  <a:pt x="145665" y="37126"/>
                </a:cubicBezTo>
                <a:cubicBezTo>
                  <a:pt x="147160" y="42936"/>
                  <a:pt x="139979" y="51903"/>
                  <a:pt x="128128" y="55207"/>
                </a:cubicBezTo>
                <a:cubicBezTo>
                  <a:pt x="116276" y="58511"/>
                  <a:pt x="105747" y="54482"/>
                  <a:pt x="104252" y="48672"/>
                </a:cubicBezTo>
                <a:close/>
              </a:path>
            </a:pathLst>
          </a:custGeom>
          <a:solidFill>
            <a:srgbClr val="000000"/>
          </a:solidFill>
          <a:ln w="9525" cap="flat">
            <a:noFill/>
            <a:prstDash val="solid"/>
            <a:miter/>
          </a:ln>
        </p:spPr>
        <p:txBody>
          <a:bodyPr rtlCol="0" anchor="ctr"/>
          <a:lstStyle/>
          <a:p>
            <a:endParaRPr lang="ru-RU"/>
          </a:p>
        </p:txBody>
      </p:sp>
      <p:sp>
        <p:nvSpPr>
          <p:cNvPr id="1106" name="Рисунок 854">
            <a:extLst>
              <a:ext uri="{FF2B5EF4-FFF2-40B4-BE49-F238E27FC236}">
                <a16:creationId xmlns:a16="http://schemas.microsoft.com/office/drawing/2014/main" id="{49C9E02B-2BDF-80BE-2913-D29628E9A27C}"/>
              </a:ext>
            </a:extLst>
          </p:cNvPr>
          <p:cNvSpPr/>
          <p:nvPr/>
        </p:nvSpPr>
        <p:spPr>
          <a:xfrm>
            <a:off x="2323879" y="4485979"/>
            <a:ext cx="190500" cy="209550"/>
          </a:xfrm>
          <a:custGeom>
            <a:avLst/>
            <a:gdLst>
              <a:gd name="connsiteX0" fmla="*/ 104775 w 190500"/>
              <a:gd name="connsiteY0" fmla="*/ 0 h 209550"/>
              <a:gd name="connsiteX1" fmla="*/ 142875 w 190500"/>
              <a:gd name="connsiteY1" fmla="*/ 0 h 209550"/>
              <a:gd name="connsiteX2" fmla="*/ 162018 w 190500"/>
              <a:gd name="connsiteY2" fmla="*/ 26921 h 209550"/>
              <a:gd name="connsiteX3" fmla="*/ 190500 w 190500"/>
              <a:gd name="connsiteY3" fmla="*/ 38101 h 209550"/>
              <a:gd name="connsiteX4" fmla="*/ 190500 w 190500"/>
              <a:gd name="connsiteY4" fmla="*/ 76201 h 209550"/>
              <a:gd name="connsiteX5" fmla="*/ 142875 w 190500"/>
              <a:gd name="connsiteY5" fmla="*/ 60037 h 209550"/>
              <a:gd name="connsiteX6" fmla="*/ 142875 w 190500"/>
              <a:gd name="connsiteY6" fmla="*/ 138113 h 209550"/>
              <a:gd name="connsiteX7" fmla="*/ 71438 w 190500"/>
              <a:gd name="connsiteY7" fmla="*/ 209551 h 209550"/>
              <a:gd name="connsiteX8" fmla="*/ 0 w 190500"/>
              <a:gd name="connsiteY8" fmla="*/ 138113 h 209550"/>
              <a:gd name="connsiteX9" fmla="*/ 71438 w 190500"/>
              <a:gd name="connsiteY9" fmla="*/ 66676 h 209550"/>
              <a:gd name="connsiteX10" fmla="*/ 76200 w 190500"/>
              <a:gd name="connsiteY10" fmla="*/ 66676 h 209550"/>
              <a:gd name="connsiteX11" fmla="*/ 76200 w 190500"/>
              <a:gd name="connsiteY11" fmla="*/ 104776 h 209550"/>
              <a:gd name="connsiteX12" fmla="*/ 71438 w 190500"/>
              <a:gd name="connsiteY12" fmla="*/ 104776 h 209550"/>
              <a:gd name="connsiteX13" fmla="*/ 38100 w 190500"/>
              <a:gd name="connsiteY13" fmla="*/ 138113 h 209550"/>
              <a:gd name="connsiteX14" fmla="*/ 71438 w 190500"/>
              <a:gd name="connsiteY14" fmla="*/ 171451 h 209550"/>
              <a:gd name="connsiteX15" fmla="*/ 104775 w 190500"/>
              <a:gd name="connsiteY15" fmla="*/ 138113 h 209550"/>
              <a:gd name="connsiteX16" fmla="*/ 104775 w 190500"/>
              <a:gd name="connsiteY16" fmla="*/ 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0" h="209550">
                <a:moveTo>
                  <a:pt x="104775" y="0"/>
                </a:moveTo>
                <a:lnTo>
                  <a:pt x="142875" y="0"/>
                </a:lnTo>
                <a:cubicBezTo>
                  <a:pt x="142875" y="9525"/>
                  <a:pt x="152015" y="19566"/>
                  <a:pt x="162018" y="26921"/>
                </a:cubicBezTo>
                <a:cubicBezTo>
                  <a:pt x="172072" y="34313"/>
                  <a:pt x="182480" y="38101"/>
                  <a:pt x="190500" y="38101"/>
                </a:cubicBezTo>
                <a:lnTo>
                  <a:pt x="190500" y="76201"/>
                </a:lnTo>
                <a:cubicBezTo>
                  <a:pt x="173316" y="76201"/>
                  <a:pt x="156541" y="69308"/>
                  <a:pt x="142875" y="60037"/>
                </a:cubicBezTo>
                <a:lnTo>
                  <a:pt x="142875" y="138113"/>
                </a:lnTo>
                <a:cubicBezTo>
                  <a:pt x="142875" y="177567"/>
                  <a:pt x="110891" y="209551"/>
                  <a:pt x="71438" y="209551"/>
                </a:cubicBezTo>
                <a:cubicBezTo>
                  <a:pt x="31984" y="209551"/>
                  <a:pt x="0" y="177567"/>
                  <a:pt x="0" y="138113"/>
                </a:cubicBezTo>
                <a:cubicBezTo>
                  <a:pt x="0" y="98660"/>
                  <a:pt x="31984" y="66676"/>
                  <a:pt x="71438" y="66676"/>
                </a:cubicBezTo>
                <a:lnTo>
                  <a:pt x="76200" y="66676"/>
                </a:lnTo>
                <a:lnTo>
                  <a:pt x="76200" y="104776"/>
                </a:lnTo>
                <a:lnTo>
                  <a:pt x="71438" y="104776"/>
                </a:lnTo>
                <a:cubicBezTo>
                  <a:pt x="53026" y="104776"/>
                  <a:pt x="38100" y="119702"/>
                  <a:pt x="38100" y="138113"/>
                </a:cubicBezTo>
                <a:cubicBezTo>
                  <a:pt x="38100" y="156525"/>
                  <a:pt x="53026" y="171451"/>
                  <a:pt x="71438" y="171451"/>
                </a:cubicBezTo>
                <a:cubicBezTo>
                  <a:pt x="89849" y="171451"/>
                  <a:pt x="104775" y="156525"/>
                  <a:pt x="104775" y="138113"/>
                </a:cubicBezTo>
                <a:lnTo>
                  <a:pt x="104775" y="0"/>
                </a:lnTo>
                <a:close/>
              </a:path>
            </a:pathLst>
          </a:custGeom>
          <a:solidFill>
            <a:srgbClr val="000000"/>
          </a:solidFill>
          <a:ln w="9525" cap="flat">
            <a:noFill/>
            <a:prstDash val="solid"/>
            <a:miter/>
          </a:ln>
        </p:spPr>
        <p:txBody>
          <a:bodyPr rtlCol="0" anchor="ctr"/>
          <a:lstStyle/>
          <a:p>
            <a:endParaRPr lang="ru-RU"/>
          </a:p>
        </p:txBody>
      </p:sp>
      <p:sp>
        <p:nvSpPr>
          <p:cNvPr id="1571" name="Полилиния: фигура 1570">
            <a:extLst>
              <a:ext uri="{FF2B5EF4-FFF2-40B4-BE49-F238E27FC236}">
                <a16:creationId xmlns:a16="http://schemas.microsoft.com/office/drawing/2014/main" id="{9C25D0A5-9F36-A528-4B57-6AFC55DE5850}"/>
              </a:ext>
            </a:extLst>
          </p:cNvPr>
          <p:cNvSpPr/>
          <p:nvPr/>
        </p:nvSpPr>
        <p:spPr>
          <a:xfrm>
            <a:off x="2314354" y="3324225"/>
            <a:ext cx="209550" cy="209550"/>
          </a:xfrm>
          <a:custGeom>
            <a:avLst/>
            <a:gdLst>
              <a:gd name="connsiteX0" fmla="*/ 54375 w 209550"/>
              <a:gd name="connsiteY0" fmla="*/ 110153 h 209550"/>
              <a:gd name="connsiteX1" fmla="*/ 76827 w 209550"/>
              <a:gd name="connsiteY1" fmla="*/ 110153 h 209550"/>
              <a:gd name="connsiteX2" fmla="*/ 88052 w 209550"/>
              <a:gd name="connsiteY2" fmla="*/ 123250 h 209550"/>
              <a:gd name="connsiteX3" fmla="*/ 76827 w 209550"/>
              <a:gd name="connsiteY3" fmla="*/ 133891 h 209550"/>
              <a:gd name="connsiteX4" fmla="*/ 54375 w 209550"/>
              <a:gd name="connsiteY4" fmla="*/ 133891 h 209550"/>
              <a:gd name="connsiteX5" fmla="*/ 144066 w 209550"/>
              <a:gd name="connsiteY5" fmla="*/ 97174 h 209550"/>
              <a:gd name="connsiteX6" fmla="*/ 157162 w 209550"/>
              <a:gd name="connsiteY6" fmla="*/ 110154 h 209550"/>
              <a:gd name="connsiteX7" fmla="*/ 129098 w 209550"/>
              <a:gd name="connsiteY7" fmla="*/ 110154 h 209550"/>
              <a:gd name="connsiteX8" fmla="*/ 144066 w 209550"/>
              <a:gd name="connsiteY8" fmla="*/ 97174 h 209550"/>
              <a:gd name="connsiteX9" fmla="*/ 144066 w 209550"/>
              <a:gd name="connsiteY9" fmla="*/ 83141 h 209550"/>
              <a:gd name="connsiteX10" fmla="*/ 112143 w 209550"/>
              <a:gd name="connsiteY10" fmla="*/ 116936 h 209550"/>
              <a:gd name="connsiteX11" fmla="*/ 144885 w 209550"/>
              <a:gd name="connsiteY11" fmla="*/ 151082 h 209550"/>
              <a:gd name="connsiteX12" fmla="*/ 175639 w 209550"/>
              <a:gd name="connsiteY12" fmla="*/ 129449 h 209550"/>
              <a:gd name="connsiteX13" fmla="*/ 157163 w 209550"/>
              <a:gd name="connsiteY13" fmla="*/ 129449 h 209550"/>
              <a:gd name="connsiteX14" fmla="*/ 144885 w 209550"/>
              <a:gd name="connsiteY14" fmla="*/ 136348 h 209550"/>
              <a:gd name="connsiteX15" fmla="*/ 129098 w 209550"/>
              <a:gd name="connsiteY15" fmla="*/ 121964 h 209550"/>
              <a:gd name="connsiteX16" fmla="*/ 175639 w 209550"/>
              <a:gd name="connsiteY16" fmla="*/ 121964 h 209550"/>
              <a:gd name="connsiteX17" fmla="*/ 175639 w 209550"/>
              <a:gd name="connsiteY17" fmla="*/ 116936 h 209550"/>
              <a:gd name="connsiteX18" fmla="*/ 144066 w 209550"/>
              <a:gd name="connsiteY18" fmla="*/ 83141 h 209550"/>
              <a:gd name="connsiteX19" fmla="*/ 54375 w 209550"/>
              <a:gd name="connsiteY19" fmla="*/ 73084 h 209550"/>
              <a:gd name="connsiteX20" fmla="*/ 75307 w 209550"/>
              <a:gd name="connsiteY20" fmla="*/ 73084 h 209550"/>
              <a:gd name="connsiteX21" fmla="*/ 85480 w 209550"/>
              <a:gd name="connsiteY21" fmla="*/ 84076 h 209550"/>
              <a:gd name="connsiteX22" fmla="*/ 75307 w 209550"/>
              <a:gd name="connsiteY22" fmla="*/ 95068 h 209550"/>
              <a:gd name="connsiteX23" fmla="*/ 54375 w 209550"/>
              <a:gd name="connsiteY23" fmla="*/ 95068 h 209550"/>
              <a:gd name="connsiteX24" fmla="*/ 121731 w 209550"/>
              <a:gd name="connsiteY24" fmla="*/ 63145 h 209550"/>
              <a:gd name="connsiteX25" fmla="*/ 121731 w 209550"/>
              <a:gd name="connsiteY25" fmla="*/ 74488 h 209550"/>
              <a:gd name="connsiteX26" fmla="*/ 165816 w 209550"/>
              <a:gd name="connsiteY26" fmla="*/ 74488 h 209550"/>
              <a:gd name="connsiteX27" fmla="*/ 165816 w 209550"/>
              <a:gd name="connsiteY27" fmla="*/ 63145 h 209550"/>
              <a:gd name="connsiteX28" fmla="*/ 36491 w 209550"/>
              <a:gd name="connsiteY28" fmla="*/ 57951 h 209550"/>
              <a:gd name="connsiteX29" fmla="*/ 36491 w 209550"/>
              <a:gd name="connsiteY29" fmla="*/ 149375 h 209550"/>
              <a:gd name="connsiteX30" fmla="*/ 79639 w 209550"/>
              <a:gd name="connsiteY30" fmla="*/ 149375 h 209550"/>
              <a:gd name="connsiteX31" fmla="*/ 105828 w 209550"/>
              <a:gd name="connsiteY31" fmla="*/ 124888 h 209550"/>
              <a:gd name="connsiteX32" fmla="*/ 90957 w 209550"/>
              <a:gd name="connsiteY32" fmla="*/ 101983 h 209550"/>
              <a:gd name="connsiteX33" fmla="*/ 103335 w 209550"/>
              <a:gd name="connsiteY33" fmla="*/ 82531 h 209550"/>
              <a:gd name="connsiteX34" fmla="*/ 78755 w 209550"/>
              <a:gd name="connsiteY34" fmla="*/ 57951 h 209550"/>
              <a:gd name="connsiteX35" fmla="*/ 104775 w 209550"/>
              <a:gd name="connsiteY35" fmla="*/ 0 h 209550"/>
              <a:gd name="connsiteX36" fmla="*/ 209550 w 209550"/>
              <a:gd name="connsiteY36" fmla="*/ 104775 h 209550"/>
              <a:gd name="connsiteX37" fmla="*/ 104775 w 209550"/>
              <a:gd name="connsiteY37" fmla="*/ 209550 h 209550"/>
              <a:gd name="connsiteX38" fmla="*/ 0 w 209550"/>
              <a:gd name="connsiteY38" fmla="*/ 104775 h 209550"/>
              <a:gd name="connsiteX39" fmla="*/ 104775 w 209550"/>
              <a:gd name="connsiteY39" fmla="*/ 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09550" h="209550">
                <a:moveTo>
                  <a:pt x="54375" y="110153"/>
                </a:moveTo>
                <a:lnTo>
                  <a:pt x="76827" y="110153"/>
                </a:lnTo>
                <a:cubicBezTo>
                  <a:pt x="80452" y="110153"/>
                  <a:pt x="88052" y="112024"/>
                  <a:pt x="88052" y="123250"/>
                </a:cubicBezTo>
                <a:cubicBezTo>
                  <a:pt x="88052" y="131576"/>
                  <a:pt x="80569" y="133813"/>
                  <a:pt x="76827" y="133891"/>
                </a:cubicBezTo>
                <a:lnTo>
                  <a:pt x="54375" y="133891"/>
                </a:lnTo>
                <a:close/>
                <a:moveTo>
                  <a:pt x="144066" y="97174"/>
                </a:moveTo>
                <a:cubicBezTo>
                  <a:pt x="154543" y="97174"/>
                  <a:pt x="157162" y="105827"/>
                  <a:pt x="157162" y="110154"/>
                </a:cubicBezTo>
                <a:lnTo>
                  <a:pt x="129098" y="110154"/>
                </a:lnTo>
                <a:cubicBezTo>
                  <a:pt x="129722" y="105827"/>
                  <a:pt x="133588" y="97174"/>
                  <a:pt x="144066" y="97174"/>
                </a:cubicBezTo>
                <a:close/>
                <a:moveTo>
                  <a:pt x="144066" y="83141"/>
                </a:moveTo>
                <a:cubicBezTo>
                  <a:pt x="131203" y="83141"/>
                  <a:pt x="112143" y="92379"/>
                  <a:pt x="112143" y="116936"/>
                </a:cubicBezTo>
                <a:cubicBezTo>
                  <a:pt x="112143" y="131889"/>
                  <a:pt x="120327" y="151082"/>
                  <a:pt x="144885" y="151082"/>
                </a:cubicBezTo>
                <a:cubicBezTo>
                  <a:pt x="164530" y="151082"/>
                  <a:pt x="173573" y="136659"/>
                  <a:pt x="175639" y="129449"/>
                </a:cubicBezTo>
                <a:lnTo>
                  <a:pt x="157163" y="129449"/>
                </a:lnTo>
                <a:cubicBezTo>
                  <a:pt x="156227" y="132722"/>
                  <a:pt x="152602" y="136348"/>
                  <a:pt x="144885" y="136348"/>
                </a:cubicBezTo>
                <a:cubicBezTo>
                  <a:pt x="133659" y="136348"/>
                  <a:pt x="129683" y="126759"/>
                  <a:pt x="129098" y="121964"/>
                </a:cubicBezTo>
                <a:lnTo>
                  <a:pt x="175639" y="121964"/>
                </a:lnTo>
                <a:lnTo>
                  <a:pt x="175639" y="116936"/>
                </a:lnTo>
                <a:cubicBezTo>
                  <a:pt x="175639" y="92379"/>
                  <a:pt x="156929" y="83141"/>
                  <a:pt x="144066" y="83141"/>
                </a:cubicBezTo>
                <a:close/>
                <a:moveTo>
                  <a:pt x="54375" y="73084"/>
                </a:moveTo>
                <a:lnTo>
                  <a:pt x="75307" y="73084"/>
                </a:lnTo>
                <a:cubicBezTo>
                  <a:pt x="75307" y="73084"/>
                  <a:pt x="85480" y="73084"/>
                  <a:pt x="85480" y="84076"/>
                </a:cubicBezTo>
                <a:cubicBezTo>
                  <a:pt x="85480" y="95068"/>
                  <a:pt x="75307" y="95068"/>
                  <a:pt x="75307" y="95068"/>
                </a:cubicBezTo>
                <a:lnTo>
                  <a:pt x="54375" y="95068"/>
                </a:lnTo>
                <a:close/>
                <a:moveTo>
                  <a:pt x="121731" y="63145"/>
                </a:moveTo>
                <a:lnTo>
                  <a:pt x="121731" y="74488"/>
                </a:lnTo>
                <a:lnTo>
                  <a:pt x="165816" y="74488"/>
                </a:lnTo>
                <a:lnTo>
                  <a:pt x="165816" y="63145"/>
                </a:lnTo>
                <a:close/>
                <a:moveTo>
                  <a:pt x="36491" y="57951"/>
                </a:moveTo>
                <a:lnTo>
                  <a:pt x="36491" y="149375"/>
                </a:lnTo>
                <a:lnTo>
                  <a:pt x="79639" y="149375"/>
                </a:lnTo>
                <a:cubicBezTo>
                  <a:pt x="93508" y="149375"/>
                  <a:pt x="105828" y="138755"/>
                  <a:pt x="105828" y="124888"/>
                </a:cubicBezTo>
                <a:cubicBezTo>
                  <a:pt x="105828" y="114636"/>
                  <a:pt x="102596" y="107286"/>
                  <a:pt x="90957" y="101983"/>
                </a:cubicBezTo>
                <a:cubicBezTo>
                  <a:pt x="100683" y="96502"/>
                  <a:pt x="103335" y="91157"/>
                  <a:pt x="103335" y="82531"/>
                </a:cubicBezTo>
                <a:cubicBezTo>
                  <a:pt x="103335" y="68956"/>
                  <a:pt x="92331" y="57951"/>
                  <a:pt x="78755" y="57951"/>
                </a:cubicBezTo>
                <a:close/>
                <a:moveTo>
                  <a:pt x="104775" y="0"/>
                </a:moveTo>
                <a:cubicBezTo>
                  <a:pt x="162640" y="0"/>
                  <a:pt x="209550" y="46909"/>
                  <a:pt x="209550" y="104775"/>
                </a:cubicBezTo>
                <a:cubicBezTo>
                  <a:pt x="209550" y="162640"/>
                  <a:pt x="162640" y="209550"/>
                  <a:pt x="104775" y="209550"/>
                </a:cubicBezTo>
                <a:cubicBezTo>
                  <a:pt x="46909" y="209550"/>
                  <a:pt x="0" y="162640"/>
                  <a:pt x="0" y="104775"/>
                </a:cubicBezTo>
                <a:cubicBezTo>
                  <a:pt x="0" y="46909"/>
                  <a:pt x="46909" y="0"/>
                  <a:pt x="104775" y="0"/>
                </a:cubicBezTo>
                <a:close/>
              </a:path>
            </a:pathLst>
          </a:custGeom>
          <a:solidFill>
            <a:srgbClr val="000000"/>
          </a:solidFill>
          <a:ln w="9525" cap="flat">
            <a:noFill/>
            <a:prstDash val="solid"/>
            <a:miter/>
          </a:ln>
        </p:spPr>
        <p:txBody>
          <a:bodyPr rtlCol="0" anchor="ctr"/>
          <a:lstStyle/>
          <a:p>
            <a:endParaRPr lang="ru-RU"/>
          </a:p>
        </p:txBody>
      </p:sp>
      <p:sp>
        <p:nvSpPr>
          <p:cNvPr id="1112" name="Рисунок 925">
            <a:extLst>
              <a:ext uri="{FF2B5EF4-FFF2-40B4-BE49-F238E27FC236}">
                <a16:creationId xmlns:a16="http://schemas.microsoft.com/office/drawing/2014/main" id="{3538C5F6-682F-A9FF-A9DA-F5093A45BA97}"/>
              </a:ext>
            </a:extLst>
          </p:cNvPr>
          <p:cNvSpPr/>
          <p:nvPr/>
        </p:nvSpPr>
        <p:spPr>
          <a:xfrm>
            <a:off x="2333404" y="5767689"/>
            <a:ext cx="171450" cy="171450"/>
          </a:xfrm>
          <a:custGeom>
            <a:avLst/>
            <a:gdLst>
              <a:gd name="connsiteX0" fmla="*/ 0 w 171450"/>
              <a:gd name="connsiteY0" fmla="*/ 85725 h 171450"/>
              <a:gd name="connsiteX1" fmla="*/ 85725 w 171450"/>
              <a:gd name="connsiteY1" fmla="*/ 0 h 171450"/>
              <a:gd name="connsiteX2" fmla="*/ 171450 w 171450"/>
              <a:gd name="connsiteY2" fmla="*/ 85725 h 171450"/>
              <a:gd name="connsiteX3" fmla="*/ 85725 w 171450"/>
              <a:gd name="connsiteY3" fmla="*/ 171450 h 171450"/>
              <a:gd name="connsiteX4" fmla="*/ 0 w 171450"/>
              <a:gd name="connsiteY4" fmla="*/ 85725 h 171450"/>
              <a:gd name="connsiteX5" fmla="*/ 58006 w 171450"/>
              <a:gd name="connsiteY5" fmla="*/ 37880 h 171450"/>
              <a:gd name="connsiteX6" fmla="*/ 65276 w 171450"/>
              <a:gd name="connsiteY6" fmla="*/ 26540 h 171450"/>
              <a:gd name="connsiteX7" fmla="*/ 53936 w 171450"/>
              <a:gd name="connsiteY7" fmla="*/ 19270 h 171450"/>
              <a:gd name="connsiteX8" fmla="*/ 30859 w 171450"/>
              <a:gd name="connsiteY8" fmla="*/ 30858 h 171450"/>
              <a:gd name="connsiteX9" fmla="*/ 19270 w 171450"/>
              <a:gd name="connsiteY9" fmla="*/ 53935 h 171450"/>
              <a:gd name="connsiteX10" fmla="*/ 26540 w 171450"/>
              <a:gd name="connsiteY10" fmla="*/ 65275 h 171450"/>
              <a:gd name="connsiteX11" fmla="*/ 37880 w 171450"/>
              <a:gd name="connsiteY11" fmla="*/ 58005 h 171450"/>
              <a:gd name="connsiteX12" fmla="*/ 44329 w 171450"/>
              <a:gd name="connsiteY12" fmla="*/ 44328 h 171450"/>
              <a:gd name="connsiteX13" fmla="*/ 58006 w 171450"/>
              <a:gd name="connsiteY13" fmla="*/ 37880 h 171450"/>
              <a:gd name="connsiteX14" fmla="*/ 117515 w 171450"/>
              <a:gd name="connsiteY14" fmla="*/ 19270 h 171450"/>
              <a:gd name="connsiteX15" fmla="*/ 106174 w 171450"/>
              <a:gd name="connsiteY15" fmla="*/ 26540 h 171450"/>
              <a:gd name="connsiteX16" fmla="*/ 113445 w 171450"/>
              <a:gd name="connsiteY16" fmla="*/ 37880 h 171450"/>
              <a:gd name="connsiteX17" fmla="*/ 127122 w 171450"/>
              <a:gd name="connsiteY17" fmla="*/ 44328 h 171450"/>
              <a:gd name="connsiteX18" fmla="*/ 133570 w 171450"/>
              <a:gd name="connsiteY18" fmla="*/ 58005 h 171450"/>
              <a:gd name="connsiteX19" fmla="*/ 144910 w 171450"/>
              <a:gd name="connsiteY19" fmla="*/ 65275 h 171450"/>
              <a:gd name="connsiteX20" fmla="*/ 152180 w 171450"/>
              <a:gd name="connsiteY20" fmla="*/ 53935 h 171450"/>
              <a:gd name="connsiteX21" fmla="*/ 140592 w 171450"/>
              <a:gd name="connsiteY21" fmla="*/ 30858 h 171450"/>
              <a:gd name="connsiteX22" fmla="*/ 117515 w 171450"/>
              <a:gd name="connsiteY22" fmla="*/ 19270 h 171450"/>
              <a:gd name="connsiteX23" fmla="*/ 121035 w 171450"/>
              <a:gd name="connsiteY23" fmla="*/ 78173 h 171450"/>
              <a:gd name="connsiteX24" fmla="*/ 121035 w 171450"/>
              <a:gd name="connsiteY24" fmla="*/ 64702 h 171450"/>
              <a:gd name="connsiteX25" fmla="*/ 107565 w 171450"/>
              <a:gd name="connsiteY25" fmla="*/ 64702 h 171450"/>
              <a:gd name="connsiteX26" fmla="*/ 80963 w 171450"/>
              <a:gd name="connsiteY26" fmla="*/ 91305 h 171450"/>
              <a:gd name="connsiteX27" fmla="*/ 68648 w 171450"/>
              <a:gd name="connsiteY27" fmla="*/ 78990 h 171450"/>
              <a:gd name="connsiteX28" fmla="*/ 55178 w 171450"/>
              <a:gd name="connsiteY28" fmla="*/ 78990 h 171450"/>
              <a:gd name="connsiteX29" fmla="*/ 55178 w 171450"/>
              <a:gd name="connsiteY29" fmla="*/ 92460 h 171450"/>
              <a:gd name="connsiteX30" fmla="*/ 74227 w 171450"/>
              <a:gd name="connsiteY30" fmla="*/ 111510 h 171450"/>
              <a:gd name="connsiteX31" fmla="*/ 87698 w 171450"/>
              <a:gd name="connsiteY31" fmla="*/ 111510 h 171450"/>
              <a:gd name="connsiteX32" fmla="*/ 121035 w 171450"/>
              <a:gd name="connsiteY32" fmla="*/ 78173 h 171450"/>
              <a:gd name="connsiteX33" fmla="*/ 37880 w 171450"/>
              <a:gd name="connsiteY33" fmla="*/ 113445 h 171450"/>
              <a:gd name="connsiteX34" fmla="*/ 26540 w 171450"/>
              <a:gd name="connsiteY34" fmla="*/ 106174 h 171450"/>
              <a:gd name="connsiteX35" fmla="*/ 19270 w 171450"/>
              <a:gd name="connsiteY35" fmla="*/ 117515 h 171450"/>
              <a:gd name="connsiteX36" fmla="*/ 30859 w 171450"/>
              <a:gd name="connsiteY36" fmla="*/ 140592 h 171450"/>
              <a:gd name="connsiteX37" fmla="*/ 53936 w 171450"/>
              <a:gd name="connsiteY37" fmla="*/ 152180 h 171450"/>
              <a:gd name="connsiteX38" fmla="*/ 65276 w 171450"/>
              <a:gd name="connsiteY38" fmla="*/ 144910 h 171450"/>
              <a:gd name="connsiteX39" fmla="*/ 58006 w 171450"/>
              <a:gd name="connsiteY39" fmla="*/ 133570 h 171450"/>
              <a:gd name="connsiteX40" fmla="*/ 44329 w 171450"/>
              <a:gd name="connsiteY40" fmla="*/ 127121 h 171450"/>
              <a:gd name="connsiteX41" fmla="*/ 37880 w 171450"/>
              <a:gd name="connsiteY41" fmla="*/ 113445 h 171450"/>
              <a:gd name="connsiteX42" fmla="*/ 152180 w 171450"/>
              <a:gd name="connsiteY42" fmla="*/ 117515 h 171450"/>
              <a:gd name="connsiteX43" fmla="*/ 144910 w 171450"/>
              <a:gd name="connsiteY43" fmla="*/ 106174 h 171450"/>
              <a:gd name="connsiteX44" fmla="*/ 133570 w 171450"/>
              <a:gd name="connsiteY44" fmla="*/ 113445 h 171450"/>
              <a:gd name="connsiteX45" fmla="*/ 127122 w 171450"/>
              <a:gd name="connsiteY45" fmla="*/ 127121 h 171450"/>
              <a:gd name="connsiteX46" fmla="*/ 113445 w 171450"/>
              <a:gd name="connsiteY46" fmla="*/ 133570 h 171450"/>
              <a:gd name="connsiteX47" fmla="*/ 106174 w 171450"/>
              <a:gd name="connsiteY47" fmla="*/ 144910 h 171450"/>
              <a:gd name="connsiteX48" fmla="*/ 117515 w 171450"/>
              <a:gd name="connsiteY48" fmla="*/ 152180 h 171450"/>
              <a:gd name="connsiteX49" fmla="*/ 140592 w 171450"/>
              <a:gd name="connsiteY49" fmla="*/ 140592 h 171450"/>
              <a:gd name="connsiteX50" fmla="*/ 152180 w 171450"/>
              <a:gd name="connsiteY50" fmla="*/ 11751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71450" h="171450">
                <a:moveTo>
                  <a:pt x="0" y="85725"/>
                </a:moveTo>
                <a:cubicBezTo>
                  <a:pt x="0" y="15130"/>
                  <a:pt x="15130" y="0"/>
                  <a:pt x="85725" y="0"/>
                </a:cubicBezTo>
                <a:cubicBezTo>
                  <a:pt x="156320" y="0"/>
                  <a:pt x="171450" y="15130"/>
                  <a:pt x="171450" y="85725"/>
                </a:cubicBezTo>
                <a:cubicBezTo>
                  <a:pt x="171450" y="156320"/>
                  <a:pt x="156320" y="171450"/>
                  <a:pt x="85725" y="171450"/>
                </a:cubicBezTo>
                <a:cubicBezTo>
                  <a:pt x="15130" y="171450"/>
                  <a:pt x="0" y="156320"/>
                  <a:pt x="0" y="85725"/>
                </a:cubicBezTo>
                <a:close/>
                <a:moveTo>
                  <a:pt x="58006" y="37880"/>
                </a:moveTo>
                <a:cubicBezTo>
                  <a:pt x="63145" y="36756"/>
                  <a:pt x="66400" y="31679"/>
                  <a:pt x="65276" y="26540"/>
                </a:cubicBezTo>
                <a:cubicBezTo>
                  <a:pt x="64152" y="21401"/>
                  <a:pt x="59075" y="18146"/>
                  <a:pt x="53936" y="19270"/>
                </a:cubicBezTo>
                <a:cubicBezTo>
                  <a:pt x="44822" y="21263"/>
                  <a:pt x="36965" y="24752"/>
                  <a:pt x="30859" y="30858"/>
                </a:cubicBezTo>
                <a:cubicBezTo>
                  <a:pt x="24752" y="36964"/>
                  <a:pt x="21263" y="44820"/>
                  <a:pt x="19270" y="53935"/>
                </a:cubicBezTo>
                <a:cubicBezTo>
                  <a:pt x="18146" y="59074"/>
                  <a:pt x="21401" y="64151"/>
                  <a:pt x="26540" y="65275"/>
                </a:cubicBezTo>
                <a:cubicBezTo>
                  <a:pt x="31679" y="66399"/>
                  <a:pt x="36757" y="63144"/>
                  <a:pt x="37880" y="58005"/>
                </a:cubicBezTo>
                <a:cubicBezTo>
                  <a:pt x="39380" y="51149"/>
                  <a:pt x="41603" y="47054"/>
                  <a:pt x="44329" y="44328"/>
                </a:cubicBezTo>
                <a:cubicBezTo>
                  <a:pt x="47055" y="41603"/>
                  <a:pt x="51150" y="39379"/>
                  <a:pt x="58006" y="37880"/>
                </a:cubicBezTo>
                <a:close/>
                <a:moveTo>
                  <a:pt x="117515" y="19270"/>
                </a:moveTo>
                <a:cubicBezTo>
                  <a:pt x="112375" y="18146"/>
                  <a:pt x="107298" y="21401"/>
                  <a:pt x="106174" y="26540"/>
                </a:cubicBezTo>
                <a:cubicBezTo>
                  <a:pt x="105050" y="31679"/>
                  <a:pt x="108306" y="36756"/>
                  <a:pt x="113445" y="37880"/>
                </a:cubicBezTo>
                <a:cubicBezTo>
                  <a:pt x="120301" y="39379"/>
                  <a:pt x="124396" y="41603"/>
                  <a:pt x="127122" y="44328"/>
                </a:cubicBezTo>
                <a:cubicBezTo>
                  <a:pt x="129848" y="47054"/>
                  <a:pt x="132071" y="51149"/>
                  <a:pt x="133570" y="58005"/>
                </a:cubicBezTo>
                <a:cubicBezTo>
                  <a:pt x="134694" y="63144"/>
                  <a:pt x="139771" y="66399"/>
                  <a:pt x="144910" y="65275"/>
                </a:cubicBezTo>
                <a:cubicBezTo>
                  <a:pt x="150049" y="64151"/>
                  <a:pt x="153304" y="59074"/>
                  <a:pt x="152180" y="53935"/>
                </a:cubicBezTo>
                <a:cubicBezTo>
                  <a:pt x="150187" y="44820"/>
                  <a:pt x="146698" y="36964"/>
                  <a:pt x="140592" y="30858"/>
                </a:cubicBezTo>
                <a:cubicBezTo>
                  <a:pt x="134485" y="24752"/>
                  <a:pt x="126629" y="21263"/>
                  <a:pt x="117515" y="19270"/>
                </a:cubicBezTo>
                <a:close/>
                <a:moveTo>
                  <a:pt x="121035" y="78173"/>
                </a:moveTo>
                <a:cubicBezTo>
                  <a:pt x="124756" y="74452"/>
                  <a:pt x="124756" y="68422"/>
                  <a:pt x="121035" y="64702"/>
                </a:cubicBezTo>
                <a:cubicBezTo>
                  <a:pt x="117316" y="60982"/>
                  <a:pt x="111284" y="60982"/>
                  <a:pt x="107565" y="64702"/>
                </a:cubicBezTo>
                <a:lnTo>
                  <a:pt x="80963" y="91305"/>
                </a:lnTo>
                <a:lnTo>
                  <a:pt x="68648" y="78990"/>
                </a:lnTo>
                <a:cubicBezTo>
                  <a:pt x="64928" y="75269"/>
                  <a:pt x="58897" y="75269"/>
                  <a:pt x="55178" y="78990"/>
                </a:cubicBezTo>
                <a:cubicBezTo>
                  <a:pt x="51458" y="82709"/>
                  <a:pt x="51458" y="88740"/>
                  <a:pt x="55178" y="92460"/>
                </a:cubicBezTo>
                <a:lnTo>
                  <a:pt x="74227" y="111510"/>
                </a:lnTo>
                <a:cubicBezTo>
                  <a:pt x="77947" y="115230"/>
                  <a:pt x="83978" y="115230"/>
                  <a:pt x="87698" y="111510"/>
                </a:cubicBezTo>
                <a:lnTo>
                  <a:pt x="121035" y="78173"/>
                </a:lnTo>
                <a:close/>
                <a:moveTo>
                  <a:pt x="37880" y="113445"/>
                </a:moveTo>
                <a:cubicBezTo>
                  <a:pt x="36757" y="108306"/>
                  <a:pt x="31679" y="105050"/>
                  <a:pt x="26540" y="106174"/>
                </a:cubicBezTo>
                <a:cubicBezTo>
                  <a:pt x="21401" y="107298"/>
                  <a:pt x="18146" y="112376"/>
                  <a:pt x="19270" y="117515"/>
                </a:cubicBezTo>
                <a:cubicBezTo>
                  <a:pt x="21263" y="126629"/>
                  <a:pt x="24752" y="134485"/>
                  <a:pt x="30859" y="140592"/>
                </a:cubicBezTo>
                <a:cubicBezTo>
                  <a:pt x="36965" y="146697"/>
                  <a:pt x="44822" y="150186"/>
                  <a:pt x="53936" y="152180"/>
                </a:cubicBezTo>
                <a:cubicBezTo>
                  <a:pt x="59075" y="153304"/>
                  <a:pt x="64152" y="150048"/>
                  <a:pt x="65276" y="144910"/>
                </a:cubicBezTo>
                <a:cubicBezTo>
                  <a:pt x="66400" y="139771"/>
                  <a:pt x="63145" y="134693"/>
                  <a:pt x="58006" y="133570"/>
                </a:cubicBezTo>
                <a:cubicBezTo>
                  <a:pt x="51150" y="132071"/>
                  <a:pt x="47055" y="129847"/>
                  <a:pt x="44329" y="127121"/>
                </a:cubicBezTo>
                <a:cubicBezTo>
                  <a:pt x="41603" y="124396"/>
                  <a:pt x="39380" y="120300"/>
                  <a:pt x="37880" y="113445"/>
                </a:cubicBezTo>
                <a:close/>
                <a:moveTo>
                  <a:pt x="152180" y="117515"/>
                </a:moveTo>
                <a:cubicBezTo>
                  <a:pt x="153304" y="112376"/>
                  <a:pt x="150049" y="107298"/>
                  <a:pt x="144910" y="106174"/>
                </a:cubicBezTo>
                <a:cubicBezTo>
                  <a:pt x="139771" y="105050"/>
                  <a:pt x="134694" y="108306"/>
                  <a:pt x="133570" y="113445"/>
                </a:cubicBezTo>
                <a:cubicBezTo>
                  <a:pt x="132071" y="120300"/>
                  <a:pt x="129848" y="124396"/>
                  <a:pt x="127122" y="127121"/>
                </a:cubicBezTo>
                <a:cubicBezTo>
                  <a:pt x="124396" y="129847"/>
                  <a:pt x="120301" y="132071"/>
                  <a:pt x="113445" y="133570"/>
                </a:cubicBezTo>
                <a:cubicBezTo>
                  <a:pt x="108306" y="134693"/>
                  <a:pt x="105050" y="139771"/>
                  <a:pt x="106174" y="144910"/>
                </a:cubicBezTo>
                <a:cubicBezTo>
                  <a:pt x="107298" y="150048"/>
                  <a:pt x="112375" y="153304"/>
                  <a:pt x="117515" y="152180"/>
                </a:cubicBezTo>
                <a:cubicBezTo>
                  <a:pt x="126629" y="150186"/>
                  <a:pt x="134485" y="146697"/>
                  <a:pt x="140592" y="140592"/>
                </a:cubicBezTo>
                <a:cubicBezTo>
                  <a:pt x="146698" y="134485"/>
                  <a:pt x="150187" y="126629"/>
                  <a:pt x="152180" y="117515"/>
                </a:cubicBezTo>
                <a:close/>
              </a:path>
            </a:pathLst>
          </a:custGeom>
          <a:solidFill>
            <a:srgbClr val="000000"/>
          </a:solidFill>
          <a:ln w="9525" cap="flat">
            <a:noFill/>
            <a:prstDash val="solid"/>
            <a:miter/>
          </a:ln>
        </p:spPr>
        <p:txBody>
          <a:bodyPr rtlCol="0" anchor="ctr"/>
          <a:lstStyle/>
          <a:p>
            <a:endParaRPr lang="ru-RU"/>
          </a:p>
        </p:txBody>
      </p:sp>
      <p:sp>
        <p:nvSpPr>
          <p:cNvPr id="1549" name="Полилиния: фигура 1548">
            <a:extLst>
              <a:ext uri="{FF2B5EF4-FFF2-40B4-BE49-F238E27FC236}">
                <a16:creationId xmlns:a16="http://schemas.microsoft.com/office/drawing/2014/main" id="{379DE781-CB93-953A-1D06-1E6A153E35EE}"/>
              </a:ext>
            </a:extLst>
          </p:cNvPr>
          <p:cNvSpPr/>
          <p:nvPr/>
        </p:nvSpPr>
        <p:spPr>
          <a:xfrm>
            <a:off x="2741418" y="884916"/>
            <a:ext cx="190500" cy="152400"/>
          </a:xfrm>
          <a:custGeom>
            <a:avLst/>
            <a:gdLst>
              <a:gd name="connsiteX0" fmla="*/ 84741 w 190500"/>
              <a:gd name="connsiteY0" fmla="*/ 95250 h 152400"/>
              <a:gd name="connsiteX1" fmla="*/ 74149 w 190500"/>
              <a:gd name="connsiteY1" fmla="*/ 104775 h 152400"/>
              <a:gd name="connsiteX2" fmla="*/ 84741 w 190500"/>
              <a:gd name="connsiteY2" fmla="*/ 114300 h 152400"/>
              <a:gd name="connsiteX3" fmla="*/ 105928 w 190500"/>
              <a:gd name="connsiteY3" fmla="*/ 114300 h 152400"/>
              <a:gd name="connsiteX4" fmla="*/ 116520 w 190500"/>
              <a:gd name="connsiteY4" fmla="*/ 104775 h 152400"/>
              <a:gd name="connsiteX5" fmla="*/ 105928 w 190500"/>
              <a:gd name="connsiteY5" fmla="*/ 95250 h 152400"/>
              <a:gd name="connsiteX6" fmla="*/ 147637 w 190500"/>
              <a:gd name="connsiteY6" fmla="*/ 85725 h 152400"/>
              <a:gd name="connsiteX7" fmla="*/ 133349 w 190500"/>
              <a:gd name="connsiteY7" fmla="*/ 100013 h 152400"/>
              <a:gd name="connsiteX8" fmla="*/ 147637 w 190500"/>
              <a:gd name="connsiteY8" fmla="*/ 114300 h 152400"/>
              <a:gd name="connsiteX9" fmla="*/ 161924 w 190500"/>
              <a:gd name="connsiteY9" fmla="*/ 100013 h 152400"/>
              <a:gd name="connsiteX10" fmla="*/ 147637 w 190500"/>
              <a:gd name="connsiteY10" fmla="*/ 85725 h 152400"/>
              <a:gd name="connsiteX11" fmla="*/ 42862 w 190500"/>
              <a:gd name="connsiteY11" fmla="*/ 85725 h 152400"/>
              <a:gd name="connsiteX12" fmla="*/ 28574 w 190500"/>
              <a:gd name="connsiteY12" fmla="*/ 100013 h 152400"/>
              <a:gd name="connsiteX13" fmla="*/ 42862 w 190500"/>
              <a:gd name="connsiteY13" fmla="*/ 114300 h 152400"/>
              <a:gd name="connsiteX14" fmla="*/ 57149 w 190500"/>
              <a:gd name="connsiteY14" fmla="*/ 100013 h 152400"/>
              <a:gd name="connsiteX15" fmla="*/ 42862 w 190500"/>
              <a:gd name="connsiteY15" fmla="*/ 85725 h 152400"/>
              <a:gd name="connsiteX16" fmla="*/ 95335 w 190500"/>
              <a:gd name="connsiteY16" fmla="*/ 66675 h 152400"/>
              <a:gd name="connsiteX17" fmla="*/ 180077 w 190500"/>
              <a:gd name="connsiteY17" fmla="*/ 100013 h 152400"/>
              <a:gd name="connsiteX18" fmla="*/ 169484 w 190500"/>
              <a:gd name="connsiteY18" fmla="*/ 130030 h 152400"/>
              <a:gd name="connsiteX19" fmla="*/ 169484 w 190500"/>
              <a:gd name="connsiteY19" fmla="*/ 138113 h 152400"/>
              <a:gd name="connsiteX20" fmla="*/ 153595 w 190500"/>
              <a:gd name="connsiteY20" fmla="*/ 152400 h 152400"/>
              <a:gd name="connsiteX21" fmla="*/ 137717 w 190500"/>
              <a:gd name="connsiteY21" fmla="*/ 140587 h 152400"/>
              <a:gd name="connsiteX22" fmla="*/ 95335 w 190500"/>
              <a:gd name="connsiteY22" fmla="*/ 142875 h 152400"/>
              <a:gd name="connsiteX23" fmla="*/ 52951 w 190500"/>
              <a:gd name="connsiteY23" fmla="*/ 140587 h 152400"/>
              <a:gd name="connsiteX24" fmla="*/ 37074 w 190500"/>
              <a:gd name="connsiteY24" fmla="*/ 152400 h 152400"/>
              <a:gd name="connsiteX25" fmla="*/ 21185 w 190500"/>
              <a:gd name="connsiteY25" fmla="*/ 138113 h 152400"/>
              <a:gd name="connsiteX26" fmla="*/ 21185 w 190500"/>
              <a:gd name="connsiteY26" fmla="*/ 130030 h 152400"/>
              <a:gd name="connsiteX27" fmla="*/ 10592 w 190500"/>
              <a:gd name="connsiteY27" fmla="*/ 100013 h 152400"/>
              <a:gd name="connsiteX28" fmla="*/ 95335 w 190500"/>
              <a:gd name="connsiteY28" fmla="*/ 66675 h 152400"/>
              <a:gd name="connsiteX29" fmla="*/ 95335 w 190500"/>
              <a:gd name="connsiteY29" fmla="*/ 0 h 152400"/>
              <a:gd name="connsiteX30" fmla="*/ 161622 w 190500"/>
              <a:gd name="connsiteY30" fmla="*/ 47918 h 152400"/>
              <a:gd name="connsiteX31" fmla="*/ 169485 w 190500"/>
              <a:gd name="connsiteY31" fmla="*/ 50483 h 152400"/>
              <a:gd name="connsiteX32" fmla="*/ 179907 w 190500"/>
              <a:gd name="connsiteY32" fmla="*/ 47625 h 152400"/>
              <a:gd name="connsiteX33" fmla="*/ 180078 w 190500"/>
              <a:gd name="connsiteY33" fmla="*/ 47625 h 152400"/>
              <a:gd name="connsiteX34" fmla="*/ 190500 w 190500"/>
              <a:gd name="connsiteY34" fmla="*/ 57150 h 152400"/>
              <a:gd name="connsiteX35" fmla="*/ 179907 w 190500"/>
              <a:gd name="connsiteY35" fmla="*/ 66675 h 152400"/>
              <a:gd name="connsiteX36" fmla="*/ 170638 w 190500"/>
              <a:gd name="connsiteY36" fmla="*/ 65559 h 152400"/>
              <a:gd name="connsiteX37" fmla="*/ 168542 w 190500"/>
              <a:gd name="connsiteY37" fmla="*/ 64654 h 152400"/>
              <a:gd name="connsiteX38" fmla="*/ 95336 w 190500"/>
              <a:gd name="connsiteY38" fmla="*/ 57150 h 152400"/>
              <a:gd name="connsiteX39" fmla="*/ 21958 w 190500"/>
              <a:gd name="connsiteY39" fmla="*/ 64654 h 152400"/>
              <a:gd name="connsiteX40" fmla="*/ 19862 w 190500"/>
              <a:gd name="connsiteY40" fmla="*/ 65559 h 152400"/>
              <a:gd name="connsiteX41" fmla="*/ 10593 w 190500"/>
              <a:gd name="connsiteY41" fmla="*/ 66675 h 152400"/>
              <a:gd name="connsiteX42" fmla="*/ 0 w 190500"/>
              <a:gd name="connsiteY42" fmla="*/ 57150 h 152400"/>
              <a:gd name="connsiteX43" fmla="*/ 10422 w 190500"/>
              <a:gd name="connsiteY43" fmla="*/ 47625 h 152400"/>
              <a:gd name="connsiteX44" fmla="*/ 10593 w 190500"/>
              <a:gd name="connsiteY44" fmla="*/ 47625 h 152400"/>
              <a:gd name="connsiteX45" fmla="*/ 21186 w 190500"/>
              <a:gd name="connsiteY45" fmla="*/ 50613 h 152400"/>
              <a:gd name="connsiteX46" fmla="*/ 29048 w 190500"/>
              <a:gd name="connsiteY46" fmla="*/ 47918 h 152400"/>
              <a:gd name="connsiteX47" fmla="*/ 95335 w 190500"/>
              <a:gd name="connsiteY47"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0500" h="152400">
                <a:moveTo>
                  <a:pt x="84741" y="95250"/>
                </a:moveTo>
                <a:cubicBezTo>
                  <a:pt x="78891" y="95250"/>
                  <a:pt x="74149" y="99514"/>
                  <a:pt x="74149" y="104775"/>
                </a:cubicBezTo>
                <a:cubicBezTo>
                  <a:pt x="74149" y="110036"/>
                  <a:pt x="78891" y="114300"/>
                  <a:pt x="84741" y="114300"/>
                </a:cubicBezTo>
                <a:lnTo>
                  <a:pt x="105928" y="114300"/>
                </a:lnTo>
                <a:cubicBezTo>
                  <a:pt x="111778" y="114300"/>
                  <a:pt x="116520" y="110036"/>
                  <a:pt x="116520" y="104775"/>
                </a:cubicBezTo>
                <a:cubicBezTo>
                  <a:pt x="116520" y="99514"/>
                  <a:pt x="111778" y="95250"/>
                  <a:pt x="105928" y="95250"/>
                </a:cubicBezTo>
                <a:close/>
                <a:moveTo>
                  <a:pt x="147637" y="85725"/>
                </a:moveTo>
                <a:cubicBezTo>
                  <a:pt x="138772" y="85725"/>
                  <a:pt x="133349" y="91148"/>
                  <a:pt x="133349" y="100013"/>
                </a:cubicBezTo>
                <a:cubicBezTo>
                  <a:pt x="133349" y="108877"/>
                  <a:pt x="138772" y="114300"/>
                  <a:pt x="147637" y="114300"/>
                </a:cubicBezTo>
                <a:cubicBezTo>
                  <a:pt x="156502" y="114300"/>
                  <a:pt x="161924" y="108877"/>
                  <a:pt x="161924" y="100013"/>
                </a:cubicBezTo>
                <a:cubicBezTo>
                  <a:pt x="161924" y="91148"/>
                  <a:pt x="156502" y="85725"/>
                  <a:pt x="147637" y="85725"/>
                </a:cubicBezTo>
                <a:close/>
                <a:moveTo>
                  <a:pt x="42862" y="85725"/>
                </a:moveTo>
                <a:cubicBezTo>
                  <a:pt x="33997" y="85725"/>
                  <a:pt x="28574" y="91148"/>
                  <a:pt x="28574" y="100013"/>
                </a:cubicBezTo>
                <a:cubicBezTo>
                  <a:pt x="28574" y="108877"/>
                  <a:pt x="33997" y="114300"/>
                  <a:pt x="42862" y="114300"/>
                </a:cubicBezTo>
                <a:cubicBezTo>
                  <a:pt x="51727" y="114300"/>
                  <a:pt x="57149" y="108877"/>
                  <a:pt x="57149" y="100013"/>
                </a:cubicBezTo>
                <a:cubicBezTo>
                  <a:pt x="57149" y="91148"/>
                  <a:pt x="51727" y="85725"/>
                  <a:pt x="42862" y="85725"/>
                </a:cubicBezTo>
                <a:close/>
                <a:moveTo>
                  <a:pt x="95335" y="66675"/>
                </a:moveTo>
                <a:cubicBezTo>
                  <a:pt x="169484" y="66675"/>
                  <a:pt x="180077" y="73342"/>
                  <a:pt x="180077" y="100013"/>
                </a:cubicBezTo>
                <a:cubicBezTo>
                  <a:pt x="180077" y="112519"/>
                  <a:pt x="178912" y="122720"/>
                  <a:pt x="169484" y="130030"/>
                </a:cubicBezTo>
                <a:lnTo>
                  <a:pt x="169484" y="138113"/>
                </a:lnTo>
                <a:cubicBezTo>
                  <a:pt x="169484" y="147638"/>
                  <a:pt x="169484" y="152400"/>
                  <a:pt x="153595" y="152400"/>
                </a:cubicBezTo>
                <a:cubicBezTo>
                  <a:pt x="139147" y="152400"/>
                  <a:pt x="137836" y="148462"/>
                  <a:pt x="137717" y="140587"/>
                </a:cubicBezTo>
                <a:cubicBezTo>
                  <a:pt x="126686" y="142092"/>
                  <a:pt x="112803" y="142875"/>
                  <a:pt x="95335" y="142875"/>
                </a:cubicBezTo>
                <a:cubicBezTo>
                  <a:pt x="77866" y="142875"/>
                  <a:pt x="63982" y="142092"/>
                  <a:pt x="52951" y="140587"/>
                </a:cubicBezTo>
                <a:cubicBezTo>
                  <a:pt x="52832" y="148462"/>
                  <a:pt x="51522" y="152400"/>
                  <a:pt x="37074" y="152400"/>
                </a:cubicBezTo>
                <a:cubicBezTo>
                  <a:pt x="21185" y="152400"/>
                  <a:pt x="21185" y="147638"/>
                  <a:pt x="21185" y="138113"/>
                </a:cubicBezTo>
                <a:lnTo>
                  <a:pt x="21185" y="130030"/>
                </a:lnTo>
                <a:cubicBezTo>
                  <a:pt x="11757" y="122720"/>
                  <a:pt x="10592" y="112519"/>
                  <a:pt x="10592" y="100013"/>
                </a:cubicBezTo>
                <a:cubicBezTo>
                  <a:pt x="10592" y="73342"/>
                  <a:pt x="21185" y="66675"/>
                  <a:pt x="95335" y="66675"/>
                </a:cubicBezTo>
                <a:close/>
                <a:moveTo>
                  <a:pt x="95335" y="0"/>
                </a:moveTo>
                <a:cubicBezTo>
                  <a:pt x="148299" y="0"/>
                  <a:pt x="151809" y="12623"/>
                  <a:pt x="161622" y="47918"/>
                </a:cubicBezTo>
                <a:cubicBezTo>
                  <a:pt x="162864" y="52388"/>
                  <a:pt x="164188" y="54469"/>
                  <a:pt x="169485" y="50483"/>
                </a:cubicBezTo>
                <a:cubicBezTo>
                  <a:pt x="172914" y="47903"/>
                  <a:pt x="176488" y="47625"/>
                  <a:pt x="179907" y="47625"/>
                </a:cubicBezTo>
                <a:lnTo>
                  <a:pt x="180078" y="47625"/>
                </a:lnTo>
                <a:cubicBezTo>
                  <a:pt x="185316" y="47624"/>
                  <a:pt x="190500" y="47623"/>
                  <a:pt x="190500" y="57150"/>
                </a:cubicBezTo>
                <a:cubicBezTo>
                  <a:pt x="190500" y="64072"/>
                  <a:pt x="186061" y="66675"/>
                  <a:pt x="179907" y="66675"/>
                </a:cubicBezTo>
                <a:cubicBezTo>
                  <a:pt x="177113" y="66708"/>
                  <a:pt x="173636" y="66721"/>
                  <a:pt x="170638" y="65559"/>
                </a:cubicBezTo>
                <a:cubicBezTo>
                  <a:pt x="169954" y="65293"/>
                  <a:pt x="169279" y="64988"/>
                  <a:pt x="168542" y="64654"/>
                </a:cubicBezTo>
                <a:cubicBezTo>
                  <a:pt x="162422" y="61882"/>
                  <a:pt x="151994" y="57160"/>
                  <a:pt x="95336" y="57150"/>
                </a:cubicBezTo>
                <a:cubicBezTo>
                  <a:pt x="38527" y="57150"/>
                  <a:pt x="28084" y="61879"/>
                  <a:pt x="21958" y="64654"/>
                </a:cubicBezTo>
                <a:cubicBezTo>
                  <a:pt x="21221" y="64988"/>
                  <a:pt x="20547" y="65293"/>
                  <a:pt x="19862" y="65559"/>
                </a:cubicBezTo>
                <a:cubicBezTo>
                  <a:pt x="16864" y="66721"/>
                  <a:pt x="13387" y="66709"/>
                  <a:pt x="10593" y="66675"/>
                </a:cubicBezTo>
                <a:cubicBezTo>
                  <a:pt x="4439" y="66675"/>
                  <a:pt x="0" y="64072"/>
                  <a:pt x="0" y="57150"/>
                </a:cubicBezTo>
                <a:cubicBezTo>
                  <a:pt x="0" y="47623"/>
                  <a:pt x="5183" y="47624"/>
                  <a:pt x="10422" y="47625"/>
                </a:cubicBezTo>
                <a:lnTo>
                  <a:pt x="10593" y="47625"/>
                </a:lnTo>
                <a:cubicBezTo>
                  <a:pt x="14069" y="47625"/>
                  <a:pt x="17705" y="47912"/>
                  <a:pt x="21186" y="50613"/>
                </a:cubicBezTo>
                <a:cubicBezTo>
                  <a:pt x="26482" y="54724"/>
                  <a:pt x="27806" y="52388"/>
                  <a:pt x="29048" y="47918"/>
                </a:cubicBezTo>
                <a:cubicBezTo>
                  <a:pt x="38861" y="12623"/>
                  <a:pt x="42371" y="0"/>
                  <a:pt x="95335" y="0"/>
                </a:cubicBezTo>
                <a:close/>
              </a:path>
            </a:pathLst>
          </a:custGeom>
          <a:solidFill>
            <a:srgbClr val="000000"/>
          </a:solidFill>
          <a:ln w="9525" cap="flat">
            <a:noFill/>
            <a:prstDash val="solid"/>
            <a:miter/>
          </a:ln>
        </p:spPr>
        <p:txBody>
          <a:bodyPr rtlCol="0" anchor="ctr"/>
          <a:lstStyle/>
          <a:p>
            <a:endParaRPr lang="ru-RU"/>
          </a:p>
        </p:txBody>
      </p:sp>
      <p:sp>
        <p:nvSpPr>
          <p:cNvPr id="1557" name="Полилиния: фигура 1556">
            <a:extLst>
              <a:ext uri="{FF2B5EF4-FFF2-40B4-BE49-F238E27FC236}">
                <a16:creationId xmlns:a16="http://schemas.microsoft.com/office/drawing/2014/main" id="{45136874-A152-60BF-C7A2-73E77CE4CB3D}"/>
              </a:ext>
            </a:extLst>
          </p:cNvPr>
          <p:cNvSpPr/>
          <p:nvPr/>
        </p:nvSpPr>
        <p:spPr>
          <a:xfrm>
            <a:off x="2750943" y="1404557"/>
            <a:ext cx="171450" cy="171450"/>
          </a:xfrm>
          <a:custGeom>
            <a:avLst/>
            <a:gdLst>
              <a:gd name="connsiteX0" fmla="*/ 23813 w 171450"/>
              <a:gd name="connsiteY0" fmla="*/ 76200 h 171450"/>
              <a:gd name="connsiteX1" fmla="*/ 47625 w 171450"/>
              <a:gd name="connsiteY1" fmla="*/ 100013 h 171450"/>
              <a:gd name="connsiteX2" fmla="*/ 123825 w 171450"/>
              <a:gd name="connsiteY2" fmla="*/ 100013 h 171450"/>
              <a:gd name="connsiteX3" fmla="*/ 147638 w 171450"/>
              <a:gd name="connsiteY3" fmla="*/ 76200 h 171450"/>
              <a:gd name="connsiteX4" fmla="*/ 171450 w 171450"/>
              <a:gd name="connsiteY4" fmla="*/ 100013 h 171450"/>
              <a:gd name="connsiteX5" fmla="*/ 157163 w 171450"/>
              <a:gd name="connsiteY5" fmla="*/ 122335 h 171450"/>
              <a:gd name="connsiteX6" fmla="*/ 155512 w 171450"/>
              <a:gd name="connsiteY6" fmla="*/ 122885 h 171450"/>
              <a:gd name="connsiteX7" fmla="*/ 152885 w 171450"/>
              <a:gd name="connsiteY7" fmla="*/ 124133 h 171450"/>
              <a:gd name="connsiteX8" fmla="*/ 152399 w 171450"/>
              <a:gd name="connsiteY8" fmla="*/ 127966 h 171450"/>
              <a:gd name="connsiteX9" fmla="*/ 152400 w 171450"/>
              <a:gd name="connsiteY9" fmla="*/ 128588 h 171450"/>
              <a:gd name="connsiteX10" fmla="*/ 135701 w 171450"/>
              <a:gd name="connsiteY10" fmla="*/ 148923 h 171450"/>
              <a:gd name="connsiteX11" fmla="*/ 137928 w 171450"/>
              <a:gd name="connsiteY11" fmla="*/ 160056 h 171450"/>
              <a:gd name="connsiteX12" fmla="*/ 130455 w 171450"/>
              <a:gd name="connsiteY12" fmla="*/ 171264 h 171450"/>
              <a:gd name="connsiteX13" fmla="*/ 119247 w 171450"/>
              <a:gd name="connsiteY13" fmla="*/ 163793 h 171450"/>
              <a:gd name="connsiteX14" fmla="*/ 116803 w 171450"/>
              <a:gd name="connsiteY14" fmla="*/ 151572 h 171450"/>
              <a:gd name="connsiteX15" fmla="*/ 85725 w 171450"/>
              <a:gd name="connsiteY15" fmla="*/ 152400 h 171450"/>
              <a:gd name="connsiteX16" fmla="*/ 49961 w 171450"/>
              <a:gd name="connsiteY16" fmla="*/ 151187 h 171450"/>
              <a:gd name="connsiteX17" fmla="*/ 47440 w 171450"/>
              <a:gd name="connsiteY17" fmla="*/ 163793 h 171450"/>
              <a:gd name="connsiteX18" fmla="*/ 36232 w 171450"/>
              <a:gd name="connsiteY18" fmla="*/ 171264 h 171450"/>
              <a:gd name="connsiteX19" fmla="*/ 28760 w 171450"/>
              <a:gd name="connsiteY19" fmla="*/ 160056 h 171450"/>
              <a:gd name="connsiteX20" fmla="*/ 31265 w 171450"/>
              <a:gd name="connsiteY20" fmla="*/ 147531 h 171450"/>
              <a:gd name="connsiteX21" fmla="*/ 19050 w 171450"/>
              <a:gd name="connsiteY21" fmla="*/ 128588 h 171450"/>
              <a:gd name="connsiteX22" fmla="*/ 19051 w 171450"/>
              <a:gd name="connsiteY22" fmla="*/ 127966 h 171450"/>
              <a:gd name="connsiteX23" fmla="*/ 18565 w 171450"/>
              <a:gd name="connsiteY23" fmla="*/ 124133 h 171450"/>
              <a:gd name="connsiteX24" fmla="*/ 15938 w 171450"/>
              <a:gd name="connsiteY24" fmla="*/ 122885 h 171450"/>
              <a:gd name="connsiteX25" fmla="*/ 14288 w 171450"/>
              <a:gd name="connsiteY25" fmla="*/ 122335 h 171450"/>
              <a:gd name="connsiteX26" fmla="*/ 0 w 171450"/>
              <a:gd name="connsiteY26" fmla="*/ 100013 h 171450"/>
              <a:gd name="connsiteX27" fmla="*/ 23813 w 171450"/>
              <a:gd name="connsiteY27" fmla="*/ 76200 h 171450"/>
              <a:gd name="connsiteX28" fmla="*/ 85725 w 171450"/>
              <a:gd name="connsiteY28" fmla="*/ 0 h 171450"/>
              <a:gd name="connsiteX29" fmla="*/ 152400 w 171450"/>
              <a:gd name="connsiteY29" fmla="*/ 52388 h 171450"/>
              <a:gd name="connsiteX30" fmla="*/ 138113 w 171450"/>
              <a:gd name="connsiteY30" fmla="*/ 67774 h 171450"/>
              <a:gd name="connsiteX31" fmla="*/ 123455 w 171450"/>
              <a:gd name="connsiteY31" fmla="*/ 75830 h 171450"/>
              <a:gd name="connsiteX32" fmla="*/ 116934 w 171450"/>
              <a:gd name="connsiteY32" fmla="*/ 85725 h 171450"/>
              <a:gd name="connsiteX33" fmla="*/ 116073 w 171450"/>
              <a:gd name="connsiteY33" fmla="*/ 87896 h 171450"/>
              <a:gd name="connsiteX34" fmla="*/ 108324 w 171450"/>
              <a:gd name="connsiteY34" fmla="*/ 94680 h 171450"/>
              <a:gd name="connsiteX35" fmla="*/ 85725 w 171450"/>
              <a:gd name="connsiteY35" fmla="*/ 95250 h 171450"/>
              <a:gd name="connsiteX36" fmla="*/ 63126 w 171450"/>
              <a:gd name="connsiteY36" fmla="*/ 94680 h 171450"/>
              <a:gd name="connsiteX37" fmla="*/ 55377 w 171450"/>
              <a:gd name="connsiteY37" fmla="*/ 87897 h 171450"/>
              <a:gd name="connsiteX38" fmla="*/ 54517 w 171450"/>
              <a:gd name="connsiteY38" fmla="*/ 85725 h 171450"/>
              <a:gd name="connsiteX39" fmla="*/ 47994 w 171450"/>
              <a:gd name="connsiteY39" fmla="*/ 75830 h 171450"/>
              <a:gd name="connsiteX40" fmla="*/ 33338 w 171450"/>
              <a:gd name="connsiteY40" fmla="*/ 67774 h 171450"/>
              <a:gd name="connsiteX41" fmla="*/ 19050 w 171450"/>
              <a:gd name="connsiteY41" fmla="*/ 52388 h 171450"/>
              <a:gd name="connsiteX42" fmla="*/ 85725 w 171450"/>
              <a:gd name="connsiteY4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450" h="171450">
                <a:moveTo>
                  <a:pt x="23813" y="76200"/>
                </a:moveTo>
                <a:cubicBezTo>
                  <a:pt x="38587" y="76200"/>
                  <a:pt x="47625" y="85237"/>
                  <a:pt x="47625" y="100013"/>
                </a:cubicBezTo>
                <a:cubicBezTo>
                  <a:pt x="47625" y="109538"/>
                  <a:pt x="123825" y="109538"/>
                  <a:pt x="123825" y="100013"/>
                </a:cubicBezTo>
                <a:cubicBezTo>
                  <a:pt x="123825" y="85237"/>
                  <a:pt x="132862" y="76200"/>
                  <a:pt x="147638" y="76200"/>
                </a:cubicBezTo>
                <a:cubicBezTo>
                  <a:pt x="162413" y="76200"/>
                  <a:pt x="171450" y="85237"/>
                  <a:pt x="171450" y="100013"/>
                </a:cubicBezTo>
                <a:cubicBezTo>
                  <a:pt x="171450" y="111273"/>
                  <a:pt x="166201" y="119201"/>
                  <a:pt x="157163" y="122335"/>
                </a:cubicBezTo>
                <a:cubicBezTo>
                  <a:pt x="156533" y="122553"/>
                  <a:pt x="155986" y="122731"/>
                  <a:pt x="155512" y="122885"/>
                </a:cubicBezTo>
                <a:cubicBezTo>
                  <a:pt x="154077" y="123350"/>
                  <a:pt x="153302" y="123600"/>
                  <a:pt x="152885" y="124133"/>
                </a:cubicBezTo>
                <a:cubicBezTo>
                  <a:pt x="152394" y="124757"/>
                  <a:pt x="152396" y="125767"/>
                  <a:pt x="152399" y="127966"/>
                </a:cubicBezTo>
                <a:lnTo>
                  <a:pt x="152400" y="128588"/>
                </a:lnTo>
                <a:cubicBezTo>
                  <a:pt x="152400" y="139363"/>
                  <a:pt x="148844" y="145567"/>
                  <a:pt x="135701" y="148923"/>
                </a:cubicBezTo>
                <a:lnTo>
                  <a:pt x="137928" y="160056"/>
                </a:lnTo>
                <a:cubicBezTo>
                  <a:pt x="138959" y="165215"/>
                  <a:pt x="135614" y="170233"/>
                  <a:pt x="130455" y="171264"/>
                </a:cubicBezTo>
                <a:cubicBezTo>
                  <a:pt x="125297" y="172296"/>
                  <a:pt x="120279" y="168951"/>
                  <a:pt x="119247" y="163793"/>
                </a:cubicBezTo>
                <a:lnTo>
                  <a:pt x="116803" y="151572"/>
                </a:lnTo>
                <a:cubicBezTo>
                  <a:pt x="108433" y="152160"/>
                  <a:pt x="98199" y="152400"/>
                  <a:pt x="85725" y="152400"/>
                </a:cubicBezTo>
                <a:cubicBezTo>
                  <a:pt x="70819" y="152400"/>
                  <a:pt x="59112" y="152057"/>
                  <a:pt x="49961" y="151187"/>
                </a:cubicBezTo>
                <a:lnTo>
                  <a:pt x="47440" y="163793"/>
                </a:lnTo>
                <a:cubicBezTo>
                  <a:pt x="46408" y="168951"/>
                  <a:pt x="41390" y="172296"/>
                  <a:pt x="36232" y="171264"/>
                </a:cubicBezTo>
                <a:cubicBezTo>
                  <a:pt x="31074" y="170233"/>
                  <a:pt x="27728" y="165215"/>
                  <a:pt x="28760" y="160056"/>
                </a:cubicBezTo>
                <a:lnTo>
                  <a:pt x="31265" y="147531"/>
                </a:lnTo>
                <a:cubicBezTo>
                  <a:pt x="21773" y="143948"/>
                  <a:pt x="19050" y="138018"/>
                  <a:pt x="19050" y="128588"/>
                </a:cubicBezTo>
                <a:lnTo>
                  <a:pt x="19051" y="127966"/>
                </a:lnTo>
                <a:cubicBezTo>
                  <a:pt x="19054" y="125767"/>
                  <a:pt x="19056" y="124757"/>
                  <a:pt x="18565" y="124133"/>
                </a:cubicBezTo>
                <a:cubicBezTo>
                  <a:pt x="18148" y="123600"/>
                  <a:pt x="17373" y="123350"/>
                  <a:pt x="15938" y="122885"/>
                </a:cubicBezTo>
                <a:cubicBezTo>
                  <a:pt x="15464" y="122731"/>
                  <a:pt x="14917" y="122553"/>
                  <a:pt x="14288" y="122335"/>
                </a:cubicBezTo>
                <a:cubicBezTo>
                  <a:pt x="5250" y="119201"/>
                  <a:pt x="0" y="111273"/>
                  <a:pt x="0" y="100013"/>
                </a:cubicBezTo>
                <a:cubicBezTo>
                  <a:pt x="0" y="85237"/>
                  <a:pt x="9038" y="76200"/>
                  <a:pt x="23813" y="76200"/>
                </a:cubicBezTo>
                <a:close/>
                <a:moveTo>
                  <a:pt x="85725" y="0"/>
                </a:moveTo>
                <a:cubicBezTo>
                  <a:pt x="144066" y="0"/>
                  <a:pt x="152400" y="9525"/>
                  <a:pt x="152400" y="52388"/>
                </a:cubicBezTo>
                <a:cubicBezTo>
                  <a:pt x="152400" y="61913"/>
                  <a:pt x="151743" y="64452"/>
                  <a:pt x="138113" y="67774"/>
                </a:cubicBezTo>
                <a:cubicBezTo>
                  <a:pt x="132536" y="69134"/>
                  <a:pt x="127508" y="71778"/>
                  <a:pt x="123455" y="75830"/>
                </a:cubicBezTo>
                <a:cubicBezTo>
                  <a:pt x="120593" y="78693"/>
                  <a:pt x="118434" y="82041"/>
                  <a:pt x="116934" y="85725"/>
                </a:cubicBezTo>
                <a:cubicBezTo>
                  <a:pt x="116613" y="86513"/>
                  <a:pt x="116331" y="87235"/>
                  <a:pt x="116073" y="87896"/>
                </a:cubicBezTo>
                <a:cubicBezTo>
                  <a:pt x="114202" y="92690"/>
                  <a:pt x="113575" y="94295"/>
                  <a:pt x="108324" y="94680"/>
                </a:cubicBezTo>
                <a:cubicBezTo>
                  <a:pt x="100622" y="95245"/>
                  <a:pt x="91450" y="95250"/>
                  <a:pt x="85725" y="95250"/>
                </a:cubicBezTo>
                <a:cubicBezTo>
                  <a:pt x="80000" y="95250"/>
                  <a:pt x="70828" y="95245"/>
                  <a:pt x="63126" y="94680"/>
                </a:cubicBezTo>
                <a:cubicBezTo>
                  <a:pt x="57874" y="94295"/>
                  <a:pt x="57248" y="92691"/>
                  <a:pt x="55377" y="87897"/>
                </a:cubicBezTo>
                <a:cubicBezTo>
                  <a:pt x="55119" y="87235"/>
                  <a:pt x="54837" y="86513"/>
                  <a:pt x="54517" y="85725"/>
                </a:cubicBezTo>
                <a:cubicBezTo>
                  <a:pt x="53016" y="82041"/>
                  <a:pt x="50857" y="78693"/>
                  <a:pt x="47994" y="75830"/>
                </a:cubicBezTo>
                <a:cubicBezTo>
                  <a:pt x="43941" y="71778"/>
                  <a:pt x="38915" y="69134"/>
                  <a:pt x="33338" y="67774"/>
                </a:cubicBezTo>
                <a:cubicBezTo>
                  <a:pt x="19707" y="64452"/>
                  <a:pt x="19050" y="61913"/>
                  <a:pt x="19050" y="52388"/>
                </a:cubicBezTo>
                <a:cubicBezTo>
                  <a:pt x="19050" y="9525"/>
                  <a:pt x="27384" y="0"/>
                  <a:pt x="85725" y="0"/>
                </a:cubicBezTo>
                <a:close/>
              </a:path>
            </a:pathLst>
          </a:custGeom>
          <a:solidFill>
            <a:srgbClr val="000000"/>
          </a:solidFill>
          <a:ln w="9525" cap="flat">
            <a:noFill/>
            <a:prstDash val="solid"/>
            <a:miter/>
          </a:ln>
        </p:spPr>
        <p:txBody>
          <a:bodyPr rtlCol="0" anchor="ctr"/>
          <a:lstStyle/>
          <a:p>
            <a:endParaRPr lang="ru-RU"/>
          </a:p>
        </p:txBody>
      </p:sp>
      <p:sp>
        <p:nvSpPr>
          <p:cNvPr id="1119" name="Рисунок 191">
            <a:extLst>
              <a:ext uri="{FF2B5EF4-FFF2-40B4-BE49-F238E27FC236}">
                <a16:creationId xmlns:a16="http://schemas.microsoft.com/office/drawing/2014/main" id="{7ACD7072-975E-CE59-8BD2-14FFB0ACC8EA}"/>
              </a:ext>
            </a:extLst>
          </p:cNvPr>
          <p:cNvSpPr/>
          <p:nvPr/>
        </p:nvSpPr>
        <p:spPr>
          <a:xfrm>
            <a:off x="2750943" y="1933725"/>
            <a:ext cx="171450" cy="171450"/>
          </a:xfrm>
          <a:custGeom>
            <a:avLst/>
            <a:gdLst>
              <a:gd name="connsiteX0" fmla="*/ 29236 w 171450"/>
              <a:gd name="connsiteY0" fmla="*/ 45185 h 171450"/>
              <a:gd name="connsiteX1" fmla="*/ 44998 w 171450"/>
              <a:gd name="connsiteY1" fmla="*/ 11818 h 171450"/>
              <a:gd name="connsiteX2" fmla="*/ 85725 w 171450"/>
              <a:gd name="connsiteY2" fmla="*/ 0 h 171450"/>
              <a:gd name="connsiteX3" fmla="*/ 126452 w 171450"/>
              <a:gd name="connsiteY3" fmla="*/ 11818 h 171450"/>
              <a:gd name="connsiteX4" fmla="*/ 142215 w 171450"/>
              <a:gd name="connsiteY4" fmla="*/ 45186 h 171450"/>
              <a:gd name="connsiteX5" fmla="*/ 171450 w 171450"/>
              <a:gd name="connsiteY5" fmla="*/ 104775 h 171450"/>
              <a:gd name="connsiteX6" fmla="*/ 85725 w 171450"/>
              <a:gd name="connsiteY6" fmla="*/ 171450 h 171450"/>
              <a:gd name="connsiteX7" fmla="*/ 0 w 171450"/>
              <a:gd name="connsiteY7" fmla="*/ 104775 h 171450"/>
              <a:gd name="connsiteX8" fmla="*/ 29236 w 171450"/>
              <a:gd name="connsiteY8" fmla="*/ 45185 h 171450"/>
              <a:gd name="connsiteX9" fmla="*/ 49458 w 171450"/>
              <a:gd name="connsiteY9" fmla="*/ 40222 h 171450"/>
              <a:gd name="connsiteX10" fmla="*/ 85725 w 171450"/>
              <a:gd name="connsiteY10" fmla="*/ 38100 h 171450"/>
              <a:gd name="connsiteX11" fmla="*/ 121992 w 171450"/>
              <a:gd name="connsiteY11" fmla="*/ 40222 h 171450"/>
              <a:gd name="connsiteX12" fmla="*/ 114054 w 171450"/>
              <a:gd name="connsiteY12" fmla="*/ 26282 h 171450"/>
              <a:gd name="connsiteX13" fmla="*/ 85725 w 171450"/>
              <a:gd name="connsiteY13" fmla="*/ 19050 h 171450"/>
              <a:gd name="connsiteX14" fmla="*/ 57396 w 171450"/>
              <a:gd name="connsiteY14" fmla="*/ 26282 h 171450"/>
              <a:gd name="connsiteX15" fmla="*/ 49458 w 171450"/>
              <a:gd name="connsiteY15" fmla="*/ 40222 h 171450"/>
              <a:gd name="connsiteX16" fmla="*/ 85725 w 171450"/>
              <a:gd name="connsiteY16" fmla="*/ 76200 h 171450"/>
              <a:gd name="connsiteX17" fmla="*/ 76200 w 171450"/>
              <a:gd name="connsiteY17" fmla="*/ 85725 h 171450"/>
              <a:gd name="connsiteX18" fmla="*/ 76200 w 171450"/>
              <a:gd name="connsiteY18" fmla="*/ 95250 h 171450"/>
              <a:gd name="connsiteX19" fmla="*/ 66675 w 171450"/>
              <a:gd name="connsiteY19" fmla="*/ 95250 h 171450"/>
              <a:gd name="connsiteX20" fmla="*/ 57150 w 171450"/>
              <a:gd name="connsiteY20" fmla="*/ 104775 h 171450"/>
              <a:gd name="connsiteX21" fmla="*/ 66675 w 171450"/>
              <a:gd name="connsiteY21" fmla="*/ 114300 h 171450"/>
              <a:gd name="connsiteX22" fmla="*/ 76200 w 171450"/>
              <a:gd name="connsiteY22" fmla="*/ 114300 h 171450"/>
              <a:gd name="connsiteX23" fmla="*/ 76200 w 171450"/>
              <a:gd name="connsiteY23" fmla="*/ 123825 h 171450"/>
              <a:gd name="connsiteX24" fmla="*/ 85725 w 171450"/>
              <a:gd name="connsiteY24" fmla="*/ 133350 h 171450"/>
              <a:gd name="connsiteX25" fmla="*/ 95250 w 171450"/>
              <a:gd name="connsiteY25" fmla="*/ 123825 h 171450"/>
              <a:gd name="connsiteX26" fmla="*/ 95250 w 171450"/>
              <a:gd name="connsiteY26" fmla="*/ 114300 h 171450"/>
              <a:gd name="connsiteX27" fmla="*/ 104775 w 171450"/>
              <a:gd name="connsiteY27" fmla="*/ 114300 h 171450"/>
              <a:gd name="connsiteX28" fmla="*/ 114300 w 171450"/>
              <a:gd name="connsiteY28" fmla="*/ 104775 h 171450"/>
              <a:gd name="connsiteX29" fmla="*/ 104775 w 171450"/>
              <a:gd name="connsiteY29" fmla="*/ 95250 h 171450"/>
              <a:gd name="connsiteX30" fmla="*/ 95250 w 171450"/>
              <a:gd name="connsiteY30" fmla="*/ 95250 h 171450"/>
              <a:gd name="connsiteX31" fmla="*/ 95250 w 171450"/>
              <a:gd name="connsiteY31" fmla="*/ 85725 h 171450"/>
              <a:gd name="connsiteX32" fmla="*/ 85725 w 171450"/>
              <a:gd name="connsiteY32" fmla="*/ 762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29236" y="45185"/>
                </a:moveTo>
                <a:cubicBezTo>
                  <a:pt x="30947" y="30657"/>
                  <a:pt x="36031" y="19504"/>
                  <a:pt x="44998" y="11818"/>
                </a:cubicBezTo>
                <a:cubicBezTo>
                  <a:pt x="55971" y="2413"/>
                  <a:pt x="70756" y="0"/>
                  <a:pt x="85725" y="0"/>
                </a:cubicBezTo>
                <a:cubicBezTo>
                  <a:pt x="100694" y="0"/>
                  <a:pt x="115479" y="2413"/>
                  <a:pt x="126452" y="11818"/>
                </a:cubicBezTo>
                <a:cubicBezTo>
                  <a:pt x="135419" y="19504"/>
                  <a:pt x="140502" y="30657"/>
                  <a:pt x="142215" y="45186"/>
                </a:cubicBezTo>
                <a:cubicBezTo>
                  <a:pt x="165523" y="54188"/>
                  <a:pt x="171450" y="72566"/>
                  <a:pt x="171450" y="104775"/>
                </a:cubicBezTo>
                <a:cubicBezTo>
                  <a:pt x="171450" y="154781"/>
                  <a:pt x="157163" y="171450"/>
                  <a:pt x="85725" y="171450"/>
                </a:cubicBezTo>
                <a:cubicBezTo>
                  <a:pt x="14288" y="171450"/>
                  <a:pt x="0" y="154781"/>
                  <a:pt x="0" y="104775"/>
                </a:cubicBezTo>
                <a:cubicBezTo>
                  <a:pt x="0" y="72566"/>
                  <a:pt x="5927" y="54188"/>
                  <a:pt x="29236" y="45185"/>
                </a:cubicBezTo>
                <a:close/>
                <a:moveTo>
                  <a:pt x="49458" y="40222"/>
                </a:moveTo>
                <a:cubicBezTo>
                  <a:pt x="59500" y="38763"/>
                  <a:pt x="71476" y="38100"/>
                  <a:pt x="85725" y="38100"/>
                </a:cubicBezTo>
                <a:cubicBezTo>
                  <a:pt x="99974" y="38100"/>
                  <a:pt x="111950" y="38763"/>
                  <a:pt x="121992" y="40222"/>
                </a:cubicBezTo>
                <a:cubicBezTo>
                  <a:pt x="120216" y="33357"/>
                  <a:pt x="117317" y="29078"/>
                  <a:pt x="114054" y="26282"/>
                </a:cubicBezTo>
                <a:cubicBezTo>
                  <a:pt x="108358" y="21400"/>
                  <a:pt x="99331" y="19050"/>
                  <a:pt x="85725" y="19050"/>
                </a:cubicBezTo>
                <a:cubicBezTo>
                  <a:pt x="72119" y="19050"/>
                  <a:pt x="63092" y="21400"/>
                  <a:pt x="57396" y="26282"/>
                </a:cubicBezTo>
                <a:cubicBezTo>
                  <a:pt x="54133" y="29078"/>
                  <a:pt x="51234" y="33357"/>
                  <a:pt x="49458" y="40222"/>
                </a:cubicBezTo>
                <a:close/>
                <a:moveTo>
                  <a:pt x="85725" y="76200"/>
                </a:moveTo>
                <a:cubicBezTo>
                  <a:pt x="80464" y="76200"/>
                  <a:pt x="76200" y="80464"/>
                  <a:pt x="76200" y="85725"/>
                </a:cubicBezTo>
                <a:lnTo>
                  <a:pt x="76200" y="95250"/>
                </a:lnTo>
                <a:lnTo>
                  <a:pt x="66675" y="95250"/>
                </a:lnTo>
                <a:cubicBezTo>
                  <a:pt x="61415" y="95250"/>
                  <a:pt x="57150" y="99514"/>
                  <a:pt x="57150" y="104775"/>
                </a:cubicBezTo>
                <a:cubicBezTo>
                  <a:pt x="57150" y="110036"/>
                  <a:pt x="61415" y="114300"/>
                  <a:pt x="66675" y="114300"/>
                </a:cubicBezTo>
                <a:lnTo>
                  <a:pt x="76200" y="114300"/>
                </a:lnTo>
                <a:lnTo>
                  <a:pt x="76200" y="123825"/>
                </a:lnTo>
                <a:cubicBezTo>
                  <a:pt x="76200" y="129086"/>
                  <a:pt x="80464" y="133350"/>
                  <a:pt x="85725" y="133350"/>
                </a:cubicBezTo>
                <a:cubicBezTo>
                  <a:pt x="90986" y="133350"/>
                  <a:pt x="95250" y="129086"/>
                  <a:pt x="95250" y="123825"/>
                </a:cubicBezTo>
                <a:lnTo>
                  <a:pt x="95250" y="114300"/>
                </a:lnTo>
                <a:lnTo>
                  <a:pt x="104775" y="114300"/>
                </a:lnTo>
                <a:cubicBezTo>
                  <a:pt x="110036" y="114300"/>
                  <a:pt x="114300" y="110036"/>
                  <a:pt x="114300" y="104775"/>
                </a:cubicBezTo>
                <a:cubicBezTo>
                  <a:pt x="114300" y="99514"/>
                  <a:pt x="110036" y="95250"/>
                  <a:pt x="104775" y="95250"/>
                </a:cubicBezTo>
                <a:lnTo>
                  <a:pt x="95250" y="95250"/>
                </a:lnTo>
                <a:lnTo>
                  <a:pt x="95250" y="85725"/>
                </a:lnTo>
                <a:cubicBezTo>
                  <a:pt x="95250" y="80464"/>
                  <a:pt x="90986" y="76200"/>
                  <a:pt x="85725" y="76200"/>
                </a:cubicBezTo>
                <a:close/>
              </a:path>
            </a:pathLst>
          </a:custGeom>
          <a:solidFill>
            <a:srgbClr val="000000"/>
          </a:solidFill>
          <a:ln w="9525" cap="flat">
            <a:noFill/>
            <a:prstDash val="solid"/>
            <a:miter/>
          </a:ln>
        </p:spPr>
        <p:txBody>
          <a:bodyPr rtlCol="0" anchor="ctr"/>
          <a:lstStyle/>
          <a:p>
            <a:endParaRPr lang="ru-RU"/>
          </a:p>
        </p:txBody>
      </p:sp>
      <p:sp>
        <p:nvSpPr>
          <p:cNvPr id="1575" name="Полилиния: фигура 1574">
            <a:extLst>
              <a:ext uri="{FF2B5EF4-FFF2-40B4-BE49-F238E27FC236}">
                <a16:creationId xmlns:a16="http://schemas.microsoft.com/office/drawing/2014/main" id="{E5D78BF1-C9B0-BEA7-5F1D-EA63FF651F01}"/>
              </a:ext>
            </a:extLst>
          </p:cNvPr>
          <p:cNvSpPr/>
          <p:nvPr/>
        </p:nvSpPr>
        <p:spPr>
          <a:xfrm>
            <a:off x="2789043" y="3962252"/>
            <a:ext cx="95250" cy="95250"/>
          </a:xfrm>
          <a:custGeom>
            <a:avLst/>
            <a:gdLst>
              <a:gd name="connsiteX0" fmla="*/ 57150 w 95250"/>
              <a:gd name="connsiteY0" fmla="*/ 0 h 95250"/>
              <a:gd name="connsiteX1" fmla="*/ 95250 w 95250"/>
              <a:gd name="connsiteY1" fmla="*/ 0 h 95250"/>
              <a:gd name="connsiteX2" fmla="*/ 95250 w 95250"/>
              <a:gd name="connsiteY2" fmla="*/ 95250 h 95250"/>
              <a:gd name="connsiteX3" fmla="*/ 57150 w 95250"/>
              <a:gd name="connsiteY3" fmla="*/ 95250 h 95250"/>
              <a:gd name="connsiteX4" fmla="*/ 0 w 95250"/>
              <a:gd name="connsiteY4" fmla="*/ 0 h 95250"/>
              <a:gd name="connsiteX5" fmla="*/ 38100 w 95250"/>
              <a:gd name="connsiteY5" fmla="*/ 0 h 95250"/>
              <a:gd name="connsiteX6" fmla="*/ 38100 w 95250"/>
              <a:gd name="connsiteY6" fmla="*/ 95250 h 95250"/>
              <a:gd name="connsiteX7" fmla="*/ 0 w 95250"/>
              <a:gd name="connsiteY7" fmla="*/ 9525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95250">
                <a:moveTo>
                  <a:pt x="57150" y="0"/>
                </a:moveTo>
                <a:lnTo>
                  <a:pt x="95250" y="0"/>
                </a:lnTo>
                <a:lnTo>
                  <a:pt x="95250" y="95250"/>
                </a:lnTo>
                <a:lnTo>
                  <a:pt x="57150" y="95250"/>
                </a:lnTo>
                <a:close/>
                <a:moveTo>
                  <a:pt x="0" y="0"/>
                </a:moveTo>
                <a:lnTo>
                  <a:pt x="38100" y="0"/>
                </a:lnTo>
                <a:lnTo>
                  <a:pt x="38100" y="95250"/>
                </a:lnTo>
                <a:lnTo>
                  <a:pt x="0" y="95250"/>
                </a:lnTo>
                <a:close/>
              </a:path>
            </a:pathLst>
          </a:custGeom>
          <a:solidFill>
            <a:srgbClr val="000000"/>
          </a:solidFill>
          <a:ln w="9525" cap="flat">
            <a:noFill/>
            <a:prstDash val="solid"/>
            <a:miter/>
          </a:ln>
        </p:spPr>
        <p:txBody>
          <a:bodyPr rtlCol="0" anchor="ctr"/>
          <a:lstStyle/>
          <a:p>
            <a:endParaRPr lang="ru-RU"/>
          </a:p>
        </p:txBody>
      </p:sp>
      <p:sp>
        <p:nvSpPr>
          <p:cNvPr id="1124" name="Рисунок 857">
            <a:extLst>
              <a:ext uri="{FF2B5EF4-FFF2-40B4-BE49-F238E27FC236}">
                <a16:creationId xmlns:a16="http://schemas.microsoft.com/office/drawing/2014/main" id="{F6AB6542-18BE-91D2-4D67-7BDF855E72FC}"/>
              </a:ext>
            </a:extLst>
          </p:cNvPr>
          <p:cNvSpPr/>
          <p:nvPr/>
        </p:nvSpPr>
        <p:spPr>
          <a:xfrm>
            <a:off x="2731893" y="4505029"/>
            <a:ext cx="209550" cy="171450"/>
          </a:xfrm>
          <a:custGeom>
            <a:avLst/>
            <a:gdLst>
              <a:gd name="connsiteX0" fmla="*/ 209550 w 209550"/>
              <a:gd name="connsiteY0" fmla="*/ 20300 h 171450"/>
              <a:gd name="connsiteX1" fmla="*/ 184863 w 209550"/>
              <a:gd name="connsiteY1" fmla="*/ 27110 h 171450"/>
              <a:gd name="connsiteX2" fmla="*/ 203764 w 209550"/>
              <a:gd name="connsiteY2" fmla="*/ 3159 h 171450"/>
              <a:gd name="connsiteX3" fmla="*/ 176465 w 209550"/>
              <a:gd name="connsiteY3" fmla="*/ 13657 h 171450"/>
              <a:gd name="connsiteX4" fmla="*/ 145087 w 209550"/>
              <a:gd name="connsiteY4" fmla="*/ 0 h 171450"/>
              <a:gd name="connsiteX5" fmla="*/ 102098 w 209550"/>
              <a:gd name="connsiteY5" fmla="*/ 43295 h 171450"/>
              <a:gd name="connsiteX6" fmla="*/ 103206 w 209550"/>
              <a:gd name="connsiteY6" fmla="*/ 53143 h 171450"/>
              <a:gd name="connsiteX7" fmla="*/ 14591 w 209550"/>
              <a:gd name="connsiteY7" fmla="*/ 7916 h 171450"/>
              <a:gd name="connsiteX8" fmla="*/ 8777 w 209550"/>
              <a:gd name="connsiteY8" fmla="*/ 29674 h 171450"/>
              <a:gd name="connsiteX9" fmla="*/ 27899 w 209550"/>
              <a:gd name="connsiteY9" fmla="*/ 65704 h 171450"/>
              <a:gd name="connsiteX10" fmla="*/ 8426 w 209550"/>
              <a:gd name="connsiteY10" fmla="*/ 60287 h 171450"/>
              <a:gd name="connsiteX11" fmla="*/ 8426 w 209550"/>
              <a:gd name="connsiteY11" fmla="*/ 60845 h 171450"/>
              <a:gd name="connsiteX12" fmla="*/ 42914 w 209550"/>
              <a:gd name="connsiteY12" fmla="*/ 103284 h 171450"/>
              <a:gd name="connsiteX13" fmla="*/ 31590 w 209550"/>
              <a:gd name="connsiteY13" fmla="*/ 104789 h 171450"/>
              <a:gd name="connsiteX14" fmla="*/ 23497 w 209550"/>
              <a:gd name="connsiteY14" fmla="*/ 104027 h 171450"/>
              <a:gd name="connsiteX15" fmla="*/ 63661 w 209550"/>
              <a:gd name="connsiteY15" fmla="*/ 134074 h 171450"/>
              <a:gd name="connsiteX16" fmla="*/ 10262 w 209550"/>
              <a:gd name="connsiteY16" fmla="*/ 152609 h 171450"/>
              <a:gd name="connsiteX17" fmla="*/ 0 w 209550"/>
              <a:gd name="connsiteY17" fmla="*/ 152005 h 171450"/>
              <a:gd name="connsiteX18" fmla="*/ 65894 w 209550"/>
              <a:gd name="connsiteY18" fmla="*/ 171450 h 171450"/>
              <a:gd name="connsiteX19" fmla="*/ 188223 w 209550"/>
              <a:gd name="connsiteY19" fmla="*/ 48311 h 171450"/>
              <a:gd name="connsiteX20" fmla="*/ 188093 w 209550"/>
              <a:gd name="connsiteY20" fmla="*/ 42718 h 171450"/>
              <a:gd name="connsiteX21" fmla="*/ 209532 w 209550"/>
              <a:gd name="connsiteY21" fmla="*/ 20328 h 171450"/>
              <a:gd name="connsiteX22" fmla="*/ 209550 w 209550"/>
              <a:gd name="connsiteY22" fmla="*/ 20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9550" h="171450">
                <a:moveTo>
                  <a:pt x="209550" y="20300"/>
                </a:moveTo>
                <a:cubicBezTo>
                  <a:pt x="201844" y="23738"/>
                  <a:pt x="193566" y="26060"/>
                  <a:pt x="184863" y="27110"/>
                </a:cubicBezTo>
                <a:cubicBezTo>
                  <a:pt x="193741" y="21759"/>
                  <a:pt x="200552" y="13267"/>
                  <a:pt x="203764" y="3159"/>
                </a:cubicBezTo>
                <a:cubicBezTo>
                  <a:pt x="195458" y="8120"/>
                  <a:pt x="186257" y="11725"/>
                  <a:pt x="176465" y="13657"/>
                </a:cubicBezTo>
                <a:cubicBezTo>
                  <a:pt x="168620" y="5259"/>
                  <a:pt x="157453" y="0"/>
                  <a:pt x="145087" y="0"/>
                </a:cubicBezTo>
                <a:cubicBezTo>
                  <a:pt x="121350" y="0"/>
                  <a:pt x="102098" y="19380"/>
                  <a:pt x="102098" y="43295"/>
                </a:cubicBezTo>
                <a:cubicBezTo>
                  <a:pt x="102098" y="46676"/>
                  <a:pt x="102486" y="49965"/>
                  <a:pt x="103206" y="53143"/>
                </a:cubicBezTo>
                <a:cubicBezTo>
                  <a:pt x="67463" y="51331"/>
                  <a:pt x="35799" y="34097"/>
                  <a:pt x="14591" y="7916"/>
                </a:cubicBezTo>
                <a:cubicBezTo>
                  <a:pt x="10899" y="14326"/>
                  <a:pt x="8777" y="21759"/>
                  <a:pt x="8777" y="29674"/>
                </a:cubicBezTo>
                <a:cubicBezTo>
                  <a:pt x="8777" y="44688"/>
                  <a:pt x="16372" y="57946"/>
                  <a:pt x="27899" y="65704"/>
                </a:cubicBezTo>
                <a:cubicBezTo>
                  <a:pt x="20848" y="65471"/>
                  <a:pt x="14222" y="63530"/>
                  <a:pt x="8426" y="60287"/>
                </a:cubicBezTo>
                <a:lnTo>
                  <a:pt x="8426" y="60845"/>
                </a:lnTo>
                <a:cubicBezTo>
                  <a:pt x="8426" y="81814"/>
                  <a:pt x="23238" y="99308"/>
                  <a:pt x="42914" y="103284"/>
                </a:cubicBezTo>
                <a:cubicBezTo>
                  <a:pt x="39296" y="104269"/>
                  <a:pt x="35503" y="104789"/>
                  <a:pt x="31590" y="104789"/>
                </a:cubicBezTo>
                <a:cubicBezTo>
                  <a:pt x="28822" y="104789"/>
                  <a:pt x="26118" y="104529"/>
                  <a:pt x="23497" y="104027"/>
                </a:cubicBezTo>
                <a:cubicBezTo>
                  <a:pt x="28969" y="121215"/>
                  <a:pt x="44843" y="133740"/>
                  <a:pt x="63661" y="134074"/>
                </a:cubicBezTo>
                <a:cubicBezTo>
                  <a:pt x="48941" y="145687"/>
                  <a:pt x="30400" y="152609"/>
                  <a:pt x="10262" y="152609"/>
                </a:cubicBezTo>
                <a:cubicBezTo>
                  <a:pt x="6792" y="152609"/>
                  <a:pt x="3369" y="152404"/>
                  <a:pt x="0" y="152005"/>
                </a:cubicBezTo>
                <a:cubicBezTo>
                  <a:pt x="19030" y="164296"/>
                  <a:pt x="41622" y="171450"/>
                  <a:pt x="65894" y="171450"/>
                </a:cubicBezTo>
                <a:cubicBezTo>
                  <a:pt x="144985" y="171450"/>
                  <a:pt x="188223" y="105505"/>
                  <a:pt x="188223" y="48311"/>
                </a:cubicBezTo>
                <a:cubicBezTo>
                  <a:pt x="188223" y="46453"/>
                  <a:pt x="188176" y="44577"/>
                  <a:pt x="188093" y="42718"/>
                </a:cubicBezTo>
                <a:cubicBezTo>
                  <a:pt x="196491" y="36605"/>
                  <a:pt x="203782" y="28996"/>
                  <a:pt x="209532" y="20328"/>
                </a:cubicBezTo>
                <a:lnTo>
                  <a:pt x="209550" y="20300"/>
                </a:lnTo>
                <a:close/>
              </a:path>
            </a:pathLst>
          </a:custGeom>
          <a:solidFill>
            <a:srgbClr val="000000"/>
          </a:solidFill>
          <a:ln w="9525" cap="flat">
            <a:noFill/>
            <a:prstDash val="solid"/>
            <a:miter/>
          </a:ln>
        </p:spPr>
        <p:txBody>
          <a:bodyPr rtlCol="0" anchor="ctr"/>
          <a:lstStyle/>
          <a:p>
            <a:endParaRPr lang="ru-RU"/>
          </a:p>
        </p:txBody>
      </p:sp>
      <p:sp>
        <p:nvSpPr>
          <p:cNvPr id="1125" name="Рисунок 479">
            <a:extLst>
              <a:ext uri="{FF2B5EF4-FFF2-40B4-BE49-F238E27FC236}">
                <a16:creationId xmlns:a16="http://schemas.microsoft.com/office/drawing/2014/main" id="{E7FCE453-8213-A7E1-7D98-1B0EC0305948}"/>
              </a:ext>
            </a:extLst>
          </p:cNvPr>
          <p:cNvSpPr/>
          <p:nvPr/>
        </p:nvSpPr>
        <p:spPr>
          <a:xfrm>
            <a:off x="2725452" y="3317785"/>
            <a:ext cx="222429" cy="222429"/>
          </a:xfrm>
          <a:custGeom>
            <a:avLst/>
            <a:gdLst>
              <a:gd name="connsiteX0" fmla="*/ 117457 w 222429"/>
              <a:gd name="connsiteY0" fmla="*/ 2330 h 222429"/>
              <a:gd name="connsiteX1" fmla="*/ 104972 w 222429"/>
              <a:gd name="connsiteY1" fmla="*/ 2330 h 222429"/>
              <a:gd name="connsiteX2" fmla="*/ 89866 w 222429"/>
              <a:gd name="connsiteY2" fmla="*/ 15437 h 222429"/>
              <a:gd name="connsiteX3" fmla="*/ 81815 w 222429"/>
              <a:gd name="connsiteY3" fmla="*/ 17594 h 222429"/>
              <a:gd name="connsiteX4" fmla="*/ 62178 w 222429"/>
              <a:gd name="connsiteY4" fmla="*/ 13797 h 222429"/>
              <a:gd name="connsiteX5" fmla="*/ 51367 w 222429"/>
              <a:gd name="connsiteY5" fmla="*/ 20039 h 222429"/>
              <a:gd name="connsiteX6" fmla="*/ 44837 w 222429"/>
              <a:gd name="connsiteY6" fmla="*/ 38944 h 222429"/>
              <a:gd name="connsiteX7" fmla="*/ 38944 w 222429"/>
              <a:gd name="connsiteY7" fmla="*/ 44837 h 222429"/>
              <a:gd name="connsiteX8" fmla="*/ 20039 w 222429"/>
              <a:gd name="connsiteY8" fmla="*/ 51367 h 222429"/>
              <a:gd name="connsiteX9" fmla="*/ 13797 w 222429"/>
              <a:gd name="connsiteY9" fmla="*/ 62178 h 222429"/>
              <a:gd name="connsiteX10" fmla="*/ 17594 w 222429"/>
              <a:gd name="connsiteY10" fmla="*/ 81815 h 222429"/>
              <a:gd name="connsiteX11" fmla="*/ 15437 w 222429"/>
              <a:gd name="connsiteY11" fmla="*/ 89866 h 222429"/>
              <a:gd name="connsiteX12" fmla="*/ 2330 w 222429"/>
              <a:gd name="connsiteY12" fmla="*/ 104972 h 222429"/>
              <a:gd name="connsiteX13" fmla="*/ 2330 w 222429"/>
              <a:gd name="connsiteY13" fmla="*/ 117457 h 222429"/>
              <a:gd name="connsiteX14" fmla="*/ 15437 w 222429"/>
              <a:gd name="connsiteY14" fmla="*/ 132564 h 222429"/>
              <a:gd name="connsiteX15" fmla="*/ 17594 w 222429"/>
              <a:gd name="connsiteY15" fmla="*/ 140615 h 222429"/>
              <a:gd name="connsiteX16" fmla="*/ 13797 w 222429"/>
              <a:gd name="connsiteY16" fmla="*/ 160252 h 222429"/>
              <a:gd name="connsiteX17" fmla="*/ 20039 w 222429"/>
              <a:gd name="connsiteY17" fmla="*/ 171063 h 222429"/>
              <a:gd name="connsiteX18" fmla="*/ 38944 w 222429"/>
              <a:gd name="connsiteY18" fmla="*/ 177593 h 222429"/>
              <a:gd name="connsiteX19" fmla="*/ 44837 w 222429"/>
              <a:gd name="connsiteY19" fmla="*/ 183486 h 222429"/>
              <a:gd name="connsiteX20" fmla="*/ 51367 w 222429"/>
              <a:gd name="connsiteY20" fmla="*/ 202390 h 222429"/>
              <a:gd name="connsiteX21" fmla="*/ 62178 w 222429"/>
              <a:gd name="connsiteY21" fmla="*/ 208632 h 222429"/>
              <a:gd name="connsiteX22" fmla="*/ 81815 w 222429"/>
              <a:gd name="connsiteY22" fmla="*/ 204835 h 222429"/>
              <a:gd name="connsiteX23" fmla="*/ 89866 w 222429"/>
              <a:gd name="connsiteY23" fmla="*/ 206992 h 222429"/>
              <a:gd name="connsiteX24" fmla="*/ 104972 w 222429"/>
              <a:gd name="connsiteY24" fmla="*/ 220099 h 222429"/>
              <a:gd name="connsiteX25" fmla="*/ 117457 w 222429"/>
              <a:gd name="connsiteY25" fmla="*/ 220099 h 222429"/>
              <a:gd name="connsiteX26" fmla="*/ 132564 w 222429"/>
              <a:gd name="connsiteY26" fmla="*/ 206992 h 222429"/>
              <a:gd name="connsiteX27" fmla="*/ 140615 w 222429"/>
              <a:gd name="connsiteY27" fmla="*/ 204835 h 222429"/>
              <a:gd name="connsiteX28" fmla="*/ 160252 w 222429"/>
              <a:gd name="connsiteY28" fmla="*/ 208632 h 222429"/>
              <a:gd name="connsiteX29" fmla="*/ 171062 w 222429"/>
              <a:gd name="connsiteY29" fmla="*/ 202390 h 222429"/>
              <a:gd name="connsiteX30" fmla="*/ 177593 w 222429"/>
              <a:gd name="connsiteY30" fmla="*/ 183486 h 222429"/>
              <a:gd name="connsiteX31" fmla="*/ 183486 w 222429"/>
              <a:gd name="connsiteY31" fmla="*/ 177593 h 222429"/>
              <a:gd name="connsiteX32" fmla="*/ 202390 w 222429"/>
              <a:gd name="connsiteY32" fmla="*/ 171063 h 222429"/>
              <a:gd name="connsiteX33" fmla="*/ 208633 w 222429"/>
              <a:gd name="connsiteY33" fmla="*/ 160252 h 222429"/>
              <a:gd name="connsiteX34" fmla="*/ 204835 w 222429"/>
              <a:gd name="connsiteY34" fmla="*/ 140615 h 222429"/>
              <a:gd name="connsiteX35" fmla="*/ 206993 w 222429"/>
              <a:gd name="connsiteY35" fmla="*/ 132564 h 222429"/>
              <a:gd name="connsiteX36" fmla="*/ 220099 w 222429"/>
              <a:gd name="connsiteY36" fmla="*/ 117457 h 222429"/>
              <a:gd name="connsiteX37" fmla="*/ 220099 w 222429"/>
              <a:gd name="connsiteY37" fmla="*/ 104972 h 222429"/>
              <a:gd name="connsiteX38" fmla="*/ 206993 w 222429"/>
              <a:gd name="connsiteY38" fmla="*/ 89866 h 222429"/>
              <a:gd name="connsiteX39" fmla="*/ 204835 w 222429"/>
              <a:gd name="connsiteY39" fmla="*/ 81815 h 222429"/>
              <a:gd name="connsiteX40" fmla="*/ 208633 w 222429"/>
              <a:gd name="connsiteY40" fmla="*/ 62178 h 222429"/>
              <a:gd name="connsiteX41" fmla="*/ 202390 w 222429"/>
              <a:gd name="connsiteY41" fmla="*/ 51367 h 222429"/>
              <a:gd name="connsiteX42" fmla="*/ 183486 w 222429"/>
              <a:gd name="connsiteY42" fmla="*/ 44837 h 222429"/>
              <a:gd name="connsiteX43" fmla="*/ 177593 w 222429"/>
              <a:gd name="connsiteY43" fmla="*/ 38944 h 222429"/>
              <a:gd name="connsiteX44" fmla="*/ 171062 w 222429"/>
              <a:gd name="connsiteY44" fmla="*/ 20039 h 222429"/>
              <a:gd name="connsiteX45" fmla="*/ 160252 w 222429"/>
              <a:gd name="connsiteY45" fmla="*/ 13797 h 222429"/>
              <a:gd name="connsiteX46" fmla="*/ 140615 w 222429"/>
              <a:gd name="connsiteY46" fmla="*/ 17594 h 222429"/>
              <a:gd name="connsiteX47" fmla="*/ 132564 w 222429"/>
              <a:gd name="connsiteY47" fmla="*/ 15437 h 222429"/>
              <a:gd name="connsiteX48" fmla="*/ 117457 w 222429"/>
              <a:gd name="connsiteY48" fmla="*/ 2330 h 222429"/>
              <a:gd name="connsiteX49" fmla="*/ 110534 w 222429"/>
              <a:gd name="connsiteY49" fmla="*/ 125364 h 222429"/>
              <a:gd name="connsiteX50" fmla="*/ 77757 w 222429"/>
              <a:gd name="connsiteY50" fmla="*/ 92099 h 222429"/>
              <a:gd name="connsiteX51" fmla="*/ 110534 w 222429"/>
              <a:gd name="connsiteY51" fmla="*/ 58827 h 222429"/>
              <a:gd name="connsiteX52" fmla="*/ 143310 w 222429"/>
              <a:gd name="connsiteY52" fmla="*/ 92099 h 222429"/>
              <a:gd name="connsiteX53" fmla="*/ 110534 w 222429"/>
              <a:gd name="connsiteY53" fmla="*/ 125364 h 222429"/>
              <a:gd name="connsiteX54" fmla="*/ 145079 w 222429"/>
              <a:gd name="connsiteY54" fmla="*/ 117897 h 222429"/>
              <a:gd name="connsiteX55" fmla="*/ 163577 w 222429"/>
              <a:gd name="connsiteY55" fmla="*/ 152944 h 222429"/>
              <a:gd name="connsiteX56" fmla="*/ 140930 w 222429"/>
              <a:gd name="connsiteY56" fmla="*/ 151695 h 222429"/>
              <a:gd name="connsiteX57" fmla="*/ 129406 w 222429"/>
              <a:gd name="connsiteY57" fmla="*/ 171510 h 222429"/>
              <a:gd name="connsiteX58" fmla="*/ 111250 w 222429"/>
              <a:gd name="connsiteY58" fmla="*/ 137120 h 222429"/>
              <a:gd name="connsiteX59" fmla="*/ 93094 w 222429"/>
              <a:gd name="connsiteY59" fmla="*/ 171510 h 222429"/>
              <a:gd name="connsiteX60" fmla="*/ 81570 w 222429"/>
              <a:gd name="connsiteY60" fmla="*/ 151695 h 222429"/>
              <a:gd name="connsiteX61" fmla="*/ 58922 w 222429"/>
              <a:gd name="connsiteY61" fmla="*/ 152944 h 222429"/>
              <a:gd name="connsiteX62" fmla="*/ 76855 w 222429"/>
              <a:gd name="connsiteY62" fmla="*/ 118970 h 222429"/>
              <a:gd name="connsiteX63" fmla="*/ 110534 w 222429"/>
              <a:gd name="connsiteY63" fmla="*/ 135772 h 222429"/>
              <a:gd name="connsiteX64" fmla="*/ 145079 w 222429"/>
              <a:gd name="connsiteY64" fmla="*/ 117897 h 222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22429" h="222429">
                <a:moveTo>
                  <a:pt x="117457" y="2330"/>
                </a:moveTo>
                <a:cubicBezTo>
                  <a:pt x="113875" y="-777"/>
                  <a:pt x="108554" y="-777"/>
                  <a:pt x="104972" y="2330"/>
                </a:cubicBezTo>
                <a:lnTo>
                  <a:pt x="89866" y="15437"/>
                </a:lnTo>
                <a:cubicBezTo>
                  <a:pt x="87656" y="17355"/>
                  <a:pt x="84687" y="18150"/>
                  <a:pt x="81815" y="17594"/>
                </a:cubicBezTo>
                <a:lnTo>
                  <a:pt x="62178" y="13797"/>
                </a:lnTo>
                <a:cubicBezTo>
                  <a:pt x="57523" y="12897"/>
                  <a:pt x="52915" y="15558"/>
                  <a:pt x="51367" y="20039"/>
                </a:cubicBezTo>
                <a:lnTo>
                  <a:pt x="44837" y="38944"/>
                </a:lnTo>
                <a:cubicBezTo>
                  <a:pt x="43882" y="41709"/>
                  <a:pt x="41709" y="43882"/>
                  <a:pt x="38944" y="44837"/>
                </a:cubicBezTo>
                <a:lnTo>
                  <a:pt x="20039" y="51367"/>
                </a:lnTo>
                <a:cubicBezTo>
                  <a:pt x="15558" y="52915"/>
                  <a:pt x="12897" y="57523"/>
                  <a:pt x="13797" y="62178"/>
                </a:cubicBezTo>
                <a:lnTo>
                  <a:pt x="17594" y="81815"/>
                </a:lnTo>
                <a:cubicBezTo>
                  <a:pt x="18150" y="84687"/>
                  <a:pt x="17355" y="87656"/>
                  <a:pt x="15437" y="89866"/>
                </a:cubicBezTo>
                <a:lnTo>
                  <a:pt x="2330" y="104972"/>
                </a:lnTo>
                <a:cubicBezTo>
                  <a:pt x="-777" y="108554"/>
                  <a:pt x="-777" y="113875"/>
                  <a:pt x="2330" y="117457"/>
                </a:cubicBezTo>
                <a:lnTo>
                  <a:pt x="15437" y="132564"/>
                </a:lnTo>
                <a:cubicBezTo>
                  <a:pt x="17355" y="134774"/>
                  <a:pt x="18150" y="137742"/>
                  <a:pt x="17594" y="140615"/>
                </a:cubicBezTo>
                <a:lnTo>
                  <a:pt x="13797" y="160252"/>
                </a:lnTo>
                <a:cubicBezTo>
                  <a:pt x="12897" y="164907"/>
                  <a:pt x="15558" y="169515"/>
                  <a:pt x="20039" y="171063"/>
                </a:cubicBezTo>
                <a:lnTo>
                  <a:pt x="38944" y="177593"/>
                </a:lnTo>
                <a:cubicBezTo>
                  <a:pt x="41709" y="178547"/>
                  <a:pt x="43882" y="180721"/>
                  <a:pt x="44837" y="183486"/>
                </a:cubicBezTo>
                <a:lnTo>
                  <a:pt x="51367" y="202390"/>
                </a:lnTo>
                <a:cubicBezTo>
                  <a:pt x="52915" y="206872"/>
                  <a:pt x="57523" y="209533"/>
                  <a:pt x="62178" y="208632"/>
                </a:cubicBezTo>
                <a:lnTo>
                  <a:pt x="81815" y="204835"/>
                </a:lnTo>
                <a:cubicBezTo>
                  <a:pt x="84687" y="204280"/>
                  <a:pt x="87656" y="205075"/>
                  <a:pt x="89866" y="206992"/>
                </a:cubicBezTo>
                <a:lnTo>
                  <a:pt x="104972" y="220099"/>
                </a:lnTo>
                <a:cubicBezTo>
                  <a:pt x="108554" y="223206"/>
                  <a:pt x="113875" y="223206"/>
                  <a:pt x="117457" y="220099"/>
                </a:cubicBezTo>
                <a:lnTo>
                  <a:pt x="132564" y="206992"/>
                </a:lnTo>
                <a:cubicBezTo>
                  <a:pt x="134774" y="205075"/>
                  <a:pt x="137742" y="204280"/>
                  <a:pt x="140615" y="204835"/>
                </a:cubicBezTo>
                <a:lnTo>
                  <a:pt x="160252" y="208632"/>
                </a:lnTo>
                <a:cubicBezTo>
                  <a:pt x="164906" y="209533"/>
                  <a:pt x="169515" y="206872"/>
                  <a:pt x="171062" y="202390"/>
                </a:cubicBezTo>
                <a:lnTo>
                  <a:pt x="177593" y="183486"/>
                </a:lnTo>
                <a:cubicBezTo>
                  <a:pt x="178547" y="180721"/>
                  <a:pt x="180721" y="178547"/>
                  <a:pt x="183486" y="177593"/>
                </a:cubicBezTo>
                <a:lnTo>
                  <a:pt x="202390" y="171063"/>
                </a:lnTo>
                <a:cubicBezTo>
                  <a:pt x="206872" y="169515"/>
                  <a:pt x="209533" y="164907"/>
                  <a:pt x="208633" y="160252"/>
                </a:cubicBezTo>
                <a:lnTo>
                  <a:pt x="204835" y="140615"/>
                </a:lnTo>
                <a:cubicBezTo>
                  <a:pt x="204280" y="137742"/>
                  <a:pt x="205075" y="134774"/>
                  <a:pt x="206993" y="132564"/>
                </a:cubicBezTo>
                <a:lnTo>
                  <a:pt x="220099" y="117457"/>
                </a:lnTo>
                <a:cubicBezTo>
                  <a:pt x="223206" y="113875"/>
                  <a:pt x="223206" y="108554"/>
                  <a:pt x="220099" y="104972"/>
                </a:cubicBezTo>
                <a:lnTo>
                  <a:pt x="206993" y="89866"/>
                </a:lnTo>
                <a:cubicBezTo>
                  <a:pt x="205075" y="87656"/>
                  <a:pt x="204280" y="84687"/>
                  <a:pt x="204835" y="81815"/>
                </a:cubicBezTo>
                <a:lnTo>
                  <a:pt x="208633" y="62178"/>
                </a:lnTo>
                <a:cubicBezTo>
                  <a:pt x="209533" y="57523"/>
                  <a:pt x="206872" y="52915"/>
                  <a:pt x="202390" y="51367"/>
                </a:cubicBezTo>
                <a:lnTo>
                  <a:pt x="183486" y="44837"/>
                </a:lnTo>
                <a:cubicBezTo>
                  <a:pt x="180721" y="43882"/>
                  <a:pt x="178547" y="41709"/>
                  <a:pt x="177593" y="38944"/>
                </a:cubicBezTo>
                <a:lnTo>
                  <a:pt x="171062" y="20039"/>
                </a:lnTo>
                <a:cubicBezTo>
                  <a:pt x="169515" y="15558"/>
                  <a:pt x="164906" y="12897"/>
                  <a:pt x="160252" y="13797"/>
                </a:cubicBezTo>
                <a:lnTo>
                  <a:pt x="140615" y="17594"/>
                </a:lnTo>
                <a:cubicBezTo>
                  <a:pt x="137742" y="18150"/>
                  <a:pt x="134774" y="17355"/>
                  <a:pt x="132564" y="15437"/>
                </a:cubicBezTo>
                <a:lnTo>
                  <a:pt x="117457" y="2330"/>
                </a:lnTo>
                <a:close/>
                <a:moveTo>
                  <a:pt x="110534" y="125364"/>
                </a:moveTo>
                <a:cubicBezTo>
                  <a:pt x="92435" y="125364"/>
                  <a:pt x="77757" y="110463"/>
                  <a:pt x="77757" y="92099"/>
                </a:cubicBezTo>
                <a:cubicBezTo>
                  <a:pt x="77757" y="73727"/>
                  <a:pt x="92435" y="58827"/>
                  <a:pt x="110534" y="58827"/>
                </a:cubicBezTo>
                <a:cubicBezTo>
                  <a:pt x="128631" y="58827"/>
                  <a:pt x="143310" y="73727"/>
                  <a:pt x="143310" y="92099"/>
                </a:cubicBezTo>
                <a:cubicBezTo>
                  <a:pt x="143310" y="110464"/>
                  <a:pt x="128631" y="125364"/>
                  <a:pt x="110534" y="125364"/>
                </a:cubicBezTo>
                <a:close/>
                <a:moveTo>
                  <a:pt x="145079" y="117897"/>
                </a:moveTo>
                <a:lnTo>
                  <a:pt x="163577" y="152944"/>
                </a:lnTo>
                <a:lnTo>
                  <a:pt x="140930" y="151695"/>
                </a:lnTo>
                <a:lnTo>
                  <a:pt x="129406" y="171510"/>
                </a:lnTo>
                <a:lnTo>
                  <a:pt x="111250" y="137120"/>
                </a:lnTo>
                <a:lnTo>
                  <a:pt x="93094" y="171510"/>
                </a:lnTo>
                <a:lnTo>
                  <a:pt x="81570" y="151695"/>
                </a:lnTo>
                <a:lnTo>
                  <a:pt x="58922" y="152944"/>
                </a:lnTo>
                <a:lnTo>
                  <a:pt x="76855" y="118970"/>
                </a:lnTo>
                <a:cubicBezTo>
                  <a:pt x="84732" y="129123"/>
                  <a:pt x="96813" y="135772"/>
                  <a:pt x="110534" y="135772"/>
                </a:cubicBezTo>
                <a:cubicBezTo>
                  <a:pt x="124748" y="135772"/>
                  <a:pt x="137253" y="128678"/>
                  <a:pt x="145079" y="117897"/>
                </a:cubicBezTo>
                <a:close/>
              </a:path>
            </a:pathLst>
          </a:custGeom>
          <a:solidFill>
            <a:srgbClr val="000000"/>
          </a:solidFill>
          <a:ln w="9525" cap="flat">
            <a:noFill/>
            <a:prstDash val="solid"/>
            <a:miter/>
          </a:ln>
        </p:spPr>
        <p:txBody>
          <a:bodyPr rtlCol="0" anchor="ctr"/>
          <a:lstStyle/>
          <a:p>
            <a:endParaRPr lang="ru-RU"/>
          </a:p>
        </p:txBody>
      </p:sp>
      <p:sp>
        <p:nvSpPr>
          <p:cNvPr id="1582" name="Полилиния: фигура 1581">
            <a:extLst>
              <a:ext uri="{FF2B5EF4-FFF2-40B4-BE49-F238E27FC236}">
                <a16:creationId xmlns:a16="http://schemas.microsoft.com/office/drawing/2014/main" id="{2C755A1A-4B44-E657-6C63-773A6DD0E095}"/>
              </a:ext>
            </a:extLst>
          </p:cNvPr>
          <p:cNvSpPr/>
          <p:nvPr/>
        </p:nvSpPr>
        <p:spPr>
          <a:xfrm>
            <a:off x="2750943" y="5786739"/>
            <a:ext cx="171450" cy="142875"/>
          </a:xfrm>
          <a:custGeom>
            <a:avLst/>
            <a:gdLst>
              <a:gd name="connsiteX0" fmla="*/ 85725 w 171450"/>
              <a:gd name="connsiteY0" fmla="*/ 47625 h 142875"/>
              <a:gd name="connsiteX1" fmla="*/ 113939 w 171450"/>
              <a:gd name="connsiteY1" fmla="*/ 55668 h 142875"/>
              <a:gd name="connsiteX2" fmla="*/ 123825 w 171450"/>
              <a:gd name="connsiteY2" fmla="*/ 71438 h 142875"/>
              <a:gd name="connsiteX3" fmla="*/ 113939 w 171450"/>
              <a:gd name="connsiteY3" fmla="*/ 87207 h 142875"/>
              <a:gd name="connsiteX4" fmla="*/ 85725 w 171450"/>
              <a:gd name="connsiteY4" fmla="*/ 95250 h 142875"/>
              <a:gd name="connsiteX5" fmla="*/ 57511 w 171450"/>
              <a:gd name="connsiteY5" fmla="*/ 87207 h 142875"/>
              <a:gd name="connsiteX6" fmla="*/ 47625 w 171450"/>
              <a:gd name="connsiteY6" fmla="*/ 71438 h 142875"/>
              <a:gd name="connsiteX7" fmla="*/ 57511 w 171450"/>
              <a:gd name="connsiteY7" fmla="*/ 55668 h 142875"/>
              <a:gd name="connsiteX8" fmla="*/ 85725 w 171450"/>
              <a:gd name="connsiteY8" fmla="*/ 47625 h 142875"/>
              <a:gd name="connsiteX9" fmla="*/ 85725 w 171450"/>
              <a:gd name="connsiteY9" fmla="*/ 28575 h 142875"/>
              <a:gd name="connsiteX10" fmla="*/ 46587 w 171450"/>
              <a:gd name="connsiteY10" fmla="*/ 40061 h 142875"/>
              <a:gd name="connsiteX11" fmla="*/ 28575 w 171450"/>
              <a:gd name="connsiteY11" fmla="*/ 71438 h 142875"/>
              <a:gd name="connsiteX12" fmla="*/ 46587 w 171450"/>
              <a:gd name="connsiteY12" fmla="*/ 102814 h 142875"/>
              <a:gd name="connsiteX13" fmla="*/ 85725 w 171450"/>
              <a:gd name="connsiteY13" fmla="*/ 114300 h 142875"/>
              <a:gd name="connsiteX14" fmla="*/ 124863 w 171450"/>
              <a:gd name="connsiteY14" fmla="*/ 102814 h 142875"/>
              <a:gd name="connsiteX15" fmla="*/ 142875 w 171450"/>
              <a:gd name="connsiteY15" fmla="*/ 71438 h 142875"/>
              <a:gd name="connsiteX16" fmla="*/ 124863 w 171450"/>
              <a:gd name="connsiteY16" fmla="*/ 40061 h 142875"/>
              <a:gd name="connsiteX17" fmla="*/ 85725 w 171450"/>
              <a:gd name="connsiteY17" fmla="*/ 28575 h 142875"/>
              <a:gd name="connsiteX18" fmla="*/ 76200 w 171450"/>
              <a:gd name="connsiteY18" fmla="*/ 0 h 142875"/>
              <a:gd name="connsiteX19" fmla="*/ 142875 w 171450"/>
              <a:gd name="connsiteY19" fmla="*/ 0 h 142875"/>
              <a:gd name="connsiteX20" fmla="*/ 171450 w 171450"/>
              <a:gd name="connsiteY20" fmla="*/ 28575 h 142875"/>
              <a:gd name="connsiteX21" fmla="*/ 171450 w 171450"/>
              <a:gd name="connsiteY21" fmla="*/ 66675 h 142875"/>
              <a:gd name="connsiteX22" fmla="*/ 95250 w 171450"/>
              <a:gd name="connsiteY22" fmla="*/ 142875 h 142875"/>
              <a:gd name="connsiteX23" fmla="*/ 28575 w 171450"/>
              <a:gd name="connsiteY23" fmla="*/ 142875 h 142875"/>
              <a:gd name="connsiteX24" fmla="*/ 0 w 171450"/>
              <a:gd name="connsiteY24" fmla="*/ 114300 h 142875"/>
              <a:gd name="connsiteX25" fmla="*/ 0 w 171450"/>
              <a:gd name="connsiteY25" fmla="*/ 76200 h 142875"/>
              <a:gd name="connsiteX26" fmla="*/ 76200 w 171450"/>
              <a:gd name="connsiteY26"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1450" h="142875">
                <a:moveTo>
                  <a:pt x="85725" y="47625"/>
                </a:moveTo>
                <a:cubicBezTo>
                  <a:pt x="97162" y="47625"/>
                  <a:pt x="107107" y="50885"/>
                  <a:pt x="113939" y="55668"/>
                </a:cubicBezTo>
                <a:cubicBezTo>
                  <a:pt x="120801" y="60470"/>
                  <a:pt x="123825" y="66193"/>
                  <a:pt x="123825" y="71438"/>
                </a:cubicBezTo>
                <a:cubicBezTo>
                  <a:pt x="123825" y="76682"/>
                  <a:pt x="120801" y="82405"/>
                  <a:pt x="113939" y="87207"/>
                </a:cubicBezTo>
                <a:cubicBezTo>
                  <a:pt x="107107" y="91990"/>
                  <a:pt x="97162" y="95250"/>
                  <a:pt x="85725" y="95250"/>
                </a:cubicBezTo>
                <a:cubicBezTo>
                  <a:pt x="74288" y="95250"/>
                  <a:pt x="64343" y="91990"/>
                  <a:pt x="57511" y="87207"/>
                </a:cubicBezTo>
                <a:cubicBezTo>
                  <a:pt x="50649" y="82405"/>
                  <a:pt x="47625" y="76682"/>
                  <a:pt x="47625" y="71438"/>
                </a:cubicBezTo>
                <a:cubicBezTo>
                  <a:pt x="47625" y="66193"/>
                  <a:pt x="50649" y="60470"/>
                  <a:pt x="57511" y="55668"/>
                </a:cubicBezTo>
                <a:cubicBezTo>
                  <a:pt x="64343" y="50885"/>
                  <a:pt x="74288" y="47625"/>
                  <a:pt x="85725" y="47625"/>
                </a:cubicBezTo>
                <a:close/>
                <a:moveTo>
                  <a:pt x="85725" y="28575"/>
                </a:moveTo>
                <a:cubicBezTo>
                  <a:pt x="70859" y="28575"/>
                  <a:pt x="56992" y="32778"/>
                  <a:pt x="46587" y="40061"/>
                </a:cubicBezTo>
                <a:cubicBezTo>
                  <a:pt x="36212" y="47324"/>
                  <a:pt x="28575" y="58270"/>
                  <a:pt x="28575" y="71438"/>
                </a:cubicBezTo>
                <a:cubicBezTo>
                  <a:pt x="28575" y="84605"/>
                  <a:pt x="36212" y="95551"/>
                  <a:pt x="46587" y="102814"/>
                </a:cubicBezTo>
                <a:cubicBezTo>
                  <a:pt x="56992" y="110098"/>
                  <a:pt x="70859" y="114300"/>
                  <a:pt x="85725" y="114300"/>
                </a:cubicBezTo>
                <a:cubicBezTo>
                  <a:pt x="100591" y="114300"/>
                  <a:pt x="114458" y="110098"/>
                  <a:pt x="124863" y="102814"/>
                </a:cubicBezTo>
                <a:cubicBezTo>
                  <a:pt x="135238" y="95551"/>
                  <a:pt x="142875" y="84605"/>
                  <a:pt x="142875" y="71438"/>
                </a:cubicBezTo>
                <a:cubicBezTo>
                  <a:pt x="142875" y="58270"/>
                  <a:pt x="135238" y="47324"/>
                  <a:pt x="124863" y="40061"/>
                </a:cubicBezTo>
                <a:cubicBezTo>
                  <a:pt x="114458" y="32778"/>
                  <a:pt x="100591" y="28575"/>
                  <a:pt x="85725" y="28575"/>
                </a:cubicBezTo>
                <a:close/>
                <a:moveTo>
                  <a:pt x="76200" y="0"/>
                </a:moveTo>
                <a:lnTo>
                  <a:pt x="142875" y="0"/>
                </a:lnTo>
                <a:cubicBezTo>
                  <a:pt x="166688" y="0"/>
                  <a:pt x="171450" y="4763"/>
                  <a:pt x="171450" y="28575"/>
                </a:cubicBezTo>
                <a:lnTo>
                  <a:pt x="171450" y="66675"/>
                </a:lnTo>
                <a:cubicBezTo>
                  <a:pt x="171450" y="133350"/>
                  <a:pt x="161925" y="142875"/>
                  <a:pt x="95250" y="142875"/>
                </a:cubicBezTo>
                <a:lnTo>
                  <a:pt x="28575" y="142875"/>
                </a:lnTo>
                <a:cubicBezTo>
                  <a:pt x="4763" y="142875"/>
                  <a:pt x="0" y="138113"/>
                  <a:pt x="0" y="114300"/>
                </a:cubicBezTo>
                <a:lnTo>
                  <a:pt x="0" y="76200"/>
                </a:lnTo>
                <a:cubicBezTo>
                  <a:pt x="0" y="9525"/>
                  <a:pt x="9525" y="0"/>
                  <a:pt x="76200" y="0"/>
                </a:cubicBezTo>
                <a:close/>
              </a:path>
            </a:pathLst>
          </a:custGeom>
          <a:solidFill>
            <a:srgbClr val="000000"/>
          </a:solidFill>
          <a:ln w="9525" cap="flat">
            <a:noFill/>
            <a:prstDash val="solid"/>
            <a:miter/>
          </a:ln>
        </p:spPr>
        <p:txBody>
          <a:bodyPr rtlCol="0" anchor="ctr"/>
          <a:lstStyle/>
          <a:p>
            <a:endParaRPr lang="ru-RU"/>
          </a:p>
        </p:txBody>
      </p:sp>
      <p:sp>
        <p:nvSpPr>
          <p:cNvPr id="1129" name="Рисунок 17">
            <a:extLst>
              <a:ext uri="{FF2B5EF4-FFF2-40B4-BE49-F238E27FC236}">
                <a16:creationId xmlns:a16="http://schemas.microsoft.com/office/drawing/2014/main" id="{42D9A6CC-FFD7-A2C8-28F5-4BCDD48739C3}"/>
              </a:ext>
            </a:extLst>
          </p:cNvPr>
          <p:cNvSpPr/>
          <p:nvPr/>
        </p:nvSpPr>
        <p:spPr>
          <a:xfrm>
            <a:off x="3168482" y="879410"/>
            <a:ext cx="171450" cy="167431"/>
          </a:xfrm>
          <a:custGeom>
            <a:avLst/>
            <a:gdLst>
              <a:gd name="connsiteX0" fmla="*/ 57150 w 171450"/>
              <a:gd name="connsiteY0" fmla="*/ 11661 h 167431"/>
              <a:gd name="connsiteX1" fmla="*/ 85725 w 171450"/>
              <a:gd name="connsiteY1" fmla="*/ 24556 h 167431"/>
              <a:gd name="connsiteX2" fmla="*/ 114300 w 171450"/>
              <a:gd name="connsiteY2" fmla="*/ 11661 h 167431"/>
              <a:gd name="connsiteX3" fmla="*/ 118031 w 171450"/>
              <a:gd name="connsiteY3" fmla="*/ 7376 h 167431"/>
              <a:gd name="connsiteX4" fmla="*/ 142875 w 171450"/>
              <a:gd name="connsiteY4" fmla="*/ 3601 h 167431"/>
              <a:gd name="connsiteX5" fmla="*/ 171450 w 171450"/>
              <a:gd name="connsiteY5" fmla="*/ 34081 h 167431"/>
              <a:gd name="connsiteX6" fmla="*/ 157163 w 171450"/>
              <a:gd name="connsiteY6" fmla="*/ 62656 h 167431"/>
              <a:gd name="connsiteX7" fmla="*/ 142875 w 171450"/>
              <a:gd name="connsiteY7" fmla="*/ 81707 h 167431"/>
              <a:gd name="connsiteX8" fmla="*/ 142875 w 171450"/>
              <a:gd name="connsiteY8" fmla="*/ 95994 h 167431"/>
              <a:gd name="connsiteX9" fmla="*/ 123825 w 171450"/>
              <a:gd name="connsiteY9" fmla="*/ 143619 h 167431"/>
              <a:gd name="connsiteX10" fmla="*/ 85725 w 171450"/>
              <a:gd name="connsiteY10" fmla="*/ 167432 h 167431"/>
              <a:gd name="connsiteX11" fmla="*/ 47625 w 171450"/>
              <a:gd name="connsiteY11" fmla="*/ 143619 h 167431"/>
              <a:gd name="connsiteX12" fmla="*/ 31072 w 171450"/>
              <a:gd name="connsiteY12" fmla="*/ 119807 h 167431"/>
              <a:gd name="connsiteX13" fmla="*/ 47625 w 171450"/>
              <a:gd name="connsiteY13" fmla="*/ 100757 h 167431"/>
              <a:gd name="connsiteX14" fmla="*/ 109538 w 171450"/>
              <a:gd name="connsiteY14" fmla="*/ 100757 h 167431"/>
              <a:gd name="connsiteX15" fmla="*/ 114300 w 171450"/>
              <a:gd name="connsiteY15" fmla="*/ 95994 h 167431"/>
              <a:gd name="connsiteX16" fmla="*/ 109538 w 171450"/>
              <a:gd name="connsiteY16" fmla="*/ 91232 h 167431"/>
              <a:gd name="connsiteX17" fmla="*/ 47625 w 171450"/>
              <a:gd name="connsiteY17" fmla="*/ 91232 h 167431"/>
              <a:gd name="connsiteX18" fmla="*/ 27549 w 171450"/>
              <a:gd name="connsiteY18" fmla="*/ 72182 h 167431"/>
              <a:gd name="connsiteX19" fmla="*/ 14288 w 171450"/>
              <a:gd name="connsiteY19" fmla="*/ 62656 h 167431"/>
              <a:gd name="connsiteX20" fmla="*/ 0 w 171450"/>
              <a:gd name="connsiteY20" fmla="*/ 34081 h 167431"/>
              <a:gd name="connsiteX21" fmla="*/ 28575 w 171450"/>
              <a:gd name="connsiteY21" fmla="*/ 3601 h 167431"/>
              <a:gd name="connsiteX22" fmla="*/ 53419 w 171450"/>
              <a:gd name="connsiteY22" fmla="*/ 7375 h 167431"/>
              <a:gd name="connsiteX23" fmla="*/ 57150 w 171450"/>
              <a:gd name="connsiteY23" fmla="*/ 11661 h 167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50" h="167431">
                <a:moveTo>
                  <a:pt x="57150" y="11661"/>
                </a:moveTo>
                <a:cubicBezTo>
                  <a:pt x="63515" y="18587"/>
                  <a:pt x="72929" y="24556"/>
                  <a:pt x="85725" y="24556"/>
                </a:cubicBezTo>
                <a:cubicBezTo>
                  <a:pt x="98521" y="24556"/>
                  <a:pt x="107934" y="18587"/>
                  <a:pt x="114300" y="11661"/>
                </a:cubicBezTo>
                <a:cubicBezTo>
                  <a:pt x="115725" y="10111"/>
                  <a:pt x="116937" y="8674"/>
                  <a:pt x="118031" y="7376"/>
                </a:cubicBezTo>
                <a:cubicBezTo>
                  <a:pt x="124252" y="-3"/>
                  <a:pt x="126675" y="-2878"/>
                  <a:pt x="142875" y="3601"/>
                </a:cubicBezTo>
                <a:cubicBezTo>
                  <a:pt x="164642" y="12308"/>
                  <a:pt x="171450" y="15032"/>
                  <a:pt x="171450" y="34081"/>
                </a:cubicBezTo>
                <a:cubicBezTo>
                  <a:pt x="171450" y="62656"/>
                  <a:pt x="166688" y="62656"/>
                  <a:pt x="157163" y="62656"/>
                </a:cubicBezTo>
                <a:cubicBezTo>
                  <a:pt x="147638" y="62656"/>
                  <a:pt x="142875" y="67418"/>
                  <a:pt x="142875" y="81707"/>
                </a:cubicBezTo>
                <a:lnTo>
                  <a:pt x="142875" y="95994"/>
                </a:lnTo>
                <a:cubicBezTo>
                  <a:pt x="142875" y="119485"/>
                  <a:pt x="142875" y="119807"/>
                  <a:pt x="123825" y="143619"/>
                </a:cubicBezTo>
                <a:cubicBezTo>
                  <a:pt x="109911" y="161011"/>
                  <a:pt x="104775" y="167432"/>
                  <a:pt x="85725" y="167432"/>
                </a:cubicBezTo>
                <a:cubicBezTo>
                  <a:pt x="66675" y="167432"/>
                  <a:pt x="61539" y="161011"/>
                  <a:pt x="47625" y="143619"/>
                </a:cubicBezTo>
                <a:cubicBezTo>
                  <a:pt x="38252" y="131902"/>
                  <a:pt x="33490" y="125950"/>
                  <a:pt x="31072" y="119807"/>
                </a:cubicBezTo>
                <a:cubicBezTo>
                  <a:pt x="24801" y="103876"/>
                  <a:pt x="31555" y="100757"/>
                  <a:pt x="47625" y="100757"/>
                </a:cubicBezTo>
                <a:lnTo>
                  <a:pt x="109538" y="100757"/>
                </a:lnTo>
                <a:cubicBezTo>
                  <a:pt x="112167" y="100757"/>
                  <a:pt x="114300" y="98624"/>
                  <a:pt x="114300" y="95994"/>
                </a:cubicBezTo>
                <a:cubicBezTo>
                  <a:pt x="114300" y="93364"/>
                  <a:pt x="112167" y="91232"/>
                  <a:pt x="109538" y="91232"/>
                </a:cubicBezTo>
                <a:lnTo>
                  <a:pt x="47625" y="91232"/>
                </a:lnTo>
                <a:cubicBezTo>
                  <a:pt x="28575" y="91232"/>
                  <a:pt x="30101" y="81707"/>
                  <a:pt x="27549" y="72182"/>
                </a:cubicBezTo>
                <a:cubicBezTo>
                  <a:pt x="25681" y="65208"/>
                  <a:pt x="21260" y="62656"/>
                  <a:pt x="14288" y="62656"/>
                </a:cubicBezTo>
                <a:cubicBezTo>
                  <a:pt x="4763" y="62656"/>
                  <a:pt x="0" y="62656"/>
                  <a:pt x="0" y="34081"/>
                </a:cubicBezTo>
                <a:cubicBezTo>
                  <a:pt x="0" y="15032"/>
                  <a:pt x="6808" y="12308"/>
                  <a:pt x="28575" y="3601"/>
                </a:cubicBezTo>
                <a:cubicBezTo>
                  <a:pt x="44775" y="-2879"/>
                  <a:pt x="47199" y="-4"/>
                  <a:pt x="53419" y="7375"/>
                </a:cubicBezTo>
                <a:cubicBezTo>
                  <a:pt x="54513" y="8673"/>
                  <a:pt x="55725" y="10111"/>
                  <a:pt x="57150" y="11661"/>
                </a:cubicBezTo>
                <a:close/>
              </a:path>
            </a:pathLst>
          </a:custGeom>
          <a:solidFill>
            <a:srgbClr val="000000"/>
          </a:solidFill>
          <a:ln w="9525" cap="flat">
            <a:noFill/>
            <a:prstDash val="solid"/>
            <a:miter/>
          </a:ln>
        </p:spPr>
        <p:txBody>
          <a:bodyPr rtlCol="0" anchor="ctr"/>
          <a:lstStyle/>
          <a:p>
            <a:endParaRPr lang="ru-RU"/>
          </a:p>
        </p:txBody>
      </p:sp>
      <p:sp>
        <p:nvSpPr>
          <p:cNvPr id="1130" name="Рисунок 41">
            <a:extLst>
              <a:ext uri="{FF2B5EF4-FFF2-40B4-BE49-F238E27FC236}">
                <a16:creationId xmlns:a16="http://schemas.microsoft.com/office/drawing/2014/main" id="{DB98A82B-7560-9AF9-CC40-9009144D8C07}"/>
              </a:ext>
            </a:extLst>
          </p:cNvPr>
          <p:cNvSpPr/>
          <p:nvPr/>
        </p:nvSpPr>
        <p:spPr>
          <a:xfrm>
            <a:off x="3168486" y="1414083"/>
            <a:ext cx="171439" cy="152400"/>
          </a:xfrm>
          <a:custGeom>
            <a:avLst/>
            <a:gdLst>
              <a:gd name="connsiteX0" fmla="*/ 99902 w 171439"/>
              <a:gd name="connsiteY0" fmla="*/ 114382 h 152400"/>
              <a:gd name="connsiteX1" fmla="*/ 85719 w 171439"/>
              <a:gd name="connsiteY1" fmla="*/ 115082 h 152400"/>
              <a:gd name="connsiteX2" fmla="*/ 71538 w 171439"/>
              <a:gd name="connsiteY2" fmla="*/ 114382 h 152400"/>
              <a:gd name="connsiteX3" fmla="*/ 62695 w 171439"/>
              <a:gd name="connsiteY3" fmla="*/ 113880 h 152400"/>
              <a:gd name="connsiteX4" fmla="*/ 43561 w 171439"/>
              <a:gd name="connsiteY4" fmla="*/ 134218 h 152400"/>
              <a:gd name="connsiteX5" fmla="*/ 43411 w 171439"/>
              <a:gd name="connsiteY5" fmla="*/ 134676 h 152400"/>
              <a:gd name="connsiteX6" fmla="*/ 42899 w 171439"/>
              <a:gd name="connsiteY6" fmla="*/ 136252 h 152400"/>
              <a:gd name="connsiteX7" fmla="*/ 28570 w 171439"/>
              <a:gd name="connsiteY7" fmla="*/ 152394 h 152400"/>
              <a:gd name="connsiteX8" fmla="*/ 27753 w 171439"/>
              <a:gd name="connsiteY8" fmla="*/ 152397 h 152400"/>
              <a:gd name="connsiteX9" fmla="*/ 5 w 171439"/>
              <a:gd name="connsiteY9" fmla="*/ 123496 h 152400"/>
              <a:gd name="connsiteX10" fmla="*/ 85719 w 171439"/>
              <a:gd name="connsiteY10" fmla="*/ 0 h 152400"/>
              <a:gd name="connsiteX11" fmla="*/ 171435 w 171439"/>
              <a:gd name="connsiteY11" fmla="*/ 123496 h 152400"/>
              <a:gd name="connsiteX12" fmla="*/ 143687 w 171439"/>
              <a:gd name="connsiteY12" fmla="*/ 152397 h 152400"/>
              <a:gd name="connsiteX13" fmla="*/ 142869 w 171439"/>
              <a:gd name="connsiteY13" fmla="*/ 152394 h 152400"/>
              <a:gd name="connsiteX14" fmla="*/ 128541 w 171439"/>
              <a:gd name="connsiteY14" fmla="*/ 136251 h 152400"/>
              <a:gd name="connsiteX15" fmla="*/ 128028 w 171439"/>
              <a:gd name="connsiteY15" fmla="*/ 134676 h 152400"/>
              <a:gd name="connsiteX16" fmla="*/ 127879 w 171439"/>
              <a:gd name="connsiteY16" fmla="*/ 134218 h 152400"/>
              <a:gd name="connsiteX17" fmla="*/ 108745 w 171439"/>
              <a:gd name="connsiteY17" fmla="*/ 113880 h 152400"/>
              <a:gd name="connsiteX18" fmla="*/ 99902 w 171439"/>
              <a:gd name="connsiteY18" fmla="*/ 114382 h 152400"/>
              <a:gd name="connsiteX19" fmla="*/ 57145 w 171439"/>
              <a:gd name="connsiteY19" fmla="*/ 47625 h 152400"/>
              <a:gd name="connsiteX20" fmla="*/ 47620 w 171439"/>
              <a:gd name="connsiteY20" fmla="*/ 38100 h 152400"/>
              <a:gd name="connsiteX21" fmla="*/ 38095 w 171439"/>
              <a:gd name="connsiteY21" fmla="*/ 47625 h 152400"/>
              <a:gd name="connsiteX22" fmla="*/ 38095 w 171439"/>
              <a:gd name="connsiteY22" fmla="*/ 57150 h 152400"/>
              <a:gd name="connsiteX23" fmla="*/ 28570 w 171439"/>
              <a:gd name="connsiteY23" fmla="*/ 57150 h 152400"/>
              <a:gd name="connsiteX24" fmla="*/ 19045 w 171439"/>
              <a:gd name="connsiteY24" fmla="*/ 66675 h 152400"/>
              <a:gd name="connsiteX25" fmla="*/ 28570 w 171439"/>
              <a:gd name="connsiteY25" fmla="*/ 76200 h 152400"/>
              <a:gd name="connsiteX26" fmla="*/ 38095 w 171439"/>
              <a:gd name="connsiteY26" fmla="*/ 76200 h 152400"/>
              <a:gd name="connsiteX27" fmla="*/ 38095 w 171439"/>
              <a:gd name="connsiteY27" fmla="*/ 85725 h 152400"/>
              <a:gd name="connsiteX28" fmla="*/ 47620 w 171439"/>
              <a:gd name="connsiteY28" fmla="*/ 95250 h 152400"/>
              <a:gd name="connsiteX29" fmla="*/ 57145 w 171439"/>
              <a:gd name="connsiteY29" fmla="*/ 85725 h 152400"/>
              <a:gd name="connsiteX30" fmla="*/ 57145 w 171439"/>
              <a:gd name="connsiteY30" fmla="*/ 76200 h 152400"/>
              <a:gd name="connsiteX31" fmla="*/ 66670 w 171439"/>
              <a:gd name="connsiteY31" fmla="*/ 76200 h 152400"/>
              <a:gd name="connsiteX32" fmla="*/ 76194 w 171439"/>
              <a:gd name="connsiteY32" fmla="*/ 66675 h 152400"/>
              <a:gd name="connsiteX33" fmla="*/ 66670 w 171439"/>
              <a:gd name="connsiteY33" fmla="*/ 57150 h 152400"/>
              <a:gd name="connsiteX34" fmla="*/ 57145 w 171439"/>
              <a:gd name="connsiteY34" fmla="*/ 57150 h 152400"/>
              <a:gd name="connsiteX35" fmla="*/ 57145 w 171439"/>
              <a:gd name="connsiteY35" fmla="*/ 47625 h 152400"/>
              <a:gd name="connsiteX36" fmla="*/ 133344 w 171439"/>
              <a:gd name="connsiteY36" fmla="*/ 47625 h 152400"/>
              <a:gd name="connsiteX37" fmla="*/ 123819 w 171439"/>
              <a:gd name="connsiteY37" fmla="*/ 38100 h 152400"/>
              <a:gd name="connsiteX38" fmla="*/ 114294 w 171439"/>
              <a:gd name="connsiteY38" fmla="*/ 47625 h 152400"/>
              <a:gd name="connsiteX39" fmla="*/ 123819 w 171439"/>
              <a:gd name="connsiteY39" fmla="*/ 57150 h 152400"/>
              <a:gd name="connsiteX40" fmla="*/ 133344 w 171439"/>
              <a:gd name="connsiteY40" fmla="*/ 47625 h 152400"/>
              <a:gd name="connsiteX41" fmla="*/ 123819 w 171439"/>
              <a:gd name="connsiteY41" fmla="*/ 95250 h 152400"/>
              <a:gd name="connsiteX42" fmla="*/ 133344 w 171439"/>
              <a:gd name="connsiteY42" fmla="*/ 85725 h 152400"/>
              <a:gd name="connsiteX43" fmla="*/ 123819 w 171439"/>
              <a:gd name="connsiteY43" fmla="*/ 76200 h 152400"/>
              <a:gd name="connsiteX44" fmla="*/ 114294 w 171439"/>
              <a:gd name="connsiteY44" fmla="*/ 85725 h 152400"/>
              <a:gd name="connsiteX45" fmla="*/ 123819 w 171439"/>
              <a:gd name="connsiteY45" fmla="*/ 95250 h 152400"/>
              <a:gd name="connsiteX46" fmla="*/ 104769 w 171439"/>
              <a:gd name="connsiteY46" fmla="*/ 76200 h 152400"/>
              <a:gd name="connsiteX47" fmla="*/ 114294 w 171439"/>
              <a:gd name="connsiteY47" fmla="*/ 66675 h 152400"/>
              <a:gd name="connsiteX48" fmla="*/ 104769 w 171439"/>
              <a:gd name="connsiteY48" fmla="*/ 57150 h 152400"/>
              <a:gd name="connsiteX49" fmla="*/ 95244 w 171439"/>
              <a:gd name="connsiteY49" fmla="*/ 66675 h 152400"/>
              <a:gd name="connsiteX50" fmla="*/ 104769 w 171439"/>
              <a:gd name="connsiteY50" fmla="*/ 76200 h 152400"/>
              <a:gd name="connsiteX51" fmla="*/ 142869 w 171439"/>
              <a:gd name="connsiteY51" fmla="*/ 76200 h 152400"/>
              <a:gd name="connsiteX52" fmla="*/ 152394 w 171439"/>
              <a:gd name="connsiteY52" fmla="*/ 66675 h 152400"/>
              <a:gd name="connsiteX53" fmla="*/ 142869 w 171439"/>
              <a:gd name="connsiteY53" fmla="*/ 57150 h 152400"/>
              <a:gd name="connsiteX54" fmla="*/ 133344 w 171439"/>
              <a:gd name="connsiteY54" fmla="*/ 66675 h 152400"/>
              <a:gd name="connsiteX55" fmla="*/ 142869 w 171439"/>
              <a:gd name="connsiteY55" fmla="*/ 762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71439" h="152400">
                <a:moveTo>
                  <a:pt x="99902" y="114382"/>
                </a:moveTo>
                <a:cubicBezTo>
                  <a:pt x="96315" y="114711"/>
                  <a:pt x="92284" y="115082"/>
                  <a:pt x="85719" y="115082"/>
                </a:cubicBezTo>
                <a:cubicBezTo>
                  <a:pt x="79156" y="115082"/>
                  <a:pt x="75125" y="114711"/>
                  <a:pt x="71538" y="114382"/>
                </a:cubicBezTo>
                <a:cubicBezTo>
                  <a:pt x="68663" y="114118"/>
                  <a:pt x="66074" y="113880"/>
                  <a:pt x="62695" y="113880"/>
                </a:cubicBezTo>
                <a:cubicBezTo>
                  <a:pt x="50197" y="113880"/>
                  <a:pt x="46831" y="124196"/>
                  <a:pt x="43561" y="134218"/>
                </a:cubicBezTo>
                <a:cubicBezTo>
                  <a:pt x="43511" y="134371"/>
                  <a:pt x="43461" y="134523"/>
                  <a:pt x="43411" y="134676"/>
                </a:cubicBezTo>
                <a:cubicBezTo>
                  <a:pt x="43236" y="135213"/>
                  <a:pt x="43065" y="135739"/>
                  <a:pt x="42899" y="136252"/>
                </a:cubicBezTo>
                <a:cubicBezTo>
                  <a:pt x="39436" y="146916"/>
                  <a:pt x="37657" y="152394"/>
                  <a:pt x="28570" y="152394"/>
                </a:cubicBezTo>
                <a:cubicBezTo>
                  <a:pt x="28313" y="152394"/>
                  <a:pt x="28040" y="152395"/>
                  <a:pt x="27753" y="152397"/>
                </a:cubicBezTo>
                <a:cubicBezTo>
                  <a:pt x="19555" y="152436"/>
                  <a:pt x="-359" y="152533"/>
                  <a:pt x="5" y="123496"/>
                </a:cubicBezTo>
                <a:cubicBezTo>
                  <a:pt x="5" y="19050"/>
                  <a:pt x="18450" y="1202"/>
                  <a:pt x="85719" y="0"/>
                </a:cubicBezTo>
                <a:cubicBezTo>
                  <a:pt x="152990" y="1202"/>
                  <a:pt x="171435" y="19050"/>
                  <a:pt x="171435" y="123496"/>
                </a:cubicBezTo>
                <a:cubicBezTo>
                  <a:pt x="171799" y="152533"/>
                  <a:pt x="151885" y="152436"/>
                  <a:pt x="143687" y="152397"/>
                </a:cubicBezTo>
                <a:cubicBezTo>
                  <a:pt x="143399" y="152395"/>
                  <a:pt x="143127" y="152394"/>
                  <a:pt x="142869" y="152394"/>
                </a:cubicBezTo>
                <a:cubicBezTo>
                  <a:pt x="133783" y="152394"/>
                  <a:pt x="132003" y="146916"/>
                  <a:pt x="128541" y="136251"/>
                </a:cubicBezTo>
                <a:cubicBezTo>
                  <a:pt x="128374" y="135739"/>
                  <a:pt x="128204" y="135213"/>
                  <a:pt x="128028" y="134676"/>
                </a:cubicBezTo>
                <a:cubicBezTo>
                  <a:pt x="127978" y="134523"/>
                  <a:pt x="127928" y="134370"/>
                  <a:pt x="127879" y="134218"/>
                </a:cubicBezTo>
                <a:cubicBezTo>
                  <a:pt x="124609" y="124196"/>
                  <a:pt x="121242" y="113880"/>
                  <a:pt x="108745" y="113880"/>
                </a:cubicBezTo>
                <a:cubicBezTo>
                  <a:pt x="105366" y="113880"/>
                  <a:pt x="102777" y="114118"/>
                  <a:pt x="99902" y="114382"/>
                </a:cubicBezTo>
                <a:close/>
                <a:moveTo>
                  <a:pt x="57145" y="47625"/>
                </a:moveTo>
                <a:cubicBezTo>
                  <a:pt x="57145" y="42365"/>
                  <a:pt x="52880" y="38100"/>
                  <a:pt x="47620" y="38100"/>
                </a:cubicBezTo>
                <a:cubicBezTo>
                  <a:pt x="42359" y="38100"/>
                  <a:pt x="38095" y="42365"/>
                  <a:pt x="38095" y="47625"/>
                </a:cubicBezTo>
                <a:lnTo>
                  <a:pt x="38095" y="57150"/>
                </a:lnTo>
                <a:lnTo>
                  <a:pt x="28570" y="57150"/>
                </a:lnTo>
                <a:cubicBezTo>
                  <a:pt x="23309" y="57150"/>
                  <a:pt x="19045" y="61414"/>
                  <a:pt x="19045" y="66675"/>
                </a:cubicBezTo>
                <a:cubicBezTo>
                  <a:pt x="19045" y="71936"/>
                  <a:pt x="23309" y="76200"/>
                  <a:pt x="28570" y="76200"/>
                </a:cubicBezTo>
                <a:lnTo>
                  <a:pt x="38095" y="76200"/>
                </a:lnTo>
                <a:lnTo>
                  <a:pt x="38095" y="85725"/>
                </a:lnTo>
                <a:cubicBezTo>
                  <a:pt x="38095" y="90986"/>
                  <a:pt x="42359" y="95250"/>
                  <a:pt x="47620" y="95250"/>
                </a:cubicBezTo>
                <a:cubicBezTo>
                  <a:pt x="52880" y="95250"/>
                  <a:pt x="57145" y="90986"/>
                  <a:pt x="57145" y="85725"/>
                </a:cubicBezTo>
                <a:lnTo>
                  <a:pt x="57145" y="76200"/>
                </a:lnTo>
                <a:lnTo>
                  <a:pt x="66670" y="76200"/>
                </a:lnTo>
                <a:cubicBezTo>
                  <a:pt x="71930" y="76200"/>
                  <a:pt x="76194" y="71936"/>
                  <a:pt x="76194" y="66675"/>
                </a:cubicBezTo>
                <a:cubicBezTo>
                  <a:pt x="76194" y="61414"/>
                  <a:pt x="71930" y="57150"/>
                  <a:pt x="66670" y="57150"/>
                </a:cubicBezTo>
                <a:lnTo>
                  <a:pt x="57145" y="57150"/>
                </a:lnTo>
                <a:lnTo>
                  <a:pt x="57145" y="47625"/>
                </a:lnTo>
                <a:close/>
                <a:moveTo>
                  <a:pt x="133344" y="47625"/>
                </a:moveTo>
                <a:cubicBezTo>
                  <a:pt x="133344" y="42365"/>
                  <a:pt x="129080" y="38100"/>
                  <a:pt x="123819" y="38100"/>
                </a:cubicBezTo>
                <a:cubicBezTo>
                  <a:pt x="118560" y="38100"/>
                  <a:pt x="114294" y="42365"/>
                  <a:pt x="114294" y="47625"/>
                </a:cubicBezTo>
                <a:cubicBezTo>
                  <a:pt x="114294" y="52885"/>
                  <a:pt x="118560" y="57150"/>
                  <a:pt x="123819" y="57150"/>
                </a:cubicBezTo>
                <a:cubicBezTo>
                  <a:pt x="129080" y="57150"/>
                  <a:pt x="133344" y="52885"/>
                  <a:pt x="133344" y="47625"/>
                </a:cubicBezTo>
                <a:close/>
                <a:moveTo>
                  <a:pt x="123819" y="95250"/>
                </a:moveTo>
                <a:cubicBezTo>
                  <a:pt x="129080" y="95250"/>
                  <a:pt x="133344" y="90986"/>
                  <a:pt x="133344" y="85725"/>
                </a:cubicBezTo>
                <a:cubicBezTo>
                  <a:pt x="133344" y="80464"/>
                  <a:pt x="129080" y="76200"/>
                  <a:pt x="123819" y="76200"/>
                </a:cubicBezTo>
                <a:cubicBezTo>
                  <a:pt x="118560" y="76200"/>
                  <a:pt x="114294" y="80464"/>
                  <a:pt x="114294" y="85725"/>
                </a:cubicBezTo>
                <a:cubicBezTo>
                  <a:pt x="114294" y="90986"/>
                  <a:pt x="118560" y="95250"/>
                  <a:pt x="123819" y="95250"/>
                </a:cubicBezTo>
                <a:close/>
                <a:moveTo>
                  <a:pt x="104769" y="76200"/>
                </a:moveTo>
                <a:cubicBezTo>
                  <a:pt x="110030" y="76200"/>
                  <a:pt x="114294" y="71936"/>
                  <a:pt x="114294" y="66675"/>
                </a:cubicBezTo>
                <a:cubicBezTo>
                  <a:pt x="114294" y="61414"/>
                  <a:pt x="110030" y="57150"/>
                  <a:pt x="104769" y="57150"/>
                </a:cubicBezTo>
                <a:cubicBezTo>
                  <a:pt x="99510" y="57150"/>
                  <a:pt x="95244" y="61414"/>
                  <a:pt x="95244" y="66675"/>
                </a:cubicBezTo>
                <a:cubicBezTo>
                  <a:pt x="95244" y="71936"/>
                  <a:pt x="99510" y="76200"/>
                  <a:pt x="104769" y="76200"/>
                </a:cubicBezTo>
                <a:close/>
                <a:moveTo>
                  <a:pt x="142869" y="76200"/>
                </a:moveTo>
                <a:cubicBezTo>
                  <a:pt x="148130" y="76200"/>
                  <a:pt x="152394" y="71936"/>
                  <a:pt x="152394" y="66675"/>
                </a:cubicBezTo>
                <a:cubicBezTo>
                  <a:pt x="152394" y="61414"/>
                  <a:pt x="148130" y="57150"/>
                  <a:pt x="142869" y="57150"/>
                </a:cubicBezTo>
                <a:cubicBezTo>
                  <a:pt x="137610" y="57150"/>
                  <a:pt x="133344" y="61414"/>
                  <a:pt x="133344" y="66675"/>
                </a:cubicBezTo>
                <a:cubicBezTo>
                  <a:pt x="133344" y="71936"/>
                  <a:pt x="137610" y="76200"/>
                  <a:pt x="142869" y="76200"/>
                </a:cubicBezTo>
                <a:close/>
              </a:path>
            </a:pathLst>
          </a:custGeom>
          <a:solidFill>
            <a:srgbClr val="000000"/>
          </a:solidFill>
          <a:ln w="9525" cap="flat">
            <a:noFill/>
            <a:prstDash val="solid"/>
            <a:miter/>
          </a:ln>
        </p:spPr>
        <p:txBody>
          <a:bodyPr rtlCol="0" anchor="ctr"/>
          <a:lstStyle/>
          <a:p>
            <a:endParaRPr lang="ru-RU"/>
          </a:p>
        </p:txBody>
      </p:sp>
      <p:sp>
        <p:nvSpPr>
          <p:cNvPr id="1565" name="Полилиния: фигура 1564">
            <a:extLst>
              <a:ext uri="{FF2B5EF4-FFF2-40B4-BE49-F238E27FC236}">
                <a16:creationId xmlns:a16="http://schemas.microsoft.com/office/drawing/2014/main" id="{1EA12AB6-5777-2FE6-6A42-362DF01F155B}"/>
              </a:ext>
            </a:extLst>
          </p:cNvPr>
          <p:cNvSpPr/>
          <p:nvPr/>
        </p:nvSpPr>
        <p:spPr>
          <a:xfrm>
            <a:off x="3178007" y="1952775"/>
            <a:ext cx="171451" cy="152399"/>
          </a:xfrm>
          <a:custGeom>
            <a:avLst/>
            <a:gdLst>
              <a:gd name="connsiteX0" fmla="*/ 20193 w 171451"/>
              <a:gd name="connsiteY0" fmla="*/ 95617 h 152399"/>
              <a:gd name="connsiteX1" fmla="*/ 27919 w 171451"/>
              <a:gd name="connsiteY1" fmla="*/ 96248 h 152399"/>
              <a:gd name="connsiteX2" fmla="*/ 53866 w 171451"/>
              <a:gd name="connsiteY2" fmla="*/ 97206 h 152399"/>
              <a:gd name="connsiteX3" fmla="*/ 66765 w 171451"/>
              <a:gd name="connsiteY3" fmla="*/ 119198 h 152399"/>
              <a:gd name="connsiteX4" fmla="*/ 66674 w 171451"/>
              <a:gd name="connsiteY4" fmla="*/ 123824 h 152399"/>
              <a:gd name="connsiteX5" fmla="*/ 42862 w 171451"/>
              <a:gd name="connsiteY5" fmla="*/ 152399 h 152399"/>
              <a:gd name="connsiteX6" fmla="*/ 19070 w 171451"/>
              <a:gd name="connsiteY6" fmla="*/ 133410 h 152399"/>
              <a:gd name="connsiteX7" fmla="*/ 19206 w 171451"/>
              <a:gd name="connsiteY7" fmla="*/ 105627 h 152399"/>
              <a:gd name="connsiteX8" fmla="*/ 19180 w 171451"/>
              <a:gd name="connsiteY8" fmla="*/ 102026 h 152399"/>
              <a:gd name="connsiteX9" fmla="*/ 20193 w 171451"/>
              <a:gd name="connsiteY9" fmla="*/ 95617 h 152399"/>
              <a:gd name="connsiteX10" fmla="*/ 104109 w 171451"/>
              <a:gd name="connsiteY10" fmla="*/ 86682 h 152399"/>
              <a:gd name="connsiteX11" fmla="*/ 103275 w 171451"/>
              <a:gd name="connsiteY11" fmla="*/ 94062 h 152399"/>
              <a:gd name="connsiteX12" fmla="*/ 87030 w 171451"/>
              <a:gd name="connsiteY12" fmla="*/ 112556 h 152399"/>
              <a:gd name="connsiteX13" fmla="*/ 76200 w 171451"/>
              <a:gd name="connsiteY13" fmla="*/ 106391 h 152399"/>
              <a:gd name="connsiteX14" fmla="*/ 92445 w 171451"/>
              <a:gd name="connsiteY14" fmla="*/ 87898 h 152399"/>
              <a:gd name="connsiteX15" fmla="*/ 104109 w 171451"/>
              <a:gd name="connsiteY15" fmla="*/ 86682 h 152399"/>
              <a:gd name="connsiteX16" fmla="*/ 160359 w 171451"/>
              <a:gd name="connsiteY16" fmla="*/ 9654 h 152399"/>
              <a:gd name="connsiteX17" fmla="*/ 171320 w 171451"/>
              <a:gd name="connsiteY17" fmla="*/ 17484 h 152399"/>
              <a:gd name="connsiteX18" fmla="*/ 163490 w 171451"/>
              <a:gd name="connsiteY18" fmla="*/ 28445 h 152399"/>
              <a:gd name="connsiteX19" fmla="*/ 145862 w 171451"/>
              <a:gd name="connsiteY19" fmla="*/ 31905 h 152399"/>
              <a:gd name="connsiteX20" fmla="*/ 138775 w 171451"/>
              <a:gd name="connsiteY20" fmla="*/ 23812 h 152399"/>
              <a:gd name="connsiteX21" fmla="*/ 142874 w 171451"/>
              <a:gd name="connsiteY21" fmla="*/ 13086 h 152399"/>
              <a:gd name="connsiteX22" fmla="*/ 101132 w 171451"/>
              <a:gd name="connsiteY22" fmla="*/ 1976 h 152399"/>
              <a:gd name="connsiteX23" fmla="*/ 115575 w 171451"/>
              <a:gd name="connsiteY23" fmla="*/ 5409 h 152399"/>
              <a:gd name="connsiteX24" fmla="*/ 129810 w 171451"/>
              <a:gd name="connsiteY24" fmla="*/ 27598 h 152399"/>
              <a:gd name="connsiteX25" fmla="*/ 130018 w 171451"/>
              <a:gd name="connsiteY25" fmla="*/ 28421 h 152399"/>
              <a:gd name="connsiteX26" fmla="*/ 130946 w 171451"/>
              <a:gd name="connsiteY26" fmla="*/ 31950 h 152399"/>
              <a:gd name="connsiteX27" fmla="*/ 130018 w 171451"/>
              <a:gd name="connsiteY27" fmla="*/ 54665 h 152399"/>
              <a:gd name="connsiteX28" fmla="*/ 115575 w 171451"/>
              <a:gd name="connsiteY28" fmla="*/ 66985 h 152399"/>
              <a:gd name="connsiteX29" fmla="*/ 104136 w 171451"/>
              <a:gd name="connsiteY29" fmla="*/ 61682 h 152399"/>
              <a:gd name="connsiteX30" fmla="*/ 94926 w 171451"/>
              <a:gd name="connsiteY30" fmla="*/ 9414 h 152399"/>
              <a:gd name="connsiteX31" fmla="*/ 101132 w 171451"/>
              <a:gd name="connsiteY31" fmla="*/ 1976 h 152399"/>
              <a:gd name="connsiteX32" fmla="*/ 72247 w 171451"/>
              <a:gd name="connsiteY32" fmla="*/ 3 h 152399"/>
              <a:gd name="connsiteX33" fmla="*/ 85990 w 171451"/>
              <a:gd name="connsiteY33" fmla="*/ 14166 h 152399"/>
              <a:gd name="connsiteX34" fmla="*/ 93431 w 171451"/>
              <a:gd name="connsiteY34" fmla="*/ 56398 h 152399"/>
              <a:gd name="connsiteX35" fmla="*/ 83527 w 171451"/>
              <a:gd name="connsiteY35" fmla="*/ 80538 h 152399"/>
              <a:gd name="connsiteX36" fmla="*/ 62620 w 171451"/>
              <a:gd name="connsiteY36" fmla="*/ 84612 h 152399"/>
              <a:gd name="connsiteX37" fmla="*/ 35 w 171451"/>
              <a:gd name="connsiteY37" fmla="*/ 47427 h 152399"/>
              <a:gd name="connsiteX38" fmla="*/ 57806 w 171451"/>
              <a:gd name="connsiteY38" fmla="*/ 640 h 152399"/>
              <a:gd name="connsiteX39" fmla="*/ 72247 w 171451"/>
              <a:gd name="connsiteY39" fmla="*/ 3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71451" h="152399">
                <a:moveTo>
                  <a:pt x="20193" y="95617"/>
                </a:moveTo>
                <a:cubicBezTo>
                  <a:pt x="21285" y="94884"/>
                  <a:pt x="23496" y="95324"/>
                  <a:pt x="27919" y="96248"/>
                </a:cubicBezTo>
                <a:cubicBezTo>
                  <a:pt x="36367" y="98014"/>
                  <a:pt x="45381" y="97998"/>
                  <a:pt x="53866" y="97206"/>
                </a:cubicBezTo>
                <a:cubicBezTo>
                  <a:pt x="67443" y="95939"/>
                  <a:pt x="67081" y="108360"/>
                  <a:pt x="66765" y="119198"/>
                </a:cubicBezTo>
                <a:cubicBezTo>
                  <a:pt x="66719" y="120790"/>
                  <a:pt x="66674" y="122349"/>
                  <a:pt x="66674" y="123824"/>
                </a:cubicBezTo>
                <a:cubicBezTo>
                  <a:pt x="66674" y="152399"/>
                  <a:pt x="61912" y="152399"/>
                  <a:pt x="42862" y="152399"/>
                </a:cubicBezTo>
                <a:cubicBezTo>
                  <a:pt x="21456" y="152399"/>
                  <a:pt x="19070" y="152399"/>
                  <a:pt x="19070" y="133410"/>
                </a:cubicBezTo>
                <a:cubicBezTo>
                  <a:pt x="19070" y="114421"/>
                  <a:pt x="19206" y="105627"/>
                  <a:pt x="19206" y="105627"/>
                </a:cubicBezTo>
                <a:cubicBezTo>
                  <a:pt x="19211" y="104271"/>
                  <a:pt x="19195" y="103077"/>
                  <a:pt x="19180" y="102026"/>
                </a:cubicBezTo>
                <a:cubicBezTo>
                  <a:pt x="19127" y="98258"/>
                  <a:pt x="19101" y="96351"/>
                  <a:pt x="20193" y="95617"/>
                </a:cubicBezTo>
                <a:close/>
                <a:moveTo>
                  <a:pt x="104109" y="86682"/>
                </a:moveTo>
                <a:cubicBezTo>
                  <a:pt x="105410" y="88115"/>
                  <a:pt x="104629" y="90980"/>
                  <a:pt x="103275" y="94062"/>
                </a:cubicBezTo>
                <a:cubicBezTo>
                  <a:pt x="100568" y="100228"/>
                  <a:pt x="94611" y="108239"/>
                  <a:pt x="87030" y="112556"/>
                </a:cubicBezTo>
                <a:cubicBezTo>
                  <a:pt x="79449" y="116872"/>
                  <a:pt x="76200" y="112556"/>
                  <a:pt x="76200" y="106391"/>
                </a:cubicBezTo>
                <a:cubicBezTo>
                  <a:pt x="76200" y="100227"/>
                  <a:pt x="78986" y="93005"/>
                  <a:pt x="92445" y="87898"/>
                </a:cubicBezTo>
                <a:cubicBezTo>
                  <a:pt x="99423" y="85250"/>
                  <a:pt x="102807" y="85250"/>
                  <a:pt x="104109" y="86682"/>
                </a:cubicBezTo>
                <a:close/>
                <a:moveTo>
                  <a:pt x="160359" y="9654"/>
                </a:moveTo>
                <a:cubicBezTo>
                  <a:pt x="165548" y="8789"/>
                  <a:pt x="170455" y="12295"/>
                  <a:pt x="171320" y="17484"/>
                </a:cubicBezTo>
                <a:cubicBezTo>
                  <a:pt x="172185" y="22673"/>
                  <a:pt x="168680" y="27580"/>
                  <a:pt x="163490" y="28445"/>
                </a:cubicBezTo>
                <a:lnTo>
                  <a:pt x="145862" y="31905"/>
                </a:lnTo>
                <a:cubicBezTo>
                  <a:pt x="141796" y="32703"/>
                  <a:pt x="140359" y="29874"/>
                  <a:pt x="138775" y="23812"/>
                </a:cubicBezTo>
                <a:cubicBezTo>
                  <a:pt x="136729" y="15979"/>
                  <a:pt x="138112" y="14287"/>
                  <a:pt x="142874" y="13086"/>
                </a:cubicBezTo>
                <a:close/>
                <a:moveTo>
                  <a:pt x="101132" y="1976"/>
                </a:moveTo>
                <a:cubicBezTo>
                  <a:pt x="106497" y="2864"/>
                  <a:pt x="111321" y="4025"/>
                  <a:pt x="115575" y="5409"/>
                </a:cubicBezTo>
                <a:cubicBezTo>
                  <a:pt x="124974" y="8468"/>
                  <a:pt x="126999" y="16478"/>
                  <a:pt x="129810" y="27598"/>
                </a:cubicBezTo>
                <a:lnTo>
                  <a:pt x="130018" y="28421"/>
                </a:lnTo>
                <a:cubicBezTo>
                  <a:pt x="130320" y="29612"/>
                  <a:pt x="130635" y="30789"/>
                  <a:pt x="130946" y="31950"/>
                </a:cubicBezTo>
                <a:cubicBezTo>
                  <a:pt x="133249" y="40550"/>
                  <a:pt x="135321" y="48288"/>
                  <a:pt x="130018" y="54665"/>
                </a:cubicBezTo>
                <a:cubicBezTo>
                  <a:pt x="126278" y="59164"/>
                  <a:pt x="121366" y="63299"/>
                  <a:pt x="115575" y="66985"/>
                </a:cubicBezTo>
                <a:cubicBezTo>
                  <a:pt x="107367" y="72210"/>
                  <a:pt x="105972" y="72103"/>
                  <a:pt x="104136" y="61682"/>
                </a:cubicBezTo>
                <a:lnTo>
                  <a:pt x="94926" y="9414"/>
                </a:lnTo>
                <a:cubicBezTo>
                  <a:pt x="93538" y="1537"/>
                  <a:pt x="94378" y="859"/>
                  <a:pt x="101132" y="1976"/>
                </a:cubicBezTo>
                <a:close/>
                <a:moveTo>
                  <a:pt x="72247" y="3"/>
                </a:moveTo>
                <a:cubicBezTo>
                  <a:pt x="81875" y="-112"/>
                  <a:pt x="83912" y="2375"/>
                  <a:pt x="85990" y="14166"/>
                </a:cubicBezTo>
                <a:lnTo>
                  <a:pt x="93431" y="56398"/>
                </a:lnTo>
                <a:cubicBezTo>
                  <a:pt x="96123" y="71678"/>
                  <a:pt x="96318" y="77103"/>
                  <a:pt x="83527" y="80538"/>
                </a:cubicBezTo>
                <a:cubicBezTo>
                  <a:pt x="76815" y="82340"/>
                  <a:pt x="69786" y="83715"/>
                  <a:pt x="62620" y="84612"/>
                </a:cubicBezTo>
                <a:cubicBezTo>
                  <a:pt x="33215" y="88286"/>
                  <a:pt x="1422" y="84533"/>
                  <a:pt x="35" y="47427"/>
                </a:cubicBezTo>
                <a:cubicBezTo>
                  <a:pt x="-1212" y="14088"/>
                  <a:pt x="30581" y="2671"/>
                  <a:pt x="57806" y="640"/>
                </a:cubicBezTo>
                <a:cubicBezTo>
                  <a:pt x="62828" y="265"/>
                  <a:pt x="67645" y="58"/>
                  <a:pt x="72247" y="3"/>
                </a:cubicBezTo>
                <a:close/>
              </a:path>
            </a:pathLst>
          </a:custGeom>
          <a:solidFill>
            <a:srgbClr val="000000"/>
          </a:solidFill>
          <a:ln w="9525" cap="flat">
            <a:noFill/>
            <a:prstDash val="solid"/>
            <a:miter/>
          </a:ln>
        </p:spPr>
        <p:txBody>
          <a:bodyPr rtlCol="0" anchor="ctr"/>
          <a:lstStyle/>
          <a:p>
            <a:endParaRPr lang="ru-RU"/>
          </a:p>
        </p:txBody>
      </p:sp>
      <p:sp>
        <p:nvSpPr>
          <p:cNvPr id="1137" name="Рисунок 505">
            <a:extLst>
              <a:ext uri="{FF2B5EF4-FFF2-40B4-BE49-F238E27FC236}">
                <a16:creationId xmlns:a16="http://schemas.microsoft.com/office/drawing/2014/main" id="{F1217652-14DE-D70B-34AA-11BC92078FA1}"/>
              </a:ext>
            </a:extLst>
          </p:cNvPr>
          <p:cNvSpPr/>
          <p:nvPr/>
        </p:nvSpPr>
        <p:spPr>
          <a:xfrm>
            <a:off x="3225632" y="3952727"/>
            <a:ext cx="85725" cy="114300"/>
          </a:xfrm>
          <a:custGeom>
            <a:avLst/>
            <a:gdLst>
              <a:gd name="connsiteX0" fmla="*/ 0 w 85725"/>
              <a:gd name="connsiteY0" fmla="*/ 0 h 114300"/>
              <a:gd name="connsiteX1" fmla="*/ 85725 w 85725"/>
              <a:gd name="connsiteY1" fmla="*/ 57150 h 114300"/>
              <a:gd name="connsiteX2" fmla="*/ 0 w 85725"/>
              <a:gd name="connsiteY2" fmla="*/ 114300 h 114300"/>
              <a:gd name="connsiteX3" fmla="*/ 0 w 85725"/>
              <a:gd name="connsiteY3" fmla="*/ 0 h 114300"/>
            </a:gdLst>
            <a:ahLst/>
            <a:cxnLst>
              <a:cxn ang="0">
                <a:pos x="connsiteX0" y="connsiteY0"/>
              </a:cxn>
              <a:cxn ang="0">
                <a:pos x="connsiteX1" y="connsiteY1"/>
              </a:cxn>
              <a:cxn ang="0">
                <a:pos x="connsiteX2" y="connsiteY2"/>
              </a:cxn>
              <a:cxn ang="0">
                <a:pos x="connsiteX3" y="connsiteY3"/>
              </a:cxn>
            </a:cxnLst>
            <a:rect l="l" t="t" r="r" b="b"/>
            <a:pathLst>
              <a:path w="85725" h="114300">
                <a:moveTo>
                  <a:pt x="0" y="0"/>
                </a:moveTo>
                <a:lnTo>
                  <a:pt x="85725" y="57150"/>
                </a:lnTo>
                <a:lnTo>
                  <a:pt x="0" y="114300"/>
                </a:lnTo>
                <a:lnTo>
                  <a:pt x="0" y="0"/>
                </a:lnTo>
                <a:close/>
              </a:path>
            </a:pathLst>
          </a:custGeom>
          <a:solidFill>
            <a:srgbClr val="000000"/>
          </a:solidFill>
          <a:ln w="9525" cap="flat">
            <a:noFill/>
            <a:prstDash val="solid"/>
            <a:miter/>
          </a:ln>
        </p:spPr>
        <p:txBody>
          <a:bodyPr rtlCol="0" anchor="ctr"/>
          <a:lstStyle/>
          <a:p>
            <a:endParaRPr lang="ru-RU"/>
          </a:p>
        </p:txBody>
      </p:sp>
      <p:sp>
        <p:nvSpPr>
          <p:cNvPr id="1139" name="Рисунок 859">
            <a:extLst>
              <a:ext uri="{FF2B5EF4-FFF2-40B4-BE49-F238E27FC236}">
                <a16:creationId xmlns:a16="http://schemas.microsoft.com/office/drawing/2014/main" id="{A1CCEB31-CDF9-501C-4911-1C388644BB74}"/>
              </a:ext>
            </a:extLst>
          </p:cNvPr>
          <p:cNvSpPr/>
          <p:nvPr/>
        </p:nvSpPr>
        <p:spPr>
          <a:xfrm>
            <a:off x="3149432" y="4524079"/>
            <a:ext cx="209550" cy="133350"/>
          </a:xfrm>
          <a:custGeom>
            <a:avLst/>
            <a:gdLst>
              <a:gd name="connsiteX0" fmla="*/ 114133 w 209550"/>
              <a:gd name="connsiteY0" fmla="*/ 133350 h 133350"/>
              <a:gd name="connsiteX1" fmla="*/ 0 w 209550"/>
              <a:gd name="connsiteY1" fmla="*/ 0 h 133350"/>
              <a:gd name="connsiteX2" fmla="*/ 35863 w 209550"/>
              <a:gd name="connsiteY2" fmla="*/ 0 h 133350"/>
              <a:gd name="connsiteX3" fmla="*/ 84422 w 209550"/>
              <a:gd name="connsiteY3" fmla="*/ 92371 h 133350"/>
              <a:gd name="connsiteX4" fmla="*/ 84422 w 209550"/>
              <a:gd name="connsiteY4" fmla="*/ 0 h 133350"/>
              <a:gd name="connsiteX5" fmla="*/ 118191 w 209550"/>
              <a:gd name="connsiteY5" fmla="*/ 0 h 133350"/>
              <a:gd name="connsiteX6" fmla="*/ 118191 w 209550"/>
              <a:gd name="connsiteY6" fmla="*/ 52726 h 133350"/>
              <a:gd name="connsiteX7" fmla="*/ 167928 w 209550"/>
              <a:gd name="connsiteY7" fmla="*/ 0 h 133350"/>
              <a:gd name="connsiteX8" fmla="*/ 201697 w 209550"/>
              <a:gd name="connsiteY8" fmla="*/ 0 h 133350"/>
              <a:gd name="connsiteX9" fmla="*/ 185524 w 209550"/>
              <a:gd name="connsiteY9" fmla="*/ 38124 h 133350"/>
              <a:gd name="connsiteX10" fmla="*/ 155756 w 209550"/>
              <a:gd name="connsiteY10" fmla="*/ 66475 h 133350"/>
              <a:gd name="connsiteX11" fmla="*/ 189686 w 209550"/>
              <a:gd name="connsiteY11" fmla="*/ 94028 h 133350"/>
              <a:gd name="connsiteX12" fmla="*/ 209550 w 209550"/>
              <a:gd name="connsiteY12" fmla="*/ 133350 h 133350"/>
              <a:gd name="connsiteX13" fmla="*/ 172378 w 209550"/>
              <a:gd name="connsiteY13" fmla="*/ 133350 h 133350"/>
              <a:gd name="connsiteX14" fmla="*/ 152337 w 209550"/>
              <a:gd name="connsiteY14" fmla="*/ 101182 h 133350"/>
              <a:gd name="connsiteX15" fmla="*/ 118191 w 209550"/>
              <a:gd name="connsiteY15" fmla="*/ 85696 h 133350"/>
              <a:gd name="connsiteX16" fmla="*/ 118191 w 209550"/>
              <a:gd name="connsiteY16" fmla="*/ 133350 h 133350"/>
              <a:gd name="connsiteX17" fmla="*/ 114133 w 209550"/>
              <a:gd name="connsiteY17" fmla="*/ 13335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9550" h="133350">
                <a:moveTo>
                  <a:pt x="114133" y="133350"/>
                </a:moveTo>
                <a:cubicBezTo>
                  <a:pt x="42538" y="133350"/>
                  <a:pt x="1702" y="83293"/>
                  <a:pt x="0" y="0"/>
                </a:cubicBezTo>
                <a:lnTo>
                  <a:pt x="35863" y="0"/>
                </a:lnTo>
                <a:cubicBezTo>
                  <a:pt x="37041" y="61135"/>
                  <a:pt x="63480" y="87031"/>
                  <a:pt x="84422" y="92371"/>
                </a:cubicBezTo>
                <a:lnTo>
                  <a:pt x="84422" y="0"/>
                </a:lnTo>
                <a:lnTo>
                  <a:pt x="118191" y="0"/>
                </a:lnTo>
                <a:lnTo>
                  <a:pt x="118191" y="52726"/>
                </a:lnTo>
                <a:cubicBezTo>
                  <a:pt x="138871" y="50457"/>
                  <a:pt x="160598" y="26430"/>
                  <a:pt x="167928" y="0"/>
                </a:cubicBezTo>
                <a:lnTo>
                  <a:pt x="201697" y="0"/>
                </a:lnTo>
                <a:cubicBezTo>
                  <a:pt x="198934" y="13707"/>
                  <a:pt x="193429" y="26686"/>
                  <a:pt x="185524" y="38124"/>
                </a:cubicBezTo>
                <a:cubicBezTo>
                  <a:pt x="177619" y="49561"/>
                  <a:pt x="167485" y="59213"/>
                  <a:pt x="155756" y="66475"/>
                </a:cubicBezTo>
                <a:cubicBezTo>
                  <a:pt x="168849" y="73110"/>
                  <a:pt x="180413" y="82501"/>
                  <a:pt x="189686" y="94028"/>
                </a:cubicBezTo>
                <a:cubicBezTo>
                  <a:pt x="198958" y="105556"/>
                  <a:pt x="205729" y="118958"/>
                  <a:pt x="209550" y="133350"/>
                </a:cubicBezTo>
                <a:lnTo>
                  <a:pt x="172378" y="133350"/>
                </a:lnTo>
                <a:cubicBezTo>
                  <a:pt x="168948" y="120849"/>
                  <a:pt x="161976" y="109659"/>
                  <a:pt x="152337" y="101182"/>
                </a:cubicBezTo>
                <a:cubicBezTo>
                  <a:pt x="142698" y="92705"/>
                  <a:pt x="130819" y="87319"/>
                  <a:pt x="118191" y="85696"/>
                </a:cubicBezTo>
                <a:lnTo>
                  <a:pt x="118191" y="133350"/>
                </a:lnTo>
                <a:lnTo>
                  <a:pt x="114133" y="133350"/>
                </a:lnTo>
                <a:close/>
              </a:path>
            </a:pathLst>
          </a:custGeom>
          <a:solidFill>
            <a:srgbClr val="000000"/>
          </a:solidFill>
          <a:ln w="9525" cap="flat">
            <a:noFill/>
            <a:prstDash val="solid"/>
            <a:miter/>
          </a:ln>
        </p:spPr>
        <p:txBody>
          <a:bodyPr rtlCol="0" anchor="ctr"/>
          <a:lstStyle/>
          <a:p>
            <a:endParaRPr lang="ru-RU"/>
          </a:p>
        </p:txBody>
      </p:sp>
      <p:sp>
        <p:nvSpPr>
          <p:cNvPr id="1572" name="Полилиния: фигура 1571">
            <a:extLst>
              <a:ext uri="{FF2B5EF4-FFF2-40B4-BE49-F238E27FC236}">
                <a16:creationId xmlns:a16="http://schemas.microsoft.com/office/drawing/2014/main" id="{E00FAE07-54D6-F9D6-B476-8601EBDF08E1}"/>
              </a:ext>
            </a:extLst>
          </p:cNvPr>
          <p:cNvSpPr/>
          <p:nvPr/>
        </p:nvSpPr>
        <p:spPr>
          <a:xfrm>
            <a:off x="3149430" y="3324226"/>
            <a:ext cx="209550" cy="209549"/>
          </a:xfrm>
          <a:custGeom>
            <a:avLst/>
            <a:gdLst>
              <a:gd name="connsiteX0" fmla="*/ 72954 w 209550"/>
              <a:gd name="connsiteY0" fmla="*/ 106444 h 209549"/>
              <a:gd name="connsiteX1" fmla="*/ 153638 w 209550"/>
              <a:gd name="connsiteY1" fmla="*/ 123291 h 209549"/>
              <a:gd name="connsiteX2" fmla="*/ 196983 w 209550"/>
              <a:gd name="connsiteY2" fmla="*/ 144736 h 209549"/>
              <a:gd name="connsiteX3" fmla="*/ 200317 w 209550"/>
              <a:gd name="connsiteY3" fmla="*/ 153827 h 209549"/>
              <a:gd name="connsiteX4" fmla="*/ 179679 w 209550"/>
              <a:gd name="connsiteY4" fmla="*/ 202407 h 209549"/>
              <a:gd name="connsiteX5" fmla="*/ 175899 w 209550"/>
              <a:gd name="connsiteY5" fmla="*/ 206115 h 209549"/>
              <a:gd name="connsiteX6" fmla="*/ 170709 w 209550"/>
              <a:gd name="connsiteY6" fmla="*/ 205877 h 209549"/>
              <a:gd name="connsiteX7" fmla="*/ 127731 w 209550"/>
              <a:gd name="connsiteY7" fmla="*/ 184606 h 209549"/>
              <a:gd name="connsiteX8" fmla="*/ 62147 w 209550"/>
              <a:gd name="connsiteY8" fmla="*/ 195016 h 209549"/>
              <a:gd name="connsiteX9" fmla="*/ 57359 w 209550"/>
              <a:gd name="connsiteY9" fmla="*/ 203339 h 209549"/>
              <a:gd name="connsiteX10" fmla="*/ 55745 w 209550"/>
              <a:gd name="connsiteY10" fmla="*/ 206154 h 209549"/>
              <a:gd name="connsiteX11" fmla="*/ 51602 w 209550"/>
              <a:gd name="connsiteY11" fmla="*/ 209349 h 209549"/>
              <a:gd name="connsiteX12" fmla="*/ 46509 w 209550"/>
              <a:gd name="connsiteY12" fmla="*/ 208514 h 209549"/>
              <a:gd name="connsiteX13" fmla="*/ 3164 w 209550"/>
              <a:gd name="connsiteY13" fmla="*/ 180754 h 209549"/>
              <a:gd name="connsiteX14" fmla="*/ 931 w 209550"/>
              <a:gd name="connsiteY14" fmla="*/ 171315 h 209549"/>
              <a:gd name="connsiteX15" fmla="*/ 5207 w 209550"/>
              <a:gd name="connsiteY15" fmla="*/ 164063 h 209549"/>
              <a:gd name="connsiteX16" fmla="*/ 7599 w 209550"/>
              <a:gd name="connsiteY16" fmla="*/ 159969 h 209549"/>
              <a:gd name="connsiteX17" fmla="*/ 72954 w 209550"/>
              <a:gd name="connsiteY17" fmla="*/ 106444 h 209549"/>
              <a:gd name="connsiteX18" fmla="*/ 157811 w 209550"/>
              <a:gd name="connsiteY18" fmla="*/ 178 h 209549"/>
              <a:gd name="connsiteX19" fmla="*/ 163041 w 209550"/>
              <a:gd name="connsiteY19" fmla="*/ 1183 h 209549"/>
              <a:gd name="connsiteX20" fmla="*/ 206386 w 209550"/>
              <a:gd name="connsiteY20" fmla="*/ 28943 h 209549"/>
              <a:gd name="connsiteX21" fmla="*/ 208620 w 209550"/>
              <a:gd name="connsiteY21" fmla="*/ 38381 h 209549"/>
              <a:gd name="connsiteX22" fmla="*/ 204343 w 209550"/>
              <a:gd name="connsiteY22" fmla="*/ 45633 h 209549"/>
              <a:gd name="connsiteX23" fmla="*/ 201951 w 209550"/>
              <a:gd name="connsiteY23" fmla="*/ 49728 h 209549"/>
              <a:gd name="connsiteX24" fmla="*/ 55779 w 209550"/>
              <a:gd name="connsiteY24" fmla="*/ 86440 h 209549"/>
              <a:gd name="connsiteX25" fmla="*/ 12434 w 209550"/>
              <a:gd name="connsiteY25" fmla="*/ 64996 h 209549"/>
              <a:gd name="connsiteX26" fmla="*/ 9099 w 209550"/>
              <a:gd name="connsiteY26" fmla="*/ 55905 h 209549"/>
              <a:gd name="connsiteX27" fmla="*/ 29738 w 209550"/>
              <a:gd name="connsiteY27" fmla="*/ 7325 h 209549"/>
              <a:gd name="connsiteX28" fmla="*/ 33518 w 209550"/>
              <a:gd name="connsiteY28" fmla="*/ 3616 h 209549"/>
              <a:gd name="connsiteX29" fmla="*/ 38707 w 209550"/>
              <a:gd name="connsiteY29" fmla="*/ 3855 h 209549"/>
              <a:gd name="connsiteX30" fmla="*/ 81552 w 209550"/>
              <a:gd name="connsiteY30" fmla="*/ 25022 h 209549"/>
              <a:gd name="connsiteX31" fmla="*/ 147137 w 209550"/>
              <a:gd name="connsiteY31" fmla="*/ 14612 h 209549"/>
              <a:gd name="connsiteX32" fmla="*/ 151925 w 209550"/>
              <a:gd name="connsiteY32" fmla="*/ 6288 h 209549"/>
              <a:gd name="connsiteX33" fmla="*/ 153538 w 209550"/>
              <a:gd name="connsiteY33" fmla="*/ 3473 h 209549"/>
              <a:gd name="connsiteX34" fmla="*/ 157811 w 209550"/>
              <a:gd name="connsiteY34" fmla="*/ 178 h 209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9550" h="209549">
                <a:moveTo>
                  <a:pt x="72954" y="106444"/>
                </a:moveTo>
                <a:cubicBezTo>
                  <a:pt x="97415" y="101621"/>
                  <a:pt x="124430" y="108526"/>
                  <a:pt x="153638" y="123291"/>
                </a:cubicBezTo>
                <a:cubicBezTo>
                  <a:pt x="169876" y="131446"/>
                  <a:pt x="187914" y="140294"/>
                  <a:pt x="196983" y="144736"/>
                </a:cubicBezTo>
                <a:cubicBezTo>
                  <a:pt x="200292" y="146311"/>
                  <a:pt x="201776" y="150358"/>
                  <a:pt x="200317" y="153827"/>
                </a:cubicBezTo>
                <a:lnTo>
                  <a:pt x="179679" y="202407"/>
                </a:lnTo>
                <a:cubicBezTo>
                  <a:pt x="178952" y="204123"/>
                  <a:pt x="177589" y="205462"/>
                  <a:pt x="175899" y="206115"/>
                </a:cubicBezTo>
                <a:cubicBezTo>
                  <a:pt x="174209" y="206769"/>
                  <a:pt x="172337" y="206683"/>
                  <a:pt x="170709" y="205877"/>
                </a:cubicBezTo>
                <a:lnTo>
                  <a:pt x="127731" y="184606"/>
                </a:lnTo>
                <a:cubicBezTo>
                  <a:pt x="96589" y="169129"/>
                  <a:pt x="79318" y="165520"/>
                  <a:pt x="62147" y="195016"/>
                </a:cubicBezTo>
                <a:cubicBezTo>
                  <a:pt x="60413" y="198006"/>
                  <a:pt x="58781" y="200855"/>
                  <a:pt x="57359" y="203339"/>
                </a:cubicBezTo>
                <a:cubicBezTo>
                  <a:pt x="56785" y="204342"/>
                  <a:pt x="56244" y="205285"/>
                  <a:pt x="55745" y="206154"/>
                </a:cubicBezTo>
                <a:cubicBezTo>
                  <a:pt x="54832" y="207754"/>
                  <a:pt x="53339" y="208905"/>
                  <a:pt x="51602" y="209349"/>
                </a:cubicBezTo>
                <a:cubicBezTo>
                  <a:pt x="49866" y="209793"/>
                  <a:pt x="48031" y="209492"/>
                  <a:pt x="46509" y="208514"/>
                </a:cubicBezTo>
                <a:lnTo>
                  <a:pt x="3164" y="180754"/>
                </a:lnTo>
                <a:cubicBezTo>
                  <a:pt x="73" y="178767"/>
                  <a:pt x="-920" y="174570"/>
                  <a:pt x="931" y="171315"/>
                </a:cubicBezTo>
                <a:cubicBezTo>
                  <a:pt x="2260" y="169128"/>
                  <a:pt x="3742" y="166581"/>
                  <a:pt x="5207" y="164063"/>
                </a:cubicBezTo>
                <a:cubicBezTo>
                  <a:pt x="6019" y="162668"/>
                  <a:pt x="6826" y="161281"/>
                  <a:pt x="7599" y="159969"/>
                </a:cubicBezTo>
                <a:cubicBezTo>
                  <a:pt x="26588" y="127820"/>
                  <a:pt x="48493" y="111268"/>
                  <a:pt x="72954" y="106444"/>
                </a:cubicBezTo>
                <a:close/>
                <a:moveTo>
                  <a:pt x="157811" y="178"/>
                </a:moveTo>
                <a:cubicBezTo>
                  <a:pt x="159613" y="-256"/>
                  <a:pt x="161507" y="108"/>
                  <a:pt x="163041" y="1183"/>
                </a:cubicBezTo>
                <a:lnTo>
                  <a:pt x="206386" y="28943"/>
                </a:lnTo>
                <a:cubicBezTo>
                  <a:pt x="209477" y="30930"/>
                  <a:pt x="210470" y="35127"/>
                  <a:pt x="208620" y="38381"/>
                </a:cubicBezTo>
                <a:cubicBezTo>
                  <a:pt x="207290" y="40569"/>
                  <a:pt x="205808" y="43116"/>
                  <a:pt x="204343" y="45633"/>
                </a:cubicBezTo>
                <a:cubicBezTo>
                  <a:pt x="203531" y="47029"/>
                  <a:pt x="202725" y="48416"/>
                  <a:pt x="201951" y="49728"/>
                </a:cubicBezTo>
                <a:cubicBezTo>
                  <a:pt x="163974" y="113957"/>
                  <a:pt x="114328" y="115935"/>
                  <a:pt x="55779" y="86440"/>
                </a:cubicBezTo>
                <a:cubicBezTo>
                  <a:pt x="39541" y="78286"/>
                  <a:pt x="21503" y="69437"/>
                  <a:pt x="12434" y="64996"/>
                </a:cubicBezTo>
                <a:cubicBezTo>
                  <a:pt x="9125" y="63420"/>
                  <a:pt x="7641" y="59374"/>
                  <a:pt x="9099" y="55905"/>
                </a:cubicBezTo>
                <a:lnTo>
                  <a:pt x="29738" y="7325"/>
                </a:lnTo>
                <a:cubicBezTo>
                  <a:pt x="30465" y="5608"/>
                  <a:pt x="31828" y="4270"/>
                  <a:pt x="33518" y="3616"/>
                </a:cubicBezTo>
                <a:cubicBezTo>
                  <a:pt x="35208" y="2962"/>
                  <a:pt x="37080" y="3049"/>
                  <a:pt x="38707" y="3855"/>
                </a:cubicBezTo>
                <a:lnTo>
                  <a:pt x="81552" y="25022"/>
                </a:lnTo>
                <a:cubicBezTo>
                  <a:pt x="112694" y="40498"/>
                  <a:pt x="129965" y="44107"/>
                  <a:pt x="147137" y="14612"/>
                </a:cubicBezTo>
                <a:cubicBezTo>
                  <a:pt x="148870" y="11621"/>
                  <a:pt x="150503" y="8771"/>
                  <a:pt x="151925" y="6288"/>
                </a:cubicBezTo>
                <a:cubicBezTo>
                  <a:pt x="152499" y="5285"/>
                  <a:pt x="153039" y="4342"/>
                  <a:pt x="153538" y="3473"/>
                </a:cubicBezTo>
                <a:cubicBezTo>
                  <a:pt x="154461" y="1806"/>
                  <a:pt x="156009" y="612"/>
                  <a:pt x="157811" y="178"/>
                </a:cubicBezTo>
                <a:close/>
              </a:path>
            </a:pathLst>
          </a:custGeom>
          <a:solidFill>
            <a:srgbClr val="000000"/>
          </a:solidFill>
          <a:ln w="9525" cap="flat">
            <a:noFill/>
            <a:prstDash val="solid"/>
            <a:miter/>
          </a:ln>
        </p:spPr>
        <p:txBody>
          <a:bodyPr rtlCol="0" anchor="ctr"/>
          <a:lstStyle/>
          <a:p>
            <a:endParaRPr lang="ru-RU"/>
          </a:p>
        </p:txBody>
      </p:sp>
      <p:sp>
        <p:nvSpPr>
          <p:cNvPr id="1143" name="Рисунок 932">
            <a:extLst>
              <a:ext uri="{FF2B5EF4-FFF2-40B4-BE49-F238E27FC236}">
                <a16:creationId xmlns:a16="http://schemas.microsoft.com/office/drawing/2014/main" id="{F1DDAE36-AA7E-03A2-DDAC-CC65A25AFCD7}"/>
              </a:ext>
            </a:extLst>
          </p:cNvPr>
          <p:cNvSpPr/>
          <p:nvPr/>
        </p:nvSpPr>
        <p:spPr>
          <a:xfrm>
            <a:off x="3178006" y="5767688"/>
            <a:ext cx="161925" cy="161925"/>
          </a:xfrm>
          <a:custGeom>
            <a:avLst/>
            <a:gdLst>
              <a:gd name="connsiteX0" fmla="*/ 119098 w 161925"/>
              <a:gd name="connsiteY0" fmla="*/ 14207 h 161925"/>
              <a:gd name="connsiteX1" fmla="*/ 157209 w 161925"/>
              <a:gd name="connsiteY1" fmla="*/ 4727 h 161925"/>
              <a:gd name="connsiteX2" fmla="*/ 147681 w 161925"/>
              <a:gd name="connsiteY2" fmla="*/ 42794 h 161925"/>
              <a:gd name="connsiteX3" fmla="*/ 127077 w 161925"/>
              <a:gd name="connsiteY3" fmla="*/ 63728 h 161925"/>
              <a:gd name="connsiteX4" fmla="*/ 125576 w 161925"/>
              <a:gd name="connsiteY4" fmla="*/ 65265 h 161925"/>
              <a:gd name="connsiteX5" fmla="*/ 123923 w 161925"/>
              <a:gd name="connsiteY5" fmla="*/ 76228 h 161925"/>
              <a:gd name="connsiteX6" fmla="*/ 128024 w 161925"/>
              <a:gd name="connsiteY6" fmla="*/ 112853 h 161925"/>
              <a:gd name="connsiteX7" fmla="*/ 131409 w 161925"/>
              <a:gd name="connsiteY7" fmla="*/ 142899 h 161925"/>
              <a:gd name="connsiteX8" fmla="*/ 122764 w 161925"/>
              <a:gd name="connsiteY8" fmla="*/ 161925 h 161925"/>
              <a:gd name="connsiteX9" fmla="*/ 109441 w 161925"/>
              <a:gd name="connsiteY9" fmla="*/ 157135 h 161925"/>
              <a:gd name="connsiteX10" fmla="*/ 85725 w 161925"/>
              <a:gd name="connsiteY10" fmla="*/ 104713 h 161925"/>
              <a:gd name="connsiteX11" fmla="*/ 63557 w 161925"/>
              <a:gd name="connsiteY11" fmla="*/ 123881 h 161925"/>
              <a:gd name="connsiteX12" fmla="*/ 52403 w 161925"/>
              <a:gd name="connsiteY12" fmla="*/ 133263 h 161925"/>
              <a:gd name="connsiteX13" fmla="*/ 47640 w 161925"/>
              <a:gd name="connsiteY13" fmla="*/ 161829 h 161925"/>
              <a:gd name="connsiteX14" fmla="*/ 38112 w 161925"/>
              <a:gd name="connsiteY14" fmla="*/ 161829 h 161925"/>
              <a:gd name="connsiteX15" fmla="*/ 30923 w 161925"/>
              <a:gd name="connsiteY15" fmla="*/ 150961 h 161925"/>
              <a:gd name="connsiteX16" fmla="*/ 23820 w 161925"/>
              <a:gd name="connsiteY16" fmla="*/ 138025 h 161925"/>
              <a:gd name="connsiteX17" fmla="*/ 10132 w 161925"/>
              <a:gd name="connsiteY17" fmla="*/ 130455 h 161925"/>
              <a:gd name="connsiteX18" fmla="*/ 1 w 161925"/>
              <a:gd name="connsiteY18" fmla="*/ 123742 h 161925"/>
              <a:gd name="connsiteX19" fmla="*/ 1 w 161925"/>
              <a:gd name="connsiteY19" fmla="*/ 109459 h 161925"/>
              <a:gd name="connsiteX20" fmla="*/ 16939 w 161925"/>
              <a:gd name="connsiteY20" fmla="*/ 108411 h 161925"/>
              <a:gd name="connsiteX21" fmla="*/ 28584 w 161925"/>
              <a:gd name="connsiteY21" fmla="*/ 109459 h 161925"/>
              <a:gd name="connsiteX22" fmla="*/ 57167 w 161925"/>
              <a:gd name="connsiteY22" fmla="*/ 76144 h 161925"/>
              <a:gd name="connsiteX23" fmla="*/ 4765 w 161925"/>
              <a:gd name="connsiteY23" fmla="*/ 52330 h 161925"/>
              <a:gd name="connsiteX24" fmla="*/ 0 w 161925"/>
              <a:gd name="connsiteY24" fmla="*/ 39006 h 161925"/>
              <a:gd name="connsiteX25" fmla="*/ 19056 w 161925"/>
              <a:gd name="connsiteY25" fmla="*/ 30406 h 161925"/>
              <a:gd name="connsiteX26" fmla="*/ 49113 w 161925"/>
              <a:gd name="connsiteY26" fmla="*/ 33854 h 161925"/>
              <a:gd name="connsiteX27" fmla="*/ 85751 w 161925"/>
              <a:gd name="connsiteY27" fmla="*/ 38029 h 161925"/>
              <a:gd name="connsiteX28" fmla="*/ 101553 w 161925"/>
              <a:gd name="connsiteY28" fmla="*/ 31864 h 161925"/>
              <a:gd name="connsiteX29" fmla="*/ 114112 w 161925"/>
              <a:gd name="connsiteY29" fmla="*/ 19161 h 161925"/>
              <a:gd name="connsiteX30" fmla="*/ 119098 w 161925"/>
              <a:gd name="connsiteY30" fmla="*/ 14207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1925" h="161925">
                <a:moveTo>
                  <a:pt x="119098" y="14207"/>
                </a:moveTo>
                <a:cubicBezTo>
                  <a:pt x="128626" y="4679"/>
                  <a:pt x="145932" y="-6551"/>
                  <a:pt x="157209" y="4727"/>
                </a:cubicBezTo>
                <a:cubicBezTo>
                  <a:pt x="168486" y="16004"/>
                  <a:pt x="157209" y="33265"/>
                  <a:pt x="147681" y="42794"/>
                </a:cubicBezTo>
                <a:cubicBezTo>
                  <a:pt x="140631" y="49844"/>
                  <a:pt x="133825" y="56816"/>
                  <a:pt x="127077" y="63728"/>
                </a:cubicBezTo>
                <a:cubicBezTo>
                  <a:pt x="126576" y="64241"/>
                  <a:pt x="126076" y="64753"/>
                  <a:pt x="125576" y="65265"/>
                </a:cubicBezTo>
                <a:cubicBezTo>
                  <a:pt x="123841" y="67775"/>
                  <a:pt x="123367" y="70552"/>
                  <a:pt x="123923" y="76228"/>
                </a:cubicBezTo>
                <a:cubicBezTo>
                  <a:pt x="125260" y="89879"/>
                  <a:pt x="126677" y="101652"/>
                  <a:pt x="128024" y="112853"/>
                </a:cubicBezTo>
                <a:cubicBezTo>
                  <a:pt x="129245" y="123014"/>
                  <a:pt x="130411" y="132705"/>
                  <a:pt x="131409" y="142899"/>
                </a:cubicBezTo>
                <a:cubicBezTo>
                  <a:pt x="132741" y="156501"/>
                  <a:pt x="132298" y="161945"/>
                  <a:pt x="122764" y="161925"/>
                </a:cubicBezTo>
                <a:cubicBezTo>
                  <a:pt x="114011" y="161913"/>
                  <a:pt x="111340" y="161909"/>
                  <a:pt x="109441" y="157135"/>
                </a:cubicBezTo>
                <a:cubicBezTo>
                  <a:pt x="105653" y="147610"/>
                  <a:pt x="85725" y="104713"/>
                  <a:pt x="85725" y="104713"/>
                </a:cubicBezTo>
                <a:cubicBezTo>
                  <a:pt x="78577" y="111361"/>
                  <a:pt x="71066" y="117622"/>
                  <a:pt x="63557" y="123881"/>
                </a:cubicBezTo>
                <a:cubicBezTo>
                  <a:pt x="59824" y="126994"/>
                  <a:pt x="56090" y="130106"/>
                  <a:pt x="52403" y="133263"/>
                </a:cubicBezTo>
                <a:cubicBezTo>
                  <a:pt x="52403" y="142845"/>
                  <a:pt x="52403" y="161829"/>
                  <a:pt x="47640" y="161829"/>
                </a:cubicBezTo>
                <a:lnTo>
                  <a:pt x="38112" y="161829"/>
                </a:lnTo>
                <a:cubicBezTo>
                  <a:pt x="35543" y="161829"/>
                  <a:pt x="33348" y="156666"/>
                  <a:pt x="30923" y="150961"/>
                </a:cubicBezTo>
                <a:cubicBezTo>
                  <a:pt x="28850" y="146086"/>
                  <a:pt x="26608" y="140813"/>
                  <a:pt x="23820" y="138025"/>
                </a:cubicBezTo>
                <a:cubicBezTo>
                  <a:pt x="20619" y="134823"/>
                  <a:pt x="15069" y="132512"/>
                  <a:pt x="10132" y="130455"/>
                </a:cubicBezTo>
                <a:cubicBezTo>
                  <a:pt x="4695" y="128192"/>
                  <a:pt x="1" y="126237"/>
                  <a:pt x="1" y="123742"/>
                </a:cubicBezTo>
                <a:lnTo>
                  <a:pt x="1" y="109459"/>
                </a:lnTo>
                <a:cubicBezTo>
                  <a:pt x="1" y="106311"/>
                  <a:pt x="8470" y="107361"/>
                  <a:pt x="16939" y="108411"/>
                </a:cubicBezTo>
                <a:cubicBezTo>
                  <a:pt x="21174" y="108936"/>
                  <a:pt x="25408" y="109459"/>
                  <a:pt x="28584" y="109459"/>
                </a:cubicBezTo>
                <a:lnTo>
                  <a:pt x="57167" y="76144"/>
                </a:lnTo>
                <a:cubicBezTo>
                  <a:pt x="57167" y="76144"/>
                  <a:pt x="14288" y="56137"/>
                  <a:pt x="4765" y="52330"/>
                </a:cubicBezTo>
                <a:cubicBezTo>
                  <a:pt x="-7" y="50423"/>
                  <a:pt x="-6" y="47753"/>
                  <a:pt x="0" y="39006"/>
                </a:cubicBezTo>
                <a:cubicBezTo>
                  <a:pt x="0" y="29477"/>
                  <a:pt x="5449" y="29045"/>
                  <a:pt x="19056" y="30406"/>
                </a:cubicBezTo>
                <a:cubicBezTo>
                  <a:pt x="29254" y="31426"/>
                  <a:pt x="38948" y="32611"/>
                  <a:pt x="49113" y="33854"/>
                </a:cubicBezTo>
                <a:cubicBezTo>
                  <a:pt x="60317" y="35224"/>
                  <a:pt x="72095" y="36663"/>
                  <a:pt x="85751" y="38029"/>
                </a:cubicBezTo>
                <a:cubicBezTo>
                  <a:pt x="94845" y="38939"/>
                  <a:pt x="96503" y="37190"/>
                  <a:pt x="101553" y="31864"/>
                </a:cubicBezTo>
                <a:cubicBezTo>
                  <a:pt x="105648" y="27544"/>
                  <a:pt x="109881" y="23351"/>
                  <a:pt x="114112" y="19161"/>
                </a:cubicBezTo>
                <a:cubicBezTo>
                  <a:pt x="115777" y="17512"/>
                  <a:pt x="117442" y="15863"/>
                  <a:pt x="119098" y="14207"/>
                </a:cubicBezTo>
                <a:close/>
              </a:path>
            </a:pathLst>
          </a:custGeom>
          <a:solidFill>
            <a:srgbClr val="000000"/>
          </a:solidFill>
          <a:ln w="9525" cap="flat">
            <a:noFill/>
            <a:prstDash val="solid"/>
            <a:miter/>
          </a:ln>
        </p:spPr>
        <p:txBody>
          <a:bodyPr rtlCol="0" anchor="ctr"/>
          <a:lstStyle/>
          <a:p>
            <a:endParaRPr lang="ru-RU"/>
          </a:p>
        </p:txBody>
      </p:sp>
      <p:sp>
        <p:nvSpPr>
          <p:cNvPr id="1550" name="Полилиния: фигура 1549">
            <a:extLst>
              <a:ext uri="{FF2B5EF4-FFF2-40B4-BE49-F238E27FC236}">
                <a16:creationId xmlns:a16="http://schemas.microsoft.com/office/drawing/2014/main" id="{1896C9E5-FB15-97CA-9FFA-3D704B342C65}"/>
              </a:ext>
            </a:extLst>
          </p:cNvPr>
          <p:cNvSpPr/>
          <p:nvPr/>
        </p:nvSpPr>
        <p:spPr>
          <a:xfrm>
            <a:off x="3586021" y="875392"/>
            <a:ext cx="171450" cy="171450"/>
          </a:xfrm>
          <a:custGeom>
            <a:avLst/>
            <a:gdLst>
              <a:gd name="connsiteX0" fmla="*/ 85725 w 171450"/>
              <a:gd name="connsiteY0" fmla="*/ 104775 h 171450"/>
              <a:gd name="connsiteX1" fmla="*/ 57150 w 171450"/>
              <a:gd name="connsiteY1" fmla="*/ 119063 h 171450"/>
              <a:gd name="connsiteX2" fmla="*/ 85725 w 171450"/>
              <a:gd name="connsiteY2" fmla="*/ 133350 h 171450"/>
              <a:gd name="connsiteX3" fmla="*/ 114300 w 171450"/>
              <a:gd name="connsiteY3" fmla="*/ 119063 h 171450"/>
              <a:gd name="connsiteX4" fmla="*/ 85725 w 171450"/>
              <a:gd name="connsiteY4" fmla="*/ 104775 h 171450"/>
              <a:gd name="connsiteX5" fmla="*/ 38100 w 171450"/>
              <a:gd name="connsiteY5" fmla="*/ 57150 h 171450"/>
              <a:gd name="connsiteX6" fmla="*/ 85725 w 171450"/>
              <a:gd name="connsiteY6" fmla="*/ 66675 h 171450"/>
              <a:gd name="connsiteX7" fmla="*/ 133350 w 171450"/>
              <a:gd name="connsiteY7" fmla="*/ 57150 h 171450"/>
              <a:gd name="connsiteX8" fmla="*/ 171450 w 171450"/>
              <a:gd name="connsiteY8" fmla="*/ 104775 h 171450"/>
              <a:gd name="connsiteX9" fmla="*/ 85725 w 171450"/>
              <a:gd name="connsiteY9" fmla="*/ 171450 h 171450"/>
              <a:gd name="connsiteX10" fmla="*/ 0 w 171450"/>
              <a:gd name="connsiteY10" fmla="*/ 104775 h 171450"/>
              <a:gd name="connsiteX11" fmla="*/ 38100 w 171450"/>
              <a:gd name="connsiteY11" fmla="*/ 57150 h 171450"/>
              <a:gd name="connsiteX12" fmla="*/ 68407 w 171450"/>
              <a:gd name="connsiteY12" fmla="*/ 0 h 171450"/>
              <a:gd name="connsiteX13" fmla="*/ 85725 w 171450"/>
              <a:gd name="connsiteY13" fmla="*/ 9118 h 171450"/>
              <a:gd name="connsiteX14" fmla="*/ 103043 w 171450"/>
              <a:gd name="connsiteY14" fmla="*/ 0 h 171450"/>
              <a:gd name="connsiteX15" fmla="*/ 123825 w 171450"/>
              <a:gd name="connsiteY15" fmla="*/ 21305 h 171450"/>
              <a:gd name="connsiteX16" fmla="*/ 85725 w 171450"/>
              <a:gd name="connsiteY16" fmla="*/ 57150 h 171450"/>
              <a:gd name="connsiteX17" fmla="*/ 47625 w 171450"/>
              <a:gd name="connsiteY17" fmla="*/ 21305 h 171450"/>
              <a:gd name="connsiteX18" fmla="*/ 68407 w 171450"/>
              <a:gd name="connsiteY18"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1450" h="171450">
                <a:moveTo>
                  <a:pt x="85725" y="104775"/>
                </a:moveTo>
                <a:cubicBezTo>
                  <a:pt x="69943" y="104775"/>
                  <a:pt x="57150" y="111172"/>
                  <a:pt x="57150" y="119063"/>
                </a:cubicBezTo>
                <a:cubicBezTo>
                  <a:pt x="57150" y="126953"/>
                  <a:pt x="69943" y="133350"/>
                  <a:pt x="85725" y="133350"/>
                </a:cubicBezTo>
                <a:cubicBezTo>
                  <a:pt x="101507" y="133350"/>
                  <a:pt x="114300" y="126953"/>
                  <a:pt x="114300" y="119063"/>
                </a:cubicBezTo>
                <a:cubicBezTo>
                  <a:pt x="114300" y="111172"/>
                  <a:pt x="101507" y="104775"/>
                  <a:pt x="85725" y="104775"/>
                </a:cubicBezTo>
                <a:close/>
                <a:moveTo>
                  <a:pt x="38100" y="57150"/>
                </a:moveTo>
                <a:cubicBezTo>
                  <a:pt x="57150" y="57150"/>
                  <a:pt x="68144" y="66675"/>
                  <a:pt x="85725" y="66675"/>
                </a:cubicBezTo>
                <a:cubicBezTo>
                  <a:pt x="103306" y="66675"/>
                  <a:pt x="114300" y="57150"/>
                  <a:pt x="133350" y="57150"/>
                </a:cubicBezTo>
                <a:cubicBezTo>
                  <a:pt x="152400" y="57150"/>
                  <a:pt x="171450" y="76808"/>
                  <a:pt x="171450" y="104775"/>
                </a:cubicBezTo>
                <a:cubicBezTo>
                  <a:pt x="171450" y="151838"/>
                  <a:pt x="140632" y="171450"/>
                  <a:pt x="85725" y="171450"/>
                </a:cubicBezTo>
                <a:cubicBezTo>
                  <a:pt x="30818" y="171450"/>
                  <a:pt x="0" y="151838"/>
                  <a:pt x="0" y="104775"/>
                </a:cubicBezTo>
                <a:cubicBezTo>
                  <a:pt x="0" y="76808"/>
                  <a:pt x="19050" y="57150"/>
                  <a:pt x="38100" y="57150"/>
                </a:cubicBezTo>
                <a:close/>
                <a:moveTo>
                  <a:pt x="68407" y="0"/>
                </a:moveTo>
                <a:cubicBezTo>
                  <a:pt x="75425" y="0"/>
                  <a:pt x="81850" y="3582"/>
                  <a:pt x="85725" y="9118"/>
                </a:cubicBezTo>
                <a:cubicBezTo>
                  <a:pt x="89600" y="3582"/>
                  <a:pt x="96025" y="0"/>
                  <a:pt x="103043" y="0"/>
                </a:cubicBezTo>
                <a:cubicBezTo>
                  <a:pt x="114521" y="0"/>
                  <a:pt x="123825" y="9544"/>
                  <a:pt x="123825" y="21305"/>
                </a:cubicBezTo>
                <a:cubicBezTo>
                  <a:pt x="123825" y="39623"/>
                  <a:pt x="103806" y="57150"/>
                  <a:pt x="85725" y="57150"/>
                </a:cubicBezTo>
                <a:cubicBezTo>
                  <a:pt x="67641" y="57150"/>
                  <a:pt x="47625" y="39624"/>
                  <a:pt x="47625" y="21305"/>
                </a:cubicBezTo>
                <a:cubicBezTo>
                  <a:pt x="47625" y="9544"/>
                  <a:pt x="56929" y="0"/>
                  <a:pt x="68407" y="0"/>
                </a:cubicBezTo>
                <a:close/>
              </a:path>
            </a:pathLst>
          </a:custGeom>
          <a:solidFill>
            <a:srgbClr val="000000"/>
          </a:solidFill>
          <a:ln w="9525" cap="flat">
            <a:noFill/>
            <a:prstDash val="solid"/>
            <a:miter/>
          </a:ln>
        </p:spPr>
        <p:txBody>
          <a:bodyPr rtlCol="0" anchor="ctr"/>
          <a:lstStyle/>
          <a:p>
            <a:endParaRPr lang="ru-RU"/>
          </a:p>
        </p:txBody>
      </p:sp>
      <p:sp>
        <p:nvSpPr>
          <p:cNvPr id="1558" name="Полилиния: фигура 1557">
            <a:extLst>
              <a:ext uri="{FF2B5EF4-FFF2-40B4-BE49-F238E27FC236}">
                <a16:creationId xmlns:a16="http://schemas.microsoft.com/office/drawing/2014/main" id="{C8AC3EDE-CBB1-B12D-F033-643FF1C1ADCC}"/>
              </a:ext>
            </a:extLst>
          </p:cNvPr>
          <p:cNvSpPr/>
          <p:nvPr/>
        </p:nvSpPr>
        <p:spPr>
          <a:xfrm>
            <a:off x="3605070" y="1404558"/>
            <a:ext cx="133351" cy="171450"/>
          </a:xfrm>
          <a:custGeom>
            <a:avLst/>
            <a:gdLst>
              <a:gd name="connsiteX0" fmla="*/ 129000 w 133351"/>
              <a:gd name="connsiteY0" fmla="*/ 19500 h 171450"/>
              <a:gd name="connsiteX1" fmla="*/ 132599 w 133351"/>
              <a:gd name="connsiteY1" fmla="*/ 27908 h 171450"/>
              <a:gd name="connsiteX2" fmla="*/ 130552 w 133351"/>
              <a:gd name="connsiteY2" fmla="*/ 51082 h 171450"/>
              <a:gd name="connsiteX3" fmla="*/ 107484 w 133351"/>
              <a:gd name="connsiteY3" fmla="*/ 65416 h 171450"/>
              <a:gd name="connsiteX4" fmla="*/ 96002 w 133351"/>
              <a:gd name="connsiteY4" fmla="*/ 57703 h 171450"/>
              <a:gd name="connsiteX5" fmla="*/ 98049 w 133351"/>
              <a:gd name="connsiteY5" fmla="*/ 34529 h 171450"/>
              <a:gd name="connsiteX6" fmla="*/ 120171 w 133351"/>
              <a:gd name="connsiteY6" fmla="*/ 20480 h 171450"/>
              <a:gd name="connsiteX7" fmla="*/ 129000 w 133351"/>
              <a:gd name="connsiteY7" fmla="*/ 19500 h 171450"/>
              <a:gd name="connsiteX8" fmla="*/ 18545 w 133351"/>
              <a:gd name="connsiteY8" fmla="*/ 275 h 171450"/>
              <a:gd name="connsiteX9" fmla="*/ 43730 w 133351"/>
              <a:gd name="connsiteY9" fmla="*/ 5750 h 171450"/>
              <a:gd name="connsiteX10" fmla="*/ 68050 w 133351"/>
              <a:gd name="connsiteY10" fmla="*/ 26697 h 171450"/>
              <a:gd name="connsiteX11" fmla="*/ 75274 w 133351"/>
              <a:gd name="connsiteY11" fmla="*/ 56954 h 171450"/>
              <a:gd name="connsiteX12" fmla="*/ 76190 w 133351"/>
              <a:gd name="connsiteY12" fmla="*/ 85725 h 171450"/>
              <a:gd name="connsiteX13" fmla="*/ 109538 w 133351"/>
              <a:gd name="connsiteY13" fmla="*/ 85725 h 171450"/>
              <a:gd name="connsiteX14" fmla="*/ 128588 w 133351"/>
              <a:gd name="connsiteY14" fmla="*/ 128587 h 171450"/>
              <a:gd name="connsiteX15" fmla="*/ 66675 w 133351"/>
              <a:gd name="connsiteY15" fmla="*/ 171450 h 171450"/>
              <a:gd name="connsiteX16" fmla="*/ 4763 w 133351"/>
              <a:gd name="connsiteY16" fmla="*/ 128586 h 171450"/>
              <a:gd name="connsiteX17" fmla="*/ 23813 w 133351"/>
              <a:gd name="connsiteY17" fmla="*/ 85725 h 171450"/>
              <a:gd name="connsiteX18" fmla="*/ 57139 w 133351"/>
              <a:gd name="connsiteY18" fmla="*/ 85725 h 171450"/>
              <a:gd name="connsiteX19" fmla="*/ 56708 w 133351"/>
              <a:gd name="connsiteY19" fmla="*/ 64924 h 171450"/>
              <a:gd name="connsiteX20" fmla="*/ 21566 w 133351"/>
              <a:gd name="connsiteY20" fmla="*/ 63374 h 171450"/>
              <a:gd name="connsiteX21" fmla="*/ 366 w 133351"/>
              <a:gd name="connsiteY21" fmla="*/ 18673 h 171450"/>
              <a:gd name="connsiteX22" fmla="*/ 18545 w 133351"/>
              <a:gd name="connsiteY22" fmla="*/ 2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3351" h="171450">
                <a:moveTo>
                  <a:pt x="129000" y="19500"/>
                </a:moveTo>
                <a:cubicBezTo>
                  <a:pt x="130874" y="20439"/>
                  <a:pt x="131877" y="22943"/>
                  <a:pt x="132599" y="27908"/>
                </a:cubicBezTo>
                <a:cubicBezTo>
                  <a:pt x="133654" y="35164"/>
                  <a:pt x="134079" y="44795"/>
                  <a:pt x="130552" y="51082"/>
                </a:cubicBezTo>
                <a:cubicBezTo>
                  <a:pt x="126330" y="58605"/>
                  <a:pt x="115491" y="63057"/>
                  <a:pt x="107484" y="65416"/>
                </a:cubicBezTo>
                <a:cubicBezTo>
                  <a:pt x="99477" y="67775"/>
                  <a:pt x="97447" y="67634"/>
                  <a:pt x="96002" y="57703"/>
                </a:cubicBezTo>
                <a:cubicBezTo>
                  <a:pt x="94945" y="50447"/>
                  <a:pt x="94522" y="40817"/>
                  <a:pt x="98049" y="34529"/>
                </a:cubicBezTo>
                <a:cubicBezTo>
                  <a:pt x="102105" y="27298"/>
                  <a:pt x="112278" y="22905"/>
                  <a:pt x="120171" y="20480"/>
                </a:cubicBezTo>
                <a:cubicBezTo>
                  <a:pt x="124380" y="19187"/>
                  <a:pt x="127125" y="18561"/>
                  <a:pt x="129000" y="19500"/>
                </a:cubicBezTo>
                <a:close/>
                <a:moveTo>
                  <a:pt x="18545" y="275"/>
                </a:moveTo>
                <a:cubicBezTo>
                  <a:pt x="26429" y="1083"/>
                  <a:pt x="35595" y="2672"/>
                  <a:pt x="43730" y="5750"/>
                </a:cubicBezTo>
                <a:cubicBezTo>
                  <a:pt x="54098" y="9104"/>
                  <a:pt x="63198" y="16991"/>
                  <a:pt x="68050" y="26697"/>
                </a:cubicBezTo>
                <a:cubicBezTo>
                  <a:pt x="72425" y="35445"/>
                  <a:pt x="74344" y="45793"/>
                  <a:pt x="75274" y="56954"/>
                </a:cubicBezTo>
                <a:cubicBezTo>
                  <a:pt x="75993" y="65586"/>
                  <a:pt x="76154" y="75256"/>
                  <a:pt x="76190" y="85725"/>
                </a:cubicBezTo>
                <a:lnTo>
                  <a:pt x="109538" y="85725"/>
                </a:lnTo>
                <a:cubicBezTo>
                  <a:pt x="138113" y="85725"/>
                  <a:pt x="135996" y="95250"/>
                  <a:pt x="128588" y="128587"/>
                </a:cubicBezTo>
                <a:cubicBezTo>
                  <a:pt x="121180" y="161925"/>
                  <a:pt x="114300" y="171450"/>
                  <a:pt x="66675" y="171450"/>
                </a:cubicBezTo>
                <a:cubicBezTo>
                  <a:pt x="19050" y="171450"/>
                  <a:pt x="12171" y="161923"/>
                  <a:pt x="4763" y="128586"/>
                </a:cubicBezTo>
                <a:cubicBezTo>
                  <a:pt x="-2645" y="95250"/>
                  <a:pt x="-4761" y="85725"/>
                  <a:pt x="23813" y="85725"/>
                </a:cubicBezTo>
                <a:lnTo>
                  <a:pt x="57139" y="85725"/>
                </a:lnTo>
                <a:cubicBezTo>
                  <a:pt x="57112" y="78098"/>
                  <a:pt x="57020" y="71197"/>
                  <a:pt x="56708" y="64924"/>
                </a:cubicBezTo>
                <a:cubicBezTo>
                  <a:pt x="47570" y="66607"/>
                  <a:pt x="31687" y="68425"/>
                  <a:pt x="21566" y="63374"/>
                </a:cubicBezTo>
                <a:cubicBezTo>
                  <a:pt x="7453" y="56332"/>
                  <a:pt x="2261" y="34798"/>
                  <a:pt x="366" y="18673"/>
                </a:cubicBezTo>
                <a:cubicBezTo>
                  <a:pt x="-1326" y="4272"/>
                  <a:pt x="2532" y="-1365"/>
                  <a:pt x="18545" y="275"/>
                </a:cubicBezTo>
                <a:close/>
              </a:path>
            </a:pathLst>
          </a:custGeom>
          <a:solidFill>
            <a:srgbClr val="000000"/>
          </a:solidFill>
          <a:ln w="9525" cap="flat">
            <a:noFill/>
            <a:prstDash val="solid"/>
            <a:miter/>
          </a:ln>
        </p:spPr>
        <p:txBody>
          <a:bodyPr rtlCol="0" anchor="ctr"/>
          <a:lstStyle/>
          <a:p>
            <a:endParaRPr lang="ru-RU"/>
          </a:p>
        </p:txBody>
      </p:sp>
      <p:sp>
        <p:nvSpPr>
          <p:cNvPr id="1566" name="Полилиния: фигура 1565">
            <a:extLst>
              <a:ext uri="{FF2B5EF4-FFF2-40B4-BE49-F238E27FC236}">
                <a16:creationId xmlns:a16="http://schemas.microsoft.com/office/drawing/2014/main" id="{D4104FFF-F390-7E3F-BC19-4D36CB5B4BDE}"/>
              </a:ext>
            </a:extLst>
          </p:cNvPr>
          <p:cNvSpPr/>
          <p:nvPr/>
        </p:nvSpPr>
        <p:spPr>
          <a:xfrm>
            <a:off x="3586021" y="1933725"/>
            <a:ext cx="171450" cy="161925"/>
          </a:xfrm>
          <a:custGeom>
            <a:avLst/>
            <a:gdLst>
              <a:gd name="connsiteX0" fmla="*/ 37879 w 171450"/>
              <a:gd name="connsiteY0" fmla="*/ 34457 h 161925"/>
              <a:gd name="connsiteX1" fmla="*/ 42863 w 171450"/>
              <a:gd name="connsiteY1" fmla="*/ 35255 h 161925"/>
              <a:gd name="connsiteX2" fmla="*/ 49168 w 171450"/>
              <a:gd name="connsiteY2" fmla="*/ 47625 h 161925"/>
              <a:gd name="connsiteX3" fmla="*/ 38100 w 171450"/>
              <a:gd name="connsiteY3" fmla="*/ 100013 h 161925"/>
              <a:gd name="connsiteX4" fmla="*/ 42863 w 171450"/>
              <a:gd name="connsiteY4" fmla="*/ 104776 h 161925"/>
              <a:gd name="connsiteX5" fmla="*/ 47625 w 171450"/>
              <a:gd name="connsiteY5" fmla="*/ 100013 h 161925"/>
              <a:gd name="connsiteX6" fmla="*/ 59572 w 171450"/>
              <a:gd name="connsiteY6" fmla="*/ 47625 h 161925"/>
              <a:gd name="connsiteX7" fmla="*/ 76200 w 171450"/>
              <a:gd name="connsiteY7" fmla="*/ 37971 h 161925"/>
              <a:gd name="connsiteX8" fmla="*/ 85725 w 171450"/>
              <a:gd name="connsiteY8" fmla="*/ 38100 h 161925"/>
              <a:gd name="connsiteX9" fmla="*/ 133571 w 171450"/>
              <a:gd name="connsiteY9" fmla="*/ 34457 h 161925"/>
              <a:gd name="connsiteX10" fmla="*/ 148427 w 171450"/>
              <a:gd name="connsiteY10" fmla="*/ 47625 h 161925"/>
              <a:gd name="connsiteX11" fmla="*/ 153854 w 171450"/>
              <a:gd name="connsiteY11" fmla="*/ 63498 h 161925"/>
              <a:gd name="connsiteX12" fmla="*/ 155431 w 171450"/>
              <a:gd name="connsiteY12" fmla="*/ 67941 h 161925"/>
              <a:gd name="connsiteX13" fmla="*/ 166299 w 171450"/>
              <a:gd name="connsiteY13" fmla="*/ 101796 h 161925"/>
              <a:gd name="connsiteX14" fmla="*/ 171450 w 171450"/>
              <a:gd name="connsiteY14" fmla="*/ 138792 h 161925"/>
              <a:gd name="connsiteX15" fmla="*/ 147224 w 171450"/>
              <a:gd name="connsiteY15" fmla="*/ 152537 h 161925"/>
              <a:gd name="connsiteX16" fmla="*/ 142875 w 171450"/>
              <a:gd name="connsiteY16" fmla="*/ 152400 h 161925"/>
              <a:gd name="connsiteX17" fmla="*/ 120365 w 171450"/>
              <a:gd name="connsiteY17" fmla="*/ 156443 h 161925"/>
              <a:gd name="connsiteX18" fmla="*/ 85725 w 171450"/>
              <a:gd name="connsiteY18" fmla="*/ 161925 h 161925"/>
              <a:gd name="connsiteX19" fmla="*/ 51085 w 171450"/>
              <a:gd name="connsiteY19" fmla="*/ 156443 h 161925"/>
              <a:gd name="connsiteX20" fmla="*/ 28575 w 171450"/>
              <a:gd name="connsiteY20" fmla="*/ 152400 h 161925"/>
              <a:gd name="connsiteX21" fmla="*/ 0 w 171450"/>
              <a:gd name="connsiteY21" fmla="*/ 138792 h 161925"/>
              <a:gd name="connsiteX22" fmla="*/ 5151 w 171450"/>
              <a:gd name="connsiteY22" fmla="*/ 101796 h 161925"/>
              <a:gd name="connsiteX23" fmla="*/ 16019 w 171450"/>
              <a:gd name="connsiteY23" fmla="*/ 67941 h 161925"/>
              <a:gd name="connsiteX24" fmla="*/ 17596 w 171450"/>
              <a:gd name="connsiteY24" fmla="*/ 63498 h 161925"/>
              <a:gd name="connsiteX25" fmla="*/ 23022 w 171450"/>
              <a:gd name="connsiteY25" fmla="*/ 47625 h 161925"/>
              <a:gd name="connsiteX26" fmla="*/ 37879 w 171450"/>
              <a:gd name="connsiteY26" fmla="*/ 34457 h 161925"/>
              <a:gd name="connsiteX27" fmla="*/ 85725 w 171450"/>
              <a:gd name="connsiteY27" fmla="*/ 0 h 161925"/>
              <a:gd name="connsiteX28" fmla="*/ 142875 w 171450"/>
              <a:gd name="connsiteY28" fmla="*/ 19050 h 161925"/>
              <a:gd name="connsiteX29" fmla="*/ 131938 w 171450"/>
              <a:gd name="connsiteY29" fmla="*/ 25074 h 161925"/>
              <a:gd name="connsiteX30" fmla="*/ 85725 w 171450"/>
              <a:gd name="connsiteY30" fmla="*/ 28575 h 161925"/>
              <a:gd name="connsiteX31" fmla="*/ 39511 w 171450"/>
              <a:gd name="connsiteY31" fmla="*/ 25074 h 161925"/>
              <a:gd name="connsiteX32" fmla="*/ 28575 w 171450"/>
              <a:gd name="connsiteY32" fmla="*/ 19050 h 161925"/>
              <a:gd name="connsiteX33" fmla="*/ 85725 w 171450"/>
              <a:gd name="connsiteY33"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61925">
                <a:moveTo>
                  <a:pt x="37879" y="34457"/>
                </a:moveTo>
                <a:cubicBezTo>
                  <a:pt x="39503" y="34740"/>
                  <a:pt x="41165" y="35006"/>
                  <a:pt x="42863" y="35255"/>
                </a:cubicBezTo>
                <a:cubicBezTo>
                  <a:pt x="49168" y="36181"/>
                  <a:pt x="53184" y="38100"/>
                  <a:pt x="49168" y="47625"/>
                </a:cubicBezTo>
                <a:cubicBezTo>
                  <a:pt x="43511" y="61042"/>
                  <a:pt x="38100" y="79690"/>
                  <a:pt x="38100" y="100013"/>
                </a:cubicBezTo>
                <a:cubicBezTo>
                  <a:pt x="38100" y="102643"/>
                  <a:pt x="40232" y="104776"/>
                  <a:pt x="42863" y="104776"/>
                </a:cubicBezTo>
                <a:cubicBezTo>
                  <a:pt x="45493" y="104776"/>
                  <a:pt x="47625" y="102643"/>
                  <a:pt x="47625" y="100013"/>
                </a:cubicBezTo>
                <a:cubicBezTo>
                  <a:pt x="47625" y="79160"/>
                  <a:pt x="53838" y="60108"/>
                  <a:pt x="59572" y="47625"/>
                </a:cubicBezTo>
                <a:cubicBezTo>
                  <a:pt x="62823" y="40545"/>
                  <a:pt x="66675" y="38100"/>
                  <a:pt x="76200" y="37971"/>
                </a:cubicBezTo>
                <a:cubicBezTo>
                  <a:pt x="79365" y="38057"/>
                  <a:pt x="82547" y="38100"/>
                  <a:pt x="85725" y="38100"/>
                </a:cubicBezTo>
                <a:cubicBezTo>
                  <a:pt x="102589" y="38100"/>
                  <a:pt x="119542" y="36897"/>
                  <a:pt x="133571" y="34457"/>
                </a:cubicBezTo>
                <a:cubicBezTo>
                  <a:pt x="142875" y="32839"/>
                  <a:pt x="144473" y="35040"/>
                  <a:pt x="148427" y="47625"/>
                </a:cubicBezTo>
                <a:cubicBezTo>
                  <a:pt x="150181" y="53203"/>
                  <a:pt x="152113" y="58621"/>
                  <a:pt x="153854" y="63498"/>
                </a:cubicBezTo>
                <a:cubicBezTo>
                  <a:pt x="154402" y="65037"/>
                  <a:pt x="154932" y="66521"/>
                  <a:pt x="155431" y="67941"/>
                </a:cubicBezTo>
                <a:cubicBezTo>
                  <a:pt x="159354" y="79099"/>
                  <a:pt x="163312" y="91084"/>
                  <a:pt x="166299" y="101796"/>
                </a:cubicBezTo>
                <a:cubicBezTo>
                  <a:pt x="169211" y="112240"/>
                  <a:pt x="171450" y="131844"/>
                  <a:pt x="171450" y="138792"/>
                </a:cubicBezTo>
                <a:cubicBezTo>
                  <a:pt x="171450" y="153622"/>
                  <a:pt x="157235" y="152985"/>
                  <a:pt x="147224" y="152537"/>
                </a:cubicBezTo>
                <a:cubicBezTo>
                  <a:pt x="145646" y="152465"/>
                  <a:pt x="144172" y="152400"/>
                  <a:pt x="142875" y="152400"/>
                </a:cubicBezTo>
                <a:cubicBezTo>
                  <a:pt x="134312" y="152400"/>
                  <a:pt x="127674" y="154324"/>
                  <a:pt x="120365" y="156443"/>
                </a:cubicBezTo>
                <a:cubicBezTo>
                  <a:pt x="111413" y="159038"/>
                  <a:pt x="101456" y="161925"/>
                  <a:pt x="85725" y="161925"/>
                </a:cubicBezTo>
                <a:cubicBezTo>
                  <a:pt x="69994" y="161925"/>
                  <a:pt x="60037" y="159038"/>
                  <a:pt x="51085" y="156443"/>
                </a:cubicBezTo>
                <a:cubicBezTo>
                  <a:pt x="43776" y="154324"/>
                  <a:pt x="37138" y="152400"/>
                  <a:pt x="28575" y="152400"/>
                </a:cubicBezTo>
                <a:cubicBezTo>
                  <a:pt x="19050" y="152400"/>
                  <a:pt x="0" y="151216"/>
                  <a:pt x="0" y="138792"/>
                </a:cubicBezTo>
                <a:cubicBezTo>
                  <a:pt x="0" y="131844"/>
                  <a:pt x="2239" y="112240"/>
                  <a:pt x="5151" y="101796"/>
                </a:cubicBezTo>
                <a:cubicBezTo>
                  <a:pt x="8138" y="91084"/>
                  <a:pt x="12096" y="79099"/>
                  <a:pt x="16019" y="67941"/>
                </a:cubicBezTo>
                <a:cubicBezTo>
                  <a:pt x="16518" y="66521"/>
                  <a:pt x="17048" y="65036"/>
                  <a:pt x="17596" y="63498"/>
                </a:cubicBezTo>
                <a:cubicBezTo>
                  <a:pt x="19337" y="58620"/>
                  <a:pt x="21270" y="53203"/>
                  <a:pt x="23022" y="47625"/>
                </a:cubicBezTo>
                <a:cubicBezTo>
                  <a:pt x="26977" y="35040"/>
                  <a:pt x="28575" y="32839"/>
                  <a:pt x="37879" y="34457"/>
                </a:cubicBezTo>
                <a:close/>
                <a:moveTo>
                  <a:pt x="85725" y="0"/>
                </a:moveTo>
                <a:cubicBezTo>
                  <a:pt x="133350" y="0"/>
                  <a:pt x="142875" y="0"/>
                  <a:pt x="142875" y="19050"/>
                </a:cubicBezTo>
                <a:cubicBezTo>
                  <a:pt x="142875" y="22688"/>
                  <a:pt x="137348" y="24133"/>
                  <a:pt x="131938" y="25074"/>
                </a:cubicBezTo>
                <a:cubicBezTo>
                  <a:pt x="118583" y="27396"/>
                  <a:pt x="102198" y="28575"/>
                  <a:pt x="85725" y="28575"/>
                </a:cubicBezTo>
                <a:cubicBezTo>
                  <a:pt x="69252" y="28575"/>
                  <a:pt x="52867" y="27396"/>
                  <a:pt x="39511" y="25074"/>
                </a:cubicBezTo>
                <a:cubicBezTo>
                  <a:pt x="34102" y="24133"/>
                  <a:pt x="28575" y="23813"/>
                  <a:pt x="28575" y="19050"/>
                </a:cubicBezTo>
                <a:cubicBezTo>
                  <a:pt x="28575" y="0"/>
                  <a:pt x="38100" y="0"/>
                  <a:pt x="85725" y="0"/>
                </a:cubicBezTo>
                <a:close/>
              </a:path>
            </a:pathLst>
          </a:custGeom>
          <a:solidFill>
            <a:srgbClr val="000000"/>
          </a:solidFill>
          <a:ln w="9525" cap="flat">
            <a:noFill/>
            <a:prstDash val="solid"/>
            <a:miter/>
          </a:ln>
        </p:spPr>
        <p:txBody>
          <a:bodyPr rtlCol="0" anchor="ctr"/>
          <a:lstStyle/>
          <a:p>
            <a:endParaRPr lang="ru-RU"/>
          </a:p>
        </p:txBody>
      </p:sp>
      <p:sp>
        <p:nvSpPr>
          <p:cNvPr id="1154" name="Рисунок 507">
            <a:extLst>
              <a:ext uri="{FF2B5EF4-FFF2-40B4-BE49-F238E27FC236}">
                <a16:creationId xmlns:a16="http://schemas.microsoft.com/office/drawing/2014/main" id="{B03E6367-A6A2-F758-9024-DCD8A97404B3}"/>
              </a:ext>
            </a:extLst>
          </p:cNvPr>
          <p:cNvSpPr/>
          <p:nvPr/>
        </p:nvSpPr>
        <p:spPr>
          <a:xfrm>
            <a:off x="3576496" y="3914627"/>
            <a:ext cx="190499" cy="190499"/>
          </a:xfrm>
          <a:custGeom>
            <a:avLst/>
            <a:gdLst>
              <a:gd name="connsiteX0" fmla="*/ 101492 w 190499"/>
              <a:gd name="connsiteY0" fmla="*/ 145912 h 190499"/>
              <a:gd name="connsiteX1" fmla="*/ 44450 w 190499"/>
              <a:gd name="connsiteY1" fmla="*/ 88694 h 190499"/>
              <a:gd name="connsiteX2" fmla="*/ 88420 w 190499"/>
              <a:gd name="connsiteY2" fmla="*/ 44588 h 190499"/>
              <a:gd name="connsiteX3" fmla="*/ 145460 w 190499"/>
              <a:gd name="connsiteY3" fmla="*/ 101806 h 190499"/>
              <a:gd name="connsiteX4" fmla="*/ 101492 w 190499"/>
              <a:gd name="connsiteY4" fmla="*/ 145912 h 190499"/>
              <a:gd name="connsiteX5" fmla="*/ 104463 w 190499"/>
              <a:gd name="connsiteY5" fmla="*/ 483 h 190499"/>
              <a:gd name="connsiteX6" fmla="*/ 481 w 190499"/>
              <a:gd name="connsiteY6" fmla="*/ 104786 h 190499"/>
              <a:gd name="connsiteX7" fmla="*/ 85449 w 190499"/>
              <a:gd name="connsiteY7" fmla="*/ 190017 h 190499"/>
              <a:gd name="connsiteX8" fmla="*/ 190024 w 190499"/>
              <a:gd name="connsiteY8" fmla="*/ 85117 h 190499"/>
              <a:gd name="connsiteX9" fmla="*/ 104463 w 190499"/>
              <a:gd name="connsiteY9" fmla="*/ 483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0499" h="190499">
                <a:moveTo>
                  <a:pt x="101492" y="145912"/>
                </a:moveTo>
                <a:cubicBezTo>
                  <a:pt x="68217" y="150084"/>
                  <a:pt x="40291" y="122071"/>
                  <a:pt x="44450" y="88694"/>
                </a:cubicBezTo>
                <a:cubicBezTo>
                  <a:pt x="47421" y="66045"/>
                  <a:pt x="65841" y="47568"/>
                  <a:pt x="88420" y="44588"/>
                </a:cubicBezTo>
                <a:cubicBezTo>
                  <a:pt x="121693" y="40416"/>
                  <a:pt x="149620" y="68429"/>
                  <a:pt x="145460" y="101806"/>
                </a:cubicBezTo>
                <a:cubicBezTo>
                  <a:pt x="142489" y="124456"/>
                  <a:pt x="124070" y="142932"/>
                  <a:pt x="101492" y="145912"/>
                </a:cubicBezTo>
                <a:close/>
                <a:moveTo>
                  <a:pt x="104463" y="483"/>
                </a:moveTo>
                <a:cubicBezTo>
                  <a:pt x="44450" y="-5478"/>
                  <a:pt x="-5461" y="44588"/>
                  <a:pt x="481" y="104786"/>
                </a:cubicBezTo>
                <a:cubicBezTo>
                  <a:pt x="4640" y="149488"/>
                  <a:pt x="40885" y="185249"/>
                  <a:pt x="85449" y="190017"/>
                </a:cubicBezTo>
                <a:cubicBezTo>
                  <a:pt x="145460" y="195978"/>
                  <a:pt x="195965" y="145912"/>
                  <a:pt x="190024" y="85117"/>
                </a:cubicBezTo>
                <a:cubicBezTo>
                  <a:pt x="185271" y="41012"/>
                  <a:pt x="149025" y="4655"/>
                  <a:pt x="104463" y="483"/>
                </a:cubicBezTo>
                <a:close/>
              </a:path>
            </a:pathLst>
          </a:custGeom>
          <a:solidFill>
            <a:srgbClr val="000000"/>
          </a:solidFill>
          <a:ln w="9525" cap="flat">
            <a:noFill/>
            <a:prstDash val="solid"/>
            <a:miter/>
          </a:ln>
        </p:spPr>
        <p:txBody>
          <a:bodyPr rtlCol="0" anchor="ctr"/>
          <a:lstStyle/>
          <a:p>
            <a:endParaRPr lang="ru-RU"/>
          </a:p>
        </p:txBody>
      </p:sp>
      <p:sp>
        <p:nvSpPr>
          <p:cNvPr id="1577" name="Полилиния: фигура 1576">
            <a:extLst>
              <a:ext uri="{FF2B5EF4-FFF2-40B4-BE49-F238E27FC236}">
                <a16:creationId xmlns:a16="http://schemas.microsoft.com/office/drawing/2014/main" id="{223E49E4-CB5E-5164-EDA6-D56E42F74E97}"/>
              </a:ext>
            </a:extLst>
          </p:cNvPr>
          <p:cNvSpPr/>
          <p:nvPr/>
        </p:nvSpPr>
        <p:spPr>
          <a:xfrm>
            <a:off x="3576496" y="4514555"/>
            <a:ext cx="190499" cy="161923"/>
          </a:xfrm>
          <a:custGeom>
            <a:avLst/>
            <a:gdLst>
              <a:gd name="connsiteX0" fmla="*/ 153021 w 190499"/>
              <a:gd name="connsiteY0" fmla="*/ 78746 h 161923"/>
              <a:gd name="connsiteX1" fmla="*/ 145206 w 190499"/>
              <a:gd name="connsiteY1" fmla="*/ 86651 h 161923"/>
              <a:gd name="connsiteX2" fmla="*/ 153021 w 190499"/>
              <a:gd name="connsiteY2" fmla="*/ 94555 h 161923"/>
              <a:gd name="connsiteX3" fmla="*/ 160836 w 190499"/>
              <a:gd name="connsiteY3" fmla="*/ 86651 h 161923"/>
              <a:gd name="connsiteX4" fmla="*/ 153021 w 190499"/>
              <a:gd name="connsiteY4" fmla="*/ 78746 h 161923"/>
              <a:gd name="connsiteX5" fmla="*/ 111233 w 190499"/>
              <a:gd name="connsiteY5" fmla="*/ 78746 h 161923"/>
              <a:gd name="connsiteX6" fmla="*/ 103419 w 190499"/>
              <a:gd name="connsiteY6" fmla="*/ 86651 h 161923"/>
              <a:gd name="connsiteX7" fmla="*/ 111233 w 190499"/>
              <a:gd name="connsiteY7" fmla="*/ 94555 h 161923"/>
              <a:gd name="connsiteX8" fmla="*/ 119049 w 190499"/>
              <a:gd name="connsiteY8" fmla="*/ 86651 h 161923"/>
              <a:gd name="connsiteX9" fmla="*/ 111233 w 190499"/>
              <a:gd name="connsiteY9" fmla="*/ 78746 h 161923"/>
              <a:gd name="connsiteX10" fmla="*/ 132822 w 190499"/>
              <a:gd name="connsiteY10" fmla="*/ 55618 h 161923"/>
              <a:gd name="connsiteX11" fmla="*/ 190499 w 190499"/>
              <a:gd name="connsiteY11" fmla="*/ 104845 h 161923"/>
              <a:gd name="connsiteX12" fmla="*/ 170437 w 190499"/>
              <a:gd name="connsiteY12" fmla="*/ 144093 h 161923"/>
              <a:gd name="connsiteX13" fmla="*/ 175690 w 190499"/>
              <a:gd name="connsiteY13" fmla="*/ 160477 h 161923"/>
              <a:gd name="connsiteX14" fmla="*/ 174257 w 190499"/>
              <a:gd name="connsiteY14" fmla="*/ 161923 h 161923"/>
              <a:gd name="connsiteX15" fmla="*/ 156849 w 190499"/>
              <a:gd name="connsiteY15" fmla="*/ 151906 h 161923"/>
              <a:gd name="connsiteX16" fmla="*/ 132859 w 190499"/>
              <a:gd name="connsiteY16" fmla="*/ 156557 h 161923"/>
              <a:gd name="connsiteX17" fmla="*/ 73863 w 190499"/>
              <a:gd name="connsiteY17" fmla="*/ 105326 h 161923"/>
              <a:gd name="connsiteX18" fmla="*/ 132822 w 190499"/>
              <a:gd name="connsiteY18" fmla="*/ 55618 h 161923"/>
              <a:gd name="connsiteX19" fmla="*/ 95714 w 190499"/>
              <a:gd name="connsiteY19" fmla="*/ 31322 h 161923"/>
              <a:gd name="connsiteX20" fmla="*/ 86882 w 190499"/>
              <a:gd name="connsiteY20" fmla="*/ 40242 h 161923"/>
              <a:gd name="connsiteX21" fmla="*/ 95714 w 190499"/>
              <a:gd name="connsiteY21" fmla="*/ 49161 h 161923"/>
              <a:gd name="connsiteX22" fmla="*/ 104547 w 190499"/>
              <a:gd name="connsiteY22" fmla="*/ 40242 h 161923"/>
              <a:gd name="connsiteX23" fmla="*/ 95714 w 190499"/>
              <a:gd name="connsiteY23" fmla="*/ 31322 h 161923"/>
              <a:gd name="connsiteX24" fmla="*/ 42241 w 190499"/>
              <a:gd name="connsiteY24" fmla="*/ 31322 h 161923"/>
              <a:gd name="connsiteX25" fmla="*/ 33409 w 190499"/>
              <a:gd name="connsiteY25" fmla="*/ 40242 h 161923"/>
              <a:gd name="connsiteX26" fmla="*/ 42241 w 190499"/>
              <a:gd name="connsiteY26" fmla="*/ 49161 h 161923"/>
              <a:gd name="connsiteX27" fmla="*/ 51075 w 190499"/>
              <a:gd name="connsiteY27" fmla="*/ 40242 h 161923"/>
              <a:gd name="connsiteX28" fmla="*/ 42241 w 190499"/>
              <a:gd name="connsiteY28" fmla="*/ 31322 h 161923"/>
              <a:gd name="connsiteX29" fmla="*/ 68089 w 190499"/>
              <a:gd name="connsiteY29" fmla="*/ 8 h 161923"/>
              <a:gd name="connsiteX30" fmla="*/ 136064 w 190499"/>
              <a:gd name="connsiteY30" fmla="*/ 51048 h 161923"/>
              <a:gd name="connsiteX31" fmla="*/ 69604 w 190499"/>
              <a:gd name="connsiteY31" fmla="*/ 99041 h 161923"/>
              <a:gd name="connsiteX32" fmla="*/ 71132 w 190499"/>
              <a:gd name="connsiteY32" fmla="*/ 119032 h 161923"/>
              <a:gd name="connsiteX33" fmla="*/ 70906 w 190499"/>
              <a:gd name="connsiteY33" fmla="*/ 119061 h 161923"/>
              <a:gd name="connsiteX34" fmla="*/ 43918 w 190499"/>
              <a:gd name="connsiteY34" fmla="*/ 115176 h 161923"/>
              <a:gd name="connsiteX35" fmla="*/ 21478 w 190499"/>
              <a:gd name="connsiteY35" fmla="*/ 128670 h 161923"/>
              <a:gd name="connsiteX36" fmla="*/ 19568 w 190499"/>
              <a:gd name="connsiteY36" fmla="*/ 127706 h 161923"/>
              <a:gd name="connsiteX37" fmla="*/ 25687 w 190499"/>
              <a:gd name="connsiteY37" fmla="*/ 106608 h 161923"/>
              <a:gd name="connsiteX38" fmla="*/ 0 w 190499"/>
              <a:gd name="connsiteY38" fmla="*/ 59569 h 161923"/>
              <a:gd name="connsiteX39" fmla="*/ 68089 w 190499"/>
              <a:gd name="connsiteY39" fmla="*/ 8 h 161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0499" h="161923">
                <a:moveTo>
                  <a:pt x="153021" y="78746"/>
                </a:moveTo>
                <a:cubicBezTo>
                  <a:pt x="148705" y="78746"/>
                  <a:pt x="145206" y="82285"/>
                  <a:pt x="145206" y="86651"/>
                </a:cubicBezTo>
                <a:cubicBezTo>
                  <a:pt x="145206" y="91016"/>
                  <a:pt x="148705" y="94555"/>
                  <a:pt x="153021" y="94555"/>
                </a:cubicBezTo>
                <a:cubicBezTo>
                  <a:pt x="157337" y="94555"/>
                  <a:pt x="160836" y="91017"/>
                  <a:pt x="160836" y="86651"/>
                </a:cubicBezTo>
                <a:cubicBezTo>
                  <a:pt x="160836" y="82285"/>
                  <a:pt x="157337" y="78746"/>
                  <a:pt x="153021" y="78746"/>
                </a:cubicBezTo>
                <a:close/>
                <a:moveTo>
                  <a:pt x="111233" y="78746"/>
                </a:moveTo>
                <a:cubicBezTo>
                  <a:pt x="106918" y="78746"/>
                  <a:pt x="103419" y="82285"/>
                  <a:pt x="103419" y="86651"/>
                </a:cubicBezTo>
                <a:cubicBezTo>
                  <a:pt x="103419" y="91016"/>
                  <a:pt x="106918" y="94555"/>
                  <a:pt x="111233" y="94555"/>
                </a:cubicBezTo>
                <a:cubicBezTo>
                  <a:pt x="115550" y="94555"/>
                  <a:pt x="119049" y="91017"/>
                  <a:pt x="119049" y="86651"/>
                </a:cubicBezTo>
                <a:cubicBezTo>
                  <a:pt x="119049" y="82285"/>
                  <a:pt x="115550" y="78746"/>
                  <a:pt x="111233" y="78746"/>
                </a:cubicBezTo>
                <a:close/>
                <a:moveTo>
                  <a:pt x="132822" y="55618"/>
                </a:moveTo>
                <a:cubicBezTo>
                  <a:pt x="163798" y="55618"/>
                  <a:pt x="190499" y="76970"/>
                  <a:pt x="190499" y="104845"/>
                </a:cubicBezTo>
                <a:cubicBezTo>
                  <a:pt x="190499" y="120569"/>
                  <a:pt x="184592" y="132901"/>
                  <a:pt x="170437" y="144093"/>
                </a:cubicBezTo>
                <a:cubicBezTo>
                  <a:pt x="170437" y="144093"/>
                  <a:pt x="175726" y="159844"/>
                  <a:pt x="175690" y="160477"/>
                </a:cubicBezTo>
                <a:cubicBezTo>
                  <a:pt x="175653" y="161110"/>
                  <a:pt x="175179" y="161848"/>
                  <a:pt x="174257" y="161923"/>
                </a:cubicBezTo>
                <a:cubicBezTo>
                  <a:pt x="173334" y="161997"/>
                  <a:pt x="156849" y="151906"/>
                  <a:pt x="156849" y="151906"/>
                </a:cubicBezTo>
                <a:cubicBezTo>
                  <a:pt x="149953" y="154814"/>
                  <a:pt x="139726" y="156596"/>
                  <a:pt x="132859" y="156557"/>
                </a:cubicBezTo>
                <a:cubicBezTo>
                  <a:pt x="98745" y="156368"/>
                  <a:pt x="73863" y="133250"/>
                  <a:pt x="73863" y="105326"/>
                </a:cubicBezTo>
                <a:cubicBezTo>
                  <a:pt x="73863" y="77452"/>
                  <a:pt x="100022" y="55618"/>
                  <a:pt x="132822" y="55618"/>
                </a:cubicBezTo>
                <a:close/>
                <a:moveTo>
                  <a:pt x="95714" y="31322"/>
                </a:moveTo>
                <a:cubicBezTo>
                  <a:pt x="90837" y="31322"/>
                  <a:pt x="86882" y="35315"/>
                  <a:pt x="86882" y="40242"/>
                </a:cubicBezTo>
                <a:cubicBezTo>
                  <a:pt x="86882" y="45168"/>
                  <a:pt x="90837" y="49161"/>
                  <a:pt x="95714" y="49161"/>
                </a:cubicBezTo>
                <a:cubicBezTo>
                  <a:pt x="100593" y="49161"/>
                  <a:pt x="104547" y="45168"/>
                  <a:pt x="104547" y="40242"/>
                </a:cubicBezTo>
                <a:cubicBezTo>
                  <a:pt x="104547" y="35315"/>
                  <a:pt x="100594" y="31322"/>
                  <a:pt x="95714" y="31322"/>
                </a:cubicBezTo>
                <a:close/>
                <a:moveTo>
                  <a:pt x="42241" y="31322"/>
                </a:moveTo>
                <a:cubicBezTo>
                  <a:pt x="37363" y="31322"/>
                  <a:pt x="33409" y="35315"/>
                  <a:pt x="33409" y="40242"/>
                </a:cubicBezTo>
                <a:cubicBezTo>
                  <a:pt x="33409" y="45168"/>
                  <a:pt x="37363" y="49161"/>
                  <a:pt x="42241" y="49161"/>
                </a:cubicBezTo>
                <a:cubicBezTo>
                  <a:pt x="47120" y="49161"/>
                  <a:pt x="51075" y="45168"/>
                  <a:pt x="51075" y="40242"/>
                </a:cubicBezTo>
                <a:cubicBezTo>
                  <a:pt x="51075" y="35315"/>
                  <a:pt x="47120" y="31322"/>
                  <a:pt x="42241" y="31322"/>
                </a:cubicBezTo>
                <a:close/>
                <a:moveTo>
                  <a:pt x="68089" y="8"/>
                </a:moveTo>
                <a:cubicBezTo>
                  <a:pt x="104774" y="565"/>
                  <a:pt x="130209" y="23495"/>
                  <a:pt x="136064" y="51048"/>
                </a:cubicBezTo>
                <a:cubicBezTo>
                  <a:pt x="114859" y="49020"/>
                  <a:pt x="76168" y="60888"/>
                  <a:pt x="69604" y="99041"/>
                </a:cubicBezTo>
                <a:cubicBezTo>
                  <a:pt x="68350" y="106330"/>
                  <a:pt x="69451" y="114066"/>
                  <a:pt x="71132" y="119032"/>
                </a:cubicBezTo>
                <a:cubicBezTo>
                  <a:pt x="71095" y="119035"/>
                  <a:pt x="71020" y="119045"/>
                  <a:pt x="70906" y="119061"/>
                </a:cubicBezTo>
                <a:cubicBezTo>
                  <a:pt x="69267" y="119290"/>
                  <a:pt x="59662" y="120633"/>
                  <a:pt x="43918" y="115176"/>
                </a:cubicBezTo>
                <a:cubicBezTo>
                  <a:pt x="43918" y="115176"/>
                  <a:pt x="21948" y="128404"/>
                  <a:pt x="21478" y="128670"/>
                </a:cubicBezTo>
                <a:cubicBezTo>
                  <a:pt x="21007" y="128937"/>
                  <a:pt x="19656" y="128122"/>
                  <a:pt x="19568" y="127706"/>
                </a:cubicBezTo>
                <a:cubicBezTo>
                  <a:pt x="19480" y="127292"/>
                  <a:pt x="25687" y="106608"/>
                  <a:pt x="25687" y="106608"/>
                </a:cubicBezTo>
                <a:cubicBezTo>
                  <a:pt x="8750" y="94646"/>
                  <a:pt x="0" y="78352"/>
                  <a:pt x="0" y="59569"/>
                </a:cubicBezTo>
                <a:cubicBezTo>
                  <a:pt x="0" y="27031"/>
                  <a:pt x="30901" y="-558"/>
                  <a:pt x="68089" y="8"/>
                </a:cubicBezTo>
                <a:close/>
              </a:path>
            </a:pathLst>
          </a:custGeom>
          <a:solidFill>
            <a:srgbClr val="000000"/>
          </a:solidFill>
          <a:ln w="9525" cap="flat">
            <a:noFill/>
            <a:prstDash val="solid"/>
            <a:miter/>
          </a:ln>
        </p:spPr>
        <p:txBody>
          <a:bodyPr rtlCol="0" anchor="ctr"/>
          <a:lstStyle/>
          <a:p>
            <a:endParaRPr lang="ru-RU"/>
          </a:p>
        </p:txBody>
      </p:sp>
      <p:sp>
        <p:nvSpPr>
          <p:cNvPr id="1158" name="Рисунок 483">
            <a:extLst>
              <a:ext uri="{FF2B5EF4-FFF2-40B4-BE49-F238E27FC236}">
                <a16:creationId xmlns:a16="http://schemas.microsoft.com/office/drawing/2014/main" id="{B087EC16-0E01-4A07-1E0C-E5A6E350A8CA}"/>
              </a:ext>
            </a:extLst>
          </p:cNvPr>
          <p:cNvSpPr/>
          <p:nvPr/>
        </p:nvSpPr>
        <p:spPr>
          <a:xfrm>
            <a:off x="3595546" y="3352800"/>
            <a:ext cx="152400" cy="142874"/>
          </a:xfrm>
          <a:custGeom>
            <a:avLst/>
            <a:gdLst>
              <a:gd name="connsiteX0" fmla="*/ 3585 w 152400"/>
              <a:gd name="connsiteY0" fmla="*/ 100578 h 142874"/>
              <a:gd name="connsiteX1" fmla="*/ 50949 w 152400"/>
              <a:gd name="connsiteY1" fmla="*/ 14837 h 142874"/>
              <a:gd name="connsiteX2" fmla="*/ 101451 w 152400"/>
              <a:gd name="connsiteY2" fmla="*/ 14837 h 142874"/>
              <a:gd name="connsiteX3" fmla="*/ 148816 w 152400"/>
              <a:gd name="connsiteY3" fmla="*/ 100578 h 142874"/>
              <a:gd name="connsiteX4" fmla="*/ 123565 w 152400"/>
              <a:gd name="connsiteY4" fmla="*/ 142875 h 142874"/>
              <a:gd name="connsiteX5" fmla="*/ 28835 w 152400"/>
              <a:gd name="connsiteY5" fmla="*/ 142875 h 142874"/>
              <a:gd name="connsiteX6" fmla="*/ 3585 w 152400"/>
              <a:gd name="connsiteY6" fmla="*/ 100578 h 142874"/>
              <a:gd name="connsiteX7" fmla="*/ 76169 w 152400"/>
              <a:gd name="connsiteY7" fmla="*/ 37832 h 142874"/>
              <a:gd name="connsiteX8" fmla="*/ 66640 w 152400"/>
              <a:gd name="connsiteY8" fmla="*/ 47384 h 142874"/>
              <a:gd name="connsiteX9" fmla="*/ 66640 w 152400"/>
              <a:gd name="connsiteY9" fmla="*/ 85618 h 142874"/>
              <a:gd name="connsiteX10" fmla="*/ 76169 w 152400"/>
              <a:gd name="connsiteY10" fmla="*/ 95170 h 142874"/>
              <a:gd name="connsiteX11" fmla="*/ 85698 w 152400"/>
              <a:gd name="connsiteY11" fmla="*/ 85618 h 142874"/>
              <a:gd name="connsiteX12" fmla="*/ 85698 w 152400"/>
              <a:gd name="connsiteY12" fmla="*/ 47384 h 142874"/>
              <a:gd name="connsiteX13" fmla="*/ 76169 w 152400"/>
              <a:gd name="connsiteY13" fmla="*/ 37832 h 142874"/>
              <a:gd name="connsiteX14" fmla="*/ 76169 w 152400"/>
              <a:gd name="connsiteY14" fmla="*/ 123825 h 142874"/>
              <a:gd name="connsiteX15" fmla="*/ 85698 w 152400"/>
              <a:gd name="connsiteY15" fmla="*/ 114273 h 142874"/>
              <a:gd name="connsiteX16" fmla="*/ 76169 w 152400"/>
              <a:gd name="connsiteY16" fmla="*/ 104722 h 142874"/>
              <a:gd name="connsiteX17" fmla="*/ 66640 w 152400"/>
              <a:gd name="connsiteY17" fmla="*/ 114273 h 142874"/>
              <a:gd name="connsiteX18" fmla="*/ 76169 w 152400"/>
              <a:gd name="connsiteY18" fmla="*/ 123825 h 14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2400" h="142874">
                <a:moveTo>
                  <a:pt x="3585" y="100578"/>
                </a:moveTo>
                <a:lnTo>
                  <a:pt x="50949" y="14837"/>
                </a:lnTo>
                <a:cubicBezTo>
                  <a:pt x="61878" y="-4946"/>
                  <a:pt x="90522" y="-4946"/>
                  <a:pt x="101451" y="14837"/>
                </a:cubicBezTo>
                <a:lnTo>
                  <a:pt x="148816" y="100578"/>
                </a:lnTo>
                <a:cubicBezTo>
                  <a:pt x="159332" y="119616"/>
                  <a:pt x="145447" y="142875"/>
                  <a:pt x="123565" y="142875"/>
                </a:cubicBezTo>
                <a:lnTo>
                  <a:pt x="28835" y="142875"/>
                </a:lnTo>
                <a:cubicBezTo>
                  <a:pt x="6953" y="142875"/>
                  <a:pt x="-6932" y="119616"/>
                  <a:pt x="3585" y="100578"/>
                </a:cubicBezTo>
                <a:close/>
                <a:moveTo>
                  <a:pt x="76169" y="37832"/>
                </a:moveTo>
                <a:cubicBezTo>
                  <a:pt x="70906" y="37832"/>
                  <a:pt x="66640" y="42109"/>
                  <a:pt x="66640" y="47384"/>
                </a:cubicBezTo>
                <a:lnTo>
                  <a:pt x="66640" y="85618"/>
                </a:lnTo>
                <a:cubicBezTo>
                  <a:pt x="66640" y="90893"/>
                  <a:pt x="70906" y="95170"/>
                  <a:pt x="76169" y="95170"/>
                </a:cubicBezTo>
                <a:cubicBezTo>
                  <a:pt x="81432" y="95170"/>
                  <a:pt x="85698" y="90893"/>
                  <a:pt x="85698" y="85618"/>
                </a:cubicBezTo>
                <a:lnTo>
                  <a:pt x="85698" y="47384"/>
                </a:lnTo>
                <a:cubicBezTo>
                  <a:pt x="85698" y="42109"/>
                  <a:pt x="81432" y="37832"/>
                  <a:pt x="76169" y="37832"/>
                </a:cubicBezTo>
                <a:close/>
                <a:moveTo>
                  <a:pt x="76169" y="123825"/>
                </a:moveTo>
                <a:cubicBezTo>
                  <a:pt x="81432" y="123825"/>
                  <a:pt x="85698" y="119548"/>
                  <a:pt x="85698" y="114273"/>
                </a:cubicBezTo>
                <a:cubicBezTo>
                  <a:pt x="85698" y="108998"/>
                  <a:pt x="81432" y="104722"/>
                  <a:pt x="76169" y="104722"/>
                </a:cubicBezTo>
                <a:cubicBezTo>
                  <a:pt x="70906" y="104722"/>
                  <a:pt x="66640" y="108998"/>
                  <a:pt x="66640" y="114273"/>
                </a:cubicBezTo>
                <a:cubicBezTo>
                  <a:pt x="66640" y="119548"/>
                  <a:pt x="70906" y="123825"/>
                  <a:pt x="76169" y="123825"/>
                </a:cubicBezTo>
                <a:close/>
              </a:path>
            </a:pathLst>
          </a:custGeom>
          <a:solidFill>
            <a:srgbClr val="000000"/>
          </a:solidFill>
          <a:ln w="9525" cap="flat">
            <a:noFill/>
            <a:prstDash val="solid"/>
            <a:miter/>
          </a:ln>
        </p:spPr>
        <p:txBody>
          <a:bodyPr rtlCol="0" anchor="ctr"/>
          <a:lstStyle/>
          <a:p>
            <a:endParaRPr lang="ru-RU"/>
          </a:p>
        </p:txBody>
      </p:sp>
      <p:sp>
        <p:nvSpPr>
          <p:cNvPr id="1581" name="Полилиния: фигура 1580">
            <a:extLst>
              <a:ext uri="{FF2B5EF4-FFF2-40B4-BE49-F238E27FC236}">
                <a16:creationId xmlns:a16="http://schemas.microsoft.com/office/drawing/2014/main" id="{65A0B3D9-B410-397E-1FBA-F84547B636E0}"/>
              </a:ext>
            </a:extLst>
          </p:cNvPr>
          <p:cNvSpPr/>
          <p:nvPr/>
        </p:nvSpPr>
        <p:spPr>
          <a:xfrm>
            <a:off x="3605070" y="5767689"/>
            <a:ext cx="133350" cy="171450"/>
          </a:xfrm>
          <a:custGeom>
            <a:avLst/>
            <a:gdLst>
              <a:gd name="connsiteX0" fmla="*/ 41912 w 133350"/>
              <a:gd name="connsiteY0" fmla="*/ 125731 h 171450"/>
              <a:gd name="connsiteX1" fmla="*/ 40007 w 133350"/>
              <a:gd name="connsiteY1" fmla="*/ 139066 h 171450"/>
              <a:gd name="connsiteX2" fmla="*/ 51645 w 133350"/>
              <a:gd name="connsiteY2" fmla="*/ 149128 h 171450"/>
              <a:gd name="connsiteX3" fmla="*/ 66677 w 133350"/>
              <a:gd name="connsiteY3" fmla="*/ 152401 h 171450"/>
              <a:gd name="connsiteX4" fmla="*/ 81709 w 133350"/>
              <a:gd name="connsiteY4" fmla="*/ 149128 h 171450"/>
              <a:gd name="connsiteX5" fmla="*/ 93347 w 133350"/>
              <a:gd name="connsiteY5" fmla="*/ 139066 h 171450"/>
              <a:gd name="connsiteX6" fmla="*/ 91442 w 133350"/>
              <a:gd name="connsiteY6" fmla="*/ 125731 h 171450"/>
              <a:gd name="connsiteX7" fmla="*/ 78107 w 133350"/>
              <a:gd name="connsiteY7" fmla="*/ 127636 h 171450"/>
              <a:gd name="connsiteX8" fmla="*/ 73189 w 133350"/>
              <a:gd name="connsiteY8" fmla="*/ 132088 h 171450"/>
              <a:gd name="connsiteX9" fmla="*/ 66677 w 133350"/>
              <a:gd name="connsiteY9" fmla="*/ 133351 h 171450"/>
              <a:gd name="connsiteX10" fmla="*/ 60164 w 133350"/>
              <a:gd name="connsiteY10" fmla="*/ 132088 h 171450"/>
              <a:gd name="connsiteX11" fmla="*/ 55247 w 133350"/>
              <a:gd name="connsiteY11" fmla="*/ 127636 h 171450"/>
              <a:gd name="connsiteX12" fmla="*/ 41912 w 133350"/>
              <a:gd name="connsiteY12" fmla="*/ 125731 h 171450"/>
              <a:gd name="connsiteX13" fmla="*/ 19051 w 133350"/>
              <a:gd name="connsiteY13" fmla="*/ 101698 h 171450"/>
              <a:gd name="connsiteX14" fmla="*/ 66676 w 133350"/>
              <a:gd name="connsiteY14" fmla="*/ 104775 h 171450"/>
              <a:gd name="connsiteX15" fmla="*/ 114371 w 133350"/>
              <a:gd name="connsiteY15" fmla="*/ 101698 h 171450"/>
              <a:gd name="connsiteX16" fmla="*/ 123692 w 133350"/>
              <a:gd name="connsiteY16" fmla="*/ 109537 h 171450"/>
              <a:gd name="connsiteX17" fmla="*/ 123826 w 133350"/>
              <a:gd name="connsiteY17" fmla="*/ 114300 h 171450"/>
              <a:gd name="connsiteX18" fmla="*/ 66676 w 133350"/>
              <a:gd name="connsiteY18" fmla="*/ 171450 h 171450"/>
              <a:gd name="connsiteX19" fmla="*/ 9526 w 133350"/>
              <a:gd name="connsiteY19" fmla="*/ 114300 h 171450"/>
              <a:gd name="connsiteX20" fmla="*/ 9660 w 133350"/>
              <a:gd name="connsiteY20" fmla="*/ 109537 h 171450"/>
              <a:gd name="connsiteX21" fmla="*/ 19051 w 133350"/>
              <a:gd name="connsiteY21" fmla="*/ 101698 h 171450"/>
              <a:gd name="connsiteX22" fmla="*/ 66675 w 133350"/>
              <a:gd name="connsiteY22" fmla="*/ 0 h 171450"/>
              <a:gd name="connsiteX23" fmla="*/ 85128 w 133350"/>
              <a:gd name="connsiteY23" fmla="*/ 23813 h 171450"/>
              <a:gd name="connsiteX24" fmla="*/ 99892 w 133350"/>
              <a:gd name="connsiteY24" fmla="*/ 47625 h 171450"/>
              <a:gd name="connsiteX25" fmla="*/ 112124 w 133350"/>
              <a:gd name="connsiteY25" fmla="*/ 32397 h 171450"/>
              <a:gd name="connsiteX26" fmla="*/ 125726 w 133350"/>
              <a:gd name="connsiteY26" fmla="*/ 15875 h 171450"/>
              <a:gd name="connsiteX27" fmla="*/ 132517 w 133350"/>
              <a:gd name="connsiteY27" fmla="*/ 71438 h 171450"/>
              <a:gd name="connsiteX28" fmla="*/ 118345 w 133350"/>
              <a:gd name="connsiteY28" fmla="*/ 91521 h 171450"/>
              <a:gd name="connsiteX29" fmla="*/ 66675 w 133350"/>
              <a:gd name="connsiteY29" fmla="*/ 95250 h 171450"/>
              <a:gd name="connsiteX30" fmla="*/ 15005 w 133350"/>
              <a:gd name="connsiteY30" fmla="*/ 91521 h 171450"/>
              <a:gd name="connsiteX31" fmla="*/ 833 w 133350"/>
              <a:gd name="connsiteY31" fmla="*/ 71438 h 171450"/>
              <a:gd name="connsiteX32" fmla="*/ 7624 w 133350"/>
              <a:gd name="connsiteY32" fmla="*/ 15875 h 171450"/>
              <a:gd name="connsiteX33" fmla="*/ 21227 w 133350"/>
              <a:gd name="connsiteY33" fmla="*/ 32398 h 171450"/>
              <a:gd name="connsiteX34" fmla="*/ 33459 w 133350"/>
              <a:gd name="connsiteY34" fmla="*/ 47625 h 171450"/>
              <a:gd name="connsiteX35" fmla="*/ 48221 w 133350"/>
              <a:gd name="connsiteY35" fmla="*/ 23813 h 171450"/>
              <a:gd name="connsiteX36" fmla="*/ 66675 w 133350"/>
              <a:gd name="connsiteY3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33350" h="171450">
                <a:moveTo>
                  <a:pt x="41912" y="125731"/>
                </a:moveTo>
                <a:cubicBezTo>
                  <a:pt x="37703" y="128887"/>
                  <a:pt x="36850" y="134857"/>
                  <a:pt x="40007" y="139066"/>
                </a:cubicBezTo>
                <a:cubicBezTo>
                  <a:pt x="43175" y="143291"/>
                  <a:pt x="46937" y="146774"/>
                  <a:pt x="51645" y="149128"/>
                </a:cubicBezTo>
                <a:cubicBezTo>
                  <a:pt x="56351" y="151481"/>
                  <a:pt x="61395" y="152401"/>
                  <a:pt x="66677" y="152401"/>
                </a:cubicBezTo>
                <a:cubicBezTo>
                  <a:pt x="71959" y="152401"/>
                  <a:pt x="77002" y="151481"/>
                  <a:pt x="81709" y="149128"/>
                </a:cubicBezTo>
                <a:cubicBezTo>
                  <a:pt x="86416" y="146774"/>
                  <a:pt x="90178" y="143291"/>
                  <a:pt x="93347" y="139066"/>
                </a:cubicBezTo>
                <a:cubicBezTo>
                  <a:pt x="96503" y="134857"/>
                  <a:pt x="95650" y="128887"/>
                  <a:pt x="91442" y="125731"/>
                </a:cubicBezTo>
                <a:cubicBezTo>
                  <a:pt x="87233" y="122574"/>
                  <a:pt x="81263" y="123427"/>
                  <a:pt x="78107" y="127636"/>
                </a:cubicBezTo>
                <a:cubicBezTo>
                  <a:pt x="76285" y="130064"/>
                  <a:pt x="74681" y="131344"/>
                  <a:pt x="73189" y="132088"/>
                </a:cubicBezTo>
                <a:cubicBezTo>
                  <a:pt x="71699" y="132834"/>
                  <a:pt x="69713" y="133351"/>
                  <a:pt x="66677" y="133351"/>
                </a:cubicBezTo>
                <a:cubicBezTo>
                  <a:pt x="63640" y="133351"/>
                  <a:pt x="61654" y="132834"/>
                  <a:pt x="60164" y="132088"/>
                </a:cubicBezTo>
                <a:cubicBezTo>
                  <a:pt x="58672" y="131344"/>
                  <a:pt x="57068" y="130064"/>
                  <a:pt x="55247" y="127636"/>
                </a:cubicBezTo>
                <a:cubicBezTo>
                  <a:pt x="52090" y="123427"/>
                  <a:pt x="46120" y="122574"/>
                  <a:pt x="41912" y="125731"/>
                </a:cubicBezTo>
                <a:close/>
                <a:moveTo>
                  <a:pt x="19051" y="101698"/>
                </a:moveTo>
                <a:cubicBezTo>
                  <a:pt x="30807" y="103216"/>
                  <a:pt x="48055" y="104775"/>
                  <a:pt x="66676" y="104775"/>
                </a:cubicBezTo>
                <a:cubicBezTo>
                  <a:pt x="85579" y="104775"/>
                  <a:pt x="101845" y="103352"/>
                  <a:pt x="114371" y="101698"/>
                </a:cubicBezTo>
                <a:cubicBezTo>
                  <a:pt x="122735" y="100593"/>
                  <a:pt x="123418" y="104775"/>
                  <a:pt x="123692" y="109537"/>
                </a:cubicBezTo>
                <a:cubicBezTo>
                  <a:pt x="123781" y="111095"/>
                  <a:pt x="123826" y="112683"/>
                  <a:pt x="123826" y="114300"/>
                </a:cubicBezTo>
                <a:cubicBezTo>
                  <a:pt x="123826" y="149759"/>
                  <a:pt x="102136" y="171450"/>
                  <a:pt x="66676" y="171450"/>
                </a:cubicBezTo>
                <a:cubicBezTo>
                  <a:pt x="31216" y="171450"/>
                  <a:pt x="9526" y="149759"/>
                  <a:pt x="9526" y="114300"/>
                </a:cubicBezTo>
                <a:cubicBezTo>
                  <a:pt x="9526" y="112683"/>
                  <a:pt x="9571" y="111095"/>
                  <a:pt x="9660" y="109537"/>
                </a:cubicBezTo>
                <a:cubicBezTo>
                  <a:pt x="9934" y="104775"/>
                  <a:pt x="10653" y="100613"/>
                  <a:pt x="19051" y="101698"/>
                </a:cubicBezTo>
                <a:close/>
                <a:moveTo>
                  <a:pt x="66675" y="0"/>
                </a:moveTo>
                <a:cubicBezTo>
                  <a:pt x="74056" y="0"/>
                  <a:pt x="80997" y="11906"/>
                  <a:pt x="85128" y="23813"/>
                </a:cubicBezTo>
                <a:cubicBezTo>
                  <a:pt x="89260" y="35719"/>
                  <a:pt x="92510" y="47625"/>
                  <a:pt x="99892" y="47625"/>
                </a:cubicBezTo>
                <a:cubicBezTo>
                  <a:pt x="103482" y="47625"/>
                  <a:pt x="107744" y="40113"/>
                  <a:pt x="112124" y="32397"/>
                </a:cubicBezTo>
                <a:cubicBezTo>
                  <a:pt x="116747" y="24250"/>
                  <a:pt x="121499" y="15875"/>
                  <a:pt x="125726" y="15875"/>
                </a:cubicBezTo>
                <a:cubicBezTo>
                  <a:pt x="133956" y="15875"/>
                  <a:pt x="134205" y="55155"/>
                  <a:pt x="132517" y="71438"/>
                </a:cubicBezTo>
                <a:cubicBezTo>
                  <a:pt x="131006" y="86006"/>
                  <a:pt x="129416" y="89870"/>
                  <a:pt x="118345" y="91521"/>
                </a:cubicBezTo>
                <a:cubicBezTo>
                  <a:pt x="105646" y="93415"/>
                  <a:pt x="87870" y="95250"/>
                  <a:pt x="66675" y="95250"/>
                </a:cubicBezTo>
                <a:cubicBezTo>
                  <a:pt x="45480" y="95250"/>
                  <a:pt x="26077" y="93173"/>
                  <a:pt x="15005" y="91521"/>
                </a:cubicBezTo>
                <a:cubicBezTo>
                  <a:pt x="3933" y="89870"/>
                  <a:pt x="2344" y="86006"/>
                  <a:pt x="833" y="71438"/>
                </a:cubicBezTo>
                <a:cubicBezTo>
                  <a:pt x="-855" y="55155"/>
                  <a:pt x="-607" y="15875"/>
                  <a:pt x="7624" y="15875"/>
                </a:cubicBezTo>
                <a:cubicBezTo>
                  <a:pt x="11851" y="15875"/>
                  <a:pt x="16604" y="24250"/>
                  <a:pt x="21227" y="32398"/>
                </a:cubicBezTo>
                <a:cubicBezTo>
                  <a:pt x="25606" y="40114"/>
                  <a:pt x="29869" y="47625"/>
                  <a:pt x="33459" y="47625"/>
                </a:cubicBezTo>
                <a:cubicBezTo>
                  <a:pt x="40840" y="47625"/>
                  <a:pt x="44090" y="35719"/>
                  <a:pt x="48221" y="23813"/>
                </a:cubicBezTo>
                <a:cubicBezTo>
                  <a:pt x="52352" y="11906"/>
                  <a:pt x="59294" y="0"/>
                  <a:pt x="66675" y="0"/>
                </a:cubicBezTo>
                <a:close/>
              </a:path>
            </a:pathLst>
          </a:custGeom>
          <a:solidFill>
            <a:srgbClr val="000000"/>
          </a:solidFill>
          <a:ln w="9525" cap="flat">
            <a:noFill/>
            <a:prstDash val="solid"/>
            <a:miter/>
          </a:ln>
        </p:spPr>
        <p:txBody>
          <a:bodyPr rtlCol="0" anchor="ctr"/>
          <a:lstStyle/>
          <a:p>
            <a:endParaRPr lang="ru-RU"/>
          </a:p>
        </p:txBody>
      </p:sp>
      <p:sp>
        <p:nvSpPr>
          <p:cNvPr id="1162" name="Рисунок 21">
            <a:extLst>
              <a:ext uri="{FF2B5EF4-FFF2-40B4-BE49-F238E27FC236}">
                <a16:creationId xmlns:a16="http://schemas.microsoft.com/office/drawing/2014/main" id="{6DA3F20E-6D6A-A2E4-F54E-C475DF5929EE}"/>
              </a:ext>
            </a:extLst>
          </p:cNvPr>
          <p:cNvSpPr/>
          <p:nvPr/>
        </p:nvSpPr>
        <p:spPr>
          <a:xfrm>
            <a:off x="4013085" y="875392"/>
            <a:ext cx="152400" cy="171450"/>
          </a:xfrm>
          <a:custGeom>
            <a:avLst/>
            <a:gdLst>
              <a:gd name="connsiteX0" fmla="*/ 123825 w 152400"/>
              <a:gd name="connsiteY0" fmla="*/ 171450 h 171450"/>
              <a:gd name="connsiteX1" fmla="*/ 76200 w 152400"/>
              <a:gd name="connsiteY1" fmla="*/ 171450 h 171450"/>
              <a:gd name="connsiteX2" fmla="*/ 0 w 152400"/>
              <a:gd name="connsiteY2" fmla="*/ 85726 h 171450"/>
              <a:gd name="connsiteX3" fmla="*/ 66675 w 152400"/>
              <a:gd name="connsiteY3" fmla="*/ 0 h 171450"/>
              <a:gd name="connsiteX4" fmla="*/ 123825 w 152400"/>
              <a:gd name="connsiteY4" fmla="*/ 0 h 171450"/>
              <a:gd name="connsiteX5" fmla="*/ 152400 w 152400"/>
              <a:gd name="connsiteY5" fmla="*/ 28575 h 171450"/>
              <a:gd name="connsiteX6" fmla="*/ 152400 w 152400"/>
              <a:gd name="connsiteY6" fmla="*/ 142875 h 171450"/>
              <a:gd name="connsiteX7" fmla="*/ 123825 w 152400"/>
              <a:gd name="connsiteY7" fmla="*/ 171450 h 171450"/>
              <a:gd name="connsiteX8" fmla="*/ 47625 w 152400"/>
              <a:gd name="connsiteY8" fmla="*/ 152400 h 171450"/>
              <a:gd name="connsiteX9" fmla="*/ 133350 w 152400"/>
              <a:gd name="connsiteY9" fmla="*/ 152400 h 171450"/>
              <a:gd name="connsiteX10" fmla="*/ 142875 w 152400"/>
              <a:gd name="connsiteY10" fmla="*/ 138113 h 171450"/>
              <a:gd name="connsiteX11" fmla="*/ 133350 w 152400"/>
              <a:gd name="connsiteY11" fmla="*/ 123825 h 171450"/>
              <a:gd name="connsiteX12" fmla="*/ 102080 w 152400"/>
              <a:gd name="connsiteY12" fmla="*/ 123824 h 171450"/>
              <a:gd name="connsiteX13" fmla="*/ 38100 w 152400"/>
              <a:gd name="connsiteY13" fmla="*/ 123825 h 171450"/>
              <a:gd name="connsiteX14" fmla="*/ 19050 w 152400"/>
              <a:gd name="connsiteY14" fmla="*/ 133350 h 171450"/>
              <a:gd name="connsiteX15" fmla="*/ 47625 w 152400"/>
              <a:gd name="connsiteY15" fmla="*/ 152400 h 171450"/>
              <a:gd name="connsiteX16" fmla="*/ 38100 w 152400"/>
              <a:gd name="connsiteY16" fmla="*/ 38100 h 171450"/>
              <a:gd name="connsiteX17" fmla="*/ 47625 w 152400"/>
              <a:gd name="connsiteY17" fmla="*/ 47625 h 171450"/>
              <a:gd name="connsiteX18" fmla="*/ 104775 w 152400"/>
              <a:gd name="connsiteY18" fmla="*/ 47625 h 171450"/>
              <a:gd name="connsiteX19" fmla="*/ 114300 w 152400"/>
              <a:gd name="connsiteY19" fmla="*/ 38100 h 171450"/>
              <a:gd name="connsiteX20" fmla="*/ 104775 w 152400"/>
              <a:gd name="connsiteY20" fmla="*/ 28575 h 171450"/>
              <a:gd name="connsiteX21" fmla="*/ 47625 w 152400"/>
              <a:gd name="connsiteY21" fmla="*/ 28575 h 171450"/>
              <a:gd name="connsiteX22" fmla="*/ 38100 w 152400"/>
              <a:gd name="connsiteY22" fmla="*/ 38100 h 171450"/>
              <a:gd name="connsiteX23" fmla="*/ 47625 w 152400"/>
              <a:gd name="connsiteY23" fmla="*/ 66675 h 171450"/>
              <a:gd name="connsiteX24" fmla="*/ 38100 w 152400"/>
              <a:gd name="connsiteY24" fmla="*/ 76200 h 171450"/>
              <a:gd name="connsiteX25" fmla="*/ 47625 w 152400"/>
              <a:gd name="connsiteY25" fmla="*/ 85725 h 171450"/>
              <a:gd name="connsiteX26" fmla="*/ 66675 w 152400"/>
              <a:gd name="connsiteY26" fmla="*/ 85725 h 171450"/>
              <a:gd name="connsiteX27" fmla="*/ 76200 w 152400"/>
              <a:gd name="connsiteY27" fmla="*/ 76200 h 171450"/>
              <a:gd name="connsiteX28" fmla="*/ 66675 w 152400"/>
              <a:gd name="connsiteY28" fmla="*/ 66675 h 171450"/>
              <a:gd name="connsiteX29" fmla="*/ 47625 w 152400"/>
              <a:gd name="connsiteY29" fmla="*/ 666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2400" h="171450">
                <a:moveTo>
                  <a:pt x="123825" y="171450"/>
                </a:moveTo>
                <a:lnTo>
                  <a:pt x="76200" y="171450"/>
                </a:lnTo>
                <a:cubicBezTo>
                  <a:pt x="0" y="171450"/>
                  <a:pt x="0" y="161925"/>
                  <a:pt x="0" y="85726"/>
                </a:cubicBezTo>
                <a:cubicBezTo>
                  <a:pt x="0" y="9525"/>
                  <a:pt x="0" y="0"/>
                  <a:pt x="66675" y="0"/>
                </a:cubicBezTo>
                <a:lnTo>
                  <a:pt x="123825" y="0"/>
                </a:lnTo>
                <a:cubicBezTo>
                  <a:pt x="147638" y="0"/>
                  <a:pt x="152400" y="4763"/>
                  <a:pt x="152400" y="28575"/>
                </a:cubicBezTo>
                <a:lnTo>
                  <a:pt x="152400" y="142875"/>
                </a:lnTo>
                <a:cubicBezTo>
                  <a:pt x="152400" y="166688"/>
                  <a:pt x="147638" y="171450"/>
                  <a:pt x="123825" y="171450"/>
                </a:cubicBezTo>
                <a:close/>
                <a:moveTo>
                  <a:pt x="47625" y="152400"/>
                </a:moveTo>
                <a:lnTo>
                  <a:pt x="133350" y="152400"/>
                </a:lnTo>
                <a:cubicBezTo>
                  <a:pt x="142875" y="152400"/>
                  <a:pt x="142875" y="147638"/>
                  <a:pt x="142875" y="138113"/>
                </a:cubicBezTo>
                <a:cubicBezTo>
                  <a:pt x="142875" y="128588"/>
                  <a:pt x="142875" y="123825"/>
                  <a:pt x="133350" y="123825"/>
                </a:cubicBezTo>
                <a:lnTo>
                  <a:pt x="102080" y="123824"/>
                </a:lnTo>
                <a:cubicBezTo>
                  <a:pt x="80987" y="123824"/>
                  <a:pt x="60728" y="123823"/>
                  <a:pt x="38100" y="123825"/>
                </a:cubicBezTo>
                <a:cubicBezTo>
                  <a:pt x="33336" y="123825"/>
                  <a:pt x="19050" y="123826"/>
                  <a:pt x="19050" y="133350"/>
                </a:cubicBezTo>
                <a:cubicBezTo>
                  <a:pt x="19050" y="142875"/>
                  <a:pt x="28575" y="152400"/>
                  <a:pt x="47625" y="152400"/>
                </a:cubicBezTo>
                <a:close/>
                <a:moveTo>
                  <a:pt x="38100" y="38100"/>
                </a:moveTo>
                <a:cubicBezTo>
                  <a:pt x="38100" y="43360"/>
                  <a:pt x="42365" y="47625"/>
                  <a:pt x="47625" y="47625"/>
                </a:cubicBezTo>
                <a:lnTo>
                  <a:pt x="104775" y="47625"/>
                </a:lnTo>
                <a:cubicBezTo>
                  <a:pt x="110036" y="47625"/>
                  <a:pt x="114300" y="43360"/>
                  <a:pt x="114300" y="38100"/>
                </a:cubicBezTo>
                <a:cubicBezTo>
                  <a:pt x="114300" y="32840"/>
                  <a:pt x="110036" y="28575"/>
                  <a:pt x="104775" y="28575"/>
                </a:cubicBezTo>
                <a:lnTo>
                  <a:pt x="47625" y="28575"/>
                </a:lnTo>
                <a:cubicBezTo>
                  <a:pt x="42365" y="28575"/>
                  <a:pt x="38100" y="32840"/>
                  <a:pt x="38100" y="38100"/>
                </a:cubicBezTo>
                <a:close/>
                <a:moveTo>
                  <a:pt x="47625" y="66675"/>
                </a:moveTo>
                <a:cubicBezTo>
                  <a:pt x="42365" y="66675"/>
                  <a:pt x="38100" y="70939"/>
                  <a:pt x="38100" y="76200"/>
                </a:cubicBezTo>
                <a:cubicBezTo>
                  <a:pt x="38100" y="81461"/>
                  <a:pt x="42365" y="85725"/>
                  <a:pt x="47625" y="85725"/>
                </a:cubicBezTo>
                <a:lnTo>
                  <a:pt x="66675" y="85725"/>
                </a:lnTo>
                <a:cubicBezTo>
                  <a:pt x="71936" y="85725"/>
                  <a:pt x="76200" y="81461"/>
                  <a:pt x="76200" y="76200"/>
                </a:cubicBezTo>
                <a:cubicBezTo>
                  <a:pt x="76200" y="70939"/>
                  <a:pt x="71936" y="66675"/>
                  <a:pt x="66675" y="66675"/>
                </a:cubicBezTo>
                <a:lnTo>
                  <a:pt x="47625" y="66675"/>
                </a:lnTo>
                <a:close/>
              </a:path>
            </a:pathLst>
          </a:custGeom>
          <a:solidFill>
            <a:srgbClr val="000000"/>
          </a:solidFill>
          <a:ln w="9525" cap="flat">
            <a:noFill/>
            <a:prstDash val="solid"/>
            <a:miter/>
          </a:ln>
        </p:spPr>
        <p:txBody>
          <a:bodyPr rtlCol="0" anchor="ctr"/>
          <a:lstStyle/>
          <a:p>
            <a:endParaRPr lang="ru-RU"/>
          </a:p>
        </p:txBody>
      </p:sp>
      <p:sp>
        <p:nvSpPr>
          <p:cNvPr id="1559" name="Полилиния: фигура 1558">
            <a:extLst>
              <a:ext uri="{FF2B5EF4-FFF2-40B4-BE49-F238E27FC236}">
                <a16:creationId xmlns:a16="http://schemas.microsoft.com/office/drawing/2014/main" id="{D784949E-81E3-4303-0B88-6032DC5DCAFF}"/>
              </a:ext>
            </a:extLst>
          </p:cNvPr>
          <p:cNvSpPr/>
          <p:nvPr/>
        </p:nvSpPr>
        <p:spPr>
          <a:xfrm>
            <a:off x="4032135" y="1404557"/>
            <a:ext cx="123825" cy="171450"/>
          </a:xfrm>
          <a:custGeom>
            <a:avLst/>
            <a:gdLst>
              <a:gd name="connsiteX0" fmla="*/ 51727 w 123825"/>
              <a:gd name="connsiteY0" fmla="*/ 66676 h 171450"/>
              <a:gd name="connsiteX1" fmla="*/ 85725 w 123825"/>
              <a:gd name="connsiteY1" fmla="*/ 85725 h 171450"/>
              <a:gd name="connsiteX2" fmla="*/ 105073 w 123825"/>
              <a:gd name="connsiteY2" fmla="*/ 103555 h 171450"/>
              <a:gd name="connsiteX3" fmla="*/ 123825 w 123825"/>
              <a:gd name="connsiteY3" fmla="*/ 128588 h 171450"/>
              <a:gd name="connsiteX4" fmla="*/ 66675 w 123825"/>
              <a:gd name="connsiteY4" fmla="*/ 171450 h 171450"/>
              <a:gd name="connsiteX5" fmla="*/ 0 w 123825"/>
              <a:gd name="connsiteY5" fmla="*/ 114301 h 171450"/>
              <a:gd name="connsiteX6" fmla="*/ 51727 w 123825"/>
              <a:gd name="connsiteY6" fmla="*/ 66676 h 171450"/>
              <a:gd name="connsiteX7" fmla="*/ 57150 w 123825"/>
              <a:gd name="connsiteY7" fmla="*/ 0 h 171450"/>
              <a:gd name="connsiteX8" fmla="*/ 85725 w 123825"/>
              <a:gd name="connsiteY8" fmla="*/ 0 h 171450"/>
              <a:gd name="connsiteX9" fmla="*/ 104775 w 123825"/>
              <a:gd name="connsiteY9" fmla="*/ 14288 h 171450"/>
              <a:gd name="connsiteX10" fmla="*/ 103486 w 123825"/>
              <a:gd name="connsiteY10" fmla="*/ 23133 h 171450"/>
              <a:gd name="connsiteX11" fmla="*/ 92679 w 123825"/>
              <a:gd name="connsiteY11" fmla="*/ 24639 h 171450"/>
              <a:gd name="connsiteX12" fmla="*/ 88302 w 123825"/>
              <a:gd name="connsiteY12" fmla="*/ 34363 h 171450"/>
              <a:gd name="connsiteX13" fmla="*/ 95321 w 123825"/>
              <a:gd name="connsiteY13" fmla="*/ 47625 h 171450"/>
              <a:gd name="connsiteX14" fmla="*/ 96343 w 123825"/>
              <a:gd name="connsiteY14" fmla="*/ 48966 h 171450"/>
              <a:gd name="connsiteX15" fmla="*/ 96748 w 123825"/>
              <a:gd name="connsiteY15" fmla="*/ 54884 h 171450"/>
              <a:gd name="connsiteX16" fmla="*/ 85725 w 123825"/>
              <a:gd name="connsiteY16" fmla="*/ 52892 h 171450"/>
              <a:gd name="connsiteX17" fmla="*/ 77527 w 123825"/>
              <a:gd name="connsiteY17" fmla="*/ 44491 h 171450"/>
              <a:gd name="connsiteX18" fmla="*/ 76200 w 123825"/>
              <a:gd name="connsiteY18" fmla="*/ 42863 h 171450"/>
              <a:gd name="connsiteX19" fmla="*/ 66675 w 123825"/>
              <a:gd name="connsiteY19" fmla="*/ 42863 h 171450"/>
              <a:gd name="connsiteX20" fmla="*/ 66675 w 123825"/>
              <a:gd name="connsiteY20" fmla="*/ 47625 h 171450"/>
              <a:gd name="connsiteX21" fmla="*/ 47625 w 123825"/>
              <a:gd name="connsiteY21" fmla="*/ 57150 h 171450"/>
              <a:gd name="connsiteX22" fmla="*/ 29675 w 123825"/>
              <a:gd name="connsiteY22" fmla="*/ 54951 h 171450"/>
              <a:gd name="connsiteX23" fmla="*/ 28575 w 123825"/>
              <a:gd name="connsiteY23" fmla="*/ 47625 h 171450"/>
              <a:gd name="connsiteX24" fmla="*/ 18422 w 123825"/>
              <a:gd name="connsiteY24" fmla="*/ 31821 h 171450"/>
              <a:gd name="connsiteX25" fmla="*/ 9525 w 123825"/>
              <a:gd name="connsiteY25" fmla="*/ 19050 h 171450"/>
              <a:gd name="connsiteX26" fmla="*/ 57150 w 123825"/>
              <a:gd name="connsiteY2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3825" h="171450">
                <a:moveTo>
                  <a:pt x="51727" y="66676"/>
                </a:moveTo>
                <a:cubicBezTo>
                  <a:pt x="66675" y="66676"/>
                  <a:pt x="78581" y="71438"/>
                  <a:pt x="85725" y="85725"/>
                </a:cubicBezTo>
                <a:cubicBezTo>
                  <a:pt x="90021" y="94316"/>
                  <a:pt x="97717" y="99040"/>
                  <a:pt x="105073" y="103555"/>
                </a:cubicBezTo>
                <a:cubicBezTo>
                  <a:pt x="114743" y="109489"/>
                  <a:pt x="123825" y="115064"/>
                  <a:pt x="123825" y="128588"/>
                </a:cubicBezTo>
                <a:cubicBezTo>
                  <a:pt x="123825" y="171450"/>
                  <a:pt x="114300" y="171450"/>
                  <a:pt x="66675" y="171450"/>
                </a:cubicBezTo>
                <a:cubicBezTo>
                  <a:pt x="19050" y="171450"/>
                  <a:pt x="0" y="171450"/>
                  <a:pt x="0" y="114301"/>
                </a:cubicBezTo>
                <a:cubicBezTo>
                  <a:pt x="0" y="85726"/>
                  <a:pt x="0" y="66676"/>
                  <a:pt x="51727" y="66676"/>
                </a:cubicBezTo>
                <a:close/>
                <a:moveTo>
                  <a:pt x="57150" y="0"/>
                </a:moveTo>
                <a:lnTo>
                  <a:pt x="85725" y="0"/>
                </a:lnTo>
                <a:cubicBezTo>
                  <a:pt x="103190" y="0"/>
                  <a:pt x="104775" y="0"/>
                  <a:pt x="104775" y="14288"/>
                </a:cubicBezTo>
                <a:cubicBezTo>
                  <a:pt x="104775" y="19195"/>
                  <a:pt x="104775" y="21776"/>
                  <a:pt x="103486" y="23133"/>
                </a:cubicBezTo>
                <a:cubicBezTo>
                  <a:pt x="102057" y="24639"/>
                  <a:pt x="99041" y="24639"/>
                  <a:pt x="92679" y="24639"/>
                </a:cubicBezTo>
                <a:cubicBezTo>
                  <a:pt x="87734" y="24639"/>
                  <a:pt x="85419" y="26256"/>
                  <a:pt x="88302" y="34363"/>
                </a:cubicBezTo>
                <a:cubicBezTo>
                  <a:pt x="90191" y="39676"/>
                  <a:pt x="92625" y="43996"/>
                  <a:pt x="95321" y="47625"/>
                </a:cubicBezTo>
                <a:cubicBezTo>
                  <a:pt x="95679" y="48105"/>
                  <a:pt x="96022" y="48550"/>
                  <a:pt x="96343" y="48966"/>
                </a:cubicBezTo>
                <a:cubicBezTo>
                  <a:pt x="98465" y="51708"/>
                  <a:pt x="99583" y="53154"/>
                  <a:pt x="96748" y="54884"/>
                </a:cubicBezTo>
                <a:cubicBezTo>
                  <a:pt x="92679" y="57368"/>
                  <a:pt x="89770" y="55796"/>
                  <a:pt x="85725" y="52892"/>
                </a:cubicBezTo>
                <a:cubicBezTo>
                  <a:pt x="82389" y="50499"/>
                  <a:pt x="79917" y="47443"/>
                  <a:pt x="77527" y="44491"/>
                </a:cubicBezTo>
                <a:cubicBezTo>
                  <a:pt x="77083" y="43943"/>
                  <a:pt x="76643" y="43398"/>
                  <a:pt x="76200" y="42863"/>
                </a:cubicBezTo>
                <a:cubicBezTo>
                  <a:pt x="73372" y="39439"/>
                  <a:pt x="66675" y="34363"/>
                  <a:pt x="66675" y="42863"/>
                </a:cubicBezTo>
                <a:lnTo>
                  <a:pt x="66675" y="47625"/>
                </a:lnTo>
                <a:cubicBezTo>
                  <a:pt x="66675" y="57150"/>
                  <a:pt x="66675" y="57150"/>
                  <a:pt x="47625" y="57150"/>
                </a:cubicBezTo>
                <a:cubicBezTo>
                  <a:pt x="35938" y="57150"/>
                  <a:pt x="31421" y="57150"/>
                  <a:pt x="29675" y="54951"/>
                </a:cubicBezTo>
                <a:cubicBezTo>
                  <a:pt x="28575" y="53565"/>
                  <a:pt x="28575" y="51306"/>
                  <a:pt x="28575" y="47625"/>
                </a:cubicBezTo>
                <a:cubicBezTo>
                  <a:pt x="28575" y="37681"/>
                  <a:pt x="23384" y="34685"/>
                  <a:pt x="18422" y="31821"/>
                </a:cubicBezTo>
                <a:cubicBezTo>
                  <a:pt x="13878" y="29198"/>
                  <a:pt x="9525" y="26685"/>
                  <a:pt x="9525" y="19050"/>
                </a:cubicBezTo>
                <a:cubicBezTo>
                  <a:pt x="9525" y="0"/>
                  <a:pt x="9525" y="-1"/>
                  <a:pt x="57150" y="0"/>
                </a:cubicBezTo>
                <a:close/>
              </a:path>
            </a:pathLst>
          </a:custGeom>
          <a:solidFill>
            <a:srgbClr val="000000"/>
          </a:solidFill>
          <a:ln w="9525" cap="flat">
            <a:noFill/>
            <a:prstDash val="solid"/>
            <a:miter/>
          </a:ln>
        </p:spPr>
        <p:txBody>
          <a:bodyPr rtlCol="0" anchor="ctr"/>
          <a:lstStyle/>
          <a:p>
            <a:endParaRPr lang="ru-RU"/>
          </a:p>
        </p:txBody>
      </p:sp>
      <p:sp>
        <p:nvSpPr>
          <p:cNvPr id="1567" name="Полилиния: фигура 1566">
            <a:extLst>
              <a:ext uri="{FF2B5EF4-FFF2-40B4-BE49-F238E27FC236}">
                <a16:creationId xmlns:a16="http://schemas.microsoft.com/office/drawing/2014/main" id="{EB29CBCA-28F8-A069-A45D-B64C481C1ABC}"/>
              </a:ext>
            </a:extLst>
          </p:cNvPr>
          <p:cNvSpPr/>
          <p:nvPr/>
        </p:nvSpPr>
        <p:spPr>
          <a:xfrm>
            <a:off x="4013085" y="1933726"/>
            <a:ext cx="161925" cy="171449"/>
          </a:xfrm>
          <a:custGeom>
            <a:avLst/>
            <a:gdLst>
              <a:gd name="connsiteX0" fmla="*/ 138113 w 161925"/>
              <a:gd name="connsiteY0" fmla="*/ 123824 h 171449"/>
              <a:gd name="connsiteX1" fmla="*/ 161925 w 161925"/>
              <a:gd name="connsiteY1" fmla="*/ 147637 h 171449"/>
              <a:gd name="connsiteX2" fmla="*/ 138113 w 161925"/>
              <a:gd name="connsiteY2" fmla="*/ 171449 h 171449"/>
              <a:gd name="connsiteX3" fmla="*/ 114300 w 161925"/>
              <a:gd name="connsiteY3" fmla="*/ 147637 h 171449"/>
              <a:gd name="connsiteX4" fmla="*/ 138113 w 161925"/>
              <a:gd name="connsiteY4" fmla="*/ 123824 h 171449"/>
              <a:gd name="connsiteX5" fmla="*/ 16626 w 161925"/>
              <a:gd name="connsiteY5" fmla="*/ 82986 h 171449"/>
              <a:gd name="connsiteX6" fmla="*/ 21607 w 161925"/>
              <a:gd name="connsiteY6" fmla="*/ 84433 h 171449"/>
              <a:gd name="connsiteX7" fmla="*/ 68537 w 161925"/>
              <a:gd name="connsiteY7" fmla="*/ 113996 h 171449"/>
              <a:gd name="connsiteX8" fmla="*/ 79526 w 161925"/>
              <a:gd name="connsiteY8" fmla="*/ 120915 h 171449"/>
              <a:gd name="connsiteX9" fmla="*/ 74653 w 161925"/>
              <a:gd name="connsiteY9" fmla="*/ 125919 h 171449"/>
              <a:gd name="connsiteX10" fmla="*/ 72660 w 161925"/>
              <a:gd name="connsiteY10" fmla="*/ 125914 h 171449"/>
              <a:gd name="connsiteX11" fmla="*/ 48512 w 161925"/>
              <a:gd name="connsiteY11" fmla="*/ 132030 h 171449"/>
              <a:gd name="connsiteX12" fmla="*/ 35124 w 161925"/>
              <a:gd name="connsiteY12" fmla="*/ 152880 h 171449"/>
              <a:gd name="connsiteX13" fmla="*/ 12314 w 161925"/>
              <a:gd name="connsiteY13" fmla="*/ 155313 h 171449"/>
              <a:gd name="connsiteX14" fmla="*/ 5720 w 161925"/>
              <a:gd name="connsiteY14" fmla="*/ 135070 h 171449"/>
              <a:gd name="connsiteX15" fmla="*/ 6432 w 161925"/>
              <a:gd name="connsiteY15" fmla="*/ 134203 h 171449"/>
              <a:gd name="connsiteX16" fmla="*/ 21607 w 161925"/>
              <a:gd name="connsiteY16" fmla="*/ 114794 h 171449"/>
              <a:gd name="connsiteX17" fmla="*/ 19463 w 161925"/>
              <a:gd name="connsiteY17" fmla="*/ 93503 h 171449"/>
              <a:gd name="connsiteX18" fmla="*/ 16872 w 161925"/>
              <a:gd name="connsiteY18" fmla="*/ 87174 h 171449"/>
              <a:gd name="connsiteX19" fmla="*/ 16626 w 161925"/>
              <a:gd name="connsiteY19" fmla="*/ 82986 h 171449"/>
              <a:gd name="connsiteX20" fmla="*/ 83391 w 161925"/>
              <a:gd name="connsiteY20" fmla="*/ 99 h 171449"/>
              <a:gd name="connsiteX21" fmla="*/ 115251 w 161925"/>
              <a:gd name="connsiteY21" fmla="*/ 10518 h 171449"/>
              <a:gd name="connsiteX22" fmla="*/ 123383 w 161925"/>
              <a:gd name="connsiteY22" fmla="*/ 106687 h 171449"/>
              <a:gd name="connsiteX23" fmla="*/ 84400 w 161925"/>
              <a:gd name="connsiteY23" fmla="*/ 109331 h 171449"/>
              <a:gd name="connsiteX24" fmla="*/ 25924 w 161925"/>
              <a:gd name="connsiteY24" fmla="*/ 75029 h 171449"/>
              <a:gd name="connsiteX25" fmla="*/ 15331 w 161925"/>
              <a:gd name="connsiteY25" fmla="*/ 48430 h 171449"/>
              <a:gd name="connsiteX26" fmla="*/ 83391 w 161925"/>
              <a:gd name="connsiteY26" fmla="*/ 99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1925" h="171449">
                <a:moveTo>
                  <a:pt x="138113" y="123824"/>
                </a:moveTo>
                <a:cubicBezTo>
                  <a:pt x="152888" y="123824"/>
                  <a:pt x="161925" y="132861"/>
                  <a:pt x="161925" y="147637"/>
                </a:cubicBezTo>
                <a:cubicBezTo>
                  <a:pt x="161925" y="162412"/>
                  <a:pt x="152888" y="171449"/>
                  <a:pt x="138113" y="171449"/>
                </a:cubicBezTo>
                <a:cubicBezTo>
                  <a:pt x="123337" y="171449"/>
                  <a:pt x="114300" y="162412"/>
                  <a:pt x="114300" y="147637"/>
                </a:cubicBezTo>
                <a:cubicBezTo>
                  <a:pt x="114300" y="132861"/>
                  <a:pt x="123337" y="123824"/>
                  <a:pt x="138113" y="123824"/>
                </a:cubicBezTo>
                <a:close/>
                <a:moveTo>
                  <a:pt x="16626" y="82986"/>
                </a:moveTo>
                <a:cubicBezTo>
                  <a:pt x="17323" y="82378"/>
                  <a:pt x="18892" y="82709"/>
                  <a:pt x="21607" y="84433"/>
                </a:cubicBezTo>
                <a:cubicBezTo>
                  <a:pt x="24884" y="86514"/>
                  <a:pt x="52277" y="103760"/>
                  <a:pt x="68537" y="113996"/>
                </a:cubicBezTo>
                <a:cubicBezTo>
                  <a:pt x="73697" y="117244"/>
                  <a:pt x="77735" y="119786"/>
                  <a:pt x="79526" y="120915"/>
                </a:cubicBezTo>
                <a:cubicBezTo>
                  <a:pt x="87470" y="125919"/>
                  <a:pt x="79526" y="125919"/>
                  <a:pt x="74653" y="125919"/>
                </a:cubicBezTo>
                <a:cubicBezTo>
                  <a:pt x="73996" y="125919"/>
                  <a:pt x="73331" y="125917"/>
                  <a:pt x="72660" y="125914"/>
                </a:cubicBezTo>
                <a:cubicBezTo>
                  <a:pt x="63383" y="125881"/>
                  <a:pt x="53049" y="125844"/>
                  <a:pt x="48512" y="132030"/>
                </a:cubicBezTo>
                <a:cubicBezTo>
                  <a:pt x="45738" y="135805"/>
                  <a:pt x="39881" y="145152"/>
                  <a:pt x="35124" y="152880"/>
                </a:cubicBezTo>
                <a:cubicBezTo>
                  <a:pt x="28091" y="164306"/>
                  <a:pt x="25923" y="164663"/>
                  <a:pt x="12314" y="155313"/>
                </a:cubicBezTo>
                <a:cubicBezTo>
                  <a:pt x="-2896" y="145559"/>
                  <a:pt x="-2681" y="145298"/>
                  <a:pt x="5720" y="135070"/>
                </a:cubicBezTo>
                <a:cubicBezTo>
                  <a:pt x="5951" y="134788"/>
                  <a:pt x="6188" y="134500"/>
                  <a:pt x="6432" y="134203"/>
                </a:cubicBezTo>
                <a:cubicBezTo>
                  <a:pt x="12393" y="126930"/>
                  <a:pt x="19304" y="118329"/>
                  <a:pt x="21607" y="114794"/>
                </a:cubicBezTo>
                <a:cubicBezTo>
                  <a:pt x="25785" y="108370"/>
                  <a:pt x="22952" y="101707"/>
                  <a:pt x="19463" y="93503"/>
                </a:cubicBezTo>
                <a:cubicBezTo>
                  <a:pt x="18607" y="91492"/>
                  <a:pt x="17713" y="89389"/>
                  <a:pt x="16872" y="87174"/>
                </a:cubicBezTo>
                <a:cubicBezTo>
                  <a:pt x="16101" y="85142"/>
                  <a:pt x="15928" y="83595"/>
                  <a:pt x="16626" y="82986"/>
                </a:cubicBezTo>
                <a:close/>
                <a:moveTo>
                  <a:pt x="83391" y="99"/>
                </a:moveTo>
                <a:cubicBezTo>
                  <a:pt x="93852" y="692"/>
                  <a:pt x="104674" y="3941"/>
                  <a:pt x="115251" y="10518"/>
                </a:cubicBezTo>
                <a:cubicBezTo>
                  <a:pt x="153743" y="34456"/>
                  <a:pt x="147695" y="80339"/>
                  <a:pt x="123383" y="106687"/>
                </a:cubicBezTo>
                <a:cubicBezTo>
                  <a:pt x="108224" y="123116"/>
                  <a:pt x="101897" y="119595"/>
                  <a:pt x="84400" y="109331"/>
                </a:cubicBezTo>
                <a:lnTo>
                  <a:pt x="25924" y="75029"/>
                </a:lnTo>
                <a:cubicBezTo>
                  <a:pt x="12991" y="67443"/>
                  <a:pt x="10635" y="63819"/>
                  <a:pt x="15331" y="48430"/>
                </a:cubicBezTo>
                <a:cubicBezTo>
                  <a:pt x="23867" y="20460"/>
                  <a:pt x="52006" y="-1678"/>
                  <a:pt x="83391" y="99"/>
                </a:cubicBezTo>
                <a:close/>
              </a:path>
            </a:pathLst>
          </a:custGeom>
          <a:solidFill>
            <a:srgbClr val="000000"/>
          </a:solidFill>
          <a:ln w="9525" cap="flat">
            <a:noFill/>
            <a:prstDash val="solid"/>
            <a:miter/>
          </a:ln>
        </p:spPr>
        <p:txBody>
          <a:bodyPr rtlCol="0" anchor="ctr"/>
          <a:lstStyle/>
          <a:p>
            <a:endParaRPr lang="ru-RU"/>
          </a:p>
        </p:txBody>
      </p:sp>
      <p:sp>
        <p:nvSpPr>
          <p:cNvPr id="1170" name="Рисунок 509">
            <a:extLst>
              <a:ext uri="{FF2B5EF4-FFF2-40B4-BE49-F238E27FC236}">
                <a16:creationId xmlns:a16="http://schemas.microsoft.com/office/drawing/2014/main" id="{2DB9CD1D-5923-70DD-7E5A-0D466DBCB740}"/>
              </a:ext>
            </a:extLst>
          </p:cNvPr>
          <p:cNvSpPr/>
          <p:nvPr/>
        </p:nvSpPr>
        <p:spPr>
          <a:xfrm>
            <a:off x="4013085" y="3933677"/>
            <a:ext cx="152400" cy="152400"/>
          </a:xfrm>
          <a:custGeom>
            <a:avLst/>
            <a:gdLst>
              <a:gd name="connsiteX0" fmla="*/ 76200 w 152400"/>
              <a:gd name="connsiteY0" fmla="*/ 152400 h 152400"/>
              <a:gd name="connsiteX1" fmla="*/ 152400 w 152400"/>
              <a:gd name="connsiteY1" fmla="*/ 76200 h 152400"/>
              <a:gd name="connsiteX2" fmla="*/ 76200 w 152400"/>
              <a:gd name="connsiteY2" fmla="*/ 0 h 152400"/>
              <a:gd name="connsiteX3" fmla="*/ 0 w 152400"/>
              <a:gd name="connsiteY3" fmla="*/ 76200 h 152400"/>
              <a:gd name="connsiteX4" fmla="*/ 76200 w 152400"/>
              <a:gd name="connsiteY4" fmla="*/ 152400 h 152400"/>
              <a:gd name="connsiteX5" fmla="*/ 57150 w 152400"/>
              <a:gd name="connsiteY5" fmla="*/ 47625 h 152400"/>
              <a:gd name="connsiteX6" fmla="*/ 47625 w 152400"/>
              <a:gd name="connsiteY6" fmla="*/ 57150 h 152400"/>
              <a:gd name="connsiteX7" fmla="*/ 38100 w 152400"/>
              <a:gd name="connsiteY7" fmla="*/ 47625 h 152400"/>
              <a:gd name="connsiteX8" fmla="*/ 76200 w 152400"/>
              <a:gd name="connsiteY8" fmla="*/ 19050 h 152400"/>
              <a:gd name="connsiteX9" fmla="*/ 106586 w 152400"/>
              <a:gd name="connsiteY9" fmla="*/ 30637 h 152400"/>
              <a:gd name="connsiteX10" fmla="*/ 114300 w 152400"/>
              <a:gd name="connsiteY10" fmla="*/ 52388 h 152400"/>
              <a:gd name="connsiteX11" fmla="*/ 96662 w 152400"/>
              <a:gd name="connsiteY11" fmla="*/ 81110 h 152400"/>
              <a:gd name="connsiteX12" fmla="*/ 96064 w 152400"/>
              <a:gd name="connsiteY12" fmla="*/ 81541 h 152400"/>
              <a:gd name="connsiteX13" fmla="*/ 85725 w 152400"/>
              <a:gd name="connsiteY13" fmla="*/ 95250 h 152400"/>
              <a:gd name="connsiteX14" fmla="*/ 76200 w 152400"/>
              <a:gd name="connsiteY14" fmla="*/ 104775 h 152400"/>
              <a:gd name="connsiteX15" fmla="*/ 66675 w 152400"/>
              <a:gd name="connsiteY15" fmla="*/ 95250 h 152400"/>
              <a:gd name="connsiteX16" fmla="*/ 84313 w 152400"/>
              <a:gd name="connsiteY16" fmla="*/ 66527 h 152400"/>
              <a:gd name="connsiteX17" fmla="*/ 84911 w 152400"/>
              <a:gd name="connsiteY17" fmla="*/ 66097 h 152400"/>
              <a:gd name="connsiteX18" fmla="*/ 95250 w 152400"/>
              <a:gd name="connsiteY18" fmla="*/ 52388 h 152400"/>
              <a:gd name="connsiteX19" fmla="*/ 92249 w 152400"/>
              <a:gd name="connsiteY19" fmla="*/ 43182 h 152400"/>
              <a:gd name="connsiteX20" fmla="*/ 76200 w 152400"/>
              <a:gd name="connsiteY20" fmla="*/ 38100 h 152400"/>
              <a:gd name="connsiteX21" fmla="*/ 57150 w 152400"/>
              <a:gd name="connsiteY21" fmla="*/ 47625 h 152400"/>
              <a:gd name="connsiteX22" fmla="*/ 85725 w 152400"/>
              <a:gd name="connsiteY22" fmla="*/ 123825 h 152400"/>
              <a:gd name="connsiteX23" fmla="*/ 76200 w 152400"/>
              <a:gd name="connsiteY23" fmla="*/ 133350 h 152400"/>
              <a:gd name="connsiteX24" fmla="*/ 66675 w 152400"/>
              <a:gd name="connsiteY24" fmla="*/ 123825 h 152400"/>
              <a:gd name="connsiteX25" fmla="*/ 76200 w 152400"/>
              <a:gd name="connsiteY25" fmla="*/ 114300 h 152400"/>
              <a:gd name="connsiteX26" fmla="*/ 85725 w 152400"/>
              <a:gd name="connsiteY26"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2400" h="152400">
                <a:moveTo>
                  <a:pt x="76200" y="152400"/>
                </a:moveTo>
                <a:cubicBezTo>
                  <a:pt x="118284" y="152400"/>
                  <a:pt x="152400" y="118284"/>
                  <a:pt x="152400" y="76200"/>
                </a:cubicBezTo>
                <a:cubicBezTo>
                  <a:pt x="152400" y="34116"/>
                  <a:pt x="118284" y="0"/>
                  <a:pt x="76200" y="0"/>
                </a:cubicBezTo>
                <a:cubicBezTo>
                  <a:pt x="34116" y="0"/>
                  <a:pt x="0" y="34116"/>
                  <a:pt x="0" y="76200"/>
                </a:cubicBezTo>
                <a:cubicBezTo>
                  <a:pt x="0" y="118284"/>
                  <a:pt x="34116" y="152400"/>
                  <a:pt x="76200" y="152400"/>
                </a:cubicBezTo>
                <a:close/>
                <a:moveTo>
                  <a:pt x="57150" y="47625"/>
                </a:moveTo>
                <a:cubicBezTo>
                  <a:pt x="57150" y="52885"/>
                  <a:pt x="52886" y="57150"/>
                  <a:pt x="47625" y="57150"/>
                </a:cubicBezTo>
                <a:cubicBezTo>
                  <a:pt x="42364" y="57150"/>
                  <a:pt x="38100" y="52885"/>
                  <a:pt x="38100" y="47625"/>
                </a:cubicBezTo>
                <a:cubicBezTo>
                  <a:pt x="38100" y="30480"/>
                  <a:pt x="54610" y="19050"/>
                  <a:pt x="76200" y="19050"/>
                </a:cubicBezTo>
                <a:cubicBezTo>
                  <a:pt x="90083" y="19050"/>
                  <a:pt x="100157" y="23291"/>
                  <a:pt x="106586" y="30637"/>
                </a:cubicBezTo>
                <a:cubicBezTo>
                  <a:pt x="112786" y="37724"/>
                  <a:pt x="114300" y="46241"/>
                  <a:pt x="114300" y="52388"/>
                </a:cubicBezTo>
                <a:cubicBezTo>
                  <a:pt x="114300" y="68409"/>
                  <a:pt x="103499" y="76187"/>
                  <a:pt x="96662" y="81110"/>
                </a:cubicBezTo>
                <a:lnTo>
                  <a:pt x="96064" y="81541"/>
                </a:lnTo>
                <a:cubicBezTo>
                  <a:pt x="88562" y="86959"/>
                  <a:pt x="85725" y="89522"/>
                  <a:pt x="85725" y="95250"/>
                </a:cubicBezTo>
                <a:cubicBezTo>
                  <a:pt x="85725" y="100511"/>
                  <a:pt x="81461" y="104775"/>
                  <a:pt x="76200" y="104775"/>
                </a:cubicBezTo>
                <a:cubicBezTo>
                  <a:pt x="70939" y="104775"/>
                  <a:pt x="66675" y="100511"/>
                  <a:pt x="66675" y="95250"/>
                </a:cubicBezTo>
                <a:cubicBezTo>
                  <a:pt x="66675" y="79229"/>
                  <a:pt x="77476" y="71451"/>
                  <a:pt x="84313" y="66527"/>
                </a:cubicBezTo>
                <a:lnTo>
                  <a:pt x="84911" y="66097"/>
                </a:lnTo>
                <a:cubicBezTo>
                  <a:pt x="92413" y="60678"/>
                  <a:pt x="95250" y="58116"/>
                  <a:pt x="95250" y="52388"/>
                </a:cubicBezTo>
                <a:cubicBezTo>
                  <a:pt x="95250" y="49009"/>
                  <a:pt x="94382" y="45620"/>
                  <a:pt x="92249" y="43182"/>
                </a:cubicBezTo>
                <a:cubicBezTo>
                  <a:pt x="90343" y="41003"/>
                  <a:pt x="86130" y="38100"/>
                  <a:pt x="76200" y="38100"/>
                </a:cubicBezTo>
                <a:cubicBezTo>
                  <a:pt x="59690" y="38100"/>
                  <a:pt x="57150" y="45720"/>
                  <a:pt x="57150" y="47625"/>
                </a:cubicBezTo>
                <a:close/>
                <a:moveTo>
                  <a:pt x="85725" y="123825"/>
                </a:moveTo>
                <a:cubicBezTo>
                  <a:pt x="85725" y="129086"/>
                  <a:pt x="81461" y="133350"/>
                  <a:pt x="76200" y="133350"/>
                </a:cubicBezTo>
                <a:cubicBezTo>
                  <a:pt x="70939" y="133350"/>
                  <a:pt x="66675" y="129086"/>
                  <a:pt x="66675" y="123825"/>
                </a:cubicBezTo>
                <a:cubicBezTo>
                  <a:pt x="66675" y="118564"/>
                  <a:pt x="70939" y="114300"/>
                  <a:pt x="76200" y="114300"/>
                </a:cubicBezTo>
                <a:cubicBezTo>
                  <a:pt x="81461" y="114300"/>
                  <a:pt x="85725" y="118564"/>
                  <a:pt x="85725" y="123825"/>
                </a:cubicBezTo>
                <a:close/>
              </a:path>
            </a:pathLst>
          </a:custGeom>
          <a:solidFill>
            <a:srgbClr val="000000"/>
          </a:solidFill>
          <a:ln w="9525" cap="flat">
            <a:noFill/>
            <a:prstDash val="solid"/>
            <a:miter/>
          </a:ln>
        </p:spPr>
        <p:txBody>
          <a:bodyPr rtlCol="0" anchor="ctr"/>
          <a:lstStyle/>
          <a:p>
            <a:endParaRPr lang="ru-RU"/>
          </a:p>
        </p:txBody>
      </p:sp>
      <p:sp>
        <p:nvSpPr>
          <p:cNvPr id="1171" name="Рисунок 864">
            <a:extLst>
              <a:ext uri="{FF2B5EF4-FFF2-40B4-BE49-F238E27FC236}">
                <a16:creationId xmlns:a16="http://schemas.microsoft.com/office/drawing/2014/main" id="{BCF1FDC6-E168-7A75-EE05-BBF9A09601B6}"/>
              </a:ext>
            </a:extLst>
          </p:cNvPr>
          <p:cNvSpPr/>
          <p:nvPr/>
        </p:nvSpPr>
        <p:spPr>
          <a:xfrm>
            <a:off x="3974984" y="4505028"/>
            <a:ext cx="228600" cy="171450"/>
          </a:xfrm>
          <a:custGeom>
            <a:avLst/>
            <a:gdLst>
              <a:gd name="connsiteX0" fmla="*/ 85028 w 228600"/>
              <a:gd name="connsiteY0" fmla="*/ 0 h 171450"/>
              <a:gd name="connsiteX1" fmla="*/ 143572 w 228600"/>
              <a:gd name="connsiteY1" fmla="*/ 0 h 171450"/>
              <a:gd name="connsiteX2" fmla="*/ 185950 w 228600"/>
              <a:gd name="connsiteY2" fmla="*/ 1480 h 171450"/>
              <a:gd name="connsiteX3" fmla="*/ 214651 w 228600"/>
              <a:gd name="connsiteY3" fmla="*/ 13949 h 171450"/>
              <a:gd name="connsiteX4" fmla="*/ 227120 w 228600"/>
              <a:gd name="connsiteY4" fmla="*/ 42650 h 171450"/>
              <a:gd name="connsiteX5" fmla="*/ 228600 w 228600"/>
              <a:gd name="connsiteY5" fmla="*/ 85029 h 171450"/>
              <a:gd name="connsiteX6" fmla="*/ 228600 w 228600"/>
              <a:gd name="connsiteY6" fmla="*/ 86421 h 171450"/>
              <a:gd name="connsiteX7" fmla="*/ 227120 w 228600"/>
              <a:gd name="connsiteY7" fmla="*/ 128800 h 171450"/>
              <a:gd name="connsiteX8" fmla="*/ 214651 w 228600"/>
              <a:gd name="connsiteY8" fmla="*/ 157501 h 171450"/>
              <a:gd name="connsiteX9" fmla="*/ 185950 w 228600"/>
              <a:gd name="connsiteY9" fmla="*/ 169970 h 171450"/>
              <a:gd name="connsiteX10" fmla="*/ 143571 w 228600"/>
              <a:gd name="connsiteY10" fmla="*/ 171450 h 171450"/>
              <a:gd name="connsiteX11" fmla="*/ 85028 w 228600"/>
              <a:gd name="connsiteY11" fmla="*/ 171450 h 171450"/>
              <a:gd name="connsiteX12" fmla="*/ 42650 w 228600"/>
              <a:gd name="connsiteY12" fmla="*/ 169970 h 171450"/>
              <a:gd name="connsiteX13" fmla="*/ 13949 w 228600"/>
              <a:gd name="connsiteY13" fmla="*/ 157501 h 171450"/>
              <a:gd name="connsiteX14" fmla="*/ 1480 w 228600"/>
              <a:gd name="connsiteY14" fmla="*/ 128800 h 171450"/>
              <a:gd name="connsiteX15" fmla="*/ 0 w 228600"/>
              <a:gd name="connsiteY15" fmla="*/ 86422 h 171450"/>
              <a:gd name="connsiteX16" fmla="*/ 0 w 228600"/>
              <a:gd name="connsiteY16" fmla="*/ 85028 h 171450"/>
              <a:gd name="connsiteX17" fmla="*/ 1480 w 228600"/>
              <a:gd name="connsiteY17" fmla="*/ 42650 h 171450"/>
              <a:gd name="connsiteX18" fmla="*/ 13949 w 228600"/>
              <a:gd name="connsiteY18" fmla="*/ 13949 h 171450"/>
              <a:gd name="connsiteX19" fmla="*/ 42650 w 228600"/>
              <a:gd name="connsiteY19" fmla="*/ 1480 h 171450"/>
              <a:gd name="connsiteX20" fmla="*/ 85028 w 228600"/>
              <a:gd name="connsiteY20" fmla="*/ 0 h 171450"/>
              <a:gd name="connsiteX21" fmla="*/ 90557 w 228600"/>
              <a:gd name="connsiteY21" fmla="*/ 48861 h 171450"/>
              <a:gd name="connsiteX22" fmla="*/ 85725 w 228600"/>
              <a:gd name="connsiteY22" fmla="*/ 57150 h 171450"/>
              <a:gd name="connsiteX23" fmla="*/ 85725 w 228600"/>
              <a:gd name="connsiteY23" fmla="*/ 114300 h 171450"/>
              <a:gd name="connsiteX24" fmla="*/ 90557 w 228600"/>
              <a:gd name="connsiteY24" fmla="*/ 122589 h 171450"/>
              <a:gd name="connsiteX25" fmla="*/ 100151 w 228600"/>
              <a:gd name="connsiteY25" fmla="*/ 122468 h 171450"/>
              <a:gd name="connsiteX26" fmla="*/ 147776 w 228600"/>
              <a:gd name="connsiteY26" fmla="*/ 93893 h 171450"/>
              <a:gd name="connsiteX27" fmla="*/ 152400 w 228600"/>
              <a:gd name="connsiteY27" fmla="*/ 85725 h 171450"/>
              <a:gd name="connsiteX28" fmla="*/ 147776 w 228600"/>
              <a:gd name="connsiteY28" fmla="*/ 77557 h 171450"/>
              <a:gd name="connsiteX29" fmla="*/ 100151 w 228600"/>
              <a:gd name="connsiteY29" fmla="*/ 48982 h 171450"/>
              <a:gd name="connsiteX30" fmla="*/ 90557 w 228600"/>
              <a:gd name="connsiteY30" fmla="*/ 48861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8600" h="171450">
                <a:moveTo>
                  <a:pt x="85028" y="0"/>
                </a:moveTo>
                <a:lnTo>
                  <a:pt x="143572" y="0"/>
                </a:lnTo>
                <a:cubicBezTo>
                  <a:pt x="160940" y="0"/>
                  <a:pt x="174940" y="0"/>
                  <a:pt x="185950" y="1480"/>
                </a:cubicBezTo>
                <a:cubicBezTo>
                  <a:pt x="197382" y="3017"/>
                  <a:pt x="207007" y="6305"/>
                  <a:pt x="214651" y="13949"/>
                </a:cubicBezTo>
                <a:cubicBezTo>
                  <a:pt x="222295" y="21593"/>
                  <a:pt x="225583" y="31218"/>
                  <a:pt x="227120" y="42650"/>
                </a:cubicBezTo>
                <a:cubicBezTo>
                  <a:pt x="228601" y="53660"/>
                  <a:pt x="228600" y="67660"/>
                  <a:pt x="228600" y="85029"/>
                </a:cubicBezTo>
                <a:lnTo>
                  <a:pt x="228600" y="86421"/>
                </a:lnTo>
                <a:cubicBezTo>
                  <a:pt x="228600" y="103790"/>
                  <a:pt x="228601" y="117790"/>
                  <a:pt x="227120" y="128800"/>
                </a:cubicBezTo>
                <a:cubicBezTo>
                  <a:pt x="225583" y="140232"/>
                  <a:pt x="222295" y="149857"/>
                  <a:pt x="214651" y="157501"/>
                </a:cubicBezTo>
                <a:cubicBezTo>
                  <a:pt x="207007" y="165145"/>
                  <a:pt x="197382" y="168433"/>
                  <a:pt x="185950" y="169970"/>
                </a:cubicBezTo>
                <a:cubicBezTo>
                  <a:pt x="174940" y="171451"/>
                  <a:pt x="160940" y="171450"/>
                  <a:pt x="143571" y="171450"/>
                </a:cubicBezTo>
                <a:lnTo>
                  <a:pt x="85028" y="171450"/>
                </a:lnTo>
                <a:cubicBezTo>
                  <a:pt x="67660" y="171450"/>
                  <a:pt x="53660" y="171451"/>
                  <a:pt x="42650" y="169970"/>
                </a:cubicBezTo>
                <a:cubicBezTo>
                  <a:pt x="31218" y="168433"/>
                  <a:pt x="21593" y="165145"/>
                  <a:pt x="13949" y="157501"/>
                </a:cubicBezTo>
                <a:cubicBezTo>
                  <a:pt x="6305" y="149857"/>
                  <a:pt x="3017" y="140232"/>
                  <a:pt x="1480" y="128800"/>
                </a:cubicBezTo>
                <a:cubicBezTo>
                  <a:pt x="0" y="117790"/>
                  <a:pt x="0" y="103790"/>
                  <a:pt x="0" y="86422"/>
                </a:cubicBezTo>
                <a:lnTo>
                  <a:pt x="0" y="85028"/>
                </a:lnTo>
                <a:cubicBezTo>
                  <a:pt x="0" y="67660"/>
                  <a:pt x="0" y="53660"/>
                  <a:pt x="1480" y="42650"/>
                </a:cubicBezTo>
                <a:cubicBezTo>
                  <a:pt x="3017" y="31218"/>
                  <a:pt x="6305" y="21593"/>
                  <a:pt x="13949" y="13949"/>
                </a:cubicBezTo>
                <a:cubicBezTo>
                  <a:pt x="21593" y="6305"/>
                  <a:pt x="31218" y="3017"/>
                  <a:pt x="42650" y="1480"/>
                </a:cubicBezTo>
                <a:cubicBezTo>
                  <a:pt x="53660" y="0"/>
                  <a:pt x="67660" y="0"/>
                  <a:pt x="85028" y="0"/>
                </a:cubicBezTo>
                <a:close/>
                <a:moveTo>
                  <a:pt x="90557" y="48861"/>
                </a:moveTo>
                <a:cubicBezTo>
                  <a:pt x="87571" y="50552"/>
                  <a:pt x="85725" y="53718"/>
                  <a:pt x="85725" y="57150"/>
                </a:cubicBezTo>
                <a:lnTo>
                  <a:pt x="85725" y="114300"/>
                </a:lnTo>
                <a:cubicBezTo>
                  <a:pt x="85725" y="117732"/>
                  <a:pt x="87571" y="120898"/>
                  <a:pt x="90557" y="122589"/>
                </a:cubicBezTo>
                <a:cubicBezTo>
                  <a:pt x="93543" y="124279"/>
                  <a:pt x="97208" y="124234"/>
                  <a:pt x="100151" y="122468"/>
                </a:cubicBezTo>
                <a:lnTo>
                  <a:pt x="147776" y="93893"/>
                </a:lnTo>
                <a:cubicBezTo>
                  <a:pt x="150645" y="92172"/>
                  <a:pt x="152400" y="89071"/>
                  <a:pt x="152400" y="85725"/>
                </a:cubicBezTo>
                <a:cubicBezTo>
                  <a:pt x="152400" y="82380"/>
                  <a:pt x="150645" y="79279"/>
                  <a:pt x="147776" y="77557"/>
                </a:cubicBezTo>
                <a:lnTo>
                  <a:pt x="100151" y="48982"/>
                </a:lnTo>
                <a:cubicBezTo>
                  <a:pt x="97208" y="47217"/>
                  <a:pt x="93543" y="47171"/>
                  <a:pt x="90557" y="48861"/>
                </a:cubicBezTo>
                <a:close/>
              </a:path>
            </a:pathLst>
          </a:custGeom>
          <a:solidFill>
            <a:srgbClr val="000000"/>
          </a:solidFill>
          <a:ln w="9525" cap="flat">
            <a:noFill/>
            <a:prstDash val="solid"/>
            <a:miter/>
          </a:ln>
        </p:spPr>
        <p:txBody>
          <a:bodyPr rtlCol="0" anchor="ctr"/>
          <a:lstStyle/>
          <a:p>
            <a:endParaRPr lang="ru-RU"/>
          </a:p>
        </p:txBody>
      </p:sp>
      <p:sp>
        <p:nvSpPr>
          <p:cNvPr id="1172" name="Рисунок 485">
            <a:extLst>
              <a:ext uri="{FF2B5EF4-FFF2-40B4-BE49-F238E27FC236}">
                <a16:creationId xmlns:a16="http://schemas.microsoft.com/office/drawing/2014/main" id="{71C1B03F-582E-3641-F284-5B516C42FC9C}"/>
              </a:ext>
            </a:extLst>
          </p:cNvPr>
          <p:cNvSpPr/>
          <p:nvPr/>
        </p:nvSpPr>
        <p:spPr>
          <a:xfrm>
            <a:off x="4041660" y="3333750"/>
            <a:ext cx="95250" cy="190500"/>
          </a:xfrm>
          <a:custGeom>
            <a:avLst/>
            <a:gdLst>
              <a:gd name="connsiteX0" fmla="*/ 89104 w 95250"/>
              <a:gd name="connsiteY0" fmla="*/ 106202 h 190500"/>
              <a:gd name="connsiteX1" fmla="*/ 94021 w 95250"/>
              <a:gd name="connsiteY1" fmla="*/ 73014 h 190500"/>
              <a:gd name="connsiteX2" fmla="*/ 64524 w 95250"/>
              <a:gd name="connsiteY2" fmla="*/ 73014 h 190500"/>
              <a:gd name="connsiteX3" fmla="*/ 64524 w 95250"/>
              <a:gd name="connsiteY3" fmla="*/ 49782 h 190500"/>
              <a:gd name="connsiteX4" fmla="*/ 81116 w 95250"/>
              <a:gd name="connsiteY4" fmla="*/ 33188 h 190500"/>
              <a:gd name="connsiteX5" fmla="*/ 95250 w 95250"/>
              <a:gd name="connsiteY5" fmla="*/ 33188 h 190500"/>
              <a:gd name="connsiteX6" fmla="*/ 95250 w 95250"/>
              <a:gd name="connsiteY6" fmla="*/ 2655 h 190500"/>
              <a:gd name="connsiteX7" fmla="*/ 70670 w 95250"/>
              <a:gd name="connsiteY7" fmla="*/ 0 h 190500"/>
              <a:gd name="connsiteX8" fmla="*/ 27653 w 95250"/>
              <a:gd name="connsiteY8" fmla="*/ 46463 h 190500"/>
              <a:gd name="connsiteX9" fmla="*/ 27653 w 95250"/>
              <a:gd name="connsiteY9" fmla="*/ 73014 h 190500"/>
              <a:gd name="connsiteX10" fmla="*/ 0 w 95250"/>
              <a:gd name="connsiteY10" fmla="*/ 73014 h 190500"/>
              <a:gd name="connsiteX11" fmla="*/ 0 w 95250"/>
              <a:gd name="connsiteY11" fmla="*/ 106202 h 190500"/>
              <a:gd name="connsiteX12" fmla="*/ 27653 w 95250"/>
              <a:gd name="connsiteY12" fmla="*/ 106202 h 190500"/>
              <a:gd name="connsiteX13" fmla="*/ 27653 w 95250"/>
              <a:gd name="connsiteY13" fmla="*/ 190500 h 190500"/>
              <a:gd name="connsiteX14" fmla="*/ 64524 w 95250"/>
              <a:gd name="connsiteY14" fmla="*/ 190500 h 190500"/>
              <a:gd name="connsiteX15" fmla="*/ 64524 w 95250"/>
              <a:gd name="connsiteY15" fmla="*/ 106202 h 190500"/>
              <a:gd name="connsiteX16" fmla="*/ 89104 w 95250"/>
              <a:gd name="connsiteY16" fmla="*/ 106202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5250" h="190500">
                <a:moveTo>
                  <a:pt x="89104" y="106202"/>
                </a:moveTo>
                <a:lnTo>
                  <a:pt x="94021" y="73014"/>
                </a:lnTo>
                <a:lnTo>
                  <a:pt x="64524" y="73014"/>
                </a:lnTo>
                <a:lnTo>
                  <a:pt x="64524" y="49782"/>
                </a:lnTo>
                <a:cubicBezTo>
                  <a:pt x="64524" y="40490"/>
                  <a:pt x="67597" y="33188"/>
                  <a:pt x="81116" y="33188"/>
                </a:cubicBezTo>
                <a:lnTo>
                  <a:pt x="95250" y="33188"/>
                </a:lnTo>
                <a:lnTo>
                  <a:pt x="95250" y="2655"/>
                </a:lnTo>
                <a:cubicBezTo>
                  <a:pt x="87261" y="1327"/>
                  <a:pt x="78658" y="0"/>
                  <a:pt x="70670" y="0"/>
                </a:cubicBezTo>
                <a:cubicBezTo>
                  <a:pt x="45474" y="0"/>
                  <a:pt x="27653" y="16594"/>
                  <a:pt x="27653" y="46463"/>
                </a:cubicBezTo>
                <a:lnTo>
                  <a:pt x="27653" y="73014"/>
                </a:lnTo>
                <a:lnTo>
                  <a:pt x="0" y="73014"/>
                </a:lnTo>
                <a:lnTo>
                  <a:pt x="0" y="106202"/>
                </a:lnTo>
                <a:lnTo>
                  <a:pt x="27653" y="106202"/>
                </a:lnTo>
                <a:lnTo>
                  <a:pt x="27653" y="190500"/>
                </a:lnTo>
                <a:lnTo>
                  <a:pt x="64524" y="190500"/>
                </a:lnTo>
                <a:lnTo>
                  <a:pt x="64524" y="106202"/>
                </a:lnTo>
                <a:lnTo>
                  <a:pt x="89104" y="106202"/>
                </a:lnTo>
                <a:close/>
              </a:path>
            </a:pathLst>
          </a:custGeom>
          <a:solidFill>
            <a:srgbClr val="000000"/>
          </a:solidFill>
          <a:ln w="9525" cap="flat">
            <a:noFill/>
            <a:prstDash val="solid"/>
            <a:miter/>
          </a:ln>
        </p:spPr>
        <p:txBody>
          <a:bodyPr rtlCol="0" anchor="ctr"/>
          <a:lstStyle/>
          <a:p>
            <a:endParaRPr lang="ru-RU"/>
          </a:p>
        </p:txBody>
      </p:sp>
      <p:sp>
        <p:nvSpPr>
          <p:cNvPr id="1580" name="Полилиния: фигура 1579">
            <a:extLst>
              <a:ext uri="{FF2B5EF4-FFF2-40B4-BE49-F238E27FC236}">
                <a16:creationId xmlns:a16="http://schemas.microsoft.com/office/drawing/2014/main" id="{5368CDD0-388A-77B5-456C-574D1A1D3F10}"/>
              </a:ext>
            </a:extLst>
          </p:cNvPr>
          <p:cNvSpPr/>
          <p:nvPr/>
        </p:nvSpPr>
        <p:spPr>
          <a:xfrm>
            <a:off x="4003560" y="5767689"/>
            <a:ext cx="190499" cy="171450"/>
          </a:xfrm>
          <a:custGeom>
            <a:avLst/>
            <a:gdLst>
              <a:gd name="connsiteX0" fmla="*/ 174240 w 190499"/>
              <a:gd name="connsiteY0" fmla="*/ 126615 h 171450"/>
              <a:gd name="connsiteX1" fmla="*/ 187710 w 190499"/>
              <a:gd name="connsiteY1" fmla="*/ 126615 h 171450"/>
              <a:gd name="connsiteX2" fmla="*/ 187710 w 190499"/>
              <a:gd name="connsiteY2" fmla="*/ 140085 h 171450"/>
              <a:gd name="connsiteX3" fmla="*/ 159135 w 190499"/>
              <a:gd name="connsiteY3" fmla="*/ 168660 h 171450"/>
              <a:gd name="connsiteX4" fmla="*/ 145665 w 190499"/>
              <a:gd name="connsiteY4" fmla="*/ 168660 h 171450"/>
              <a:gd name="connsiteX5" fmla="*/ 126615 w 190499"/>
              <a:gd name="connsiteY5" fmla="*/ 149610 h 171450"/>
              <a:gd name="connsiteX6" fmla="*/ 126615 w 190499"/>
              <a:gd name="connsiteY6" fmla="*/ 136140 h 171450"/>
              <a:gd name="connsiteX7" fmla="*/ 140085 w 190499"/>
              <a:gd name="connsiteY7" fmla="*/ 136140 h 171450"/>
              <a:gd name="connsiteX8" fmla="*/ 152400 w 190499"/>
              <a:gd name="connsiteY8" fmla="*/ 148455 h 171450"/>
              <a:gd name="connsiteX9" fmla="*/ 42863 w 190499"/>
              <a:gd name="connsiteY9" fmla="*/ 85725 h 171450"/>
              <a:gd name="connsiteX10" fmla="*/ 34455 w 190499"/>
              <a:gd name="connsiteY10" fmla="*/ 86450 h 171450"/>
              <a:gd name="connsiteX11" fmla="*/ 29300 w 190499"/>
              <a:gd name="connsiteY11" fmla="*/ 91605 h 171450"/>
              <a:gd name="connsiteX12" fmla="*/ 28575 w 190499"/>
              <a:gd name="connsiteY12" fmla="*/ 100013 h 171450"/>
              <a:gd name="connsiteX13" fmla="*/ 29300 w 190499"/>
              <a:gd name="connsiteY13" fmla="*/ 108420 h 171450"/>
              <a:gd name="connsiteX14" fmla="*/ 34455 w 190499"/>
              <a:gd name="connsiteY14" fmla="*/ 113575 h 171450"/>
              <a:gd name="connsiteX15" fmla="*/ 42863 w 190499"/>
              <a:gd name="connsiteY15" fmla="*/ 114300 h 171450"/>
              <a:gd name="connsiteX16" fmla="*/ 51270 w 190499"/>
              <a:gd name="connsiteY16" fmla="*/ 113575 h 171450"/>
              <a:gd name="connsiteX17" fmla="*/ 56425 w 190499"/>
              <a:gd name="connsiteY17" fmla="*/ 108420 h 171450"/>
              <a:gd name="connsiteX18" fmla="*/ 57150 w 190499"/>
              <a:gd name="connsiteY18" fmla="*/ 100013 h 171450"/>
              <a:gd name="connsiteX19" fmla="*/ 56425 w 190499"/>
              <a:gd name="connsiteY19" fmla="*/ 91605 h 171450"/>
              <a:gd name="connsiteX20" fmla="*/ 51270 w 190499"/>
              <a:gd name="connsiteY20" fmla="*/ 86450 h 171450"/>
              <a:gd name="connsiteX21" fmla="*/ 42863 w 190499"/>
              <a:gd name="connsiteY21" fmla="*/ 85725 h 171450"/>
              <a:gd name="connsiteX22" fmla="*/ 9525 w 190499"/>
              <a:gd name="connsiteY22" fmla="*/ 66675 h 171450"/>
              <a:gd name="connsiteX23" fmla="*/ 161925 w 190499"/>
              <a:gd name="connsiteY23" fmla="*/ 66675 h 171450"/>
              <a:gd name="connsiteX24" fmla="*/ 170751 w 190499"/>
              <a:gd name="connsiteY24" fmla="*/ 76200 h 171450"/>
              <a:gd name="connsiteX25" fmla="*/ 171396 w 190499"/>
              <a:gd name="connsiteY25" fmla="*/ 89398 h 171450"/>
              <a:gd name="connsiteX26" fmla="*/ 144426 w 190499"/>
              <a:gd name="connsiteY26" fmla="*/ 114301 h 171450"/>
              <a:gd name="connsiteX27" fmla="*/ 142875 w 190499"/>
              <a:gd name="connsiteY27" fmla="*/ 114300 h 171450"/>
              <a:gd name="connsiteX28" fmla="*/ 114300 w 190499"/>
              <a:gd name="connsiteY28" fmla="*/ 142875 h 171450"/>
              <a:gd name="connsiteX29" fmla="*/ 114301 w 190499"/>
              <a:gd name="connsiteY29" fmla="*/ 144426 h 171450"/>
              <a:gd name="connsiteX30" fmla="*/ 85725 w 190499"/>
              <a:gd name="connsiteY30" fmla="*/ 171450 h 171450"/>
              <a:gd name="connsiteX31" fmla="*/ 0 w 190499"/>
              <a:gd name="connsiteY31" fmla="*/ 95250 h 171450"/>
              <a:gd name="connsiteX32" fmla="*/ 699 w 190499"/>
              <a:gd name="connsiteY32" fmla="*/ 76200 h 171450"/>
              <a:gd name="connsiteX33" fmla="*/ 9525 w 190499"/>
              <a:gd name="connsiteY33" fmla="*/ 66675 h 171450"/>
              <a:gd name="connsiteX34" fmla="*/ 47625 w 190499"/>
              <a:gd name="connsiteY34" fmla="*/ 0 h 171450"/>
              <a:gd name="connsiteX35" fmla="*/ 57150 w 190499"/>
              <a:gd name="connsiteY35" fmla="*/ 19050 h 171450"/>
              <a:gd name="connsiteX36" fmla="*/ 114300 w 190499"/>
              <a:gd name="connsiteY36" fmla="*/ 19050 h 171450"/>
              <a:gd name="connsiteX37" fmla="*/ 123825 w 190499"/>
              <a:gd name="connsiteY37" fmla="*/ 0 h 171450"/>
              <a:gd name="connsiteX38" fmla="*/ 133350 w 190499"/>
              <a:gd name="connsiteY38" fmla="*/ 19050 h 171450"/>
              <a:gd name="connsiteX39" fmla="*/ 171450 w 190499"/>
              <a:gd name="connsiteY39" fmla="*/ 47625 h 171450"/>
              <a:gd name="connsiteX40" fmla="*/ 155168 w 190499"/>
              <a:gd name="connsiteY40" fmla="*/ 57166 h 171450"/>
              <a:gd name="connsiteX41" fmla="*/ 152400 w 190499"/>
              <a:gd name="connsiteY41" fmla="*/ 57150 h 171450"/>
              <a:gd name="connsiteX42" fmla="*/ 19050 w 190499"/>
              <a:gd name="connsiteY42" fmla="*/ 57150 h 171450"/>
              <a:gd name="connsiteX43" fmla="*/ 0 w 190499"/>
              <a:gd name="connsiteY43" fmla="*/ 47625 h 171450"/>
              <a:gd name="connsiteX44" fmla="*/ 38100 w 190499"/>
              <a:gd name="connsiteY44" fmla="*/ 19050 h 171450"/>
              <a:gd name="connsiteX45" fmla="*/ 47625 w 190499"/>
              <a:gd name="connsiteY45"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499" h="171450">
                <a:moveTo>
                  <a:pt x="174240" y="126615"/>
                </a:moveTo>
                <a:cubicBezTo>
                  <a:pt x="177959" y="122895"/>
                  <a:pt x="183990" y="122895"/>
                  <a:pt x="187710" y="126615"/>
                </a:cubicBezTo>
                <a:cubicBezTo>
                  <a:pt x="191429" y="130334"/>
                  <a:pt x="191429" y="136365"/>
                  <a:pt x="187710" y="140085"/>
                </a:cubicBezTo>
                <a:lnTo>
                  <a:pt x="159135" y="168660"/>
                </a:lnTo>
                <a:cubicBezTo>
                  <a:pt x="155415" y="172379"/>
                  <a:pt x="149384" y="172379"/>
                  <a:pt x="145665" y="168660"/>
                </a:cubicBezTo>
                <a:lnTo>
                  <a:pt x="126615" y="149610"/>
                </a:lnTo>
                <a:cubicBezTo>
                  <a:pt x="122895" y="145890"/>
                  <a:pt x="122895" y="139859"/>
                  <a:pt x="126615" y="136140"/>
                </a:cubicBezTo>
                <a:cubicBezTo>
                  <a:pt x="130334" y="132420"/>
                  <a:pt x="136365" y="132420"/>
                  <a:pt x="140085" y="136140"/>
                </a:cubicBezTo>
                <a:lnTo>
                  <a:pt x="152400" y="148455"/>
                </a:lnTo>
                <a:close/>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099" y="80333"/>
                  <a:pt x="171306" y="84728"/>
                  <a:pt x="171396" y="89398"/>
                </a:cubicBezTo>
                <a:cubicBezTo>
                  <a:pt x="170625" y="114333"/>
                  <a:pt x="161635" y="114323"/>
                  <a:pt x="144426" y="114301"/>
                </a:cubicBezTo>
                <a:lnTo>
                  <a:pt x="142875" y="114300"/>
                </a:lnTo>
                <a:cubicBezTo>
                  <a:pt x="119063" y="114300"/>
                  <a:pt x="114300" y="119063"/>
                  <a:pt x="114300" y="142875"/>
                </a:cubicBezTo>
                <a:lnTo>
                  <a:pt x="114301" y="144426"/>
                </a:lnTo>
                <a:cubicBezTo>
                  <a:pt x="114324" y="162442"/>
                  <a:pt x="114334"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rgbClr val="000000"/>
          </a:solidFill>
          <a:ln w="9525" cap="flat">
            <a:noFill/>
            <a:prstDash val="solid"/>
            <a:miter/>
          </a:ln>
        </p:spPr>
        <p:txBody>
          <a:bodyPr rtlCol="0" anchor="ctr"/>
          <a:lstStyle/>
          <a:p>
            <a:endParaRPr lang="ru-RU"/>
          </a:p>
        </p:txBody>
      </p:sp>
      <p:sp>
        <p:nvSpPr>
          <p:cNvPr id="1551" name="Полилиния: фигура 1550">
            <a:extLst>
              <a:ext uri="{FF2B5EF4-FFF2-40B4-BE49-F238E27FC236}">
                <a16:creationId xmlns:a16="http://schemas.microsoft.com/office/drawing/2014/main" id="{F1D4B05B-8024-A835-217D-20B7CD3771BC}"/>
              </a:ext>
            </a:extLst>
          </p:cNvPr>
          <p:cNvSpPr/>
          <p:nvPr/>
        </p:nvSpPr>
        <p:spPr>
          <a:xfrm>
            <a:off x="4421098" y="894442"/>
            <a:ext cx="171451" cy="133365"/>
          </a:xfrm>
          <a:custGeom>
            <a:avLst/>
            <a:gdLst>
              <a:gd name="connsiteX0" fmla="*/ 76201 w 171451"/>
              <a:gd name="connsiteY0" fmla="*/ 114300 h 133365"/>
              <a:gd name="connsiteX1" fmla="*/ 161926 w 171451"/>
              <a:gd name="connsiteY1" fmla="*/ 114300 h 133365"/>
              <a:gd name="connsiteX2" fmla="*/ 170260 w 171451"/>
              <a:gd name="connsiteY2" fmla="*/ 115491 h 133365"/>
              <a:gd name="connsiteX3" fmla="*/ 171451 w 171451"/>
              <a:gd name="connsiteY3" fmla="*/ 123825 h 133365"/>
              <a:gd name="connsiteX4" fmla="*/ 157164 w 171451"/>
              <a:gd name="connsiteY4" fmla="*/ 133304 h 133365"/>
              <a:gd name="connsiteX5" fmla="*/ 152401 w 171451"/>
              <a:gd name="connsiteY5" fmla="*/ 128588 h 133365"/>
              <a:gd name="connsiteX6" fmla="*/ 147639 w 171451"/>
              <a:gd name="connsiteY6" fmla="*/ 123825 h 133365"/>
              <a:gd name="connsiteX7" fmla="*/ 142876 w 171451"/>
              <a:gd name="connsiteY7" fmla="*/ 128588 h 133365"/>
              <a:gd name="connsiteX8" fmla="*/ 138114 w 171451"/>
              <a:gd name="connsiteY8" fmla="*/ 133350 h 133365"/>
              <a:gd name="connsiteX9" fmla="*/ 128589 w 171451"/>
              <a:gd name="connsiteY9" fmla="*/ 133350 h 133365"/>
              <a:gd name="connsiteX10" fmla="*/ 123826 w 171451"/>
              <a:gd name="connsiteY10" fmla="*/ 128588 h 133365"/>
              <a:gd name="connsiteX11" fmla="*/ 119064 w 171451"/>
              <a:gd name="connsiteY11" fmla="*/ 123825 h 133365"/>
              <a:gd name="connsiteX12" fmla="*/ 114301 w 171451"/>
              <a:gd name="connsiteY12" fmla="*/ 128588 h 133365"/>
              <a:gd name="connsiteX13" fmla="*/ 109539 w 171451"/>
              <a:gd name="connsiteY13" fmla="*/ 133350 h 133365"/>
              <a:gd name="connsiteX14" fmla="*/ 100014 w 171451"/>
              <a:gd name="connsiteY14" fmla="*/ 133350 h 133365"/>
              <a:gd name="connsiteX15" fmla="*/ 95251 w 171451"/>
              <a:gd name="connsiteY15" fmla="*/ 128588 h 133365"/>
              <a:gd name="connsiteX16" fmla="*/ 90489 w 171451"/>
              <a:gd name="connsiteY16" fmla="*/ 123825 h 133365"/>
              <a:gd name="connsiteX17" fmla="*/ 85726 w 171451"/>
              <a:gd name="connsiteY17" fmla="*/ 128588 h 133365"/>
              <a:gd name="connsiteX18" fmla="*/ 80964 w 171451"/>
              <a:gd name="connsiteY18" fmla="*/ 133304 h 133365"/>
              <a:gd name="connsiteX19" fmla="*/ 66676 w 171451"/>
              <a:gd name="connsiteY19" fmla="*/ 123825 h 133365"/>
              <a:gd name="connsiteX20" fmla="*/ 67867 w 171451"/>
              <a:gd name="connsiteY20" fmla="*/ 115491 h 133365"/>
              <a:gd name="connsiteX21" fmla="*/ 76201 w 171451"/>
              <a:gd name="connsiteY21" fmla="*/ 114300 h 133365"/>
              <a:gd name="connsiteX22" fmla="*/ 9520 w 171451"/>
              <a:gd name="connsiteY22" fmla="*/ 105217 h 133365"/>
              <a:gd name="connsiteX23" fmla="*/ 19645 w 171451"/>
              <a:gd name="connsiteY23" fmla="*/ 107046 h 133365"/>
              <a:gd name="connsiteX24" fmla="*/ 47625 w 171451"/>
              <a:gd name="connsiteY24" fmla="*/ 119098 h 133365"/>
              <a:gd name="connsiteX25" fmla="*/ 38099 w 171451"/>
              <a:gd name="connsiteY25" fmla="*/ 133350 h 133365"/>
              <a:gd name="connsiteX26" fmla="*/ 9520 w 171451"/>
              <a:gd name="connsiteY26" fmla="*/ 133350 h 133365"/>
              <a:gd name="connsiteX27" fmla="*/ 0 w 171451"/>
              <a:gd name="connsiteY27" fmla="*/ 114383 h 133365"/>
              <a:gd name="connsiteX28" fmla="*/ 0 w 171451"/>
              <a:gd name="connsiteY28" fmla="*/ 114348 h 133365"/>
              <a:gd name="connsiteX29" fmla="*/ 9520 w 171451"/>
              <a:gd name="connsiteY29" fmla="*/ 105217 h 133365"/>
              <a:gd name="connsiteX30" fmla="*/ 76201 w 171451"/>
              <a:gd name="connsiteY30" fmla="*/ 0 h 133365"/>
              <a:gd name="connsiteX31" fmla="*/ 85276 w 171451"/>
              <a:gd name="connsiteY31" fmla="*/ 14869 h 133365"/>
              <a:gd name="connsiteX32" fmla="*/ 80220 w 171451"/>
              <a:gd name="connsiteY32" fmla="*/ 21241 h 133365"/>
              <a:gd name="connsiteX33" fmla="*/ 74071 w 171451"/>
              <a:gd name="connsiteY33" fmla="*/ 24315 h 133365"/>
              <a:gd name="connsiteX34" fmla="*/ 71941 w 171451"/>
              <a:gd name="connsiteY34" fmla="*/ 30705 h 133365"/>
              <a:gd name="connsiteX35" fmla="*/ 78330 w 171451"/>
              <a:gd name="connsiteY35" fmla="*/ 32835 h 133365"/>
              <a:gd name="connsiteX36" fmla="*/ 84018 w 171451"/>
              <a:gd name="connsiteY36" fmla="*/ 29991 h 133365"/>
              <a:gd name="connsiteX37" fmla="*/ 92382 w 171451"/>
              <a:gd name="connsiteY37" fmla="*/ 32835 h 133365"/>
              <a:gd name="connsiteX38" fmla="*/ 89391 w 171451"/>
              <a:gd name="connsiteY38" fmla="*/ 40467 h 133365"/>
              <a:gd name="connsiteX39" fmla="*/ 83596 w 171451"/>
              <a:gd name="connsiteY39" fmla="*/ 43365 h 133365"/>
              <a:gd name="connsiteX40" fmla="*/ 81466 w 171451"/>
              <a:gd name="connsiteY40" fmla="*/ 49755 h 133365"/>
              <a:gd name="connsiteX41" fmla="*/ 87855 w 171451"/>
              <a:gd name="connsiteY41" fmla="*/ 51885 h 133365"/>
              <a:gd name="connsiteX42" fmla="*/ 95251 w 171451"/>
              <a:gd name="connsiteY42" fmla="*/ 48187 h 133365"/>
              <a:gd name="connsiteX43" fmla="*/ 104776 w 171451"/>
              <a:gd name="connsiteY43" fmla="*/ 47625 h 133365"/>
              <a:gd name="connsiteX44" fmla="*/ 136356 w 171451"/>
              <a:gd name="connsiteY44" fmla="*/ 59371 h 133365"/>
              <a:gd name="connsiteX45" fmla="*/ 171451 w 171451"/>
              <a:gd name="connsiteY45" fmla="*/ 85725 h 133365"/>
              <a:gd name="connsiteX46" fmla="*/ 171451 w 171451"/>
              <a:gd name="connsiteY46" fmla="*/ 90488 h 133365"/>
              <a:gd name="connsiteX47" fmla="*/ 157163 w 171451"/>
              <a:gd name="connsiteY47" fmla="*/ 104775 h 133365"/>
              <a:gd name="connsiteX48" fmla="*/ 66676 w 171451"/>
              <a:gd name="connsiteY48" fmla="*/ 104775 h 133365"/>
              <a:gd name="connsiteX49" fmla="*/ 9526 w 171451"/>
              <a:gd name="connsiteY49" fmla="*/ 95250 h 133365"/>
              <a:gd name="connsiteX50" fmla="*/ 7 w 171451"/>
              <a:gd name="connsiteY50" fmla="*/ 57150 h 133365"/>
              <a:gd name="connsiteX51" fmla="*/ 19051 w 171451"/>
              <a:gd name="connsiteY51" fmla="*/ 9525 h 133365"/>
              <a:gd name="connsiteX52" fmla="*/ 33339 w 171451"/>
              <a:gd name="connsiteY52" fmla="*/ 9525 h 133365"/>
              <a:gd name="connsiteX53" fmla="*/ 57447 w 171451"/>
              <a:gd name="connsiteY53" fmla="*/ 4365 h 133365"/>
              <a:gd name="connsiteX54" fmla="*/ 76201 w 171451"/>
              <a:gd name="connsiteY54" fmla="*/ 0 h 13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1451" h="133365">
                <a:moveTo>
                  <a:pt x="76201" y="114300"/>
                </a:moveTo>
                <a:lnTo>
                  <a:pt x="161926" y="114300"/>
                </a:lnTo>
                <a:cubicBezTo>
                  <a:pt x="166689" y="114300"/>
                  <a:pt x="169070" y="114300"/>
                  <a:pt x="170260" y="115491"/>
                </a:cubicBezTo>
                <a:cubicBezTo>
                  <a:pt x="171451" y="116681"/>
                  <a:pt x="171451" y="119063"/>
                  <a:pt x="171451" y="123825"/>
                </a:cubicBezTo>
                <a:cubicBezTo>
                  <a:pt x="171451" y="131747"/>
                  <a:pt x="164862" y="133080"/>
                  <a:pt x="157164" y="133304"/>
                </a:cubicBezTo>
                <a:cubicBezTo>
                  <a:pt x="152409" y="133443"/>
                  <a:pt x="152401" y="133350"/>
                  <a:pt x="152401" y="128588"/>
                </a:cubicBezTo>
                <a:cubicBezTo>
                  <a:pt x="152401" y="125958"/>
                  <a:pt x="150268" y="123825"/>
                  <a:pt x="147639" y="123825"/>
                </a:cubicBezTo>
                <a:cubicBezTo>
                  <a:pt x="145009" y="123825"/>
                  <a:pt x="142876" y="125958"/>
                  <a:pt x="142876" y="128588"/>
                </a:cubicBezTo>
                <a:cubicBezTo>
                  <a:pt x="142876" y="133304"/>
                  <a:pt x="142876" y="133304"/>
                  <a:pt x="138114" y="133350"/>
                </a:cubicBezTo>
                <a:cubicBezTo>
                  <a:pt x="134394" y="133385"/>
                  <a:pt x="132308" y="133350"/>
                  <a:pt x="128589" y="133350"/>
                </a:cubicBezTo>
                <a:cubicBezTo>
                  <a:pt x="123826" y="133350"/>
                  <a:pt x="123826" y="133350"/>
                  <a:pt x="123826" y="128588"/>
                </a:cubicBezTo>
                <a:cubicBezTo>
                  <a:pt x="123826" y="125958"/>
                  <a:pt x="121693" y="123825"/>
                  <a:pt x="119064" y="123825"/>
                </a:cubicBezTo>
                <a:cubicBezTo>
                  <a:pt x="116434" y="123825"/>
                  <a:pt x="114301" y="125958"/>
                  <a:pt x="114301" y="128588"/>
                </a:cubicBezTo>
                <a:cubicBezTo>
                  <a:pt x="114301" y="133350"/>
                  <a:pt x="114301" y="133350"/>
                  <a:pt x="109539" y="133350"/>
                </a:cubicBezTo>
                <a:cubicBezTo>
                  <a:pt x="105819" y="133350"/>
                  <a:pt x="103733" y="133385"/>
                  <a:pt x="100014" y="133350"/>
                </a:cubicBezTo>
                <a:cubicBezTo>
                  <a:pt x="95251" y="133304"/>
                  <a:pt x="95251" y="133304"/>
                  <a:pt x="95251" y="128588"/>
                </a:cubicBezTo>
                <a:cubicBezTo>
                  <a:pt x="95251" y="125958"/>
                  <a:pt x="93118" y="123825"/>
                  <a:pt x="90489" y="123825"/>
                </a:cubicBezTo>
                <a:cubicBezTo>
                  <a:pt x="87859" y="123825"/>
                  <a:pt x="85726" y="125958"/>
                  <a:pt x="85726" y="128588"/>
                </a:cubicBezTo>
                <a:cubicBezTo>
                  <a:pt x="85726" y="133350"/>
                  <a:pt x="85718" y="133443"/>
                  <a:pt x="80964" y="133304"/>
                </a:cubicBezTo>
                <a:cubicBezTo>
                  <a:pt x="73265" y="133080"/>
                  <a:pt x="66676" y="131747"/>
                  <a:pt x="66676" y="123825"/>
                </a:cubicBezTo>
                <a:cubicBezTo>
                  <a:pt x="66676" y="119063"/>
                  <a:pt x="66676" y="116681"/>
                  <a:pt x="67867" y="115491"/>
                </a:cubicBezTo>
                <a:cubicBezTo>
                  <a:pt x="69057" y="114300"/>
                  <a:pt x="71439" y="114300"/>
                  <a:pt x="76201" y="114300"/>
                </a:cubicBezTo>
                <a:close/>
                <a:moveTo>
                  <a:pt x="9520" y="105217"/>
                </a:moveTo>
                <a:cubicBezTo>
                  <a:pt x="13114" y="105892"/>
                  <a:pt x="16500" y="106490"/>
                  <a:pt x="19645" y="107046"/>
                </a:cubicBezTo>
                <a:cubicBezTo>
                  <a:pt x="37322" y="110169"/>
                  <a:pt x="47625" y="111989"/>
                  <a:pt x="47625" y="119098"/>
                </a:cubicBezTo>
                <a:cubicBezTo>
                  <a:pt x="47626" y="127472"/>
                  <a:pt x="42862" y="133350"/>
                  <a:pt x="38099" y="133350"/>
                </a:cubicBezTo>
                <a:lnTo>
                  <a:pt x="9520" y="133350"/>
                </a:lnTo>
                <a:cubicBezTo>
                  <a:pt x="12" y="133350"/>
                  <a:pt x="6" y="123873"/>
                  <a:pt x="0" y="114383"/>
                </a:cubicBezTo>
                <a:lnTo>
                  <a:pt x="0" y="114348"/>
                </a:lnTo>
                <a:cubicBezTo>
                  <a:pt x="-6" y="104846"/>
                  <a:pt x="2925" y="103979"/>
                  <a:pt x="9520" y="105217"/>
                </a:cubicBezTo>
                <a:close/>
                <a:moveTo>
                  <a:pt x="76201" y="0"/>
                </a:moveTo>
                <a:cubicBezTo>
                  <a:pt x="80383" y="0"/>
                  <a:pt x="82502" y="6441"/>
                  <a:pt x="85276" y="14869"/>
                </a:cubicBezTo>
                <a:cubicBezTo>
                  <a:pt x="86736" y="19307"/>
                  <a:pt x="84225" y="19238"/>
                  <a:pt x="80220" y="21241"/>
                </a:cubicBezTo>
                <a:lnTo>
                  <a:pt x="74071" y="24315"/>
                </a:lnTo>
                <a:cubicBezTo>
                  <a:pt x="71718" y="25491"/>
                  <a:pt x="70765" y="28352"/>
                  <a:pt x="71941" y="30705"/>
                </a:cubicBezTo>
                <a:cubicBezTo>
                  <a:pt x="73117" y="33057"/>
                  <a:pt x="75978" y="34011"/>
                  <a:pt x="78330" y="32835"/>
                </a:cubicBezTo>
                <a:cubicBezTo>
                  <a:pt x="78330" y="32835"/>
                  <a:pt x="80181" y="31932"/>
                  <a:pt x="84018" y="29991"/>
                </a:cubicBezTo>
                <a:cubicBezTo>
                  <a:pt x="87855" y="28050"/>
                  <a:pt x="89442" y="27268"/>
                  <a:pt x="92382" y="32835"/>
                </a:cubicBezTo>
                <a:cubicBezTo>
                  <a:pt x="94932" y="37665"/>
                  <a:pt x="92790" y="38768"/>
                  <a:pt x="89391" y="40467"/>
                </a:cubicBezTo>
                <a:cubicBezTo>
                  <a:pt x="85991" y="42167"/>
                  <a:pt x="83596" y="43365"/>
                  <a:pt x="83596" y="43365"/>
                </a:cubicBezTo>
                <a:cubicBezTo>
                  <a:pt x="81243" y="44541"/>
                  <a:pt x="80290" y="47402"/>
                  <a:pt x="81466" y="49755"/>
                </a:cubicBezTo>
                <a:cubicBezTo>
                  <a:pt x="82642" y="52107"/>
                  <a:pt x="85503" y="53061"/>
                  <a:pt x="87855" y="51885"/>
                </a:cubicBezTo>
                <a:lnTo>
                  <a:pt x="95251" y="48187"/>
                </a:lnTo>
                <a:cubicBezTo>
                  <a:pt x="99880" y="45872"/>
                  <a:pt x="101653" y="45431"/>
                  <a:pt x="104776" y="47625"/>
                </a:cubicBezTo>
                <a:cubicBezTo>
                  <a:pt x="113539" y="53783"/>
                  <a:pt x="125220" y="56644"/>
                  <a:pt x="136356" y="59371"/>
                </a:cubicBezTo>
                <a:cubicBezTo>
                  <a:pt x="154640" y="63849"/>
                  <a:pt x="171451" y="67967"/>
                  <a:pt x="171451" y="85725"/>
                </a:cubicBezTo>
                <a:lnTo>
                  <a:pt x="171451" y="90488"/>
                </a:lnTo>
                <a:cubicBezTo>
                  <a:pt x="171451" y="100637"/>
                  <a:pt x="167061" y="104775"/>
                  <a:pt x="157163" y="104775"/>
                </a:cubicBezTo>
                <a:lnTo>
                  <a:pt x="66676" y="104775"/>
                </a:lnTo>
                <a:cubicBezTo>
                  <a:pt x="47626" y="104775"/>
                  <a:pt x="26766" y="100013"/>
                  <a:pt x="9526" y="95250"/>
                </a:cubicBezTo>
                <a:cubicBezTo>
                  <a:pt x="4762" y="93935"/>
                  <a:pt x="1" y="85725"/>
                  <a:pt x="7" y="57150"/>
                </a:cubicBezTo>
                <a:cubicBezTo>
                  <a:pt x="17" y="11013"/>
                  <a:pt x="9526" y="9525"/>
                  <a:pt x="19051" y="9525"/>
                </a:cubicBezTo>
                <a:lnTo>
                  <a:pt x="33339" y="9525"/>
                </a:lnTo>
                <a:cubicBezTo>
                  <a:pt x="45908" y="9525"/>
                  <a:pt x="51843" y="6871"/>
                  <a:pt x="57447" y="4365"/>
                </a:cubicBezTo>
                <a:cubicBezTo>
                  <a:pt x="62459" y="2123"/>
                  <a:pt x="67207" y="0"/>
                  <a:pt x="76201" y="0"/>
                </a:cubicBezTo>
                <a:close/>
              </a:path>
            </a:pathLst>
          </a:custGeom>
          <a:solidFill>
            <a:srgbClr val="000000"/>
          </a:solidFill>
          <a:ln w="9525" cap="flat">
            <a:noFill/>
            <a:prstDash val="solid"/>
            <a:miter/>
          </a:ln>
        </p:spPr>
        <p:txBody>
          <a:bodyPr rtlCol="0" anchor="ctr"/>
          <a:lstStyle/>
          <a:p>
            <a:endParaRPr lang="ru-RU"/>
          </a:p>
        </p:txBody>
      </p:sp>
      <p:sp>
        <p:nvSpPr>
          <p:cNvPr id="1182" name="Рисунок 47">
            <a:extLst>
              <a:ext uri="{FF2B5EF4-FFF2-40B4-BE49-F238E27FC236}">
                <a16:creationId xmlns:a16="http://schemas.microsoft.com/office/drawing/2014/main" id="{DA1A4D1A-2D12-49D3-6146-4AEDA6A2147A}"/>
              </a:ext>
            </a:extLst>
          </p:cNvPr>
          <p:cNvSpPr/>
          <p:nvPr/>
        </p:nvSpPr>
        <p:spPr>
          <a:xfrm>
            <a:off x="4421098" y="1433133"/>
            <a:ext cx="171449" cy="133350"/>
          </a:xfrm>
          <a:custGeom>
            <a:avLst/>
            <a:gdLst>
              <a:gd name="connsiteX0" fmla="*/ 55870 w 171449"/>
              <a:gd name="connsiteY0" fmla="*/ 0 h 133350"/>
              <a:gd name="connsiteX1" fmla="*/ 115580 w 171449"/>
              <a:gd name="connsiteY1" fmla="*/ 0 h 133350"/>
              <a:gd name="connsiteX2" fmla="*/ 163077 w 171449"/>
              <a:gd name="connsiteY2" fmla="*/ 28577 h 133350"/>
              <a:gd name="connsiteX3" fmla="*/ 171120 w 171449"/>
              <a:gd name="connsiteY3" fmla="*/ 56768 h 133350"/>
              <a:gd name="connsiteX4" fmla="*/ 155387 w 171449"/>
              <a:gd name="connsiteY4" fmla="*/ 76206 h 133350"/>
              <a:gd name="connsiteX5" fmla="*/ 105628 w 171449"/>
              <a:gd name="connsiteY5" fmla="*/ 123834 h 133350"/>
              <a:gd name="connsiteX6" fmla="*/ 65822 w 171449"/>
              <a:gd name="connsiteY6" fmla="*/ 123834 h 133350"/>
              <a:gd name="connsiteX7" fmla="*/ 16063 w 171449"/>
              <a:gd name="connsiteY7" fmla="*/ 76206 h 133350"/>
              <a:gd name="connsiteX8" fmla="*/ 8373 w 171449"/>
              <a:gd name="connsiteY8" fmla="*/ 28578 h 133350"/>
              <a:gd name="connsiteX9" fmla="*/ 55870 w 171449"/>
              <a:gd name="connsiteY9" fmla="*/ 0 h 133350"/>
              <a:gd name="connsiteX10" fmla="*/ 82528 w 171449"/>
              <a:gd name="connsiteY10" fmla="*/ 33338 h 133350"/>
              <a:gd name="connsiteX11" fmla="*/ 71840 w 171449"/>
              <a:gd name="connsiteY11" fmla="*/ 19050 h 133350"/>
              <a:gd name="connsiteX12" fmla="*/ 59675 w 171449"/>
              <a:gd name="connsiteY12" fmla="*/ 19050 h 133350"/>
              <a:gd name="connsiteX13" fmla="*/ 38100 w 171449"/>
              <a:gd name="connsiteY13" fmla="*/ 33338 h 133350"/>
              <a:gd name="connsiteX14" fmla="*/ 55809 w 171449"/>
              <a:gd name="connsiteY14" fmla="*/ 47625 h 133350"/>
              <a:gd name="connsiteX15" fmla="*/ 82528 w 171449"/>
              <a:gd name="connsiteY15" fmla="*/ 33338 h 133350"/>
              <a:gd name="connsiteX16" fmla="*/ 79032 w 171449"/>
              <a:gd name="connsiteY16" fmla="*/ 72280 h 133350"/>
              <a:gd name="connsiteX17" fmla="*/ 55454 w 171449"/>
              <a:gd name="connsiteY17" fmla="*/ 57150 h 133350"/>
              <a:gd name="connsiteX18" fmla="*/ 38208 w 171449"/>
              <a:gd name="connsiteY18" fmla="*/ 59022 h 133350"/>
              <a:gd name="connsiteX19" fmla="*/ 44982 w 171449"/>
              <a:gd name="connsiteY19" fmla="*/ 69254 h 133350"/>
              <a:gd name="connsiteX20" fmla="*/ 76412 w 171449"/>
              <a:gd name="connsiteY20" fmla="*/ 105568 h 133350"/>
              <a:gd name="connsiteX21" fmla="*/ 84270 w 171449"/>
              <a:gd name="connsiteY21" fmla="*/ 102542 h 133350"/>
              <a:gd name="connsiteX22" fmla="*/ 79032 w 171449"/>
              <a:gd name="connsiteY22" fmla="*/ 72280 h 133350"/>
              <a:gd name="connsiteX23" fmla="*/ 85725 w 171449"/>
              <a:gd name="connsiteY23" fmla="*/ 52388 h 133350"/>
              <a:gd name="connsiteX24" fmla="*/ 90488 w 171449"/>
              <a:gd name="connsiteY24" fmla="*/ 57150 h 133350"/>
              <a:gd name="connsiteX25" fmla="*/ 138113 w 171449"/>
              <a:gd name="connsiteY25" fmla="*/ 57150 h 133350"/>
              <a:gd name="connsiteX26" fmla="*/ 142875 w 171449"/>
              <a:gd name="connsiteY26" fmla="*/ 52388 h 133350"/>
              <a:gd name="connsiteX27" fmla="*/ 138113 w 171449"/>
              <a:gd name="connsiteY27" fmla="*/ 47625 h 133350"/>
              <a:gd name="connsiteX28" fmla="*/ 90488 w 171449"/>
              <a:gd name="connsiteY28" fmla="*/ 47625 h 133350"/>
              <a:gd name="connsiteX29" fmla="*/ 85725 w 171449"/>
              <a:gd name="connsiteY29" fmla="*/ 52388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449" h="133350">
                <a:moveTo>
                  <a:pt x="55870" y="0"/>
                </a:moveTo>
                <a:lnTo>
                  <a:pt x="115580" y="0"/>
                </a:lnTo>
                <a:cubicBezTo>
                  <a:pt x="150789" y="0"/>
                  <a:pt x="150863" y="0"/>
                  <a:pt x="163077" y="28577"/>
                </a:cubicBezTo>
                <a:cubicBezTo>
                  <a:pt x="169461" y="43515"/>
                  <a:pt x="172508" y="50644"/>
                  <a:pt x="171120" y="56768"/>
                </a:cubicBezTo>
                <a:cubicBezTo>
                  <a:pt x="169852" y="62359"/>
                  <a:pt x="164886" y="67112"/>
                  <a:pt x="155387" y="76206"/>
                </a:cubicBezTo>
                <a:lnTo>
                  <a:pt x="105628" y="123834"/>
                </a:lnTo>
                <a:cubicBezTo>
                  <a:pt x="92392" y="136504"/>
                  <a:pt x="79098" y="136541"/>
                  <a:pt x="65822" y="123834"/>
                </a:cubicBezTo>
                <a:lnTo>
                  <a:pt x="16063" y="76206"/>
                </a:lnTo>
                <a:cubicBezTo>
                  <a:pt x="-3840" y="57155"/>
                  <a:pt x="-3840" y="57155"/>
                  <a:pt x="8373" y="28578"/>
                </a:cubicBezTo>
                <a:cubicBezTo>
                  <a:pt x="20586" y="1"/>
                  <a:pt x="20658" y="0"/>
                  <a:pt x="55870" y="0"/>
                </a:cubicBezTo>
                <a:close/>
                <a:moveTo>
                  <a:pt x="82528" y="33338"/>
                </a:moveTo>
                <a:cubicBezTo>
                  <a:pt x="87873" y="19050"/>
                  <a:pt x="87873" y="19050"/>
                  <a:pt x="71840" y="19050"/>
                </a:cubicBezTo>
                <a:cubicBezTo>
                  <a:pt x="68697" y="19050"/>
                  <a:pt x="64056" y="19050"/>
                  <a:pt x="59675" y="19050"/>
                </a:cubicBezTo>
                <a:cubicBezTo>
                  <a:pt x="46445" y="19050"/>
                  <a:pt x="44509" y="20295"/>
                  <a:pt x="38100" y="33338"/>
                </a:cubicBezTo>
                <a:cubicBezTo>
                  <a:pt x="31079" y="47626"/>
                  <a:pt x="34432" y="47625"/>
                  <a:pt x="55809" y="47625"/>
                </a:cubicBezTo>
                <a:cubicBezTo>
                  <a:pt x="77185" y="47625"/>
                  <a:pt x="77185" y="47624"/>
                  <a:pt x="82528" y="33338"/>
                </a:cubicBezTo>
                <a:close/>
                <a:moveTo>
                  <a:pt x="79032" y="72280"/>
                </a:moveTo>
                <a:cubicBezTo>
                  <a:pt x="76412" y="57151"/>
                  <a:pt x="76407" y="57150"/>
                  <a:pt x="55454" y="57150"/>
                </a:cubicBezTo>
                <a:cubicBezTo>
                  <a:pt x="44210" y="57150"/>
                  <a:pt x="39001" y="57150"/>
                  <a:pt x="38208" y="59022"/>
                </a:cubicBezTo>
                <a:cubicBezTo>
                  <a:pt x="37523" y="60637"/>
                  <a:pt x="40129" y="63648"/>
                  <a:pt x="44982" y="69254"/>
                </a:cubicBezTo>
                <a:lnTo>
                  <a:pt x="76412" y="105568"/>
                </a:lnTo>
                <a:cubicBezTo>
                  <a:pt x="86889" y="117673"/>
                  <a:pt x="86889" y="117673"/>
                  <a:pt x="84270" y="102542"/>
                </a:cubicBezTo>
                <a:lnTo>
                  <a:pt x="79032" y="72280"/>
                </a:lnTo>
                <a:close/>
                <a:moveTo>
                  <a:pt x="85725" y="52388"/>
                </a:moveTo>
                <a:cubicBezTo>
                  <a:pt x="85725" y="55017"/>
                  <a:pt x="87857" y="57150"/>
                  <a:pt x="90488" y="57150"/>
                </a:cubicBezTo>
                <a:lnTo>
                  <a:pt x="138113" y="57150"/>
                </a:lnTo>
                <a:cubicBezTo>
                  <a:pt x="140742" y="57150"/>
                  <a:pt x="142875" y="55017"/>
                  <a:pt x="142875" y="52388"/>
                </a:cubicBezTo>
                <a:cubicBezTo>
                  <a:pt x="142875" y="49758"/>
                  <a:pt x="140742" y="47625"/>
                  <a:pt x="138113" y="47625"/>
                </a:cubicBezTo>
                <a:lnTo>
                  <a:pt x="90488" y="47625"/>
                </a:lnTo>
                <a:cubicBezTo>
                  <a:pt x="87857" y="47625"/>
                  <a:pt x="85725" y="49758"/>
                  <a:pt x="85725" y="52388"/>
                </a:cubicBezTo>
                <a:close/>
              </a:path>
            </a:pathLst>
          </a:custGeom>
          <a:solidFill>
            <a:srgbClr val="000000"/>
          </a:solidFill>
          <a:ln w="9525" cap="flat">
            <a:noFill/>
            <a:prstDash val="solid"/>
            <a:miter/>
          </a:ln>
        </p:spPr>
        <p:txBody>
          <a:bodyPr rtlCol="0" anchor="ctr"/>
          <a:lstStyle/>
          <a:p>
            <a:endParaRPr lang="ru-RU"/>
          </a:p>
        </p:txBody>
      </p:sp>
      <p:sp>
        <p:nvSpPr>
          <p:cNvPr id="1568" name="Полилиния: фигура 1567">
            <a:extLst>
              <a:ext uri="{FF2B5EF4-FFF2-40B4-BE49-F238E27FC236}">
                <a16:creationId xmlns:a16="http://schemas.microsoft.com/office/drawing/2014/main" id="{050217C4-7C9E-336C-F94A-8E03A1539953}"/>
              </a:ext>
            </a:extLst>
          </p:cNvPr>
          <p:cNvSpPr/>
          <p:nvPr/>
        </p:nvSpPr>
        <p:spPr>
          <a:xfrm>
            <a:off x="4430624" y="1924201"/>
            <a:ext cx="161924" cy="180973"/>
          </a:xfrm>
          <a:custGeom>
            <a:avLst/>
            <a:gdLst>
              <a:gd name="connsiteX0" fmla="*/ 84649 w 161924"/>
              <a:gd name="connsiteY0" fmla="*/ 60194 h 180973"/>
              <a:gd name="connsiteX1" fmla="*/ 93434 w 161924"/>
              <a:gd name="connsiteY1" fmla="*/ 65861 h 180973"/>
              <a:gd name="connsiteX2" fmla="*/ 105828 w 161924"/>
              <a:gd name="connsiteY2" fmla="*/ 77325 h 180973"/>
              <a:gd name="connsiteX3" fmla="*/ 106549 w 161924"/>
              <a:gd name="connsiteY3" fmla="*/ 92343 h 180973"/>
              <a:gd name="connsiteX4" fmla="*/ 105828 w 161924"/>
              <a:gd name="connsiteY4" fmla="*/ 92998 h 180973"/>
              <a:gd name="connsiteX5" fmla="*/ 59949 w 161924"/>
              <a:gd name="connsiteY5" fmla="*/ 134992 h 180973"/>
              <a:gd name="connsiteX6" fmla="*/ 66634 w 161924"/>
              <a:gd name="connsiteY6" fmla="*/ 133550 h 180973"/>
              <a:gd name="connsiteX7" fmla="*/ 75575 w 161924"/>
              <a:gd name="connsiteY7" fmla="*/ 140329 h 180973"/>
              <a:gd name="connsiteX8" fmla="*/ 76579 w 161924"/>
              <a:gd name="connsiteY8" fmla="*/ 145317 h 180973"/>
              <a:gd name="connsiteX9" fmla="*/ 82520 w 161924"/>
              <a:gd name="connsiteY9" fmla="*/ 148906 h 180973"/>
              <a:gd name="connsiteX10" fmla="*/ 86085 w 161924"/>
              <a:gd name="connsiteY10" fmla="*/ 142924 h 180973"/>
              <a:gd name="connsiteX11" fmla="*/ 84688 w 161924"/>
              <a:gd name="connsiteY11" fmla="*/ 138088 h 180973"/>
              <a:gd name="connsiteX12" fmla="*/ 90300 w 161924"/>
              <a:gd name="connsiteY12" fmla="*/ 128444 h 180973"/>
              <a:gd name="connsiteX13" fmla="*/ 100017 w 161924"/>
              <a:gd name="connsiteY13" fmla="*/ 135278 h 180973"/>
              <a:gd name="connsiteX14" fmla="*/ 101075 w 161924"/>
              <a:gd name="connsiteY14" fmla="*/ 140384 h 180973"/>
              <a:gd name="connsiteX15" fmla="*/ 107016 w 161924"/>
              <a:gd name="connsiteY15" fmla="*/ 143973 h 180973"/>
              <a:gd name="connsiteX16" fmla="*/ 110581 w 161924"/>
              <a:gd name="connsiteY16" fmla="*/ 137991 h 180973"/>
              <a:gd name="connsiteX17" fmla="*/ 109135 w 161924"/>
              <a:gd name="connsiteY17" fmla="*/ 133019 h 180973"/>
              <a:gd name="connsiteX18" fmla="*/ 114712 w 161924"/>
              <a:gd name="connsiteY18" fmla="*/ 123176 h 180973"/>
              <a:gd name="connsiteX19" fmla="*/ 124496 w 161924"/>
              <a:gd name="connsiteY19" fmla="*/ 130210 h 180973"/>
              <a:gd name="connsiteX20" fmla="*/ 125571 w 161924"/>
              <a:gd name="connsiteY20" fmla="*/ 135451 h 180973"/>
              <a:gd name="connsiteX21" fmla="*/ 131513 w 161924"/>
              <a:gd name="connsiteY21" fmla="*/ 139040 h 180973"/>
              <a:gd name="connsiteX22" fmla="*/ 135077 w 161924"/>
              <a:gd name="connsiteY22" fmla="*/ 133058 h 180973"/>
              <a:gd name="connsiteX23" fmla="*/ 143267 w 161924"/>
              <a:gd name="connsiteY23" fmla="*/ 117016 h 180973"/>
              <a:gd name="connsiteX24" fmla="*/ 159719 w 161924"/>
              <a:gd name="connsiteY24" fmla="*/ 134255 h 180973"/>
              <a:gd name="connsiteX25" fmla="*/ 159787 w 161924"/>
              <a:gd name="connsiteY25" fmla="*/ 134523 h 180973"/>
              <a:gd name="connsiteX26" fmla="*/ 141756 w 161924"/>
              <a:gd name="connsiteY26" fmla="*/ 158919 h 180973"/>
              <a:gd name="connsiteX27" fmla="*/ 53770 w 161924"/>
              <a:gd name="connsiteY27" fmla="*/ 177902 h 180973"/>
              <a:gd name="connsiteX28" fmla="*/ 23511 w 161924"/>
              <a:gd name="connsiteY28" fmla="*/ 167606 h 180973"/>
              <a:gd name="connsiteX29" fmla="*/ 7843 w 161924"/>
              <a:gd name="connsiteY29" fmla="*/ 163853 h 180973"/>
              <a:gd name="connsiteX30" fmla="*/ 7843 w 161924"/>
              <a:gd name="connsiteY30" fmla="*/ 143134 h 180973"/>
              <a:gd name="connsiteX31" fmla="*/ 30314 w 161924"/>
              <a:gd name="connsiteY31" fmla="*/ 118248 h 180973"/>
              <a:gd name="connsiteX32" fmla="*/ 78214 w 161924"/>
              <a:gd name="connsiteY32" fmla="*/ 65195 h 180973"/>
              <a:gd name="connsiteX33" fmla="*/ 78663 w 161924"/>
              <a:gd name="connsiteY33" fmla="*/ 64692 h 180973"/>
              <a:gd name="connsiteX34" fmla="*/ 84649 w 161924"/>
              <a:gd name="connsiteY34" fmla="*/ 60194 h 180973"/>
              <a:gd name="connsiteX35" fmla="*/ 17641 w 161924"/>
              <a:gd name="connsiteY35" fmla="*/ 38248 h 180973"/>
              <a:gd name="connsiteX36" fmla="*/ 28432 w 161924"/>
              <a:gd name="connsiteY36" fmla="*/ 40271 h 180973"/>
              <a:gd name="connsiteX37" fmla="*/ 37238 w 161924"/>
              <a:gd name="connsiteY37" fmla="*/ 40604 h 180973"/>
              <a:gd name="connsiteX38" fmla="*/ 44097 w 161924"/>
              <a:gd name="connsiteY38" fmla="*/ 50396 h 180973"/>
              <a:gd name="connsiteX39" fmla="*/ 37238 w 161924"/>
              <a:gd name="connsiteY39" fmla="*/ 84927 h 180973"/>
              <a:gd name="connsiteX40" fmla="*/ 27440 w 161924"/>
              <a:gd name="connsiteY40" fmla="*/ 106763 h 180973"/>
              <a:gd name="connsiteX41" fmla="*/ 11525 w 161924"/>
              <a:gd name="connsiteY41" fmla="*/ 124389 h 180973"/>
              <a:gd name="connsiteX42" fmla="*/ 9255 w 161924"/>
              <a:gd name="connsiteY42" fmla="*/ 126916 h 180973"/>
              <a:gd name="connsiteX43" fmla="*/ 9248 w 161924"/>
              <a:gd name="connsiteY43" fmla="*/ 126924 h 180973"/>
              <a:gd name="connsiteX44" fmla="*/ 306 w 161924"/>
              <a:gd name="connsiteY44" fmla="*/ 124389 h 180973"/>
              <a:gd name="connsiteX45" fmla="*/ 6336 w 161924"/>
              <a:gd name="connsiteY45" fmla="*/ 45463 h 180973"/>
              <a:gd name="connsiteX46" fmla="*/ 17641 w 161924"/>
              <a:gd name="connsiteY46" fmla="*/ 38248 h 180973"/>
              <a:gd name="connsiteX47" fmla="*/ 143835 w 161924"/>
              <a:gd name="connsiteY47" fmla="*/ 20891 h 180973"/>
              <a:gd name="connsiteX48" fmla="*/ 144279 w 161924"/>
              <a:gd name="connsiteY48" fmla="*/ 29653 h 180973"/>
              <a:gd name="connsiteX49" fmla="*/ 105828 w 161924"/>
              <a:gd name="connsiteY49" fmla="*/ 65195 h 180973"/>
              <a:gd name="connsiteX50" fmla="*/ 105828 w 161924"/>
              <a:gd name="connsiteY50" fmla="*/ 35597 h 180973"/>
              <a:gd name="connsiteX51" fmla="*/ 121313 w 161924"/>
              <a:gd name="connsiteY51" fmla="*/ 29337 h 180973"/>
              <a:gd name="connsiteX52" fmla="*/ 132158 w 161924"/>
              <a:gd name="connsiteY52" fmla="*/ 25731 h 180973"/>
              <a:gd name="connsiteX53" fmla="*/ 136351 w 161924"/>
              <a:gd name="connsiteY53" fmla="*/ 23553 h 180973"/>
              <a:gd name="connsiteX54" fmla="*/ 143835 w 161924"/>
              <a:gd name="connsiteY54" fmla="*/ 20891 h 180973"/>
              <a:gd name="connsiteX55" fmla="*/ 27441 w 161924"/>
              <a:gd name="connsiteY55" fmla="*/ 2054 h 180973"/>
              <a:gd name="connsiteX56" fmla="*/ 34882 w 161924"/>
              <a:gd name="connsiteY56" fmla="*/ 2960 h 180973"/>
              <a:gd name="connsiteX57" fmla="*/ 41230 w 161924"/>
              <a:gd name="connsiteY57" fmla="*/ 20005 h 180973"/>
              <a:gd name="connsiteX58" fmla="*/ 42349 w 161924"/>
              <a:gd name="connsiteY58" fmla="*/ 22870 h 180973"/>
              <a:gd name="connsiteX59" fmla="*/ 37239 w 161924"/>
              <a:gd name="connsiteY59" fmla="*/ 30735 h 180973"/>
              <a:gd name="connsiteX60" fmla="*/ 29437 w 161924"/>
              <a:gd name="connsiteY60" fmla="*/ 30458 h 180973"/>
              <a:gd name="connsiteX61" fmla="*/ 17642 w 161924"/>
              <a:gd name="connsiteY61" fmla="*/ 27945 h 180973"/>
              <a:gd name="connsiteX62" fmla="*/ 14713 w 161924"/>
              <a:gd name="connsiteY62" fmla="*/ 17418 h 180973"/>
              <a:gd name="connsiteX63" fmla="*/ 16009 w 161924"/>
              <a:gd name="connsiteY63" fmla="*/ 15867 h 18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61924" h="180973">
                <a:moveTo>
                  <a:pt x="84649" y="60194"/>
                </a:moveTo>
                <a:cubicBezTo>
                  <a:pt x="87092" y="59671"/>
                  <a:pt x="90001" y="60842"/>
                  <a:pt x="93434" y="65861"/>
                </a:cubicBezTo>
                <a:cubicBezTo>
                  <a:pt x="96545" y="70704"/>
                  <a:pt x="101039" y="74268"/>
                  <a:pt x="105828" y="77325"/>
                </a:cubicBezTo>
                <a:cubicBezTo>
                  <a:pt x="115144" y="84552"/>
                  <a:pt x="111173" y="88151"/>
                  <a:pt x="106549" y="92343"/>
                </a:cubicBezTo>
                <a:cubicBezTo>
                  <a:pt x="106310" y="92559"/>
                  <a:pt x="106069" y="92778"/>
                  <a:pt x="105828" y="92998"/>
                </a:cubicBezTo>
                <a:lnTo>
                  <a:pt x="59949" y="134992"/>
                </a:lnTo>
                <a:lnTo>
                  <a:pt x="66634" y="133550"/>
                </a:lnTo>
                <a:cubicBezTo>
                  <a:pt x="74118" y="131935"/>
                  <a:pt x="74594" y="134679"/>
                  <a:pt x="75575" y="140329"/>
                </a:cubicBezTo>
                <a:cubicBezTo>
                  <a:pt x="75831" y="141802"/>
                  <a:pt x="76121" y="143473"/>
                  <a:pt x="76579" y="145317"/>
                </a:cubicBezTo>
                <a:cubicBezTo>
                  <a:pt x="77235" y="147959"/>
                  <a:pt x="79895" y="149566"/>
                  <a:pt x="82520" y="148906"/>
                </a:cubicBezTo>
                <a:cubicBezTo>
                  <a:pt x="85145" y="148245"/>
                  <a:pt x="86741" y="145567"/>
                  <a:pt x="86085" y="142924"/>
                </a:cubicBezTo>
                <a:cubicBezTo>
                  <a:pt x="85625" y="141072"/>
                  <a:pt x="85124" y="139475"/>
                  <a:pt x="84688" y="138088"/>
                </a:cubicBezTo>
                <a:cubicBezTo>
                  <a:pt x="82884" y="132339"/>
                  <a:pt x="82209" y="130190"/>
                  <a:pt x="90300" y="128444"/>
                </a:cubicBezTo>
                <a:cubicBezTo>
                  <a:pt x="98450" y="126685"/>
                  <a:pt x="98911" y="129208"/>
                  <a:pt x="100017" y="135278"/>
                </a:cubicBezTo>
                <a:cubicBezTo>
                  <a:pt x="100290" y="136769"/>
                  <a:pt x="100601" y="138474"/>
                  <a:pt x="101075" y="140384"/>
                </a:cubicBezTo>
                <a:cubicBezTo>
                  <a:pt x="101731" y="143026"/>
                  <a:pt x="104391" y="144634"/>
                  <a:pt x="107016" y="143973"/>
                </a:cubicBezTo>
                <a:cubicBezTo>
                  <a:pt x="109641" y="143312"/>
                  <a:pt x="111237" y="140634"/>
                  <a:pt x="110581" y="137991"/>
                </a:cubicBezTo>
                <a:cubicBezTo>
                  <a:pt x="110109" y="136091"/>
                  <a:pt x="109588" y="134449"/>
                  <a:pt x="109135" y="133019"/>
                </a:cubicBezTo>
                <a:cubicBezTo>
                  <a:pt x="107298" y="127227"/>
                  <a:pt x="106571" y="124934"/>
                  <a:pt x="114712" y="123176"/>
                </a:cubicBezTo>
                <a:cubicBezTo>
                  <a:pt x="122914" y="121407"/>
                  <a:pt x="123394" y="124082"/>
                  <a:pt x="124496" y="130210"/>
                </a:cubicBezTo>
                <a:cubicBezTo>
                  <a:pt x="124771" y="131746"/>
                  <a:pt x="125086" y="133498"/>
                  <a:pt x="125571" y="135451"/>
                </a:cubicBezTo>
                <a:cubicBezTo>
                  <a:pt x="126227" y="138094"/>
                  <a:pt x="128888" y="139701"/>
                  <a:pt x="131513" y="139040"/>
                </a:cubicBezTo>
                <a:cubicBezTo>
                  <a:pt x="134137" y="138379"/>
                  <a:pt x="135733" y="135701"/>
                  <a:pt x="135077" y="133058"/>
                </a:cubicBezTo>
                <a:cubicBezTo>
                  <a:pt x="131896" y="120244"/>
                  <a:pt x="131713" y="119509"/>
                  <a:pt x="143267" y="117016"/>
                </a:cubicBezTo>
                <a:cubicBezTo>
                  <a:pt x="154820" y="114523"/>
                  <a:pt x="155795" y="118447"/>
                  <a:pt x="159719" y="134255"/>
                </a:cubicBezTo>
                <a:lnTo>
                  <a:pt x="159787" y="134523"/>
                </a:lnTo>
                <a:cubicBezTo>
                  <a:pt x="163656" y="150106"/>
                  <a:pt x="164619" y="153986"/>
                  <a:pt x="141756" y="158919"/>
                </a:cubicBezTo>
                <a:lnTo>
                  <a:pt x="53770" y="177902"/>
                </a:lnTo>
                <a:cubicBezTo>
                  <a:pt x="31220" y="182769"/>
                  <a:pt x="27833" y="183500"/>
                  <a:pt x="23511" y="167606"/>
                </a:cubicBezTo>
                <a:cubicBezTo>
                  <a:pt x="15730" y="171794"/>
                  <a:pt x="10084" y="166109"/>
                  <a:pt x="7843" y="163853"/>
                </a:cubicBezTo>
                <a:cubicBezTo>
                  <a:pt x="5240" y="161232"/>
                  <a:pt x="-1956" y="153987"/>
                  <a:pt x="7843" y="143134"/>
                </a:cubicBezTo>
                <a:lnTo>
                  <a:pt x="30314" y="118248"/>
                </a:lnTo>
                <a:cubicBezTo>
                  <a:pt x="45852" y="101039"/>
                  <a:pt x="59119" y="86346"/>
                  <a:pt x="78214" y="65195"/>
                </a:cubicBezTo>
                <a:lnTo>
                  <a:pt x="78663" y="64692"/>
                </a:lnTo>
                <a:cubicBezTo>
                  <a:pt x="80229" y="62935"/>
                  <a:pt x="82206" y="60718"/>
                  <a:pt x="84649" y="60194"/>
                </a:cubicBezTo>
                <a:close/>
                <a:moveTo>
                  <a:pt x="17641" y="38248"/>
                </a:moveTo>
                <a:cubicBezTo>
                  <a:pt x="21076" y="39197"/>
                  <a:pt x="24693" y="39883"/>
                  <a:pt x="28432" y="40271"/>
                </a:cubicBezTo>
                <a:cubicBezTo>
                  <a:pt x="31416" y="40581"/>
                  <a:pt x="34363" y="40688"/>
                  <a:pt x="37238" y="40604"/>
                </a:cubicBezTo>
                <a:cubicBezTo>
                  <a:pt x="42138" y="40604"/>
                  <a:pt x="45488" y="43394"/>
                  <a:pt x="44097" y="50396"/>
                </a:cubicBezTo>
                <a:lnTo>
                  <a:pt x="37238" y="84927"/>
                </a:lnTo>
                <a:cubicBezTo>
                  <a:pt x="35226" y="95058"/>
                  <a:pt x="34171" y="99308"/>
                  <a:pt x="27440" y="106763"/>
                </a:cubicBezTo>
                <a:lnTo>
                  <a:pt x="11525" y="124389"/>
                </a:lnTo>
                <a:cubicBezTo>
                  <a:pt x="10718" y="125284"/>
                  <a:pt x="9962" y="126128"/>
                  <a:pt x="9255" y="126916"/>
                </a:cubicBezTo>
                <a:lnTo>
                  <a:pt x="9248" y="126924"/>
                </a:lnTo>
                <a:cubicBezTo>
                  <a:pt x="571" y="136607"/>
                  <a:pt x="-740" y="138070"/>
                  <a:pt x="306" y="124389"/>
                </a:cubicBezTo>
                <a:lnTo>
                  <a:pt x="6336" y="45463"/>
                </a:lnTo>
                <a:cubicBezTo>
                  <a:pt x="6732" y="40271"/>
                  <a:pt x="7843" y="35598"/>
                  <a:pt x="17641" y="38248"/>
                </a:cubicBezTo>
                <a:close/>
                <a:moveTo>
                  <a:pt x="143835" y="20891"/>
                </a:moveTo>
                <a:cubicBezTo>
                  <a:pt x="144935" y="21596"/>
                  <a:pt x="144862" y="24205"/>
                  <a:pt x="144279" y="29653"/>
                </a:cubicBezTo>
                <a:cubicBezTo>
                  <a:pt x="141991" y="51064"/>
                  <a:pt x="133674" y="87624"/>
                  <a:pt x="105828" y="65195"/>
                </a:cubicBezTo>
                <a:cubicBezTo>
                  <a:pt x="97663" y="58618"/>
                  <a:pt x="94070" y="43490"/>
                  <a:pt x="105828" y="35597"/>
                </a:cubicBezTo>
                <a:cubicBezTo>
                  <a:pt x="111842" y="31561"/>
                  <a:pt x="116603" y="30443"/>
                  <a:pt x="121313" y="29337"/>
                </a:cubicBezTo>
                <a:cubicBezTo>
                  <a:pt x="124794" y="28519"/>
                  <a:pt x="128247" y="27709"/>
                  <a:pt x="132158" y="25731"/>
                </a:cubicBezTo>
                <a:cubicBezTo>
                  <a:pt x="133732" y="24935"/>
                  <a:pt x="135124" y="24201"/>
                  <a:pt x="136351" y="23553"/>
                </a:cubicBezTo>
                <a:cubicBezTo>
                  <a:pt x="140462" y="21385"/>
                  <a:pt x="142735" y="20186"/>
                  <a:pt x="143835" y="20891"/>
                </a:cubicBezTo>
                <a:close/>
                <a:moveTo>
                  <a:pt x="27441" y="2054"/>
                </a:moveTo>
                <a:cubicBezTo>
                  <a:pt x="29868" y="-878"/>
                  <a:pt x="33498" y="-756"/>
                  <a:pt x="34882" y="2960"/>
                </a:cubicBezTo>
                <a:lnTo>
                  <a:pt x="41230" y="20005"/>
                </a:lnTo>
                <a:cubicBezTo>
                  <a:pt x="41620" y="21051"/>
                  <a:pt x="42002" y="22005"/>
                  <a:pt x="42349" y="22870"/>
                </a:cubicBezTo>
                <a:cubicBezTo>
                  <a:pt x="44608" y="28502"/>
                  <a:pt x="45392" y="30456"/>
                  <a:pt x="37239" y="30735"/>
                </a:cubicBezTo>
                <a:cubicBezTo>
                  <a:pt x="34724" y="30821"/>
                  <a:pt x="32113" y="30735"/>
                  <a:pt x="29437" y="30458"/>
                </a:cubicBezTo>
                <a:cubicBezTo>
                  <a:pt x="25214" y="30020"/>
                  <a:pt x="21249" y="29148"/>
                  <a:pt x="17642" y="27945"/>
                </a:cubicBezTo>
                <a:cubicBezTo>
                  <a:pt x="8447" y="24880"/>
                  <a:pt x="9748" y="23331"/>
                  <a:pt x="14713" y="17418"/>
                </a:cubicBezTo>
                <a:cubicBezTo>
                  <a:pt x="15121" y="16931"/>
                  <a:pt x="15555" y="16415"/>
                  <a:pt x="16009" y="15867"/>
                </a:cubicBezTo>
                <a:close/>
              </a:path>
            </a:pathLst>
          </a:custGeom>
          <a:solidFill>
            <a:srgbClr val="000000"/>
          </a:solidFill>
          <a:ln w="9525" cap="flat">
            <a:noFill/>
            <a:prstDash val="solid"/>
            <a:miter/>
          </a:ln>
        </p:spPr>
        <p:txBody>
          <a:bodyPr rtlCol="0" anchor="ctr"/>
          <a:lstStyle/>
          <a:p>
            <a:endParaRPr lang="ru-RU"/>
          </a:p>
        </p:txBody>
      </p:sp>
      <p:sp>
        <p:nvSpPr>
          <p:cNvPr id="1189" name="Рисунок 831">
            <a:extLst>
              <a:ext uri="{FF2B5EF4-FFF2-40B4-BE49-F238E27FC236}">
                <a16:creationId xmlns:a16="http://schemas.microsoft.com/office/drawing/2014/main" id="{B09DADBC-2ED6-D56A-1CF2-2145B6057BD8}"/>
              </a:ext>
            </a:extLst>
          </p:cNvPr>
          <p:cNvSpPr/>
          <p:nvPr/>
        </p:nvSpPr>
        <p:spPr>
          <a:xfrm>
            <a:off x="4402049" y="3914627"/>
            <a:ext cx="209550" cy="200024"/>
          </a:xfrm>
          <a:custGeom>
            <a:avLst/>
            <a:gdLst>
              <a:gd name="connsiteX0" fmla="*/ 114997 w 209550"/>
              <a:gd name="connsiteY0" fmla="*/ 33839 h 200024"/>
              <a:gd name="connsiteX1" fmla="*/ 76501 w 209550"/>
              <a:gd name="connsiteY1" fmla="*/ 24189 h 200024"/>
              <a:gd name="connsiteX2" fmla="*/ 57499 w 209550"/>
              <a:gd name="connsiteY2" fmla="*/ 38989 h 200024"/>
              <a:gd name="connsiteX3" fmla="*/ 57499 w 209550"/>
              <a:gd name="connsiteY3" fmla="*/ 57560 h 200024"/>
              <a:gd name="connsiteX4" fmla="*/ 19002 w 209550"/>
              <a:gd name="connsiteY4" fmla="*/ 47909 h 200024"/>
              <a:gd name="connsiteX5" fmla="*/ 0 w 209550"/>
              <a:gd name="connsiteY5" fmla="*/ 62709 h 200024"/>
              <a:gd name="connsiteX6" fmla="*/ 0 w 209550"/>
              <a:gd name="connsiteY6" fmla="*/ 165742 h 200024"/>
              <a:gd name="connsiteX7" fmla="*/ 14451 w 209550"/>
              <a:gd name="connsiteY7" fmla="*/ 184242 h 200024"/>
              <a:gd name="connsiteX8" fmla="*/ 75550 w 209550"/>
              <a:gd name="connsiteY8" fmla="*/ 199558 h 200024"/>
              <a:gd name="connsiteX9" fmla="*/ 94553 w 209550"/>
              <a:gd name="connsiteY9" fmla="*/ 184758 h 200024"/>
              <a:gd name="connsiteX10" fmla="*/ 94555 w 209550"/>
              <a:gd name="connsiteY10" fmla="*/ 81878 h 200024"/>
              <a:gd name="connsiteX11" fmla="*/ 94552 w 209550"/>
              <a:gd name="connsiteY11" fmla="*/ 81553 h 200024"/>
              <a:gd name="connsiteX12" fmla="*/ 87215 w 209550"/>
              <a:gd name="connsiteY12" fmla="*/ 66696 h 200024"/>
              <a:gd name="connsiteX13" fmla="*/ 87095 w 209550"/>
              <a:gd name="connsiteY13" fmla="*/ 66602 h 200024"/>
              <a:gd name="connsiteX14" fmla="*/ 86882 w 209550"/>
              <a:gd name="connsiteY14" fmla="*/ 65362 h 200024"/>
              <a:gd name="connsiteX15" fmla="*/ 88085 w 209550"/>
              <a:gd name="connsiteY15" fmla="*/ 64924 h 200024"/>
              <a:gd name="connsiteX16" fmla="*/ 104607 w 209550"/>
              <a:gd name="connsiteY16" fmla="*/ 86060 h 200024"/>
              <a:gd name="connsiteX17" fmla="*/ 107266 w 209550"/>
              <a:gd name="connsiteY17" fmla="*/ 164745 h 200024"/>
              <a:gd name="connsiteX18" fmla="*/ 111423 w 209550"/>
              <a:gd name="connsiteY18" fmla="*/ 170417 h 200024"/>
              <a:gd name="connsiteX19" fmla="*/ 133049 w 209550"/>
              <a:gd name="connsiteY19" fmla="*/ 175838 h 200024"/>
              <a:gd name="connsiteX20" fmla="*/ 152051 w 209550"/>
              <a:gd name="connsiteY20" fmla="*/ 161038 h 200024"/>
              <a:gd name="connsiteX21" fmla="*/ 152068 w 209550"/>
              <a:gd name="connsiteY21" fmla="*/ 58165 h 200024"/>
              <a:gd name="connsiteX22" fmla="*/ 151655 w 209550"/>
              <a:gd name="connsiteY22" fmla="*/ 54134 h 200024"/>
              <a:gd name="connsiteX23" fmla="*/ 145056 w 209550"/>
              <a:gd name="connsiteY23" fmla="*/ 43250 h 200024"/>
              <a:gd name="connsiteX24" fmla="*/ 144608 w 209550"/>
              <a:gd name="connsiteY24" fmla="*/ 42889 h 200024"/>
              <a:gd name="connsiteX25" fmla="*/ 144395 w 209550"/>
              <a:gd name="connsiteY25" fmla="*/ 41649 h 200024"/>
              <a:gd name="connsiteX26" fmla="*/ 145597 w 209550"/>
              <a:gd name="connsiteY26" fmla="*/ 41211 h 200024"/>
              <a:gd name="connsiteX27" fmla="*/ 162120 w 209550"/>
              <a:gd name="connsiteY27" fmla="*/ 62347 h 200024"/>
              <a:gd name="connsiteX28" fmla="*/ 164779 w 209550"/>
              <a:gd name="connsiteY28" fmla="*/ 141026 h 200024"/>
              <a:gd name="connsiteX29" fmla="*/ 169342 w 209550"/>
              <a:gd name="connsiteY29" fmla="*/ 146800 h 200024"/>
              <a:gd name="connsiteX30" fmla="*/ 190548 w 209550"/>
              <a:gd name="connsiteY30" fmla="*/ 152116 h 200024"/>
              <a:gd name="connsiteX31" fmla="*/ 209550 w 209550"/>
              <a:gd name="connsiteY31" fmla="*/ 137316 h 200024"/>
              <a:gd name="connsiteX32" fmla="*/ 209550 w 209550"/>
              <a:gd name="connsiteY32" fmla="*/ 34283 h 200024"/>
              <a:gd name="connsiteX33" fmla="*/ 195099 w 209550"/>
              <a:gd name="connsiteY33" fmla="*/ 15783 h 200024"/>
              <a:gd name="connsiteX34" fmla="*/ 134000 w 209550"/>
              <a:gd name="connsiteY34" fmla="*/ 467 h 200024"/>
              <a:gd name="connsiteX35" fmla="*/ 114997 w 209550"/>
              <a:gd name="connsiteY35" fmla="*/ 15267 h 200024"/>
              <a:gd name="connsiteX36" fmla="*/ 114997 w 209550"/>
              <a:gd name="connsiteY36" fmla="*/ 33839 h 200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9550" h="200024">
                <a:moveTo>
                  <a:pt x="114997" y="33839"/>
                </a:moveTo>
                <a:lnTo>
                  <a:pt x="76501" y="24189"/>
                </a:lnTo>
                <a:cubicBezTo>
                  <a:pt x="66852" y="21770"/>
                  <a:pt x="57499" y="29056"/>
                  <a:pt x="57499" y="38989"/>
                </a:cubicBezTo>
                <a:lnTo>
                  <a:pt x="57499" y="57560"/>
                </a:lnTo>
                <a:lnTo>
                  <a:pt x="19002" y="47909"/>
                </a:lnTo>
                <a:cubicBezTo>
                  <a:pt x="9353" y="45491"/>
                  <a:pt x="0" y="52776"/>
                  <a:pt x="0" y="62709"/>
                </a:cubicBezTo>
                <a:lnTo>
                  <a:pt x="0" y="165742"/>
                </a:lnTo>
                <a:cubicBezTo>
                  <a:pt x="0" y="174487"/>
                  <a:pt x="5956" y="182112"/>
                  <a:pt x="14451" y="184242"/>
                </a:cubicBezTo>
                <a:lnTo>
                  <a:pt x="75550" y="199558"/>
                </a:lnTo>
                <a:cubicBezTo>
                  <a:pt x="85199" y="201977"/>
                  <a:pt x="94553" y="194692"/>
                  <a:pt x="94553" y="184758"/>
                </a:cubicBezTo>
                <a:lnTo>
                  <a:pt x="94555" y="81878"/>
                </a:lnTo>
                <a:cubicBezTo>
                  <a:pt x="94555" y="81769"/>
                  <a:pt x="94554" y="81661"/>
                  <a:pt x="94552" y="81553"/>
                </a:cubicBezTo>
                <a:cubicBezTo>
                  <a:pt x="94498" y="75607"/>
                  <a:pt x="91692" y="70194"/>
                  <a:pt x="87215" y="66696"/>
                </a:cubicBezTo>
                <a:lnTo>
                  <a:pt x="87095" y="66602"/>
                </a:lnTo>
                <a:cubicBezTo>
                  <a:pt x="86716" y="66308"/>
                  <a:pt x="86611" y="65759"/>
                  <a:pt x="86882" y="65362"/>
                </a:cubicBezTo>
                <a:cubicBezTo>
                  <a:pt x="87150" y="64972"/>
                  <a:pt x="87633" y="64787"/>
                  <a:pt x="88085" y="64924"/>
                </a:cubicBezTo>
                <a:cubicBezTo>
                  <a:pt x="96135" y="67364"/>
                  <a:pt x="103839" y="75646"/>
                  <a:pt x="104607" y="86060"/>
                </a:cubicBezTo>
                <a:lnTo>
                  <a:pt x="107266" y="164745"/>
                </a:lnTo>
                <a:cubicBezTo>
                  <a:pt x="107352" y="167333"/>
                  <a:pt x="109021" y="169576"/>
                  <a:pt x="111423" y="170417"/>
                </a:cubicBezTo>
                <a:lnTo>
                  <a:pt x="133049" y="175838"/>
                </a:lnTo>
                <a:cubicBezTo>
                  <a:pt x="142698" y="178257"/>
                  <a:pt x="152051" y="170972"/>
                  <a:pt x="152051" y="161038"/>
                </a:cubicBezTo>
                <a:lnTo>
                  <a:pt x="152068" y="58165"/>
                </a:lnTo>
                <a:cubicBezTo>
                  <a:pt x="152068" y="56720"/>
                  <a:pt x="151916" y="55377"/>
                  <a:pt x="151655" y="54134"/>
                </a:cubicBezTo>
                <a:cubicBezTo>
                  <a:pt x="150762" y="49822"/>
                  <a:pt x="148402" y="45991"/>
                  <a:pt x="145056" y="43250"/>
                </a:cubicBezTo>
                <a:cubicBezTo>
                  <a:pt x="144892" y="43114"/>
                  <a:pt x="144742" y="42993"/>
                  <a:pt x="144608" y="42889"/>
                </a:cubicBezTo>
                <a:cubicBezTo>
                  <a:pt x="144229" y="42594"/>
                  <a:pt x="144123" y="42045"/>
                  <a:pt x="144395" y="41649"/>
                </a:cubicBezTo>
                <a:cubicBezTo>
                  <a:pt x="144663" y="41259"/>
                  <a:pt x="145146" y="41074"/>
                  <a:pt x="145597" y="41211"/>
                </a:cubicBezTo>
                <a:cubicBezTo>
                  <a:pt x="153648" y="43650"/>
                  <a:pt x="161351" y="51933"/>
                  <a:pt x="162120" y="62347"/>
                </a:cubicBezTo>
                <a:lnTo>
                  <a:pt x="164779" y="141026"/>
                </a:lnTo>
                <a:cubicBezTo>
                  <a:pt x="164870" y="143752"/>
                  <a:pt x="166727" y="146093"/>
                  <a:pt x="169342" y="146800"/>
                </a:cubicBezTo>
                <a:lnTo>
                  <a:pt x="190548" y="152116"/>
                </a:lnTo>
                <a:cubicBezTo>
                  <a:pt x="200196" y="154535"/>
                  <a:pt x="209550" y="147249"/>
                  <a:pt x="209550" y="137316"/>
                </a:cubicBezTo>
                <a:lnTo>
                  <a:pt x="209550" y="34283"/>
                </a:lnTo>
                <a:cubicBezTo>
                  <a:pt x="209550" y="25538"/>
                  <a:pt x="203594" y="17912"/>
                  <a:pt x="195099" y="15783"/>
                </a:cubicBezTo>
                <a:lnTo>
                  <a:pt x="134000" y="467"/>
                </a:lnTo>
                <a:cubicBezTo>
                  <a:pt x="124351" y="-1952"/>
                  <a:pt x="114997" y="5333"/>
                  <a:pt x="114997" y="15267"/>
                </a:cubicBezTo>
                <a:lnTo>
                  <a:pt x="114997" y="33839"/>
                </a:lnTo>
                <a:close/>
              </a:path>
            </a:pathLst>
          </a:custGeom>
          <a:solidFill>
            <a:srgbClr val="000000"/>
          </a:solidFill>
          <a:ln w="9525" cap="flat">
            <a:noFill/>
            <a:prstDash val="solid"/>
            <a:miter/>
          </a:ln>
        </p:spPr>
        <p:txBody>
          <a:bodyPr rtlCol="0" anchor="ctr"/>
          <a:lstStyle/>
          <a:p>
            <a:endParaRPr lang="ru-RU"/>
          </a:p>
        </p:txBody>
      </p:sp>
      <p:sp>
        <p:nvSpPr>
          <p:cNvPr id="1190" name="Рисунок 487">
            <a:extLst>
              <a:ext uri="{FF2B5EF4-FFF2-40B4-BE49-F238E27FC236}">
                <a16:creationId xmlns:a16="http://schemas.microsoft.com/office/drawing/2014/main" id="{62188059-8A34-4FDE-E79D-5EDCF38EB973}"/>
              </a:ext>
            </a:extLst>
          </p:cNvPr>
          <p:cNvSpPr/>
          <p:nvPr/>
        </p:nvSpPr>
        <p:spPr>
          <a:xfrm>
            <a:off x="4411574" y="3333750"/>
            <a:ext cx="190500" cy="190500"/>
          </a:xfrm>
          <a:custGeom>
            <a:avLst/>
            <a:gdLst>
              <a:gd name="connsiteX0" fmla="*/ 119158 w 190500"/>
              <a:gd name="connsiteY0" fmla="*/ 4633 h 190500"/>
              <a:gd name="connsiteX1" fmla="*/ 95251 w 190500"/>
              <a:gd name="connsiteY1" fmla="*/ 0 h 190500"/>
              <a:gd name="connsiteX2" fmla="*/ 71343 w 190500"/>
              <a:gd name="connsiteY2" fmla="*/ 4633 h 190500"/>
              <a:gd name="connsiteX3" fmla="*/ 46919 w 190500"/>
              <a:gd name="connsiteY3" fmla="*/ 15095 h 190500"/>
              <a:gd name="connsiteX4" fmla="*/ 25660 w 190500"/>
              <a:gd name="connsiteY4" fmla="*/ 27695 h 190500"/>
              <a:gd name="connsiteX5" fmla="*/ 11454 w 190500"/>
              <a:gd name="connsiteY5" fmla="*/ 40009 h 190500"/>
              <a:gd name="connsiteX6" fmla="*/ 1747 w 190500"/>
              <a:gd name="connsiteY6" fmla="*/ 65818 h 190500"/>
              <a:gd name="connsiteX7" fmla="*/ 0 w 190500"/>
              <a:gd name="connsiteY7" fmla="*/ 95250 h 190500"/>
              <a:gd name="connsiteX8" fmla="*/ 1747 w 190500"/>
              <a:gd name="connsiteY8" fmla="*/ 124682 h 190500"/>
              <a:gd name="connsiteX9" fmla="*/ 11454 w 190500"/>
              <a:gd name="connsiteY9" fmla="*/ 150491 h 190500"/>
              <a:gd name="connsiteX10" fmla="*/ 25660 w 190500"/>
              <a:gd name="connsiteY10" fmla="*/ 162805 h 190500"/>
              <a:gd name="connsiteX11" fmla="*/ 46919 w 190500"/>
              <a:gd name="connsiteY11" fmla="*/ 175406 h 190500"/>
              <a:gd name="connsiteX12" fmla="*/ 71343 w 190500"/>
              <a:gd name="connsiteY12" fmla="*/ 185867 h 190500"/>
              <a:gd name="connsiteX13" fmla="*/ 95251 w 190500"/>
              <a:gd name="connsiteY13" fmla="*/ 190500 h 190500"/>
              <a:gd name="connsiteX14" fmla="*/ 119158 w 190500"/>
              <a:gd name="connsiteY14" fmla="*/ 185867 h 190500"/>
              <a:gd name="connsiteX15" fmla="*/ 143581 w 190500"/>
              <a:gd name="connsiteY15" fmla="*/ 175406 h 190500"/>
              <a:gd name="connsiteX16" fmla="*/ 164840 w 190500"/>
              <a:gd name="connsiteY16" fmla="*/ 162805 h 190500"/>
              <a:gd name="connsiteX17" fmla="*/ 179046 w 190500"/>
              <a:gd name="connsiteY17" fmla="*/ 150491 h 190500"/>
              <a:gd name="connsiteX18" fmla="*/ 188753 w 190500"/>
              <a:gd name="connsiteY18" fmla="*/ 124682 h 190500"/>
              <a:gd name="connsiteX19" fmla="*/ 190500 w 190500"/>
              <a:gd name="connsiteY19" fmla="*/ 95250 h 190500"/>
              <a:gd name="connsiteX20" fmla="*/ 188753 w 190500"/>
              <a:gd name="connsiteY20" fmla="*/ 65818 h 190500"/>
              <a:gd name="connsiteX21" fmla="*/ 179046 w 190500"/>
              <a:gd name="connsiteY21" fmla="*/ 40009 h 190500"/>
              <a:gd name="connsiteX22" fmla="*/ 164840 w 190500"/>
              <a:gd name="connsiteY22" fmla="*/ 27695 h 190500"/>
              <a:gd name="connsiteX23" fmla="*/ 143581 w 190500"/>
              <a:gd name="connsiteY23" fmla="*/ 15095 h 190500"/>
              <a:gd name="connsiteX24" fmla="*/ 119158 w 190500"/>
              <a:gd name="connsiteY24" fmla="*/ 4633 h 190500"/>
              <a:gd name="connsiteX25" fmla="*/ 9525 w 190500"/>
              <a:gd name="connsiteY25" fmla="*/ 76200 h 190500"/>
              <a:gd name="connsiteX26" fmla="*/ 19050 w 190500"/>
              <a:gd name="connsiteY26" fmla="*/ 66675 h 190500"/>
              <a:gd name="connsiteX27" fmla="*/ 66675 w 190500"/>
              <a:gd name="connsiteY27" fmla="*/ 66675 h 190500"/>
              <a:gd name="connsiteX28" fmla="*/ 76200 w 190500"/>
              <a:gd name="connsiteY28" fmla="*/ 76200 h 190500"/>
              <a:gd name="connsiteX29" fmla="*/ 66675 w 190500"/>
              <a:gd name="connsiteY29" fmla="*/ 85725 h 190500"/>
              <a:gd name="connsiteX30" fmla="*/ 19050 w 190500"/>
              <a:gd name="connsiteY30" fmla="*/ 85725 h 190500"/>
              <a:gd name="connsiteX31" fmla="*/ 9525 w 190500"/>
              <a:gd name="connsiteY31" fmla="*/ 76200 h 190500"/>
              <a:gd name="connsiteX32" fmla="*/ 9525 w 190500"/>
              <a:gd name="connsiteY32" fmla="*/ 114300 h 190500"/>
              <a:gd name="connsiteX33" fmla="*/ 19050 w 190500"/>
              <a:gd name="connsiteY33" fmla="*/ 104775 h 190500"/>
              <a:gd name="connsiteX34" fmla="*/ 123825 w 190500"/>
              <a:gd name="connsiteY34" fmla="*/ 104775 h 190500"/>
              <a:gd name="connsiteX35" fmla="*/ 133350 w 190500"/>
              <a:gd name="connsiteY35" fmla="*/ 114300 h 190500"/>
              <a:gd name="connsiteX36" fmla="*/ 123825 w 190500"/>
              <a:gd name="connsiteY36" fmla="*/ 123825 h 190500"/>
              <a:gd name="connsiteX37" fmla="*/ 19050 w 190500"/>
              <a:gd name="connsiteY37" fmla="*/ 123825 h 190500"/>
              <a:gd name="connsiteX38" fmla="*/ 9525 w 190500"/>
              <a:gd name="connsiteY38" fmla="*/ 1143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90500" h="190500">
                <a:moveTo>
                  <a:pt x="119158" y="4633"/>
                </a:moveTo>
                <a:cubicBezTo>
                  <a:pt x="111123" y="1944"/>
                  <a:pt x="102753" y="0"/>
                  <a:pt x="95251" y="0"/>
                </a:cubicBezTo>
                <a:cubicBezTo>
                  <a:pt x="87749" y="0"/>
                  <a:pt x="79377" y="1944"/>
                  <a:pt x="71343" y="4633"/>
                </a:cubicBezTo>
                <a:cubicBezTo>
                  <a:pt x="63179" y="7365"/>
                  <a:pt x="54742" y="11080"/>
                  <a:pt x="46919" y="15095"/>
                </a:cubicBezTo>
                <a:cubicBezTo>
                  <a:pt x="39090" y="19112"/>
                  <a:pt x="31709" y="23515"/>
                  <a:pt x="25660" y="27695"/>
                </a:cubicBezTo>
                <a:cubicBezTo>
                  <a:pt x="19862" y="31702"/>
                  <a:pt x="14498" y="36038"/>
                  <a:pt x="11454" y="40009"/>
                </a:cubicBezTo>
                <a:cubicBezTo>
                  <a:pt x="5890" y="47270"/>
                  <a:pt x="3183" y="56597"/>
                  <a:pt x="1747" y="65818"/>
                </a:cubicBezTo>
                <a:cubicBezTo>
                  <a:pt x="290" y="75173"/>
                  <a:pt x="0" y="85440"/>
                  <a:pt x="0" y="95250"/>
                </a:cubicBezTo>
                <a:cubicBezTo>
                  <a:pt x="0" y="105060"/>
                  <a:pt x="290" y="115327"/>
                  <a:pt x="1747" y="124682"/>
                </a:cubicBezTo>
                <a:cubicBezTo>
                  <a:pt x="3183" y="133903"/>
                  <a:pt x="5890" y="143230"/>
                  <a:pt x="11454" y="150491"/>
                </a:cubicBezTo>
                <a:cubicBezTo>
                  <a:pt x="14498" y="154463"/>
                  <a:pt x="19862" y="158798"/>
                  <a:pt x="25660" y="162805"/>
                </a:cubicBezTo>
                <a:cubicBezTo>
                  <a:pt x="31709" y="166986"/>
                  <a:pt x="39090" y="171388"/>
                  <a:pt x="46919" y="175406"/>
                </a:cubicBezTo>
                <a:cubicBezTo>
                  <a:pt x="54742" y="179420"/>
                  <a:pt x="63179" y="183135"/>
                  <a:pt x="71343" y="185867"/>
                </a:cubicBezTo>
                <a:cubicBezTo>
                  <a:pt x="79377" y="188556"/>
                  <a:pt x="87749" y="190500"/>
                  <a:pt x="95251" y="190500"/>
                </a:cubicBezTo>
                <a:cubicBezTo>
                  <a:pt x="102753" y="190500"/>
                  <a:pt x="111123" y="188556"/>
                  <a:pt x="119158" y="185867"/>
                </a:cubicBezTo>
                <a:cubicBezTo>
                  <a:pt x="127322" y="183135"/>
                  <a:pt x="135758" y="179420"/>
                  <a:pt x="143581" y="175406"/>
                </a:cubicBezTo>
                <a:cubicBezTo>
                  <a:pt x="151410" y="171388"/>
                  <a:pt x="158791" y="166986"/>
                  <a:pt x="164840" y="162805"/>
                </a:cubicBezTo>
                <a:cubicBezTo>
                  <a:pt x="170638" y="158798"/>
                  <a:pt x="176002" y="154463"/>
                  <a:pt x="179046" y="150491"/>
                </a:cubicBezTo>
                <a:cubicBezTo>
                  <a:pt x="184611" y="143230"/>
                  <a:pt x="187318" y="133903"/>
                  <a:pt x="188753" y="124682"/>
                </a:cubicBezTo>
                <a:cubicBezTo>
                  <a:pt x="190210" y="115327"/>
                  <a:pt x="190500" y="105060"/>
                  <a:pt x="190500" y="95250"/>
                </a:cubicBezTo>
                <a:cubicBezTo>
                  <a:pt x="190500" y="85440"/>
                  <a:pt x="190210" y="75173"/>
                  <a:pt x="188753" y="65818"/>
                </a:cubicBezTo>
                <a:cubicBezTo>
                  <a:pt x="187318" y="56597"/>
                  <a:pt x="184611" y="47270"/>
                  <a:pt x="179046" y="40009"/>
                </a:cubicBezTo>
                <a:cubicBezTo>
                  <a:pt x="176002" y="36038"/>
                  <a:pt x="170638" y="31702"/>
                  <a:pt x="164840" y="27695"/>
                </a:cubicBezTo>
                <a:cubicBezTo>
                  <a:pt x="158791" y="23515"/>
                  <a:pt x="151410" y="19112"/>
                  <a:pt x="143581" y="15095"/>
                </a:cubicBezTo>
                <a:cubicBezTo>
                  <a:pt x="135758" y="11080"/>
                  <a:pt x="127322" y="7365"/>
                  <a:pt x="119158" y="4633"/>
                </a:cubicBezTo>
                <a:close/>
                <a:moveTo>
                  <a:pt x="9525" y="76200"/>
                </a:moveTo>
                <a:cubicBezTo>
                  <a:pt x="9525" y="70940"/>
                  <a:pt x="13790" y="66675"/>
                  <a:pt x="19050" y="66675"/>
                </a:cubicBezTo>
                <a:lnTo>
                  <a:pt x="66675" y="66675"/>
                </a:lnTo>
                <a:cubicBezTo>
                  <a:pt x="71935" y="66675"/>
                  <a:pt x="76200" y="70940"/>
                  <a:pt x="76200" y="76200"/>
                </a:cubicBezTo>
                <a:cubicBezTo>
                  <a:pt x="76200" y="81461"/>
                  <a:pt x="71935" y="85725"/>
                  <a:pt x="66675" y="85725"/>
                </a:cubicBezTo>
                <a:lnTo>
                  <a:pt x="19050" y="85725"/>
                </a:lnTo>
                <a:cubicBezTo>
                  <a:pt x="13790" y="85725"/>
                  <a:pt x="9525" y="81461"/>
                  <a:pt x="9525" y="76200"/>
                </a:cubicBezTo>
                <a:close/>
                <a:moveTo>
                  <a:pt x="9525" y="114300"/>
                </a:moveTo>
                <a:cubicBezTo>
                  <a:pt x="9525" y="109039"/>
                  <a:pt x="13790" y="104775"/>
                  <a:pt x="19050" y="104775"/>
                </a:cubicBezTo>
                <a:lnTo>
                  <a:pt x="123825" y="104775"/>
                </a:lnTo>
                <a:cubicBezTo>
                  <a:pt x="129086" y="104775"/>
                  <a:pt x="133350" y="109039"/>
                  <a:pt x="133350" y="114300"/>
                </a:cubicBezTo>
                <a:cubicBezTo>
                  <a:pt x="133350" y="119561"/>
                  <a:pt x="129086" y="123825"/>
                  <a:pt x="123825" y="123825"/>
                </a:cubicBezTo>
                <a:lnTo>
                  <a:pt x="19050" y="123825"/>
                </a:lnTo>
                <a:cubicBezTo>
                  <a:pt x="13790" y="123825"/>
                  <a:pt x="9525" y="119561"/>
                  <a:pt x="9525" y="114300"/>
                </a:cubicBezTo>
                <a:close/>
              </a:path>
            </a:pathLst>
          </a:custGeom>
          <a:solidFill>
            <a:srgbClr val="000000"/>
          </a:solidFill>
          <a:ln w="9525" cap="flat">
            <a:noFill/>
            <a:prstDash val="solid"/>
            <a:miter/>
          </a:ln>
        </p:spPr>
        <p:txBody>
          <a:bodyPr rtlCol="0" anchor="ctr"/>
          <a:lstStyle/>
          <a:p>
            <a:endParaRPr lang="ru-RU"/>
          </a:p>
        </p:txBody>
      </p:sp>
      <p:sp>
        <p:nvSpPr>
          <p:cNvPr id="1579" name="Полилиния: фигура 1578">
            <a:extLst>
              <a:ext uri="{FF2B5EF4-FFF2-40B4-BE49-F238E27FC236}">
                <a16:creationId xmlns:a16="http://schemas.microsoft.com/office/drawing/2014/main" id="{03B9D2EE-D7A4-484B-A227-F30D33F436B2}"/>
              </a:ext>
            </a:extLst>
          </p:cNvPr>
          <p:cNvSpPr/>
          <p:nvPr/>
        </p:nvSpPr>
        <p:spPr>
          <a:xfrm>
            <a:off x="4421098" y="5777214"/>
            <a:ext cx="171450" cy="152400"/>
          </a:xfrm>
          <a:custGeom>
            <a:avLst/>
            <a:gdLst>
              <a:gd name="connsiteX0" fmla="*/ 52389 w 171450"/>
              <a:gd name="connsiteY0" fmla="*/ 57150 h 152400"/>
              <a:gd name="connsiteX1" fmla="*/ 60103 w 171450"/>
              <a:gd name="connsiteY1" fmla="*/ 63422 h 152400"/>
              <a:gd name="connsiteX2" fmla="*/ 69497 w 171450"/>
              <a:gd name="connsiteY2" fmla="*/ 71811 h 152400"/>
              <a:gd name="connsiteX3" fmla="*/ 85726 w 171450"/>
              <a:gd name="connsiteY3" fmla="*/ 76200 h 152400"/>
              <a:gd name="connsiteX4" fmla="*/ 101955 w 171450"/>
              <a:gd name="connsiteY4" fmla="*/ 71811 h 152400"/>
              <a:gd name="connsiteX5" fmla="*/ 111349 w 171450"/>
              <a:gd name="connsiteY5" fmla="*/ 63422 h 152400"/>
              <a:gd name="connsiteX6" fmla="*/ 119064 w 171450"/>
              <a:gd name="connsiteY6" fmla="*/ 57150 h 152400"/>
              <a:gd name="connsiteX7" fmla="*/ 126778 w 171450"/>
              <a:gd name="connsiteY7" fmla="*/ 63422 h 152400"/>
              <a:gd name="connsiteX8" fmla="*/ 136172 w 171450"/>
              <a:gd name="connsiteY8" fmla="*/ 71811 h 152400"/>
              <a:gd name="connsiteX9" fmla="*/ 152401 w 171450"/>
              <a:gd name="connsiteY9" fmla="*/ 76200 h 152400"/>
              <a:gd name="connsiteX10" fmla="*/ 161926 w 171450"/>
              <a:gd name="connsiteY10" fmla="*/ 85725 h 152400"/>
              <a:gd name="connsiteX11" fmla="*/ 161926 w 171450"/>
              <a:gd name="connsiteY11" fmla="*/ 100013 h 152400"/>
              <a:gd name="connsiteX12" fmla="*/ 157159 w 171450"/>
              <a:gd name="connsiteY12" fmla="*/ 147641 h 152400"/>
              <a:gd name="connsiteX13" fmla="*/ 123826 w 171450"/>
              <a:gd name="connsiteY13" fmla="*/ 152400 h 152400"/>
              <a:gd name="connsiteX14" fmla="*/ 107562 w 171450"/>
              <a:gd name="connsiteY14" fmla="*/ 149613 h 152400"/>
              <a:gd name="connsiteX15" fmla="*/ 104772 w 171450"/>
              <a:gd name="connsiteY15" fmla="*/ 133432 h 152400"/>
              <a:gd name="connsiteX16" fmla="*/ 104776 w 171450"/>
              <a:gd name="connsiteY16" fmla="*/ 119063 h 152400"/>
              <a:gd name="connsiteX17" fmla="*/ 85725 w 171450"/>
              <a:gd name="connsiteY17" fmla="*/ 95307 h 152400"/>
              <a:gd name="connsiteX18" fmla="*/ 66676 w 171450"/>
              <a:gd name="connsiteY18" fmla="*/ 119063 h 152400"/>
              <a:gd name="connsiteX19" fmla="*/ 66675 w 171450"/>
              <a:gd name="connsiteY19" fmla="*/ 133372 h 152400"/>
              <a:gd name="connsiteX20" fmla="*/ 63885 w 171450"/>
              <a:gd name="connsiteY20" fmla="*/ 149613 h 152400"/>
              <a:gd name="connsiteX21" fmla="*/ 47626 w 171450"/>
              <a:gd name="connsiteY21" fmla="*/ 152400 h 152400"/>
              <a:gd name="connsiteX22" fmla="*/ 14289 w 171450"/>
              <a:gd name="connsiteY22" fmla="*/ 147641 h 152400"/>
              <a:gd name="connsiteX23" fmla="*/ 9526 w 171450"/>
              <a:gd name="connsiteY23" fmla="*/ 100013 h 152400"/>
              <a:gd name="connsiteX24" fmla="*/ 9526 w 171450"/>
              <a:gd name="connsiteY24" fmla="*/ 85725 h 152400"/>
              <a:gd name="connsiteX25" fmla="*/ 19051 w 171450"/>
              <a:gd name="connsiteY25" fmla="*/ 76200 h 152400"/>
              <a:gd name="connsiteX26" fmla="*/ 35280 w 171450"/>
              <a:gd name="connsiteY26" fmla="*/ 71811 h 152400"/>
              <a:gd name="connsiteX27" fmla="*/ 44674 w 171450"/>
              <a:gd name="connsiteY27" fmla="*/ 63422 h 152400"/>
              <a:gd name="connsiteX28" fmla="*/ 52389 w 171450"/>
              <a:gd name="connsiteY28" fmla="*/ 57150 h 152400"/>
              <a:gd name="connsiteX29" fmla="*/ 85725 w 171450"/>
              <a:gd name="connsiteY29" fmla="*/ 0 h 152400"/>
              <a:gd name="connsiteX30" fmla="*/ 162878 w 171450"/>
              <a:gd name="connsiteY30" fmla="*/ 19050 h 152400"/>
              <a:gd name="connsiteX31" fmla="*/ 171450 w 171450"/>
              <a:gd name="connsiteY31" fmla="*/ 47625 h 152400"/>
              <a:gd name="connsiteX32" fmla="*/ 152400 w 171450"/>
              <a:gd name="connsiteY32" fmla="*/ 66675 h 152400"/>
              <a:gd name="connsiteX33" fmla="*/ 133056 w 171450"/>
              <a:gd name="connsiteY33" fmla="*/ 56126 h 152400"/>
              <a:gd name="connsiteX34" fmla="*/ 119063 w 171450"/>
              <a:gd name="connsiteY34" fmla="*/ 47625 h 152400"/>
              <a:gd name="connsiteX35" fmla="*/ 105069 w 171450"/>
              <a:gd name="connsiteY35" fmla="*/ 56126 h 152400"/>
              <a:gd name="connsiteX36" fmla="*/ 85725 w 171450"/>
              <a:gd name="connsiteY36" fmla="*/ 66675 h 152400"/>
              <a:gd name="connsiteX37" fmla="*/ 66380 w 171450"/>
              <a:gd name="connsiteY37" fmla="*/ 56126 h 152400"/>
              <a:gd name="connsiteX38" fmla="*/ 52388 w 171450"/>
              <a:gd name="connsiteY38" fmla="*/ 47625 h 152400"/>
              <a:gd name="connsiteX39" fmla="*/ 38395 w 171450"/>
              <a:gd name="connsiteY39" fmla="*/ 56126 h 152400"/>
              <a:gd name="connsiteX40" fmla="*/ 19050 w 171450"/>
              <a:gd name="connsiteY40" fmla="*/ 66675 h 152400"/>
              <a:gd name="connsiteX41" fmla="*/ 0 w 171450"/>
              <a:gd name="connsiteY41" fmla="*/ 47625 h 152400"/>
              <a:gd name="connsiteX42" fmla="*/ 8573 w 171450"/>
              <a:gd name="connsiteY42" fmla="*/ 19050 h 152400"/>
              <a:gd name="connsiteX43" fmla="*/ 85725 w 171450"/>
              <a:gd name="connsiteY4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1450" h="152400">
                <a:moveTo>
                  <a:pt x="52389" y="57150"/>
                </a:moveTo>
                <a:cubicBezTo>
                  <a:pt x="54397" y="57150"/>
                  <a:pt x="55080" y="57681"/>
                  <a:pt x="60103" y="63422"/>
                </a:cubicBezTo>
                <a:cubicBezTo>
                  <a:pt x="62263" y="65891"/>
                  <a:pt x="65288" y="69220"/>
                  <a:pt x="69497" y="71811"/>
                </a:cubicBezTo>
                <a:cubicBezTo>
                  <a:pt x="73918" y="74530"/>
                  <a:pt x="79221" y="76200"/>
                  <a:pt x="85726" y="76200"/>
                </a:cubicBezTo>
                <a:cubicBezTo>
                  <a:pt x="92232" y="76200"/>
                  <a:pt x="97534" y="74530"/>
                  <a:pt x="101955" y="71811"/>
                </a:cubicBezTo>
                <a:cubicBezTo>
                  <a:pt x="106164" y="69220"/>
                  <a:pt x="109189" y="65891"/>
                  <a:pt x="111349" y="63422"/>
                </a:cubicBezTo>
                <a:cubicBezTo>
                  <a:pt x="116373" y="57681"/>
                  <a:pt x="117055" y="57150"/>
                  <a:pt x="119064" y="57150"/>
                </a:cubicBezTo>
                <a:cubicBezTo>
                  <a:pt x="121072" y="57150"/>
                  <a:pt x="121754" y="57681"/>
                  <a:pt x="126778" y="63422"/>
                </a:cubicBezTo>
                <a:cubicBezTo>
                  <a:pt x="128938" y="65891"/>
                  <a:pt x="131963" y="69220"/>
                  <a:pt x="136172" y="71811"/>
                </a:cubicBezTo>
                <a:cubicBezTo>
                  <a:pt x="140593" y="74530"/>
                  <a:pt x="145895" y="76200"/>
                  <a:pt x="152401" y="76200"/>
                </a:cubicBezTo>
                <a:cubicBezTo>
                  <a:pt x="161926" y="76200"/>
                  <a:pt x="161926" y="80963"/>
                  <a:pt x="161926" y="85725"/>
                </a:cubicBezTo>
                <a:lnTo>
                  <a:pt x="161926" y="100013"/>
                </a:lnTo>
                <a:cubicBezTo>
                  <a:pt x="161926" y="126930"/>
                  <a:pt x="161921" y="142883"/>
                  <a:pt x="157159" y="147641"/>
                </a:cubicBezTo>
                <a:cubicBezTo>
                  <a:pt x="152396" y="152400"/>
                  <a:pt x="142876" y="152400"/>
                  <a:pt x="123826" y="152400"/>
                </a:cubicBezTo>
                <a:cubicBezTo>
                  <a:pt x="114301" y="152400"/>
                  <a:pt x="110351" y="152400"/>
                  <a:pt x="107562" y="149613"/>
                </a:cubicBezTo>
                <a:cubicBezTo>
                  <a:pt x="104778" y="146831"/>
                  <a:pt x="104776" y="142891"/>
                  <a:pt x="104772" y="133432"/>
                </a:cubicBezTo>
                <a:lnTo>
                  <a:pt x="104776" y="119063"/>
                </a:lnTo>
                <a:cubicBezTo>
                  <a:pt x="104780" y="104743"/>
                  <a:pt x="104773" y="95382"/>
                  <a:pt x="85725" y="95307"/>
                </a:cubicBezTo>
                <a:cubicBezTo>
                  <a:pt x="66676" y="95231"/>
                  <a:pt x="66674" y="104743"/>
                  <a:pt x="66676" y="119063"/>
                </a:cubicBezTo>
                <a:lnTo>
                  <a:pt x="66675" y="133372"/>
                </a:lnTo>
                <a:cubicBezTo>
                  <a:pt x="66676" y="142875"/>
                  <a:pt x="66675" y="146825"/>
                  <a:pt x="63885" y="149613"/>
                </a:cubicBezTo>
                <a:cubicBezTo>
                  <a:pt x="61096" y="152400"/>
                  <a:pt x="57151" y="152400"/>
                  <a:pt x="47626" y="152400"/>
                </a:cubicBezTo>
                <a:cubicBezTo>
                  <a:pt x="28576" y="152400"/>
                  <a:pt x="19051" y="152400"/>
                  <a:pt x="14289" y="147641"/>
                </a:cubicBezTo>
                <a:cubicBezTo>
                  <a:pt x="9526" y="142883"/>
                  <a:pt x="9526" y="126930"/>
                  <a:pt x="9526" y="100013"/>
                </a:cubicBezTo>
                <a:lnTo>
                  <a:pt x="9526" y="85725"/>
                </a:lnTo>
                <a:cubicBezTo>
                  <a:pt x="9526" y="80963"/>
                  <a:pt x="9526" y="76200"/>
                  <a:pt x="19051" y="76200"/>
                </a:cubicBezTo>
                <a:cubicBezTo>
                  <a:pt x="25556" y="76200"/>
                  <a:pt x="30859" y="74530"/>
                  <a:pt x="35280" y="71811"/>
                </a:cubicBezTo>
                <a:cubicBezTo>
                  <a:pt x="39489" y="69220"/>
                  <a:pt x="42514" y="65891"/>
                  <a:pt x="44674" y="63422"/>
                </a:cubicBezTo>
                <a:cubicBezTo>
                  <a:pt x="49698" y="57681"/>
                  <a:pt x="50380" y="57150"/>
                  <a:pt x="52389" y="57150"/>
                </a:cubicBezTo>
                <a:close/>
                <a:moveTo>
                  <a:pt x="85725" y="0"/>
                </a:moveTo>
                <a:cubicBezTo>
                  <a:pt x="145733" y="0"/>
                  <a:pt x="156332" y="4505"/>
                  <a:pt x="162878" y="19050"/>
                </a:cubicBezTo>
                <a:cubicBezTo>
                  <a:pt x="169423" y="33595"/>
                  <a:pt x="171450" y="38100"/>
                  <a:pt x="171450" y="47625"/>
                </a:cubicBezTo>
                <a:cubicBezTo>
                  <a:pt x="171450" y="57150"/>
                  <a:pt x="162451" y="66675"/>
                  <a:pt x="152400" y="66675"/>
                </a:cubicBezTo>
                <a:cubicBezTo>
                  <a:pt x="142191" y="66675"/>
                  <a:pt x="137453" y="61204"/>
                  <a:pt x="133056" y="56126"/>
                </a:cubicBezTo>
                <a:cubicBezTo>
                  <a:pt x="129247" y="51728"/>
                  <a:pt x="125694" y="47625"/>
                  <a:pt x="119063" y="47625"/>
                </a:cubicBezTo>
                <a:cubicBezTo>
                  <a:pt x="112432" y="47625"/>
                  <a:pt x="108878" y="51728"/>
                  <a:pt x="105069" y="56126"/>
                </a:cubicBezTo>
                <a:cubicBezTo>
                  <a:pt x="100672" y="61204"/>
                  <a:pt x="95934" y="66675"/>
                  <a:pt x="85725" y="66675"/>
                </a:cubicBezTo>
                <a:cubicBezTo>
                  <a:pt x="75516" y="66675"/>
                  <a:pt x="70778" y="61204"/>
                  <a:pt x="66380" y="56126"/>
                </a:cubicBezTo>
                <a:cubicBezTo>
                  <a:pt x="62572" y="51728"/>
                  <a:pt x="59018" y="47625"/>
                  <a:pt x="52388" y="47625"/>
                </a:cubicBezTo>
                <a:cubicBezTo>
                  <a:pt x="45757" y="47625"/>
                  <a:pt x="42203" y="51728"/>
                  <a:pt x="38395" y="56126"/>
                </a:cubicBezTo>
                <a:cubicBezTo>
                  <a:pt x="33997" y="61204"/>
                  <a:pt x="29259" y="66675"/>
                  <a:pt x="19050" y="66675"/>
                </a:cubicBezTo>
                <a:cubicBezTo>
                  <a:pt x="8999" y="66675"/>
                  <a:pt x="0" y="57150"/>
                  <a:pt x="0" y="47625"/>
                </a:cubicBezTo>
                <a:cubicBezTo>
                  <a:pt x="0" y="38100"/>
                  <a:pt x="2143" y="33338"/>
                  <a:pt x="8573" y="19050"/>
                </a:cubicBezTo>
                <a:cubicBezTo>
                  <a:pt x="15002" y="4763"/>
                  <a:pt x="25717" y="0"/>
                  <a:pt x="85725" y="0"/>
                </a:cubicBezTo>
                <a:close/>
              </a:path>
            </a:pathLst>
          </a:custGeom>
          <a:solidFill>
            <a:srgbClr val="000000"/>
          </a:solidFill>
          <a:ln w="9525" cap="flat">
            <a:noFill/>
            <a:prstDash val="solid"/>
            <a:miter/>
          </a:ln>
        </p:spPr>
        <p:txBody>
          <a:bodyPr rtlCol="0" anchor="ctr"/>
          <a:lstStyle/>
          <a:p>
            <a:endParaRPr lang="ru-RU"/>
          </a:p>
        </p:txBody>
      </p:sp>
      <p:sp>
        <p:nvSpPr>
          <p:cNvPr id="1195" name="Рисунок 25">
            <a:extLst>
              <a:ext uri="{FF2B5EF4-FFF2-40B4-BE49-F238E27FC236}">
                <a16:creationId xmlns:a16="http://schemas.microsoft.com/office/drawing/2014/main" id="{4FE3EB22-42E8-86BB-F066-75A7CA66850A}"/>
              </a:ext>
            </a:extLst>
          </p:cNvPr>
          <p:cNvSpPr/>
          <p:nvPr/>
        </p:nvSpPr>
        <p:spPr>
          <a:xfrm>
            <a:off x="4838638" y="875392"/>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55288 w 171450"/>
              <a:gd name="connsiteY5" fmla="*/ 126851 h 171450"/>
              <a:gd name="connsiteX6" fmla="*/ 60176 w 171450"/>
              <a:gd name="connsiteY6" fmla="*/ 147330 h 171450"/>
              <a:gd name="connsiteX7" fmla="*/ 19141 w 171450"/>
              <a:gd name="connsiteY7" fmla="*/ 89238 h 171450"/>
              <a:gd name="connsiteX8" fmla="*/ 35522 w 171450"/>
              <a:gd name="connsiteY8" fmla="*/ 89538 h 171450"/>
              <a:gd name="connsiteX9" fmla="*/ 50191 w 171450"/>
              <a:gd name="connsiteY9" fmla="*/ 100043 h 171450"/>
              <a:gd name="connsiteX10" fmla="*/ 54373 w 171450"/>
              <a:gd name="connsiteY10" fmla="*/ 121151 h 171450"/>
              <a:gd name="connsiteX11" fmla="*/ 55288 w 171450"/>
              <a:gd name="connsiteY11" fmla="*/ 126851 h 171450"/>
              <a:gd name="connsiteX12" fmla="*/ 85725 w 171450"/>
              <a:gd name="connsiteY12" fmla="*/ 19050 h 171450"/>
              <a:gd name="connsiteX13" fmla="*/ 149255 w 171450"/>
              <a:gd name="connsiteY13" fmla="*/ 65430 h 171450"/>
              <a:gd name="connsiteX14" fmla="*/ 85725 w 171450"/>
              <a:gd name="connsiteY14" fmla="*/ 57150 h 171450"/>
              <a:gd name="connsiteX15" fmla="*/ 22195 w 171450"/>
              <a:gd name="connsiteY15" fmla="*/ 65430 h 171450"/>
              <a:gd name="connsiteX16" fmla="*/ 85725 w 171450"/>
              <a:gd name="connsiteY16" fmla="*/ 19050 h 171450"/>
              <a:gd name="connsiteX17" fmla="*/ 111275 w 171450"/>
              <a:gd name="connsiteY17" fmla="*/ 147330 h 171450"/>
              <a:gd name="connsiteX18" fmla="*/ 116162 w 171450"/>
              <a:gd name="connsiteY18" fmla="*/ 126850 h 171450"/>
              <a:gd name="connsiteX19" fmla="*/ 117077 w 171450"/>
              <a:gd name="connsiteY19" fmla="*/ 121151 h 171450"/>
              <a:gd name="connsiteX20" fmla="*/ 121259 w 171450"/>
              <a:gd name="connsiteY20" fmla="*/ 100043 h 171450"/>
              <a:gd name="connsiteX21" fmla="*/ 135927 w 171450"/>
              <a:gd name="connsiteY21" fmla="*/ 89538 h 171450"/>
              <a:gd name="connsiteX22" fmla="*/ 152309 w 171450"/>
              <a:gd name="connsiteY22" fmla="*/ 89238 h 171450"/>
              <a:gd name="connsiteX23" fmla="*/ 111275 w 171450"/>
              <a:gd name="connsiteY23" fmla="*/ 147330 h 171450"/>
              <a:gd name="connsiteX24" fmla="*/ 95250 w 171450"/>
              <a:gd name="connsiteY24" fmla="*/ 85725 h 171450"/>
              <a:gd name="connsiteX25" fmla="*/ 85725 w 171450"/>
              <a:gd name="connsiteY25" fmla="*/ 95250 h 171450"/>
              <a:gd name="connsiteX26" fmla="*/ 76200 w 171450"/>
              <a:gd name="connsiteY26" fmla="*/ 85725 h 171450"/>
              <a:gd name="connsiteX27" fmla="*/ 85725 w 171450"/>
              <a:gd name="connsiteY27" fmla="*/ 76200 h 171450"/>
              <a:gd name="connsiteX28" fmla="*/ 95250 w 171450"/>
              <a:gd name="connsiteY28" fmla="*/ 85725 h 171450"/>
              <a:gd name="connsiteX29" fmla="*/ 77393 w 171450"/>
              <a:gd name="connsiteY29" fmla="*/ 133350 h 171450"/>
              <a:gd name="connsiteX30" fmla="*/ 85725 w 171450"/>
              <a:gd name="connsiteY30" fmla="*/ 114300 h 171450"/>
              <a:gd name="connsiteX31" fmla="*/ 94057 w 171450"/>
              <a:gd name="connsiteY31" fmla="*/ 133350 h 171450"/>
              <a:gd name="connsiteX32" fmla="*/ 85725 w 171450"/>
              <a:gd name="connsiteY32" fmla="*/ 152400 h 171450"/>
              <a:gd name="connsiteX33" fmla="*/ 77393 w 171450"/>
              <a:gd name="connsiteY33"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71450">
                <a:moveTo>
                  <a:pt x="85725" y="171450"/>
                </a:moveTo>
                <a:cubicBezTo>
                  <a:pt x="133070" y="171450"/>
                  <a:pt x="171450" y="133070"/>
                  <a:pt x="171450" y="85725"/>
                </a:cubicBezTo>
                <a:cubicBezTo>
                  <a:pt x="171450" y="38380"/>
                  <a:pt x="133070" y="0"/>
                  <a:pt x="85725" y="0"/>
                </a:cubicBezTo>
                <a:cubicBezTo>
                  <a:pt x="38380" y="0"/>
                  <a:pt x="0" y="38380"/>
                  <a:pt x="0" y="85725"/>
                </a:cubicBezTo>
                <a:cubicBezTo>
                  <a:pt x="0" y="133070"/>
                  <a:pt x="38380" y="171450"/>
                  <a:pt x="85725" y="171450"/>
                </a:cubicBezTo>
                <a:close/>
                <a:moveTo>
                  <a:pt x="55288" y="126851"/>
                </a:moveTo>
                <a:cubicBezTo>
                  <a:pt x="56425" y="134179"/>
                  <a:pt x="57543" y="141379"/>
                  <a:pt x="60176" y="147330"/>
                </a:cubicBezTo>
                <a:cubicBezTo>
                  <a:pt x="37055" y="137730"/>
                  <a:pt x="20504" y="115493"/>
                  <a:pt x="19141" y="89238"/>
                </a:cubicBezTo>
                <a:cubicBezTo>
                  <a:pt x="22921" y="89538"/>
                  <a:pt x="28187" y="89538"/>
                  <a:pt x="35522" y="89538"/>
                </a:cubicBezTo>
                <a:cubicBezTo>
                  <a:pt x="46313" y="89538"/>
                  <a:pt x="48004" y="90419"/>
                  <a:pt x="50191" y="100043"/>
                </a:cubicBezTo>
                <a:cubicBezTo>
                  <a:pt x="51782" y="107045"/>
                  <a:pt x="53164" y="114073"/>
                  <a:pt x="54373" y="121151"/>
                </a:cubicBezTo>
                <a:cubicBezTo>
                  <a:pt x="54697" y="123047"/>
                  <a:pt x="54993" y="124954"/>
                  <a:pt x="55288" y="126851"/>
                </a:cubicBezTo>
                <a:close/>
                <a:moveTo>
                  <a:pt x="85725" y="19050"/>
                </a:moveTo>
                <a:cubicBezTo>
                  <a:pt x="115472" y="19050"/>
                  <a:pt x="140669" y="38530"/>
                  <a:pt x="149255" y="65430"/>
                </a:cubicBezTo>
                <a:cubicBezTo>
                  <a:pt x="134908" y="60119"/>
                  <a:pt x="110317" y="57150"/>
                  <a:pt x="85725" y="57150"/>
                </a:cubicBezTo>
                <a:cubicBezTo>
                  <a:pt x="61133" y="57150"/>
                  <a:pt x="36542" y="60119"/>
                  <a:pt x="22195" y="65430"/>
                </a:cubicBezTo>
                <a:cubicBezTo>
                  <a:pt x="30781" y="38530"/>
                  <a:pt x="55978" y="19050"/>
                  <a:pt x="85725" y="19050"/>
                </a:cubicBezTo>
                <a:close/>
                <a:moveTo>
                  <a:pt x="111275" y="147330"/>
                </a:moveTo>
                <a:cubicBezTo>
                  <a:pt x="113908" y="141379"/>
                  <a:pt x="115025" y="134178"/>
                  <a:pt x="116162" y="126850"/>
                </a:cubicBezTo>
                <a:cubicBezTo>
                  <a:pt x="116456" y="124953"/>
                  <a:pt x="116753" y="123047"/>
                  <a:pt x="117077" y="121151"/>
                </a:cubicBezTo>
                <a:cubicBezTo>
                  <a:pt x="118286" y="114073"/>
                  <a:pt x="119667" y="107045"/>
                  <a:pt x="121259" y="100043"/>
                </a:cubicBezTo>
                <a:cubicBezTo>
                  <a:pt x="123446" y="90419"/>
                  <a:pt x="125138" y="89538"/>
                  <a:pt x="135927" y="89538"/>
                </a:cubicBezTo>
                <a:cubicBezTo>
                  <a:pt x="143264" y="89538"/>
                  <a:pt x="148529" y="89538"/>
                  <a:pt x="152309" y="89238"/>
                </a:cubicBezTo>
                <a:cubicBezTo>
                  <a:pt x="150946" y="115493"/>
                  <a:pt x="134395" y="137730"/>
                  <a:pt x="111275" y="147330"/>
                </a:cubicBezTo>
                <a:close/>
                <a:moveTo>
                  <a:pt x="95250" y="85725"/>
                </a:moveTo>
                <a:cubicBezTo>
                  <a:pt x="95250" y="90986"/>
                  <a:pt x="90986" y="95250"/>
                  <a:pt x="85725" y="95250"/>
                </a:cubicBezTo>
                <a:cubicBezTo>
                  <a:pt x="80464" y="95250"/>
                  <a:pt x="76200" y="90986"/>
                  <a:pt x="76200" y="85725"/>
                </a:cubicBezTo>
                <a:cubicBezTo>
                  <a:pt x="76200" y="80464"/>
                  <a:pt x="80464" y="76200"/>
                  <a:pt x="85725" y="76200"/>
                </a:cubicBezTo>
                <a:cubicBezTo>
                  <a:pt x="90986" y="76200"/>
                  <a:pt x="95250" y="80464"/>
                  <a:pt x="95250" y="85725"/>
                </a:cubicBezTo>
                <a:close/>
                <a:moveTo>
                  <a:pt x="77393" y="133350"/>
                </a:moveTo>
                <a:cubicBezTo>
                  <a:pt x="74997" y="116922"/>
                  <a:pt x="75483" y="114300"/>
                  <a:pt x="85725" y="114300"/>
                </a:cubicBezTo>
                <a:cubicBezTo>
                  <a:pt x="95967" y="114300"/>
                  <a:pt x="96453" y="116922"/>
                  <a:pt x="94057" y="133350"/>
                </a:cubicBezTo>
                <a:cubicBezTo>
                  <a:pt x="92608" y="143291"/>
                  <a:pt x="91280" y="152400"/>
                  <a:pt x="85725" y="152400"/>
                </a:cubicBezTo>
                <a:cubicBezTo>
                  <a:pt x="80170" y="152400"/>
                  <a:pt x="78842" y="143291"/>
                  <a:pt x="77393" y="133350"/>
                </a:cubicBezTo>
                <a:close/>
              </a:path>
            </a:pathLst>
          </a:custGeom>
          <a:solidFill>
            <a:srgbClr val="000000"/>
          </a:solidFill>
          <a:ln w="9525" cap="flat">
            <a:noFill/>
            <a:prstDash val="solid"/>
            <a:miter/>
          </a:ln>
        </p:spPr>
        <p:txBody>
          <a:bodyPr rtlCol="0" anchor="ctr"/>
          <a:lstStyle/>
          <a:p>
            <a:endParaRPr lang="ru-RU"/>
          </a:p>
        </p:txBody>
      </p:sp>
      <p:sp>
        <p:nvSpPr>
          <p:cNvPr id="1196" name="Рисунок 49">
            <a:extLst>
              <a:ext uri="{FF2B5EF4-FFF2-40B4-BE49-F238E27FC236}">
                <a16:creationId xmlns:a16="http://schemas.microsoft.com/office/drawing/2014/main" id="{44885D0A-3831-2D68-6EA9-156445E948F9}"/>
              </a:ext>
            </a:extLst>
          </p:cNvPr>
          <p:cNvSpPr/>
          <p:nvPr/>
        </p:nvSpPr>
        <p:spPr>
          <a:xfrm>
            <a:off x="4838638" y="1404557"/>
            <a:ext cx="171450" cy="161925"/>
          </a:xfrm>
          <a:custGeom>
            <a:avLst/>
            <a:gdLst>
              <a:gd name="connsiteX0" fmla="*/ 80963 w 171450"/>
              <a:gd name="connsiteY0" fmla="*/ 0 h 161925"/>
              <a:gd name="connsiteX1" fmla="*/ 131109 w 171450"/>
              <a:gd name="connsiteY1" fmla="*/ 14288 h 161925"/>
              <a:gd name="connsiteX2" fmla="*/ 117081 w 171450"/>
              <a:gd name="connsiteY2" fmla="*/ 25282 h 161925"/>
              <a:gd name="connsiteX3" fmla="*/ 121024 w 171450"/>
              <a:gd name="connsiteY3" fmla="*/ 47625 h 161925"/>
              <a:gd name="connsiteX4" fmla="*/ 110939 w 171450"/>
              <a:gd name="connsiteY4" fmla="*/ 57150 h 161925"/>
              <a:gd name="connsiteX5" fmla="*/ 50426 w 171450"/>
              <a:gd name="connsiteY5" fmla="*/ 100013 h 161925"/>
              <a:gd name="connsiteX6" fmla="*/ 62330 w 171450"/>
              <a:gd name="connsiteY6" fmla="*/ 124537 h 161925"/>
              <a:gd name="connsiteX7" fmla="*/ 90768 w 171450"/>
              <a:gd name="connsiteY7" fmla="*/ 133350 h 161925"/>
              <a:gd name="connsiteX8" fmla="*/ 119546 w 171450"/>
              <a:gd name="connsiteY8" fmla="*/ 121239 h 161925"/>
              <a:gd name="connsiteX9" fmla="*/ 127854 w 171450"/>
              <a:gd name="connsiteY9" fmla="*/ 110705 h 161925"/>
              <a:gd name="connsiteX10" fmla="*/ 131109 w 171450"/>
              <a:gd name="connsiteY10" fmla="*/ 100013 h 161925"/>
              <a:gd name="connsiteX11" fmla="*/ 126066 w 171450"/>
              <a:gd name="connsiteY11" fmla="*/ 95250 h 161925"/>
              <a:gd name="connsiteX12" fmla="*/ 121024 w 171450"/>
              <a:gd name="connsiteY12" fmla="*/ 100013 h 161925"/>
              <a:gd name="connsiteX13" fmla="*/ 118921 w 171450"/>
              <a:gd name="connsiteY13" fmla="*/ 106286 h 161925"/>
              <a:gd name="connsiteX14" fmla="*/ 112415 w 171450"/>
              <a:gd name="connsiteY14" fmla="*/ 114504 h 161925"/>
              <a:gd name="connsiteX15" fmla="*/ 90768 w 171450"/>
              <a:gd name="connsiteY15" fmla="*/ 123825 h 161925"/>
              <a:gd name="connsiteX16" fmla="*/ 68779 w 171450"/>
              <a:gd name="connsiteY16" fmla="*/ 117214 h 161925"/>
              <a:gd name="connsiteX17" fmla="*/ 60512 w 171450"/>
              <a:gd name="connsiteY17" fmla="*/ 100013 h 161925"/>
              <a:gd name="connsiteX18" fmla="*/ 86275 w 171450"/>
              <a:gd name="connsiteY18" fmla="*/ 74692 h 161925"/>
              <a:gd name="connsiteX19" fmla="*/ 111139 w 171450"/>
              <a:gd name="connsiteY19" fmla="*/ 68719 h 161925"/>
              <a:gd name="connsiteX20" fmla="*/ 121024 w 171450"/>
              <a:gd name="connsiteY20" fmla="*/ 66675 h 161925"/>
              <a:gd name="connsiteX21" fmla="*/ 142789 w 171450"/>
              <a:gd name="connsiteY21" fmla="*/ 60263 h 161925"/>
              <a:gd name="connsiteX22" fmla="*/ 156322 w 171450"/>
              <a:gd name="connsiteY22" fmla="*/ 57150 h 161925"/>
              <a:gd name="connsiteX23" fmla="*/ 171450 w 171450"/>
              <a:gd name="connsiteY23" fmla="*/ 95250 h 161925"/>
              <a:gd name="connsiteX24" fmla="*/ 90768 w 171450"/>
              <a:gd name="connsiteY24" fmla="*/ 161925 h 161925"/>
              <a:gd name="connsiteX25" fmla="*/ 0 w 171450"/>
              <a:gd name="connsiteY25" fmla="*/ 114504 h 161925"/>
              <a:gd name="connsiteX26" fmla="*/ 27340 w 171450"/>
              <a:gd name="connsiteY26" fmla="*/ 78096 h 161925"/>
              <a:gd name="connsiteX27" fmla="*/ 38100 w 171450"/>
              <a:gd name="connsiteY27" fmla="*/ 66675 h 161925"/>
              <a:gd name="connsiteX28" fmla="*/ 29739 w 171450"/>
              <a:gd name="connsiteY28" fmla="*/ 57427 h 161925"/>
              <a:gd name="connsiteX29" fmla="*/ 28575 w 171450"/>
              <a:gd name="connsiteY29" fmla="*/ 57150 h 161925"/>
              <a:gd name="connsiteX30" fmla="*/ 9525 w 171450"/>
              <a:gd name="connsiteY30" fmla="*/ 38100 h 161925"/>
              <a:gd name="connsiteX31" fmla="*/ 19050 w 171450"/>
              <a:gd name="connsiteY31" fmla="*/ 28575 h 161925"/>
              <a:gd name="connsiteX32" fmla="*/ 42697 w 171450"/>
              <a:gd name="connsiteY32" fmla="*/ 18280 h 161925"/>
              <a:gd name="connsiteX33" fmla="*/ 80963 w 171450"/>
              <a:gd name="connsiteY33" fmla="*/ 0 h 161925"/>
              <a:gd name="connsiteX34" fmla="*/ 66675 w 171450"/>
              <a:gd name="connsiteY34" fmla="*/ 28575 h 161925"/>
              <a:gd name="connsiteX35" fmla="*/ 57150 w 171450"/>
              <a:gd name="connsiteY35" fmla="*/ 19050 h 161925"/>
              <a:gd name="connsiteX36" fmla="*/ 47625 w 171450"/>
              <a:gd name="connsiteY36" fmla="*/ 28575 h 161925"/>
              <a:gd name="connsiteX37" fmla="*/ 57150 w 171450"/>
              <a:gd name="connsiteY37" fmla="*/ 38100 h 161925"/>
              <a:gd name="connsiteX38" fmla="*/ 66675 w 171450"/>
              <a:gd name="connsiteY38" fmla="*/ 2857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1450" h="161925">
                <a:moveTo>
                  <a:pt x="80963" y="0"/>
                </a:moveTo>
                <a:cubicBezTo>
                  <a:pt x="111219" y="0"/>
                  <a:pt x="131109" y="9525"/>
                  <a:pt x="131109" y="14288"/>
                </a:cubicBezTo>
                <a:cubicBezTo>
                  <a:pt x="131109" y="19815"/>
                  <a:pt x="125070" y="23204"/>
                  <a:pt x="117081" y="25282"/>
                </a:cubicBezTo>
                <a:cubicBezTo>
                  <a:pt x="119762" y="32019"/>
                  <a:pt x="121024" y="39657"/>
                  <a:pt x="121024" y="47625"/>
                </a:cubicBezTo>
                <a:cubicBezTo>
                  <a:pt x="121024" y="53414"/>
                  <a:pt x="118921" y="56003"/>
                  <a:pt x="110939" y="57150"/>
                </a:cubicBezTo>
                <a:cubicBezTo>
                  <a:pt x="87700" y="60489"/>
                  <a:pt x="50426" y="73908"/>
                  <a:pt x="50426" y="100013"/>
                </a:cubicBezTo>
                <a:cubicBezTo>
                  <a:pt x="50426" y="110187"/>
                  <a:pt x="54869" y="118676"/>
                  <a:pt x="62330" y="124537"/>
                </a:cubicBezTo>
                <a:cubicBezTo>
                  <a:pt x="69707" y="130332"/>
                  <a:pt x="79743" y="133350"/>
                  <a:pt x="90768" y="133350"/>
                </a:cubicBezTo>
                <a:cubicBezTo>
                  <a:pt x="102570" y="133350"/>
                  <a:pt x="112606" y="127795"/>
                  <a:pt x="119546" y="121239"/>
                </a:cubicBezTo>
                <a:cubicBezTo>
                  <a:pt x="123040" y="117940"/>
                  <a:pt x="125872" y="114279"/>
                  <a:pt x="127854" y="110705"/>
                </a:cubicBezTo>
                <a:cubicBezTo>
                  <a:pt x="129792" y="107211"/>
                  <a:pt x="131109" y="103452"/>
                  <a:pt x="131109" y="100013"/>
                </a:cubicBezTo>
                <a:cubicBezTo>
                  <a:pt x="131109" y="97383"/>
                  <a:pt x="128851" y="95250"/>
                  <a:pt x="126066" y="95250"/>
                </a:cubicBezTo>
                <a:cubicBezTo>
                  <a:pt x="123281" y="95250"/>
                  <a:pt x="121024" y="97383"/>
                  <a:pt x="121024" y="100013"/>
                </a:cubicBezTo>
                <a:cubicBezTo>
                  <a:pt x="121024" y="101336"/>
                  <a:pt x="120448" y="103530"/>
                  <a:pt x="118921" y="106286"/>
                </a:cubicBezTo>
                <a:cubicBezTo>
                  <a:pt x="117436" y="108963"/>
                  <a:pt x="115225" y="111850"/>
                  <a:pt x="112415" y="114504"/>
                </a:cubicBezTo>
                <a:cubicBezTo>
                  <a:pt x="106750" y="119855"/>
                  <a:pt x="99135" y="123825"/>
                  <a:pt x="90768" y="123825"/>
                </a:cubicBezTo>
                <a:cubicBezTo>
                  <a:pt x="81622" y="123825"/>
                  <a:pt x="74008" y="121323"/>
                  <a:pt x="68779" y="117214"/>
                </a:cubicBezTo>
                <a:cubicBezTo>
                  <a:pt x="63634" y="113172"/>
                  <a:pt x="60512" y="107372"/>
                  <a:pt x="60512" y="100013"/>
                </a:cubicBezTo>
                <a:cubicBezTo>
                  <a:pt x="60512" y="88913"/>
                  <a:pt x="70257" y="80510"/>
                  <a:pt x="86275" y="74692"/>
                </a:cubicBezTo>
                <a:cubicBezTo>
                  <a:pt x="92818" y="72315"/>
                  <a:pt x="102813" y="70354"/>
                  <a:pt x="111139" y="68719"/>
                </a:cubicBezTo>
                <a:cubicBezTo>
                  <a:pt x="114946" y="67972"/>
                  <a:pt x="118403" y="67293"/>
                  <a:pt x="121024" y="66675"/>
                </a:cubicBezTo>
                <a:cubicBezTo>
                  <a:pt x="131363" y="64234"/>
                  <a:pt x="137876" y="61970"/>
                  <a:pt x="142789" y="60263"/>
                </a:cubicBezTo>
                <a:cubicBezTo>
                  <a:pt x="148260" y="58362"/>
                  <a:pt x="151747" y="57150"/>
                  <a:pt x="156322" y="57150"/>
                </a:cubicBezTo>
                <a:cubicBezTo>
                  <a:pt x="171242" y="57150"/>
                  <a:pt x="171450" y="76200"/>
                  <a:pt x="171450" y="95250"/>
                </a:cubicBezTo>
                <a:cubicBezTo>
                  <a:pt x="171450" y="114300"/>
                  <a:pt x="170207" y="161925"/>
                  <a:pt x="90768" y="161925"/>
                </a:cubicBezTo>
                <a:cubicBezTo>
                  <a:pt x="40341" y="161925"/>
                  <a:pt x="0" y="148371"/>
                  <a:pt x="0" y="114504"/>
                </a:cubicBezTo>
                <a:cubicBezTo>
                  <a:pt x="0" y="90724"/>
                  <a:pt x="15549" y="83543"/>
                  <a:pt x="27340" y="78096"/>
                </a:cubicBezTo>
                <a:cubicBezTo>
                  <a:pt x="34541" y="74771"/>
                  <a:pt x="38100" y="72092"/>
                  <a:pt x="38100" y="66675"/>
                </a:cubicBezTo>
                <a:cubicBezTo>
                  <a:pt x="38100" y="59330"/>
                  <a:pt x="33207" y="58216"/>
                  <a:pt x="29739" y="57427"/>
                </a:cubicBezTo>
                <a:cubicBezTo>
                  <a:pt x="29328" y="57333"/>
                  <a:pt x="28936" y="57244"/>
                  <a:pt x="28575" y="57150"/>
                </a:cubicBezTo>
                <a:cubicBezTo>
                  <a:pt x="18202" y="54437"/>
                  <a:pt x="9525" y="47905"/>
                  <a:pt x="9525" y="38100"/>
                </a:cubicBezTo>
                <a:cubicBezTo>
                  <a:pt x="9525" y="33814"/>
                  <a:pt x="12988" y="29316"/>
                  <a:pt x="19050" y="28575"/>
                </a:cubicBezTo>
                <a:cubicBezTo>
                  <a:pt x="27690" y="27519"/>
                  <a:pt x="35912" y="25086"/>
                  <a:pt x="42697" y="18280"/>
                </a:cubicBezTo>
                <a:cubicBezTo>
                  <a:pt x="53471" y="7474"/>
                  <a:pt x="64889" y="0"/>
                  <a:pt x="80963" y="0"/>
                </a:cubicBezTo>
                <a:close/>
                <a:moveTo>
                  <a:pt x="66675" y="28575"/>
                </a:moveTo>
                <a:cubicBezTo>
                  <a:pt x="66675" y="23314"/>
                  <a:pt x="62720" y="19050"/>
                  <a:pt x="57150" y="19050"/>
                </a:cubicBezTo>
                <a:cubicBezTo>
                  <a:pt x="51580" y="19050"/>
                  <a:pt x="47625" y="23314"/>
                  <a:pt x="47625" y="28575"/>
                </a:cubicBezTo>
                <a:cubicBezTo>
                  <a:pt x="47625" y="33835"/>
                  <a:pt x="51580" y="38100"/>
                  <a:pt x="57150" y="38100"/>
                </a:cubicBezTo>
                <a:cubicBezTo>
                  <a:pt x="62720" y="38100"/>
                  <a:pt x="66675" y="33835"/>
                  <a:pt x="66675" y="28575"/>
                </a:cubicBezTo>
                <a:close/>
              </a:path>
            </a:pathLst>
          </a:custGeom>
          <a:solidFill>
            <a:srgbClr val="000000"/>
          </a:solidFill>
          <a:ln w="9525" cap="flat">
            <a:noFill/>
            <a:prstDash val="solid"/>
            <a:miter/>
          </a:ln>
        </p:spPr>
        <p:txBody>
          <a:bodyPr rtlCol="0" anchor="ctr"/>
          <a:lstStyle/>
          <a:p>
            <a:endParaRPr lang="ru-RU"/>
          </a:p>
        </p:txBody>
      </p:sp>
      <p:sp>
        <p:nvSpPr>
          <p:cNvPr id="1197" name="Рисунок 201">
            <a:extLst>
              <a:ext uri="{FF2B5EF4-FFF2-40B4-BE49-F238E27FC236}">
                <a16:creationId xmlns:a16="http://schemas.microsoft.com/office/drawing/2014/main" id="{224E5886-1BCC-5A5F-9FF3-B48C926E33A0}"/>
              </a:ext>
            </a:extLst>
          </p:cNvPr>
          <p:cNvSpPr/>
          <p:nvPr/>
        </p:nvSpPr>
        <p:spPr>
          <a:xfrm>
            <a:off x="4829114" y="1952775"/>
            <a:ext cx="190500" cy="133349"/>
          </a:xfrm>
          <a:custGeom>
            <a:avLst/>
            <a:gdLst>
              <a:gd name="connsiteX0" fmla="*/ 103609 w 190500"/>
              <a:gd name="connsiteY0" fmla="*/ 114300 h 133349"/>
              <a:gd name="connsiteX1" fmla="*/ 122386 w 190500"/>
              <a:gd name="connsiteY1" fmla="*/ 38100 h 133349"/>
              <a:gd name="connsiteX2" fmla="*/ 132427 w 190500"/>
              <a:gd name="connsiteY2" fmla="*/ 47625 h 133349"/>
              <a:gd name="connsiteX3" fmla="*/ 132427 w 190500"/>
              <a:gd name="connsiteY3" fmla="*/ 113605 h 133349"/>
              <a:gd name="connsiteX4" fmla="*/ 152511 w 190500"/>
              <a:gd name="connsiteY4" fmla="*/ 132972 h 133349"/>
              <a:gd name="connsiteX5" fmla="*/ 182637 w 190500"/>
              <a:gd name="connsiteY5" fmla="*/ 132972 h 133349"/>
              <a:gd name="connsiteX6" fmla="*/ 188870 w 190500"/>
              <a:gd name="connsiteY6" fmla="*/ 123288 h 133349"/>
              <a:gd name="connsiteX7" fmla="*/ 146885 w 190500"/>
              <a:gd name="connsiteY7" fmla="*/ 16521 h 133349"/>
              <a:gd name="connsiteX8" fmla="*/ 122386 w 190500"/>
              <a:gd name="connsiteY8" fmla="*/ 1869 h 133349"/>
              <a:gd name="connsiteX9" fmla="*/ 64991 w 190500"/>
              <a:gd name="connsiteY9" fmla="*/ 8191 h 133349"/>
              <a:gd name="connsiteX10" fmla="*/ 36837 w 190500"/>
              <a:gd name="connsiteY10" fmla="*/ 28575 h 133349"/>
              <a:gd name="connsiteX11" fmla="*/ 7064 w 190500"/>
              <a:gd name="connsiteY11" fmla="*/ 95250 h 133349"/>
              <a:gd name="connsiteX12" fmla="*/ 16718 w 190500"/>
              <a:gd name="connsiteY12" fmla="*/ 133350 h 133349"/>
              <a:gd name="connsiteX13" fmla="*/ 74646 w 190500"/>
              <a:gd name="connsiteY13" fmla="*/ 133350 h 133349"/>
              <a:gd name="connsiteX14" fmla="*/ 103609 w 190500"/>
              <a:gd name="connsiteY14" fmla="*/ 114300 h 133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33349">
                <a:moveTo>
                  <a:pt x="103609" y="114300"/>
                </a:moveTo>
                <a:cubicBezTo>
                  <a:pt x="113264" y="80962"/>
                  <a:pt x="116985" y="66886"/>
                  <a:pt x="122386" y="38100"/>
                </a:cubicBezTo>
                <a:cubicBezTo>
                  <a:pt x="127745" y="9525"/>
                  <a:pt x="132427" y="14287"/>
                  <a:pt x="132427" y="47625"/>
                </a:cubicBezTo>
                <a:cubicBezTo>
                  <a:pt x="132427" y="80962"/>
                  <a:pt x="132427" y="104894"/>
                  <a:pt x="132427" y="113605"/>
                </a:cubicBezTo>
                <a:cubicBezTo>
                  <a:pt x="132427" y="132972"/>
                  <a:pt x="133182" y="132972"/>
                  <a:pt x="152511" y="132972"/>
                </a:cubicBezTo>
                <a:cubicBezTo>
                  <a:pt x="164276" y="132972"/>
                  <a:pt x="170872" y="132972"/>
                  <a:pt x="182637" y="132972"/>
                </a:cubicBezTo>
                <a:cubicBezTo>
                  <a:pt x="191110" y="132972"/>
                  <a:pt x="191936" y="131084"/>
                  <a:pt x="188870" y="123288"/>
                </a:cubicBezTo>
                <a:cubicBezTo>
                  <a:pt x="172474" y="81593"/>
                  <a:pt x="146885" y="16521"/>
                  <a:pt x="146885" y="16521"/>
                </a:cubicBezTo>
                <a:cubicBezTo>
                  <a:pt x="139911" y="-1213"/>
                  <a:pt x="141028" y="-1945"/>
                  <a:pt x="122386" y="1869"/>
                </a:cubicBezTo>
                <a:cubicBezTo>
                  <a:pt x="109423" y="4522"/>
                  <a:pt x="83149" y="6822"/>
                  <a:pt x="64991" y="8191"/>
                </a:cubicBezTo>
                <a:cubicBezTo>
                  <a:pt x="50509" y="9283"/>
                  <a:pt x="43435" y="14287"/>
                  <a:pt x="36837" y="28575"/>
                </a:cubicBezTo>
                <a:cubicBezTo>
                  <a:pt x="27496" y="48801"/>
                  <a:pt x="13279" y="79920"/>
                  <a:pt x="7064" y="95250"/>
                </a:cubicBezTo>
                <a:cubicBezTo>
                  <a:pt x="-4275" y="123216"/>
                  <a:pt x="-2595" y="133350"/>
                  <a:pt x="16718" y="133350"/>
                </a:cubicBezTo>
                <a:cubicBezTo>
                  <a:pt x="40855" y="133350"/>
                  <a:pt x="50509" y="133350"/>
                  <a:pt x="74646" y="133350"/>
                </a:cubicBezTo>
                <a:cubicBezTo>
                  <a:pt x="98782" y="133350"/>
                  <a:pt x="100807" y="123976"/>
                  <a:pt x="103609" y="114300"/>
                </a:cubicBezTo>
                <a:close/>
              </a:path>
            </a:pathLst>
          </a:custGeom>
          <a:solidFill>
            <a:srgbClr val="000000"/>
          </a:solidFill>
          <a:ln w="9525" cap="flat">
            <a:noFill/>
            <a:prstDash val="solid"/>
            <a:miter/>
          </a:ln>
        </p:spPr>
        <p:txBody>
          <a:bodyPr rtlCol="0" anchor="ctr"/>
          <a:lstStyle/>
          <a:p>
            <a:endParaRPr lang="ru-RU"/>
          </a:p>
        </p:txBody>
      </p:sp>
      <p:sp>
        <p:nvSpPr>
          <p:cNvPr id="1199" name="Рисунок 833">
            <a:extLst>
              <a:ext uri="{FF2B5EF4-FFF2-40B4-BE49-F238E27FC236}">
                <a16:creationId xmlns:a16="http://schemas.microsoft.com/office/drawing/2014/main" id="{D761077D-EDF8-8C8D-6E3F-5CD18FEE2606}"/>
              </a:ext>
            </a:extLst>
          </p:cNvPr>
          <p:cNvSpPr/>
          <p:nvPr/>
        </p:nvSpPr>
        <p:spPr>
          <a:xfrm>
            <a:off x="4810063" y="3905102"/>
            <a:ext cx="228600" cy="209550"/>
          </a:xfrm>
          <a:custGeom>
            <a:avLst/>
            <a:gdLst>
              <a:gd name="connsiteX0" fmla="*/ 228600 w 228600"/>
              <a:gd name="connsiteY0" fmla="*/ 0 h 209550"/>
              <a:gd name="connsiteX1" fmla="*/ 211605 w 228600"/>
              <a:gd name="connsiteY1" fmla="*/ 4969 h 209550"/>
              <a:gd name="connsiteX2" fmla="*/ 200840 w 228600"/>
              <a:gd name="connsiteY2" fmla="*/ 5738 h 209550"/>
              <a:gd name="connsiteX3" fmla="*/ 175137 w 228600"/>
              <a:gd name="connsiteY3" fmla="*/ 37340 h 209550"/>
              <a:gd name="connsiteX4" fmla="*/ 167395 w 228600"/>
              <a:gd name="connsiteY4" fmla="*/ 41950 h 209550"/>
              <a:gd name="connsiteX5" fmla="*/ 163270 w 228600"/>
              <a:gd name="connsiteY5" fmla="*/ 43816 h 209550"/>
              <a:gd name="connsiteX6" fmla="*/ 155925 w 228600"/>
              <a:gd name="connsiteY6" fmla="*/ 41421 h 209550"/>
              <a:gd name="connsiteX7" fmla="*/ 138502 w 228600"/>
              <a:gd name="connsiteY7" fmla="*/ 24787 h 209550"/>
              <a:gd name="connsiteX8" fmla="*/ 74394 w 228600"/>
              <a:gd name="connsiteY8" fmla="*/ 13721 h 209550"/>
              <a:gd name="connsiteX9" fmla="*/ 119746 w 228600"/>
              <a:gd name="connsiteY9" fmla="*/ 49494 h 209550"/>
              <a:gd name="connsiteX10" fmla="*/ 154574 w 228600"/>
              <a:gd name="connsiteY10" fmla="*/ 45333 h 209550"/>
              <a:gd name="connsiteX11" fmla="*/ 158927 w 228600"/>
              <a:gd name="connsiteY11" fmla="*/ 46680 h 209550"/>
              <a:gd name="connsiteX12" fmla="*/ 133036 w 228600"/>
              <a:gd name="connsiteY12" fmla="*/ 63983 h 209550"/>
              <a:gd name="connsiteX13" fmla="*/ 122917 w 228600"/>
              <a:gd name="connsiteY13" fmla="*/ 62725 h 209550"/>
              <a:gd name="connsiteX14" fmla="*/ 88488 w 228600"/>
              <a:gd name="connsiteY14" fmla="*/ 49494 h 209550"/>
              <a:gd name="connsiteX15" fmla="*/ 15773 w 228600"/>
              <a:gd name="connsiteY15" fmla="*/ 72424 h 209550"/>
              <a:gd name="connsiteX16" fmla="*/ 89730 w 228600"/>
              <a:gd name="connsiteY16" fmla="*/ 79439 h 209550"/>
              <a:gd name="connsiteX17" fmla="*/ 122380 w 228600"/>
              <a:gd name="connsiteY17" fmla="*/ 67964 h 209550"/>
              <a:gd name="connsiteX18" fmla="*/ 128305 w 228600"/>
              <a:gd name="connsiteY18" fmla="*/ 67964 h 209550"/>
              <a:gd name="connsiteX19" fmla="*/ 103934 w 228600"/>
              <a:gd name="connsiteY19" fmla="*/ 90136 h 209550"/>
              <a:gd name="connsiteX20" fmla="*/ 96429 w 228600"/>
              <a:gd name="connsiteY20" fmla="*/ 92432 h 209550"/>
              <a:gd name="connsiteX21" fmla="*/ 51087 w 228600"/>
              <a:gd name="connsiteY21" fmla="*/ 90136 h 209550"/>
              <a:gd name="connsiteX22" fmla="*/ 0 w 228600"/>
              <a:gd name="connsiteY22" fmla="*/ 115812 h 209550"/>
              <a:gd name="connsiteX23" fmla="*/ 65191 w 228600"/>
              <a:gd name="connsiteY23" fmla="*/ 115812 h 209550"/>
              <a:gd name="connsiteX24" fmla="*/ 96429 w 228600"/>
              <a:gd name="connsiteY24" fmla="*/ 95854 h 209550"/>
              <a:gd name="connsiteX25" fmla="*/ 102025 w 228600"/>
              <a:gd name="connsiteY25" fmla="*/ 94327 h 209550"/>
              <a:gd name="connsiteX26" fmla="*/ 78887 w 228600"/>
              <a:gd name="connsiteY26" fmla="*/ 120202 h 209550"/>
              <a:gd name="connsiteX27" fmla="*/ 45571 w 228600"/>
              <a:gd name="connsiteY27" fmla="*/ 136268 h 209550"/>
              <a:gd name="connsiteX28" fmla="*/ 12732 w 228600"/>
              <a:gd name="connsiteY28" fmla="*/ 209550 h 209550"/>
              <a:gd name="connsiteX29" fmla="*/ 20206 w 228600"/>
              <a:gd name="connsiteY29" fmla="*/ 204800 h 209550"/>
              <a:gd name="connsiteX30" fmla="*/ 73261 w 228600"/>
              <a:gd name="connsiteY30" fmla="*/ 160176 h 209550"/>
              <a:gd name="connsiteX31" fmla="*/ 81869 w 228600"/>
              <a:gd name="connsiteY31" fmla="*/ 123494 h 209550"/>
              <a:gd name="connsiteX32" fmla="*/ 86311 w 228600"/>
              <a:gd name="connsiteY32" fmla="*/ 117847 h 209550"/>
              <a:gd name="connsiteX33" fmla="*/ 109132 w 228600"/>
              <a:gd name="connsiteY33" fmla="*/ 91792 h 209550"/>
              <a:gd name="connsiteX34" fmla="*/ 107541 w 228600"/>
              <a:gd name="connsiteY34" fmla="*/ 99507 h 209550"/>
              <a:gd name="connsiteX35" fmla="*/ 89730 w 228600"/>
              <a:gd name="connsiteY35" fmla="*/ 136257 h 209550"/>
              <a:gd name="connsiteX36" fmla="*/ 98348 w 228600"/>
              <a:gd name="connsiteY36" fmla="*/ 196368 h 209550"/>
              <a:gd name="connsiteX37" fmla="*/ 111566 w 228600"/>
              <a:gd name="connsiteY37" fmla="*/ 168897 h 209550"/>
              <a:gd name="connsiteX38" fmla="*/ 119746 w 228600"/>
              <a:gd name="connsiteY38" fmla="*/ 138932 h 209550"/>
              <a:gd name="connsiteX39" fmla="*/ 111566 w 228600"/>
              <a:gd name="connsiteY39" fmla="*/ 100564 h 209550"/>
              <a:gd name="connsiteX40" fmla="*/ 113376 w 228600"/>
              <a:gd name="connsiteY40" fmla="*/ 87542 h 209550"/>
              <a:gd name="connsiteX41" fmla="*/ 135371 w 228600"/>
              <a:gd name="connsiteY41" fmla="*/ 69122 h 209550"/>
              <a:gd name="connsiteX42" fmla="*/ 135808 w 228600"/>
              <a:gd name="connsiteY42" fmla="*/ 71556 h 209550"/>
              <a:gd name="connsiteX43" fmla="*/ 124060 w 228600"/>
              <a:gd name="connsiteY43" fmla="*/ 117049 h 209550"/>
              <a:gd name="connsiteX44" fmla="*/ 147705 w 228600"/>
              <a:gd name="connsiteY44" fmla="*/ 174874 h 209550"/>
              <a:gd name="connsiteX45" fmla="*/ 155925 w 228600"/>
              <a:gd name="connsiteY45" fmla="*/ 99507 h 209550"/>
              <a:gd name="connsiteX46" fmla="*/ 140459 w 228600"/>
              <a:gd name="connsiteY46" fmla="*/ 72424 h 209550"/>
              <a:gd name="connsiteX47" fmla="*/ 140808 w 228600"/>
              <a:gd name="connsiteY47" fmla="*/ 65779 h 209550"/>
              <a:gd name="connsiteX48" fmla="*/ 163489 w 228600"/>
              <a:gd name="connsiteY48" fmla="*/ 49364 h 209550"/>
              <a:gd name="connsiteX49" fmla="*/ 165000 w 228600"/>
              <a:gd name="connsiteY49" fmla="*/ 51789 h 209550"/>
              <a:gd name="connsiteX50" fmla="*/ 160785 w 228600"/>
              <a:gd name="connsiteY50" fmla="*/ 94717 h 209550"/>
              <a:gd name="connsiteX51" fmla="*/ 194906 w 228600"/>
              <a:gd name="connsiteY51" fmla="*/ 144520 h 209550"/>
              <a:gd name="connsiteX52" fmla="*/ 192611 w 228600"/>
              <a:gd name="connsiteY52" fmla="*/ 86295 h 209550"/>
              <a:gd name="connsiteX53" fmla="*/ 168985 w 228600"/>
              <a:gd name="connsiteY53" fmla="*/ 50182 h 209550"/>
              <a:gd name="connsiteX54" fmla="*/ 167832 w 228600"/>
              <a:gd name="connsiteY54" fmla="*/ 47288 h 209550"/>
              <a:gd name="connsiteX55" fmla="*/ 177682 w 228600"/>
              <a:gd name="connsiteY55" fmla="*/ 41241 h 209550"/>
              <a:gd name="connsiteX56" fmla="*/ 180763 w 228600"/>
              <a:gd name="connsiteY56" fmla="*/ 39415 h 209550"/>
              <a:gd name="connsiteX57" fmla="*/ 201764 w 228600"/>
              <a:gd name="connsiteY57" fmla="*/ 24028 h 209550"/>
              <a:gd name="connsiteX58" fmla="*/ 209268 w 228600"/>
              <a:gd name="connsiteY58" fmla="*/ 16455 h 209550"/>
              <a:gd name="connsiteX59" fmla="*/ 228600 w 228600"/>
              <a:gd name="connsiteY59" fmla="*/ 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28600" h="209550">
                <a:moveTo>
                  <a:pt x="228600" y="0"/>
                </a:moveTo>
                <a:cubicBezTo>
                  <a:pt x="223094" y="449"/>
                  <a:pt x="216047" y="4031"/>
                  <a:pt x="211605" y="4969"/>
                </a:cubicBezTo>
                <a:cubicBezTo>
                  <a:pt x="208423" y="5648"/>
                  <a:pt x="204846" y="5907"/>
                  <a:pt x="200840" y="5738"/>
                </a:cubicBezTo>
                <a:cubicBezTo>
                  <a:pt x="194718" y="21434"/>
                  <a:pt x="192591" y="27202"/>
                  <a:pt x="175137" y="37340"/>
                </a:cubicBezTo>
                <a:cubicBezTo>
                  <a:pt x="173308" y="38936"/>
                  <a:pt x="170635" y="40423"/>
                  <a:pt x="167395" y="41950"/>
                </a:cubicBezTo>
                <a:lnTo>
                  <a:pt x="163270" y="43816"/>
                </a:lnTo>
                <a:cubicBezTo>
                  <a:pt x="163151" y="44045"/>
                  <a:pt x="160706" y="43247"/>
                  <a:pt x="155925" y="41421"/>
                </a:cubicBezTo>
                <a:cubicBezTo>
                  <a:pt x="152327" y="32201"/>
                  <a:pt x="147209" y="28419"/>
                  <a:pt x="138502" y="24787"/>
                </a:cubicBezTo>
                <a:cubicBezTo>
                  <a:pt x="122917" y="18301"/>
                  <a:pt x="109132" y="20825"/>
                  <a:pt x="74394" y="13721"/>
                </a:cubicBezTo>
                <a:cubicBezTo>
                  <a:pt x="88349" y="33777"/>
                  <a:pt x="103457" y="45712"/>
                  <a:pt x="119746" y="49494"/>
                </a:cubicBezTo>
                <a:cubicBezTo>
                  <a:pt x="135371" y="51958"/>
                  <a:pt x="144256" y="48516"/>
                  <a:pt x="154574" y="45333"/>
                </a:cubicBezTo>
                <a:cubicBezTo>
                  <a:pt x="154594" y="45492"/>
                  <a:pt x="156044" y="45931"/>
                  <a:pt x="158927" y="46680"/>
                </a:cubicBezTo>
                <a:cubicBezTo>
                  <a:pt x="147526" y="53026"/>
                  <a:pt x="138890" y="58794"/>
                  <a:pt x="133036" y="63983"/>
                </a:cubicBezTo>
                <a:cubicBezTo>
                  <a:pt x="130551" y="63883"/>
                  <a:pt x="126794" y="64242"/>
                  <a:pt x="122917" y="62725"/>
                </a:cubicBezTo>
                <a:cubicBezTo>
                  <a:pt x="106269" y="52767"/>
                  <a:pt x="99819" y="50262"/>
                  <a:pt x="88488" y="49494"/>
                </a:cubicBezTo>
                <a:cubicBezTo>
                  <a:pt x="71492" y="48336"/>
                  <a:pt x="41496" y="55640"/>
                  <a:pt x="15773" y="72424"/>
                </a:cubicBezTo>
                <a:cubicBezTo>
                  <a:pt x="53145" y="83730"/>
                  <a:pt x="68968" y="81944"/>
                  <a:pt x="89730" y="79439"/>
                </a:cubicBezTo>
                <a:cubicBezTo>
                  <a:pt x="110503" y="76935"/>
                  <a:pt x="106418" y="74360"/>
                  <a:pt x="122380" y="67964"/>
                </a:cubicBezTo>
                <a:cubicBezTo>
                  <a:pt x="124368" y="67605"/>
                  <a:pt x="126337" y="67605"/>
                  <a:pt x="128305" y="67964"/>
                </a:cubicBezTo>
                <a:cubicBezTo>
                  <a:pt x="118435" y="75598"/>
                  <a:pt x="110315" y="82982"/>
                  <a:pt x="103934" y="90136"/>
                </a:cubicBezTo>
                <a:cubicBezTo>
                  <a:pt x="103457" y="90236"/>
                  <a:pt x="97801" y="92262"/>
                  <a:pt x="96429" y="92432"/>
                </a:cubicBezTo>
                <a:cubicBezTo>
                  <a:pt x="82992" y="84189"/>
                  <a:pt x="70786" y="86714"/>
                  <a:pt x="51087" y="90136"/>
                </a:cubicBezTo>
                <a:cubicBezTo>
                  <a:pt x="31408" y="93549"/>
                  <a:pt x="15614" y="101921"/>
                  <a:pt x="0" y="115812"/>
                </a:cubicBezTo>
                <a:cubicBezTo>
                  <a:pt x="18208" y="123255"/>
                  <a:pt x="46793" y="120750"/>
                  <a:pt x="65191" y="115812"/>
                </a:cubicBezTo>
                <a:cubicBezTo>
                  <a:pt x="83578" y="110881"/>
                  <a:pt x="89740" y="102619"/>
                  <a:pt x="96429" y="95854"/>
                </a:cubicBezTo>
                <a:lnTo>
                  <a:pt x="102025" y="94327"/>
                </a:lnTo>
                <a:lnTo>
                  <a:pt x="78887" y="120202"/>
                </a:lnTo>
                <a:cubicBezTo>
                  <a:pt x="66672" y="120501"/>
                  <a:pt x="55570" y="125860"/>
                  <a:pt x="45571" y="136268"/>
                </a:cubicBezTo>
                <a:cubicBezTo>
                  <a:pt x="27859" y="154748"/>
                  <a:pt x="29241" y="171412"/>
                  <a:pt x="12732" y="209550"/>
                </a:cubicBezTo>
                <a:lnTo>
                  <a:pt x="20206" y="204800"/>
                </a:lnTo>
                <a:cubicBezTo>
                  <a:pt x="47787" y="187028"/>
                  <a:pt x="63312" y="174266"/>
                  <a:pt x="73261" y="160176"/>
                </a:cubicBezTo>
                <a:cubicBezTo>
                  <a:pt x="82395" y="145378"/>
                  <a:pt x="85258" y="133144"/>
                  <a:pt x="81869" y="123494"/>
                </a:cubicBezTo>
                <a:lnTo>
                  <a:pt x="86311" y="117847"/>
                </a:lnTo>
                <a:cubicBezTo>
                  <a:pt x="96350" y="105234"/>
                  <a:pt x="103953" y="96553"/>
                  <a:pt x="109132" y="91792"/>
                </a:cubicBezTo>
                <a:cubicBezTo>
                  <a:pt x="108883" y="92062"/>
                  <a:pt x="108356" y="94637"/>
                  <a:pt x="107541" y="99507"/>
                </a:cubicBezTo>
                <a:cubicBezTo>
                  <a:pt x="99272" y="103997"/>
                  <a:pt x="90764" y="115413"/>
                  <a:pt x="89730" y="136257"/>
                </a:cubicBezTo>
                <a:cubicBezTo>
                  <a:pt x="88697" y="157113"/>
                  <a:pt x="90048" y="176651"/>
                  <a:pt x="98348" y="196368"/>
                </a:cubicBezTo>
                <a:cubicBezTo>
                  <a:pt x="105981" y="181450"/>
                  <a:pt x="110384" y="172300"/>
                  <a:pt x="111566" y="168897"/>
                </a:cubicBezTo>
                <a:cubicBezTo>
                  <a:pt x="115293" y="158121"/>
                  <a:pt x="119250" y="148062"/>
                  <a:pt x="119746" y="138932"/>
                </a:cubicBezTo>
                <a:cubicBezTo>
                  <a:pt x="120651" y="122068"/>
                  <a:pt x="118634" y="109804"/>
                  <a:pt x="111566" y="100564"/>
                </a:cubicBezTo>
                <a:lnTo>
                  <a:pt x="113376" y="87542"/>
                </a:lnTo>
                <a:cubicBezTo>
                  <a:pt x="119881" y="80470"/>
                  <a:pt x="127275" y="74278"/>
                  <a:pt x="135371" y="69122"/>
                </a:cubicBezTo>
                <a:cubicBezTo>
                  <a:pt x="135461" y="69132"/>
                  <a:pt x="135600" y="69950"/>
                  <a:pt x="135808" y="71556"/>
                </a:cubicBezTo>
                <a:cubicBezTo>
                  <a:pt x="126833" y="80417"/>
                  <a:pt x="120214" y="95584"/>
                  <a:pt x="124060" y="117049"/>
                </a:cubicBezTo>
                <a:cubicBezTo>
                  <a:pt x="127906" y="138503"/>
                  <a:pt x="133482" y="158300"/>
                  <a:pt x="147705" y="174874"/>
                </a:cubicBezTo>
                <a:cubicBezTo>
                  <a:pt x="155179" y="136328"/>
                  <a:pt x="157923" y="111202"/>
                  <a:pt x="155925" y="99507"/>
                </a:cubicBezTo>
                <a:cubicBezTo>
                  <a:pt x="152327" y="78402"/>
                  <a:pt x="143402" y="74759"/>
                  <a:pt x="140459" y="72424"/>
                </a:cubicBezTo>
                <a:cubicBezTo>
                  <a:pt x="140201" y="71087"/>
                  <a:pt x="140311" y="68872"/>
                  <a:pt x="140808" y="65779"/>
                </a:cubicBezTo>
                <a:cubicBezTo>
                  <a:pt x="146871" y="59742"/>
                  <a:pt x="151582" y="55800"/>
                  <a:pt x="163489" y="49364"/>
                </a:cubicBezTo>
                <a:lnTo>
                  <a:pt x="165000" y="51789"/>
                </a:lnTo>
                <a:cubicBezTo>
                  <a:pt x="157247" y="60460"/>
                  <a:pt x="155845" y="74769"/>
                  <a:pt x="160785" y="94717"/>
                </a:cubicBezTo>
                <a:cubicBezTo>
                  <a:pt x="168200" y="124653"/>
                  <a:pt x="192541" y="141985"/>
                  <a:pt x="194906" y="144520"/>
                </a:cubicBezTo>
                <a:cubicBezTo>
                  <a:pt x="188913" y="111062"/>
                  <a:pt x="196268" y="106761"/>
                  <a:pt x="192611" y="86295"/>
                </a:cubicBezTo>
                <a:cubicBezTo>
                  <a:pt x="188933" y="65819"/>
                  <a:pt x="180127" y="55082"/>
                  <a:pt x="168985" y="50182"/>
                </a:cubicBezTo>
                <a:cubicBezTo>
                  <a:pt x="168935" y="50522"/>
                  <a:pt x="168131" y="49055"/>
                  <a:pt x="167832" y="47288"/>
                </a:cubicBezTo>
                <a:cubicBezTo>
                  <a:pt x="169561" y="46021"/>
                  <a:pt x="175694" y="42469"/>
                  <a:pt x="177682" y="41241"/>
                </a:cubicBezTo>
                <a:lnTo>
                  <a:pt x="180763" y="39415"/>
                </a:lnTo>
                <a:cubicBezTo>
                  <a:pt x="190106" y="34077"/>
                  <a:pt x="190652" y="33718"/>
                  <a:pt x="201764" y="24028"/>
                </a:cubicBezTo>
                <a:lnTo>
                  <a:pt x="209268" y="16455"/>
                </a:lnTo>
                <a:cubicBezTo>
                  <a:pt x="214039" y="11755"/>
                  <a:pt x="216643" y="9689"/>
                  <a:pt x="228600" y="0"/>
                </a:cubicBezTo>
                <a:close/>
              </a:path>
            </a:pathLst>
          </a:custGeom>
          <a:solidFill>
            <a:srgbClr val="000000"/>
          </a:solidFill>
          <a:ln w="9525" cap="flat">
            <a:noFill/>
            <a:prstDash val="solid"/>
            <a:miter/>
          </a:ln>
        </p:spPr>
        <p:txBody>
          <a:bodyPr rtlCol="0" anchor="ctr"/>
          <a:lstStyle/>
          <a:p>
            <a:endParaRPr lang="ru-RU"/>
          </a:p>
        </p:txBody>
      </p:sp>
      <p:sp>
        <p:nvSpPr>
          <p:cNvPr id="1200" name="Рисунок 489">
            <a:extLst>
              <a:ext uri="{FF2B5EF4-FFF2-40B4-BE49-F238E27FC236}">
                <a16:creationId xmlns:a16="http://schemas.microsoft.com/office/drawing/2014/main" id="{78A1114B-E696-2DCA-5682-8B831832D491}"/>
              </a:ext>
            </a:extLst>
          </p:cNvPr>
          <p:cNvSpPr/>
          <p:nvPr/>
        </p:nvSpPr>
        <p:spPr>
          <a:xfrm>
            <a:off x="4848163" y="3352800"/>
            <a:ext cx="152400" cy="152400"/>
          </a:xfrm>
          <a:custGeom>
            <a:avLst/>
            <a:gdLst>
              <a:gd name="connsiteX0" fmla="*/ 152400 w 152400"/>
              <a:gd name="connsiteY0" fmla="*/ 76200 h 152400"/>
              <a:gd name="connsiteX1" fmla="*/ 76200 w 152400"/>
              <a:gd name="connsiteY1" fmla="*/ 152400 h 152400"/>
              <a:gd name="connsiteX2" fmla="*/ 0 w 152400"/>
              <a:gd name="connsiteY2" fmla="*/ 76200 h 152400"/>
              <a:gd name="connsiteX3" fmla="*/ 76200 w 152400"/>
              <a:gd name="connsiteY3" fmla="*/ 0 h 152400"/>
              <a:gd name="connsiteX4" fmla="*/ 152400 w 152400"/>
              <a:gd name="connsiteY4" fmla="*/ 76200 h 152400"/>
              <a:gd name="connsiteX5" fmla="*/ 85725 w 152400"/>
              <a:gd name="connsiteY5" fmla="*/ 38100 h 152400"/>
              <a:gd name="connsiteX6" fmla="*/ 76200 w 152400"/>
              <a:gd name="connsiteY6" fmla="*/ 28575 h 152400"/>
              <a:gd name="connsiteX7" fmla="*/ 66675 w 152400"/>
              <a:gd name="connsiteY7" fmla="*/ 38100 h 152400"/>
              <a:gd name="connsiteX8" fmla="*/ 76200 w 152400"/>
              <a:gd name="connsiteY8" fmla="*/ 47625 h 152400"/>
              <a:gd name="connsiteX9" fmla="*/ 85725 w 152400"/>
              <a:gd name="connsiteY9" fmla="*/ 38100 h 152400"/>
              <a:gd name="connsiteX10" fmla="*/ 76200 w 152400"/>
              <a:gd name="connsiteY10" fmla="*/ 66675 h 152400"/>
              <a:gd name="connsiteX11" fmla="*/ 66675 w 152400"/>
              <a:gd name="connsiteY11" fmla="*/ 76200 h 152400"/>
              <a:gd name="connsiteX12" fmla="*/ 66675 w 152400"/>
              <a:gd name="connsiteY12" fmla="*/ 114300 h 152400"/>
              <a:gd name="connsiteX13" fmla="*/ 76200 w 152400"/>
              <a:gd name="connsiteY13" fmla="*/ 123825 h 152400"/>
              <a:gd name="connsiteX14" fmla="*/ 85725 w 152400"/>
              <a:gd name="connsiteY14" fmla="*/ 114300 h 152400"/>
              <a:gd name="connsiteX15" fmla="*/ 85725 w 152400"/>
              <a:gd name="connsiteY15" fmla="*/ 76200 h 152400"/>
              <a:gd name="connsiteX16" fmla="*/ 76200 w 152400"/>
              <a:gd name="connsiteY16" fmla="*/ 666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0" h="152400">
                <a:moveTo>
                  <a:pt x="152400" y="76200"/>
                </a:moveTo>
                <a:cubicBezTo>
                  <a:pt x="152400" y="118284"/>
                  <a:pt x="118284" y="152400"/>
                  <a:pt x="76200" y="152400"/>
                </a:cubicBezTo>
                <a:cubicBezTo>
                  <a:pt x="34116" y="152400"/>
                  <a:pt x="0" y="118284"/>
                  <a:pt x="0" y="76200"/>
                </a:cubicBezTo>
                <a:cubicBezTo>
                  <a:pt x="0" y="34116"/>
                  <a:pt x="34116" y="0"/>
                  <a:pt x="76200" y="0"/>
                </a:cubicBezTo>
                <a:cubicBezTo>
                  <a:pt x="118284" y="0"/>
                  <a:pt x="152400" y="34116"/>
                  <a:pt x="152400" y="76200"/>
                </a:cubicBezTo>
                <a:close/>
                <a:moveTo>
                  <a:pt x="85725" y="38100"/>
                </a:moveTo>
                <a:cubicBezTo>
                  <a:pt x="85725" y="32840"/>
                  <a:pt x="81461" y="28575"/>
                  <a:pt x="76200" y="28575"/>
                </a:cubicBezTo>
                <a:cubicBezTo>
                  <a:pt x="70939" y="28575"/>
                  <a:pt x="66675" y="32840"/>
                  <a:pt x="66675" y="38100"/>
                </a:cubicBezTo>
                <a:cubicBezTo>
                  <a:pt x="66675" y="43360"/>
                  <a:pt x="70939" y="47625"/>
                  <a:pt x="76200" y="47625"/>
                </a:cubicBezTo>
                <a:cubicBezTo>
                  <a:pt x="81461" y="47625"/>
                  <a:pt x="85725" y="43360"/>
                  <a:pt x="85725" y="38100"/>
                </a:cubicBezTo>
                <a:close/>
                <a:moveTo>
                  <a:pt x="76200" y="66675"/>
                </a:moveTo>
                <a:cubicBezTo>
                  <a:pt x="70939" y="66675"/>
                  <a:pt x="66675" y="70939"/>
                  <a:pt x="66675" y="76200"/>
                </a:cubicBezTo>
                <a:lnTo>
                  <a:pt x="66675" y="114300"/>
                </a:lnTo>
                <a:cubicBezTo>
                  <a:pt x="66675" y="119561"/>
                  <a:pt x="70939" y="123825"/>
                  <a:pt x="76200" y="123825"/>
                </a:cubicBezTo>
                <a:cubicBezTo>
                  <a:pt x="81461" y="123825"/>
                  <a:pt x="85725" y="119561"/>
                  <a:pt x="85725" y="114300"/>
                </a:cubicBezTo>
                <a:lnTo>
                  <a:pt x="85725" y="76200"/>
                </a:lnTo>
                <a:cubicBezTo>
                  <a:pt x="85725" y="70939"/>
                  <a:pt x="81461" y="66675"/>
                  <a:pt x="76200" y="66675"/>
                </a:cubicBezTo>
                <a:close/>
              </a:path>
            </a:pathLst>
          </a:custGeom>
          <a:solidFill>
            <a:srgbClr val="000000"/>
          </a:solidFill>
          <a:ln w="9525" cap="flat">
            <a:noFill/>
            <a:prstDash val="solid"/>
            <a:miter/>
          </a:ln>
        </p:spPr>
        <p:txBody>
          <a:bodyPr rtlCol="0" anchor="ctr"/>
          <a:lstStyle/>
          <a:p>
            <a:endParaRPr lang="ru-RU"/>
          </a:p>
        </p:txBody>
      </p:sp>
      <p:sp>
        <p:nvSpPr>
          <p:cNvPr id="1201" name="Рисунок 942">
            <a:extLst>
              <a:ext uri="{FF2B5EF4-FFF2-40B4-BE49-F238E27FC236}">
                <a16:creationId xmlns:a16="http://schemas.microsoft.com/office/drawing/2014/main" id="{C736CA9E-B0AA-055E-F7B0-F050EC20264D}"/>
              </a:ext>
            </a:extLst>
          </p:cNvPr>
          <p:cNvSpPr/>
          <p:nvPr/>
        </p:nvSpPr>
        <p:spPr>
          <a:xfrm>
            <a:off x="4838638" y="5786739"/>
            <a:ext cx="171449" cy="142875"/>
          </a:xfrm>
          <a:custGeom>
            <a:avLst/>
            <a:gdLst>
              <a:gd name="connsiteX0" fmla="*/ 120319 w 171449"/>
              <a:gd name="connsiteY0" fmla="*/ 47625 h 142875"/>
              <a:gd name="connsiteX1" fmla="*/ 85725 w 171449"/>
              <a:gd name="connsiteY1" fmla="*/ 0 h 142875"/>
              <a:gd name="connsiteX2" fmla="*/ 51132 w 171449"/>
              <a:gd name="connsiteY2" fmla="*/ 47625 h 142875"/>
              <a:gd name="connsiteX3" fmla="*/ 37631 w 171449"/>
              <a:gd name="connsiteY3" fmla="*/ 47625 h 142875"/>
              <a:gd name="connsiteX4" fmla="*/ 9802 w 171449"/>
              <a:gd name="connsiteY4" fmla="*/ 28575 h 142875"/>
              <a:gd name="connsiteX5" fmla="*/ 1072 w 171449"/>
              <a:gd name="connsiteY5" fmla="*/ 85725 h 142875"/>
              <a:gd name="connsiteX6" fmla="*/ 85725 w 171449"/>
              <a:gd name="connsiteY6" fmla="*/ 142875 h 142875"/>
              <a:gd name="connsiteX7" fmla="*/ 170378 w 171449"/>
              <a:gd name="connsiteY7" fmla="*/ 85725 h 142875"/>
              <a:gd name="connsiteX8" fmla="*/ 161648 w 171449"/>
              <a:gd name="connsiteY8" fmla="*/ 28575 h 142875"/>
              <a:gd name="connsiteX9" fmla="*/ 133350 w 171449"/>
              <a:gd name="connsiteY9" fmla="*/ 48113 h 142875"/>
              <a:gd name="connsiteX10" fmla="*/ 120319 w 171449"/>
              <a:gd name="connsiteY10" fmla="*/ 4762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49" h="142875">
                <a:moveTo>
                  <a:pt x="120319" y="47625"/>
                </a:moveTo>
                <a:cubicBezTo>
                  <a:pt x="113951" y="31367"/>
                  <a:pt x="99839" y="0"/>
                  <a:pt x="85725" y="0"/>
                </a:cubicBezTo>
                <a:cubicBezTo>
                  <a:pt x="71612" y="0"/>
                  <a:pt x="57499" y="31367"/>
                  <a:pt x="51132" y="47625"/>
                </a:cubicBezTo>
                <a:cubicBezTo>
                  <a:pt x="47625" y="56578"/>
                  <a:pt x="47346" y="56486"/>
                  <a:pt x="37631" y="47625"/>
                </a:cubicBezTo>
                <a:cubicBezTo>
                  <a:pt x="28519" y="39314"/>
                  <a:pt x="15620" y="28575"/>
                  <a:pt x="9802" y="28575"/>
                </a:cubicBezTo>
                <a:cubicBezTo>
                  <a:pt x="-780" y="28575"/>
                  <a:pt x="-1099" y="66186"/>
                  <a:pt x="1072" y="85725"/>
                </a:cubicBezTo>
                <a:cubicBezTo>
                  <a:pt x="6255" y="132385"/>
                  <a:pt x="19050" y="142875"/>
                  <a:pt x="85725" y="142875"/>
                </a:cubicBezTo>
                <a:cubicBezTo>
                  <a:pt x="152400" y="142875"/>
                  <a:pt x="165199" y="132349"/>
                  <a:pt x="170378" y="85725"/>
                </a:cubicBezTo>
                <a:cubicBezTo>
                  <a:pt x="172549" y="66186"/>
                  <a:pt x="172229" y="28575"/>
                  <a:pt x="161648" y="28575"/>
                </a:cubicBezTo>
                <a:cubicBezTo>
                  <a:pt x="155867" y="28575"/>
                  <a:pt x="142535" y="39740"/>
                  <a:pt x="133350" y="48113"/>
                </a:cubicBezTo>
                <a:cubicBezTo>
                  <a:pt x="123822" y="56798"/>
                  <a:pt x="123825" y="56578"/>
                  <a:pt x="120319" y="47625"/>
                </a:cubicBezTo>
                <a:close/>
              </a:path>
            </a:pathLst>
          </a:custGeom>
          <a:solidFill>
            <a:srgbClr val="000000"/>
          </a:solidFill>
          <a:ln w="9525" cap="flat">
            <a:noFill/>
            <a:prstDash val="solid"/>
            <a:miter/>
          </a:ln>
        </p:spPr>
        <p:txBody>
          <a:bodyPr rtlCol="0" anchor="ctr"/>
          <a:lstStyle/>
          <a:p>
            <a:endParaRPr lang="ru-RU"/>
          </a:p>
        </p:txBody>
      </p:sp>
      <p:sp>
        <p:nvSpPr>
          <p:cNvPr id="1552" name="Полилиния: фигура 1551">
            <a:extLst>
              <a:ext uri="{FF2B5EF4-FFF2-40B4-BE49-F238E27FC236}">
                <a16:creationId xmlns:a16="http://schemas.microsoft.com/office/drawing/2014/main" id="{42F1966B-D85F-7EA6-604B-DECEE2D5B29D}"/>
              </a:ext>
            </a:extLst>
          </p:cNvPr>
          <p:cNvSpPr/>
          <p:nvPr/>
        </p:nvSpPr>
        <p:spPr>
          <a:xfrm>
            <a:off x="5265698" y="875392"/>
            <a:ext cx="152400" cy="171393"/>
          </a:xfrm>
          <a:custGeom>
            <a:avLst/>
            <a:gdLst>
              <a:gd name="connsiteX0" fmla="*/ 61912 w 152400"/>
              <a:gd name="connsiteY0" fmla="*/ 123825 h 171393"/>
              <a:gd name="connsiteX1" fmla="*/ 57150 w 152400"/>
              <a:gd name="connsiteY1" fmla="*/ 128587 h 171393"/>
              <a:gd name="connsiteX2" fmla="*/ 61912 w 152400"/>
              <a:gd name="connsiteY2" fmla="*/ 133350 h 171393"/>
              <a:gd name="connsiteX3" fmla="*/ 66675 w 152400"/>
              <a:gd name="connsiteY3" fmla="*/ 128587 h 171393"/>
              <a:gd name="connsiteX4" fmla="*/ 61912 w 152400"/>
              <a:gd name="connsiteY4" fmla="*/ 123825 h 171393"/>
              <a:gd name="connsiteX5" fmla="*/ 61912 w 152400"/>
              <a:gd name="connsiteY5" fmla="*/ 95250 h 171393"/>
              <a:gd name="connsiteX6" fmla="*/ 57150 w 152400"/>
              <a:gd name="connsiteY6" fmla="*/ 100012 h 171393"/>
              <a:gd name="connsiteX7" fmla="*/ 61912 w 152400"/>
              <a:gd name="connsiteY7" fmla="*/ 104775 h 171393"/>
              <a:gd name="connsiteX8" fmla="*/ 66675 w 152400"/>
              <a:gd name="connsiteY8" fmla="*/ 100012 h 171393"/>
              <a:gd name="connsiteX9" fmla="*/ 61912 w 152400"/>
              <a:gd name="connsiteY9" fmla="*/ 95250 h 171393"/>
              <a:gd name="connsiteX10" fmla="*/ 23804 w 152400"/>
              <a:gd name="connsiteY10" fmla="*/ 20741 h 171393"/>
              <a:gd name="connsiteX11" fmla="*/ 27033 w 152400"/>
              <a:gd name="connsiteY11" fmla="*/ 36630 h 171393"/>
              <a:gd name="connsiteX12" fmla="*/ 38548 w 152400"/>
              <a:gd name="connsiteY12" fmla="*/ 57612 h 171393"/>
              <a:gd name="connsiteX13" fmla="*/ 45108 w 152400"/>
              <a:gd name="connsiteY13" fmla="*/ 63862 h 171393"/>
              <a:gd name="connsiteX14" fmla="*/ 52387 w 152400"/>
              <a:gd name="connsiteY14" fmla="*/ 66675 h 171393"/>
              <a:gd name="connsiteX15" fmla="*/ 63041 w 152400"/>
              <a:gd name="connsiteY15" fmla="*/ 60496 h 171393"/>
              <a:gd name="connsiteX16" fmla="*/ 69743 w 152400"/>
              <a:gd name="connsiteY16" fmla="*/ 49754 h 171393"/>
              <a:gd name="connsiteX17" fmla="*/ 74239 w 152400"/>
              <a:gd name="connsiteY17" fmla="*/ 39528 h 171393"/>
              <a:gd name="connsiteX18" fmla="*/ 78160 w 152400"/>
              <a:gd name="connsiteY18" fmla="*/ 39528 h 171393"/>
              <a:gd name="connsiteX19" fmla="*/ 82656 w 152400"/>
              <a:gd name="connsiteY19" fmla="*/ 49755 h 171393"/>
              <a:gd name="connsiteX20" fmla="*/ 89358 w 152400"/>
              <a:gd name="connsiteY20" fmla="*/ 60497 h 171393"/>
              <a:gd name="connsiteX21" fmla="*/ 100012 w 152400"/>
              <a:gd name="connsiteY21" fmla="*/ 66676 h 171393"/>
              <a:gd name="connsiteX22" fmla="*/ 107291 w 152400"/>
              <a:gd name="connsiteY22" fmla="*/ 63863 h 171393"/>
              <a:gd name="connsiteX23" fmla="*/ 113851 w 152400"/>
              <a:gd name="connsiteY23" fmla="*/ 57612 h 171393"/>
              <a:gd name="connsiteX24" fmla="*/ 125366 w 152400"/>
              <a:gd name="connsiteY24" fmla="*/ 36630 h 171393"/>
              <a:gd name="connsiteX25" fmla="*/ 128594 w 152400"/>
              <a:gd name="connsiteY25" fmla="*/ 20752 h 171393"/>
              <a:gd name="connsiteX26" fmla="*/ 152400 w 152400"/>
              <a:gd name="connsiteY26" fmla="*/ 85725 h 171393"/>
              <a:gd name="connsiteX27" fmla="*/ 95250 w 152400"/>
              <a:gd name="connsiteY27" fmla="*/ 171244 h 171393"/>
              <a:gd name="connsiteX28" fmla="*/ 85725 w 152400"/>
              <a:gd name="connsiteY28" fmla="*/ 161925 h 171393"/>
              <a:gd name="connsiteX29" fmla="*/ 85725 w 152400"/>
              <a:gd name="connsiteY29" fmla="*/ 90487 h 171393"/>
              <a:gd name="connsiteX30" fmla="*/ 80962 w 152400"/>
              <a:gd name="connsiteY30" fmla="*/ 85725 h 171393"/>
              <a:gd name="connsiteX31" fmla="*/ 76200 w 152400"/>
              <a:gd name="connsiteY31" fmla="*/ 90487 h 171393"/>
              <a:gd name="connsiteX32" fmla="*/ 76200 w 152400"/>
              <a:gd name="connsiteY32" fmla="*/ 161925 h 171393"/>
              <a:gd name="connsiteX33" fmla="*/ 66675 w 152400"/>
              <a:gd name="connsiteY33" fmla="*/ 171353 h 171393"/>
              <a:gd name="connsiteX34" fmla="*/ 0 w 152400"/>
              <a:gd name="connsiteY34" fmla="*/ 85725 h 171393"/>
              <a:gd name="connsiteX35" fmla="*/ 23804 w 152400"/>
              <a:gd name="connsiteY35" fmla="*/ 20741 h 171393"/>
              <a:gd name="connsiteX36" fmla="*/ 40490 w 152400"/>
              <a:gd name="connsiteY36" fmla="*/ 14235 h 171393"/>
              <a:gd name="connsiteX37" fmla="*/ 40584 w 152400"/>
              <a:gd name="connsiteY37" fmla="*/ 14391 h 171393"/>
              <a:gd name="connsiteX38" fmla="*/ 65281 w 152400"/>
              <a:gd name="connsiteY38" fmla="*/ 36282 h 171393"/>
              <a:gd name="connsiteX39" fmla="*/ 61225 w 152400"/>
              <a:gd name="connsiteY39" fmla="*/ 45495 h 171393"/>
              <a:gd name="connsiteX40" fmla="*/ 55724 w 152400"/>
              <a:gd name="connsiteY40" fmla="*/ 54398 h 171393"/>
              <a:gd name="connsiteX41" fmla="*/ 53299 w 152400"/>
              <a:gd name="connsiteY41" fmla="*/ 56722 h 171393"/>
              <a:gd name="connsiteX42" fmla="*/ 52461 w 152400"/>
              <a:gd name="connsiteY42" fmla="*/ 57137 h 171393"/>
              <a:gd name="connsiteX43" fmla="*/ 52432 w 152400"/>
              <a:gd name="connsiteY43" fmla="*/ 57126 h 171393"/>
              <a:gd name="connsiteX44" fmla="*/ 50644 w 152400"/>
              <a:gd name="connsiteY44" fmla="*/ 56111 h 171393"/>
              <a:gd name="connsiteX45" fmla="*/ 45837 w 152400"/>
              <a:gd name="connsiteY45" fmla="*/ 51480 h 171393"/>
              <a:gd name="connsiteX46" fmla="*/ 36069 w 152400"/>
              <a:gd name="connsiteY46" fmla="*/ 33618 h 171393"/>
              <a:gd name="connsiteX47" fmla="*/ 33156 w 152400"/>
              <a:gd name="connsiteY47" fmla="*/ 17292 h 171393"/>
              <a:gd name="connsiteX48" fmla="*/ 40490 w 152400"/>
              <a:gd name="connsiteY48" fmla="*/ 14235 h 171393"/>
              <a:gd name="connsiteX49" fmla="*/ 111920 w 152400"/>
              <a:gd name="connsiteY49" fmla="*/ 14217 h 171393"/>
              <a:gd name="connsiteX50" fmla="*/ 119243 w 152400"/>
              <a:gd name="connsiteY50" fmla="*/ 17282 h 171393"/>
              <a:gd name="connsiteX51" fmla="*/ 116329 w 152400"/>
              <a:gd name="connsiteY51" fmla="*/ 33618 h 171393"/>
              <a:gd name="connsiteX52" fmla="*/ 106562 w 152400"/>
              <a:gd name="connsiteY52" fmla="*/ 51480 h 171393"/>
              <a:gd name="connsiteX53" fmla="*/ 101755 w 152400"/>
              <a:gd name="connsiteY53" fmla="*/ 56112 h 171393"/>
              <a:gd name="connsiteX54" fmla="*/ 99967 w 152400"/>
              <a:gd name="connsiteY54" fmla="*/ 57127 h 171393"/>
              <a:gd name="connsiteX55" fmla="*/ 99938 w 152400"/>
              <a:gd name="connsiteY55" fmla="*/ 57137 h 171393"/>
              <a:gd name="connsiteX56" fmla="*/ 99100 w 152400"/>
              <a:gd name="connsiteY56" fmla="*/ 56722 h 171393"/>
              <a:gd name="connsiteX57" fmla="*/ 96675 w 152400"/>
              <a:gd name="connsiteY57" fmla="*/ 54399 h 171393"/>
              <a:gd name="connsiteX58" fmla="*/ 91175 w 152400"/>
              <a:gd name="connsiteY58" fmla="*/ 45495 h 171393"/>
              <a:gd name="connsiteX59" fmla="*/ 87118 w 152400"/>
              <a:gd name="connsiteY59" fmla="*/ 36282 h 171393"/>
              <a:gd name="connsiteX60" fmla="*/ 111814 w 152400"/>
              <a:gd name="connsiteY60" fmla="*/ 14389 h 171393"/>
              <a:gd name="connsiteX61" fmla="*/ 76200 w 152400"/>
              <a:gd name="connsiteY61" fmla="*/ 0 h 171393"/>
              <a:gd name="connsiteX62" fmla="*/ 98877 w 152400"/>
              <a:gd name="connsiteY62" fmla="*/ 7063 h 171393"/>
              <a:gd name="connsiteX63" fmla="*/ 100012 w 152400"/>
              <a:gd name="connsiteY63" fmla="*/ 14588 h 171393"/>
              <a:gd name="connsiteX64" fmla="*/ 76200 w 152400"/>
              <a:gd name="connsiteY64" fmla="*/ 28575 h 171393"/>
              <a:gd name="connsiteX65" fmla="*/ 52387 w 152400"/>
              <a:gd name="connsiteY65" fmla="*/ 14589 h 171393"/>
              <a:gd name="connsiteX66" fmla="*/ 53577 w 152400"/>
              <a:gd name="connsiteY66" fmla="*/ 7057 h 171393"/>
              <a:gd name="connsiteX67" fmla="*/ 76200 w 152400"/>
              <a:gd name="connsiteY67" fmla="*/ 0 h 171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52400" h="171393">
                <a:moveTo>
                  <a:pt x="61912" y="123825"/>
                </a:moveTo>
                <a:cubicBezTo>
                  <a:pt x="59282" y="123825"/>
                  <a:pt x="57150" y="125957"/>
                  <a:pt x="57150" y="128587"/>
                </a:cubicBezTo>
                <a:cubicBezTo>
                  <a:pt x="57150" y="131217"/>
                  <a:pt x="59282" y="133350"/>
                  <a:pt x="61912" y="133350"/>
                </a:cubicBezTo>
                <a:cubicBezTo>
                  <a:pt x="64542" y="133350"/>
                  <a:pt x="66675" y="131217"/>
                  <a:pt x="66675" y="128587"/>
                </a:cubicBezTo>
                <a:cubicBezTo>
                  <a:pt x="66675" y="125957"/>
                  <a:pt x="64542" y="123825"/>
                  <a:pt x="61912" y="123825"/>
                </a:cubicBezTo>
                <a:close/>
                <a:moveTo>
                  <a:pt x="61912" y="95250"/>
                </a:moveTo>
                <a:cubicBezTo>
                  <a:pt x="59282" y="95250"/>
                  <a:pt x="57150" y="97382"/>
                  <a:pt x="57150" y="100012"/>
                </a:cubicBezTo>
                <a:cubicBezTo>
                  <a:pt x="57150" y="102642"/>
                  <a:pt x="59282" y="104775"/>
                  <a:pt x="61912" y="104775"/>
                </a:cubicBezTo>
                <a:cubicBezTo>
                  <a:pt x="64542" y="104775"/>
                  <a:pt x="66675" y="102642"/>
                  <a:pt x="66675" y="100012"/>
                </a:cubicBezTo>
                <a:cubicBezTo>
                  <a:pt x="66675" y="97382"/>
                  <a:pt x="64542" y="95250"/>
                  <a:pt x="61912" y="95250"/>
                </a:cubicBezTo>
                <a:close/>
                <a:moveTo>
                  <a:pt x="23804" y="20741"/>
                </a:moveTo>
                <a:cubicBezTo>
                  <a:pt x="24241" y="26404"/>
                  <a:pt x="25404" y="31745"/>
                  <a:pt x="27033" y="36630"/>
                </a:cubicBezTo>
                <a:cubicBezTo>
                  <a:pt x="29904" y="45243"/>
                  <a:pt x="34220" y="52468"/>
                  <a:pt x="38548" y="57612"/>
                </a:cubicBezTo>
                <a:cubicBezTo>
                  <a:pt x="40707" y="60178"/>
                  <a:pt x="42947" y="62319"/>
                  <a:pt x="45108" y="63862"/>
                </a:cubicBezTo>
                <a:cubicBezTo>
                  <a:pt x="47092" y="65280"/>
                  <a:pt x="49671" y="66675"/>
                  <a:pt x="52387" y="66675"/>
                </a:cubicBezTo>
                <a:cubicBezTo>
                  <a:pt x="57061" y="66675"/>
                  <a:pt x="60681" y="63327"/>
                  <a:pt x="63041" y="60496"/>
                </a:cubicBezTo>
                <a:cubicBezTo>
                  <a:pt x="65617" y="57405"/>
                  <a:pt x="67893" y="53457"/>
                  <a:pt x="69743" y="49754"/>
                </a:cubicBezTo>
                <a:cubicBezTo>
                  <a:pt x="71617" y="46007"/>
                  <a:pt x="73165" y="42290"/>
                  <a:pt x="74239" y="39528"/>
                </a:cubicBezTo>
                <a:cubicBezTo>
                  <a:pt x="74951" y="37697"/>
                  <a:pt x="77438" y="37672"/>
                  <a:pt x="78160" y="39528"/>
                </a:cubicBezTo>
                <a:cubicBezTo>
                  <a:pt x="79234" y="42290"/>
                  <a:pt x="80782" y="46008"/>
                  <a:pt x="82656" y="49755"/>
                </a:cubicBezTo>
                <a:cubicBezTo>
                  <a:pt x="84506" y="53457"/>
                  <a:pt x="86782" y="57405"/>
                  <a:pt x="89358" y="60497"/>
                </a:cubicBezTo>
                <a:cubicBezTo>
                  <a:pt x="91718" y="63327"/>
                  <a:pt x="95337" y="66676"/>
                  <a:pt x="100012" y="66676"/>
                </a:cubicBezTo>
                <a:cubicBezTo>
                  <a:pt x="102728" y="66676"/>
                  <a:pt x="105307" y="65280"/>
                  <a:pt x="107291" y="63863"/>
                </a:cubicBezTo>
                <a:cubicBezTo>
                  <a:pt x="109451" y="62320"/>
                  <a:pt x="111692" y="60179"/>
                  <a:pt x="113851" y="57612"/>
                </a:cubicBezTo>
                <a:cubicBezTo>
                  <a:pt x="118178" y="52468"/>
                  <a:pt x="122495" y="45242"/>
                  <a:pt x="125366" y="36630"/>
                </a:cubicBezTo>
                <a:cubicBezTo>
                  <a:pt x="126994" y="31748"/>
                  <a:pt x="128156" y="26410"/>
                  <a:pt x="128594" y="20752"/>
                </a:cubicBezTo>
                <a:cubicBezTo>
                  <a:pt x="152400" y="31199"/>
                  <a:pt x="152400" y="47625"/>
                  <a:pt x="152400" y="85725"/>
                </a:cubicBezTo>
                <a:cubicBezTo>
                  <a:pt x="152400" y="148483"/>
                  <a:pt x="152400" y="169314"/>
                  <a:pt x="95250" y="171244"/>
                </a:cubicBezTo>
                <a:cubicBezTo>
                  <a:pt x="85783" y="171563"/>
                  <a:pt x="85725" y="171284"/>
                  <a:pt x="85725" y="161925"/>
                </a:cubicBezTo>
                <a:lnTo>
                  <a:pt x="85725" y="90487"/>
                </a:lnTo>
                <a:cubicBezTo>
                  <a:pt x="85725" y="87857"/>
                  <a:pt x="83592" y="85725"/>
                  <a:pt x="80962" y="85725"/>
                </a:cubicBezTo>
                <a:cubicBezTo>
                  <a:pt x="78332" y="85725"/>
                  <a:pt x="76200" y="87857"/>
                  <a:pt x="76200" y="90487"/>
                </a:cubicBezTo>
                <a:lnTo>
                  <a:pt x="76200" y="161925"/>
                </a:lnTo>
                <a:cubicBezTo>
                  <a:pt x="76200" y="171345"/>
                  <a:pt x="76166" y="171557"/>
                  <a:pt x="66675" y="171353"/>
                </a:cubicBezTo>
                <a:cubicBezTo>
                  <a:pt x="0" y="169919"/>
                  <a:pt x="1" y="152006"/>
                  <a:pt x="0" y="85725"/>
                </a:cubicBezTo>
                <a:cubicBezTo>
                  <a:pt x="0" y="47625"/>
                  <a:pt x="-33" y="31127"/>
                  <a:pt x="23804" y="20741"/>
                </a:cubicBezTo>
                <a:close/>
                <a:moveTo>
                  <a:pt x="40490" y="14235"/>
                </a:moveTo>
                <a:lnTo>
                  <a:pt x="40584" y="14391"/>
                </a:lnTo>
                <a:cubicBezTo>
                  <a:pt x="46579" y="24199"/>
                  <a:pt x="55890" y="32362"/>
                  <a:pt x="65281" y="36282"/>
                </a:cubicBezTo>
                <a:cubicBezTo>
                  <a:pt x="64277" y="38852"/>
                  <a:pt x="62878" y="42187"/>
                  <a:pt x="61225" y="45495"/>
                </a:cubicBezTo>
                <a:cubicBezTo>
                  <a:pt x="59503" y="48936"/>
                  <a:pt x="57612" y="52132"/>
                  <a:pt x="55724" y="54398"/>
                </a:cubicBezTo>
                <a:cubicBezTo>
                  <a:pt x="54783" y="55528"/>
                  <a:pt x="53962" y="56280"/>
                  <a:pt x="53299" y="56722"/>
                </a:cubicBezTo>
                <a:cubicBezTo>
                  <a:pt x="52855" y="57017"/>
                  <a:pt x="52583" y="57109"/>
                  <a:pt x="52461" y="57137"/>
                </a:cubicBezTo>
                <a:lnTo>
                  <a:pt x="52432" y="57126"/>
                </a:lnTo>
                <a:cubicBezTo>
                  <a:pt x="52265" y="57065"/>
                  <a:pt x="51680" y="56851"/>
                  <a:pt x="50644" y="56111"/>
                </a:cubicBezTo>
                <a:cubicBezTo>
                  <a:pt x="49288" y="55143"/>
                  <a:pt x="47621" y="53601"/>
                  <a:pt x="45837" y="51480"/>
                </a:cubicBezTo>
                <a:cubicBezTo>
                  <a:pt x="42276" y="47248"/>
                  <a:pt x="38556" y="41079"/>
                  <a:pt x="36069" y="33618"/>
                </a:cubicBezTo>
                <a:cubicBezTo>
                  <a:pt x="34421" y="28673"/>
                  <a:pt x="33314" y="23172"/>
                  <a:pt x="33156" y="17292"/>
                </a:cubicBezTo>
                <a:cubicBezTo>
                  <a:pt x="35890" y="16259"/>
                  <a:pt x="38313" y="15236"/>
                  <a:pt x="40490" y="14235"/>
                </a:cubicBezTo>
                <a:close/>
                <a:moveTo>
                  <a:pt x="111920" y="14217"/>
                </a:moveTo>
                <a:cubicBezTo>
                  <a:pt x="114094" y="15220"/>
                  <a:pt x="116514" y="16245"/>
                  <a:pt x="119243" y="17282"/>
                </a:cubicBezTo>
                <a:cubicBezTo>
                  <a:pt x="119086" y="23166"/>
                  <a:pt x="117979" y="28669"/>
                  <a:pt x="116329" y="33618"/>
                </a:cubicBezTo>
                <a:cubicBezTo>
                  <a:pt x="113842" y="41079"/>
                  <a:pt x="110123" y="47247"/>
                  <a:pt x="106562" y="51480"/>
                </a:cubicBezTo>
                <a:cubicBezTo>
                  <a:pt x="104777" y="53601"/>
                  <a:pt x="103110" y="55143"/>
                  <a:pt x="101755" y="56112"/>
                </a:cubicBezTo>
                <a:cubicBezTo>
                  <a:pt x="100719" y="56852"/>
                  <a:pt x="100134" y="57066"/>
                  <a:pt x="99967" y="57127"/>
                </a:cubicBezTo>
                <a:lnTo>
                  <a:pt x="99938" y="57137"/>
                </a:lnTo>
                <a:cubicBezTo>
                  <a:pt x="99816" y="57109"/>
                  <a:pt x="99544" y="57018"/>
                  <a:pt x="99100" y="56722"/>
                </a:cubicBezTo>
                <a:cubicBezTo>
                  <a:pt x="98438" y="56280"/>
                  <a:pt x="97616" y="55528"/>
                  <a:pt x="96675" y="54399"/>
                </a:cubicBezTo>
                <a:cubicBezTo>
                  <a:pt x="94788" y="52132"/>
                  <a:pt x="92896" y="48937"/>
                  <a:pt x="91175" y="45495"/>
                </a:cubicBezTo>
                <a:cubicBezTo>
                  <a:pt x="89521" y="42187"/>
                  <a:pt x="88122" y="38852"/>
                  <a:pt x="87118" y="36282"/>
                </a:cubicBezTo>
                <a:cubicBezTo>
                  <a:pt x="96509" y="32362"/>
                  <a:pt x="105820" y="24198"/>
                  <a:pt x="111814" y="14389"/>
                </a:cubicBezTo>
                <a:close/>
                <a:moveTo>
                  <a:pt x="76200" y="0"/>
                </a:moveTo>
                <a:cubicBezTo>
                  <a:pt x="87392" y="0"/>
                  <a:pt x="92035" y="2855"/>
                  <a:pt x="98877" y="7063"/>
                </a:cubicBezTo>
                <a:cubicBezTo>
                  <a:pt x="102881" y="9525"/>
                  <a:pt x="102542" y="11487"/>
                  <a:pt x="100012" y="14588"/>
                </a:cubicBezTo>
                <a:cubicBezTo>
                  <a:pt x="94146" y="21780"/>
                  <a:pt x="85297" y="28576"/>
                  <a:pt x="76200" y="28575"/>
                </a:cubicBezTo>
                <a:cubicBezTo>
                  <a:pt x="67100" y="28574"/>
                  <a:pt x="58253" y="21779"/>
                  <a:pt x="52387" y="14589"/>
                </a:cubicBezTo>
                <a:cubicBezTo>
                  <a:pt x="49797" y="11414"/>
                  <a:pt x="49570" y="9525"/>
                  <a:pt x="53577" y="7057"/>
                </a:cubicBezTo>
                <a:cubicBezTo>
                  <a:pt x="60392" y="2859"/>
                  <a:pt x="65034" y="0"/>
                  <a:pt x="76200" y="0"/>
                </a:cubicBezTo>
                <a:close/>
              </a:path>
            </a:pathLst>
          </a:custGeom>
          <a:solidFill>
            <a:srgbClr val="000000"/>
          </a:solidFill>
          <a:ln w="9525" cap="flat">
            <a:noFill/>
            <a:prstDash val="solid"/>
            <a:miter/>
          </a:ln>
        </p:spPr>
        <p:txBody>
          <a:bodyPr rtlCol="0" anchor="ctr"/>
          <a:lstStyle/>
          <a:p>
            <a:endParaRPr lang="ru-RU"/>
          </a:p>
        </p:txBody>
      </p:sp>
      <p:sp>
        <p:nvSpPr>
          <p:cNvPr id="1560" name="Полилиния: фигура 1559">
            <a:extLst>
              <a:ext uri="{FF2B5EF4-FFF2-40B4-BE49-F238E27FC236}">
                <a16:creationId xmlns:a16="http://schemas.microsoft.com/office/drawing/2014/main" id="{74804EE4-2D97-02DA-CDBE-071A4D62D240}"/>
              </a:ext>
            </a:extLst>
          </p:cNvPr>
          <p:cNvSpPr/>
          <p:nvPr/>
        </p:nvSpPr>
        <p:spPr>
          <a:xfrm>
            <a:off x="5256173" y="1414083"/>
            <a:ext cx="171450" cy="152400"/>
          </a:xfrm>
          <a:custGeom>
            <a:avLst/>
            <a:gdLst>
              <a:gd name="connsiteX0" fmla="*/ 52389 w 171450"/>
              <a:gd name="connsiteY0" fmla="*/ 57150 h 152400"/>
              <a:gd name="connsiteX1" fmla="*/ 60103 w 171450"/>
              <a:gd name="connsiteY1" fmla="*/ 63422 h 152400"/>
              <a:gd name="connsiteX2" fmla="*/ 69497 w 171450"/>
              <a:gd name="connsiteY2" fmla="*/ 71811 h 152400"/>
              <a:gd name="connsiteX3" fmla="*/ 85726 w 171450"/>
              <a:gd name="connsiteY3" fmla="*/ 76200 h 152400"/>
              <a:gd name="connsiteX4" fmla="*/ 101955 w 171450"/>
              <a:gd name="connsiteY4" fmla="*/ 71811 h 152400"/>
              <a:gd name="connsiteX5" fmla="*/ 111349 w 171450"/>
              <a:gd name="connsiteY5" fmla="*/ 63422 h 152400"/>
              <a:gd name="connsiteX6" fmla="*/ 119064 w 171450"/>
              <a:gd name="connsiteY6" fmla="*/ 57150 h 152400"/>
              <a:gd name="connsiteX7" fmla="*/ 126778 w 171450"/>
              <a:gd name="connsiteY7" fmla="*/ 63422 h 152400"/>
              <a:gd name="connsiteX8" fmla="*/ 136172 w 171450"/>
              <a:gd name="connsiteY8" fmla="*/ 71811 h 152400"/>
              <a:gd name="connsiteX9" fmla="*/ 152401 w 171450"/>
              <a:gd name="connsiteY9" fmla="*/ 76200 h 152400"/>
              <a:gd name="connsiteX10" fmla="*/ 161926 w 171450"/>
              <a:gd name="connsiteY10" fmla="*/ 85725 h 152400"/>
              <a:gd name="connsiteX11" fmla="*/ 161926 w 171450"/>
              <a:gd name="connsiteY11" fmla="*/ 100013 h 152400"/>
              <a:gd name="connsiteX12" fmla="*/ 157159 w 171450"/>
              <a:gd name="connsiteY12" fmla="*/ 147641 h 152400"/>
              <a:gd name="connsiteX13" fmla="*/ 123826 w 171450"/>
              <a:gd name="connsiteY13" fmla="*/ 152400 h 152400"/>
              <a:gd name="connsiteX14" fmla="*/ 107562 w 171450"/>
              <a:gd name="connsiteY14" fmla="*/ 149613 h 152400"/>
              <a:gd name="connsiteX15" fmla="*/ 104772 w 171450"/>
              <a:gd name="connsiteY15" fmla="*/ 133432 h 152400"/>
              <a:gd name="connsiteX16" fmla="*/ 104776 w 171450"/>
              <a:gd name="connsiteY16" fmla="*/ 119063 h 152400"/>
              <a:gd name="connsiteX17" fmla="*/ 85725 w 171450"/>
              <a:gd name="connsiteY17" fmla="*/ 95307 h 152400"/>
              <a:gd name="connsiteX18" fmla="*/ 66676 w 171450"/>
              <a:gd name="connsiteY18" fmla="*/ 119063 h 152400"/>
              <a:gd name="connsiteX19" fmla="*/ 66675 w 171450"/>
              <a:gd name="connsiteY19" fmla="*/ 133372 h 152400"/>
              <a:gd name="connsiteX20" fmla="*/ 63885 w 171450"/>
              <a:gd name="connsiteY20" fmla="*/ 149613 h 152400"/>
              <a:gd name="connsiteX21" fmla="*/ 47626 w 171450"/>
              <a:gd name="connsiteY21" fmla="*/ 152400 h 152400"/>
              <a:gd name="connsiteX22" fmla="*/ 14289 w 171450"/>
              <a:gd name="connsiteY22" fmla="*/ 147641 h 152400"/>
              <a:gd name="connsiteX23" fmla="*/ 9526 w 171450"/>
              <a:gd name="connsiteY23" fmla="*/ 100013 h 152400"/>
              <a:gd name="connsiteX24" fmla="*/ 9526 w 171450"/>
              <a:gd name="connsiteY24" fmla="*/ 85725 h 152400"/>
              <a:gd name="connsiteX25" fmla="*/ 19051 w 171450"/>
              <a:gd name="connsiteY25" fmla="*/ 76200 h 152400"/>
              <a:gd name="connsiteX26" fmla="*/ 35280 w 171450"/>
              <a:gd name="connsiteY26" fmla="*/ 71811 h 152400"/>
              <a:gd name="connsiteX27" fmla="*/ 44674 w 171450"/>
              <a:gd name="connsiteY27" fmla="*/ 63422 h 152400"/>
              <a:gd name="connsiteX28" fmla="*/ 52389 w 171450"/>
              <a:gd name="connsiteY28" fmla="*/ 57150 h 152400"/>
              <a:gd name="connsiteX29" fmla="*/ 85725 w 171450"/>
              <a:gd name="connsiteY29" fmla="*/ 0 h 152400"/>
              <a:gd name="connsiteX30" fmla="*/ 162878 w 171450"/>
              <a:gd name="connsiteY30" fmla="*/ 19050 h 152400"/>
              <a:gd name="connsiteX31" fmla="*/ 171450 w 171450"/>
              <a:gd name="connsiteY31" fmla="*/ 47625 h 152400"/>
              <a:gd name="connsiteX32" fmla="*/ 152400 w 171450"/>
              <a:gd name="connsiteY32" fmla="*/ 66675 h 152400"/>
              <a:gd name="connsiteX33" fmla="*/ 133056 w 171450"/>
              <a:gd name="connsiteY33" fmla="*/ 56126 h 152400"/>
              <a:gd name="connsiteX34" fmla="*/ 119063 w 171450"/>
              <a:gd name="connsiteY34" fmla="*/ 47625 h 152400"/>
              <a:gd name="connsiteX35" fmla="*/ 105069 w 171450"/>
              <a:gd name="connsiteY35" fmla="*/ 56126 h 152400"/>
              <a:gd name="connsiteX36" fmla="*/ 85725 w 171450"/>
              <a:gd name="connsiteY36" fmla="*/ 66675 h 152400"/>
              <a:gd name="connsiteX37" fmla="*/ 66380 w 171450"/>
              <a:gd name="connsiteY37" fmla="*/ 56126 h 152400"/>
              <a:gd name="connsiteX38" fmla="*/ 52388 w 171450"/>
              <a:gd name="connsiteY38" fmla="*/ 47625 h 152400"/>
              <a:gd name="connsiteX39" fmla="*/ 38395 w 171450"/>
              <a:gd name="connsiteY39" fmla="*/ 56126 h 152400"/>
              <a:gd name="connsiteX40" fmla="*/ 19050 w 171450"/>
              <a:gd name="connsiteY40" fmla="*/ 66675 h 152400"/>
              <a:gd name="connsiteX41" fmla="*/ 0 w 171450"/>
              <a:gd name="connsiteY41" fmla="*/ 47625 h 152400"/>
              <a:gd name="connsiteX42" fmla="*/ 8573 w 171450"/>
              <a:gd name="connsiteY42" fmla="*/ 19050 h 152400"/>
              <a:gd name="connsiteX43" fmla="*/ 85725 w 171450"/>
              <a:gd name="connsiteY4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1450" h="152400">
                <a:moveTo>
                  <a:pt x="52389" y="57150"/>
                </a:moveTo>
                <a:cubicBezTo>
                  <a:pt x="54397" y="57150"/>
                  <a:pt x="55080" y="57681"/>
                  <a:pt x="60103" y="63422"/>
                </a:cubicBezTo>
                <a:cubicBezTo>
                  <a:pt x="62263" y="65891"/>
                  <a:pt x="65288" y="69220"/>
                  <a:pt x="69497" y="71811"/>
                </a:cubicBezTo>
                <a:cubicBezTo>
                  <a:pt x="73918" y="74530"/>
                  <a:pt x="79221" y="76200"/>
                  <a:pt x="85726" y="76200"/>
                </a:cubicBezTo>
                <a:cubicBezTo>
                  <a:pt x="92232" y="76200"/>
                  <a:pt x="97534" y="74530"/>
                  <a:pt x="101955" y="71811"/>
                </a:cubicBezTo>
                <a:cubicBezTo>
                  <a:pt x="106164" y="69220"/>
                  <a:pt x="109189" y="65891"/>
                  <a:pt x="111349" y="63422"/>
                </a:cubicBezTo>
                <a:cubicBezTo>
                  <a:pt x="116373" y="57681"/>
                  <a:pt x="117055" y="57150"/>
                  <a:pt x="119064" y="57150"/>
                </a:cubicBezTo>
                <a:cubicBezTo>
                  <a:pt x="121072" y="57150"/>
                  <a:pt x="121754" y="57681"/>
                  <a:pt x="126778" y="63422"/>
                </a:cubicBezTo>
                <a:cubicBezTo>
                  <a:pt x="128938" y="65891"/>
                  <a:pt x="131963" y="69220"/>
                  <a:pt x="136172" y="71811"/>
                </a:cubicBezTo>
                <a:cubicBezTo>
                  <a:pt x="140593" y="74530"/>
                  <a:pt x="145895" y="76200"/>
                  <a:pt x="152401" y="76200"/>
                </a:cubicBezTo>
                <a:cubicBezTo>
                  <a:pt x="161926" y="76200"/>
                  <a:pt x="161926" y="80963"/>
                  <a:pt x="161926" y="85725"/>
                </a:cubicBezTo>
                <a:lnTo>
                  <a:pt x="161926" y="100013"/>
                </a:lnTo>
                <a:cubicBezTo>
                  <a:pt x="161926" y="126930"/>
                  <a:pt x="161921" y="142883"/>
                  <a:pt x="157159" y="147641"/>
                </a:cubicBezTo>
                <a:cubicBezTo>
                  <a:pt x="152396" y="152400"/>
                  <a:pt x="142876" y="152400"/>
                  <a:pt x="123826" y="152400"/>
                </a:cubicBezTo>
                <a:cubicBezTo>
                  <a:pt x="114301" y="152400"/>
                  <a:pt x="110351" y="152400"/>
                  <a:pt x="107562" y="149613"/>
                </a:cubicBezTo>
                <a:cubicBezTo>
                  <a:pt x="104778" y="146831"/>
                  <a:pt x="104776" y="142891"/>
                  <a:pt x="104772" y="133432"/>
                </a:cubicBezTo>
                <a:lnTo>
                  <a:pt x="104776" y="119063"/>
                </a:lnTo>
                <a:cubicBezTo>
                  <a:pt x="104780" y="104743"/>
                  <a:pt x="104773" y="95382"/>
                  <a:pt x="85725" y="95307"/>
                </a:cubicBezTo>
                <a:cubicBezTo>
                  <a:pt x="66676" y="95231"/>
                  <a:pt x="66674" y="104743"/>
                  <a:pt x="66676" y="119063"/>
                </a:cubicBezTo>
                <a:lnTo>
                  <a:pt x="66675" y="133372"/>
                </a:lnTo>
                <a:cubicBezTo>
                  <a:pt x="66676" y="142875"/>
                  <a:pt x="66675" y="146825"/>
                  <a:pt x="63885" y="149613"/>
                </a:cubicBezTo>
                <a:cubicBezTo>
                  <a:pt x="61096" y="152400"/>
                  <a:pt x="57151" y="152400"/>
                  <a:pt x="47626" y="152400"/>
                </a:cubicBezTo>
                <a:cubicBezTo>
                  <a:pt x="28576" y="152400"/>
                  <a:pt x="19051" y="152400"/>
                  <a:pt x="14289" y="147641"/>
                </a:cubicBezTo>
                <a:cubicBezTo>
                  <a:pt x="9526" y="142883"/>
                  <a:pt x="9526" y="126930"/>
                  <a:pt x="9526" y="100013"/>
                </a:cubicBezTo>
                <a:lnTo>
                  <a:pt x="9526" y="85725"/>
                </a:lnTo>
                <a:cubicBezTo>
                  <a:pt x="9526" y="80963"/>
                  <a:pt x="9526" y="76200"/>
                  <a:pt x="19051" y="76200"/>
                </a:cubicBezTo>
                <a:cubicBezTo>
                  <a:pt x="25556" y="76200"/>
                  <a:pt x="30859" y="74530"/>
                  <a:pt x="35280" y="71811"/>
                </a:cubicBezTo>
                <a:cubicBezTo>
                  <a:pt x="39489" y="69220"/>
                  <a:pt x="42514" y="65891"/>
                  <a:pt x="44674" y="63422"/>
                </a:cubicBezTo>
                <a:cubicBezTo>
                  <a:pt x="49698" y="57681"/>
                  <a:pt x="50380" y="57150"/>
                  <a:pt x="52389" y="57150"/>
                </a:cubicBezTo>
                <a:close/>
                <a:moveTo>
                  <a:pt x="85725" y="0"/>
                </a:moveTo>
                <a:cubicBezTo>
                  <a:pt x="145733" y="0"/>
                  <a:pt x="156332" y="4505"/>
                  <a:pt x="162878" y="19050"/>
                </a:cubicBezTo>
                <a:cubicBezTo>
                  <a:pt x="169423" y="33595"/>
                  <a:pt x="171450" y="38100"/>
                  <a:pt x="171450" y="47625"/>
                </a:cubicBezTo>
                <a:cubicBezTo>
                  <a:pt x="171450" y="57150"/>
                  <a:pt x="162451" y="66675"/>
                  <a:pt x="152400" y="66675"/>
                </a:cubicBezTo>
                <a:cubicBezTo>
                  <a:pt x="142191" y="66675"/>
                  <a:pt x="137453" y="61204"/>
                  <a:pt x="133056" y="56126"/>
                </a:cubicBezTo>
                <a:cubicBezTo>
                  <a:pt x="129247" y="51728"/>
                  <a:pt x="125694" y="47625"/>
                  <a:pt x="119063" y="47625"/>
                </a:cubicBezTo>
                <a:cubicBezTo>
                  <a:pt x="112432" y="47625"/>
                  <a:pt x="108878" y="51728"/>
                  <a:pt x="105069" y="56126"/>
                </a:cubicBezTo>
                <a:cubicBezTo>
                  <a:pt x="100672" y="61204"/>
                  <a:pt x="95934" y="66675"/>
                  <a:pt x="85725" y="66675"/>
                </a:cubicBezTo>
                <a:cubicBezTo>
                  <a:pt x="75516" y="66675"/>
                  <a:pt x="70778" y="61204"/>
                  <a:pt x="66380" y="56126"/>
                </a:cubicBezTo>
                <a:cubicBezTo>
                  <a:pt x="62572" y="51728"/>
                  <a:pt x="59018" y="47625"/>
                  <a:pt x="52388" y="47625"/>
                </a:cubicBezTo>
                <a:cubicBezTo>
                  <a:pt x="45757" y="47625"/>
                  <a:pt x="42203" y="51728"/>
                  <a:pt x="38395" y="56126"/>
                </a:cubicBezTo>
                <a:cubicBezTo>
                  <a:pt x="33997" y="61204"/>
                  <a:pt x="29259" y="66675"/>
                  <a:pt x="19050" y="66675"/>
                </a:cubicBezTo>
                <a:cubicBezTo>
                  <a:pt x="8999" y="66675"/>
                  <a:pt x="0" y="57150"/>
                  <a:pt x="0" y="47625"/>
                </a:cubicBezTo>
                <a:cubicBezTo>
                  <a:pt x="0" y="38100"/>
                  <a:pt x="2143" y="33338"/>
                  <a:pt x="8573" y="19050"/>
                </a:cubicBezTo>
                <a:cubicBezTo>
                  <a:pt x="15002" y="4763"/>
                  <a:pt x="25717" y="0"/>
                  <a:pt x="85725" y="0"/>
                </a:cubicBezTo>
                <a:close/>
              </a:path>
            </a:pathLst>
          </a:custGeom>
          <a:solidFill>
            <a:srgbClr val="000000"/>
          </a:solidFill>
          <a:ln w="9525" cap="flat">
            <a:noFill/>
            <a:prstDash val="solid"/>
            <a:miter/>
          </a:ln>
        </p:spPr>
        <p:txBody>
          <a:bodyPr rtlCol="0" anchor="ctr"/>
          <a:lstStyle/>
          <a:p>
            <a:endParaRPr lang="ru-RU"/>
          </a:p>
        </p:txBody>
      </p:sp>
      <p:sp>
        <p:nvSpPr>
          <p:cNvPr id="1569" name="Полилиния: фигура 1568">
            <a:extLst>
              <a:ext uri="{FF2B5EF4-FFF2-40B4-BE49-F238E27FC236}">
                <a16:creationId xmlns:a16="http://schemas.microsoft.com/office/drawing/2014/main" id="{327B9E03-64B6-B982-C8B5-521062E6DFBC}"/>
              </a:ext>
            </a:extLst>
          </p:cNvPr>
          <p:cNvSpPr/>
          <p:nvPr/>
        </p:nvSpPr>
        <p:spPr>
          <a:xfrm>
            <a:off x="5256179" y="1952784"/>
            <a:ext cx="171444" cy="133340"/>
          </a:xfrm>
          <a:custGeom>
            <a:avLst/>
            <a:gdLst>
              <a:gd name="connsiteX0" fmla="*/ 2051 w 171444"/>
              <a:gd name="connsiteY0" fmla="*/ 78017 h 133340"/>
              <a:gd name="connsiteX1" fmla="*/ 8249 w 171444"/>
              <a:gd name="connsiteY1" fmla="*/ 78270 h 133340"/>
              <a:gd name="connsiteX2" fmla="*/ 23321 w 171444"/>
              <a:gd name="connsiteY2" fmla="*/ 84138 h 133340"/>
              <a:gd name="connsiteX3" fmla="*/ 28569 w 171444"/>
              <a:gd name="connsiteY3" fmla="*/ 95240 h 133340"/>
              <a:gd name="connsiteX4" fmla="*/ 28569 w 171444"/>
              <a:gd name="connsiteY4" fmla="*/ 123815 h 133340"/>
              <a:gd name="connsiteX5" fmla="*/ 19044 w 171444"/>
              <a:gd name="connsiteY5" fmla="*/ 133340 h 133340"/>
              <a:gd name="connsiteX6" fmla="*/ 7615 w 171444"/>
              <a:gd name="connsiteY6" fmla="*/ 123815 h 133340"/>
              <a:gd name="connsiteX7" fmla="*/ 1904 w 171444"/>
              <a:gd name="connsiteY7" fmla="*/ 85715 h 133340"/>
              <a:gd name="connsiteX8" fmla="*/ 2051 w 171444"/>
              <a:gd name="connsiteY8" fmla="*/ 78017 h 133340"/>
              <a:gd name="connsiteX9" fmla="*/ 72568 w 171444"/>
              <a:gd name="connsiteY9" fmla="*/ 39 h 133340"/>
              <a:gd name="connsiteX10" fmla="*/ 80957 w 171444"/>
              <a:gd name="connsiteY10" fmla="*/ 9515 h 133340"/>
              <a:gd name="connsiteX11" fmla="*/ 80957 w 171444"/>
              <a:gd name="connsiteY11" fmla="*/ 19039 h 133340"/>
              <a:gd name="connsiteX12" fmla="*/ 76194 w 171444"/>
              <a:gd name="connsiteY12" fmla="*/ 23801 h 133340"/>
              <a:gd name="connsiteX13" fmla="*/ 80957 w 171444"/>
              <a:gd name="connsiteY13" fmla="*/ 28564 h 133340"/>
              <a:gd name="connsiteX14" fmla="*/ 95244 w 171444"/>
              <a:gd name="connsiteY14" fmla="*/ 34369 h 133340"/>
              <a:gd name="connsiteX15" fmla="*/ 88994 w 171444"/>
              <a:gd name="connsiteY15" fmla="*/ 38090 h 133340"/>
              <a:gd name="connsiteX16" fmla="*/ 85719 w 171444"/>
              <a:gd name="connsiteY16" fmla="*/ 42851 h 133340"/>
              <a:gd name="connsiteX17" fmla="*/ 90482 w 171444"/>
              <a:gd name="connsiteY17" fmla="*/ 47614 h 133340"/>
              <a:gd name="connsiteX18" fmla="*/ 97625 w 171444"/>
              <a:gd name="connsiteY18" fmla="*/ 47614 h 133340"/>
              <a:gd name="connsiteX19" fmla="*/ 133344 w 171444"/>
              <a:gd name="connsiteY19" fmla="*/ 95240 h 133340"/>
              <a:gd name="connsiteX20" fmla="*/ 171444 w 171444"/>
              <a:gd name="connsiteY20" fmla="*/ 119052 h 133340"/>
              <a:gd name="connsiteX21" fmla="*/ 161919 w 171444"/>
              <a:gd name="connsiteY21" fmla="*/ 133340 h 133340"/>
              <a:gd name="connsiteX22" fmla="*/ 95244 w 171444"/>
              <a:gd name="connsiteY22" fmla="*/ 133340 h 133340"/>
              <a:gd name="connsiteX23" fmla="*/ 28569 w 171444"/>
              <a:gd name="connsiteY23" fmla="*/ 76189 h 133340"/>
              <a:gd name="connsiteX24" fmla="*/ 9519 w 171444"/>
              <a:gd name="connsiteY24" fmla="*/ 68755 h 133340"/>
              <a:gd name="connsiteX25" fmla="*/ 0 w 171444"/>
              <a:gd name="connsiteY25" fmla="*/ 47614 h 133340"/>
              <a:gd name="connsiteX26" fmla="*/ 0 w 171444"/>
              <a:gd name="connsiteY26" fmla="*/ 28564 h 133340"/>
              <a:gd name="connsiteX27" fmla="*/ 28569 w 171444"/>
              <a:gd name="connsiteY27" fmla="*/ 14278 h 133340"/>
              <a:gd name="connsiteX28" fmla="*/ 61211 w 171444"/>
              <a:gd name="connsiteY28" fmla="*/ 3723 h 133340"/>
              <a:gd name="connsiteX29" fmla="*/ 72568 w 171444"/>
              <a:gd name="connsiteY29" fmla="*/ 39 h 13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444" h="133340">
                <a:moveTo>
                  <a:pt x="2051" y="78017"/>
                </a:moveTo>
                <a:cubicBezTo>
                  <a:pt x="3060" y="76989"/>
                  <a:pt x="5077" y="77285"/>
                  <a:pt x="8249" y="78270"/>
                </a:cubicBezTo>
                <a:cubicBezTo>
                  <a:pt x="14088" y="79836"/>
                  <a:pt x="19937" y="81904"/>
                  <a:pt x="23321" y="84138"/>
                </a:cubicBezTo>
                <a:cubicBezTo>
                  <a:pt x="28404" y="87495"/>
                  <a:pt x="28569" y="89344"/>
                  <a:pt x="28569" y="95240"/>
                </a:cubicBezTo>
                <a:lnTo>
                  <a:pt x="28569" y="123815"/>
                </a:lnTo>
                <a:cubicBezTo>
                  <a:pt x="28569" y="133340"/>
                  <a:pt x="28569" y="133340"/>
                  <a:pt x="19044" y="133340"/>
                </a:cubicBezTo>
                <a:cubicBezTo>
                  <a:pt x="9519" y="133340"/>
                  <a:pt x="9519" y="133340"/>
                  <a:pt x="7615" y="123815"/>
                </a:cubicBezTo>
                <a:lnTo>
                  <a:pt x="1904" y="85715"/>
                </a:lnTo>
                <a:cubicBezTo>
                  <a:pt x="1042" y="81399"/>
                  <a:pt x="1042" y="79046"/>
                  <a:pt x="2051" y="78017"/>
                </a:cubicBezTo>
                <a:close/>
                <a:moveTo>
                  <a:pt x="72568" y="39"/>
                </a:moveTo>
                <a:cubicBezTo>
                  <a:pt x="75387" y="373"/>
                  <a:pt x="77710" y="2900"/>
                  <a:pt x="80957" y="9515"/>
                </a:cubicBezTo>
                <a:cubicBezTo>
                  <a:pt x="82364" y="12380"/>
                  <a:pt x="84231" y="19039"/>
                  <a:pt x="80957" y="19039"/>
                </a:cubicBezTo>
                <a:cubicBezTo>
                  <a:pt x="78326" y="19039"/>
                  <a:pt x="76194" y="21171"/>
                  <a:pt x="76194" y="23801"/>
                </a:cubicBezTo>
                <a:cubicBezTo>
                  <a:pt x="76194" y="26432"/>
                  <a:pt x="78326" y="28564"/>
                  <a:pt x="80957" y="28564"/>
                </a:cubicBezTo>
                <a:cubicBezTo>
                  <a:pt x="86953" y="28564"/>
                  <a:pt x="94129" y="27490"/>
                  <a:pt x="95244" y="34369"/>
                </a:cubicBezTo>
                <a:cubicBezTo>
                  <a:pt x="95691" y="37123"/>
                  <a:pt x="94202" y="38090"/>
                  <a:pt x="88994" y="38090"/>
                </a:cubicBezTo>
                <a:cubicBezTo>
                  <a:pt x="86363" y="38090"/>
                  <a:pt x="85719" y="40221"/>
                  <a:pt x="85719" y="42851"/>
                </a:cubicBezTo>
                <a:cubicBezTo>
                  <a:pt x="85719" y="45482"/>
                  <a:pt x="87851" y="47614"/>
                  <a:pt x="90482" y="47614"/>
                </a:cubicBezTo>
                <a:lnTo>
                  <a:pt x="97625" y="47614"/>
                </a:lnTo>
                <a:cubicBezTo>
                  <a:pt x="104769" y="47615"/>
                  <a:pt x="113310" y="88415"/>
                  <a:pt x="133344" y="95240"/>
                </a:cubicBezTo>
                <a:cubicBezTo>
                  <a:pt x="153378" y="102064"/>
                  <a:pt x="171444" y="104766"/>
                  <a:pt x="171444" y="119052"/>
                </a:cubicBezTo>
                <a:cubicBezTo>
                  <a:pt x="171444" y="123815"/>
                  <a:pt x="171444" y="133340"/>
                  <a:pt x="161919" y="133340"/>
                </a:cubicBezTo>
                <a:lnTo>
                  <a:pt x="95244" y="133340"/>
                </a:lnTo>
                <a:cubicBezTo>
                  <a:pt x="47619" y="133340"/>
                  <a:pt x="46907" y="88297"/>
                  <a:pt x="28569" y="76189"/>
                </a:cubicBezTo>
                <a:cubicBezTo>
                  <a:pt x="23486" y="72833"/>
                  <a:pt x="15685" y="70345"/>
                  <a:pt x="9519" y="68755"/>
                </a:cubicBezTo>
                <a:cubicBezTo>
                  <a:pt x="1408" y="66664"/>
                  <a:pt x="0" y="54758"/>
                  <a:pt x="0" y="47614"/>
                </a:cubicBezTo>
                <a:lnTo>
                  <a:pt x="0" y="28564"/>
                </a:lnTo>
                <a:cubicBezTo>
                  <a:pt x="0" y="19040"/>
                  <a:pt x="14282" y="19041"/>
                  <a:pt x="28569" y="14278"/>
                </a:cubicBezTo>
                <a:cubicBezTo>
                  <a:pt x="39463" y="10645"/>
                  <a:pt x="54752" y="6391"/>
                  <a:pt x="61211" y="3723"/>
                </a:cubicBezTo>
                <a:cubicBezTo>
                  <a:pt x="66437" y="1565"/>
                  <a:pt x="69750" y="-295"/>
                  <a:pt x="72568" y="39"/>
                </a:cubicBezTo>
                <a:close/>
              </a:path>
            </a:pathLst>
          </a:custGeom>
          <a:solidFill>
            <a:srgbClr val="000000"/>
          </a:solidFill>
          <a:ln w="9525" cap="flat">
            <a:noFill/>
            <a:prstDash val="solid"/>
            <a:miter/>
          </a:ln>
        </p:spPr>
        <p:txBody>
          <a:bodyPr rtlCol="0" anchor="ctr"/>
          <a:lstStyle/>
          <a:p>
            <a:endParaRPr lang="ru-RU"/>
          </a:p>
        </p:txBody>
      </p:sp>
      <p:sp>
        <p:nvSpPr>
          <p:cNvPr id="1213" name="Рисунок 835">
            <a:extLst>
              <a:ext uri="{FF2B5EF4-FFF2-40B4-BE49-F238E27FC236}">
                <a16:creationId xmlns:a16="http://schemas.microsoft.com/office/drawing/2014/main" id="{449A2D15-446A-1B74-87DA-49708D28203C}"/>
              </a:ext>
            </a:extLst>
          </p:cNvPr>
          <p:cNvSpPr/>
          <p:nvPr/>
        </p:nvSpPr>
        <p:spPr>
          <a:xfrm>
            <a:off x="5237124" y="3905102"/>
            <a:ext cx="209550" cy="209550"/>
          </a:xfrm>
          <a:custGeom>
            <a:avLst/>
            <a:gdLst>
              <a:gd name="connsiteX0" fmla="*/ 63613 w 209550"/>
              <a:gd name="connsiteY0" fmla="*/ 0 h 209550"/>
              <a:gd name="connsiteX1" fmla="*/ 95292 w 209550"/>
              <a:gd name="connsiteY1" fmla="*/ 7940 h 209550"/>
              <a:gd name="connsiteX2" fmla="*/ 104775 w 209550"/>
              <a:gd name="connsiteY2" fmla="*/ 7484 h 209550"/>
              <a:gd name="connsiteX3" fmla="*/ 202066 w 209550"/>
              <a:gd name="connsiteY3" fmla="*/ 104775 h 209550"/>
              <a:gd name="connsiteX4" fmla="*/ 201047 w 209550"/>
              <a:gd name="connsiteY4" fmla="*/ 118906 h 209550"/>
              <a:gd name="connsiteX5" fmla="*/ 209550 w 209550"/>
              <a:gd name="connsiteY5" fmla="*/ 149679 h 209550"/>
              <a:gd name="connsiteX6" fmla="*/ 149679 w 209550"/>
              <a:gd name="connsiteY6" fmla="*/ 209550 h 209550"/>
              <a:gd name="connsiteX7" fmla="*/ 118906 w 209550"/>
              <a:gd name="connsiteY7" fmla="*/ 201047 h 209550"/>
              <a:gd name="connsiteX8" fmla="*/ 104775 w 209550"/>
              <a:gd name="connsiteY8" fmla="*/ 202066 h 209550"/>
              <a:gd name="connsiteX9" fmla="*/ 7484 w 209550"/>
              <a:gd name="connsiteY9" fmla="*/ 104775 h 209550"/>
              <a:gd name="connsiteX10" fmla="*/ 8605 w 209550"/>
              <a:gd name="connsiteY10" fmla="*/ 89960 h 209550"/>
              <a:gd name="connsiteX11" fmla="*/ 0 w 209550"/>
              <a:gd name="connsiteY11" fmla="*/ 59871 h 209550"/>
              <a:gd name="connsiteX12" fmla="*/ 63613 w 209550"/>
              <a:gd name="connsiteY12" fmla="*/ 0 h 209550"/>
              <a:gd name="connsiteX13" fmla="*/ 136923 w 209550"/>
              <a:gd name="connsiteY13" fmla="*/ 69850 h 209550"/>
              <a:gd name="connsiteX14" fmla="*/ 105289 w 209550"/>
              <a:gd name="connsiteY14" fmla="*/ 52388 h 209550"/>
              <a:gd name="connsiteX15" fmla="*/ 68384 w 209550"/>
              <a:gd name="connsiteY15" fmla="*/ 79829 h 209550"/>
              <a:gd name="connsiteX16" fmla="*/ 94745 w 209550"/>
              <a:gd name="connsiteY16" fmla="*/ 109764 h 209550"/>
              <a:gd name="connsiteX17" fmla="*/ 103313 w 209550"/>
              <a:gd name="connsiteY17" fmla="*/ 113194 h 209550"/>
              <a:gd name="connsiteX18" fmla="*/ 121106 w 209550"/>
              <a:gd name="connsiteY18" fmla="*/ 127226 h 209550"/>
              <a:gd name="connsiteX19" fmla="*/ 100017 w 209550"/>
              <a:gd name="connsiteY19" fmla="*/ 139700 h 209550"/>
              <a:gd name="connsiteX20" fmla="*/ 87591 w 209550"/>
              <a:gd name="connsiteY20" fmla="*/ 136139 h 209550"/>
              <a:gd name="connsiteX21" fmla="*/ 68385 w 209550"/>
              <a:gd name="connsiteY21" fmla="*/ 137206 h 209550"/>
              <a:gd name="connsiteX22" fmla="*/ 100017 w 209550"/>
              <a:gd name="connsiteY22" fmla="*/ 157163 h 209550"/>
              <a:gd name="connsiteX23" fmla="*/ 142195 w 209550"/>
              <a:gd name="connsiteY23" fmla="*/ 127226 h 209550"/>
              <a:gd name="connsiteX24" fmla="*/ 107886 w 209550"/>
              <a:gd name="connsiteY24" fmla="*/ 95767 h 209550"/>
              <a:gd name="connsiteX25" fmla="*/ 105289 w 209550"/>
              <a:gd name="connsiteY25" fmla="*/ 94797 h 209550"/>
              <a:gd name="connsiteX26" fmla="*/ 89473 w 209550"/>
              <a:gd name="connsiteY26" fmla="*/ 79829 h 209550"/>
              <a:gd name="connsiteX27" fmla="*/ 105289 w 209550"/>
              <a:gd name="connsiteY27" fmla="*/ 69850 h 209550"/>
              <a:gd name="connsiteX28" fmla="*/ 116576 w 209550"/>
              <a:gd name="connsiteY28" fmla="*/ 72881 h 209550"/>
              <a:gd name="connsiteX29" fmla="*/ 136923 w 209550"/>
              <a:gd name="connsiteY29" fmla="*/ 6985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9550" h="209550">
                <a:moveTo>
                  <a:pt x="63613" y="0"/>
                </a:moveTo>
                <a:cubicBezTo>
                  <a:pt x="75147" y="0"/>
                  <a:pt x="85964" y="2889"/>
                  <a:pt x="95292" y="7940"/>
                </a:cubicBezTo>
                <a:cubicBezTo>
                  <a:pt x="98412" y="7638"/>
                  <a:pt x="101576" y="7484"/>
                  <a:pt x="104775" y="7484"/>
                </a:cubicBezTo>
                <a:cubicBezTo>
                  <a:pt x="158507" y="7484"/>
                  <a:pt x="202066" y="51043"/>
                  <a:pt x="202066" y="104775"/>
                </a:cubicBezTo>
                <a:cubicBezTo>
                  <a:pt x="202066" y="109575"/>
                  <a:pt x="201719" y="114293"/>
                  <a:pt x="201047" y="118906"/>
                </a:cubicBezTo>
                <a:cubicBezTo>
                  <a:pt x="206446" y="127899"/>
                  <a:pt x="209550" y="138426"/>
                  <a:pt x="209550" y="149679"/>
                </a:cubicBezTo>
                <a:cubicBezTo>
                  <a:pt x="209550" y="182745"/>
                  <a:pt x="182745" y="209550"/>
                  <a:pt x="149679" y="209550"/>
                </a:cubicBezTo>
                <a:cubicBezTo>
                  <a:pt x="138426" y="209550"/>
                  <a:pt x="127899" y="206446"/>
                  <a:pt x="118906" y="201047"/>
                </a:cubicBezTo>
                <a:cubicBezTo>
                  <a:pt x="114293" y="201719"/>
                  <a:pt x="109575" y="202066"/>
                  <a:pt x="104775" y="202066"/>
                </a:cubicBezTo>
                <a:cubicBezTo>
                  <a:pt x="51043" y="202066"/>
                  <a:pt x="7484" y="158507"/>
                  <a:pt x="7484" y="104775"/>
                </a:cubicBezTo>
                <a:cubicBezTo>
                  <a:pt x="7484" y="99738"/>
                  <a:pt x="7867" y="94791"/>
                  <a:pt x="8605" y="89960"/>
                </a:cubicBezTo>
                <a:cubicBezTo>
                  <a:pt x="3134" y="81119"/>
                  <a:pt x="0" y="70840"/>
                  <a:pt x="0" y="59871"/>
                </a:cubicBezTo>
                <a:cubicBezTo>
                  <a:pt x="0" y="26805"/>
                  <a:pt x="28481" y="0"/>
                  <a:pt x="63613" y="0"/>
                </a:cubicBezTo>
                <a:close/>
                <a:moveTo>
                  <a:pt x="136923" y="69850"/>
                </a:moveTo>
                <a:cubicBezTo>
                  <a:pt x="142195" y="59871"/>
                  <a:pt x="121106" y="52388"/>
                  <a:pt x="105289" y="52388"/>
                </a:cubicBezTo>
                <a:cubicBezTo>
                  <a:pt x="89473" y="52388"/>
                  <a:pt x="68384" y="62366"/>
                  <a:pt x="68384" y="79829"/>
                </a:cubicBezTo>
                <a:cubicBezTo>
                  <a:pt x="68384" y="97291"/>
                  <a:pt x="81565" y="103527"/>
                  <a:pt x="94745" y="109764"/>
                </a:cubicBezTo>
                <a:cubicBezTo>
                  <a:pt x="97382" y="111012"/>
                  <a:pt x="100347" y="112103"/>
                  <a:pt x="103313" y="113194"/>
                </a:cubicBezTo>
                <a:cubicBezTo>
                  <a:pt x="112209" y="116469"/>
                  <a:pt x="121106" y="119743"/>
                  <a:pt x="121106" y="127226"/>
                </a:cubicBezTo>
                <a:cubicBezTo>
                  <a:pt x="121106" y="137206"/>
                  <a:pt x="110561" y="139700"/>
                  <a:pt x="100017" y="139700"/>
                </a:cubicBezTo>
                <a:cubicBezTo>
                  <a:pt x="96244" y="139700"/>
                  <a:pt x="91896" y="137911"/>
                  <a:pt x="87591" y="136139"/>
                </a:cubicBezTo>
                <a:cubicBezTo>
                  <a:pt x="79866" y="132959"/>
                  <a:pt x="72278" y="129837"/>
                  <a:pt x="68385" y="137206"/>
                </a:cubicBezTo>
                <a:cubicBezTo>
                  <a:pt x="63112" y="147184"/>
                  <a:pt x="78765" y="157163"/>
                  <a:pt x="100017" y="157163"/>
                </a:cubicBezTo>
                <a:cubicBezTo>
                  <a:pt x="123742" y="157163"/>
                  <a:pt x="142195" y="147184"/>
                  <a:pt x="142195" y="127226"/>
                </a:cubicBezTo>
                <a:cubicBezTo>
                  <a:pt x="142195" y="108522"/>
                  <a:pt x="121353" y="100774"/>
                  <a:pt x="107886" y="95767"/>
                </a:cubicBezTo>
                <a:cubicBezTo>
                  <a:pt x="106985" y="95432"/>
                  <a:pt x="106116" y="95109"/>
                  <a:pt x="105289" y="94797"/>
                </a:cubicBezTo>
                <a:cubicBezTo>
                  <a:pt x="92110" y="89807"/>
                  <a:pt x="89473" y="84818"/>
                  <a:pt x="89473" y="79829"/>
                </a:cubicBezTo>
                <a:cubicBezTo>
                  <a:pt x="89473" y="74839"/>
                  <a:pt x="94745" y="69850"/>
                  <a:pt x="105289" y="69850"/>
                </a:cubicBezTo>
                <a:cubicBezTo>
                  <a:pt x="108804" y="69850"/>
                  <a:pt x="112690" y="71365"/>
                  <a:pt x="116576" y="72881"/>
                </a:cubicBezTo>
                <a:cubicBezTo>
                  <a:pt x="124347" y="75912"/>
                  <a:pt x="132118" y="78942"/>
                  <a:pt x="136923" y="69850"/>
                </a:cubicBezTo>
                <a:close/>
              </a:path>
            </a:pathLst>
          </a:custGeom>
          <a:solidFill>
            <a:srgbClr val="000000"/>
          </a:solidFill>
          <a:ln w="9525" cap="flat">
            <a:noFill/>
            <a:prstDash val="solid"/>
            <a:miter/>
          </a:ln>
        </p:spPr>
        <p:txBody>
          <a:bodyPr rtlCol="0" anchor="ctr"/>
          <a:lstStyle/>
          <a:p>
            <a:endParaRPr lang="ru-RU"/>
          </a:p>
        </p:txBody>
      </p:sp>
      <p:sp>
        <p:nvSpPr>
          <p:cNvPr id="1573" name="Полилиния: фигура 1572">
            <a:extLst>
              <a:ext uri="{FF2B5EF4-FFF2-40B4-BE49-F238E27FC236}">
                <a16:creationId xmlns:a16="http://schemas.microsoft.com/office/drawing/2014/main" id="{312B3530-2630-B8AE-D5DA-3D9C93FD7D81}"/>
              </a:ext>
            </a:extLst>
          </p:cNvPr>
          <p:cNvSpPr/>
          <p:nvPr/>
        </p:nvSpPr>
        <p:spPr>
          <a:xfrm>
            <a:off x="5237123" y="3324224"/>
            <a:ext cx="209550" cy="209550"/>
          </a:xfrm>
          <a:custGeom>
            <a:avLst/>
            <a:gdLst>
              <a:gd name="connsiteX0" fmla="*/ 104776 w 209550"/>
              <a:gd name="connsiteY0" fmla="*/ 66676 h 209550"/>
              <a:gd name="connsiteX1" fmla="*/ 142876 w 209550"/>
              <a:gd name="connsiteY1" fmla="*/ 104776 h 209550"/>
              <a:gd name="connsiteX2" fmla="*/ 104776 w 209550"/>
              <a:gd name="connsiteY2" fmla="*/ 142876 h 209550"/>
              <a:gd name="connsiteX3" fmla="*/ 66676 w 209550"/>
              <a:gd name="connsiteY3" fmla="*/ 104776 h 209550"/>
              <a:gd name="connsiteX4" fmla="*/ 104776 w 209550"/>
              <a:gd name="connsiteY4" fmla="*/ 66676 h 209550"/>
              <a:gd name="connsiteX5" fmla="*/ 104775 w 209550"/>
              <a:gd name="connsiteY5" fmla="*/ 47625 h 209550"/>
              <a:gd name="connsiteX6" fmla="*/ 47625 w 209550"/>
              <a:gd name="connsiteY6" fmla="*/ 104775 h 209550"/>
              <a:gd name="connsiteX7" fmla="*/ 104775 w 209550"/>
              <a:gd name="connsiteY7" fmla="*/ 161925 h 209550"/>
              <a:gd name="connsiteX8" fmla="*/ 161925 w 209550"/>
              <a:gd name="connsiteY8" fmla="*/ 104775 h 209550"/>
              <a:gd name="connsiteX9" fmla="*/ 104775 w 209550"/>
              <a:gd name="connsiteY9" fmla="*/ 47625 h 209550"/>
              <a:gd name="connsiteX10" fmla="*/ 161925 w 209550"/>
              <a:gd name="connsiteY10" fmla="*/ 38100 h 209550"/>
              <a:gd name="connsiteX11" fmla="*/ 152400 w 209550"/>
              <a:gd name="connsiteY11" fmla="*/ 47625 h 209550"/>
              <a:gd name="connsiteX12" fmla="*/ 161925 w 209550"/>
              <a:gd name="connsiteY12" fmla="*/ 57150 h 209550"/>
              <a:gd name="connsiteX13" fmla="*/ 171450 w 209550"/>
              <a:gd name="connsiteY13" fmla="*/ 47625 h 209550"/>
              <a:gd name="connsiteX14" fmla="*/ 161925 w 209550"/>
              <a:gd name="connsiteY14" fmla="*/ 38100 h 209550"/>
              <a:gd name="connsiteX15" fmla="*/ 85308 w 209550"/>
              <a:gd name="connsiteY15" fmla="*/ 0 h 209550"/>
              <a:gd name="connsiteX16" fmla="*/ 124242 w 209550"/>
              <a:gd name="connsiteY16" fmla="*/ 0 h 209550"/>
              <a:gd name="connsiteX17" fmla="*/ 155880 w 209550"/>
              <a:gd name="connsiteY17" fmla="*/ 680 h 209550"/>
              <a:gd name="connsiteX18" fmla="*/ 178345 w 209550"/>
              <a:gd name="connsiteY18" fmla="*/ 6229 h 209550"/>
              <a:gd name="connsiteX19" fmla="*/ 203321 w 209550"/>
              <a:gd name="connsiteY19" fmla="*/ 31204 h 209550"/>
              <a:gd name="connsiteX20" fmla="*/ 208870 w 209550"/>
              <a:gd name="connsiteY20" fmla="*/ 53669 h 209550"/>
              <a:gd name="connsiteX21" fmla="*/ 209550 w 209550"/>
              <a:gd name="connsiteY21" fmla="*/ 85308 h 209550"/>
              <a:gd name="connsiteX22" fmla="*/ 209550 w 209550"/>
              <a:gd name="connsiteY22" fmla="*/ 124243 h 209550"/>
              <a:gd name="connsiteX23" fmla="*/ 208870 w 209550"/>
              <a:gd name="connsiteY23" fmla="*/ 155880 h 209550"/>
              <a:gd name="connsiteX24" fmla="*/ 203321 w 209550"/>
              <a:gd name="connsiteY24" fmla="*/ 178345 h 209550"/>
              <a:gd name="connsiteX25" fmla="*/ 178345 w 209550"/>
              <a:gd name="connsiteY25" fmla="*/ 203321 h 209550"/>
              <a:gd name="connsiteX26" fmla="*/ 155880 w 209550"/>
              <a:gd name="connsiteY26" fmla="*/ 208870 h 209550"/>
              <a:gd name="connsiteX27" fmla="*/ 124242 w 209550"/>
              <a:gd name="connsiteY27" fmla="*/ 209550 h 209550"/>
              <a:gd name="connsiteX28" fmla="*/ 85307 w 209550"/>
              <a:gd name="connsiteY28" fmla="*/ 209550 h 209550"/>
              <a:gd name="connsiteX29" fmla="*/ 53669 w 209550"/>
              <a:gd name="connsiteY29" fmla="*/ 208870 h 209550"/>
              <a:gd name="connsiteX30" fmla="*/ 31204 w 209550"/>
              <a:gd name="connsiteY30" fmla="*/ 203321 h 209550"/>
              <a:gd name="connsiteX31" fmla="*/ 6229 w 209550"/>
              <a:gd name="connsiteY31" fmla="*/ 178345 h 209550"/>
              <a:gd name="connsiteX32" fmla="*/ 680 w 209550"/>
              <a:gd name="connsiteY32" fmla="*/ 155880 h 209550"/>
              <a:gd name="connsiteX33" fmla="*/ 0 w 209550"/>
              <a:gd name="connsiteY33" fmla="*/ 124242 h 209550"/>
              <a:gd name="connsiteX34" fmla="*/ 0 w 209550"/>
              <a:gd name="connsiteY34" fmla="*/ 85308 h 209550"/>
              <a:gd name="connsiteX35" fmla="*/ 680 w 209550"/>
              <a:gd name="connsiteY35" fmla="*/ 53669 h 209550"/>
              <a:gd name="connsiteX36" fmla="*/ 6229 w 209550"/>
              <a:gd name="connsiteY36" fmla="*/ 31204 h 209550"/>
              <a:gd name="connsiteX37" fmla="*/ 31204 w 209550"/>
              <a:gd name="connsiteY37" fmla="*/ 6229 h 209550"/>
              <a:gd name="connsiteX38" fmla="*/ 53669 w 209550"/>
              <a:gd name="connsiteY38" fmla="*/ 680 h 209550"/>
              <a:gd name="connsiteX39" fmla="*/ 85308 w 209550"/>
              <a:gd name="connsiteY39" fmla="*/ 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09550" h="209550">
                <a:moveTo>
                  <a:pt x="104776" y="66676"/>
                </a:moveTo>
                <a:cubicBezTo>
                  <a:pt x="125818" y="66676"/>
                  <a:pt x="142876" y="83734"/>
                  <a:pt x="142876" y="104776"/>
                </a:cubicBezTo>
                <a:cubicBezTo>
                  <a:pt x="142876" y="125818"/>
                  <a:pt x="125818" y="142876"/>
                  <a:pt x="104776" y="142876"/>
                </a:cubicBezTo>
                <a:cubicBezTo>
                  <a:pt x="83734" y="142876"/>
                  <a:pt x="66676" y="125818"/>
                  <a:pt x="66676" y="104776"/>
                </a:cubicBezTo>
                <a:cubicBezTo>
                  <a:pt x="66676" y="83734"/>
                  <a:pt x="83734" y="66676"/>
                  <a:pt x="104776" y="66676"/>
                </a:cubicBezTo>
                <a:close/>
                <a:moveTo>
                  <a:pt x="104775" y="47625"/>
                </a:moveTo>
                <a:cubicBezTo>
                  <a:pt x="73212" y="47625"/>
                  <a:pt x="47625" y="73212"/>
                  <a:pt x="47625" y="104775"/>
                </a:cubicBezTo>
                <a:cubicBezTo>
                  <a:pt x="47625" y="136338"/>
                  <a:pt x="73212" y="161925"/>
                  <a:pt x="104775" y="161925"/>
                </a:cubicBezTo>
                <a:cubicBezTo>
                  <a:pt x="136338" y="161925"/>
                  <a:pt x="161925" y="136338"/>
                  <a:pt x="161925" y="104775"/>
                </a:cubicBezTo>
                <a:cubicBezTo>
                  <a:pt x="161925" y="73212"/>
                  <a:pt x="136338" y="47625"/>
                  <a:pt x="104775" y="47625"/>
                </a:cubicBezTo>
                <a:close/>
                <a:moveTo>
                  <a:pt x="161925" y="38100"/>
                </a:moveTo>
                <a:cubicBezTo>
                  <a:pt x="156664" y="38100"/>
                  <a:pt x="152400" y="42365"/>
                  <a:pt x="152400" y="47625"/>
                </a:cubicBezTo>
                <a:cubicBezTo>
                  <a:pt x="152400" y="52885"/>
                  <a:pt x="156664" y="57150"/>
                  <a:pt x="161925" y="57150"/>
                </a:cubicBezTo>
                <a:cubicBezTo>
                  <a:pt x="167186" y="57150"/>
                  <a:pt x="171450" y="52885"/>
                  <a:pt x="171450" y="47625"/>
                </a:cubicBezTo>
                <a:cubicBezTo>
                  <a:pt x="171450" y="42365"/>
                  <a:pt x="167186" y="38100"/>
                  <a:pt x="161925" y="38100"/>
                </a:cubicBezTo>
                <a:close/>
                <a:moveTo>
                  <a:pt x="85308" y="0"/>
                </a:moveTo>
                <a:lnTo>
                  <a:pt x="124242" y="0"/>
                </a:lnTo>
                <a:cubicBezTo>
                  <a:pt x="137225" y="0"/>
                  <a:pt x="147550" y="0"/>
                  <a:pt x="155880" y="680"/>
                </a:cubicBezTo>
                <a:cubicBezTo>
                  <a:pt x="164411" y="1378"/>
                  <a:pt x="171685" y="2835"/>
                  <a:pt x="178345" y="6229"/>
                </a:cubicBezTo>
                <a:cubicBezTo>
                  <a:pt x="189099" y="11708"/>
                  <a:pt x="197842" y="20451"/>
                  <a:pt x="203321" y="31204"/>
                </a:cubicBezTo>
                <a:cubicBezTo>
                  <a:pt x="206714" y="37865"/>
                  <a:pt x="208173" y="45139"/>
                  <a:pt x="208870" y="53669"/>
                </a:cubicBezTo>
                <a:cubicBezTo>
                  <a:pt x="209550" y="62000"/>
                  <a:pt x="209550" y="72325"/>
                  <a:pt x="209550" y="85308"/>
                </a:cubicBezTo>
                <a:lnTo>
                  <a:pt x="209550" y="124243"/>
                </a:lnTo>
                <a:cubicBezTo>
                  <a:pt x="209550" y="137226"/>
                  <a:pt x="209550" y="147551"/>
                  <a:pt x="208870" y="155880"/>
                </a:cubicBezTo>
                <a:cubicBezTo>
                  <a:pt x="208173" y="164411"/>
                  <a:pt x="206714" y="171685"/>
                  <a:pt x="203321" y="178345"/>
                </a:cubicBezTo>
                <a:cubicBezTo>
                  <a:pt x="197842" y="189099"/>
                  <a:pt x="189099" y="197842"/>
                  <a:pt x="178345" y="203321"/>
                </a:cubicBezTo>
                <a:cubicBezTo>
                  <a:pt x="171685" y="206714"/>
                  <a:pt x="164411" y="208173"/>
                  <a:pt x="155880" y="208870"/>
                </a:cubicBezTo>
                <a:cubicBezTo>
                  <a:pt x="147551" y="209550"/>
                  <a:pt x="137225" y="209550"/>
                  <a:pt x="124242" y="209550"/>
                </a:cubicBezTo>
                <a:lnTo>
                  <a:pt x="85307" y="209550"/>
                </a:lnTo>
                <a:cubicBezTo>
                  <a:pt x="72325" y="209550"/>
                  <a:pt x="62000" y="209550"/>
                  <a:pt x="53669" y="208870"/>
                </a:cubicBezTo>
                <a:cubicBezTo>
                  <a:pt x="45139" y="208173"/>
                  <a:pt x="37865" y="206714"/>
                  <a:pt x="31204" y="203321"/>
                </a:cubicBezTo>
                <a:cubicBezTo>
                  <a:pt x="20451" y="197842"/>
                  <a:pt x="11708" y="189099"/>
                  <a:pt x="6229" y="178345"/>
                </a:cubicBezTo>
                <a:cubicBezTo>
                  <a:pt x="2835" y="171685"/>
                  <a:pt x="1378" y="164411"/>
                  <a:pt x="680" y="155880"/>
                </a:cubicBezTo>
                <a:cubicBezTo>
                  <a:pt x="0" y="147550"/>
                  <a:pt x="0" y="137225"/>
                  <a:pt x="0" y="124242"/>
                </a:cubicBezTo>
                <a:lnTo>
                  <a:pt x="0" y="85308"/>
                </a:lnTo>
                <a:cubicBezTo>
                  <a:pt x="0" y="72325"/>
                  <a:pt x="0" y="62000"/>
                  <a:pt x="680" y="53669"/>
                </a:cubicBezTo>
                <a:cubicBezTo>
                  <a:pt x="1378" y="45139"/>
                  <a:pt x="2835" y="37865"/>
                  <a:pt x="6229" y="31204"/>
                </a:cubicBezTo>
                <a:cubicBezTo>
                  <a:pt x="11708" y="20451"/>
                  <a:pt x="20451" y="11708"/>
                  <a:pt x="31204" y="6229"/>
                </a:cubicBezTo>
                <a:cubicBezTo>
                  <a:pt x="37865" y="2835"/>
                  <a:pt x="45139" y="1378"/>
                  <a:pt x="53669" y="680"/>
                </a:cubicBezTo>
                <a:cubicBezTo>
                  <a:pt x="62000" y="0"/>
                  <a:pt x="72325" y="0"/>
                  <a:pt x="85308" y="0"/>
                </a:cubicBezTo>
                <a:close/>
              </a:path>
            </a:pathLst>
          </a:custGeom>
          <a:solidFill>
            <a:srgbClr val="000000"/>
          </a:solidFill>
          <a:ln w="9525" cap="flat">
            <a:noFill/>
            <a:prstDash val="solid"/>
            <a:miter/>
          </a:ln>
        </p:spPr>
        <p:txBody>
          <a:bodyPr rtlCol="0" anchor="ctr"/>
          <a:lstStyle/>
          <a:p>
            <a:endParaRPr lang="ru-RU"/>
          </a:p>
        </p:txBody>
      </p:sp>
      <p:sp>
        <p:nvSpPr>
          <p:cNvPr id="1578" name="Полилиния: фигура 1577">
            <a:extLst>
              <a:ext uri="{FF2B5EF4-FFF2-40B4-BE49-F238E27FC236}">
                <a16:creationId xmlns:a16="http://schemas.microsoft.com/office/drawing/2014/main" id="{62B21FE8-1305-44FC-3BE5-C804C6864706}"/>
              </a:ext>
            </a:extLst>
          </p:cNvPr>
          <p:cNvSpPr/>
          <p:nvPr/>
        </p:nvSpPr>
        <p:spPr>
          <a:xfrm>
            <a:off x="5246649" y="5777213"/>
            <a:ext cx="190498" cy="152400"/>
          </a:xfrm>
          <a:custGeom>
            <a:avLst/>
            <a:gdLst>
              <a:gd name="connsiteX0" fmla="*/ 157161 w 190498"/>
              <a:gd name="connsiteY0" fmla="*/ 86310 h 152400"/>
              <a:gd name="connsiteX1" fmla="*/ 190186 w 190498"/>
              <a:gd name="connsiteY1" fmla="*/ 133311 h 152400"/>
              <a:gd name="connsiteX2" fmla="*/ 171494 w 190498"/>
              <a:gd name="connsiteY2" fmla="*/ 152399 h 152400"/>
              <a:gd name="connsiteX3" fmla="*/ 166687 w 190498"/>
              <a:gd name="connsiteY3" fmla="*/ 152399 h 152400"/>
              <a:gd name="connsiteX4" fmla="*/ 156519 w 190498"/>
              <a:gd name="connsiteY4" fmla="*/ 143098 h 152400"/>
              <a:gd name="connsiteX5" fmla="*/ 149315 w 190498"/>
              <a:gd name="connsiteY5" fmla="*/ 95135 h 152400"/>
              <a:gd name="connsiteX6" fmla="*/ 157161 w 190498"/>
              <a:gd name="connsiteY6" fmla="*/ 86310 h 152400"/>
              <a:gd name="connsiteX7" fmla="*/ 95249 w 190498"/>
              <a:gd name="connsiteY7" fmla="*/ 66675 h 152400"/>
              <a:gd name="connsiteX8" fmla="*/ 133165 w 190498"/>
              <a:gd name="connsiteY8" fmla="*/ 79518 h 152400"/>
              <a:gd name="connsiteX9" fmla="*/ 136628 w 190498"/>
              <a:gd name="connsiteY9" fmla="*/ 85725 h 152400"/>
              <a:gd name="connsiteX10" fmla="*/ 146919 w 190498"/>
              <a:gd name="connsiteY10" fmla="*/ 142875 h 152400"/>
              <a:gd name="connsiteX11" fmla="*/ 138112 w 190498"/>
              <a:gd name="connsiteY11" fmla="*/ 152400 h 152400"/>
              <a:gd name="connsiteX12" fmla="*/ 52387 w 190498"/>
              <a:gd name="connsiteY12" fmla="*/ 152400 h 152400"/>
              <a:gd name="connsiteX13" fmla="*/ 46473 w 190498"/>
              <a:gd name="connsiteY13" fmla="*/ 142875 h 152400"/>
              <a:gd name="connsiteX14" fmla="*/ 47624 w 190498"/>
              <a:gd name="connsiteY14" fmla="*/ 133350 h 152400"/>
              <a:gd name="connsiteX15" fmla="*/ 44177 w 190498"/>
              <a:gd name="connsiteY15" fmla="*/ 123825 h 152400"/>
              <a:gd name="connsiteX16" fmla="*/ 38016 w 190498"/>
              <a:gd name="connsiteY16" fmla="*/ 133350 h 152400"/>
              <a:gd name="connsiteX17" fmla="*/ 36839 w 190498"/>
              <a:gd name="connsiteY17" fmla="*/ 142875 h 152400"/>
              <a:gd name="connsiteX18" fmla="*/ 28574 w 190498"/>
              <a:gd name="connsiteY18" fmla="*/ 152394 h 152400"/>
              <a:gd name="connsiteX19" fmla="*/ 19004 w 190498"/>
              <a:gd name="connsiteY19" fmla="*/ 152400 h 152400"/>
              <a:gd name="connsiteX20" fmla="*/ 312 w 190498"/>
              <a:gd name="connsiteY20" fmla="*/ 133350 h 152400"/>
              <a:gd name="connsiteX21" fmla="*/ 42835 w 190498"/>
              <a:gd name="connsiteY21" fmla="*/ 85725 h 152400"/>
              <a:gd name="connsiteX22" fmla="*/ 53871 w 190498"/>
              <a:gd name="connsiteY22" fmla="*/ 85725 h 152400"/>
              <a:gd name="connsiteX23" fmla="*/ 95249 w 190498"/>
              <a:gd name="connsiteY23" fmla="*/ 66675 h 152400"/>
              <a:gd name="connsiteX24" fmla="*/ 152400 w 190498"/>
              <a:gd name="connsiteY24" fmla="*/ 38100 h 152400"/>
              <a:gd name="connsiteX25" fmla="*/ 171450 w 190498"/>
              <a:gd name="connsiteY25" fmla="*/ 57150 h 152400"/>
              <a:gd name="connsiteX26" fmla="*/ 152400 w 190498"/>
              <a:gd name="connsiteY26" fmla="*/ 76200 h 152400"/>
              <a:gd name="connsiteX27" fmla="*/ 133350 w 190498"/>
              <a:gd name="connsiteY27" fmla="*/ 57150 h 152400"/>
              <a:gd name="connsiteX28" fmla="*/ 152400 w 190498"/>
              <a:gd name="connsiteY28" fmla="*/ 38100 h 152400"/>
              <a:gd name="connsiteX29" fmla="*/ 38100 w 190498"/>
              <a:gd name="connsiteY29" fmla="*/ 38100 h 152400"/>
              <a:gd name="connsiteX30" fmla="*/ 57150 w 190498"/>
              <a:gd name="connsiteY30" fmla="*/ 57150 h 152400"/>
              <a:gd name="connsiteX31" fmla="*/ 38100 w 190498"/>
              <a:gd name="connsiteY31" fmla="*/ 76200 h 152400"/>
              <a:gd name="connsiteX32" fmla="*/ 19050 w 190498"/>
              <a:gd name="connsiteY32" fmla="*/ 57150 h 152400"/>
              <a:gd name="connsiteX33" fmla="*/ 38100 w 190498"/>
              <a:gd name="connsiteY33" fmla="*/ 38100 h 152400"/>
              <a:gd name="connsiteX34" fmla="*/ 95250 w 190498"/>
              <a:gd name="connsiteY34" fmla="*/ 0 h 152400"/>
              <a:gd name="connsiteX35" fmla="*/ 123825 w 190498"/>
              <a:gd name="connsiteY35" fmla="*/ 28575 h 152400"/>
              <a:gd name="connsiteX36" fmla="*/ 95250 w 190498"/>
              <a:gd name="connsiteY36" fmla="*/ 57150 h 152400"/>
              <a:gd name="connsiteX37" fmla="*/ 66675 w 190498"/>
              <a:gd name="connsiteY37" fmla="*/ 28575 h 152400"/>
              <a:gd name="connsiteX38" fmla="*/ 95250 w 190498"/>
              <a:gd name="connsiteY38"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90498" h="152400">
                <a:moveTo>
                  <a:pt x="157161" y="86310"/>
                </a:moveTo>
                <a:cubicBezTo>
                  <a:pt x="180110" y="90068"/>
                  <a:pt x="186786" y="108234"/>
                  <a:pt x="190186" y="133311"/>
                </a:cubicBezTo>
                <a:cubicBezTo>
                  <a:pt x="192552" y="150752"/>
                  <a:pt x="181026" y="152399"/>
                  <a:pt x="171494" y="152399"/>
                </a:cubicBezTo>
                <a:lnTo>
                  <a:pt x="166687" y="152399"/>
                </a:lnTo>
                <a:cubicBezTo>
                  <a:pt x="157162" y="152399"/>
                  <a:pt x="156971" y="147627"/>
                  <a:pt x="156519" y="143098"/>
                </a:cubicBezTo>
                <a:cubicBezTo>
                  <a:pt x="154938" y="127253"/>
                  <a:pt x="152763" y="110812"/>
                  <a:pt x="149315" y="95135"/>
                </a:cubicBezTo>
                <a:cubicBezTo>
                  <a:pt x="146873" y="85862"/>
                  <a:pt x="147637" y="84750"/>
                  <a:pt x="157161" y="86310"/>
                </a:cubicBezTo>
                <a:close/>
                <a:moveTo>
                  <a:pt x="95249" y="66675"/>
                </a:moveTo>
                <a:cubicBezTo>
                  <a:pt x="116461" y="66675"/>
                  <a:pt x="127176" y="71340"/>
                  <a:pt x="133165" y="79518"/>
                </a:cubicBezTo>
                <a:cubicBezTo>
                  <a:pt x="134547" y="81404"/>
                  <a:pt x="135678" y="83478"/>
                  <a:pt x="136628" y="85725"/>
                </a:cubicBezTo>
                <a:cubicBezTo>
                  <a:pt x="143406" y="101762"/>
                  <a:pt x="145654" y="126088"/>
                  <a:pt x="146919" y="142875"/>
                </a:cubicBezTo>
                <a:cubicBezTo>
                  <a:pt x="147637" y="152400"/>
                  <a:pt x="142874" y="152400"/>
                  <a:pt x="138112" y="152400"/>
                </a:cubicBezTo>
                <a:lnTo>
                  <a:pt x="52387" y="152400"/>
                </a:lnTo>
                <a:cubicBezTo>
                  <a:pt x="45317" y="152400"/>
                  <a:pt x="46009" y="147291"/>
                  <a:pt x="46473" y="142875"/>
                </a:cubicBezTo>
                <a:cubicBezTo>
                  <a:pt x="46743" y="140309"/>
                  <a:pt x="47114" y="137159"/>
                  <a:pt x="47624" y="133350"/>
                </a:cubicBezTo>
                <a:cubicBezTo>
                  <a:pt x="48440" y="127259"/>
                  <a:pt x="48881" y="123825"/>
                  <a:pt x="44177" y="123825"/>
                </a:cubicBezTo>
                <a:cubicBezTo>
                  <a:pt x="40993" y="123825"/>
                  <a:pt x="38819" y="127221"/>
                  <a:pt x="38016" y="133350"/>
                </a:cubicBezTo>
                <a:cubicBezTo>
                  <a:pt x="37602" y="136506"/>
                  <a:pt x="37174" y="139687"/>
                  <a:pt x="36839" y="142875"/>
                </a:cubicBezTo>
                <a:cubicBezTo>
                  <a:pt x="36179" y="149179"/>
                  <a:pt x="33337" y="152400"/>
                  <a:pt x="28574" y="152394"/>
                </a:cubicBezTo>
                <a:lnTo>
                  <a:pt x="19004" y="152400"/>
                </a:lnTo>
                <a:cubicBezTo>
                  <a:pt x="9472" y="152400"/>
                  <a:pt x="-2054" y="150757"/>
                  <a:pt x="312" y="133350"/>
                </a:cubicBezTo>
                <a:cubicBezTo>
                  <a:pt x="4142" y="105163"/>
                  <a:pt x="12127" y="85725"/>
                  <a:pt x="42835" y="85725"/>
                </a:cubicBezTo>
                <a:lnTo>
                  <a:pt x="53871" y="85725"/>
                </a:lnTo>
                <a:cubicBezTo>
                  <a:pt x="58936" y="73743"/>
                  <a:pt x="69142" y="66675"/>
                  <a:pt x="95249" y="66675"/>
                </a:cubicBezTo>
                <a:close/>
                <a:moveTo>
                  <a:pt x="152400" y="38100"/>
                </a:moveTo>
                <a:cubicBezTo>
                  <a:pt x="162921" y="38100"/>
                  <a:pt x="171450" y="46629"/>
                  <a:pt x="171450" y="57150"/>
                </a:cubicBezTo>
                <a:cubicBezTo>
                  <a:pt x="171450" y="67671"/>
                  <a:pt x="162921" y="76200"/>
                  <a:pt x="152400" y="76200"/>
                </a:cubicBezTo>
                <a:cubicBezTo>
                  <a:pt x="141879" y="76200"/>
                  <a:pt x="133350" y="67671"/>
                  <a:pt x="133350" y="57150"/>
                </a:cubicBezTo>
                <a:cubicBezTo>
                  <a:pt x="133350" y="46629"/>
                  <a:pt x="141879" y="38100"/>
                  <a:pt x="152400" y="38100"/>
                </a:cubicBezTo>
                <a:close/>
                <a:moveTo>
                  <a:pt x="38100" y="38100"/>
                </a:moveTo>
                <a:cubicBezTo>
                  <a:pt x="48621" y="38100"/>
                  <a:pt x="57150" y="46629"/>
                  <a:pt x="57150" y="57150"/>
                </a:cubicBezTo>
                <a:cubicBezTo>
                  <a:pt x="57150" y="67671"/>
                  <a:pt x="48621" y="76200"/>
                  <a:pt x="38100" y="76200"/>
                </a:cubicBezTo>
                <a:cubicBezTo>
                  <a:pt x="27579" y="76200"/>
                  <a:pt x="19050" y="67671"/>
                  <a:pt x="19050" y="57150"/>
                </a:cubicBezTo>
                <a:cubicBezTo>
                  <a:pt x="19050" y="46629"/>
                  <a:pt x="27579" y="38100"/>
                  <a:pt x="38100" y="38100"/>
                </a:cubicBezTo>
                <a:close/>
                <a:moveTo>
                  <a:pt x="95250" y="0"/>
                </a:moveTo>
                <a:cubicBezTo>
                  <a:pt x="111032" y="0"/>
                  <a:pt x="123825" y="12794"/>
                  <a:pt x="123825" y="28575"/>
                </a:cubicBezTo>
                <a:cubicBezTo>
                  <a:pt x="123825" y="44356"/>
                  <a:pt x="111032" y="57150"/>
                  <a:pt x="95250" y="57150"/>
                </a:cubicBezTo>
                <a:cubicBezTo>
                  <a:pt x="79468" y="57150"/>
                  <a:pt x="66675" y="44356"/>
                  <a:pt x="66675" y="28575"/>
                </a:cubicBezTo>
                <a:cubicBezTo>
                  <a:pt x="66675" y="12794"/>
                  <a:pt x="79468" y="0"/>
                  <a:pt x="95250" y="0"/>
                </a:cubicBezTo>
                <a:close/>
              </a:path>
            </a:pathLst>
          </a:custGeom>
          <a:solidFill>
            <a:srgbClr val="000000"/>
          </a:solidFill>
          <a:ln w="9525" cap="flat">
            <a:noFill/>
            <a:prstDash val="solid"/>
            <a:miter/>
          </a:ln>
        </p:spPr>
        <p:txBody>
          <a:bodyPr rtlCol="0" anchor="ctr"/>
          <a:lstStyle/>
          <a:p>
            <a:endParaRPr lang="ru-RU"/>
          </a:p>
        </p:txBody>
      </p:sp>
      <p:sp>
        <p:nvSpPr>
          <p:cNvPr id="1585" name="Полилиния: фигура 1584">
            <a:extLst>
              <a:ext uri="{FF2B5EF4-FFF2-40B4-BE49-F238E27FC236}">
                <a16:creationId xmlns:a16="http://schemas.microsoft.com/office/drawing/2014/main" id="{D6E5A017-EBED-927F-D146-37B17EFD965D}"/>
              </a:ext>
            </a:extLst>
          </p:cNvPr>
          <p:cNvSpPr/>
          <p:nvPr/>
        </p:nvSpPr>
        <p:spPr>
          <a:xfrm>
            <a:off x="6592264" y="884917"/>
            <a:ext cx="152400" cy="152400"/>
          </a:xfrm>
          <a:custGeom>
            <a:avLst/>
            <a:gdLst>
              <a:gd name="connsiteX0" fmla="*/ 138113 w 152400"/>
              <a:gd name="connsiteY0" fmla="*/ 47625 h 152400"/>
              <a:gd name="connsiteX1" fmla="*/ 152400 w 152400"/>
              <a:gd name="connsiteY1" fmla="*/ 66675 h 152400"/>
              <a:gd name="connsiteX2" fmla="*/ 138113 w 152400"/>
              <a:gd name="connsiteY2" fmla="*/ 85725 h 152400"/>
              <a:gd name="connsiteX3" fmla="*/ 123825 w 152400"/>
              <a:gd name="connsiteY3" fmla="*/ 66675 h 152400"/>
              <a:gd name="connsiteX4" fmla="*/ 138113 w 152400"/>
              <a:gd name="connsiteY4" fmla="*/ 47625 h 152400"/>
              <a:gd name="connsiteX5" fmla="*/ 76200 w 152400"/>
              <a:gd name="connsiteY5" fmla="*/ 47625 h 152400"/>
              <a:gd name="connsiteX6" fmla="*/ 103751 w 152400"/>
              <a:gd name="connsiteY6" fmla="*/ 74626 h 152400"/>
              <a:gd name="connsiteX7" fmla="*/ 114300 w 152400"/>
              <a:gd name="connsiteY7" fmla="*/ 95250 h 152400"/>
              <a:gd name="connsiteX8" fmla="*/ 128058 w 152400"/>
              <a:gd name="connsiteY8" fmla="*/ 106009 h 152400"/>
              <a:gd name="connsiteX9" fmla="*/ 142875 w 152400"/>
              <a:gd name="connsiteY9" fmla="*/ 128588 h 152400"/>
              <a:gd name="connsiteX10" fmla="*/ 118317 w 152400"/>
              <a:gd name="connsiteY10" fmla="*/ 152400 h 152400"/>
              <a:gd name="connsiteX11" fmla="*/ 97821 w 152400"/>
              <a:gd name="connsiteY11" fmla="*/ 147733 h 152400"/>
              <a:gd name="connsiteX12" fmla="*/ 76200 w 152400"/>
              <a:gd name="connsiteY12" fmla="*/ 142875 h 152400"/>
              <a:gd name="connsiteX13" fmla="*/ 54579 w 152400"/>
              <a:gd name="connsiteY13" fmla="*/ 147733 h 152400"/>
              <a:gd name="connsiteX14" fmla="*/ 34083 w 152400"/>
              <a:gd name="connsiteY14" fmla="*/ 152400 h 152400"/>
              <a:gd name="connsiteX15" fmla="*/ 9525 w 152400"/>
              <a:gd name="connsiteY15" fmla="*/ 128588 h 152400"/>
              <a:gd name="connsiteX16" fmla="*/ 24342 w 152400"/>
              <a:gd name="connsiteY16" fmla="*/ 106009 h 152400"/>
              <a:gd name="connsiteX17" fmla="*/ 38100 w 152400"/>
              <a:gd name="connsiteY17" fmla="*/ 95250 h 152400"/>
              <a:gd name="connsiteX18" fmla="*/ 48648 w 152400"/>
              <a:gd name="connsiteY18" fmla="*/ 74626 h 152400"/>
              <a:gd name="connsiteX19" fmla="*/ 76200 w 152400"/>
              <a:gd name="connsiteY19" fmla="*/ 47625 h 152400"/>
              <a:gd name="connsiteX20" fmla="*/ 14288 w 152400"/>
              <a:gd name="connsiteY20" fmla="*/ 47625 h 152400"/>
              <a:gd name="connsiteX21" fmla="*/ 28575 w 152400"/>
              <a:gd name="connsiteY21" fmla="*/ 66675 h 152400"/>
              <a:gd name="connsiteX22" fmla="*/ 14288 w 152400"/>
              <a:gd name="connsiteY22" fmla="*/ 85725 h 152400"/>
              <a:gd name="connsiteX23" fmla="*/ 0 w 152400"/>
              <a:gd name="connsiteY23" fmla="*/ 66675 h 152400"/>
              <a:gd name="connsiteX24" fmla="*/ 14288 w 152400"/>
              <a:gd name="connsiteY24" fmla="*/ 47625 h 152400"/>
              <a:gd name="connsiteX25" fmla="*/ 100013 w 152400"/>
              <a:gd name="connsiteY25" fmla="*/ 0 h 152400"/>
              <a:gd name="connsiteX26" fmla="*/ 114300 w 152400"/>
              <a:gd name="connsiteY26" fmla="*/ 19050 h 152400"/>
              <a:gd name="connsiteX27" fmla="*/ 100013 w 152400"/>
              <a:gd name="connsiteY27" fmla="*/ 38100 h 152400"/>
              <a:gd name="connsiteX28" fmla="*/ 85725 w 152400"/>
              <a:gd name="connsiteY28" fmla="*/ 19050 h 152400"/>
              <a:gd name="connsiteX29" fmla="*/ 100013 w 152400"/>
              <a:gd name="connsiteY29" fmla="*/ 0 h 152400"/>
              <a:gd name="connsiteX30" fmla="*/ 52388 w 152400"/>
              <a:gd name="connsiteY30" fmla="*/ 0 h 152400"/>
              <a:gd name="connsiteX31" fmla="*/ 66675 w 152400"/>
              <a:gd name="connsiteY31" fmla="*/ 19050 h 152400"/>
              <a:gd name="connsiteX32" fmla="*/ 52388 w 152400"/>
              <a:gd name="connsiteY32" fmla="*/ 38100 h 152400"/>
              <a:gd name="connsiteX33" fmla="*/ 38100 w 152400"/>
              <a:gd name="connsiteY33" fmla="*/ 19050 h 152400"/>
              <a:gd name="connsiteX34" fmla="*/ 52388 w 152400"/>
              <a:gd name="connsiteY34"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2400" h="152400">
                <a:moveTo>
                  <a:pt x="138113" y="47625"/>
                </a:moveTo>
                <a:cubicBezTo>
                  <a:pt x="147638" y="47625"/>
                  <a:pt x="152400" y="56154"/>
                  <a:pt x="152400" y="66675"/>
                </a:cubicBezTo>
                <a:cubicBezTo>
                  <a:pt x="152400" y="77196"/>
                  <a:pt x="147638" y="85725"/>
                  <a:pt x="138113" y="85725"/>
                </a:cubicBezTo>
                <a:cubicBezTo>
                  <a:pt x="128588" y="85725"/>
                  <a:pt x="123825" y="77196"/>
                  <a:pt x="123825" y="66675"/>
                </a:cubicBezTo>
                <a:cubicBezTo>
                  <a:pt x="123825" y="56154"/>
                  <a:pt x="128588" y="47625"/>
                  <a:pt x="138113" y="47625"/>
                </a:cubicBezTo>
                <a:close/>
                <a:moveTo>
                  <a:pt x="76200" y="47625"/>
                </a:moveTo>
                <a:cubicBezTo>
                  <a:pt x="94384" y="47625"/>
                  <a:pt x="99068" y="61126"/>
                  <a:pt x="103751" y="74626"/>
                </a:cubicBezTo>
                <a:cubicBezTo>
                  <a:pt x="106428" y="82340"/>
                  <a:pt x="109104" y="90054"/>
                  <a:pt x="114300" y="95250"/>
                </a:cubicBezTo>
                <a:cubicBezTo>
                  <a:pt x="119063" y="100013"/>
                  <a:pt x="123825" y="103187"/>
                  <a:pt x="128058" y="106009"/>
                </a:cubicBezTo>
                <a:cubicBezTo>
                  <a:pt x="136525" y="111654"/>
                  <a:pt x="142875" y="115888"/>
                  <a:pt x="142875" y="128588"/>
                </a:cubicBezTo>
                <a:cubicBezTo>
                  <a:pt x="142875" y="147638"/>
                  <a:pt x="128588" y="152400"/>
                  <a:pt x="118317" y="152400"/>
                </a:cubicBezTo>
                <a:cubicBezTo>
                  <a:pt x="111636" y="152400"/>
                  <a:pt x="104774" y="150083"/>
                  <a:pt x="97821" y="147733"/>
                </a:cubicBezTo>
                <a:cubicBezTo>
                  <a:pt x="90678" y="145320"/>
                  <a:pt x="83439" y="142875"/>
                  <a:pt x="76200" y="142875"/>
                </a:cubicBezTo>
                <a:cubicBezTo>
                  <a:pt x="68960" y="142875"/>
                  <a:pt x="61721" y="145320"/>
                  <a:pt x="54579" y="147733"/>
                </a:cubicBezTo>
                <a:cubicBezTo>
                  <a:pt x="47625" y="150083"/>
                  <a:pt x="40763" y="152400"/>
                  <a:pt x="34083" y="152400"/>
                </a:cubicBezTo>
                <a:cubicBezTo>
                  <a:pt x="23813" y="152400"/>
                  <a:pt x="9525" y="147638"/>
                  <a:pt x="9525" y="128588"/>
                </a:cubicBezTo>
                <a:cubicBezTo>
                  <a:pt x="9525" y="115888"/>
                  <a:pt x="15875" y="111654"/>
                  <a:pt x="24342" y="106009"/>
                </a:cubicBezTo>
                <a:cubicBezTo>
                  <a:pt x="28575" y="103187"/>
                  <a:pt x="33338" y="100013"/>
                  <a:pt x="38100" y="95250"/>
                </a:cubicBezTo>
                <a:cubicBezTo>
                  <a:pt x="43296" y="90054"/>
                  <a:pt x="45972" y="82340"/>
                  <a:pt x="48648" y="74626"/>
                </a:cubicBezTo>
                <a:cubicBezTo>
                  <a:pt x="53332" y="61125"/>
                  <a:pt x="58016" y="47625"/>
                  <a:pt x="76200" y="47625"/>
                </a:cubicBezTo>
                <a:close/>
                <a:moveTo>
                  <a:pt x="14288" y="47625"/>
                </a:moveTo>
                <a:cubicBezTo>
                  <a:pt x="23813" y="47625"/>
                  <a:pt x="28575" y="56154"/>
                  <a:pt x="28575" y="66675"/>
                </a:cubicBezTo>
                <a:cubicBezTo>
                  <a:pt x="28575" y="77196"/>
                  <a:pt x="23813" y="85725"/>
                  <a:pt x="14288" y="85725"/>
                </a:cubicBezTo>
                <a:cubicBezTo>
                  <a:pt x="4763" y="85725"/>
                  <a:pt x="0" y="77196"/>
                  <a:pt x="0" y="66675"/>
                </a:cubicBezTo>
                <a:cubicBezTo>
                  <a:pt x="0" y="56154"/>
                  <a:pt x="4763" y="47625"/>
                  <a:pt x="14288" y="47625"/>
                </a:cubicBezTo>
                <a:close/>
                <a:moveTo>
                  <a:pt x="100013" y="0"/>
                </a:moveTo>
                <a:cubicBezTo>
                  <a:pt x="109538" y="0"/>
                  <a:pt x="114300" y="8529"/>
                  <a:pt x="114300" y="19050"/>
                </a:cubicBezTo>
                <a:cubicBezTo>
                  <a:pt x="114300" y="29571"/>
                  <a:pt x="109538" y="38100"/>
                  <a:pt x="100013" y="38100"/>
                </a:cubicBezTo>
                <a:cubicBezTo>
                  <a:pt x="90488" y="38100"/>
                  <a:pt x="85725" y="29571"/>
                  <a:pt x="85725" y="19050"/>
                </a:cubicBezTo>
                <a:cubicBezTo>
                  <a:pt x="85725" y="8529"/>
                  <a:pt x="90488" y="0"/>
                  <a:pt x="100013" y="0"/>
                </a:cubicBezTo>
                <a:close/>
                <a:moveTo>
                  <a:pt x="52388" y="0"/>
                </a:moveTo>
                <a:cubicBezTo>
                  <a:pt x="61913" y="0"/>
                  <a:pt x="66675" y="8529"/>
                  <a:pt x="66675" y="19050"/>
                </a:cubicBezTo>
                <a:cubicBezTo>
                  <a:pt x="66675" y="29571"/>
                  <a:pt x="61913" y="38100"/>
                  <a:pt x="52388" y="38100"/>
                </a:cubicBezTo>
                <a:cubicBezTo>
                  <a:pt x="42863" y="38100"/>
                  <a:pt x="38100" y="29571"/>
                  <a:pt x="38100" y="19050"/>
                </a:cubicBezTo>
                <a:cubicBezTo>
                  <a:pt x="38100" y="8529"/>
                  <a:pt x="42863" y="0"/>
                  <a:pt x="52388" y="0"/>
                </a:cubicBezTo>
                <a:close/>
              </a:path>
            </a:pathLst>
          </a:custGeom>
          <a:solidFill>
            <a:srgbClr val="000000"/>
          </a:solidFill>
          <a:ln w="9525" cap="flat">
            <a:noFill/>
            <a:prstDash val="solid"/>
            <a:miter/>
          </a:ln>
        </p:spPr>
        <p:txBody>
          <a:bodyPr rtlCol="0" anchor="ctr"/>
          <a:lstStyle/>
          <a:p>
            <a:endParaRPr lang="ru-RU"/>
          </a:p>
        </p:txBody>
      </p:sp>
      <p:sp>
        <p:nvSpPr>
          <p:cNvPr id="1599" name="Полилиния: фигура 1598">
            <a:extLst>
              <a:ext uri="{FF2B5EF4-FFF2-40B4-BE49-F238E27FC236}">
                <a16:creationId xmlns:a16="http://schemas.microsoft.com/office/drawing/2014/main" id="{6C4EAEBD-46CF-1093-1C73-FD5083AE8F4A}"/>
              </a:ext>
            </a:extLst>
          </p:cNvPr>
          <p:cNvSpPr/>
          <p:nvPr/>
        </p:nvSpPr>
        <p:spPr>
          <a:xfrm>
            <a:off x="6582739" y="1414082"/>
            <a:ext cx="171450" cy="152400"/>
          </a:xfrm>
          <a:custGeom>
            <a:avLst/>
            <a:gdLst>
              <a:gd name="connsiteX0" fmla="*/ 76200 w 171450"/>
              <a:gd name="connsiteY0" fmla="*/ 57150 h 152400"/>
              <a:gd name="connsiteX1" fmla="*/ 66675 w 171450"/>
              <a:gd name="connsiteY1" fmla="*/ 66675 h 152400"/>
              <a:gd name="connsiteX2" fmla="*/ 76200 w 171450"/>
              <a:gd name="connsiteY2" fmla="*/ 76200 h 152400"/>
              <a:gd name="connsiteX3" fmla="*/ 95250 w 171450"/>
              <a:gd name="connsiteY3" fmla="*/ 76200 h 152400"/>
              <a:gd name="connsiteX4" fmla="*/ 104775 w 171450"/>
              <a:gd name="connsiteY4" fmla="*/ 66675 h 152400"/>
              <a:gd name="connsiteX5" fmla="*/ 95250 w 171450"/>
              <a:gd name="connsiteY5" fmla="*/ 57150 h 152400"/>
              <a:gd name="connsiteX6" fmla="*/ 152400 w 171450"/>
              <a:gd name="connsiteY6" fmla="*/ 48587 h 152400"/>
              <a:gd name="connsiteX7" fmla="*/ 171450 w 171450"/>
              <a:gd name="connsiteY7" fmla="*/ 76199 h 152400"/>
              <a:gd name="connsiteX8" fmla="*/ 171450 w 171450"/>
              <a:gd name="connsiteY8" fmla="*/ 133349 h 152400"/>
              <a:gd name="connsiteX9" fmla="*/ 169101 w 171450"/>
              <a:gd name="connsiteY9" fmla="*/ 150638 h 152400"/>
              <a:gd name="connsiteX10" fmla="*/ 157163 w 171450"/>
              <a:gd name="connsiteY10" fmla="*/ 152399 h 152400"/>
              <a:gd name="connsiteX11" fmla="*/ 145224 w 171450"/>
              <a:gd name="connsiteY11" fmla="*/ 150638 h 152400"/>
              <a:gd name="connsiteX12" fmla="*/ 142875 w 171450"/>
              <a:gd name="connsiteY12" fmla="*/ 133349 h 152400"/>
              <a:gd name="connsiteX13" fmla="*/ 142875 w 171450"/>
              <a:gd name="connsiteY13" fmla="*/ 57149 h 152400"/>
              <a:gd name="connsiteX14" fmla="*/ 152400 w 171450"/>
              <a:gd name="connsiteY14" fmla="*/ 48587 h 152400"/>
              <a:gd name="connsiteX15" fmla="*/ 19050 w 171450"/>
              <a:gd name="connsiteY15" fmla="*/ 48587 h 152400"/>
              <a:gd name="connsiteX16" fmla="*/ 28575 w 171450"/>
              <a:gd name="connsiteY16" fmla="*/ 57149 h 152400"/>
              <a:gd name="connsiteX17" fmla="*/ 28575 w 171450"/>
              <a:gd name="connsiteY17" fmla="*/ 133349 h 152400"/>
              <a:gd name="connsiteX18" fmla="*/ 26226 w 171450"/>
              <a:gd name="connsiteY18" fmla="*/ 150638 h 152400"/>
              <a:gd name="connsiteX19" fmla="*/ 14288 w 171450"/>
              <a:gd name="connsiteY19" fmla="*/ 152399 h 152400"/>
              <a:gd name="connsiteX20" fmla="*/ 2349 w 171450"/>
              <a:gd name="connsiteY20" fmla="*/ 150638 h 152400"/>
              <a:gd name="connsiteX21" fmla="*/ 0 w 171450"/>
              <a:gd name="connsiteY21" fmla="*/ 133350 h 152400"/>
              <a:gd name="connsiteX22" fmla="*/ 0 w 171450"/>
              <a:gd name="connsiteY22" fmla="*/ 76199 h 152400"/>
              <a:gd name="connsiteX23" fmla="*/ 19050 w 171450"/>
              <a:gd name="connsiteY23" fmla="*/ 48587 h 152400"/>
              <a:gd name="connsiteX24" fmla="*/ 76200 w 171450"/>
              <a:gd name="connsiteY24" fmla="*/ 28575 h 152400"/>
              <a:gd name="connsiteX25" fmla="*/ 66675 w 171450"/>
              <a:gd name="connsiteY25" fmla="*/ 38100 h 152400"/>
              <a:gd name="connsiteX26" fmla="*/ 76200 w 171450"/>
              <a:gd name="connsiteY26" fmla="*/ 47625 h 152400"/>
              <a:gd name="connsiteX27" fmla="*/ 95250 w 171450"/>
              <a:gd name="connsiteY27" fmla="*/ 47625 h 152400"/>
              <a:gd name="connsiteX28" fmla="*/ 104775 w 171450"/>
              <a:gd name="connsiteY28" fmla="*/ 38100 h 152400"/>
              <a:gd name="connsiteX29" fmla="*/ 95250 w 171450"/>
              <a:gd name="connsiteY29" fmla="*/ 28575 h 152400"/>
              <a:gd name="connsiteX30" fmla="*/ 66675 w 171450"/>
              <a:gd name="connsiteY30" fmla="*/ 0 h 152400"/>
              <a:gd name="connsiteX31" fmla="*/ 104775 w 171450"/>
              <a:gd name="connsiteY31" fmla="*/ 0 h 152400"/>
              <a:gd name="connsiteX32" fmla="*/ 133350 w 171450"/>
              <a:gd name="connsiteY32" fmla="*/ 28575 h 152400"/>
              <a:gd name="connsiteX33" fmla="*/ 133350 w 171450"/>
              <a:gd name="connsiteY33" fmla="*/ 133350 h 152400"/>
              <a:gd name="connsiteX34" fmla="*/ 131001 w 171450"/>
              <a:gd name="connsiteY34" fmla="*/ 150639 h 152400"/>
              <a:gd name="connsiteX35" fmla="*/ 119063 w 171450"/>
              <a:gd name="connsiteY35" fmla="*/ 152400 h 152400"/>
              <a:gd name="connsiteX36" fmla="*/ 107124 w 171450"/>
              <a:gd name="connsiteY36" fmla="*/ 150639 h 152400"/>
              <a:gd name="connsiteX37" fmla="*/ 104775 w 171450"/>
              <a:gd name="connsiteY37" fmla="*/ 133350 h 152400"/>
              <a:gd name="connsiteX38" fmla="*/ 85725 w 171450"/>
              <a:gd name="connsiteY38" fmla="*/ 114300 h 152400"/>
              <a:gd name="connsiteX39" fmla="*/ 66675 w 171450"/>
              <a:gd name="connsiteY39" fmla="*/ 133350 h 152400"/>
              <a:gd name="connsiteX40" fmla="*/ 64326 w 171450"/>
              <a:gd name="connsiteY40" fmla="*/ 150639 h 152400"/>
              <a:gd name="connsiteX41" fmla="*/ 52388 w 171450"/>
              <a:gd name="connsiteY41" fmla="*/ 152400 h 152400"/>
              <a:gd name="connsiteX42" fmla="*/ 38100 w 171450"/>
              <a:gd name="connsiteY42" fmla="*/ 133350 h 152400"/>
              <a:gd name="connsiteX43" fmla="*/ 38100 w 171450"/>
              <a:gd name="connsiteY43" fmla="*/ 28575 h 152400"/>
              <a:gd name="connsiteX44" fmla="*/ 66675 w 171450"/>
              <a:gd name="connsiteY44"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52400">
                <a:moveTo>
                  <a:pt x="76200" y="57150"/>
                </a:moveTo>
                <a:cubicBezTo>
                  <a:pt x="70939" y="57150"/>
                  <a:pt x="66675" y="61414"/>
                  <a:pt x="66675" y="66675"/>
                </a:cubicBezTo>
                <a:cubicBezTo>
                  <a:pt x="66675" y="71936"/>
                  <a:pt x="70939" y="76200"/>
                  <a:pt x="76200" y="76200"/>
                </a:cubicBezTo>
                <a:lnTo>
                  <a:pt x="95250" y="76200"/>
                </a:lnTo>
                <a:cubicBezTo>
                  <a:pt x="100511" y="76200"/>
                  <a:pt x="104775" y="71936"/>
                  <a:pt x="104775" y="66675"/>
                </a:cubicBezTo>
                <a:cubicBezTo>
                  <a:pt x="104775" y="61414"/>
                  <a:pt x="100511" y="57150"/>
                  <a:pt x="95250" y="57150"/>
                </a:cubicBezTo>
                <a:close/>
                <a:moveTo>
                  <a:pt x="152400" y="48587"/>
                </a:moveTo>
                <a:cubicBezTo>
                  <a:pt x="165100" y="51441"/>
                  <a:pt x="171450" y="60645"/>
                  <a:pt x="171450" y="76199"/>
                </a:cubicBezTo>
                <a:lnTo>
                  <a:pt x="171450" y="133349"/>
                </a:lnTo>
                <a:cubicBezTo>
                  <a:pt x="171450" y="143785"/>
                  <a:pt x="171450" y="148503"/>
                  <a:pt x="169101" y="150638"/>
                </a:cubicBezTo>
                <a:cubicBezTo>
                  <a:pt x="167163" y="152399"/>
                  <a:pt x="163623" y="152399"/>
                  <a:pt x="157163" y="152399"/>
                </a:cubicBezTo>
                <a:cubicBezTo>
                  <a:pt x="150702" y="152399"/>
                  <a:pt x="147162" y="152399"/>
                  <a:pt x="145224" y="150638"/>
                </a:cubicBezTo>
                <a:cubicBezTo>
                  <a:pt x="142875" y="148503"/>
                  <a:pt x="142875" y="143785"/>
                  <a:pt x="142875" y="133349"/>
                </a:cubicBezTo>
                <a:lnTo>
                  <a:pt x="142875" y="57149"/>
                </a:lnTo>
                <a:cubicBezTo>
                  <a:pt x="142875" y="48299"/>
                  <a:pt x="142911" y="46454"/>
                  <a:pt x="152400" y="48587"/>
                </a:cubicBezTo>
                <a:close/>
                <a:moveTo>
                  <a:pt x="19050" y="48587"/>
                </a:moveTo>
                <a:cubicBezTo>
                  <a:pt x="28539" y="46454"/>
                  <a:pt x="28575" y="48299"/>
                  <a:pt x="28575" y="57149"/>
                </a:cubicBezTo>
                <a:lnTo>
                  <a:pt x="28575" y="133349"/>
                </a:lnTo>
                <a:cubicBezTo>
                  <a:pt x="28575" y="143785"/>
                  <a:pt x="28575" y="148504"/>
                  <a:pt x="26226" y="150638"/>
                </a:cubicBezTo>
                <a:cubicBezTo>
                  <a:pt x="24288" y="152399"/>
                  <a:pt x="20748" y="152399"/>
                  <a:pt x="14288" y="152399"/>
                </a:cubicBezTo>
                <a:cubicBezTo>
                  <a:pt x="7827" y="152399"/>
                  <a:pt x="4287" y="152399"/>
                  <a:pt x="2349" y="150638"/>
                </a:cubicBezTo>
                <a:cubicBezTo>
                  <a:pt x="0" y="148504"/>
                  <a:pt x="0" y="143785"/>
                  <a:pt x="0" y="133350"/>
                </a:cubicBezTo>
                <a:lnTo>
                  <a:pt x="0" y="76199"/>
                </a:lnTo>
                <a:cubicBezTo>
                  <a:pt x="0" y="60645"/>
                  <a:pt x="6350" y="51441"/>
                  <a:pt x="19050" y="48587"/>
                </a:cubicBezTo>
                <a:close/>
                <a:moveTo>
                  <a:pt x="76200" y="28575"/>
                </a:moveTo>
                <a:cubicBezTo>
                  <a:pt x="70939" y="28575"/>
                  <a:pt x="66675" y="32840"/>
                  <a:pt x="66675" y="38100"/>
                </a:cubicBezTo>
                <a:cubicBezTo>
                  <a:pt x="66675" y="43360"/>
                  <a:pt x="70939" y="47625"/>
                  <a:pt x="76200" y="47625"/>
                </a:cubicBezTo>
                <a:lnTo>
                  <a:pt x="95250" y="47625"/>
                </a:lnTo>
                <a:cubicBezTo>
                  <a:pt x="100511" y="47625"/>
                  <a:pt x="104775" y="43360"/>
                  <a:pt x="104775" y="38100"/>
                </a:cubicBezTo>
                <a:cubicBezTo>
                  <a:pt x="104775" y="32840"/>
                  <a:pt x="100511" y="28575"/>
                  <a:pt x="95250" y="28575"/>
                </a:cubicBezTo>
                <a:close/>
                <a:moveTo>
                  <a:pt x="66675" y="0"/>
                </a:moveTo>
                <a:lnTo>
                  <a:pt x="104775" y="0"/>
                </a:lnTo>
                <a:cubicBezTo>
                  <a:pt x="123825" y="0"/>
                  <a:pt x="133350" y="9525"/>
                  <a:pt x="133350" y="28575"/>
                </a:cubicBezTo>
                <a:lnTo>
                  <a:pt x="133350" y="133350"/>
                </a:lnTo>
                <a:cubicBezTo>
                  <a:pt x="133350" y="143786"/>
                  <a:pt x="133350" y="148504"/>
                  <a:pt x="131001" y="150639"/>
                </a:cubicBezTo>
                <a:cubicBezTo>
                  <a:pt x="129063" y="152400"/>
                  <a:pt x="125523" y="152400"/>
                  <a:pt x="119063" y="152400"/>
                </a:cubicBezTo>
                <a:cubicBezTo>
                  <a:pt x="112602" y="152400"/>
                  <a:pt x="109062" y="152400"/>
                  <a:pt x="107124" y="150639"/>
                </a:cubicBezTo>
                <a:cubicBezTo>
                  <a:pt x="104775" y="148504"/>
                  <a:pt x="104775" y="143786"/>
                  <a:pt x="104775" y="133350"/>
                </a:cubicBezTo>
                <a:cubicBezTo>
                  <a:pt x="104775" y="114300"/>
                  <a:pt x="95250" y="114300"/>
                  <a:pt x="85725" y="114300"/>
                </a:cubicBezTo>
                <a:cubicBezTo>
                  <a:pt x="76200" y="114300"/>
                  <a:pt x="66675" y="114300"/>
                  <a:pt x="66675" y="133350"/>
                </a:cubicBezTo>
                <a:cubicBezTo>
                  <a:pt x="66675" y="143786"/>
                  <a:pt x="66675" y="148504"/>
                  <a:pt x="64326" y="150639"/>
                </a:cubicBezTo>
                <a:cubicBezTo>
                  <a:pt x="62388" y="152400"/>
                  <a:pt x="58848" y="152400"/>
                  <a:pt x="52388" y="152400"/>
                </a:cubicBezTo>
                <a:cubicBezTo>
                  <a:pt x="38100" y="152400"/>
                  <a:pt x="38100" y="152400"/>
                  <a:pt x="38100" y="133350"/>
                </a:cubicBezTo>
                <a:lnTo>
                  <a:pt x="38100" y="28575"/>
                </a:lnTo>
                <a:cubicBezTo>
                  <a:pt x="38100" y="9525"/>
                  <a:pt x="47625" y="0"/>
                  <a:pt x="66675" y="0"/>
                </a:cubicBezTo>
                <a:close/>
              </a:path>
            </a:pathLst>
          </a:custGeom>
          <a:solidFill>
            <a:srgbClr val="000000"/>
          </a:solidFill>
          <a:ln w="9525" cap="flat">
            <a:noFill/>
            <a:prstDash val="solid"/>
            <a:miter/>
          </a:ln>
        </p:spPr>
        <p:txBody>
          <a:bodyPr rtlCol="0" anchor="ctr"/>
          <a:lstStyle/>
          <a:p>
            <a:endParaRPr lang="ru-RU"/>
          </a:p>
        </p:txBody>
      </p:sp>
      <p:sp>
        <p:nvSpPr>
          <p:cNvPr id="1236" name="Рисунок 452">
            <a:extLst>
              <a:ext uri="{FF2B5EF4-FFF2-40B4-BE49-F238E27FC236}">
                <a16:creationId xmlns:a16="http://schemas.microsoft.com/office/drawing/2014/main" id="{B1B88134-D972-D780-C2F1-D46B9D9C3495}"/>
              </a:ext>
            </a:extLst>
          </p:cNvPr>
          <p:cNvSpPr/>
          <p:nvPr/>
        </p:nvSpPr>
        <p:spPr>
          <a:xfrm>
            <a:off x="6582740" y="1952775"/>
            <a:ext cx="171450" cy="133350"/>
          </a:xfrm>
          <a:custGeom>
            <a:avLst/>
            <a:gdLst>
              <a:gd name="connsiteX0" fmla="*/ 106306 w 171450"/>
              <a:gd name="connsiteY0" fmla="*/ 4423 h 133350"/>
              <a:gd name="connsiteX1" fmla="*/ 114300 w 171450"/>
              <a:gd name="connsiteY1" fmla="*/ 9525 h 133350"/>
              <a:gd name="connsiteX2" fmla="*/ 122210 w 171450"/>
              <a:gd name="connsiteY2" fmla="*/ 4608 h 133350"/>
              <a:gd name="connsiteX3" fmla="*/ 128588 w 171450"/>
              <a:gd name="connsiteY3" fmla="*/ 502 h 133350"/>
              <a:gd name="connsiteX4" fmla="*/ 164499 w 171450"/>
              <a:gd name="connsiteY4" fmla="*/ 10427 h 133350"/>
              <a:gd name="connsiteX5" fmla="*/ 171450 w 171450"/>
              <a:gd name="connsiteY5" fmla="*/ 66675 h 133350"/>
              <a:gd name="connsiteX6" fmla="*/ 164499 w 171450"/>
              <a:gd name="connsiteY6" fmla="*/ 122923 h 133350"/>
              <a:gd name="connsiteX7" fmla="*/ 128588 w 171450"/>
              <a:gd name="connsiteY7" fmla="*/ 132848 h 133350"/>
              <a:gd name="connsiteX8" fmla="*/ 122210 w 171450"/>
              <a:gd name="connsiteY8" fmla="*/ 128742 h 133350"/>
              <a:gd name="connsiteX9" fmla="*/ 114300 w 171450"/>
              <a:gd name="connsiteY9" fmla="*/ 123825 h 133350"/>
              <a:gd name="connsiteX10" fmla="*/ 106306 w 171450"/>
              <a:gd name="connsiteY10" fmla="*/ 128927 h 133350"/>
              <a:gd name="connsiteX11" fmla="*/ 100013 w 171450"/>
              <a:gd name="connsiteY11" fmla="*/ 133339 h 133350"/>
              <a:gd name="connsiteX12" fmla="*/ 85725 w 171450"/>
              <a:gd name="connsiteY12" fmla="*/ 133350 h 133350"/>
              <a:gd name="connsiteX13" fmla="*/ 6951 w 171450"/>
              <a:gd name="connsiteY13" fmla="*/ 122923 h 133350"/>
              <a:gd name="connsiteX14" fmla="*/ 0 w 171450"/>
              <a:gd name="connsiteY14" fmla="*/ 66675 h 133350"/>
              <a:gd name="connsiteX15" fmla="*/ 6951 w 171450"/>
              <a:gd name="connsiteY15" fmla="*/ 10427 h 133350"/>
              <a:gd name="connsiteX16" fmla="*/ 85725 w 171450"/>
              <a:gd name="connsiteY16" fmla="*/ 0 h 133350"/>
              <a:gd name="connsiteX17" fmla="*/ 100013 w 171450"/>
              <a:gd name="connsiteY17" fmla="*/ 12 h 133350"/>
              <a:gd name="connsiteX18" fmla="*/ 106306 w 171450"/>
              <a:gd name="connsiteY18" fmla="*/ 4423 h 133350"/>
              <a:gd name="connsiteX19" fmla="*/ 114300 w 171450"/>
              <a:gd name="connsiteY19" fmla="*/ 104775 h 133350"/>
              <a:gd name="connsiteX20" fmla="*/ 123825 w 171450"/>
              <a:gd name="connsiteY20" fmla="*/ 95250 h 133350"/>
              <a:gd name="connsiteX21" fmla="*/ 114300 w 171450"/>
              <a:gd name="connsiteY21" fmla="*/ 85725 h 133350"/>
              <a:gd name="connsiteX22" fmla="*/ 104775 w 171450"/>
              <a:gd name="connsiteY22" fmla="*/ 95250 h 133350"/>
              <a:gd name="connsiteX23" fmla="*/ 114300 w 171450"/>
              <a:gd name="connsiteY23" fmla="*/ 104775 h 133350"/>
              <a:gd name="connsiteX24" fmla="*/ 114300 w 171450"/>
              <a:gd name="connsiteY24" fmla="*/ 47625 h 133350"/>
              <a:gd name="connsiteX25" fmla="*/ 123825 w 171450"/>
              <a:gd name="connsiteY25" fmla="*/ 38100 h 133350"/>
              <a:gd name="connsiteX26" fmla="*/ 114300 w 171450"/>
              <a:gd name="connsiteY26" fmla="*/ 28575 h 133350"/>
              <a:gd name="connsiteX27" fmla="*/ 104775 w 171450"/>
              <a:gd name="connsiteY27" fmla="*/ 38100 h 133350"/>
              <a:gd name="connsiteX28" fmla="*/ 114300 w 171450"/>
              <a:gd name="connsiteY28" fmla="*/ 47625 h 133350"/>
              <a:gd name="connsiteX29" fmla="*/ 114300 w 171450"/>
              <a:gd name="connsiteY29" fmla="*/ 76200 h 133350"/>
              <a:gd name="connsiteX30" fmla="*/ 123825 w 171450"/>
              <a:gd name="connsiteY30" fmla="*/ 66675 h 133350"/>
              <a:gd name="connsiteX31" fmla="*/ 114300 w 171450"/>
              <a:gd name="connsiteY31" fmla="*/ 57150 h 133350"/>
              <a:gd name="connsiteX32" fmla="*/ 104775 w 171450"/>
              <a:gd name="connsiteY32" fmla="*/ 66675 h 133350"/>
              <a:gd name="connsiteX33" fmla="*/ 114300 w 171450"/>
              <a:gd name="connsiteY33" fmla="*/ 7620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33350">
                <a:moveTo>
                  <a:pt x="106306" y="4423"/>
                </a:moveTo>
                <a:cubicBezTo>
                  <a:pt x="107727" y="6911"/>
                  <a:pt x="109220" y="9525"/>
                  <a:pt x="114300" y="9525"/>
                </a:cubicBezTo>
                <a:cubicBezTo>
                  <a:pt x="119242" y="9525"/>
                  <a:pt x="120771" y="6991"/>
                  <a:pt x="122210" y="4608"/>
                </a:cubicBezTo>
                <a:cubicBezTo>
                  <a:pt x="123539" y="2405"/>
                  <a:pt x="124792" y="331"/>
                  <a:pt x="128588" y="502"/>
                </a:cubicBezTo>
                <a:cubicBezTo>
                  <a:pt x="148076" y="1380"/>
                  <a:pt x="158704" y="3793"/>
                  <a:pt x="164499" y="10427"/>
                </a:cubicBezTo>
                <a:cubicBezTo>
                  <a:pt x="171450" y="18384"/>
                  <a:pt x="171450" y="41939"/>
                  <a:pt x="171450" y="66675"/>
                </a:cubicBezTo>
                <a:cubicBezTo>
                  <a:pt x="171450" y="91411"/>
                  <a:pt x="171450" y="114966"/>
                  <a:pt x="164499" y="122923"/>
                </a:cubicBezTo>
                <a:cubicBezTo>
                  <a:pt x="158704" y="129557"/>
                  <a:pt x="148076" y="131971"/>
                  <a:pt x="128588" y="132848"/>
                </a:cubicBezTo>
                <a:cubicBezTo>
                  <a:pt x="124792" y="133019"/>
                  <a:pt x="123539" y="130945"/>
                  <a:pt x="122210" y="128742"/>
                </a:cubicBezTo>
                <a:cubicBezTo>
                  <a:pt x="120771" y="126359"/>
                  <a:pt x="119242" y="123825"/>
                  <a:pt x="114300" y="123825"/>
                </a:cubicBezTo>
                <a:cubicBezTo>
                  <a:pt x="109220" y="123825"/>
                  <a:pt x="107727" y="126439"/>
                  <a:pt x="106306" y="128927"/>
                </a:cubicBezTo>
                <a:cubicBezTo>
                  <a:pt x="105019" y="131179"/>
                  <a:pt x="103791" y="133328"/>
                  <a:pt x="100013" y="133339"/>
                </a:cubicBezTo>
                <a:cubicBezTo>
                  <a:pt x="95537" y="133350"/>
                  <a:pt x="90780" y="133350"/>
                  <a:pt x="85725" y="133350"/>
                </a:cubicBezTo>
                <a:cubicBezTo>
                  <a:pt x="37104" y="133350"/>
                  <a:pt x="16060" y="133350"/>
                  <a:pt x="6951" y="122923"/>
                </a:cubicBezTo>
                <a:cubicBezTo>
                  <a:pt x="0" y="114966"/>
                  <a:pt x="0" y="91411"/>
                  <a:pt x="0" y="66675"/>
                </a:cubicBezTo>
                <a:cubicBezTo>
                  <a:pt x="0" y="41939"/>
                  <a:pt x="0" y="18384"/>
                  <a:pt x="6951" y="10427"/>
                </a:cubicBezTo>
                <a:cubicBezTo>
                  <a:pt x="16060" y="0"/>
                  <a:pt x="37104" y="0"/>
                  <a:pt x="85725" y="0"/>
                </a:cubicBezTo>
                <a:cubicBezTo>
                  <a:pt x="90780" y="0"/>
                  <a:pt x="95537" y="0"/>
                  <a:pt x="100013" y="12"/>
                </a:cubicBezTo>
                <a:cubicBezTo>
                  <a:pt x="103791" y="22"/>
                  <a:pt x="105019" y="2171"/>
                  <a:pt x="106306" y="4423"/>
                </a:cubicBezTo>
                <a:close/>
                <a:moveTo>
                  <a:pt x="114300" y="104775"/>
                </a:moveTo>
                <a:cubicBezTo>
                  <a:pt x="119561" y="104775"/>
                  <a:pt x="123825" y="100511"/>
                  <a:pt x="123825" y="95250"/>
                </a:cubicBezTo>
                <a:cubicBezTo>
                  <a:pt x="123825" y="89989"/>
                  <a:pt x="119561" y="85725"/>
                  <a:pt x="114300" y="85725"/>
                </a:cubicBezTo>
                <a:cubicBezTo>
                  <a:pt x="109039" y="85725"/>
                  <a:pt x="104775" y="89989"/>
                  <a:pt x="104775" y="95250"/>
                </a:cubicBezTo>
                <a:cubicBezTo>
                  <a:pt x="104775" y="100511"/>
                  <a:pt x="109039" y="104775"/>
                  <a:pt x="114300" y="104775"/>
                </a:cubicBezTo>
                <a:close/>
                <a:moveTo>
                  <a:pt x="114300" y="47625"/>
                </a:moveTo>
                <a:cubicBezTo>
                  <a:pt x="119561" y="47625"/>
                  <a:pt x="123825" y="43361"/>
                  <a:pt x="123825" y="38100"/>
                </a:cubicBezTo>
                <a:cubicBezTo>
                  <a:pt x="123825" y="32839"/>
                  <a:pt x="119561" y="28575"/>
                  <a:pt x="114300" y="28575"/>
                </a:cubicBezTo>
                <a:cubicBezTo>
                  <a:pt x="109039" y="28575"/>
                  <a:pt x="104775" y="32839"/>
                  <a:pt x="104775" y="38100"/>
                </a:cubicBezTo>
                <a:cubicBezTo>
                  <a:pt x="104775" y="43361"/>
                  <a:pt x="109039" y="47625"/>
                  <a:pt x="114300" y="47625"/>
                </a:cubicBezTo>
                <a:close/>
                <a:moveTo>
                  <a:pt x="114300" y="76200"/>
                </a:moveTo>
                <a:cubicBezTo>
                  <a:pt x="119561" y="76200"/>
                  <a:pt x="123825" y="71936"/>
                  <a:pt x="123825" y="66675"/>
                </a:cubicBezTo>
                <a:cubicBezTo>
                  <a:pt x="123825" y="61414"/>
                  <a:pt x="119561" y="57150"/>
                  <a:pt x="114300" y="57150"/>
                </a:cubicBezTo>
                <a:cubicBezTo>
                  <a:pt x="109039" y="57150"/>
                  <a:pt x="104775" y="61414"/>
                  <a:pt x="104775" y="66675"/>
                </a:cubicBezTo>
                <a:cubicBezTo>
                  <a:pt x="104775" y="71936"/>
                  <a:pt x="109039" y="76200"/>
                  <a:pt x="114300" y="76200"/>
                </a:cubicBezTo>
                <a:close/>
              </a:path>
            </a:pathLst>
          </a:custGeom>
          <a:solidFill>
            <a:srgbClr val="000000"/>
          </a:solidFill>
          <a:ln w="9525" cap="flat">
            <a:noFill/>
            <a:prstDash val="solid"/>
            <a:miter/>
          </a:ln>
        </p:spPr>
        <p:txBody>
          <a:bodyPr rtlCol="0" anchor="ctr"/>
          <a:lstStyle/>
          <a:p>
            <a:endParaRPr lang="ru-RU"/>
          </a:p>
        </p:txBody>
      </p:sp>
      <p:sp>
        <p:nvSpPr>
          <p:cNvPr id="1603" name="Полилиния: фигура 1602">
            <a:extLst>
              <a:ext uri="{FF2B5EF4-FFF2-40B4-BE49-F238E27FC236}">
                <a16:creationId xmlns:a16="http://schemas.microsoft.com/office/drawing/2014/main" id="{ACD0E93F-0488-5EF3-8DD1-3B98F8EAACA9}"/>
              </a:ext>
            </a:extLst>
          </p:cNvPr>
          <p:cNvSpPr/>
          <p:nvPr/>
        </p:nvSpPr>
        <p:spPr>
          <a:xfrm>
            <a:off x="6582740" y="3362325"/>
            <a:ext cx="180975" cy="142875"/>
          </a:xfrm>
          <a:custGeom>
            <a:avLst/>
            <a:gdLst>
              <a:gd name="connsiteX0" fmla="*/ 171450 w 180975"/>
              <a:gd name="connsiteY0" fmla="*/ 123825 h 142875"/>
              <a:gd name="connsiteX1" fmla="*/ 180975 w 180975"/>
              <a:gd name="connsiteY1" fmla="*/ 133350 h 142875"/>
              <a:gd name="connsiteX2" fmla="*/ 171450 w 180975"/>
              <a:gd name="connsiteY2" fmla="*/ 142875 h 142875"/>
              <a:gd name="connsiteX3" fmla="*/ 161925 w 180975"/>
              <a:gd name="connsiteY3" fmla="*/ 133350 h 142875"/>
              <a:gd name="connsiteX4" fmla="*/ 171450 w 180975"/>
              <a:gd name="connsiteY4" fmla="*/ 123825 h 142875"/>
              <a:gd name="connsiteX5" fmla="*/ 164715 w 180975"/>
              <a:gd name="connsiteY5" fmla="*/ 88515 h 142875"/>
              <a:gd name="connsiteX6" fmla="*/ 178185 w 180975"/>
              <a:gd name="connsiteY6" fmla="*/ 88515 h 142875"/>
              <a:gd name="connsiteX7" fmla="*/ 178185 w 180975"/>
              <a:gd name="connsiteY7" fmla="*/ 101985 h 142875"/>
              <a:gd name="connsiteX8" fmla="*/ 140085 w 180975"/>
              <a:gd name="connsiteY8" fmla="*/ 140085 h 142875"/>
              <a:gd name="connsiteX9" fmla="*/ 126615 w 180975"/>
              <a:gd name="connsiteY9" fmla="*/ 140085 h 142875"/>
              <a:gd name="connsiteX10" fmla="*/ 126615 w 180975"/>
              <a:gd name="connsiteY10" fmla="*/ 126615 h 142875"/>
              <a:gd name="connsiteX11" fmla="*/ 133350 w 180975"/>
              <a:gd name="connsiteY11" fmla="*/ 85725 h 142875"/>
              <a:gd name="connsiteX12" fmla="*/ 142875 w 180975"/>
              <a:gd name="connsiteY12" fmla="*/ 95250 h 142875"/>
              <a:gd name="connsiteX13" fmla="*/ 133350 w 180975"/>
              <a:gd name="connsiteY13" fmla="*/ 104775 h 142875"/>
              <a:gd name="connsiteX14" fmla="*/ 123825 w 180975"/>
              <a:gd name="connsiteY14" fmla="*/ 95250 h 142875"/>
              <a:gd name="connsiteX15" fmla="*/ 133350 w 180975"/>
              <a:gd name="connsiteY15" fmla="*/ 85725 h 142875"/>
              <a:gd name="connsiteX16" fmla="*/ 9525 w 180975"/>
              <a:gd name="connsiteY16" fmla="*/ 57150 h 142875"/>
              <a:gd name="connsiteX17" fmla="*/ 161925 w 180975"/>
              <a:gd name="connsiteY17" fmla="*/ 57150 h 142875"/>
              <a:gd name="connsiteX18" fmla="*/ 171396 w 180975"/>
              <a:gd name="connsiteY18" fmla="*/ 64153 h 142875"/>
              <a:gd name="connsiteX19" fmla="*/ 169069 w 180975"/>
              <a:gd name="connsiteY19" fmla="*/ 73819 h 142875"/>
              <a:gd name="connsiteX20" fmla="*/ 152400 w 180975"/>
              <a:gd name="connsiteY20" fmla="*/ 76200 h 142875"/>
              <a:gd name="connsiteX21" fmla="*/ 119063 w 180975"/>
              <a:gd name="connsiteY21" fmla="*/ 80963 h 142875"/>
              <a:gd name="connsiteX22" fmla="*/ 114300 w 180975"/>
              <a:gd name="connsiteY22" fmla="*/ 114300 h 142875"/>
              <a:gd name="connsiteX23" fmla="*/ 85725 w 180975"/>
              <a:gd name="connsiteY23" fmla="*/ 133350 h 142875"/>
              <a:gd name="connsiteX24" fmla="*/ 8247 w 180975"/>
              <a:gd name="connsiteY24" fmla="*/ 122747 h 142875"/>
              <a:gd name="connsiteX25" fmla="*/ 0 w 180975"/>
              <a:gd name="connsiteY25" fmla="*/ 66675 h 142875"/>
              <a:gd name="connsiteX26" fmla="*/ 9525 w 180975"/>
              <a:gd name="connsiteY26" fmla="*/ 57150 h 142875"/>
              <a:gd name="connsiteX27" fmla="*/ 85725 w 180975"/>
              <a:gd name="connsiteY27" fmla="*/ 0 h 142875"/>
              <a:gd name="connsiteX28" fmla="*/ 171450 w 180975"/>
              <a:gd name="connsiteY28" fmla="*/ 28575 h 142875"/>
              <a:gd name="connsiteX29" fmla="*/ 161925 w 180975"/>
              <a:gd name="connsiteY29" fmla="*/ 38100 h 142875"/>
              <a:gd name="connsiteX30" fmla="*/ 9525 w 180975"/>
              <a:gd name="connsiteY30" fmla="*/ 38100 h 142875"/>
              <a:gd name="connsiteX31" fmla="*/ 0 w 180975"/>
              <a:gd name="connsiteY31" fmla="*/ 28575 h 142875"/>
              <a:gd name="connsiteX32" fmla="*/ 85725 w 180975"/>
              <a:gd name="connsiteY32"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975" h="142875">
                <a:moveTo>
                  <a:pt x="171450" y="123825"/>
                </a:moveTo>
                <a:cubicBezTo>
                  <a:pt x="176711" y="123825"/>
                  <a:pt x="180975" y="128089"/>
                  <a:pt x="180975" y="133350"/>
                </a:cubicBezTo>
                <a:cubicBezTo>
                  <a:pt x="180975" y="138611"/>
                  <a:pt x="176711" y="142875"/>
                  <a:pt x="171450" y="142875"/>
                </a:cubicBezTo>
                <a:cubicBezTo>
                  <a:pt x="166189" y="142875"/>
                  <a:pt x="161925" y="138611"/>
                  <a:pt x="161925" y="133350"/>
                </a:cubicBezTo>
                <a:cubicBezTo>
                  <a:pt x="161925" y="128089"/>
                  <a:pt x="166189" y="123825"/>
                  <a:pt x="171450" y="123825"/>
                </a:cubicBezTo>
                <a:close/>
                <a:moveTo>
                  <a:pt x="164715" y="88515"/>
                </a:moveTo>
                <a:cubicBezTo>
                  <a:pt x="168434" y="84795"/>
                  <a:pt x="174465" y="84795"/>
                  <a:pt x="178185" y="88515"/>
                </a:cubicBezTo>
                <a:cubicBezTo>
                  <a:pt x="181904" y="92234"/>
                  <a:pt x="181904" y="98265"/>
                  <a:pt x="178185" y="101985"/>
                </a:cubicBezTo>
                <a:lnTo>
                  <a:pt x="140085" y="140085"/>
                </a:lnTo>
                <a:cubicBezTo>
                  <a:pt x="136365" y="143804"/>
                  <a:pt x="130334" y="143804"/>
                  <a:pt x="126615" y="140085"/>
                </a:cubicBezTo>
                <a:cubicBezTo>
                  <a:pt x="122895" y="136365"/>
                  <a:pt x="122895" y="130334"/>
                  <a:pt x="126615" y="126615"/>
                </a:cubicBezTo>
                <a:close/>
                <a:moveTo>
                  <a:pt x="133350" y="85725"/>
                </a:moveTo>
                <a:cubicBezTo>
                  <a:pt x="138611" y="85725"/>
                  <a:pt x="142875" y="89989"/>
                  <a:pt x="142875" y="95250"/>
                </a:cubicBezTo>
                <a:cubicBezTo>
                  <a:pt x="142875" y="100511"/>
                  <a:pt x="138611" y="104775"/>
                  <a:pt x="133350" y="104775"/>
                </a:cubicBezTo>
                <a:cubicBezTo>
                  <a:pt x="128089" y="104775"/>
                  <a:pt x="123825" y="100511"/>
                  <a:pt x="123825" y="95250"/>
                </a:cubicBezTo>
                <a:cubicBezTo>
                  <a:pt x="123825" y="89989"/>
                  <a:pt x="128089" y="85725"/>
                  <a:pt x="133350" y="85725"/>
                </a:cubicBezTo>
                <a:close/>
                <a:moveTo>
                  <a:pt x="9525" y="57150"/>
                </a:moveTo>
                <a:lnTo>
                  <a:pt x="161925" y="57150"/>
                </a:lnTo>
                <a:cubicBezTo>
                  <a:pt x="169750" y="57150"/>
                  <a:pt x="171147" y="60365"/>
                  <a:pt x="171396" y="64153"/>
                </a:cubicBezTo>
                <a:cubicBezTo>
                  <a:pt x="171259" y="69182"/>
                  <a:pt x="170776" y="72112"/>
                  <a:pt x="169069" y="73819"/>
                </a:cubicBezTo>
                <a:cubicBezTo>
                  <a:pt x="166688" y="76200"/>
                  <a:pt x="161925" y="76200"/>
                  <a:pt x="152400" y="76200"/>
                </a:cubicBezTo>
                <a:cubicBezTo>
                  <a:pt x="133350" y="76200"/>
                  <a:pt x="123825" y="76200"/>
                  <a:pt x="119063" y="80963"/>
                </a:cubicBezTo>
                <a:cubicBezTo>
                  <a:pt x="114300" y="85725"/>
                  <a:pt x="114300" y="95250"/>
                  <a:pt x="114300" y="114300"/>
                </a:cubicBezTo>
                <a:cubicBezTo>
                  <a:pt x="114300" y="133350"/>
                  <a:pt x="100013" y="133350"/>
                  <a:pt x="85725" y="133350"/>
                </a:cubicBezTo>
                <a:cubicBezTo>
                  <a:pt x="39280" y="133350"/>
                  <a:pt x="17999" y="133350"/>
                  <a:pt x="8247" y="122747"/>
                </a:cubicBezTo>
                <a:cubicBezTo>
                  <a:pt x="0" y="113779"/>
                  <a:pt x="0" y="97226"/>
                  <a:pt x="0" y="66675"/>
                </a:cubicBezTo>
                <a:cubicBezTo>
                  <a:pt x="0" y="61913"/>
                  <a:pt x="0" y="57150"/>
                  <a:pt x="9525" y="57150"/>
                </a:cubicBezTo>
                <a:close/>
                <a:moveTo>
                  <a:pt x="85725" y="0"/>
                </a:moveTo>
                <a:cubicBezTo>
                  <a:pt x="152400" y="0"/>
                  <a:pt x="171450" y="0"/>
                  <a:pt x="171450" y="28575"/>
                </a:cubicBezTo>
                <a:cubicBezTo>
                  <a:pt x="171450" y="33338"/>
                  <a:pt x="171450" y="38100"/>
                  <a:pt x="161925" y="38100"/>
                </a:cubicBezTo>
                <a:lnTo>
                  <a:pt x="9525" y="38100"/>
                </a:lnTo>
                <a:cubicBezTo>
                  <a:pt x="0" y="38100"/>
                  <a:pt x="0" y="33338"/>
                  <a:pt x="0" y="28575"/>
                </a:cubicBezTo>
                <a:cubicBezTo>
                  <a:pt x="0" y="0"/>
                  <a:pt x="19050" y="0"/>
                  <a:pt x="85725" y="0"/>
                </a:cubicBezTo>
                <a:close/>
              </a:path>
            </a:pathLst>
          </a:custGeom>
          <a:solidFill>
            <a:srgbClr val="000000"/>
          </a:solidFill>
          <a:ln w="9525" cap="flat">
            <a:noFill/>
            <a:prstDash val="solid"/>
            <a:miter/>
          </a:ln>
        </p:spPr>
        <p:txBody>
          <a:bodyPr rtlCol="0" anchor="ctr"/>
          <a:lstStyle/>
          <a:p>
            <a:endParaRPr lang="ru-RU"/>
          </a:p>
        </p:txBody>
      </p:sp>
      <p:sp>
        <p:nvSpPr>
          <p:cNvPr id="1614" name="Полилиния: фигура 1613">
            <a:extLst>
              <a:ext uri="{FF2B5EF4-FFF2-40B4-BE49-F238E27FC236}">
                <a16:creationId xmlns:a16="http://schemas.microsoft.com/office/drawing/2014/main" id="{3BEC3452-EDEA-BD90-67B1-352C97EC7F42}"/>
              </a:ext>
            </a:extLst>
          </p:cNvPr>
          <p:cNvSpPr/>
          <p:nvPr/>
        </p:nvSpPr>
        <p:spPr>
          <a:xfrm>
            <a:off x="6582740" y="3924152"/>
            <a:ext cx="171450" cy="171450"/>
          </a:xfrm>
          <a:custGeom>
            <a:avLst/>
            <a:gdLst>
              <a:gd name="connsiteX0" fmla="*/ 66675 w 171450"/>
              <a:gd name="connsiteY0" fmla="*/ 95250 h 171450"/>
              <a:gd name="connsiteX1" fmla="*/ 104775 w 171450"/>
              <a:gd name="connsiteY1" fmla="*/ 95250 h 171450"/>
              <a:gd name="connsiteX2" fmla="*/ 114300 w 171450"/>
              <a:gd name="connsiteY2" fmla="*/ 104775 h 171450"/>
              <a:gd name="connsiteX3" fmla="*/ 104775 w 171450"/>
              <a:gd name="connsiteY3" fmla="*/ 114300 h 171450"/>
              <a:gd name="connsiteX4" fmla="*/ 66675 w 171450"/>
              <a:gd name="connsiteY4" fmla="*/ 114300 h 171450"/>
              <a:gd name="connsiteX5" fmla="*/ 66675 w 171450"/>
              <a:gd name="connsiteY5" fmla="*/ 38100 h 171450"/>
              <a:gd name="connsiteX6" fmla="*/ 47625 w 171450"/>
              <a:gd name="connsiteY6" fmla="*/ 57150 h 171450"/>
              <a:gd name="connsiteX7" fmla="*/ 47625 w 171450"/>
              <a:gd name="connsiteY7" fmla="*/ 114300 h 171450"/>
              <a:gd name="connsiteX8" fmla="*/ 67775 w 171450"/>
              <a:gd name="connsiteY8" fmla="*/ 133348 h 171450"/>
              <a:gd name="connsiteX9" fmla="*/ 95521 w 171450"/>
              <a:gd name="connsiteY9" fmla="*/ 133348 h 171450"/>
              <a:gd name="connsiteX10" fmla="*/ 108542 w 171450"/>
              <a:gd name="connsiteY10" fmla="*/ 133019 h 171450"/>
              <a:gd name="connsiteX11" fmla="*/ 120941 w 171450"/>
              <a:gd name="connsiteY11" fmla="*/ 129963 h 171450"/>
              <a:gd name="connsiteX12" fmla="*/ 130743 w 171450"/>
              <a:gd name="connsiteY12" fmla="*/ 119657 h 171450"/>
              <a:gd name="connsiteX13" fmla="*/ 133350 w 171450"/>
              <a:gd name="connsiteY13" fmla="*/ 104775 h 171450"/>
              <a:gd name="connsiteX14" fmla="*/ 130743 w 171450"/>
              <a:gd name="connsiteY14" fmla="*/ 89893 h 171450"/>
              <a:gd name="connsiteX15" fmla="*/ 120941 w 171450"/>
              <a:gd name="connsiteY15" fmla="*/ 79587 h 171450"/>
              <a:gd name="connsiteX16" fmla="*/ 108542 w 171450"/>
              <a:gd name="connsiteY16" fmla="*/ 76531 h 171450"/>
              <a:gd name="connsiteX17" fmla="*/ 95524 w 171450"/>
              <a:gd name="connsiteY17" fmla="*/ 76200 h 171450"/>
              <a:gd name="connsiteX18" fmla="*/ 66675 w 171450"/>
              <a:gd name="connsiteY18" fmla="*/ 76200 h 171450"/>
              <a:gd name="connsiteX19" fmla="*/ 66675 w 171450"/>
              <a:gd name="connsiteY19" fmla="*/ 57150 h 171450"/>
              <a:gd name="connsiteX20" fmla="*/ 114300 w 171450"/>
              <a:gd name="connsiteY20" fmla="*/ 57150 h 171450"/>
              <a:gd name="connsiteX21" fmla="*/ 123825 w 171450"/>
              <a:gd name="connsiteY21" fmla="*/ 47625 h 171450"/>
              <a:gd name="connsiteX22" fmla="*/ 114300 w 171450"/>
              <a:gd name="connsiteY22" fmla="*/ 38100 h 171450"/>
              <a:gd name="connsiteX23" fmla="*/ 85725 w 171450"/>
              <a:gd name="connsiteY23" fmla="*/ 0 h 171450"/>
              <a:gd name="connsiteX24" fmla="*/ 171450 w 171450"/>
              <a:gd name="connsiteY24" fmla="*/ 85725 h 171450"/>
              <a:gd name="connsiteX25" fmla="*/ 85725 w 171450"/>
              <a:gd name="connsiteY25" fmla="*/ 171450 h 171450"/>
              <a:gd name="connsiteX26" fmla="*/ 0 w 171450"/>
              <a:gd name="connsiteY26" fmla="*/ 85725 h 171450"/>
              <a:gd name="connsiteX27" fmla="*/ 85725 w 171450"/>
              <a:gd name="connsiteY2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0" h="171450">
                <a:moveTo>
                  <a:pt x="66675" y="95250"/>
                </a:moveTo>
                <a:lnTo>
                  <a:pt x="104775" y="95250"/>
                </a:lnTo>
                <a:cubicBezTo>
                  <a:pt x="114300" y="95250"/>
                  <a:pt x="114300" y="100013"/>
                  <a:pt x="114300" y="104775"/>
                </a:cubicBezTo>
                <a:cubicBezTo>
                  <a:pt x="114300" y="109538"/>
                  <a:pt x="114300" y="114300"/>
                  <a:pt x="104775" y="114300"/>
                </a:cubicBezTo>
                <a:lnTo>
                  <a:pt x="66675" y="114300"/>
                </a:lnTo>
                <a:close/>
                <a:moveTo>
                  <a:pt x="66675" y="38100"/>
                </a:moveTo>
                <a:cubicBezTo>
                  <a:pt x="52388" y="38100"/>
                  <a:pt x="47625" y="42863"/>
                  <a:pt x="47625" y="57150"/>
                </a:cubicBezTo>
                <a:lnTo>
                  <a:pt x="47625" y="114300"/>
                </a:lnTo>
                <a:cubicBezTo>
                  <a:pt x="47625" y="128588"/>
                  <a:pt x="52388" y="133348"/>
                  <a:pt x="67775" y="133348"/>
                </a:cubicBezTo>
                <a:lnTo>
                  <a:pt x="95521" y="133348"/>
                </a:lnTo>
                <a:cubicBezTo>
                  <a:pt x="100068" y="133349"/>
                  <a:pt x="104571" y="133349"/>
                  <a:pt x="108542" y="133019"/>
                </a:cubicBezTo>
                <a:cubicBezTo>
                  <a:pt x="112560" y="132684"/>
                  <a:pt x="116955" y="131956"/>
                  <a:pt x="120941" y="129963"/>
                </a:cubicBezTo>
                <a:cubicBezTo>
                  <a:pt x="125270" y="127799"/>
                  <a:pt x="128643" y="124383"/>
                  <a:pt x="130743" y="119657"/>
                </a:cubicBezTo>
                <a:cubicBezTo>
                  <a:pt x="132697" y="115262"/>
                  <a:pt x="133350" y="110188"/>
                  <a:pt x="133350" y="104775"/>
                </a:cubicBezTo>
                <a:cubicBezTo>
                  <a:pt x="133350" y="99362"/>
                  <a:pt x="132697" y="94288"/>
                  <a:pt x="130743" y="89893"/>
                </a:cubicBezTo>
                <a:cubicBezTo>
                  <a:pt x="128643" y="85167"/>
                  <a:pt x="125270" y="81751"/>
                  <a:pt x="120941" y="79587"/>
                </a:cubicBezTo>
                <a:cubicBezTo>
                  <a:pt x="116956" y="77594"/>
                  <a:pt x="112561" y="76866"/>
                  <a:pt x="108542" y="76531"/>
                </a:cubicBezTo>
                <a:cubicBezTo>
                  <a:pt x="104573" y="76200"/>
                  <a:pt x="100071" y="76200"/>
                  <a:pt x="95524" y="76200"/>
                </a:cubicBezTo>
                <a:lnTo>
                  <a:pt x="66675" y="76200"/>
                </a:lnTo>
                <a:lnTo>
                  <a:pt x="66675" y="57150"/>
                </a:lnTo>
                <a:lnTo>
                  <a:pt x="114300" y="57150"/>
                </a:lnTo>
                <a:cubicBezTo>
                  <a:pt x="119561" y="57150"/>
                  <a:pt x="123825" y="52885"/>
                  <a:pt x="123825" y="47625"/>
                </a:cubicBezTo>
                <a:cubicBezTo>
                  <a:pt x="123825" y="42365"/>
                  <a:pt x="119561" y="38100"/>
                  <a:pt x="114300" y="38100"/>
                </a:cubicBezTo>
                <a:close/>
                <a:moveTo>
                  <a:pt x="85725" y="0"/>
                </a:moveTo>
                <a:cubicBezTo>
                  <a:pt x="156320" y="0"/>
                  <a:pt x="171450" y="15130"/>
                  <a:pt x="171450" y="85725"/>
                </a:cubicBezTo>
                <a:cubicBezTo>
                  <a:pt x="171450" y="156320"/>
                  <a:pt x="156320" y="171450"/>
                  <a:pt x="85725" y="171450"/>
                </a:cubicBezTo>
                <a:cubicBezTo>
                  <a:pt x="15130" y="171450"/>
                  <a:pt x="0" y="156320"/>
                  <a:pt x="0" y="85725"/>
                </a:cubicBezTo>
                <a:cubicBezTo>
                  <a:pt x="0" y="15130"/>
                  <a:pt x="15130" y="0"/>
                  <a:pt x="85725" y="0"/>
                </a:cubicBezTo>
                <a:close/>
              </a:path>
            </a:pathLst>
          </a:custGeom>
          <a:solidFill>
            <a:srgbClr val="000000"/>
          </a:solidFill>
          <a:ln w="9525" cap="flat">
            <a:noFill/>
            <a:prstDash val="solid"/>
            <a:miter/>
          </a:ln>
        </p:spPr>
        <p:txBody>
          <a:bodyPr rtlCol="0" anchor="ctr"/>
          <a:lstStyle/>
          <a:p>
            <a:endParaRPr lang="ru-RU"/>
          </a:p>
        </p:txBody>
      </p:sp>
      <p:sp>
        <p:nvSpPr>
          <p:cNvPr id="1618" name="Полилиния: фигура 1617">
            <a:extLst>
              <a:ext uri="{FF2B5EF4-FFF2-40B4-BE49-F238E27FC236}">
                <a16:creationId xmlns:a16="http://schemas.microsoft.com/office/drawing/2014/main" id="{7D7B4B2A-9A40-EE0E-4AF2-F7E8BFCB3FA9}"/>
              </a:ext>
            </a:extLst>
          </p:cNvPr>
          <p:cNvSpPr/>
          <p:nvPr/>
        </p:nvSpPr>
        <p:spPr>
          <a:xfrm>
            <a:off x="6582739" y="5777213"/>
            <a:ext cx="171450" cy="161924"/>
          </a:xfrm>
          <a:custGeom>
            <a:avLst/>
            <a:gdLst>
              <a:gd name="connsiteX0" fmla="*/ 66675 w 171450"/>
              <a:gd name="connsiteY0" fmla="*/ 38100 h 161924"/>
              <a:gd name="connsiteX1" fmla="*/ 57150 w 171450"/>
              <a:gd name="connsiteY1" fmla="*/ 47625 h 161924"/>
              <a:gd name="connsiteX2" fmla="*/ 57150 w 171450"/>
              <a:gd name="connsiteY2" fmla="*/ 57150 h 161924"/>
              <a:gd name="connsiteX3" fmla="*/ 47625 w 171450"/>
              <a:gd name="connsiteY3" fmla="*/ 57150 h 161924"/>
              <a:gd name="connsiteX4" fmla="*/ 38100 w 171450"/>
              <a:gd name="connsiteY4" fmla="*/ 66675 h 161924"/>
              <a:gd name="connsiteX5" fmla="*/ 47625 w 171450"/>
              <a:gd name="connsiteY5" fmla="*/ 76200 h 161924"/>
              <a:gd name="connsiteX6" fmla="*/ 57150 w 171450"/>
              <a:gd name="connsiteY6" fmla="*/ 76200 h 161924"/>
              <a:gd name="connsiteX7" fmla="*/ 57150 w 171450"/>
              <a:gd name="connsiteY7" fmla="*/ 85725 h 161924"/>
              <a:gd name="connsiteX8" fmla="*/ 66675 w 171450"/>
              <a:gd name="connsiteY8" fmla="*/ 95250 h 161924"/>
              <a:gd name="connsiteX9" fmla="*/ 76200 w 171450"/>
              <a:gd name="connsiteY9" fmla="*/ 85725 h 161924"/>
              <a:gd name="connsiteX10" fmla="*/ 76200 w 171450"/>
              <a:gd name="connsiteY10" fmla="*/ 76200 h 161924"/>
              <a:gd name="connsiteX11" fmla="*/ 85725 w 171450"/>
              <a:gd name="connsiteY11" fmla="*/ 76200 h 161924"/>
              <a:gd name="connsiteX12" fmla="*/ 95250 w 171450"/>
              <a:gd name="connsiteY12" fmla="*/ 66675 h 161924"/>
              <a:gd name="connsiteX13" fmla="*/ 85725 w 171450"/>
              <a:gd name="connsiteY13" fmla="*/ 57150 h 161924"/>
              <a:gd name="connsiteX14" fmla="*/ 76200 w 171450"/>
              <a:gd name="connsiteY14" fmla="*/ 57150 h 161924"/>
              <a:gd name="connsiteX15" fmla="*/ 76200 w 171450"/>
              <a:gd name="connsiteY15" fmla="*/ 47625 h 161924"/>
              <a:gd name="connsiteX16" fmla="*/ 66675 w 171450"/>
              <a:gd name="connsiteY16" fmla="*/ 38100 h 161924"/>
              <a:gd name="connsiteX17" fmla="*/ 125875 w 171450"/>
              <a:gd name="connsiteY17" fmla="*/ 13767 h 161924"/>
              <a:gd name="connsiteX18" fmla="*/ 133350 w 171450"/>
              <a:gd name="connsiteY18" fmla="*/ 15165 h 161924"/>
              <a:gd name="connsiteX19" fmla="*/ 171450 w 171450"/>
              <a:gd name="connsiteY19" fmla="*/ 77257 h 161924"/>
              <a:gd name="connsiteX20" fmla="*/ 104775 w 171450"/>
              <a:gd name="connsiteY20" fmla="*/ 161924 h 161924"/>
              <a:gd name="connsiteX21" fmla="*/ 95250 w 171450"/>
              <a:gd name="connsiteY21" fmla="*/ 159183 h 161924"/>
              <a:gd name="connsiteX22" fmla="*/ 95250 w 171450"/>
              <a:gd name="connsiteY22" fmla="*/ 148901 h 161924"/>
              <a:gd name="connsiteX23" fmla="*/ 113277 w 171450"/>
              <a:gd name="connsiteY23" fmla="*/ 132385 h 161924"/>
              <a:gd name="connsiteX24" fmla="*/ 142875 w 171450"/>
              <a:gd name="connsiteY24" fmla="*/ 67732 h 161924"/>
              <a:gd name="connsiteX25" fmla="*/ 130877 w 171450"/>
              <a:gd name="connsiteY25" fmla="*/ 23811 h 161924"/>
              <a:gd name="connsiteX26" fmla="*/ 125875 w 171450"/>
              <a:gd name="connsiteY26" fmla="*/ 13767 h 161924"/>
              <a:gd name="connsiteX27" fmla="*/ 66675 w 171450"/>
              <a:gd name="connsiteY27" fmla="*/ 0 h 161924"/>
              <a:gd name="connsiteX28" fmla="*/ 133350 w 171450"/>
              <a:gd name="connsiteY28" fmla="*/ 67733 h 161924"/>
              <a:gd name="connsiteX29" fmla="*/ 66675 w 171450"/>
              <a:gd name="connsiteY29" fmla="*/ 152400 h 161924"/>
              <a:gd name="connsiteX30" fmla="*/ 0 w 171450"/>
              <a:gd name="connsiteY30" fmla="*/ 67733 h 161924"/>
              <a:gd name="connsiteX31" fmla="*/ 66675 w 171450"/>
              <a:gd name="connsiteY31" fmla="*/ 0 h 1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1450" h="161924">
                <a:moveTo>
                  <a:pt x="66675" y="38100"/>
                </a:moveTo>
                <a:cubicBezTo>
                  <a:pt x="61415" y="38100"/>
                  <a:pt x="57150" y="42364"/>
                  <a:pt x="57150" y="47625"/>
                </a:cubicBezTo>
                <a:lnTo>
                  <a:pt x="57150" y="57150"/>
                </a:lnTo>
                <a:lnTo>
                  <a:pt x="47625" y="57150"/>
                </a:lnTo>
                <a:cubicBezTo>
                  <a:pt x="42364" y="57150"/>
                  <a:pt x="38100" y="61414"/>
                  <a:pt x="38100" y="66675"/>
                </a:cubicBezTo>
                <a:cubicBezTo>
                  <a:pt x="38100" y="71936"/>
                  <a:pt x="42364" y="76200"/>
                  <a:pt x="47625" y="76200"/>
                </a:cubicBezTo>
                <a:lnTo>
                  <a:pt x="57150" y="76200"/>
                </a:lnTo>
                <a:lnTo>
                  <a:pt x="57150" y="85725"/>
                </a:lnTo>
                <a:cubicBezTo>
                  <a:pt x="57150" y="90986"/>
                  <a:pt x="61415" y="95250"/>
                  <a:pt x="66675" y="95250"/>
                </a:cubicBezTo>
                <a:cubicBezTo>
                  <a:pt x="71936" y="95250"/>
                  <a:pt x="76200" y="90986"/>
                  <a:pt x="76200" y="85725"/>
                </a:cubicBezTo>
                <a:lnTo>
                  <a:pt x="76200" y="76200"/>
                </a:lnTo>
                <a:lnTo>
                  <a:pt x="85725" y="76200"/>
                </a:lnTo>
                <a:cubicBezTo>
                  <a:pt x="90986" y="76200"/>
                  <a:pt x="95250" y="71936"/>
                  <a:pt x="95250" y="66675"/>
                </a:cubicBezTo>
                <a:cubicBezTo>
                  <a:pt x="95250" y="61414"/>
                  <a:pt x="90986" y="57150"/>
                  <a:pt x="85725" y="57150"/>
                </a:cubicBezTo>
                <a:lnTo>
                  <a:pt x="76200" y="57150"/>
                </a:lnTo>
                <a:lnTo>
                  <a:pt x="76200" y="47625"/>
                </a:lnTo>
                <a:cubicBezTo>
                  <a:pt x="76200" y="42364"/>
                  <a:pt x="71936" y="38100"/>
                  <a:pt x="66675" y="38100"/>
                </a:cubicBezTo>
                <a:close/>
                <a:moveTo>
                  <a:pt x="125875" y="13767"/>
                </a:moveTo>
                <a:cubicBezTo>
                  <a:pt x="126192" y="12492"/>
                  <a:pt x="128588" y="13125"/>
                  <a:pt x="133350" y="15165"/>
                </a:cubicBezTo>
                <a:cubicBezTo>
                  <a:pt x="155969" y="24857"/>
                  <a:pt x="171450" y="46623"/>
                  <a:pt x="171450" y="77257"/>
                </a:cubicBezTo>
                <a:cubicBezTo>
                  <a:pt x="171450" y="119591"/>
                  <a:pt x="121444" y="161924"/>
                  <a:pt x="104775" y="161924"/>
                </a:cubicBezTo>
                <a:cubicBezTo>
                  <a:pt x="102262" y="161924"/>
                  <a:pt x="98992" y="160962"/>
                  <a:pt x="95250" y="159183"/>
                </a:cubicBezTo>
                <a:cubicBezTo>
                  <a:pt x="88177" y="155821"/>
                  <a:pt x="87851" y="154521"/>
                  <a:pt x="95250" y="148901"/>
                </a:cubicBezTo>
                <a:cubicBezTo>
                  <a:pt x="101252" y="144342"/>
                  <a:pt x="107444" y="138734"/>
                  <a:pt x="113277" y="132385"/>
                </a:cubicBezTo>
                <a:cubicBezTo>
                  <a:pt x="128540" y="115772"/>
                  <a:pt x="142875" y="92381"/>
                  <a:pt x="142875" y="67732"/>
                </a:cubicBezTo>
                <a:cubicBezTo>
                  <a:pt x="142875" y="50772"/>
                  <a:pt x="138568" y="35895"/>
                  <a:pt x="130877" y="23811"/>
                </a:cubicBezTo>
                <a:cubicBezTo>
                  <a:pt x="127322" y="18224"/>
                  <a:pt x="125559" y="15042"/>
                  <a:pt x="125875" y="13767"/>
                </a:cubicBezTo>
                <a:close/>
                <a:moveTo>
                  <a:pt x="66675" y="0"/>
                </a:moveTo>
                <a:cubicBezTo>
                  <a:pt x="103785" y="0"/>
                  <a:pt x="133350" y="25400"/>
                  <a:pt x="133350" y="67733"/>
                </a:cubicBezTo>
                <a:cubicBezTo>
                  <a:pt x="133350" y="110067"/>
                  <a:pt x="83344" y="152400"/>
                  <a:pt x="66675" y="152400"/>
                </a:cubicBezTo>
                <a:cubicBezTo>
                  <a:pt x="50006" y="152400"/>
                  <a:pt x="0" y="110067"/>
                  <a:pt x="0" y="67733"/>
                </a:cubicBezTo>
                <a:cubicBezTo>
                  <a:pt x="0" y="25400"/>
                  <a:pt x="29565" y="0"/>
                  <a:pt x="66675" y="0"/>
                </a:cubicBezTo>
                <a:close/>
              </a:path>
            </a:pathLst>
          </a:custGeom>
          <a:solidFill>
            <a:srgbClr val="000000"/>
          </a:solidFill>
          <a:ln w="9525" cap="flat">
            <a:noFill/>
            <a:prstDash val="solid"/>
            <a:miter/>
          </a:ln>
        </p:spPr>
        <p:txBody>
          <a:bodyPr rtlCol="0" anchor="ctr"/>
          <a:lstStyle/>
          <a:p>
            <a:endParaRPr lang="ru-RU"/>
          </a:p>
        </p:txBody>
      </p:sp>
      <p:sp>
        <p:nvSpPr>
          <p:cNvPr id="1251" name="Рисунок 212">
            <a:extLst>
              <a:ext uri="{FF2B5EF4-FFF2-40B4-BE49-F238E27FC236}">
                <a16:creationId xmlns:a16="http://schemas.microsoft.com/office/drawing/2014/main" id="{E09076F4-1C8D-075E-5B3B-B9D21938C5DD}"/>
              </a:ext>
            </a:extLst>
          </p:cNvPr>
          <p:cNvSpPr/>
          <p:nvPr/>
        </p:nvSpPr>
        <p:spPr>
          <a:xfrm>
            <a:off x="6999374" y="894442"/>
            <a:ext cx="171450" cy="133350"/>
          </a:xfrm>
          <a:custGeom>
            <a:avLst/>
            <a:gdLst>
              <a:gd name="connsiteX0" fmla="*/ 114300 w 171450"/>
              <a:gd name="connsiteY0" fmla="*/ 9525 h 133350"/>
              <a:gd name="connsiteX1" fmla="*/ 106306 w 171450"/>
              <a:gd name="connsiteY1" fmla="*/ 4423 h 133350"/>
              <a:gd name="connsiteX2" fmla="*/ 100013 w 171450"/>
              <a:gd name="connsiteY2" fmla="*/ 12 h 133350"/>
              <a:gd name="connsiteX3" fmla="*/ 85725 w 171450"/>
              <a:gd name="connsiteY3" fmla="*/ 0 h 133350"/>
              <a:gd name="connsiteX4" fmla="*/ 6951 w 171450"/>
              <a:gd name="connsiteY4" fmla="*/ 10427 h 133350"/>
              <a:gd name="connsiteX5" fmla="*/ 0 w 171450"/>
              <a:gd name="connsiteY5" fmla="*/ 66675 h 133350"/>
              <a:gd name="connsiteX6" fmla="*/ 6951 w 171450"/>
              <a:gd name="connsiteY6" fmla="*/ 122923 h 133350"/>
              <a:gd name="connsiteX7" fmla="*/ 85725 w 171450"/>
              <a:gd name="connsiteY7" fmla="*/ 133350 h 133350"/>
              <a:gd name="connsiteX8" fmla="*/ 100013 w 171450"/>
              <a:gd name="connsiteY8" fmla="*/ 133339 h 133350"/>
              <a:gd name="connsiteX9" fmla="*/ 106306 w 171450"/>
              <a:gd name="connsiteY9" fmla="*/ 128927 h 133350"/>
              <a:gd name="connsiteX10" fmla="*/ 114300 w 171450"/>
              <a:gd name="connsiteY10" fmla="*/ 123825 h 133350"/>
              <a:gd name="connsiteX11" fmla="*/ 122210 w 171450"/>
              <a:gd name="connsiteY11" fmla="*/ 128742 h 133350"/>
              <a:gd name="connsiteX12" fmla="*/ 128588 w 171450"/>
              <a:gd name="connsiteY12" fmla="*/ 132848 h 133350"/>
              <a:gd name="connsiteX13" fmla="*/ 164499 w 171450"/>
              <a:gd name="connsiteY13" fmla="*/ 122923 h 133350"/>
              <a:gd name="connsiteX14" fmla="*/ 171450 w 171450"/>
              <a:gd name="connsiteY14" fmla="*/ 66675 h 133350"/>
              <a:gd name="connsiteX15" fmla="*/ 164499 w 171450"/>
              <a:gd name="connsiteY15" fmla="*/ 10427 h 133350"/>
              <a:gd name="connsiteX16" fmla="*/ 128588 w 171450"/>
              <a:gd name="connsiteY16" fmla="*/ 502 h 133350"/>
              <a:gd name="connsiteX17" fmla="*/ 122210 w 171450"/>
              <a:gd name="connsiteY17" fmla="*/ 4608 h 133350"/>
              <a:gd name="connsiteX18" fmla="*/ 114300 w 171450"/>
              <a:gd name="connsiteY18" fmla="*/ 9525 h 133350"/>
              <a:gd name="connsiteX19" fmla="*/ 123825 w 171450"/>
              <a:gd name="connsiteY19" fmla="*/ 95250 h 133350"/>
              <a:gd name="connsiteX20" fmla="*/ 114300 w 171450"/>
              <a:gd name="connsiteY20" fmla="*/ 104775 h 133350"/>
              <a:gd name="connsiteX21" fmla="*/ 104775 w 171450"/>
              <a:gd name="connsiteY21" fmla="*/ 95250 h 133350"/>
              <a:gd name="connsiteX22" fmla="*/ 114300 w 171450"/>
              <a:gd name="connsiteY22" fmla="*/ 85725 h 133350"/>
              <a:gd name="connsiteX23" fmla="*/ 123825 w 171450"/>
              <a:gd name="connsiteY23" fmla="*/ 95250 h 133350"/>
              <a:gd name="connsiteX24" fmla="*/ 123825 w 171450"/>
              <a:gd name="connsiteY24" fmla="*/ 38100 h 133350"/>
              <a:gd name="connsiteX25" fmla="*/ 114300 w 171450"/>
              <a:gd name="connsiteY25" fmla="*/ 47625 h 133350"/>
              <a:gd name="connsiteX26" fmla="*/ 104775 w 171450"/>
              <a:gd name="connsiteY26" fmla="*/ 38100 h 133350"/>
              <a:gd name="connsiteX27" fmla="*/ 114300 w 171450"/>
              <a:gd name="connsiteY27" fmla="*/ 28575 h 133350"/>
              <a:gd name="connsiteX28" fmla="*/ 123825 w 171450"/>
              <a:gd name="connsiteY28" fmla="*/ 38100 h 133350"/>
              <a:gd name="connsiteX29" fmla="*/ 123825 w 171450"/>
              <a:gd name="connsiteY29" fmla="*/ 66675 h 133350"/>
              <a:gd name="connsiteX30" fmla="*/ 114300 w 171450"/>
              <a:gd name="connsiteY30" fmla="*/ 76200 h 133350"/>
              <a:gd name="connsiteX31" fmla="*/ 104775 w 171450"/>
              <a:gd name="connsiteY31" fmla="*/ 66675 h 133350"/>
              <a:gd name="connsiteX32" fmla="*/ 114300 w 171450"/>
              <a:gd name="connsiteY32" fmla="*/ 57150 h 133350"/>
              <a:gd name="connsiteX33" fmla="*/ 123825 w 171450"/>
              <a:gd name="connsiteY33" fmla="*/ 66675 h 133350"/>
              <a:gd name="connsiteX34" fmla="*/ 66186 w 171450"/>
              <a:gd name="connsiteY34" fmla="*/ 35088 h 133350"/>
              <a:gd name="connsiteX35" fmla="*/ 73541 w 171450"/>
              <a:gd name="connsiteY35" fmla="*/ 57150 h 133350"/>
              <a:gd name="connsiteX36" fmla="*/ 85725 w 171450"/>
              <a:gd name="connsiteY36" fmla="*/ 57150 h 133350"/>
              <a:gd name="connsiteX37" fmla="*/ 95250 w 171450"/>
              <a:gd name="connsiteY37" fmla="*/ 66675 h 133350"/>
              <a:gd name="connsiteX38" fmla="*/ 85725 w 171450"/>
              <a:gd name="connsiteY38" fmla="*/ 76200 h 133350"/>
              <a:gd name="connsiteX39" fmla="*/ 73541 w 171450"/>
              <a:gd name="connsiteY39" fmla="*/ 76200 h 133350"/>
              <a:gd name="connsiteX40" fmla="*/ 66186 w 171450"/>
              <a:gd name="connsiteY40" fmla="*/ 98263 h 133350"/>
              <a:gd name="connsiteX41" fmla="*/ 54138 w 171450"/>
              <a:gd name="connsiteY41" fmla="*/ 104286 h 133350"/>
              <a:gd name="connsiteX42" fmla="*/ 48114 w 171450"/>
              <a:gd name="connsiteY42" fmla="*/ 92238 h 133350"/>
              <a:gd name="connsiteX43" fmla="*/ 53460 w 171450"/>
              <a:gd name="connsiteY43" fmla="*/ 76200 h 133350"/>
              <a:gd name="connsiteX44" fmla="*/ 38100 w 171450"/>
              <a:gd name="connsiteY44" fmla="*/ 76200 h 133350"/>
              <a:gd name="connsiteX45" fmla="*/ 28575 w 171450"/>
              <a:gd name="connsiteY45" fmla="*/ 85725 h 133350"/>
              <a:gd name="connsiteX46" fmla="*/ 19050 w 171450"/>
              <a:gd name="connsiteY46" fmla="*/ 76200 h 133350"/>
              <a:gd name="connsiteX47" fmla="*/ 19050 w 171450"/>
              <a:gd name="connsiteY47" fmla="*/ 57150 h 133350"/>
              <a:gd name="connsiteX48" fmla="*/ 28575 w 171450"/>
              <a:gd name="connsiteY48" fmla="*/ 47625 h 133350"/>
              <a:gd name="connsiteX49" fmla="*/ 38100 w 171450"/>
              <a:gd name="connsiteY49" fmla="*/ 57150 h 133350"/>
              <a:gd name="connsiteX50" fmla="*/ 53460 w 171450"/>
              <a:gd name="connsiteY50" fmla="*/ 57150 h 133350"/>
              <a:gd name="connsiteX51" fmla="*/ 48114 w 171450"/>
              <a:gd name="connsiteY51" fmla="*/ 41112 h 133350"/>
              <a:gd name="connsiteX52" fmla="*/ 54138 w 171450"/>
              <a:gd name="connsiteY52" fmla="*/ 29064 h 133350"/>
              <a:gd name="connsiteX53" fmla="*/ 66186 w 171450"/>
              <a:gd name="connsiteY53" fmla="*/ 35088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71450" h="133350">
                <a:moveTo>
                  <a:pt x="114300" y="9525"/>
                </a:moveTo>
                <a:cubicBezTo>
                  <a:pt x="109220" y="9525"/>
                  <a:pt x="107727" y="6911"/>
                  <a:pt x="106306" y="4423"/>
                </a:cubicBezTo>
                <a:cubicBezTo>
                  <a:pt x="105019" y="2171"/>
                  <a:pt x="103791" y="22"/>
                  <a:pt x="100013" y="12"/>
                </a:cubicBezTo>
                <a:cubicBezTo>
                  <a:pt x="95537" y="0"/>
                  <a:pt x="90780" y="0"/>
                  <a:pt x="85725" y="0"/>
                </a:cubicBezTo>
                <a:cubicBezTo>
                  <a:pt x="37104" y="0"/>
                  <a:pt x="16060" y="0"/>
                  <a:pt x="6951" y="10427"/>
                </a:cubicBezTo>
                <a:cubicBezTo>
                  <a:pt x="0" y="18384"/>
                  <a:pt x="0" y="41939"/>
                  <a:pt x="0" y="66675"/>
                </a:cubicBezTo>
                <a:cubicBezTo>
                  <a:pt x="0" y="91411"/>
                  <a:pt x="0" y="114966"/>
                  <a:pt x="6951" y="122923"/>
                </a:cubicBezTo>
                <a:cubicBezTo>
                  <a:pt x="16060" y="133350"/>
                  <a:pt x="37104" y="133350"/>
                  <a:pt x="85725" y="133350"/>
                </a:cubicBezTo>
                <a:cubicBezTo>
                  <a:pt x="90780" y="133350"/>
                  <a:pt x="95537" y="133350"/>
                  <a:pt x="100013" y="133339"/>
                </a:cubicBezTo>
                <a:cubicBezTo>
                  <a:pt x="103791" y="133328"/>
                  <a:pt x="105019" y="131179"/>
                  <a:pt x="106306" y="128927"/>
                </a:cubicBezTo>
                <a:cubicBezTo>
                  <a:pt x="107727" y="126439"/>
                  <a:pt x="109220" y="123825"/>
                  <a:pt x="114300" y="123825"/>
                </a:cubicBezTo>
                <a:cubicBezTo>
                  <a:pt x="119242" y="123825"/>
                  <a:pt x="120771" y="126359"/>
                  <a:pt x="122210" y="128742"/>
                </a:cubicBezTo>
                <a:cubicBezTo>
                  <a:pt x="123539" y="130945"/>
                  <a:pt x="124792" y="133019"/>
                  <a:pt x="128588" y="132848"/>
                </a:cubicBezTo>
                <a:cubicBezTo>
                  <a:pt x="148076" y="131971"/>
                  <a:pt x="158704" y="129557"/>
                  <a:pt x="164499" y="122923"/>
                </a:cubicBezTo>
                <a:cubicBezTo>
                  <a:pt x="171450" y="114966"/>
                  <a:pt x="171450" y="91411"/>
                  <a:pt x="171450" y="66675"/>
                </a:cubicBezTo>
                <a:cubicBezTo>
                  <a:pt x="171450" y="41939"/>
                  <a:pt x="171450" y="18384"/>
                  <a:pt x="164499" y="10427"/>
                </a:cubicBezTo>
                <a:cubicBezTo>
                  <a:pt x="158704" y="3793"/>
                  <a:pt x="148076" y="1380"/>
                  <a:pt x="128588" y="502"/>
                </a:cubicBezTo>
                <a:cubicBezTo>
                  <a:pt x="124792" y="331"/>
                  <a:pt x="123539" y="2405"/>
                  <a:pt x="122210" y="4608"/>
                </a:cubicBezTo>
                <a:cubicBezTo>
                  <a:pt x="120771" y="6991"/>
                  <a:pt x="119242" y="9525"/>
                  <a:pt x="114300" y="9525"/>
                </a:cubicBezTo>
                <a:close/>
                <a:moveTo>
                  <a:pt x="123825" y="95250"/>
                </a:moveTo>
                <a:cubicBezTo>
                  <a:pt x="123825" y="100511"/>
                  <a:pt x="119561" y="104775"/>
                  <a:pt x="114300" y="104775"/>
                </a:cubicBezTo>
                <a:cubicBezTo>
                  <a:pt x="109039" y="104775"/>
                  <a:pt x="104775" y="100511"/>
                  <a:pt x="104775" y="95250"/>
                </a:cubicBezTo>
                <a:cubicBezTo>
                  <a:pt x="104775" y="89989"/>
                  <a:pt x="109039" y="85725"/>
                  <a:pt x="114300" y="85725"/>
                </a:cubicBezTo>
                <a:cubicBezTo>
                  <a:pt x="119561" y="85725"/>
                  <a:pt x="123825" y="89989"/>
                  <a:pt x="123825" y="95250"/>
                </a:cubicBezTo>
                <a:close/>
                <a:moveTo>
                  <a:pt x="123825" y="38100"/>
                </a:moveTo>
                <a:cubicBezTo>
                  <a:pt x="123825" y="43361"/>
                  <a:pt x="119561" y="47625"/>
                  <a:pt x="114300" y="47625"/>
                </a:cubicBezTo>
                <a:cubicBezTo>
                  <a:pt x="109039" y="47625"/>
                  <a:pt x="104775" y="43361"/>
                  <a:pt x="104775" y="38100"/>
                </a:cubicBezTo>
                <a:cubicBezTo>
                  <a:pt x="104775" y="32839"/>
                  <a:pt x="109039" y="28575"/>
                  <a:pt x="114300" y="28575"/>
                </a:cubicBezTo>
                <a:cubicBezTo>
                  <a:pt x="119561" y="28575"/>
                  <a:pt x="123825" y="32839"/>
                  <a:pt x="123825" y="38100"/>
                </a:cubicBezTo>
                <a:close/>
                <a:moveTo>
                  <a:pt x="123825" y="66675"/>
                </a:moveTo>
                <a:cubicBezTo>
                  <a:pt x="123825" y="71936"/>
                  <a:pt x="119561" y="76200"/>
                  <a:pt x="114300" y="76200"/>
                </a:cubicBezTo>
                <a:cubicBezTo>
                  <a:pt x="109039" y="76200"/>
                  <a:pt x="104775" y="71936"/>
                  <a:pt x="104775" y="66675"/>
                </a:cubicBezTo>
                <a:cubicBezTo>
                  <a:pt x="104775" y="61414"/>
                  <a:pt x="109039" y="57150"/>
                  <a:pt x="114300" y="57150"/>
                </a:cubicBezTo>
                <a:cubicBezTo>
                  <a:pt x="119561" y="57150"/>
                  <a:pt x="123825" y="61414"/>
                  <a:pt x="123825" y="66675"/>
                </a:cubicBezTo>
                <a:close/>
                <a:moveTo>
                  <a:pt x="66186" y="35088"/>
                </a:moveTo>
                <a:lnTo>
                  <a:pt x="73541" y="57150"/>
                </a:lnTo>
                <a:lnTo>
                  <a:pt x="85725" y="57150"/>
                </a:lnTo>
                <a:cubicBezTo>
                  <a:pt x="90986" y="57150"/>
                  <a:pt x="95250" y="61414"/>
                  <a:pt x="95250" y="66675"/>
                </a:cubicBezTo>
                <a:cubicBezTo>
                  <a:pt x="95250" y="71936"/>
                  <a:pt x="90986" y="76200"/>
                  <a:pt x="85725" y="76200"/>
                </a:cubicBezTo>
                <a:lnTo>
                  <a:pt x="73541" y="76200"/>
                </a:lnTo>
                <a:lnTo>
                  <a:pt x="66186" y="98263"/>
                </a:lnTo>
                <a:cubicBezTo>
                  <a:pt x="64523" y="103253"/>
                  <a:pt x="59129" y="105950"/>
                  <a:pt x="54138" y="104286"/>
                </a:cubicBezTo>
                <a:cubicBezTo>
                  <a:pt x="49147" y="102623"/>
                  <a:pt x="46450" y="97228"/>
                  <a:pt x="48114" y="92238"/>
                </a:cubicBezTo>
                <a:lnTo>
                  <a:pt x="53460" y="76200"/>
                </a:lnTo>
                <a:lnTo>
                  <a:pt x="38100" y="76200"/>
                </a:lnTo>
                <a:cubicBezTo>
                  <a:pt x="38100" y="81461"/>
                  <a:pt x="33835" y="85725"/>
                  <a:pt x="28575" y="85725"/>
                </a:cubicBezTo>
                <a:cubicBezTo>
                  <a:pt x="23315" y="85725"/>
                  <a:pt x="19050" y="81461"/>
                  <a:pt x="19050" y="76200"/>
                </a:cubicBezTo>
                <a:lnTo>
                  <a:pt x="19050" y="57150"/>
                </a:lnTo>
                <a:cubicBezTo>
                  <a:pt x="19050" y="51889"/>
                  <a:pt x="23315" y="47625"/>
                  <a:pt x="28575" y="47625"/>
                </a:cubicBezTo>
                <a:cubicBezTo>
                  <a:pt x="33835" y="47625"/>
                  <a:pt x="38100" y="51889"/>
                  <a:pt x="38100" y="57150"/>
                </a:cubicBezTo>
                <a:lnTo>
                  <a:pt x="53460" y="57150"/>
                </a:lnTo>
                <a:lnTo>
                  <a:pt x="48114" y="41112"/>
                </a:lnTo>
                <a:cubicBezTo>
                  <a:pt x="46450" y="36122"/>
                  <a:pt x="49147" y="30728"/>
                  <a:pt x="54138" y="29064"/>
                </a:cubicBezTo>
                <a:cubicBezTo>
                  <a:pt x="59129" y="27401"/>
                  <a:pt x="64523" y="30098"/>
                  <a:pt x="66186" y="35088"/>
                </a:cubicBezTo>
                <a:close/>
              </a:path>
            </a:pathLst>
          </a:custGeom>
          <a:solidFill>
            <a:srgbClr val="000000"/>
          </a:solidFill>
          <a:ln w="9525" cap="flat">
            <a:noFill/>
            <a:prstDash val="solid"/>
            <a:miter/>
          </a:ln>
        </p:spPr>
        <p:txBody>
          <a:bodyPr rtlCol="0" anchor="ctr"/>
          <a:lstStyle/>
          <a:p>
            <a:endParaRPr lang="ru-RU"/>
          </a:p>
        </p:txBody>
      </p:sp>
      <p:sp>
        <p:nvSpPr>
          <p:cNvPr id="1598" name="Полилиния: фигура 1597">
            <a:extLst>
              <a:ext uri="{FF2B5EF4-FFF2-40B4-BE49-F238E27FC236}">
                <a16:creationId xmlns:a16="http://schemas.microsoft.com/office/drawing/2014/main" id="{55BED7BD-8CDF-3D49-2B80-5B941D8FF898}"/>
              </a:ext>
            </a:extLst>
          </p:cNvPr>
          <p:cNvSpPr/>
          <p:nvPr/>
        </p:nvSpPr>
        <p:spPr>
          <a:xfrm>
            <a:off x="7008898" y="1404558"/>
            <a:ext cx="152401" cy="171450"/>
          </a:xfrm>
          <a:custGeom>
            <a:avLst/>
            <a:gdLst>
              <a:gd name="connsiteX0" fmla="*/ 26602 w 152401"/>
              <a:gd name="connsiteY0" fmla="*/ 142869 h 171450"/>
              <a:gd name="connsiteX1" fmla="*/ 28576 w 152401"/>
              <a:gd name="connsiteY1" fmla="*/ 142875 h 171450"/>
              <a:gd name="connsiteX2" fmla="*/ 57150 w 152401"/>
              <a:gd name="connsiteY2" fmla="*/ 142875 h 171450"/>
              <a:gd name="connsiteX3" fmla="*/ 59124 w 152401"/>
              <a:gd name="connsiteY3" fmla="*/ 142869 h 171450"/>
              <a:gd name="connsiteX4" fmla="*/ 65768 w 152401"/>
              <a:gd name="connsiteY4" fmla="*/ 143782 h 171450"/>
              <a:gd name="connsiteX5" fmla="*/ 66683 w 152401"/>
              <a:gd name="connsiteY5" fmla="*/ 150427 h 171450"/>
              <a:gd name="connsiteX6" fmla="*/ 66675 w 152401"/>
              <a:gd name="connsiteY6" fmla="*/ 152400 h 171450"/>
              <a:gd name="connsiteX7" fmla="*/ 42863 w 152401"/>
              <a:gd name="connsiteY7" fmla="*/ 171450 h 171450"/>
              <a:gd name="connsiteX8" fmla="*/ 19051 w 152401"/>
              <a:gd name="connsiteY8" fmla="*/ 152400 h 171450"/>
              <a:gd name="connsiteX9" fmla="*/ 19044 w 152401"/>
              <a:gd name="connsiteY9" fmla="*/ 150428 h 171450"/>
              <a:gd name="connsiteX10" fmla="*/ 19957 w 152401"/>
              <a:gd name="connsiteY10" fmla="*/ 143782 h 171450"/>
              <a:gd name="connsiteX11" fmla="*/ 26602 w 152401"/>
              <a:gd name="connsiteY11" fmla="*/ 142869 h 171450"/>
              <a:gd name="connsiteX12" fmla="*/ 142876 w 152401"/>
              <a:gd name="connsiteY12" fmla="*/ 0 h 171450"/>
              <a:gd name="connsiteX13" fmla="*/ 152401 w 152401"/>
              <a:gd name="connsiteY13" fmla="*/ 9525 h 171450"/>
              <a:gd name="connsiteX14" fmla="*/ 152401 w 152401"/>
              <a:gd name="connsiteY14" fmla="*/ 42863 h 171450"/>
              <a:gd name="connsiteX15" fmla="*/ 142512 w 152401"/>
              <a:gd name="connsiteY15" fmla="*/ 90838 h 171450"/>
              <a:gd name="connsiteX16" fmla="*/ 142381 w 152401"/>
              <a:gd name="connsiteY16" fmla="*/ 91230 h 171450"/>
              <a:gd name="connsiteX17" fmla="*/ 133351 w 152401"/>
              <a:gd name="connsiteY17" fmla="*/ 133350 h 171450"/>
              <a:gd name="connsiteX18" fmla="*/ 133351 w 152401"/>
              <a:gd name="connsiteY18" fmla="*/ 161915 h 171450"/>
              <a:gd name="connsiteX19" fmla="*/ 123826 w 152401"/>
              <a:gd name="connsiteY19" fmla="*/ 171450 h 171450"/>
              <a:gd name="connsiteX20" fmla="*/ 114301 w 152401"/>
              <a:gd name="connsiteY20" fmla="*/ 161925 h 171450"/>
              <a:gd name="connsiteX21" fmla="*/ 114301 w 152401"/>
              <a:gd name="connsiteY21" fmla="*/ 133350 h 171450"/>
              <a:gd name="connsiteX22" fmla="*/ 124139 w 152401"/>
              <a:gd name="connsiteY22" fmla="*/ 85711 h 171450"/>
              <a:gd name="connsiteX23" fmla="*/ 124321 w 152401"/>
              <a:gd name="connsiteY23" fmla="*/ 85169 h 171450"/>
              <a:gd name="connsiteX24" fmla="*/ 132118 w 152401"/>
              <a:gd name="connsiteY24" fmla="*/ 57150 h 171450"/>
              <a:gd name="connsiteX25" fmla="*/ 123826 w 152401"/>
              <a:gd name="connsiteY25" fmla="*/ 57150 h 171450"/>
              <a:gd name="connsiteX26" fmla="*/ 114301 w 152401"/>
              <a:gd name="connsiteY26" fmla="*/ 47625 h 171450"/>
              <a:gd name="connsiteX27" fmla="*/ 133351 w 152401"/>
              <a:gd name="connsiteY27" fmla="*/ 38100 h 171450"/>
              <a:gd name="connsiteX28" fmla="*/ 119064 w 152401"/>
              <a:gd name="connsiteY28" fmla="*/ 38100 h 171450"/>
              <a:gd name="connsiteX29" fmla="*/ 114896 w 152401"/>
              <a:gd name="connsiteY29" fmla="*/ 37505 h 171450"/>
              <a:gd name="connsiteX30" fmla="*/ 114301 w 152401"/>
              <a:gd name="connsiteY30" fmla="*/ 33338 h 171450"/>
              <a:gd name="connsiteX31" fmla="*/ 114301 w 152401"/>
              <a:gd name="connsiteY31" fmla="*/ 19050 h 171450"/>
              <a:gd name="connsiteX32" fmla="*/ 123826 w 152401"/>
              <a:gd name="connsiteY32" fmla="*/ 9525 h 171450"/>
              <a:gd name="connsiteX33" fmla="*/ 133351 w 152401"/>
              <a:gd name="connsiteY33" fmla="*/ 9525 h 171450"/>
              <a:gd name="connsiteX34" fmla="*/ 142876 w 152401"/>
              <a:gd name="connsiteY34" fmla="*/ 0 h 171450"/>
              <a:gd name="connsiteX35" fmla="*/ 8960 w 152401"/>
              <a:gd name="connsiteY35" fmla="*/ 0 h 171450"/>
              <a:gd name="connsiteX36" fmla="*/ 76785 w 152401"/>
              <a:gd name="connsiteY36" fmla="*/ 0 h 171450"/>
              <a:gd name="connsiteX37" fmla="*/ 85073 w 152401"/>
              <a:gd name="connsiteY37" fmla="*/ 1178 h 171450"/>
              <a:gd name="connsiteX38" fmla="*/ 85037 w 152401"/>
              <a:gd name="connsiteY38" fmla="*/ 9525 h 171450"/>
              <a:gd name="connsiteX39" fmla="*/ 76412 w 152401"/>
              <a:gd name="connsiteY39" fmla="*/ 66675 h 171450"/>
              <a:gd name="connsiteX40" fmla="*/ 75516 w 152401"/>
              <a:gd name="connsiteY40" fmla="*/ 72725 h 171450"/>
              <a:gd name="connsiteX41" fmla="*/ 75514 w 152401"/>
              <a:gd name="connsiteY41" fmla="*/ 72741 h 171450"/>
              <a:gd name="connsiteX42" fmla="*/ 66538 w 152401"/>
              <a:gd name="connsiteY42" fmla="*/ 123825 h 171450"/>
              <a:gd name="connsiteX43" fmla="*/ 42873 w 152401"/>
              <a:gd name="connsiteY43" fmla="*/ 133350 h 171450"/>
              <a:gd name="connsiteX44" fmla="*/ 19107 w 152401"/>
              <a:gd name="connsiteY44" fmla="*/ 123825 h 171450"/>
              <a:gd name="connsiteX45" fmla="*/ 8960 w 152401"/>
              <a:gd name="connsiteY45" fmla="*/ 66675 h 171450"/>
              <a:gd name="connsiteX46" fmla="*/ 4808 w 152401"/>
              <a:gd name="connsiteY46" fmla="*/ 38100 h 171450"/>
              <a:gd name="connsiteX47" fmla="*/ 8960 w 152401"/>
              <a:gd name="connsiteY47" fmla="*/ 28575 h 171450"/>
              <a:gd name="connsiteX48" fmla="*/ 52562 w 152401"/>
              <a:gd name="connsiteY48" fmla="*/ 28575 h 171450"/>
              <a:gd name="connsiteX49" fmla="*/ 57406 w 152401"/>
              <a:gd name="connsiteY49" fmla="*/ 23813 h 171450"/>
              <a:gd name="connsiteX50" fmla="*/ 52562 w 152401"/>
              <a:gd name="connsiteY50" fmla="*/ 19050 h 171450"/>
              <a:gd name="connsiteX51" fmla="*/ 8960 w 152401"/>
              <a:gd name="connsiteY51" fmla="*/ 19050 h 171450"/>
              <a:gd name="connsiteX52" fmla="*/ 655 w 152401"/>
              <a:gd name="connsiteY52" fmla="*/ 9525 h 171450"/>
              <a:gd name="connsiteX53" fmla="*/ 8960 w 152401"/>
              <a:gd name="connsiteY5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2401" h="171450">
                <a:moveTo>
                  <a:pt x="26602" y="142869"/>
                </a:moveTo>
                <a:cubicBezTo>
                  <a:pt x="27210" y="142871"/>
                  <a:pt x="27867" y="142875"/>
                  <a:pt x="28576" y="142875"/>
                </a:cubicBezTo>
                <a:lnTo>
                  <a:pt x="57150" y="142875"/>
                </a:lnTo>
                <a:cubicBezTo>
                  <a:pt x="57859" y="142875"/>
                  <a:pt x="58516" y="142871"/>
                  <a:pt x="59124" y="142869"/>
                </a:cubicBezTo>
                <a:cubicBezTo>
                  <a:pt x="62923" y="142848"/>
                  <a:pt x="64824" y="142837"/>
                  <a:pt x="65768" y="143782"/>
                </a:cubicBezTo>
                <a:cubicBezTo>
                  <a:pt x="66713" y="144727"/>
                  <a:pt x="66703" y="146627"/>
                  <a:pt x="66683" y="150427"/>
                </a:cubicBezTo>
                <a:cubicBezTo>
                  <a:pt x="66679" y="151035"/>
                  <a:pt x="66675" y="151692"/>
                  <a:pt x="66675" y="152400"/>
                </a:cubicBezTo>
                <a:cubicBezTo>
                  <a:pt x="66675" y="166687"/>
                  <a:pt x="66675" y="171450"/>
                  <a:pt x="42863" y="171450"/>
                </a:cubicBezTo>
                <a:cubicBezTo>
                  <a:pt x="19051" y="171450"/>
                  <a:pt x="19051" y="166687"/>
                  <a:pt x="19051" y="152400"/>
                </a:cubicBezTo>
                <a:cubicBezTo>
                  <a:pt x="19051" y="151692"/>
                  <a:pt x="19047" y="151035"/>
                  <a:pt x="19044" y="150428"/>
                </a:cubicBezTo>
                <a:cubicBezTo>
                  <a:pt x="19023" y="146627"/>
                  <a:pt x="19012" y="144727"/>
                  <a:pt x="19957" y="143782"/>
                </a:cubicBezTo>
                <a:cubicBezTo>
                  <a:pt x="20902" y="142837"/>
                  <a:pt x="22802" y="142848"/>
                  <a:pt x="26602" y="142869"/>
                </a:cubicBezTo>
                <a:close/>
                <a:moveTo>
                  <a:pt x="142876" y="0"/>
                </a:moveTo>
                <a:cubicBezTo>
                  <a:pt x="148137" y="0"/>
                  <a:pt x="152401" y="4265"/>
                  <a:pt x="152401" y="9525"/>
                </a:cubicBezTo>
                <a:lnTo>
                  <a:pt x="152401" y="42863"/>
                </a:lnTo>
                <a:cubicBezTo>
                  <a:pt x="152401" y="61374"/>
                  <a:pt x="147200" y="76870"/>
                  <a:pt x="142512" y="90838"/>
                </a:cubicBezTo>
                <a:lnTo>
                  <a:pt x="142381" y="91230"/>
                </a:lnTo>
                <a:cubicBezTo>
                  <a:pt x="137572" y="105560"/>
                  <a:pt x="133351" y="118321"/>
                  <a:pt x="133351" y="133350"/>
                </a:cubicBezTo>
                <a:lnTo>
                  <a:pt x="133351" y="161915"/>
                </a:lnTo>
                <a:cubicBezTo>
                  <a:pt x="133351" y="167176"/>
                  <a:pt x="129087" y="171450"/>
                  <a:pt x="123826" y="171450"/>
                </a:cubicBezTo>
                <a:cubicBezTo>
                  <a:pt x="118565" y="171450"/>
                  <a:pt x="114301" y="167186"/>
                  <a:pt x="114301" y="161925"/>
                </a:cubicBezTo>
                <a:lnTo>
                  <a:pt x="114301" y="133350"/>
                </a:lnTo>
                <a:cubicBezTo>
                  <a:pt x="114301" y="115021"/>
                  <a:pt x="119469" y="99622"/>
                  <a:pt x="124139" y="85711"/>
                </a:cubicBezTo>
                <a:lnTo>
                  <a:pt x="124321" y="85169"/>
                </a:lnTo>
                <a:cubicBezTo>
                  <a:pt x="127550" y="75546"/>
                  <a:pt x="130519" y="66591"/>
                  <a:pt x="132118" y="57150"/>
                </a:cubicBezTo>
                <a:lnTo>
                  <a:pt x="123826" y="57150"/>
                </a:lnTo>
                <a:cubicBezTo>
                  <a:pt x="114301" y="57150"/>
                  <a:pt x="114301" y="57150"/>
                  <a:pt x="114301" y="47625"/>
                </a:cubicBezTo>
                <a:cubicBezTo>
                  <a:pt x="114301" y="44574"/>
                  <a:pt x="119064" y="42863"/>
                  <a:pt x="133351" y="38100"/>
                </a:cubicBezTo>
                <a:lnTo>
                  <a:pt x="119064" y="38100"/>
                </a:lnTo>
                <a:cubicBezTo>
                  <a:pt x="116682" y="38100"/>
                  <a:pt x="115492" y="38100"/>
                  <a:pt x="114896" y="37505"/>
                </a:cubicBezTo>
                <a:cubicBezTo>
                  <a:pt x="114301" y="36909"/>
                  <a:pt x="114301" y="35719"/>
                  <a:pt x="114301" y="33338"/>
                </a:cubicBezTo>
                <a:lnTo>
                  <a:pt x="114301" y="19050"/>
                </a:lnTo>
                <a:cubicBezTo>
                  <a:pt x="114301" y="9526"/>
                  <a:pt x="114301" y="9525"/>
                  <a:pt x="123826" y="9525"/>
                </a:cubicBezTo>
                <a:lnTo>
                  <a:pt x="133351" y="9525"/>
                </a:lnTo>
                <a:cubicBezTo>
                  <a:pt x="133351" y="4265"/>
                  <a:pt x="137615" y="0"/>
                  <a:pt x="142876" y="0"/>
                </a:cubicBezTo>
                <a:close/>
                <a:moveTo>
                  <a:pt x="8960" y="0"/>
                </a:moveTo>
                <a:lnTo>
                  <a:pt x="76785" y="0"/>
                </a:lnTo>
                <a:cubicBezTo>
                  <a:pt x="81613" y="0"/>
                  <a:pt x="84035" y="0"/>
                  <a:pt x="85073" y="1178"/>
                </a:cubicBezTo>
                <a:cubicBezTo>
                  <a:pt x="86117" y="2365"/>
                  <a:pt x="85758" y="4746"/>
                  <a:pt x="85037" y="9525"/>
                </a:cubicBezTo>
                <a:lnTo>
                  <a:pt x="76412" y="66675"/>
                </a:lnTo>
                <a:cubicBezTo>
                  <a:pt x="76157" y="68369"/>
                  <a:pt x="75855" y="70420"/>
                  <a:pt x="75516" y="72725"/>
                </a:cubicBezTo>
                <a:lnTo>
                  <a:pt x="75514" y="72741"/>
                </a:lnTo>
                <a:cubicBezTo>
                  <a:pt x="73443" y="86822"/>
                  <a:pt x="69941" y="110628"/>
                  <a:pt x="66538" y="123825"/>
                </a:cubicBezTo>
                <a:cubicBezTo>
                  <a:pt x="64081" y="133350"/>
                  <a:pt x="55315" y="133350"/>
                  <a:pt x="42873" y="133350"/>
                </a:cubicBezTo>
                <a:cubicBezTo>
                  <a:pt x="30414" y="133350"/>
                  <a:pt x="21645" y="133350"/>
                  <a:pt x="19107" y="123825"/>
                </a:cubicBezTo>
                <a:cubicBezTo>
                  <a:pt x="15057" y="108625"/>
                  <a:pt x="10797" y="79313"/>
                  <a:pt x="8960" y="66675"/>
                </a:cubicBezTo>
                <a:lnTo>
                  <a:pt x="4808" y="38100"/>
                </a:lnTo>
                <a:cubicBezTo>
                  <a:pt x="3800" y="31162"/>
                  <a:pt x="4115" y="28575"/>
                  <a:pt x="8960" y="28575"/>
                </a:cubicBezTo>
                <a:lnTo>
                  <a:pt x="52562" y="28575"/>
                </a:lnTo>
                <a:cubicBezTo>
                  <a:pt x="55237" y="28575"/>
                  <a:pt x="57406" y="26443"/>
                  <a:pt x="57406" y="23813"/>
                </a:cubicBezTo>
                <a:cubicBezTo>
                  <a:pt x="57406" y="21182"/>
                  <a:pt x="55237" y="19050"/>
                  <a:pt x="52562" y="19050"/>
                </a:cubicBezTo>
                <a:lnTo>
                  <a:pt x="8960" y="19050"/>
                </a:lnTo>
                <a:cubicBezTo>
                  <a:pt x="4115" y="19050"/>
                  <a:pt x="1820" y="17542"/>
                  <a:pt x="655" y="9525"/>
                </a:cubicBezTo>
                <a:cubicBezTo>
                  <a:pt x="-729" y="0"/>
                  <a:pt x="-729" y="0"/>
                  <a:pt x="8960" y="0"/>
                </a:cubicBezTo>
                <a:close/>
              </a:path>
            </a:pathLst>
          </a:custGeom>
          <a:solidFill>
            <a:srgbClr val="000000"/>
          </a:solidFill>
          <a:ln w="9525" cap="flat">
            <a:noFill/>
            <a:prstDash val="solid"/>
            <a:miter/>
          </a:ln>
        </p:spPr>
        <p:txBody>
          <a:bodyPr rtlCol="0" anchor="ctr"/>
          <a:lstStyle/>
          <a:p>
            <a:endParaRPr lang="ru-RU"/>
          </a:p>
        </p:txBody>
      </p:sp>
      <p:sp>
        <p:nvSpPr>
          <p:cNvPr id="1257" name="Рисунок 454">
            <a:extLst>
              <a:ext uri="{FF2B5EF4-FFF2-40B4-BE49-F238E27FC236}">
                <a16:creationId xmlns:a16="http://schemas.microsoft.com/office/drawing/2014/main" id="{0D01704A-FA95-8E6A-0360-C339336B4B15}"/>
              </a:ext>
            </a:extLst>
          </p:cNvPr>
          <p:cNvSpPr/>
          <p:nvPr/>
        </p:nvSpPr>
        <p:spPr>
          <a:xfrm>
            <a:off x="6999374" y="1924200"/>
            <a:ext cx="171450" cy="180975"/>
          </a:xfrm>
          <a:custGeom>
            <a:avLst/>
            <a:gdLst>
              <a:gd name="connsiteX0" fmla="*/ 104775 w 171450"/>
              <a:gd name="connsiteY0" fmla="*/ 19050 h 180975"/>
              <a:gd name="connsiteX1" fmla="*/ 104774 w 171450"/>
              <a:gd name="connsiteY1" fmla="*/ 19326 h 180975"/>
              <a:gd name="connsiteX2" fmla="*/ 107032 w 171450"/>
              <a:gd name="connsiteY2" fmla="*/ 21882 h 180975"/>
              <a:gd name="connsiteX3" fmla="*/ 120438 w 171450"/>
              <a:gd name="connsiteY3" fmla="*/ 43365 h 180975"/>
              <a:gd name="connsiteX4" fmla="*/ 127599 w 171450"/>
              <a:gd name="connsiteY4" fmla="*/ 59234 h 180975"/>
              <a:gd name="connsiteX5" fmla="*/ 171450 w 171450"/>
              <a:gd name="connsiteY5" fmla="*/ 119063 h 180975"/>
              <a:gd name="connsiteX6" fmla="*/ 85725 w 171450"/>
              <a:gd name="connsiteY6" fmla="*/ 180975 h 180975"/>
              <a:gd name="connsiteX7" fmla="*/ 0 w 171450"/>
              <a:gd name="connsiteY7" fmla="*/ 119063 h 180975"/>
              <a:gd name="connsiteX8" fmla="*/ 43852 w 171450"/>
              <a:gd name="connsiteY8" fmla="*/ 59233 h 180975"/>
              <a:gd name="connsiteX9" fmla="*/ 51012 w 171450"/>
              <a:gd name="connsiteY9" fmla="*/ 43365 h 180975"/>
              <a:gd name="connsiteX10" fmla="*/ 64418 w 171450"/>
              <a:gd name="connsiteY10" fmla="*/ 21882 h 180975"/>
              <a:gd name="connsiteX11" fmla="*/ 66676 w 171450"/>
              <a:gd name="connsiteY11" fmla="*/ 19326 h 180975"/>
              <a:gd name="connsiteX12" fmla="*/ 66675 w 171450"/>
              <a:gd name="connsiteY12" fmla="*/ 19050 h 180975"/>
              <a:gd name="connsiteX13" fmla="*/ 85725 w 171450"/>
              <a:gd name="connsiteY13" fmla="*/ 0 h 180975"/>
              <a:gd name="connsiteX14" fmla="*/ 104775 w 171450"/>
              <a:gd name="connsiteY14" fmla="*/ 19050 h 180975"/>
              <a:gd name="connsiteX15" fmla="*/ 65359 w 171450"/>
              <a:gd name="connsiteY15" fmla="*/ 57505 h 180975"/>
              <a:gd name="connsiteX16" fmla="*/ 85725 w 171450"/>
              <a:gd name="connsiteY16" fmla="*/ 57150 h 180975"/>
              <a:gd name="connsiteX17" fmla="*/ 106091 w 171450"/>
              <a:gd name="connsiteY17" fmla="*/ 57505 h 180975"/>
              <a:gd name="connsiteX18" fmla="*/ 103400 w 171450"/>
              <a:gd name="connsiteY18" fmla="*/ 51885 h 180975"/>
              <a:gd name="connsiteX19" fmla="*/ 94320 w 171450"/>
              <a:gd name="connsiteY19" fmla="*/ 36540 h 180975"/>
              <a:gd name="connsiteX20" fmla="*/ 85725 w 171450"/>
              <a:gd name="connsiteY20" fmla="*/ 38100 h 180975"/>
              <a:gd name="connsiteX21" fmla="*/ 77131 w 171450"/>
              <a:gd name="connsiteY21" fmla="*/ 36540 h 180975"/>
              <a:gd name="connsiteX22" fmla="*/ 68050 w 171450"/>
              <a:gd name="connsiteY22" fmla="*/ 51885 h 180975"/>
              <a:gd name="connsiteX23" fmla="*/ 65359 w 171450"/>
              <a:gd name="connsiteY23" fmla="*/ 57505 h 180975"/>
              <a:gd name="connsiteX24" fmla="*/ 123825 w 171450"/>
              <a:gd name="connsiteY24" fmla="*/ 119063 h 180975"/>
              <a:gd name="connsiteX25" fmla="*/ 127159 w 171450"/>
              <a:gd name="connsiteY25" fmla="*/ 107633 h 180975"/>
              <a:gd name="connsiteX26" fmla="*/ 142875 w 171450"/>
              <a:gd name="connsiteY26" fmla="*/ 104775 h 180975"/>
              <a:gd name="connsiteX27" fmla="*/ 152400 w 171450"/>
              <a:gd name="connsiteY27" fmla="*/ 95250 h 180975"/>
              <a:gd name="connsiteX28" fmla="*/ 142875 w 171450"/>
              <a:gd name="connsiteY28" fmla="*/ 85725 h 180975"/>
              <a:gd name="connsiteX29" fmla="*/ 115729 w 171450"/>
              <a:gd name="connsiteY29" fmla="*/ 92393 h 180975"/>
              <a:gd name="connsiteX30" fmla="*/ 104775 w 171450"/>
              <a:gd name="connsiteY30" fmla="*/ 119063 h 180975"/>
              <a:gd name="connsiteX31" fmla="*/ 115729 w 171450"/>
              <a:gd name="connsiteY31" fmla="*/ 145733 h 180975"/>
              <a:gd name="connsiteX32" fmla="*/ 142875 w 171450"/>
              <a:gd name="connsiteY32" fmla="*/ 152400 h 180975"/>
              <a:gd name="connsiteX33" fmla="*/ 152400 w 171450"/>
              <a:gd name="connsiteY33" fmla="*/ 142875 h 180975"/>
              <a:gd name="connsiteX34" fmla="*/ 142875 w 171450"/>
              <a:gd name="connsiteY34" fmla="*/ 133350 h 180975"/>
              <a:gd name="connsiteX35" fmla="*/ 127159 w 171450"/>
              <a:gd name="connsiteY35" fmla="*/ 130493 h 180975"/>
              <a:gd name="connsiteX36" fmla="*/ 123825 w 171450"/>
              <a:gd name="connsiteY36" fmla="*/ 119063 h 180975"/>
              <a:gd name="connsiteX37" fmla="*/ 26707 w 171450"/>
              <a:gd name="connsiteY37" fmla="*/ 85910 h 180975"/>
              <a:gd name="connsiteX38" fmla="*/ 19235 w 171450"/>
              <a:gd name="connsiteY38" fmla="*/ 97118 h 180975"/>
              <a:gd name="connsiteX39" fmla="*/ 28760 w 171450"/>
              <a:gd name="connsiteY39" fmla="*/ 144743 h 180975"/>
              <a:gd name="connsiteX40" fmla="*/ 38100 w 171450"/>
              <a:gd name="connsiteY40" fmla="*/ 152399 h 180975"/>
              <a:gd name="connsiteX41" fmla="*/ 42863 w 171450"/>
              <a:gd name="connsiteY41" fmla="*/ 152399 h 180975"/>
              <a:gd name="connsiteX42" fmla="*/ 51781 w 171450"/>
              <a:gd name="connsiteY42" fmla="*/ 146219 h 180975"/>
              <a:gd name="connsiteX43" fmla="*/ 56885 w 171450"/>
              <a:gd name="connsiteY43" fmla="*/ 132608 h 180975"/>
              <a:gd name="connsiteX44" fmla="*/ 62918 w 171450"/>
              <a:gd name="connsiteY44" fmla="*/ 147135 h 180975"/>
              <a:gd name="connsiteX45" fmla="*/ 71438 w 171450"/>
              <a:gd name="connsiteY45" fmla="*/ 152399 h 180975"/>
              <a:gd name="connsiteX46" fmla="*/ 76200 w 171450"/>
              <a:gd name="connsiteY46" fmla="*/ 152399 h 180975"/>
              <a:gd name="connsiteX47" fmla="*/ 85540 w 171450"/>
              <a:gd name="connsiteY47" fmla="*/ 144743 h 180975"/>
              <a:gd name="connsiteX48" fmla="*/ 95065 w 171450"/>
              <a:gd name="connsiteY48" fmla="*/ 97118 h 180975"/>
              <a:gd name="connsiteX49" fmla="*/ 87593 w 171450"/>
              <a:gd name="connsiteY49" fmla="*/ 85910 h 180975"/>
              <a:gd name="connsiteX50" fmla="*/ 76385 w 171450"/>
              <a:gd name="connsiteY50" fmla="*/ 93381 h 180975"/>
              <a:gd name="connsiteX51" fmla="*/ 71589 w 171450"/>
              <a:gd name="connsiteY51" fmla="*/ 117360 h 180975"/>
              <a:gd name="connsiteX52" fmla="*/ 71478 w 171450"/>
              <a:gd name="connsiteY52" fmla="*/ 117049 h 180975"/>
              <a:gd name="connsiteX53" fmla="*/ 67725 w 171450"/>
              <a:gd name="connsiteY53" fmla="*/ 106305 h 180975"/>
              <a:gd name="connsiteX54" fmla="*/ 66594 w 171450"/>
              <a:gd name="connsiteY54" fmla="*/ 102978 h 180975"/>
              <a:gd name="connsiteX55" fmla="*/ 66289 w 171450"/>
              <a:gd name="connsiteY55" fmla="*/ 102071 h 180975"/>
              <a:gd name="connsiteX56" fmla="*/ 66186 w 171450"/>
              <a:gd name="connsiteY56" fmla="*/ 101762 h 180975"/>
              <a:gd name="connsiteX57" fmla="*/ 57326 w 171450"/>
              <a:gd name="connsiteY57" fmla="*/ 95251 h 180975"/>
              <a:gd name="connsiteX58" fmla="*/ 48232 w 171450"/>
              <a:gd name="connsiteY58" fmla="*/ 101430 h 180975"/>
              <a:gd name="connsiteX59" fmla="*/ 42553 w 171450"/>
              <a:gd name="connsiteY59" fmla="*/ 116573 h 180975"/>
              <a:gd name="connsiteX60" fmla="*/ 37915 w 171450"/>
              <a:gd name="connsiteY60" fmla="*/ 93381 h 180975"/>
              <a:gd name="connsiteX61" fmla="*/ 26707 w 171450"/>
              <a:gd name="connsiteY61" fmla="*/ 8591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71450" h="180975">
                <a:moveTo>
                  <a:pt x="104775" y="19050"/>
                </a:moveTo>
                <a:lnTo>
                  <a:pt x="104774" y="19326"/>
                </a:lnTo>
                <a:cubicBezTo>
                  <a:pt x="105581" y="20184"/>
                  <a:pt x="106334" y="21044"/>
                  <a:pt x="107032" y="21882"/>
                </a:cubicBezTo>
                <a:cubicBezTo>
                  <a:pt x="112185" y="28065"/>
                  <a:pt x="116737" y="35961"/>
                  <a:pt x="120438" y="43365"/>
                </a:cubicBezTo>
                <a:cubicBezTo>
                  <a:pt x="123227" y="48942"/>
                  <a:pt x="125654" y="54485"/>
                  <a:pt x="127599" y="59234"/>
                </a:cubicBezTo>
                <a:cubicBezTo>
                  <a:pt x="165059" y="64320"/>
                  <a:pt x="171450" y="79942"/>
                  <a:pt x="171450" y="119063"/>
                </a:cubicBezTo>
                <a:cubicBezTo>
                  <a:pt x="171450" y="169718"/>
                  <a:pt x="160734" y="180975"/>
                  <a:pt x="85725" y="180975"/>
                </a:cubicBezTo>
                <a:cubicBezTo>
                  <a:pt x="10716" y="180975"/>
                  <a:pt x="0" y="169718"/>
                  <a:pt x="0" y="119063"/>
                </a:cubicBezTo>
                <a:cubicBezTo>
                  <a:pt x="0" y="79941"/>
                  <a:pt x="6391" y="64320"/>
                  <a:pt x="43852" y="59233"/>
                </a:cubicBezTo>
                <a:cubicBezTo>
                  <a:pt x="45797" y="54485"/>
                  <a:pt x="48224" y="48942"/>
                  <a:pt x="51012" y="43365"/>
                </a:cubicBezTo>
                <a:cubicBezTo>
                  <a:pt x="54714" y="35961"/>
                  <a:pt x="59265" y="28065"/>
                  <a:pt x="64418" y="21882"/>
                </a:cubicBezTo>
                <a:cubicBezTo>
                  <a:pt x="65116" y="21044"/>
                  <a:pt x="65869" y="20184"/>
                  <a:pt x="66676" y="19326"/>
                </a:cubicBezTo>
                <a:lnTo>
                  <a:pt x="66675" y="19050"/>
                </a:lnTo>
                <a:cubicBezTo>
                  <a:pt x="66675" y="7230"/>
                  <a:pt x="73905" y="0"/>
                  <a:pt x="85725" y="0"/>
                </a:cubicBezTo>
                <a:cubicBezTo>
                  <a:pt x="97545" y="0"/>
                  <a:pt x="104775" y="7230"/>
                  <a:pt x="104775" y="19050"/>
                </a:cubicBezTo>
                <a:close/>
                <a:moveTo>
                  <a:pt x="65359" y="57505"/>
                </a:moveTo>
                <a:cubicBezTo>
                  <a:pt x="71557" y="57259"/>
                  <a:pt x="78329" y="57150"/>
                  <a:pt x="85725" y="57150"/>
                </a:cubicBezTo>
                <a:cubicBezTo>
                  <a:pt x="93122" y="57150"/>
                  <a:pt x="99893" y="57259"/>
                  <a:pt x="106091" y="57505"/>
                </a:cubicBezTo>
                <a:cubicBezTo>
                  <a:pt x="105240" y="55652"/>
                  <a:pt x="104340" y="53766"/>
                  <a:pt x="103400" y="51885"/>
                </a:cubicBezTo>
                <a:cubicBezTo>
                  <a:pt x="100542" y="46170"/>
                  <a:pt x="97449" y="40794"/>
                  <a:pt x="94320" y="36540"/>
                </a:cubicBezTo>
                <a:cubicBezTo>
                  <a:pt x="91832" y="37562"/>
                  <a:pt x="88949" y="38100"/>
                  <a:pt x="85725" y="38100"/>
                </a:cubicBezTo>
                <a:cubicBezTo>
                  <a:pt x="82501" y="38100"/>
                  <a:pt x="79618" y="37562"/>
                  <a:pt x="77131" y="36540"/>
                </a:cubicBezTo>
                <a:cubicBezTo>
                  <a:pt x="74002" y="40794"/>
                  <a:pt x="70908" y="46170"/>
                  <a:pt x="68050" y="51885"/>
                </a:cubicBezTo>
                <a:cubicBezTo>
                  <a:pt x="67110" y="53766"/>
                  <a:pt x="66211" y="55652"/>
                  <a:pt x="65359" y="57505"/>
                </a:cubicBezTo>
                <a:close/>
                <a:moveTo>
                  <a:pt x="123825" y="119063"/>
                </a:moveTo>
                <a:cubicBezTo>
                  <a:pt x="123825" y="110981"/>
                  <a:pt x="125812" y="108642"/>
                  <a:pt x="127159" y="107633"/>
                </a:cubicBezTo>
                <a:cubicBezTo>
                  <a:pt x="129247" y="106067"/>
                  <a:pt x="133585" y="104775"/>
                  <a:pt x="142875" y="104775"/>
                </a:cubicBezTo>
                <a:cubicBezTo>
                  <a:pt x="148136" y="104775"/>
                  <a:pt x="152400" y="100511"/>
                  <a:pt x="152400" y="95250"/>
                </a:cubicBezTo>
                <a:cubicBezTo>
                  <a:pt x="152400" y="89989"/>
                  <a:pt x="148136" y="85725"/>
                  <a:pt x="142875" y="85725"/>
                </a:cubicBezTo>
                <a:cubicBezTo>
                  <a:pt x="133115" y="85725"/>
                  <a:pt x="123166" y="86815"/>
                  <a:pt x="115729" y="92393"/>
                </a:cubicBezTo>
                <a:cubicBezTo>
                  <a:pt x="107551" y="98527"/>
                  <a:pt x="104775" y="108094"/>
                  <a:pt x="104775" y="119063"/>
                </a:cubicBezTo>
                <a:cubicBezTo>
                  <a:pt x="104775" y="130031"/>
                  <a:pt x="107551" y="139598"/>
                  <a:pt x="115729" y="145733"/>
                </a:cubicBezTo>
                <a:cubicBezTo>
                  <a:pt x="123166" y="151310"/>
                  <a:pt x="133115" y="152400"/>
                  <a:pt x="142875" y="152400"/>
                </a:cubicBezTo>
                <a:cubicBezTo>
                  <a:pt x="148136" y="152400"/>
                  <a:pt x="152400" y="148136"/>
                  <a:pt x="152400" y="142875"/>
                </a:cubicBezTo>
                <a:cubicBezTo>
                  <a:pt x="152400" y="137614"/>
                  <a:pt x="148136" y="133350"/>
                  <a:pt x="142875" y="133350"/>
                </a:cubicBezTo>
                <a:cubicBezTo>
                  <a:pt x="133585" y="133350"/>
                  <a:pt x="129247" y="132058"/>
                  <a:pt x="127159" y="130493"/>
                </a:cubicBezTo>
                <a:cubicBezTo>
                  <a:pt x="125812" y="129483"/>
                  <a:pt x="123825" y="127144"/>
                  <a:pt x="123825" y="119063"/>
                </a:cubicBezTo>
                <a:close/>
                <a:moveTo>
                  <a:pt x="26707" y="85910"/>
                </a:moveTo>
                <a:cubicBezTo>
                  <a:pt x="21549" y="86941"/>
                  <a:pt x="18203" y="91959"/>
                  <a:pt x="19235" y="97118"/>
                </a:cubicBezTo>
                <a:lnTo>
                  <a:pt x="28760" y="144743"/>
                </a:lnTo>
                <a:cubicBezTo>
                  <a:pt x="29650" y="149195"/>
                  <a:pt x="33560" y="152399"/>
                  <a:pt x="38100" y="152399"/>
                </a:cubicBezTo>
                <a:lnTo>
                  <a:pt x="42863" y="152399"/>
                </a:lnTo>
                <a:cubicBezTo>
                  <a:pt x="46833" y="152399"/>
                  <a:pt x="50387" y="149937"/>
                  <a:pt x="51781" y="146219"/>
                </a:cubicBezTo>
                <a:lnTo>
                  <a:pt x="56885" y="132608"/>
                </a:lnTo>
                <a:cubicBezTo>
                  <a:pt x="59002" y="138231"/>
                  <a:pt x="61184" y="143667"/>
                  <a:pt x="62918" y="147135"/>
                </a:cubicBezTo>
                <a:cubicBezTo>
                  <a:pt x="64532" y="150361"/>
                  <a:pt x="67829" y="152399"/>
                  <a:pt x="71438" y="152399"/>
                </a:cubicBezTo>
                <a:lnTo>
                  <a:pt x="76200" y="152399"/>
                </a:lnTo>
                <a:cubicBezTo>
                  <a:pt x="80741" y="152399"/>
                  <a:pt x="84650" y="149195"/>
                  <a:pt x="85540" y="144743"/>
                </a:cubicBezTo>
                <a:lnTo>
                  <a:pt x="95065" y="97118"/>
                </a:lnTo>
                <a:cubicBezTo>
                  <a:pt x="96097" y="91959"/>
                  <a:pt x="92752" y="86941"/>
                  <a:pt x="87593" y="85910"/>
                </a:cubicBezTo>
                <a:cubicBezTo>
                  <a:pt x="82435" y="84878"/>
                  <a:pt x="77416" y="88223"/>
                  <a:pt x="76385" y="93381"/>
                </a:cubicBezTo>
                <a:lnTo>
                  <a:pt x="71589" y="117360"/>
                </a:lnTo>
                <a:lnTo>
                  <a:pt x="71478" y="117049"/>
                </a:lnTo>
                <a:cubicBezTo>
                  <a:pt x="70008" y="112933"/>
                  <a:pt x="68683" y="109105"/>
                  <a:pt x="67725" y="106305"/>
                </a:cubicBezTo>
                <a:cubicBezTo>
                  <a:pt x="67247" y="104905"/>
                  <a:pt x="66860" y="103766"/>
                  <a:pt x="66594" y="102978"/>
                </a:cubicBezTo>
                <a:lnTo>
                  <a:pt x="66289" y="102071"/>
                </a:lnTo>
                <a:lnTo>
                  <a:pt x="66186" y="101762"/>
                </a:lnTo>
                <a:cubicBezTo>
                  <a:pt x="64910" y="97934"/>
                  <a:pt x="61361" y="95326"/>
                  <a:pt x="57326" y="95251"/>
                </a:cubicBezTo>
                <a:cubicBezTo>
                  <a:pt x="53292" y="95177"/>
                  <a:pt x="49648" y="97652"/>
                  <a:pt x="48232" y="101430"/>
                </a:cubicBezTo>
                <a:lnTo>
                  <a:pt x="42553" y="116573"/>
                </a:lnTo>
                <a:lnTo>
                  <a:pt x="37915" y="93381"/>
                </a:lnTo>
                <a:cubicBezTo>
                  <a:pt x="36883" y="88223"/>
                  <a:pt x="31866" y="84878"/>
                  <a:pt x="26707" y="85910"/>
                </a:cubicBezTo>
                <a:close/>
              </a:path>
            </a:pathLst>
          </a:custGeom>
          <a:solidFill>
            <a:srgbClr val="000000"/>
          </a:solidFill>
          <a:ln w="9525" cap="flat">
            <a:noFill/>
            <a:prstDash val="solid"/>
            <a:miter/>
          </a:ln>
        </p:spPr>
        <p:txBody>
          <a:bodyPr rtlCol="0" anchor="ctr"/>
          <a:lstStyle/>
          <a:p>
            <a:endParaRPr lang="ru-RU"/>
          </a:p>
        </p:txBody>
      </p:sp>
      <p:sp>
        <p:nvSpPr>
          <p:cNvPr id="1604" name="Полилиния: фигура 1603">
            <a:extLst>
              <a:ext uri="{FF2B5EF4-FFF2-40B4-BE49-F238E27FC236}">
                <a16:creationId xmlns:a16="http://schemas.microsoft.com/office/drawing/2014/main" id="{DEDB1C25-420A-2F18-6F59-829194C561FD}"/>
              </a:ext>
            </a:extLst>
          </p:cNvPr>
          <p:cNvSpPr/>
          <p:nvPr/>
        </p:nvSpPr>
        <p:spPr>
          <a:xfrm>
            <a:off x="6999373" y="3371850"/>
            <a:ext cx="171450" cy="114300"/>
          </a:xfrm>
          <a:custGeom>
            <a:avLst/>
            <a:gdLst>
              <a:gd name="connsiteX0" fmla="*/ 114300 w 171450"/>
              <a:gd name="connsiteY0" fmla="*/ 0 h 114300"/>
              <a:gd name="connsiteX1" fmla="*/ 155929 w 171450"/>
              <a:gd name="connsiteY1" fmla="*/ 15521 h 114300"/>
              <a:gd name="connsiteX2" fmla="*/ 171450 w 171450"/>
              <a:gd name="connsiteY2" fmla="*/ 57150 h 114300"/>
              <a:gd name="connsiteX3" fmla="*/ 155929 w 171450"/>
              <a:gd name="connsiteY3" fmla="*/ 98779 h 114300"/>
              <a:gd name="connsiteX4" fmla="*/ 114300 w 171450"/>
              <a:gd name="connsiteY4" fmla="*/ 114300 h 114300"/>
              <a:gd name="connsiteX5" fmla="*/ 104775 w 171450"/>
              <a:gd name="connsiteY5" fmla="*/ 104775 h 114300"/>
              <a:gd name="connsiteX6" fmla="*/ 114300 w 171450"/>
              <a:gd name="connsiteY6" fmla="*/ 95250 h 114300"/>
              <a:gd name="connsiteX7" fmla="*/ 142459 w 171450"/>
              <a:gd name="connsiteY7" fmla="*/ 85309 h 114300"/>
              <a:gd name="connsiteX8" fmla="*/ 152400 w 171450"/>
              <a:gd name="connsiteY8" fmla="*/ 57150 h 114300"/>
              <a:gd name="connsiteX9" fmla="*/ 142459 w 171450"/>
              <a:gd name="connsiteY9" fmla="*/ 28992 h 114300"/>
              <a:gd name="connsiteX10" fmla="*/ 114300 w 171450"/>
              <a:gd name="connsiteY10" fmla="*/ 19050 h 114300"/>
              <a:gd name="connsiteX11" fmla="*/ 104775 w 171450"/>
              <a:gd name="connsiteY11" fmla="*/ 9525 h 114300"/>
              <a:gd name="connsiteX12" fmla="*/ 114300 w 171450"/>
              <a:gd name="connsiteY12" fmla="*/ 0 h 114300"/>
              <a:gd name="connsiteX13" fmla="*/ 57150 w 171450"/>
              <a:gd name="connsiteY13" fmla="*/ 0 h 114300"/>
              <a:gd name="connsiteX14" fmla="*/ 114300 w 171450"/>
              <a:gd name="connsiteY14" fmla="*/ 57150 h 114300"/>
              <a:gd name="connsiteX15" fmla="*/ 57150 w 171450"/>
              <a:gd name="connsiteY15" fmla="*/ 114300 h 114300"/>
              <a:gd name="connsiteX16" fmla="*/ 0 w 171450"/>
              <a:gd name="connsiteY16" fmla="*/ 57150 h 114300"/>
              <a:gd name="connsiteX17" fmla="*/ 57150 w 171450"/>
              <a:gd name="connsiteY17"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14300">
                <a:moveTo>
                  <a:pt x="114300" y="0"/>
                </a:moveTo>
                <a:cubicBezTo>
                  <a:pt x="131032" y="0"/>
                  <a:pt x="145564" y="5156"/>
                  <a:pt x="155929" y="15521"/>
                </a:cubicBezTo>
                <a:cubicBezTo>
                  <a:pt x="166294" y="25886"/>
                  <a:pt x="171450" y="40418"/>
                  <a:pt x="171450" y="57150"/>
                </a:cubicBezTo>
                <a:cubicBezTo>
                  <a:pt x="171450" y="73882"/>
                  <a:pt x="166294" y="88414"/>
                  <a:pt x="155929" y="98779"/>
                </a:cubicBezTo>
                <a:cubicBezTo>
                  <a:pt x="145564" y="109144"/>
                  <a:pt x="131032" y="114300"/>
                  <a:pt x="114300" y="114300"/>
                </a:cubicBezTo>
                <a:cubicBezTo>
                  <a:pt x="109039" y="114300"/>
                  <a:pt x="104775" y="110036"/>
                  <a:pt x="104775" y="104775"/>
                </a:cubicBezTo>
                <a:cubicBezTo>
                  <a:pt x="104775" y="99514"/>
                  <a:pt x="109039" y="95250"/>
                  <a:pt x="114300" y="95250"/>
                </a:cubicBezTo>
                <a:cubicBezTo>
                  <a:pt x="127118" y="95250"/>
                  <a:pt x="136398" y="91369"/>
                  <a:pt x="142459" y="85309"/>
                </a:cubicBezTo>
                <a:cubicBezTo>
                  <a:pt x="148519" y="79248"/>
                  <a:pt x="152400" y="69968"/>
                  <a:pt x="152400" y="57150"/>
                </a:cubicBezTo>
                <a:cubicBezTo>
                  <a:pt x="152400" y="44332"/>
                  <a:pt x="148519" y="35052"/>
                  <a:pt x="142459" y="28992"/>
                </a:cubicBezTo>
                <a:cubicBezTo>
                  <a:pt x="136398" y="22931"/>
                  <a:pt x="127118" y="19050"/>
                  <a:pt x="114300" y="19050"/>
                </a:cubicBezTo>
                <a:cubicBezTo>
                  <a:pt x="109039" y="19050"/>
                  <a:pt x="104775" y="14785"/>
                  <a:pt x="104775" y="9525"/>
                </a:cubicBezTo>
                <a:cubicBezTo>
                  <a:pt x="104775" y="4265"/>
                  <a:pt x="109039" y="0"/>
                  <a:pt x="114300" y="0"/>
                </a:cubicBezTo>
                <a:close/>
                <a:moveTo>
                  <a:pt x="57150" y="0"/>
                </a:moveTo>
                <a:cubicBezTo>
                  <a:pt x="92610" y="0"/>
                  <a:pt x="114300" y="21690"/>
                  <a:pt x="114300" y="57150"/>
                </a:cubicBezTo>
                <a:cubicBezTo>
                  <a:pt x="114300" y="92610"/>
                  <a:pt x="92610" y="114300"/>
                  <a:pt x="57150" y="114300"/>
                </a:cubicBezTo>
                <a:cubicBezTo>
                  <a:pt x="21690" y="114300"/>
                  <a:pt x="0" y="92610"/>
                  <a:pt x="0" y="57150"/>
                </a:cubicBezTo>
                <a:cubicBezTo>
                  <a:pt x="0" y="21690"/>
                  <a:pt x="21690" y="0"/>
                  <a:pt x="57150" y="0"/>
                </a:cubicBezTo>
                <a:close/>
              </a:path>
            </a:pathLst>
          </a:custGeom>
          <a:solidFill>
            <a:srgbClr val="000000"/>
          </a:solidFill>
          <a:ln w="9525" cap="flat">
            <a:noFill/>
            <a:prstDash val="solid"/>
            <a:miter/>
          </a:ln>
        </p:spPr>
        <p:txBody>
          <a:bodyPr rtlCol="0" anchor="ctr"/>
          <a:lstStyle/>
          <a:p>
            <a:endParaRPr lang="ru-RU"/>
          </a:p>
        </p:txBody>
      </p:sp>
      <p:sp>
        <p:nvSpPr>
          <p:cNvPr id="1615" name="Полилиния: фигура 1614">
            <a:extLst>
              <a:ext uri="{FF2B5EF4-FFF2-40B4-BE49-F238E27FC236}">
                <a16:creationId xmlns:a16="http://schemas.microsoft.com/office/drawing/2014/main" id="{2B1A07A7-A087-B3D9-A350-282B2922EADB}"/>
              </a:ext>
            </a:extLst>
          </p:cNvPr>
          <p:cNvSpPr/>
          <p:nvPr/>
        </p:nvSpPr>
        <p:spPr>
          <a:xfrm>
            <a:off x="6999374" y="3924152"/>
            <a:ext cx="171450" cy="171450"/>
          </a:xfrm>
          <a:custGeom>
            <a:avLst/>
            <a:gdLst>
              <a:gd name="connsiteX0" fmla="*/ 85725 w 171450"/>
              <a:gd name="connsiteY0" fmla="*/ 57150 h 171450"/>
              <a:gd name="connsiteX1" fmla="*/ 104775 w 171450"/>
              <a:gd name="connsiteY1" fmla="*/ 57150 h 171450"/>
              <a:gd name="connsiteX2" fmla="*/ 114300 w 171450"/>
              <a:gd name="connsiteY2" fmla="*/ 66675 h 171450"/>
              <a:gd name="connsiteX3" fmla="*/ 104775 w 171450"/>
              <a:gd name="connsiteY3" fmla="*/ 76200 h 171450"/>
              <a:gd name="connsiteX4" fmla="*/ 85725 w 171450"/>
              <a:gd name="connsiteY4" fmla="*/ 76200 h 171450"/>
              <a:gd name="connsiteX5" fmla="*/ 76200 w 171450"/>
              <a:gd name="connsiteY5" fmla="*/ 38100 h 171450"/>
              <a:gd name="connsiteX6" fmla="*/ 66675 w 171450"/>
              <a:gd name="connsiteY6" fmla="*/ 47625 h 171450"/>
              <a:gd name="connsiteX7" fmla="*/ 66675 w 171450"/>
              <a:gd name="connsiteY7" fmla="*/ 76200 h 171450"/>
              <a:gd name="connsiteX8" fmla="*/ 57150 w 171450"/>
              <a:gd name="connsiteY8" fmla="*/ 76200 h 171450"/>
              <a:gd name="connsiteX9" fmla="*/ 47625 w 171450"/>
              <a:gd name="connsiteY9" fmla="*/ 85725 h 171450"/>
              <a:gd name="connsiteX10" fmla="*/ 57150 w 171450"/>
              <a:gd name="connsiteY10" fmla="*/ 95250 h 171450"/>
              <a:gd name="connsiteX11" fmla="*/ 66675 w 171450"/>
              <a:gd name="connsiteY11" fmla="*/ 95250 h 171450"/>
              <a:gd name="connsiteX12" fmla="*/ 66675 w 171450"/>
              <a:gd name="connsiteY12" fmla="*/ 104775 h 171450"/>
              <a:gd name="connsiteX13" fmla="*/ 57150 w 171450"/>
              <a:gd name="connsiteY13" fmla="*/ 104775 h 171450"/>
              <a:gd name="connsiteX14" fmla="*/ 47625 w 171450"/>
              <a:gd name="connsiteY14" fmla="*/ 114300 h 171450"/>
              <a:gd name="connsiteX15" fmla="*/ 57150 w 171450"/>
              <a:gd name="connsiteY15" fmla="*/ 123825 h 171450"/>
              <a:gd name="connsiteX16" fmla="*/ 66675 w 171450"/>
              <a:gd name="connsiteY16" fmla="*/ 123825 h 171450"/>
              <a:gd name="connsiteX17" fmla="*/ 66675 w 171450"/>
              <a:gd name="connsiteY17" fmla="*/ 133350 h 171450"/>
              <a:gd name="connsiteX18" fmla="*/ 76200 w 171450"/>
              <a:gd name="connsiteY18" fmla="*/ 142875 h 171450"/>
              <a:gd name="connsiteX19" fmla="*/ 85725 w 171450"/>
              <a:gd name="connsiteY19" fmla="*/ 133350 h 171450"/>
              <a:gd name="connsiteX20" fmla="*/ 85725 w 171450"/>
              <a:gd name="connsiteY20" fmla="*/ 123825 h 171450"/>
              <a:gd name="connsiteX21" fmla="*/ 114300 w 171450"/>
              <a:gd name="connsiteY21" fmla="*/ 123825 h 171450"/>
              <a:gd name="connsiteX22" fmla="*/ 123825 w 171450"/>
              <a:gd name="connsiteY22" fmla="*/ 114300 h 171450"/>
              <a:gd name="connsiteX23" fmla="*/ 114300 w 171450"/>
              <a:gd name="connsiteY23" fmla="*/ 104775 h 171450"/>
              <a:gd name="connsiteX24" fmla="*/ 85725 w 171450"/>
              <a:gd name="connsiteY24" fmla="*/ 104775 h 171450"/>
              <a:gd name="connsiteX25" fmla="*/ 85725 w 171450"/>
              <a:gd name="connsiteY25" fmla="*/ 95250 h 171450"/>
              <a:gd name="connsiteX26" fmla="*/ 104775 w 171450"/>
              <a:gd name="connsiteY26" fmla="*/ 95250 h 171450"/>
              <a:gd name="connsiteX27" fmla="*/ 133350 w 171450"/>
              <a:gd name="connsiteY27" fmla="*/ 66675 h 171450"/>
              <a:gd name="connsiteX28" fmla="*/ 104775 w 171450"/>
              <a:gd name="connsiteY28" fmla="*/ 38100 h 171450"/>
              <a:gd name="connsiteX29" fmla="*/ 85725 w 171450"/>
              <a:gd name="connsiteY29" fmla="*/ 0 h 171450"/>
              <a:gd name="connsiteX30" fmla="*/ 171450 w 171450"/>
              <a:gd name="connsiteY30" fmla="*/ 85725 h 171450"/>
              <a:gd name="connsiteX31" fmla="*/ 85725 w 171450"/>
              <a:gd name="connsiteY31" fmla="*/ 171450 h 171450"/>
              <a:gd name="connsiteX32" fmla="*/ 0 w 171450"/>
              <a:gd name="connsiteY32" fmla="*/ 85725 h 171450"/>
              <a:gd name="connsiteX33" fmla="*/ 85725 w 171450"/>
              <a:gd name="connsiteY3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71450">
                <a:moveTo>
                  <a:pt x="85725" y="57150"/>
                </a:moveTo>
                <a:lnTo>
                  <a:pt x="104775" y="57150"/>
                </a:lnTo>
                <a:cubicBezTo>
                  <a:pt x="110036" y="57150"/>
                  <a:pt x="114300" y="61415"/>
                  <a:pt x="114300" y="66675"/>
                </a:cubicBezTo>
                <a:cubicBezTo>
                  <a:pt x="114300" y="71936"/>
                  <a:pt x="110036" y="76200"/>
                  <a:pt x="104775" y="76200"/>
                </a:cubicBezTo>
                <a:lnTo>
                  <a:pt x="85725" y="76200"/>
                </a:lnTo>
                <a:close/>
                <a:moveTo>
                  <a:pt x="76200" y="38100"/>
                </a:moveTo>
                <a:cubicBezTo>
                  <a:pt x="70939" y="38100"/>
                  <a:pt x="66675" y="42365"/>
                  <a:pt x="66675" y="47625"/>
                </a:cubicBezTo>
                <a:lnTo>
                  <a:pt x="66675" y="76200"/>
                </a:lnTo>
                <a:lnTo>
                  <a:pt x="57150" y="76200"/>
                </a:lnTo>
                <a:cubicBezTo>
                  <a:pt x="51889" y="76200"/>
                  <a:pt x="47625" y="80464"/>
                  <a:pt x="47625" y="85725"/>
                </a:cubicBezTo>
                <a:cubicBezTo>
                  <a:pt x="47625" y="90986"/>
                  <a:pt x="51889" y="95250"/>
                  <a:pt x="57150" y="95250"/>
                </a:cubicBezTo>
                <a:lnTo>
                  <a:pt x="66675" y="95250"/>
                </a:lnTo>
                <a:lnTo>
                  <a:pt x="66675" y="104775"/>
                </a:lnTo>
                <a:lnTo>
                  <a:pt x="57150" y="104775"/>
                </a:lnTo>
                <a:cubicBezTo>
                  <a:pt x="51889" y="104775"/>
                  <a:pt x="47625" y="109039"/>
                  <a:pt x="47625" y="114300"/>
                </a:cubicBezTo>
                <a:cubicBezTo>
                  <a:pt x="47625" y="119561"/>
                  <a:pt x="51889" y="123825"/>
                  <a:pt x="57150" y="123825"/>
                </a:cubicBezTo>
                <a:lnTo>
                  <a:pt x="66675" y="123825"/>
                </a:lnTo>
                <a:lnTo>
                  <a:pt x="66675" y="133350"/>
                </a:lnTo>
                <a:cubicBezTo>
                  <a:pt x="66675" y="138611"/>
                  <a:pt x="70939" y="142875"/>
                  <a:pt x="76200" y="142875"/>
                </a:cubicBezTo>
                <a:cubicBezTo>
                  <a:pt x="81461" y="142875"/>
                  <a:pt x="85725" y="138611"/>
                  <a:pt x="85725" y="133350"/>
                </a:cubicBezTo>
                <a:lnTo>
                  <a:pt x="85725" y="123825"/>
                </a:lnTo>
                <a:lnTo>
                  <a:pt x="114300" y="123825"/>
                </a:lnTo>
                <a:cubicBezTo>
                  <a:pt x="119561" y="123825"/>
                  <a:pt x="123825" y="119561"/>
                  <a:pt x="123825" y="114300"/>
                </a:cubicBezTo>
                <a:cubicBezTo>
                  <a:pt x="123825" y="109039"/>
                  <a:pt x="119561" y="104775"/>
                  <a:pt x="114300" y="104775"/>
                </a:cubicBezTo>
                <a:lnTo>
                  <a:pt x="85725" y="104775"/>
                </a:lnTo>
                <a:lnTo>
                  <a:pt x="85725" y="95250"/>
                </a:lnTo>
                <a:lnTo>
                  <a:pt x="104775" y="95250"/>
                </a:lnTo>
                <a:cubicBezTo>
                  <a:pt x="120557" y="95250"/>
                  <a:pt x="133350" y="82457"/>
                  <a:pt x="133350" y="66675"/>
                </a:cubicBezTo>
                <a:cubicBezTo>
                  <a:pt x="133350" y="50894"/>
                  <a:pt x="120557" y="38100"/>
                  <a:pt x="104775" y="38100"/>
                </a:cubicBezTo>
                <a:close/>
                <a:moveTo>
                  <a:pt x="85725" y="0"/>
                </a:moveTo>
                <a:cubicBezTo>
                  <a:pt x="138915" y="0"/>
                  <a:pt x="171450" y="32535"/>
                  <a:pt x="171450" y="85725"/>
                </a:cubicBezTo>
                <a:cubicBezTo>
                  <a:pt x="171450" y="138915"/>
                  <a:pt x="138915" y="171450"/>
                  <a:pt x="85725" y="171450"/>
                </a:cubicBezTo>
                <a:cubicBezTo>
                  <a:pt x="32535" y="171450"/>
                  <a:pt x="0" y="138915"/>
                  <a:pt x="0" y="85725"/>
                </a:cubicBezTo>
                <a:cubicBezTo>
                  <a:pt x="0" y="32535"/>
                  <a:pt x="32535" y="0"/>
                  <a:pt x="85725" y="0"/>
                </a:cubicBezTo>
                <a:close/>
              </a:path>
            </a:pathLst>
          </a:custGeom>
          <a:solidFill>
            <a:srgbClr val="000000"/>
          </a:solidFill>
          <a:ln w="9525" cap="flat">
            <a:noFill/>
            <a:prstDash val="solid"/>
            <a:miter/>
          </a:ln>
        </p:spPr>
        <p:txBody>
          <a:bodyPr rtlCol="0" anchor="ctr"/>
          <a:lstStyle/>
          <a:p>
            <a:endParaRPr lang="ru-RU"/>
          </a:p>
        </p:txBody>
      </p:sp>
      <p:sp>
        <p:nvSpPr>
          <p:cNvPr id="1619" name="Полилиния: фигура 1618">
            <a:extLst>
              <a:ext uri="{FF2B5EF4-FFF2-40B4-BE49-F238E27FC236}">
                <a16:creationId xmlns:a16="http://schemas.microsoft.com/office/drawing/2014/main" id="{B49C1D6E-D049-0C3F-B6FE-81B8199630FE}"/>
              </a:ext>
            </a:extLst>
          </p:cNvPr>
          <p:cNvSpPr/>
          <p:nvPr/>
        </p:nvSpPr>
        <p:spPr>
          <a:xfrm>
            <a:off x="7008899" y="5767689"/>
            <a:ext cx="152400" cy="171450"/>
          </a:xfrm>
          <a:custGeom>
            <a:avLst/>
            <a:gdLst>
              <a:gd name="connsiteX0" fmla="*/ 100013 w 152400"/>
              <a:gd name="connsiteY0" fmla="*/ 19267 h 171450"/>
              <a:gd name="connsiteX1" fmla="*/ 85725 w 152400"/>
              <a:gd name="connsiteY1" fmla="*/ 33716 h 171450"/>
              <a:gd name="connsiteX2" fmla="*/ 100013 w 152400"/>
              <a:gd name="connsiteY2" fmla="*/ 48166 h 171450"/>
              <a:gd name="connsiteX3" fmla="*/ 114300 w 152400"/>
              <a:gd name="connsiteY3" fmla="*/ 33716 h 171450"/>
              <a:gd name="connsiteX4" fmla="*/ 100013 w 152400"/>
              <a:gd name="connsiteY4" fmla="*/ 19267 h 171450"/>
              <a:gd name="connsiteX5" fmla="*/ 47625 w 152400"/>
              <a:gd name="connsiteY5" fmla="*/ 19264 h 171450"/>
              <a:gd name="connsiteX6" fmla="*/ 57150 w 152400"/>
              <a:gd name="connsiteY6" fmla="*/ 34250 h 171450"/>
              <a:gd name="connsiteX7" fmla="*/ 73204 w 152400"/>
              <a:gd name="connsiteY7" fmla="*/ 70202 h 171450"/>
              <a:gd name="connsiteX8" fmla="*/ 86050 w 152400"/>
              <a:gd name="connsiteY8" fmla="*/ 81431 h 171450"/>
              <a:gd name="connsiteX9" fmla="*/ 92509 w 152400"/>
              <a:gd name="connsiteY9" fmla="*/ 84989 h 171450"/>
              <a:gd name="connsiteX10" fmla="*/ 100013 w 152400"/>
              <a:gd name="connsiteY10" fmla="*/ 86697 h 171450"/>
              <a:gd name="connsiteX11" fmla="*/ 107516 w 152400"/>
              <a:gd name="connsiteY11" fmla="*/ 84989 h 171450"/>
              <a:gd name="connsiteX12" fmla="*/ 113975 w 152400"/>
              <a:gd name="connsiteY12" fmla="*/ 81431 h 171450"/>
              <a:gd name="connsiteX13" fmla="*/ 126821 w 152400"/>
              <a:gd name="connsiteY13" fmla="*/ 70202 h 171450"/>
              <a:gd name="connsiteX14" fmla="*/ 142875 w 152400"/>
              <a:gd name="connsiteY14" fmla="*/ 34250 h 171450"/>
              <a:gd name="connsiteX15" fmla="*/ 147638 w 152400"/>
              <a:gd name="connsiteY15" fmla="*/ 19265 h 171450"/>
              <a:gd name="connsiteX16" fmla="*/ 152400 w 152400"/>
              <a:gd name="connsiteY16" fmla="*/ 38531 h 171450"/>
              <a:gd name="connsiteX17" fmla="*/ 152400 w 152400"/>
              <a:gd name="connsiteY17" fmla="*/ 134863 h 171450"/>
              <a:gd name="connsiteX18" fmla="*/ 136525 w 152400"/>
              <a:gd name="connsiteY18" fmla="*/ 160551 h 171450"/>
              <a:gd name="connsiteX19" fmla="*/ 120650 w 152400"/>
              <a:gd name="connsiteY19" fmla="*/ 166974 h 171450"/>
              <a:gd name="connsiteX20" fmla="*/ 105600 w 152400"/>
              <a:gd name="connsiteY20" fmla="*/ 171450 h 171450"/>
              <a:gd name="connsiteX21" fmla="*/ 85725 w 152400"/>
              <a:gd name="connsiteY21" fmla="*/ 163763 h 171450"/>
              <a:gd name="connsiteX22" fmla="*/ 66675 w 152400"/>
              <a:gd name="connsiteY22" fmla="*/ 154130 h 171450"/>
              <a:gd name="connsiteX23" fmla="*/ 28575 w 152400"/>
              <a:gd name="connsiteY23" fmla="*/ 152203 h 171450"/>
              <a:gd name="connsiteX24" fmla="*/ 14288 w 152400"/>
              <a:gd name="connsiteY24" fmla="*/ 157982 h 171450"/>
              <a:gd name="connsiteX25" fmla="*/ 0 w 152400"/>
              <a:gd name="connsiteY25" fmla="*/ 144496 h 171450"/>
              <a:gd name="connsiteX26" fmla="*/ 0 w 152400"/>
              <a:gd name="connsiteY26" fmla="*/ 57797 h 171450"/>
              <a:gd name="connsiteX27" fmla="*/ 2256 w 152400"/>
              <a:gd name="connsiteY27" fmla="*/ 39487 h 171450"/>
              <a:gd name="connsiteX28" fmla="*/ 14288 w 152400"/>
              <a:gd name="connsiteY28" fmla="*/ 32751 h 171450"/>
              <a:gd name="connsiteX29" fmla="*/ 28575 w 152400"/>
              <a:gd name="connsiteY29" fmla="*/ 26971 h 171450"/>
              <a:gd name="connsiteX30" fmla="*/ 33547 w 152400"/>
              <a:gd name="connsiteY30" fmla="*/ 24508 h 171450"/>
              <a:gd name="connsiteX31" fmla="*/ 47625 w 152400"/>
              <a:gd name="connsiteY31" fmla="*/ 19264 h 171450"/>
              <a:gd name="connsiteX32" fmla="*/ 100013 w 152400"/>
              <a:gd name="connsiteY32" fmla="*/ 0 h 171450"/>
              <a:gd name="connsiteX33" fmla="*/ 133350 w 152400"/>
              <a:gd name="connsiteY33" fmla="*/ 34252 h 171450"/>
              <a:gd name="connsiteX34" fmla="*/ 100013 w 152400"/>
              <a:gd name="connsiteY34" fmla="*/ 77066 h 171450"/>
              <a:gd name="connsiteX35" fmla="*/ 66675 w 152400"/>
              <a:gd name="connsiteY35" fmla="*/ 34252 h 171450"/>
              <a:gd name="connsiteX36" fmla="*/ 100013 w 152400"/>
              <a:gd name="connsiteY36"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2400" h="171450">
                <a:moveTo>
                  <a:pt x="100013" y="19267"/>
                </a:moveTo>
                <a:cubicBezTo>
                  <a:pt x="92122" y="19267"/>
                  <a:pt x="85725" y="25736"/>
                  <a:pt x="85725" y="33716"/>
                </a:cubicBezTo>
                <a:cubicBezTo>
                  <a:pt x="85725" y="41697"/>
                  <a:pt x="92122" y="48166"/>
                  <a:pt x="100013" y="48166"/>
                </a:cubicBezTo>
                <a:cubicBezTo>
                  <a:pt x="107903" y="48166"/>
                  <a:pt x="114300" y="41697"/>
                  <a:pt x="114300" y="33716"/>
                </a:cubicBezTo>
                <a:cubicBezTo>
                  <a:pt x="114300" y="25736"/>
                  <a:pt x="107903" y="19267"/>
                  <a:pt x="100013" y="19267"/>
                </a:cubicBezTo>
                <a:close/>
                <a:moveTo>
                  <a:pt x="47625" y="19264"/>
                </a:moveTo>
                <a:cubicBezTo>
                  <a:pt x="57150" y="19263"/>
                  <a:pt x="57150" y="24833"/>
                  <a:pt x="57150" y="34250"/>
                </a:cubicBezTo>
                <a:cubicBezTo>
                  <a:pt x="57150" y="48475"/>
                  <a:pt x="65234" y="61428"/>
                  <a:pt x="73204" y="70202"/>
                </a:cubicBezTo>
                <a:cubicBezTo>
                  <a:pt x="77325" y="74739"/>
                  <a:pt x="81819" y="78614"/>
                  <a:pt x="86050" y="81431"/>
                </a:cubicBezTo>
                <a:cubicBezTo>
                  <a:pt x="88162" y="82838"/>
                  <a:pt x="90349" y="84074"/>
                  <a:pt x="92509" y="84989"/>
                </a:cubicBezTo>
                <a:cubicBezTo>
                  <a:pt x="94533" y="85845"/>
                  <a:pt x="97173" y="86697"/>
                  <a:pt x="100013" y="86697"/>
                </a:cubicBezTo>
                <a:cubicBezTo>
                  <a:pt x="102852" y="86697"/>
                  <a:pt x="105492" y="85845"/>
                  <a:pt x="107516" y="84989"/>
                </a:cubicBezTo>
                <a:cubicBezTo>
                  <a:pt x="109676" y="84074"/>
                  <a:pt x="111863" y="82838"/>
                  <a:pt x="113975" y="81431"/>
                </a:cubicBezTo>
                <a:cubicBezTo>
                  <a:pt x="118206" y="78614"/>
                  <a:pt x="122700" y="74739"/>
                  <a:pt x="126821" y="70202"/>
                </a:cubicBezTo>
                <a:cubicBezTo>
                  <a:pt x="134791" y="61428"/>
                  <a:pt x="142875" y="48475"/>
                  <a:pt x="142875" y="34250"/>
                </a:cubicBezTo>
                <a:cubicBezTo>
                  <a:pt x="142875" y="30558"/>
                  <a:pt x="142875" y="19264"/>
                  <a:pt x="147638" y="19265"/>
                </a:cubicBezTo>
                <a:cubicBezTo>
                  <a:pt x="152400" y="19265"/>
                  <a:pt x="152400" y="19267"/>
                  <a:pt x="152400" y="38531"/>
                </a:cubicBezTo>
                <a:lnTo>
                  <a:pt x="152400" y="134863"/>
                </a:lnTo>
                <a:cubicBezTo>
                  <a:pt x="152400" y="153945"/>
                  <a:pt x="152400" y="154130"/>
                  <a:pt x="136525" y="160551"/>
                </a:cubicBezTo>
                <a:lnTo>
                  <a:pt x="120650" y="166974"/>
                </a:lnTo>
                <a:cubicBezTo>
                  <a:pt x="113459" y="169883"/>
                  <a:pt x="109523" y="171476"/>
                  <a:pt x="105600" y="171450"/>
                </a:cubicBezTo>
                <a:cubicBezTo>
                  <a:pt x="100865" y="171418"/>
                  <a:pt x="96144" y="169031"/>
                  <a:pt x="85725" y="163763"/>
                </a:cubicBezTo>
                <a:lnTo>
                  <a:pt x="66675" y="154130"/>
                </a:lnTo>
                <a:cubicBezTo>
                  <a:pt x="47625" y="144496"/>
                  <a:pt x="47430" y="144575"/>
                  <a:pt x="28575" y="152203"/>
                </a:cubicBezTo>
                <a:lnTo>
                  <a:pt x="14288" y="157982"/>
                </a:lnTo>
                <a:cubicBezTo>
                  <a:pt x="0" y="163763"/>
                  <a:pt x="0" y="163763"/>
                  <a:pt x="0" y="144496"/>
                </a:cubicBezTo>
                <a:lnTo>
                  <a:pt x="0" y="57797"/>
                </a:lnTo>
                <a:cubicBezTo>
                  <a:pt x="0" y="47383"/>
                  <a:pt x="0" y="42598"/>
                  <a:pt x="2256" y="39487"/>
                </a:cubicBezTo>
                <a:cubicBezTo>
                  <a:pt x="4174" y="36842"/>
                  <a:pt x="7723" y="35406"/>
                  <a:pt x="14288" y="32751"/>
                </a:cubicBezTo>
                <a:lnTo>
                  <a:pt x="28575" y="26971"/>
                </a:lnTo>
                <a:cubicBezTo>
                  <a:pt x="30395" y="26084"/>
                  <a:pt x="32041" y="25261"/>
                  <a:pt x="33547" y="24508"/>
                </a:cubicBezTo>
                <a:cubicBezTo>
                  <a:pt x="39920" y="21321"/>
                  <a:pt x="43773" y="19394"/>
                  <a:pt x="47625" y="19264"/>
                </a:cubicBezTo>
                <a:close/>
                <a:moveTo>
                  <a:pt x="100013" y="0"/>
                </a:moveTo>
                <a:cubicBezTo>
                  <a:pt x="118567" y="0"/>
                  <a:pt x="133350" y="12844"/>
                  <a:pt x="133350" y="34252"/>
                </a:cubicBezTo>
                <a:cubicBezTo>
                  <a:pt x="133350" y="55659"/>
                  <a:pt x="108347" y="77066"/>
                  <a:pt x="100013" y="77066"/>
                </a:cubicBezTo>
                <a:cubicBezTo>
                  <a:pt x="91678" y="77066"/>
                  <a:pt x="66675" y="55659"/>
                  <a:pt x="66675" y="34252"/>
                </a:cubicBezTo>
                <a:cubicBezTo>
                  <a:pt x="66675" y="12844"/>
                  <a:pt x="81458" y="0"/>
                  <a:pt x="100013" y="0"/>
                </a:cubicBezTo>
                <a:close/>
              </a:path>
            </a:pathLst>
          </a:custGeom>
          <a:solidFill>
            <a:srgbClr val="000000"/>
          </a:solidFill>
          <a:ln w="9525" cap="flat">
            <a:noFill/>
            <a:prstDash val="solid"/>
            <a:miter/>
          </a:ln>
        </p:spPr>
        <p:txBody>
          <a:bodyPr rtlCol="0" anchor="ctr"/>
          <a:lstStyle/>
          <a:p>
            <a:endParaRPr lang="ru-RU"/>
          </a:p>
        </p:txBody>
      </p:sp>
      <p:sp>
        <p:nvSpPr>
          <p:cNvPr id="1270" name="Рисунок 214">
            <a:extLst>
              <a:ext uri="{FF2B5EF4-FFF2-40B4-BE49-F238E27FC236}">
                <a16:creationId xmlns:a16="http://schemas.microsoft.com/office/drawing/2014/main" id="{0268F065-E4C8-5D60-EF9B-3CE864E38421}"/>
              </a:ext>
            </a:extLst>
          </p:cNvPr>
          <p:cNvSpPr/>
          <p:nvPr/>
        </p:nvSpPr>
        <p:spPr>
          <a:xfrm>
            <a:off x="7425533" y="856342"/>
            <a:ext cx="152400" cy="209550"/>
          </a:xfrm>
          <a:custGeom>
            <a:avLst/>
            <a:gdLst>
              <a:gd name="connsiteX0" fmla="*/ 28575 w 152400"/>
              <a:gd name="connsiteY0" fmla="*/ 9525 h 209550"/>
              <a:gd name="connsiteX1" fmla="*/ 38100 w 152400"/>
              <a:gd name="connsiteY1" fmla="*/ 0 h 209550"/>
              <a:gd name="connsiteX2" fmla="*/ 114300 w 152400"/>
              <a:gd name="connsiteY2" fmla="*/ 0 h 209550"/>
              <a:gd name="connsiteX3" fmla="*/ 123825 w 152400"/>
              <a:gd name="connsiteY3" fmla="*/ 9525 h 209550"/>
              <a:gd name="connsiteX4" fmla="*/ 114300 w 152400"/>
              <a:gd name="connsiteY4" fmla="*/ 19050 h 209550"/>
              <a:gd name="connsiteX5" fmla="*/ 104775 w 152400"/>
              <a:gd name="connsiteY5" fmla="*/ 19050 h 209550"/>
              <a:gd name="connsiteX6" fmla="*/ 104775 w 152400"/>
              <a:gd name="connsiteY6" fmla="*/ 38100 h 209550"/>
              <a:gd name="connsiteX7" fmla="*/ 133350 w 152400"/>
              <a:gd name="connsiteY7" fmla="*/ 38100 h 209550"/>
              <a:gd name="connsiteX8" fmla="*/ 152400 w 152400"/>
              <a:gd name="connsiteY8" fmla="*/ 57150 h 209550"/>
              <a:gd name="connsiteX9" fmla="*/ 152400 w 152400"/>
              <a:gd name="connsiteY9" fmla="*/ 171450 h 209550"/>
              <a:gd name="connsiteX10" fmla="*/ 133350 w 152400"/>
              <a:gd name="connsiteY10" fmla="*/ 190500 h 209550"/>
              <a:gd name="connsiteX11" fmla="*/ 123825 w 152400"/>
              <a:gd name="connsiteY11" fmla="*/ 190500 h 209550"/>
              <a:gd name="connsiteX12" fmla="*/ 123825 w 152400"/>
              <a:gd name="connsiteY12" fmla="*/ 200025 h 209550"/>
              <a:gd name="connsiteX13" fmla="*/ 114300 w 152400"/>
              <a:gd name="connsiteY13" fmla="*/ 209550 h 209550"/>
              <a:gd name="connsiteX14" fmla="*/ 104775 w 152400"/>
              <a:gd name="connsiteY14" fmla="*/ 200025 h 209550"/>
              <a:gd name="connsiteX15" fmla="*/ 104775 w 152400"/>
              <a:gd name="connsiteY15" fmla="*/ 190500 h 209550"/>
              <a:gd name="connsiteX16" fmla="*/ 47625 w 152400"/>
              <a:gd name="connsiteY16" fmla="*/ 190500 h 209550"/>
              <a:gd name="connsiteX17" fmla="*/ 47625 w 152400"/>
              <a:gd name="connsiteY17" fmla="*/ 200025 h 209550"/>
              <a:gd name="connsiteX18" fmla="*/ 38100 w 152400"/>
              <a:gd name="connsiteY18" fmla="*/ 209550 h 209550"/>
              <a:gd name="connsiteX19" fmla="*/ 28575 w 152400"/>
              <a:gd name="connsiteY19" fmla="*/ 200025 h 209550"/>
              <a:gd name="connsiteX20" fmla="*/ 28575 w 152400"/>
              <a:gd name="connsiteY20" fmla="*/ 190500 h 209550"/>
              <a:gd name="connsiteX21" fmla="*/ 19050 w 152400"/>
              <a:gd name="connsiteY21" fmla="*/ 190500 h 209550"/>
              <a:gd name="connsiteX22" fmla="*/ 0 w 152400"/>
              <a:gd name="connsiteY22" fmla="*/ 171450 h 209550"/>
              <a:gd name="connsiteX23" fmla="*/ 0 w 152400"/>
              <a:gd name="connsiteY23" fmla="*/ 57150 h 209550"/>
              <a:gd name="connsiteX24" fmla="*/ 19050 w 152400"/>
              <a:gd name="connsiteY24" fmla="*/ 38100 h 209550"/>
              <a:gd name="connsiteX25" fmla="*/ 47625 w 152400"/>
              <a:gd name="connsiteY25" fmla="*/ 38100 h 209550"/>
              <a:gd name="connsiteX26" fmla="*/ 47625 w 152400"/>
              <a:gd name="connsiteY26" fmla="*/ 19050 h 209550"/>
              <a:gd name="connsiteX27" fmla="*/ 38100 w 152400"/>
              <a:gd name="connsiteY27" fmla="*/ 19050 h 209550"/>
              <a:gd name="connsiteX28" fmla="*/ 28575 w 152400"/>
              <a:gd name="connsiteY28" fmla="*/ 9525 h 209550"/>
              <a:gd name="connsiteX29" fmla="*/ 85725 w 152400"/>
              <a:gd name="connsiteY29" fmla="*/ 38100 h 209550"/>
              <a:gd name="connsiteX30" fmla="*/ 85725 w 152400"/>
              <a:gd name="connsiteY30" fmla="*/ 19050 h 209550"/>
              <a:gd name="connsiteX31" fmla="*/ 66675 w 152400"/>
              <a:gd name="connsiteY31" fmla="*/ 19050 h 209550"/>
              <a:gd name="connsiteX32" fmla="*/ 66675 w 152400"/>
              <a:gd name="connsiteY32" fmla="*/ 38100 h 209550"/>
              <a:gd name="connsiteX33" fmla="*/ 85725 w 152400"/>
              <a:gd name="connsiteY33" fmla="*/ 381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2400" h="209550">
                <a:moveTo>
                  <a:pt x="28575" y="9525"/>
                </a:moveTo>
                <a:cubicBezTo>
                  <a:pt x="28575" y="4265"/>
                  <a:pt x="32840" y="0"/>
                  <a:pt x="38100" y="0"/>
                </a:cubicBezTo>
                <a:lnTo>
                  <a:pt x="114300" y="0"/>
                </a:lnTo>
                <a:cubicBezTo>
                  <a:pt x="119561" y="0"/>
                  <a:pt x="123825" y="4265"/>
                  <a:pt x="123825" y="9525"/>
                </a:cubicBezTo>
                <a:cubicBezTo>
                  <a:pt x="123825" y="14785"/>
                  <a:pt x="119561" y="19050"/>
                  <a:pt x="114300" y="19050"/>
                </a:cubicBezTo>
                <a:lnTo>
                  <a:pt x="104775" y="19050"/>
                </a:lnTo>
                <a:lnTo>
                  <a:pt x="104775" y="38100"/>
                </a:lnTo>
                <a:lnTo>
                  <a:pt x="133350" y="38100"/>
                </a:lnTo>
                <a:cubicBezTo>
                  <a:pt x="143871" y="38100"/>
                  <a:pt x="152400" y="46629"/>
                  <a:pt x="152400" y="57150"/>
                </a:cubicBezTo>
                <a:lnTo>
                  <a:pt x="152400" y="171450"/>
                </a:lnTo>
                <a:cubicBezTo>
                  <a:pt x="152400" y="181971"/>
                  <a:pt x="143871" y="190500"/>
                  <a:pt x="133350" y="190500"/>
                </a:cubicBezTo>
                <a:lnTo>
                  <a:pt x="123825" y="190500"/>
                </a:lnTo>
                <a:lnTo>
                  <a:pt x="123825" y="200025"/>
                </a:lnTo>
                <a:cubicBezTo>
                  <a:pt x="123825" y="205286"/>
                  <a:pt x="119561" y="209550"/>
                  <a:pt x="114300" y="209550"/>
                </a:cubicBezTo>
                <a:cubicBezTo>
                  <a:pt x="109039" y="209550"/>
                  <a:pt x="104775" y="205286"/>
                  <a:pt x="104775" y="200025"/>
                </a:cubicBezTo>
                <a:lnTo>
                  <a:pt x="104775" y="190500"/>
                </a:lnTo>
                <a:lnTo>
                  <a:pt x="47625" y="190500"/>
                </a:lnTo>
                <a:lnTo>
                  <a:pt x="47625" y="200025"/>
                </a:lnTo>
                <a:cubicBezTo>
                  <a:pt x="47625" y="205286"/>
                  <a:pt x="43361" y="209550"/>
                  <a:pt x="38100" y="209550"/>
                </a:cubicBezTo>
                <a:cubicBezTo>
                  <a:pt x="32840" y="209550"/>
                  <a:pt x="28575" y="205286"/>
                  <a:pt x="28575" y="200025"/>
                </a:cubicBezTo>
                <a:lnTo>
                  <a:pt x="28575" y="190500"/>
                </a:lnTo>
                <a:lnTo>
                  <a:pt x="19050" y="190500"/>
                </a:lnTo>
                <a:cubicBezTo>
                  <a:pt x="8529" y="190500"/>
                  <a:pt x="0" y="181971"/>
                  <a:pt x="0" y="171450"/>
                </a:cubicBezTo>
                <a:lnTo>
                  <a:pt x="0" y="57150"/>
                </a:lnTo>
                <a:cubicBezTo>
                  <a:pt x="0" y="46629"/>
                  <a:pt x="8529" y="38100"/>
                  <a:pt x="19050" y="38100"/>
                </a:cubicBezTo>
                <a:lnTo>
                  <a:pt x="47625" y="38100"/>
                </a:lnTo>
                <a:lnTo>
                  <a:pt x="47625" y="19050"/>
                </a:lnTo>
                <a:lnTo>
                  <a:pt x="38100" y="19050"/>
                </a:lnTo>
                <a:cubicBezTo>
                  <a:pt x="32840" y="19050"/>
                  <a:pt x="28575" y="14785"/>
                  <a:pt x="28575" y="9525"/>
                </a:cubicBezTo>
                <a:close/>
                <a:moveTo>
                  <a:pt x="85725" y="38100"/>
                </a:moveTo>
                <a:lnTo>
                  <a:pt x="85725" y="19050"/>
                </a:lnTo>
                <a:lnTo>
                  <a:pt x="66675" y="19050"/>
                </a:lnTo>
                <a:lnTo>
                  <a:pt x="66675" y="38100"/>
                </a:lnTo>
                <a:lnTo>
                  <a:pt x="85725" y="38100"/>
                </a:lnTo>
                <a:close/>
              </a:path>
            </a:pathLst>
          </a:custGeom>
          <a:solidFill>
            <a:srgbClr val="000000"/>
          </a:solidFill>
          <a:ln w="9525" cap="flat">
            <a:noFill/>
            <a:prstDash val="solid"/>
            <a:miter/>
          </a:ln>
        </p:spPr>
        <p:txBody>
          <a:bodyPr rtlCol="0" anchor="ctr"/>
          <a:lstStyle/>
          <a:p>
            <a:endParaRPr lang="ru-RU"/>
          </a:p>
        </p:txBody>
      </p:sp>
      <p:sp>
        <p:nvSpPr>
          <p:cNvPr id="1597" name="Полилиния: фигура 1596">
            <a:extLst>
              <a:ext uri="{FF2B5EF4-FFF2-40B4-BE49-F238E27FC236}">
                <a16:creationId xmlns:a16="http://schemas.microsoft.com/office/drawing/2014/main" id="{C65ADD5A-674B-8531-B9B0-9588AB2F7329}"/>
              </a:ext>
            </a:extLst>
          </p:cNvPr>
          <p:cNvSpPr/>
          <p:nvPr/>
        </p:nvSpPr>
        <p:spPr>
          <a:xfrm>
            <a:off x="7425533" y="1404558"/>
            <a:ext cx="152399" cy="171450"/>
          </a:xfrm>
          <a:custGeom>
            <a:avLst/>
            <a:gdLst>
              <a:gd name="connsiteX0" fmla="*/ 28601 w 152399"/>
              <a:gd name="connsiteY0" fmla="*/ 133350 h 171450"/>
              <a:gd name="connsiteX1" fmla="*/ 71502 w 152399"/>
              <a:gd name="connsiteY1" fmla="*/ 133350 h 171450"/>
              <a:gd name="connsiteX2" fmla="*/ 79449 w 152399"/>
              <a:gd name="connsiteY2" fmla="*/ 142870 h 171450"/>
              <a:gd name="connsiteX3" fmla="*/ 76270 w 152399"/>
              <a:gd name="connsiteY3" fmla="*/ 152400 h 171450"/>
              <a:gd name="connsiteX4" fmla="*/ 104870 w 152399"/>
              <a:gd name="connsiteY4" fmla="*/ 152400 h 171450"/>
              <a:gd name="connsiteX5" fmla="*/ 114404 w 152399"/>
              <a:gd name="connsiteY5" fmla="*/ 161925 h 171450"/>
              <a:gd name="connsiteX6" fmla="*/ 104870 w 152399"/>
              <a:gd name="connsiteY6" fmla="*/ 171450 h 171450"/>
              <a:gd name="connsiteX7" fmla="*/ 19067 w 152399"/>
              <a:gd name="connsiteY7" fmla="*/ 171450 h 171450"/>
              <a:gd name="connsiteX8" fmla="*/ 9533 w 152399"/>
              <a:gd name="connsiteY8" fmla="*/ 161925 h 171450"/>
              <a:gd name="connsiteX9" fmla="*/ 19067 w 152399"/>
              <a:gd name="connsiteY9" fmla="*/ 152400 h 171450"/>
              <a:gd name="connsiteX10" fmla="*/ 19067 w 152399"/>
              <a:gd name="connsiteY10" fmla="*/ 142875 h 171450"/>
              <a:gd name="connsiteX11" fmla="*/ 28601 w 152399"/>
              <a:gd name="connsiteY11" fmla="*/ 133350 h 171450"/>
              <a:gd name="connsiteX12" fmla="*/ 47669 w 152399"/>
              <a:gd name="connsiteY12" fmla="*/ 0 h 171450"/>
              <a:gd name="connsiteX13" fmla="*/ 69890 w 152399"/>
              <a:gd name="connsiteY13" fmla="*/ 9380 h 171450"/>
              <a:gd name="connsiteX14" fmla="*/ 76270 w 152399"/>
              <a:gd name="connsiteY14" fmla="*/ 28575 h 171450"/>
              <a:gd name="connsiteX15" fmla="*/ 66736 w 152399"/>
              <a:gd name="connsiteY15" fmla="*/ 38100 h 171450"/>
              <a:gd name="connsiteX16" fmla="*/ 57202 w 152399"/>
              <a:gd name="connsiteY16" fmla="*/ 28575 h 171450"/>
              <a:gd name="connsiteX17" fmla="*/ 55241 w 152399"/>
              <a:gd name="connsiteY17" fmla="*/ 21576 h 171450"/>
              <a:gd name="connsiteX18" fmla="*/ 47669 w 152399"/>
              <a:gd name="connsiteY18" fmla="*/ 19050 h 171450"/>
              <a:gd name="connsiteX19" fmla="*/ 40096 w 152399"/>
              <a:gd name="connsiteY19" fmla="*/ 21576 h 171450"/>
              <a:gd name="connsiteX20" fmla="*/ 38135 w 152399"/>
              <a:gd name="connsiteY20" fmla="*/ 28575 h 171450"/>
              <a:gd name="connsiteX21" fmla="*/ 38135 w 152399"/>
              <a:gd name="connsiteY21" fmla="*/ 47625 h 171450"/>
              <a:gd name="connsiteX22" fmla="*/ 133473 w 152399"/>
              <a:gd name="connsiteY22" fmla="*/ 47625 h 171450"/>
              <a:gd name="connsiteX23" fmla="*/ 152399 w 152399"/>
              <a:gd name="connsiteY23" fmla="*/ 66675 h 171450"/>
              <a:gd name="connsiteX24" fmla="*/ 81037 w 152399"/>
              <a:gd name="connsiteY24" fmla="*/ 123825 h 171450"/>
              <a:gd name="connsiteX25" fmla="*/ 19068 w 152399"/>
              <a:gd name="connsiteY25" fmla="*/ 123825 h 171450"/>
              <a:gd name="connsiteX26" fmla="*/ 0 w 152399"/>
              <a:gd name="connsiteY26" fmla="*/ 104775 h 171450"/>
              <a:gd name="connsiteX27" fmla="*/ 0 w 152399"/>
              <a:gd name="connsiteY27" fmla="*/ 66675 h 171450"/>
              <a:gd name="connsiteX28" fmla="*/ 19068 w 152399"/>
              <a:gd name="connsiteY28" fmla="*/ 47625 h 171450"/>
              <a:gd name="connsiteX29" fmla="*/ 19068 w 152399"/>
              <a:gd name="connsiteY29" fmla="*/ 28575 h 171450"/>
              <a:gd name="connsiteX30" fmla="*/ 25448 w 152399"/>
              <a:gd name="connsiteY30" fmla="*/ 9380 h 171450"/>
              <a:gd name="connsiteX31" fmla="*/ 47669 w 152399"/>
              <a:gd name="connsiteY31"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2399" h="171450">
                <a:moveTo>
                  <a:pt x="28601" y="133350"/>
                </a:moveTo>
                <a:lnTo>
                  <a:pt x="71502" y="133350"/>
                </a:lnTo>
                <a:cubicBezTo>
                  <a:pt x="81035" y="133350"/>
                  <a:pt x="82625" y="133350"/>
                  <a:pt x="79449" y="142870"/>
                </a:cubicBezTo>
                <a:lnTo>
                  <a:pt x="76270" y="152400"/>
                </a:lnTo>
                <a:lnTo>
                  <a:pt x="104870" y="152400"/>
                </a:lnTo>
                <a:cubicBezTo>
                  <a:pt x="110136" y="152400"/>
                  <a:pt x="114404" y="156664"/>
                  <a:pt x="114404" y="161925"/>
                </a:cubicBezTo>
                <a:cubicBezTo>
                  <a:pt x="114404" y="167186"/>
                  <a:pt x="110136" y="171450"/>
                  <a:pt x="104870" y="171450"/>
                </a:cubicBezTo>
                <a:lnTo>
                  <a:pt x="19067" y="171450"/>
                </a:lnTo>
                <a:cubicBezTo>
                  <a:pt x="13801" y="171450"/>
                  <a:pt x="9533" y="167186"/>
                  <a:pt x="9533" y="161925"/>
                </a:cubicBezTo>
                <a:cubicBezTo>
                  <a:pt x="9533" y="156664"/>
                  <a:pt x="13801" y="152400"/>
                  <a:pt x="19067" y="152400"/>
                </a:cubicBezTo>
                <a:lnTo>
                  <a:pt x="19067" y="142875"/>
                </a:lnTo>
                <a:cubicBezTo>
                  <a:pt x="19067" y="133351"/>
                  <a:pt x="19067" y="133351"/>
                  <a:pt x="28601" y="133350"/>
                </a:cubicBezTo>
                <a:close/>
                <a:moveTo>
                  <a:pt x="47669" y="0"/>
                </a:moveTo>
                <a:cubicBezTo>
                  <a:pt x="57112" y="0"/>
                  <a:pt x="64781" y="3256"/>
                  <a:pt x="69890" y="9380"/>
                </a:cubicBezTo>
                <a:cubicBezTo>
                  <a:pt x="74743" y="15199"/>
                  <a:pt x="76270" y="22397"/>
                  <a:pt x="76270" y="28575"/>
                </a:cubicBezTo>
                <a:cubicBezTo>
                  <a:pt x="76270" y="33835"/>
                  <a:pt x="72001" y="38100"/>
                  <a:pt x="66736" y="38100"/>
                </a:cubicBezTo>
                <a:cubicBezTo>
                  <a:pt x="61471" y="38100"/>
                  <a:pt x="57202" y="33835"/>
                  <a:pt x="57202" y="28575"/>
                </a:cubicBezTo>
                <a:cubicBezTo>
                  <a:pt x="57202" y="25228"/>
                  <a:pt x="56347" y="22901"/>
                  <a:pt x="55241" y="21576"/>
                </a:cubicBezTo>
                <a:cubicBezTo>
                  <a:pt x="54391" y="20556"/>
                  <a:pt x="52526" y="19050"/>
                  <a:pt x="47669" y="19050"/>
                </a:cubicBezTo>
                <a:cubicBezTo>
                  <a:pt x="42811" y="19050"/>
                  <a:pt x="40947" y="20556"/>
                  <a:pt x="40096" y="21576"/>
                </a:cubicBezTo>
                <a:cubicBezTo>
                  <a:pt x="38991" y="22901"/>
                  <a:pt x="38135" y="25228"/>
                  <a:pt x="38135" y="28575"/>
                </a:cubicBezTo>
                <a:lnTo>
                  <a:pt x="38135" y="47625"/>
                </a:lnTo>
                <a:lnTo>
                  <a:pt x="133473" y="47625"/>
                </a:lnTo>
                <a:cubicBezTo>
                  <a:pt x="152030" y="47625"/>
                  <a:pt x="152399" y="47625"/>
                  <a:pt x="152399" y="66675"/>
                </a:cubicBezTo>
                <a:cubicBezTo>
                  <a:pt x="152540" y="95250"/>
                  <a:pt x="130886" y="123825"/>
                  <a:pt x="81037" y="123825"/>
                </a:cubicBezTo>
                <a:lnTo>
                  <a:pt x="19068" y="123825"/>
                </a:lnTo>
                <a:cubicBezTo>
                  <a:pt x="4767" y="123825"/>
                  <a:pt x="0" y="119063"/>
                  <a:pt x="0" y="104775"/>
                </a:cubicBezTo>
                <a:lnTo>
                  <a:pt x="0" y="66675"/>
                </a:lnTo>
                <a:cubicBezTo>
                  <a:pt x="0" y="52388"/>
                  <a:pt x="4767" y="47625"/>
                  <a:pt x="19068" y="47625"/>
                </a:cubicBezTo>
                <a:lnTo>
                  <a:pt x="19068" y="28575"/>
                </a:lnTo>
                <a:cubicBezTo>
                  <a:pt x="19068" y="22397"/>
                  <a:pt x="20595" y="15199"/>
                  <a:pt x="25448" y="9380"/>
                </a:cubicBezTo>
                <a:cubicBezTo>
                  <a:pt x="30557" y="3256"/>
                  <a:pt x="38226" y="0"/>
                  <a:pt x="47669" y="0"/>
                </a:cubicBezTo>
                <a:close/>
              </a:path>
            </a:pathLst>
          </a:custGeom>
          <a:solidFill>
            <a:srgbClr val="000000"/>
          </a:solidFill>
          <a:ln w="9525" cap="flat">
            <a:noFill/>
            <a:prstDash val="solid"/>
            <a:miter/>
          </a:ln>
        </p:spPr>
        <p:txBody>
          <a:bodyPr rtlCol="0" anchor="ctr"/>
          <a:lstStyle/>
          <a:p>
            <a:endParaRPr lang="ru-RU"/>
          </a:p>
        </p:txBody>
      </p:sp>
      <p:sp>
        <p:nvSpPr>
          <p:cNvPr id="1274" name="Рисунок 456">
            <a:extLst>
              <a:ext uri="{FF2B5EF4-FFF2-40B4-BE49-F238E27FC236}">
                <a16:creationId xmlns:a16="http://schemas.microsoft.com/office/drawing/2014/main" id="{D2C2AA7A-A801-2B95-6D45-5D1B9DE8A14C}"/>
              </a:ext>
            </a:extLst>
          </p:cNvPr>
          <p:cNvSpPr/>
          <p:nvPr/>
        </p:nvSpPr>
        <p:spPr>
          <a:xfrm>
            <a:off x="7425533" y="1946180"/>
            <a:ext cx="152548" cy="149469"/>
          </a:xfrm>
          <a:custGeom>
            <a:avLst/>
            <a:gdLst>
              <a:gd name="connsiteX0" fmla="*/ 89143 w 152548"/>
              <a:gd name="connsiteY0" fmla="*/ 1838 h 149469"/>
              <a:gd name="connsiteX1" fmla="*/ 152549 w 152548"/>
              <a:gd name="connsiteY1" fmla="*/ 69399 h 149469"/>
              <a:gd name="connsiteX2" fmla="*/ 84075 w 152548"/>
              <a:gd name="connsiteY2" fmla="*/ 78437 h 149469"/>
              <a:gd name="connsiteX3" fmla="*/ 78050 w 152548"/>
              <a:gd name="connsiteY3" fmla="*/ 111580 h 149469"/>
              <a:gd name="connsiteX4" fmla="*/ 110620 w 152548"/>
              <a:gd name="connsiteY4" fmla="*/ 117765 h 149469"/>
              <a:gd name="connsiteX5" fmla="*/ 140085 w 152548"/>
              <a:gd name="connsiteY5" fmla="*/ 133209 h 149469"/>
              <a:gd name="connsiteX6" fmla="*/ 140085 w 152548"/>
              <a:gd name="connsiteY6" fmla="*/ 146680 h 149469"/>
              <a:gd name="connsiteX7" fmla="*/ 126615 w 152548"/>
              <a:gd name="connsiteY7" fmla="*/ 146680 h 149469"/>
              <a:gd name="connsiteX8" fmla="*/ 104884 w 152548"/>
              <a:gd name="connsiteY8" fmla="*/ 135930 h 149469"/>
              <a:gd name="connsiteX9" fmla="*/ 71438 w 152548"/>
              <a:gd name="connsiteY9" fmla="*/ 130419 h 149469"/>
              <a:gd name="connsiteX10" fmla="*/ 37992 w 152548"/>
              <a:gd name="connsiteY10" fmla="*/ 135930 h 149469"/>
              <a:gd name="connsiteX11" fmla="*/ 16260 w 152548"/>
              <a:gd name="connsiteY11" fmla="*/ 146680 h 149469"/>
              <a:gd name="connsiteX12" fmla="*/ 2790 w 152548"/>
              <a:gd name="connsiteY12" fmla="*/ 146680 h 149469"/>
              <a:gd name="connsiteX13" fmla="*/ 2790 w 152548"/>
              <a:gd name="connsiteY13" fmla="*/ 133209 h 149469"/>
              <a:gd name="connsiteX14" fmla="*/ 32255 w 152548"/>
              <a:gd name="connsiteY14" fmla="*/ 117765 h 149469"/>
              <a:gd name="connsiteX15" fmla="*/ 58587 w 152548"/>
              <a:gd name="connsiteY15" fmla="*/ 112132 h 149469"/>
              <a:gd name="connsiteX16" fmla="*/ 65363 w 152548"/>
              <a:gd name="connsiteY16" fmla="*/ 74863 h 149469"/>
              <a:gd name="connsiteX17" fmla="*/ 1191 w 152548"/>
              <a:gd name="connsiteY17" fmla="*/ 39782 h 149469"/>
              <a:gd name="connsiteX18" fmla="*/ 89143 w 152548"/>
              <a:gd name="connsiteY18" fmla="*/ 1838 h 149469"/>
              <a:gd name="connsiteX19" fmla="*/ 60603 w 152548"/>
              <a:gd name="connsiteY19" fmla="*/ 49723 h 149469"/>
              <a:gd name="connsiteX20" fmla="*/ 89143 w 152548"/>
              <a:gd name="connsiteY20" fmla="*/ 1838 h 149469"/>
              <a:gd name="connsiteX21" fmla="*/ 32535 w 152548"/>
              <a:gd name="connsiteY21" fmla="*/ 44362 h 149469"/>
              <a:gd name="connsiteX22" fmla="*/ 43889 w 152548"/>
              <a:gd name="connsiteY22" fmla="*/ 61076 h 149469"/>
              <a:gd name="connsiteX23" fmla="*/ 60603 w 152548"/>
              <a:gd name="connsiteY23" fmla="*/ 49723 h 149469"/>
              <a:gd name="connsiteX24" fmla="*/ 98026 w 152548"/>
              <a:gd name="connsiteY24" fmla="*/ 56871 h 149469"/>
              <a:gd name="connsiteX25" fmla="*/ 109379 w 152548"/>
              <a:gd name="connsiteY25" fmla="*/ 73584 h 149469"/>
              <a:gd name="connsiteX26" fmla="*/ 126093 w 152548"/>
              <a:gd name="connsiteY26" fmla="*/ 62231 h 149469"/>
              <a:gd name="connsiteX27" fmla="*/ 89143 w 152548"/>
              <a:gd name="connsiteY27" fmla="*/ 1838 h 149469"/>
              <a:gd name="connsiteX28" fmla="*/ 98026 w 152548"/>
              <a:gd name="connsiteY28" fmla="*/ 56871 h 149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2548" h="149469">
                <a:moveTo>
                  <a:pt x="89143" y="1838"/>
                </a:moveTo>
                <a:cubicBezTo>
                  <a:pt x="127007" y="9070"/>
                  <a:pt x="152549" y="34871"/>
                  <a:pt x="152549" y="69399"/>
                </a:cubicBezTo>
                <a:cubicBezTo>
                  <a:pt x="152549" y="90086"/>
                  <a:pt x="120541" y="85279"/>
                  <a:pt x="84075" y="78437"/>
                </a:cubicBezTo>
                <a:lnTo>
                  <a:pt x="78050" y="111580"/>
                </a:lnTo>
                <a:cubicBezTo>
                  <a:pt x="89135" y="112268"/>
                  <a:pt x="100576" y="114593"/>
                  <a:pt x="110620" y="117765"/>
                </a:cubicBezTo>
                <a:cubicBezTo>
                  <a:pt x="122309" y="121456"/>
                  <a:pt x="133653" y="126777"/>
                  <a:pt x="140085" y="133209"/>
                </a:cubicBezTo>
                <a:cubicBezTo>
                  <a:pt x="143805" y="136929"/>
                  <a:pt x="143805" y="142960"/>
                  <a:pt x="140085" y="146680"/>
                </a:cubicBezTo>
                <a:cubicBezTo>
                  <a:pt x="136366" y="150400"/>
                  <a:pt x="130334" y="150400"/>
                  <a:pt x="126615" y="146680"/>
                </a:cubicBezTo>
                <a:cubicBezTo>
                  <a:pt x="123522" y="143586"/>
                  <a:pt x="115816" y="139383"/>
                  <a:pt x="104884" y="135930"/>
                </a:cubicBezTo>
                <a:cubicBezTo>
                  <a:pt x="94318" y="132595"/>
                  <a:pt x="82197" y="130419"/>
                  <a:pt x="71438" y="130419"/>
                </a:cubicBezTo>
                <a:cubicBezTo>
                  <a:pt x="60678" y="130419"/>
                  <a:pt x="48556" y="132595"/>
                  <a:pt x="37992" y="135930"/>
                </a:cubicBezTo>
                <a:cubicBezTo>
                  <a:pt x="27058" y="139383"/>
                  <a:pt x="19353" y="143586"/>
                  <a:pt x="16260" y="146680"/>
                </a:cubicBezTo>
                <a:cubicBezTo>
                  <a:pt x="12540" y="150400"/>
                  <a:pt x="6510" y="150400"/>
                  <a:pt x="2790" y="146680"/>
                </a:cubicBezTo>
                <a:cubicBezTo>
                  <a:pt x="-930" y="142960"/>
                  <a:pt x="-930" y="136929"/>
                  <a:pt x="2790" y="133209"/>
                </a:cubicBezTo>
                <a:cubicBezTo>
                  <a:pt x="9222" y="126777"/>
                  <a:pt x="20567" y="121456"/>
                  <a:pt x="32255" y="117765"/>
                </a:cubicBezTo>
                <a:cubicBezTo>
                  <a:pt x="40422" y="115186"/>
                  <a:pt x="49514" y="113166"/>
                  <a:pt x="58587" y="112132"/>
                </a:cubicBezTo>
                <a:lnTo>
                  <a:pt x="65363" y="74863"/>
                </a:lnTo>
                <a:cubicBezTo>
                  <a:pt x="29048" y="67798"/>
                  <a:pt x="-6758" y="58664"/>
                  <a:pt x="1191" y="39782"/>
                </a:cubicBezTo>
                <a:cubicBezTo>
                  <a:pt x="14145" y="9008"/>
                  <a:pt x="51278" y="-5393"/>
                  <a:pt x="89143" y="1838"/>
                </a:cubicBezTo>
                <a:close/>
                <a:moveTo>
                  <a:pt x="60603" y="49723"/>
                </a:moveTo>
                <a:cubicBezTo>
                  <a:pt x="65070" y="26333"/>
                  <a:pt x="89143" y="1838"/>
                  <a:pt x="89143" y="1838"/>
                </a:cubicBezTo>
                <a:cubicBezTo>
                  <a:pt x="89143" y="1838"/>
                  <a:pt x="37992" y="15790"/>
                  <a:pt x="32535" y="44362"/>
                </a:cubicBezTo>
                <a:cubicBezTo>
                  <a:pt x="31055" y="52113"/>
                  <a:pt x="36138" y="59596"/>
                  <a:pt x="43889" y="61076"/>
                </a:cubicBezTo>
                <a:cubicBezTo>
                  <a:pt x="51639" y="62556"/>
                  <a:pt x="59123" y="57474"/>
                  <a:pt x="60603" y="49723"/>
                </a:cubicBezTo>
                <a:close/>
                <a:moveTo>
                  <a:pt x="98026" y="56871"/>
                </a:moveTo>
                <a:cubicBezTo>
                  <a:pt x="96545" y="64621"/>
                  <a:pt x="101629" y="72104"/>
                  <a:pt x="109379" y="73584"/>
                </a:cubicBezTo>
                <a:cubicBezTo>
                  <a:pt x="117130" y="75064"/>
                  <a:pt x="124613" y="69982"/>
                  <a:pt x="126093" y="62231"/>
                </a:cubicBezTo>
                <a:cubicBezTo>
                  <a:pt x="131261" y="35169"/>
                  <a:pt x="89143" y="1838"/>
                  <a:pt x="89143" y="1838"/>
                </a:cubicBezTo>
                <a:cubicBezTo>
                  <a:pt x="89143" y="1838"/>
                  <a:pt x="102493" y="33481"/>
                  <a:pt x="98026" y="56871"/>
                </a:cubicBezTo>
                <a:close/>
              </a:path>
            </a:pathLst>
          </a:custGeom>
          <a:solidFill>
            <a:srgbClr val="000000"/>
          </a:solidFill>
          <a:ln w="9525" cap="flat">
            <a:noFill/>
            <a:prstDash val="solid"/>
            <a:miter/>
          </a:ln>
        </p:spPr>
        <p:txBody>
          <a:bodyPr rtlCol="0" anchor="ctr"/>
          <a:lstStyle/>
          <a:p>
            <a:endParaRPr lang="ru-RU"/>
          </a:p>
        </p:txBody>
      </p:sp>
      <p:sp>
        <p:nvSpPr>
          <p:cNvPr id="1605" name="Полилиния: фигура 1604">
            <a:extLst>
              <a:ext uri="{FF2B5EF4-FFF2-40B4-BE49-F238E27FC236}">
                <a16:creationId xmlns:a16="http://schemas.microsoft.com/office/drawing/2014/main" id="{4386CA42-DC4C-6BFA-6A59-044842E35F48}"/>
              </a:ext>
            </a:extLst>
          </p:cNvPr>
          <p:cNvSpPr/>
          <p:nvPr/>
        </p:nvSpPr>
        <p:spPr>
          <a:xfrm>
            <a:off x="7416008" y="3362325"/>
            <a:ext cx="180975" cy="142875"/>
          </a:xfrm>
          <a:custGeom>
            <a:avLst/>
            <a:gdLst>
              <a:gd name="connsiteX0" fmla="*/ 152400 w 180975"/>
              <a:gd name="connsiteY0" fmla="*/ 85725 h 142875"/>
              <a:gd name="connsiteX1" fmla="*/ 161925 w 180975"/>
              <a:gd name="connsiteY1" fmla="*/ 95250 h 142875"/>
              <a:gd name="connsiteX2" fmla="*/ 161925 w 180975"/>
              <a:gd name="connsiteY2" fmla="*/ 104775 h 142875"/>
              <a:gd name="connsiteX3" fmla="*/ 171450 w 180975"/>
              <a:gd name="connsiteY3" fmla="*/ 104775 h 142875"/>
              <a:gd name="connsiteX4" fmla="*/ 180975 w 180975"/>
              <a:gd name="connsiteY4" fmla="*/ 114300 h 142875"/>
              <a:gd name="connsiteX5" fmla="*/ 171450 w 180975"/>
              <a:gd name="connsiteY5" fmla="*/ 123825 h 142875"/>
              <a:gd name="connsiteX6" fmla="*/ 161925 w 180975"/>
              <a:gd name="connsiteY6" fmla="*/ 123825 h 142875"/>
              <a:gd name="connsiteX7" fmla="*/ 161925 w 180975"/>
              <a:gd name="connsiteY7" fmla="*/ 133350 h 142875"/>
              <a:gd name="connsiteX8" fmla="*/ 152400 w 180975"/>
              <a:gd name="connsiteY8" fmla="*/ 142875 h 142875"/>
              <a:gd name="connsiteX9" fmla="*/ 142875 w 180975"/>
              <a:gd name="connsiteY9" fmla="*/ 133350 h 142875"/>
              <a:gd name="connsiteX10" fmla="*/ 142875 w 180975"/>
              <a:gd name="connsiteY10" fmla="*/ 123825 h 142875"/>
              <a:gd name="connsiteX11" fmla="*/ 133350 w 180975"/>
              <a:gd name="connsiteY11" fmla="*/ 123825 h 142875"/>
              <a:gd name="connsiteX12" fmla="*/ 123825 w 180975"/>
              <a:gd name="connsiteY12" fmla="*/ 114300 h 142875"/>
              <a:gd name="connsiteX13" fmla="*/ 133350 w 180975"/>
              <a:gd name="connsiteY13" fmla="*/ 104775 h 142875"/>
              <a:gd name="connsiteX14" fmla="*/ 142875 w 180975"/>
              <a:gd name="connsiteY14" fmla="*/ 104775 h 142875"/>
              <a:gd name="connsiteX15" fmla="*/ 142875 w 180975"/>
              <a:gd name="connsiteY15" fmla="*/ 95250 h 142875"/>
              <a:gd name="connsiteX16" fmla="*/ 152400 w 180975"/>
              <a:gd name="connsiteY16" fmla="*/ 85725 h 142875"/>
              <a:gd name="connsiteX17" fmla="*/ 9525 w 180975"/>
              <a:gd name="connsiteY17" fmla="*/ 57150 h 142875"/>
              <a:gd name="connsiteX18" fmla="*/ 161925 w 180975"/>
              <a:gd name="connsiteY18" fmla="*/ 57150 h 142875"/>
              <a:gd name="connsiteX19" fmla="*/ 171396 w 180975"/>
              <a:gd name="connsiteY19" fmla="*/ 64153 h 142875"/>
              <a:gd name="connsiteX20" fmla="*/ 169069 w 180975"/>
              <a:gd name="connsiteY20" fmla="*/ 73819 h 142875"/>
              <a:gd name="connsiteX21" fmla="*/ 152400 w 180975"/>
              <a:gd name="connsiteY21" fmla="*/ 76200 h 142875"/>
              <a:gd name="connsiteX22" fmla="*/ 114300 w 180975"/>
              <a:gd name="connsiteY22" fmla="*/ 114300 h 142875"/>
              <a:gd name="connsiteX23" fmla="*/ 85725 w 180975"/>
              <a:gd name="connsiteY23" fmla="*/ 133350 h 142875"/>
              <a:gd name="connsiteX24" fmla="*/ 8247 w 180975"/>
              <a:gd name="connsiteY24" fmla="*/ 122747 h 142875"/>
              <a:gd name="connsiteX25" fmla="*/ 0 w 180975"/>
              <a:gd name="connsiteY25" fmla="*/ 66675 h 142875"/>
              <a:gd name="connsiteX26" fmla="*/ 9525 w 180975"/>
              <a:gd name="connsiteY26" fmla="*/ 57150 h 142875"/>
              <a:gd name="connsiteX27" fmla="*/ 85725 w 180975"/>
              <a:gd name="connsiteY27" fmla="*/ 0 h 142875"/>
              <a:gd name="connsiteX28" fmla="*/ 171450 w 180975"/>
              <a:gd name="connsiteY28" fmla="*/ 28575 h 142875"/>
              <a:gd name="connsiteX29" fmla="*/ 161925 w 180975"/>
              <a:gd name="connsiteY29" fmla="*/ 38100 h 142875"/>
              <a:gd name="connsiteX30" fmla="*/ 9525 w 180975"/>
              <a:gd name="connsiteY30" fmla="*/ 38100 h 142875"/>
              <a:gd name="connsiteX31" fmla="*/ 0 w 180975"/>
              <a:gd name="connsiteY31" fmla="*/ 28575 h 142875"/>
              <a:gd name="connsiteX32" fmla="*/ 85725 w 180975"/>
              <a:gd name="connsiteY32"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975" h="142875">
                <a:moveTo>
                  <a:pt x="152400" y="85725"/>
                </a:moveTo>
                <a:cubicBezTo>
                  <a:pt x="157661" y="85725"/>
                  <a:pt x="161925" y="89989"/>
                  <a:pt x="161925" y="95250"/>
                </a:cubicBezTo>
                <a:lnTo>
                  <a:pt x="161925" y="104775"/>
                </a:lnTo>
                <a:lnTo>
                  <a:pt x="171450" y="104775"/>
                </a:lnTo>
                <a:cubicBezTo>
                  <a:pt x="176711" y="104775"/>
                  <a:pt x="180975" y="109039"/>
                  <a:pt x="180975" y="114300"/>
                </a:cubicBezTo>
                <a:cubicBezTo>
                  <a:pt x="180975" y="119561"/>
                  <a:pt x="176711" y="123825"/>
                  <a:pt x="171450" y="123825"/>
                </a:cubicBezTo>
                <a:lnTo>
                  <a:pt x="161925" y="123825"/>
                </a:lnTo>
                <a:lnTo>
                  <a:pt x="161925" y="133350"/>
                </a:lnTo>
                <a:cubicBezTo>
                  <a:pt x="161925" y="138611"/>
                  <a:pt x="157661" y="142875"/>
                  <a:pt x="152400" y="142875"/>
                </a:cubicBezTo>
                <a:cubicBezTo>
                  <a:pt x="147139" y="142875"/>
                  <a:pt x="142875" y="138611"/>
                  <a:pt x="142875" y="133350"/>
                </a:cubicBezTo>
                <a:lnTo>
                  <a:pt x="142875" y="123825"/>
                </a:lnTo>
                <a:lnTo>
                  <a:pt x="133350" y="123825"/>
                </a:lnTo>
                <a:cubicBezTo>
                  <a:pt x="128089" y="123825"/>
                  <a:pt x="123825" y="119561"/>
                  <a:pt x="123825" y="114300"/>
                </a:cubicBezTo>
                <a:cubicBezTo>
                  <a:pt x="123825" y="109039"/>
                  <a:pt x="128089" y="104775"/>
                  <a:pt x="133350" y="104775"/>
                </a:cubicBezTo>
                <a:lnTo>
                  <a:pt x="142875" y="104775"/>
                </a:lnTo>
                <a:lnTo>
                  <a:pt x="142875" y="95250"/>
                </a:lnTo>
                <a:cubicBezTo>
                  <a:pt x="142875" y="89989"/>
                  <a:pt x="147139" y="85725"/>
                  <a:pt x="152400" y="85725"/>
                </a:cubicBezTo>
                <a:close/>
                <a:moveTo>
                  <a:pt x="9525" y="57150"/>
                </a:moveTo>
                <a:lnTo>
                  <a:pt x="161925" y="57150"/>
                </a:lnTo>
                <a:cubicBezTo>
                  <a:pt x="169750" y="57150"/>
                  <a:pt x="171147" y="60365"/>
                  <a:pt x="171396" y="64153"/>
                </a:cubicBezTo>
                <a:cubicBezTo>
                  <a:pt x="171259" y="69182"/>
                  <a:pt x="170776" y="72112"/>
                  <a:pt x="169069" y="73819"/>
                </a:cubicBezTo>
                <a:cubicBezTo>
                  <a:pt x="166688" y="76200"/>
                  <a:pt x="161925" y="76200"/>
                  <a:pt x="152400" y="76200"/>
                </a:cubicBezTo>
                <a:cubicBezTo>
                  <a:pt x="123825" y="76200"/>
                  <a:pt x="114300" y="85725"/>
                  <a:pt x="114300" y="114300"/>
                </a:cubicBezTo>
                <a:cubicBezTo>
                  <a:pt x="114300" y="133350"/>
                  <a:pt x="100013" y="133350"/>
                  <a:pt x="85725" y="133350"/>
                </a:cubicBezTo>
                <a:cubicBezTo>
                  <a:pt x="39280" y="133350"/>
                  <a:pt x="17999" y="133350"/>
                  <a:pt x="8247" y="122747"/>
                </a:cubicBezTo>
                <a:cubicBezTo>
                  <a:pt x="0" y="113779"/>
                  <a:pt x="0" y="97226"/>
                  <a:pt x="0" y="66675"/>
                </a:cubicBezTo>
                <a:cubicBezTo>
                  <a:pt x="0" y="61913"/>
                  <a:pt x="0" y="57150"/>
                  <a:pt x="9525" y="57150"/>
                </a:cubicBezTo>
                <a:close/>
                <a:moveTo>
                  <a:pt x="85725" y="0"/>
                </a:moveTo>
                <a:cubicBezTo>
                  <a:pt x="152400" y="0"/>
                  <a:pt x="171450" y="0"/>
                  <a:pt x="171450" y="28575"/>
                </a:cubicBezTo>
                <a:cubicBezTo>
                  <a:pt x="171450" y="33338"/>
                  <a:pt x="171450" y="38100"/>
                  <a:pt x="161925" y="38100"/>
                </a:cubicBezTo>
                <a:lnTo>
                  <a:pt x="9525" y="38100"/>
                </a:lnTo>
                <a:cubicBezTo>
                  <a:pt x="0" y="38100"/>
                  <a:pt x="0" y="33338"/>
                  <a:pt x="0" y="28575"/>
                </a:cubicBezTo>
                <a:cubicBezTo>
                  <a:pt x="0" y="0"/>
                  <a:pt x="19050" y="0"/>
                  <a:pt x="85725" y="0"/>
                </a:cubicBezTo>
                <a:close/>
              </a:path>
            </a:pathLst>
          </a:custGeom>
          <a:solidFill>
            <a:srgbClr val="000000"/>
          </a:solidFill>
          <a:ln w="9525" cap="flat">
            <a:noFill/>
            <a:prstDash val="solid"/>
            <a:miter/>
          </a:ln>
        </p:spPr>
        <p:txBody>
          <a:bodyPr rtlCol="0" anchor="ctr"/>
          <a:lstStyle/>
          <a:p>
            <a:endParaRPr lang="ru-RU"/>
          </a:p>
        </p:txBody>
      </p:sp>
      <p:sp>
        <p:nvSpPr>
          <p:cNvPr id="1616" name="Полилиния: фигура 1615">
            <a:extLst>
              <a:ext uri="{FF2B5EF4-FFF2-40B4-BE49-F238E27FC236}">
                <a16:creationId xmlns:a16="http://schemas.microsoft.com/office/drawing/2014/main" id="{3524186B-9CA8-F338-461C-E04BD09D4368}"/>
              </a:ext>
            </a:extLst>
          </p:cNvPr>
          <p:cNvSpPr/>
          <p:nvPr/>
        </p:nvSpPr>
        <p:spPr>
          <a:xfrm>
            <a:off x="7416008" y="3924152"/>
            <a:ext cx="171450" cy="171450"/>
          </a:xfrm>
          <a:custGeom>
            <a:avLst/>
            <a:gdLst>
              <a:gd name="connsiteX0" fmla="*/ 66675 w 171450"/>
              <a:gd name="connsiteY0" fmla="*/ 57159 h 171450"/>
              <a:gd name="connsiteX1" fmla="*/ 95250 w 171450"/>
              <a:gd name="connsiteY1" fmla="*/ 85734 h 171450"/>
              <a:gd name="connsiteX2" fmla="*/ 66675 w 171450"/>
              <a:gd name="connsiteY2" fmla="*/ 114309 h 171450"/>
              <a:gd name="connsiteX3" fmla="*/ 38100 w 171450"/>
              <a:gd name="connsiteY3" fmla="*/ 85734 h 171450"/>
              <a:gd name="connsiteX4" fmla="*/ 66675 w 171450"/>
              <a:gd name="connsiteY4" fmla="*/ 57159 h 171450"/>
              <a:gd name="connsiteX5" fmla="*/ 128594 w 171450"/>
              <a:gd name="connsiteY5" fmla="*/ 44486 h 171450"/>
              <a:gd name="connsiteX6" fmla="*/ 115580 w 171450"/>
              <a:gd name="connsiteY6" fmla="*/ 47964 h 171450"/>
              <a:gd name="connsiteX7" fmla="*/ 119056 w 171450"/>
              <a:gd name="connsiteY7" fmla="*/ 60978 h 171450"/>
              <a:gd name="connsiteX8" fmla="*/ 133350 w 171450"/>
              <a:gd name="connsiteY8" fmla="*/ 85735 h 171450"/>
              <a:gd name="connsiteX9" fmla="*/ 119056 w 171450"/>
              <a:gd name="connsiteY9" fmla="*/ 110491 h 171450"/>
              <a:gd name="connsiteX10" fmla="*/ 115580 w 171450"/>
              <a:gd name="connsiteY10" fmla="*/ 123509 h 171450"/>
              <a:gd name="connsiteX11" fmla="*/ 128594 w 171450"/>
              <a:gd name="connsiteY11" fmla="*/ 126983 h 171450"/>
              <a:gd name="connsiteX12" fmla="*/ 152400 w 171450"/>
              <a:gd name="connsiteY12" fmla="*/ 85735 h 171450"/>
              <a:gd name="connsiteX13" fmla="*/ 128594 w 171450"/>
              <a:gd name="connsiteY13" fmla="*/ 44486 h 171450"/>
              <a:gd name="connsiteX14" fmla="*/ 66675 w 171450"/>
              <a:gd name="connsiteY14" fmla="*/ 38109 h 171450"/>
              <a:gd name="connsiteX15" fmla="*/ 19050 w 171450"/>
              <a:gd name="connsiteY15" fmla="*/ 85735 h 171450"/>
              <a:gd name="connsiteX16" fmla="*/ 66675 w 171450"/>
              <a:gd name="connsiteY16" fmla="*/ 133360 h 171450"/>
              <a:gd name="connsiteX17" fmla="*/ 114300 w 171450"/>
              <a:gd name="connsiteY17" fmla="*/ 85735 h 171450"/>
              <a:gd name="connsiteX18" fmla="*/ 66675 w 171450"/>
              <a:gd name="connsiteY18" fmla="*/ 38109 h 171450"/>
              <a:gd name="connsiteX19" fmla="*/ 85725 w 171450"/>
              <a:gd name="connsiteY19" fmla="*/ 0 h 171450"/>
              <a:gd name="connsiteX20" fmla="*/ 171450 w 171450"/>
              <a:gd name="connsiteY20" fmla="*/ 85725 h 171450"/>
              <a:gd name="connsiteX21" fmla="*/ 85725 w 171450"/>
              <a:gd name="connsiteY21" fmla="*/ 171450 h 171450"/>
              <a:gd name="connsiteX22" fmla="*/ 0 w 171450"/>
              <a:gd name="connsiteY22" fmla="*/ 85725 h 171450"/>
              <a:gd name="connsiteX23" fmla="*/ 85725 w 171450"/>
              <a:gd name="connsiteY2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50" h="171450">
                <a:moveTo>
                  <a:pt x="66675" y="57159"/>
                </a:moveTo>
                <a:cubicBezTo>
                  <a:pt x="82457" y="57159"/>
                  <a:pt x="95250" y="69953"/>
                  <a:pt x="95250" y="85734"/>
                </a:cubicBezTo>
                <a:cubicBezTo>
                  <a:pt x="95250" y="101514"/>
                  <a:pt x="82457" y="114309"/>
                  <a:pt x="66675" y="114309"/>
                </a:cubicBezTo>
                <a:cubicBezTo>
                  <a:pt x="50893" y="114309"/>
                  <a:pt x="38100" y="101514"/>
                  <a:pt x="38100" y="85734"/>
                </a:cubicBezTo>
                <a:cubicBezTo>
                  <a:pt x="38100" y="69953"/>
                  <a:pt x="50893" y="57159"/>
                  <a:pt x="66675" y="57159"/>
                </a:cubicBezTo>
                <a:close/>
                <a:moveTo>
                  <a:pt x="128594" y="44486"/>
                </a:moveTo>
                <a:cubicBezTo>
                  <a:pt x="124040" y="41853"/>
                  <a:pt x="118214" y="43407"/>
                  <a:pt x="115580" y="47964"/>
                </a:cubicBezTo>
                <a:cubicBezTo>
                  <a:pt x="112946" y="52518"/>
                  <a:pt x="114502" y="58341"/>
                  <a:pt x="119056" y="60978"/>
                </a:cubicBezTo>
                <a:cubicBezTo>
                  <a:pt x="127622" y="65931"/>
                  <a:pt x="133350" y="75167"/>
                  <a:pt x="133350" y="85735"/>
                </a:cubicBezTo>
                <a:cubicBezTo>
                  <a:pt x="133350" y="96302"/>
                  <a:pt x="127622" y="105538"/>
                  <a:pt x="119056" y="110491"/>
                </a:cubicBezTo>
                <a:cubicBezTo>
                  <a:pt x="114502" y="113128"/>
                  <a:pt x="112946" y="118956"/>
                  <a:pt x="115580" y="123509"/>
                </a:cubicBezTo>
                <a:cubicBezTo>
                  <a:pt x="118214" y="128062"/>
                  <a:pt x="124040" y="129615"/>
                  <a:pt x="128594" y="126983"/>
                </a:cubicBezTo>
                <a:cubicBezTo>
                  <a:pt x="142805" y="118761"/>
                  <a:pt x="152400" y="103375"/>
                  <a:pt x="152400" y="85735"/>
                </a:cubicBezTo>
                <a:cubicBezTo>
                  <a:pt x="152400" y="68093"/>
                  <a:pt x="142805" y="52708"/>
                  <a:pt x="128594" y="44486"/>
                </a:cubicBezTo>
                <a:close/>
                <a:moveTo>
                  <a:pt x="66675" y="38109"/>
                </a:moveTo>
                <a:cubicBezTo>
                  <a:pt x="40373" y="38109"/>
                  <a:pt x="19050" y="59434"/>
                  <a:pt x="19050" y="85735"/>
                </a:cubicBezTo>
                <a:cubicBezTo>
                  <a:pt x="19050" y="112035"/>
                  <a:pt x="40373" y="133360"/>
                  <a:pt x="66675" y="133360"/>
                </a:cubicBezTo>
                <a:cubicBezTo>
                  <a:pt x="92977" y="133360"/>
                  <a:pt x="114300" y="112035"/>
                  <a:pt x="114300" y="85735"/>
                </a:cubicBezTo>
                <a:cubicBezTo>
                  <a:pt x="114300" y="59434"/>
                  <a:pt x="92977" y="38109"/>
                  <a:pt x="66675" y="38109"/>
                </a:cubicBezTo>
                <a:close/>
                <a:moveTo>
                  <a:pt x="85725" y="0"/>
                </a:moveTo>
                <a:cubicBezTo>
                  <a:pt x="156320" y="0"/>
                  <a:pt x="171450" y="15130"/>
                  <a:pt x="171450" y="85725"/>
                </a:cubicBezTo>
                <a:cubicBezTo>
                  <a:pt x="171450" y="156320"/>
                  <a:pt x="156320" y="171450"/>
                  <a:pt x="85725" y="171450"/>
                </a:cubicBezTo>
                <a:cubicBezTo>
                  <a:pt x="15130" y="171450"/>
                  <a:pt x="0" y="156320"/>
                  <a:pt x="0" y="85725"/>
                </a:cubicBezTo>
                <a:cubicBezTo>
                  <a:pt x="0" y="15130"/>
                  <a:pt x="15130" y="0"/>
                  <a:pt x="85725" y="0"/>
                </a:cubicBezTo>
                <a:close/>
              </a:path>
            </a:pathLst>
          </a:custGeom>
          <a:solidFill>
            <a:srgbClr val="000000"/>
          </a:solidFill>
          <a:ln w="9525" cap="flat">
            <a:noFill/>
            <a:prstDash val="solid"/>
            <a:miter/>
          </a:ln>
        </p:spPr>
        <p:txBody>
          <a:bodyPr rtlCol="0" anchor="ctr"/>
          <a:lstStyle/>
          <a:p>
            <a:endParaRPr lang="ru-RU"/>
          </a:p>
        </p:txBody>
      </p:sp>
      <p:sp>
        <p:nvSpPr>
          <p:cNvPr id="1620" name="Полилиния: фигура 1619">
            <a:extLst>
              <a:ext uri="{FF2B5EF4-FFF2-40B4-BE49-F238E27FC236}">
                <a16:creationId xmlns:a16="http://schemas.microsoft.com/office/drawing/2014/main" id="{9DA3B705-017E-1628-579A-26AF59EECFEE}"/>
              </a:ext>
            </a:extLst>
          </p:cNvPr>
          <p:cNvSpPr/>
          <p:nvPr/>
        </p:nvSpPr>
        <p:spPr>
          <a:xfrm>
            <a:off x="7406482" y="5777214"/>
            <a:ext cx="171451" cy="171450"/>
          </a:xfrm>
          <a:custGeom>
            <a:avLst/>
            <a:gdLst>
              <a:gd name="connsiteX0" fmla="*/ 105684 w 171451"/>
              <a:gd name="connsiteY0" fmla="*/ 57378 h 171450"/>
              <a:gd name="connsiteX1" fmla="*/ 113324 w 171451"/>
              <a:gd name="connsiteY1" fmla="*/ 58125 h 171450"/>
              <a:gd name="connsiteX2" fmla="*/ 94477 w 171451"/>
              <a:gd name="connsiteY2" fmla="*/ 123969 h 171450"/>
              <a:gd name="connsiteX3" fmla="*/ 61024 w 171451"/>
              <a:gd name="connsiteY3" fmla="*/ 170286 h 171450"/>
              <a:gd name="connsiteX4" fmla="*/ 54237 w 171451"/>
              <a:gd name="connsiteY4" fmla="*/ 147127 h 171450"/>
              <a:gd name="connsiteX5" fmla="*/ 47452 w 171451"/>
              <a:gd name="connsiteY5" fmla="*/ 123969 h 171450"/>
              <a:gd name="connsiteX6" fmla="*/ 24310 w 171451"/>
              <a:gd name="connsiteY6" fmla="*/ 117186 h 171450"/>
              <a:gd name="connsiteX7" fmla="*/ 1167 w 171451"/>
              <a:gd name="connsiteY7" fmla="*/ 110402 h 171450"/>
              <a:gd name="connsiteX8" fmla="*/ 47452 w 171451"/>
              <a:gd name="connsiteY8" fmla="*/ 76974 h 171450"/>
              <a:gd name="connsiteX9" fmla="*/ 105684 w 171451"/>
              <a:gd name="connsiteY9" fmla="*/ 57378 h 171450"/>
              <a:gd name="connsiteX10" fmla="*/ 95251 w 171451"/>
              <a:gd name="connsiteY10" fmla="*/ 0 h 171450"/>
              <a:gd name="connsiteX11" fmla="*/ 171451 w 171451"/>
              <a:gd name="connsiteY11" fmla="*/ 76200 h 171450"/>
              <a:gd name="connsiteX12" fmla="*/ 99454 w 171451"/>
              <a:gd name="connsiteY12" fmla="*/ 152322 h 171450"/>
              <a:gd name="connsiteX13" fmla="*/ 94509 w 171451"/>
              <a:gd name="connsiteY13" fmla="*/ 145638 h 171450"/>
              <a:gd name="connsiteX14" fmla="*/ 95925 w 171451"/>
              <a:gd name="connsiteY14" fmla="*/ 142875 h 171450"/>
              <a:gd name="connsiteX15" fmla="*/ 103099 w 171451"/>
              <a:gd name="connsiteY15" fmla="*/ 128020 h 171450"/>
              <a:gd name="connsiteX16" fmla="*/ 119961 w 171451"/>
              <a:gd name="connsiteY16" fmla="*/ 83591 h 171450"/>
              <a:gd name="connsiteX17" fmla="*/ 123536 w 171451"/>
              <a:gd name="connsiteY17" fmla="*/ 66850 h 171450"/>
              <a:gd name="connsiteX18" fmla="*/ 123724 w 171451"/>
              <a:gd name="connsiteY18" fmla="*/ 59943 h 171450"/>
              <a:gd name="connsiteX19" fmla="*/ 120060 w 171451"/>
              <a:gd name="connsiteY19" fmla="*/ 51389 h 171450"/>
              <a:gd name="connsiteX20" fmla="*/ 111504 w 171451"/>
              <a:gd name="connsiteY20" fmla="*/ 47727 h 171450"/>
              <a:gd name="connsiteX21" fmla="*/ 104596 w 171451"/>
              <a:gd name="connsiteY21" fmla="*/ 47916 h 171450"/>
              <a:gd name="connsiteX22" fmla="*/ 87850 w 171451"/>
              <a:gd name="connsiteY22" fmla="*/ 51493 h 171450"/>
              <a:gd name="connsiteX23" fmla="*/ 43405 w 171451"/>
              <a:gd name="connsiteY23" fmla="*/ 68351 h 171450"/>
              <a:gd name="connsiteX24" fmla="*/ 28576 w 171451"/>
              <a:gd name="connsiteY24" fmla="*/ 75507 h 171450"/>
              <a:gd name="connsiteX25" fmla="*/ 25778 w 171451"/>
              <a:gd name="connsiteY25" fmla="*/ 76941 h 171450"/>
              <a:gd name="connsiteX26" fmla="*/ 19128 w 171451"/>
              <a:gd name="connsiteY26" fmla="*/ 72018 h 171450"/>
              <a:gd name="connsiteX27" fmla="*/ 95251 w 171451"/>
              <a:gd name="connsiteY2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1" h="171450">
                <a:moveTo>
                  <a:pt x="105684" y="57378"/>
                </a:moveTo>
                <a:cubicBezTo>
                  <a:pt x="109646" y="56922"/>
                  <a:pt x="112337" y="57138"/>
                  <a:pt x="113324" y="58125"/>
                </a:cubicBezTo>
                <a:cubicBezTo>
                  <a:pt x="117272" y="62072"/>
                  <a:pt x="108897" y="93280"/>
                  <a:pt x="94477" y="123969"/>
                </a:cubicBezTo>
                <a:cubicBezTo>
                  <a:pt x="80719" y="153248"/>
                  <a:pt x="67810" y="177069"/>
                  <a:pt x="61024" y="170286"/>
                </a:cubicBezTo>
                <a:cubicBezTo>
                  <a:pt x="57631" y="166894"/>
                  <a:pt x="55934" y="157010"/>
                  <a:pt x="54237" y="147127"/>
                </a:cubicBezTo>
                <a:cubicBezTo>
                  <a:pt x="52541" y="137243"/>
                  <a:pt x="50844" y="127360"/>
                  <a:pt x="47452" y="123969"/>
                </a:cubicBezTo>
                <a:cubicBezTo>
                  <a:pt x="44059" y="120577"/>
                  <a:pt x="34184" y="118881"/>
                  <a:pt x="24310" y="117186"/>
                </a:cubicBezTo>
                <a:cubicBezTo>
                  <a:pt x="14435" y="115490"/>
                  <a:pt x="4560" y="113794"/>
                  <a:pt x="1167" y="110402"/>
                </a:cubicBezTo>
                <a:cubicBezTo>
                  <a:pt x="-5619" y="103619"/>
                  <a:pt x="18160" y="90725"/>
                  <a:pt x="47452" y="76974"/>
                </a:cubicBezTo>
                <a:cubicBezTo>
                  <a:pt x="70480" y="66164"/>
                  <a:pt x="93799" y="58746"/>
                  <a:pt x="105684" y="57378"/>
                </a:cubicBezTo>
                <a:close/>
                <a:moveTo>
                  <a:pt x="95251" y="0"/>
                </a:moveTo>
                <a:cubicBezTo>
                  <a:pt x="142530" y="0"/>
                  <a:pt x="171451" y="28920"/>
                  <a:pt x="171451" y="76200"/>
                </a:cubicBezTo>
                <a:cubicBezTo>
                  <a:pt x="171451" y="122062"/>
                  <a:pt x="144239" y="150649"/>
                  <a:pt x="99454" y="152322"/>
                </a:cubicBezTo>
                <a:cubicBezTo>
                  <a:pt x="90867" y="152643"/>
                  <a:pt x="91337" y="151737"/>
                  <a:pt x="94509" y="145638"/>
                </a:cubicBezTo>
                <a:cubicBezTo>
                  <a:pt x="94938" y="144815"/>
                  <a:pt x="95415" y="143897"/>
                  <a:pt x="95925" y="142875"/>
                </a:cubicBezTo>
                <a:cubicBezTo>
                  <a:pt x="98302" y="138119"/>
                  <a:pt x="100704" y="133115"/>
                  <a:pt x="103099" y="128020"/>
                </a:cubicBezTo>
                <a:cubicBezTo>
                  <a:pt x="110511" y="112245"/>
                  <a:pt x="116402" y="96277"/>
                  <a:pt x="119961" y="83591"/>
                </a:cubicBezTo>
                <a:cubicBezTo>
                  <a:pt x="121729" y="77287"/>
                  <a:pt x="123000" y="71516"/>
                  <a:pt x="123536" y="66850"/>
                </a:cubicBezTo>
                <a:cubicBezTo>
                  <a:pt x="123801" y="64549"/>
                  <a:pt x="123931" y="62157"/>
                  <a:pt x="123724" y="59943"/>
                </a:cubicBezTo>
                <a:cubicBezTo>
                  <a:pt x="123565" y="58239"/>
                  <a:pt x="123047" y="54376"/>
                  <a:pt x="120060" y="51389"/>
                </a:cubicBezTo>
                <a:cubicBezTo>
                  <a:pt x="117071" y="48401"/>
                  <a:pt x="113207" y="47885"/>
                  <a:pt x="111504" y="47727"/>
                </a:cubicBezTo>
                <a:cubicBezTo>
                  <a:pt x="109290" y="47520"/>
                  <a:pt x="106898" y="47651"/>
                  <a:pt x="104596" y="47916"/>
                </a:cubicBezTo>
                <a:cubicBezTo>
                  <a:pt x="99929" y="48453"/>
                  <a:pt x="94157" y="49724"/>
                  <a:pt x="87850" y="51493"/>
                </a:cubicBezTo>
                <a:cubicBezTo>
                  <a:pt x="75160" y="55052"/>
                  <a:pt x="59186" y="60943"/>
                  <a:pt x="43405" y="68351"/>
                </a:cubicBezTo>
                <a:cubicBezTo>
                  <a:pt x="38317" y="70740"/>
                  <a:pt x="33323" y="73136"/>
                  <a:pt x="28576" y="75507"/>
                </a:cubicBezTo>
                <a:cubicBezTo>
                  <a:pt x="27539" y="76024"/>
                  <a:pt x="26610" y="76508"/>
                  <a:pt x="25778" y="76941"/>
                </a:cubicBezTo>
                <a:cubicBezTo>
                  <a:pt x="19731" y="80088"/>
                  <a:pt x="18810" y="80568"/>
                  <a:pt x="19128" y="72018"/>
                </a:cubicBezTo>
                <a:cubicBezTo>
                  <a:pt x="20793" y="27221"/>
                  <a:pt x="49382" y="0"/>
                  <a:pt x="95251" y="0"/>
                </a:cubicBezTo>
                <a:close/>
              </a:path>
            </a:pathLst>
          </a:custGeom>
          <a:solidFill>
            <a:srgbClr val="000000"/>
          </a:solidFill>
          <a:ln w="9525" cap="flat">
            <a:noFill/>
            <a:prstDash val="solid"/>
            <a:miter/>
          </a:ln>
        </p:spPr>
        <p:txBody>
          <a:bodyPr rtlCol="0" anchor="ctr"/>
          <a:lstStyle/>
          <a:p>
            <a:endParaRPr lang="ru-RU"/>
          </a:p>
        </p:txBody>
      </p:sp>
      <p:sp>
        <p:nvSpPr>
          <p:cNvPr id="1586" name="Полилиния: фигура 1585">
            <a:extLst>
              <a:ext uri="{FF2B5EF4-FFF2-40B4-BE49-F238E27FC236}">
                <a16:creationId xmlns:a16="http://schemas.microsoft.com/office/drawing/2014/main" id="{D1303100-815D-A7EA-EB14-1F3C4AF2868D}"/>
              </a:ext>
            </a:extLst>
          </p:cNvPr>
          <p:cNvSpPr/>
          <p:nvPr/>
        </p:nvSpPr>
        <p:spPr>
          <a:xfrm>
            <a:off x="7842006" y="875392"/>
            <a:ext cx="152400" cy="171449"/>
          </a:xfrm>
          <a:custGeom>
            <a:avLst/>
            <a:gdLst>
              <a:gd name="connsiteX0" fmla="*/ 64184 w 152400"/>
              <a:gd name="connsiteY0" fmla="*/ 52632 h 171449"/>
              <a:gd name="connsiteX1" fmla="*/ 66257 w 152400"/>
              <a:gd name="connsiteY1" fmla="*/ 61912 h 171449"/>
              <a:gd name="connsiteX2" fmla="*/ 64805 w 152400"/>
              <a:gd name="connsiteY2" fmla="*/ 76569 h 171449"/>
              <a:gd name="connsiteX3" fmla="*/ 56775 w 152400"/>
              <a:gd name="connsiteY3" fmla="*/ 94162 h 171449"/>
              <a:gd name="connsiteX4" fmla="*/ 36376 w 152400"/>
              <a:gd name="connsiteY4" fmla="*/ 102460 h 171449"/>
              <a:gd name="connsiteX5" fmla="*/ 14161 w 152400"/>
              <a:gd name="connsiteY5" fmla="*/ 104464 h 171449"/>
              <a:gd name="connsiteX6" fmla="*/ 12023 w 152400"/>
              <a:gd name="connsiteY6" fmla="*/ 92310 h 171449"/>
              <a:gd name="connsiteX7" fmla="*/ 53288 w 152400"/>
              <a:gd name="connsiteY7" fmla="*/ 57121 h 171449"/>
              <a:gd name="connsiteX8" fmla="*/ 64184 w 152400"/>
              <a:gd name="connsiteY8" fmla="*/ 52632 h 171449"/>
              <a:gd name="connsiteX9" fmla="*/ 95198 w 152400"/>
              <a:gd name="connsiteY9" fmla="*/ 47675 h 171449"/>
              <a:gd name="connsiteX10" fmla="*/ 144083 w 152400"/>
              <a:gd name="connsiteY10" fmla="*/ 57121 h 171449"/>
              <a:gd name="connsiteX11" fmla="*/ 152400 w 152400"/>
              <a:gd name="connsiteY11" fmla="*/ 114299 h 171449"/>
              <a:gd name="connsiteX12" fmla="*/ 76130 w 152400"/>
              <a:gd name="connsiteY12" fmla="*/ 171449 h 171449"/>
              <a:gd name="connsiteX13" fmla="*/ 17 w 152400"/>
              <a:gd name="connsiteY13" fmla="*/ 123824 h 171449"/>
              <a:gd name="connsiteX14" fmla="*/ 18928 w 152400"/>
              <a:gd name="connsiteY14" fmla="*/ 113784 h 171449"/>
              <a:gd name="connsiteX15" fmla="*/ 37976 w 152400"/>
              <a:gd name="connsiteY15" fmla="*/ 111850 h 171449"/>
              <a:gd name="connsiteX16" fmla="*/ 63309 w 152400"/>
              <a:gd name="connsiteY16" fmla="*/ 101098 h 171449"/>
              <a:gd name="connsiteX17" fmla="*/ 74196 w 152400"/>
              <a:gd name="connsiteY17" fmla="*/ 78211 h 171449"/>
              <a:gd name="connsiteX18" fmla="*/ 75973 w 152400"/>
              <a:gd name="connsiteY18" fmla="*/ 57121 h 171449"/>
              <a:gd name="connsiteX19" fmla="*/ 95198 w 152400"/>
              <a:gd name="connsiteY19" fmla="*/ 47675 h 171449"/>
              <a:gd name="connsiteX20" fmla="*/ 76130 w 152400"/>
              <a:gd name="connsiteY20" fmla="*/ 0 h 171449"/>
              <a:gd name="connsiteX21" fmla="*/ 130707 w 152400"/>
              <a:gd name="connsiteY21" fmla="*/ 31540 h 171449"/>
              <a:gd name="connsiteX22" fmla="*/ 121146 w 152400"/>
              <a:gd name="connsiteY22" fmla="*/ 39187 h 171449"/>
              <a:gd name="connsiteX23" fmla="*/ 76679 w 152400"/>
              <a:gd name="connsiteY23" fmla="*/ 38100 h 171449"/>
              <a:gd name="connsiteX24" fmla="*/ 51309 w 152400"/>
              <a:gd name="connsiteY24" fmla="*/ 47170 h 171449"/>
              <a:gd name="connsiteX25" fmla="*/ 28462 w 152400"/>
              <a:gd name="connsiteY25" fmla="*/ 63387 h 171449"/>
              <a:gd name="connsiteX26" fmla="*/ 19046 w 152400"/>
              <a:gd name="connsiteY26" fmla="*/ 57122 h 171449"/>
              <a:gd name="connsiteX27" fmla="*/ 76130 w 152400"/>
              <a:gd name="connsiteY27"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2400" h="171449">
                <a:moveTo>
                  <a:pt x="64184" y="52632"/>
                </a:moveTo>
                <a:cubicBezTo>
                  <a:pt x="66089" y="53298"/>
                  <a:pt x="66523" y="56258"/>
                  <a:pt x="66257" y="61912"/>
                </a:cubicBezTo>
                <a:cubicBezTo>
                  <a:pt x="65995" y="67489"/>
                  <a:pt x="65547" y="72336"/>
                  <a:pt x="64805" y="76569"/>
                </a:cubicBezTo>
                <a:cubicBezTo>
                  <a:pt x="63337" y="84953"/>
                  <a:pt x="60805" y="90372"/>
                  <a:pt x="56775" y="94162"/>
                </a:cubicBezTo>
                <a:cubicBezTo>
                  <a:pt x="52687" y="98006"/>
                  <a:pt x="46452" y="100747"/>
                  <a:pt x="36376" y="102460"/>
                </a:cubicBezTo>
                <a:cubicBezTo>
                  <a:pt x="30266" y="103500"/>
                  <a:pt x="22950" y="104129"/>
                  <a:pt x="14161" y="104464"/>
                </a:cubicBezTo>
                <a:cubicBezTo>
                  <a:pt x="3753" y="104860"/>
                  <a:pt x="3721" y="101937"/>
                  <a:pt x="12023" y="92310"/>
                </a:cubicBezTo>
                <a:cubicBezTo>
                  <a:pt x="22854" y="79750"/>
                  <a:pt x="39132" y="66004"/>
                  <a:pt x="53288" y="57121"/>
                </a:cubicBezTo>
                <a:cubicBezTo>
                  <a:pt x="58905" y="53597"/>
                  <a:pt x="62280" y="51967"/>
                  <a:pt x="64184" y="52632"/>
                </a:cubicBezTo>
                <a:close/>
                <a:moveTo>
                  <a:pt x="95198" y="47675"/>
                </a:moveTo>
                <a:cubicBezTo>
                  <a:pt x="122320" y="47915"/>
                  <a:pt x="136583" y="49287"/>
                  <a:pt x="144083" y="57121"/>
                </a:cubicBezTo>
                <a:cubicBezTo>
                  <a:pt x="152400" y="65809"/>
                  <a:pt x="152400" y="82445"/>
                  <a:pt x="152400" y="114299"/>
                </a:cubicBezTo>
                <a:cubicBezTo>
                  <a:pt x="152400" y="161924"/>
                  <a:pt x="138939" y="171449"/>
                  <a:pt x="76130" y="171449"/>
                </a:cubicBezTo>
                <a:cubicBezTo>
                  <a:pt x="17133" y="171449"/>
                  <a:pt x="17" y="161924"/>
                  <a:pt x="17" y="123824"/>
                </a:cubicBezTo>
                <a:cubicBezTo>
                  <a:pt x="-321" y="114299"/>
                  <a:pt x="4283" y="114553"/>
                  <a:pt x="18928" y="113784"/>
                </a:cubicBezTo>
                <a:cubicBezTo>
                  <a:pt x="26138" y="113405"/>
                  <a:pt x="32455" y="112789"/>
                  <a:pt x="37976" y="111850"/>
                </a:cubicBezTo>
                <a:cubicBezTo>
                  <a:pt x="48903" y="109992"/>
                  <a:pt x="57267" y="106780"/>
                  <a:pt x="63309" y="101098"/>
                </a:cubicBezTo>
                <a:cubicBezTo>
                  <a:pt x="69408" y="95363"/>
                  <a:pt x="72537" y="87686"/>
                  <a:pt x="74196" y="78211"/>
                </a:cubicBezTo>
                <a:cubicBezTo>
                  <a:pt x="75257" y="72161"/>
                  <a:pt x="75753" y="65152"/>
                  <a:pt x="75973" y="57121"/>
                </a:cubicBezTo>
                <a:cubicBezTo>
                  <a:pt x="75973" y="47675"/>
                  <a:pt x="80093" y="47541"/>
                  <a:pt x="95198" y="47675"/>
                </a:cubicBezTo>
                <a:close/>
                <a:moveTo>
                  <a:pt x="76130" y="0"/>
                </a:moveTo>
                <a:cubicBezTo>
                  <a:pt x="110758" y="0"/>
                  <a:pt x="125387" y="6359"/>
                  <a:pt x="130707" y="31540"/>
                </a:cubicBezTo>
                <a:cubicBezTo>
                  <a:pt x="132093" y="38100"/>
                  <a:pt x="130883" y="40132"/>
                  <a:pt x="121146" y="39187"/>
                </a:cubicBezTo>
                <a:cubicBezTo>
                  <a:pt x="109959" y="38100"/>
                  <a:pt x="95282" y="38100"/>
                  <a:pt x="76679" y="38100"/>
                </a:cubicBezTo>
                <a:cubicBezTo>
                  <a:pt x="67597" y="38100"/>
                  <a:pt x="58926" y="42660"/>
                  <a:pt x="51309" y="47170"/>
                </a:cubicBezTo>
                <a:cubicBezTo>
                  <a:pt x="43947" y="51528"/>
                  <a:pt x="36022" y="57197"/>
                  <a:pt x="28462" y="63387"/>
                </a:cubicBezTo>
                <a:cubicBezTo>
                  <a:pt x="23695" y="67290"/>
                  <a:pt x="18928" y="71438"/>
                  <a:pt x="19046" y="57122"/>
                </a:cubicBezTo>
                <a:cubicBezTo>
                  <a:pt x="20294" y="10379"/>
                  <a:pt x="31891" y="0"/>
                  <a:pt x="76130" y="0"/>
                </a:cubicBezTo>
                <a:close/>
              </a:path>
            </a:pathLst>
          </a:custGeom>
          <a:solidFill>
            <a:srgbClr val="000000"/>
          </a:solidFill>
          <a:ln w="9525" cap="flat">
            <a:noFill/>
            <a:prstDash val="solid"/>
            <a:miter/>
          </a:ln>
        </p:spPr>
        <p:txBody>
          <a:bodyPr rtlCol="0" anchor="ctr"/>
          <a:lstStyle/>
          <a:p>
            <a:endParaRPr lang="ru-RU"/>
          </a:p>
        </p:txBody>
      </p:sp>
      <p:sp>
        <p:nvSpPr>
          <p:cNvPr id="1290" name="Рисунок 240">
            <a:extLst>
              <a:ext uri="{FF2B5EF4-FFF2-40B4-BE49-F238E27FC236}">
                <a16:creationId xmlns:a16="http://schemas.microsoft.com/office/drawing/2014/main" id="{3EF9C053-67FB-9A1E-95E0-546A30E95760}"/>
              </a:ext>
            </a:extLst>
          </p:cNvPr>
          <p:cNvSpPr/>
          <p:nvPr/>
        </p:nvSpPr>
        <p:spPr>
          <a:xfrm>
            <a:off x="7851692" y="1395033"/>
            <a:ext cx="133350" cy="180975"/>
          </a:xfrm>
          <a:custGeom>
            <a:avLst/>
            <a:gdLst>
              <a:gd name="connsiteX0" fmla="*/ 28575 w 133350"/>
              <a:gd name="connsiteY0" fmla="*/ 47625 h 180975"/>
              <a:gd name="connsiteX1" fmla="*/ 28575 w 133350"/>
              <a:gd name="connsiteY1" fmla="*/ 51216 h 180975"/>
              <a:gd name="connsiteX2" fmla="*/ 0 w 133350"/>
              <a:gd name="connsiteY2" fmla="*/ 109538 h 180975"/>
              <a:gd name="connsiteX3" fmla="*/ 19050 w 133350"/>
              <a:gd name="connsiteY3" fmla="*/ 164107 h 180975"/>
              <a:gd name="connsiteX4" fmla="*/ 19050 w 133350"/>
              <a:gd name="connsiteY4" fmla="*/ 171450 h 180975"/>
              <a:gd name="connsiteX5" fmla="*/ 28575 w 133350"/>
              <a:gd name="connsiteY5" fmla="*/ 180975 h 180975"/>
              <a:gd name="connsiteX6" fmla="*/ 38100 w 133350"/>
              <a:gd name="connsiteY6" fmla="*/ 171450 h 180975"/>
              <a:gd name="connsiteX7" fmla="*/ 38100 w 133350"/>
              <a:gd name="connsiteY7" fmla="*/ 169825 h 180975"/>
              <a:gd name="connsiteX8" fmla="*/ 66675 w 133350"/>
              <a:gd name="connsiteY8" fmla="*/ 171450 h 180975"/>
              <a:gd name="connsiteX9" fmla="*/ 95250 w 133350"/>
              <a:gd name="connsiteY9" fmla="*/ 169825 h 180975"/>
              <a:gd name="connsiteX10" fmla="*/ 95250 w 133350"/>
              <a:gd name="connsiteY10" fmla="*/ 171450 h 180975"/>
              <a:gd name="connsiteX11" fmla="*/ 104775 w 133350"/>
              <a:gd name="connsiteY11" fmla="*/ 180975 h 180975"/>
              <a:gd name="connsiteX12" fmla="*/ 114300 w 133350"/>
              <a:gd name="connsiteY12" fmla="*/ 171450 h 180975"/>
              <a:gd name="connsiteX13" fmla="*/ 114300 w 133350"/>
              <a:gd name="connsiteY13" fmla="*/ 164107 h 180975"/>
              <a:gd name="connsiteX14" fmla="*/ 133350 w 133350"/>
              <a:gd name="connsiteY14" fmla="*/ 109538 h 180975"/>
              <a:gd name="connsiteX15" fmla="*/ 104775 w 133350"/>
              <a:gd name="connsiteY15" fmla="*/ 51216 h 180975"/>
              <a:gd name="connsiteX16" fmla="*/ 104775 w 133350"/>
              <a:gd name="connsiteY16" fmla="*/ 47625 h 180975"/>
              <a:gd name="connsiteX17" fmla="*/ 95544 w 133350"/>
              <a:gd name="connsiteY17" fmla="*/ 11909 h 180975"/>
              <a:gd name="connsiteX18" fmla="*/ 66675 w 133350"/>
              <a:gd name="connsiteY18" fmla="*/ 0 h 180975"/>
              <a:gd name="connsiteX19" fmla="*/ 37806 w 133350"/>
              <a:gd name="connsiteY19" fmla="*/ 11909 h 180975"/>
              <a:gd name="connsiteX20" fmla="*/ 28575 w 133350"/>
              <a:gd name="connsiteY20" fmla="*/ 47625 h 180975"/>
              <a:gd name="connsiteX21" fmla="*/ 52682 w 133350"/>
              <a:gd name="connsiteY21" fmla="*/ 23810 h 180975"/>
              <a:gd name="connsiteX22" fmla="*/ 66675 w 133350"/>
              <a:gd name="connsiteY22" fmla="*/ 19050 h 180975"/>
              <a:gd name="connsiteX23" fmla="*/ 80668 w 133350"/>
              <a:gd name="connsiteY23" fmla="*/ 23810 h 180975"/>
              <a:gd name="connsiteX24" fmla="*/ 85725 w 133350"/>
              <a:gd name="connsiteY24" fmla="*/ 47625 h 180975"/>
              <a:gd name="connsiteX25" fmla="*/ 85725 w 133350"/>
              <a:gd name="connsiteY25" fmla="*/ 48225 h 180975"/>
              <a:gd name="connsiteX26" fmla="*/ 66675 w 133350"/>
              <a:gd name="connsiteY26" fmla="*/ 47625 h 180975"/>
              <a:gd name="connsiteX27" fmla="*/ 47625 w 133350"/>
              <a:gd name="connsiteY27" fmla="*/ 48225 h 180975"/>
              <a:gd name="connsiteX28" fmla="*/ 47625 w 133350"/>
              <a:gd name="connsiteY28" fmla="*/ 47625 h 180975"/>
              <a:gd name="connsiteX29" fmla="*/ 52682 w 133350"/>
              <a:gd name="connsiteY29" fmla="*/ 23810 h 180975"/>
              <a:gd name="connsiteX30" fmla="*/ 47625 w 133350"/>
              <a:gd name="connsiteY30" fmla="*/ 95250 h 180975"/>
              <a:gd name="connsiteX31" fmla="*/ 47625 w 133350"/>
              <a:gd name="connsiteY31" fmla="*/ 123825 h 180975"/>
              <a:gd name="connsiteX32" fmla="*/ 38100 w 133350"/>
              <a:gd name="connsiteY32" fmla="*/ 133350 h 180975"/>
              <a:gd name="connsiteX33" fmla="*/ 28575 w 133350"/>
              <a:gd name="connsiteY33" fmla="*/ 123825 h 180975"/>
              <a:gd name="connsiteX34" fmla="*/ 28575 w 133350"/>
              <a:gd name="connsiteY34" fmla="*/ 95250 h 180975"/>
              <a:gd name="connsiteX35" fmla="*/ 38100 w 133350"/>
              <a:gd name="connsiteY35" fmla="*/ 85725 h 180975"/>
              <a:gd name="connsiteX36" fmla="*/ 47625 w 133350"/>
              <a:gd name="connsiteY36" fmla="*/ 95250 h 180975"/>
              <a:gd name="connsiteX37" fmla="*/ 76200 w 133350"/>
              <a:gd name="connsiteY37" fmla="*/ 95250 h 180975"/>
              <a:gd name="connsiteX38" fmla="*/ 76200 w 133350"/>
              <a:gd name="connsiteY38" fmla="*/ 123825 h 180975"/>
              <a:gd name="connsiteX39" fmla="*/ 66675 w 133350"/>
              <a:gd name="connsiteY39" fmla="*/ 133350 h 180975"/>
              <a:gd name="connsiteX40" fmla="*/ 57150 w 133350"/>
              <a:gd name="connsiteY40" fmla="*/ 123825 h 180975"/>
              <a:gd name="connsiteX41" fmla="*/ 57150 w 133350"/>
              <a:gd name="connsiteY41" fmla="*/ 95250 h 180975"/>
              <a:gd name="connsiteX42" fmla="*/ 66675 w 133350"/>
              <a:gd name="connsiteY42" fmla="*/ 85725 h 180975"/>
              <a:gd name="connsiteX43" fmla="*/ 76200 w 133350"/>
              <a:gd name="connsiteY43" fmla="*/ 95250 h 180975"/>
              <a:gd name="connsiteX44" fmla="*/ 104775 w 133350"/>
              <a:gd name="connsiteY44" fmla="*/ 95250 h 180975"/>
              <a:gd name="connsiteX45" fmla="*/ 104775 w 133350"/>
              <a:gd name="connsiteY45" fmla="*/ 123825 h 180975"/>
              <a:gd name="connsiteX46" fmla="*/ 95250 w 133350"/>
              <a:gd name="connsiteY46" fmla="*/ 133350 h 180975"/>
              <a:gd name="connsiteX47" fmla="*/ 85725 w 133350"/>
              <a:gd name="connsiteY47" fmla="*/ 123825 h 180975"/>
              <a:gd name="connsiteX48" fmla="*/ 85725 w 133350"/>
              <a:gd name="connsiteY48" fmla="*/ 95250 h 180975"/>
              <a:gd name="connsiteX49" fmla="*/ 95250 w 133350"/>
              <a:gd name="connsiteY49" fmla="*/ 85725 h 180975"/>
              <a:gd name="connsiteX50" fmla="*/ 104775 w 133350"/>
              <a:gd name="connsiteY50" fmla="*/ 9525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350" h="180975">
                <a:moveTo>
                  <a:pt x="28575" y="47625"/>
                </a:moveTo>
                <a:lnTo>
                  <a:pt x="28575" y="51216"/>
                </a:lnTo>
                <a:cubicBezTo>
                  <a:pt x="5855" y="57542"/>
                  <a:pt x="0" y="73574"/>
                  <a:pt x="0" y="109538"/>
                </a:cubicBezTo>
                <a:cubicBezTo>
                  <a:pt x="0" y="139836"/>
                  <a:pt x="4156" y="155987"/>
                  <a:pt x="19050" y="164107"/>
                </a:cubicBezTo>
                <a:lnTo>
                  <a:pt x="19050" y="171450"/>
                </a:lnTo>
                <a:cubicBezTo>
                  <a:pt x="19050" y="176711"/>
                  <a:pt x="23315" y="180975"/>
                  <a:pt x="28575" y="180975"/>
                </a:cubicBezTo>
                <a:cubicBezTo>
                  <a:pt x="33835" y="180975"/>
                  <a:pt x="38100" y="176711"/>
                  <a:pt x="38100" y="171450"/>
                </a:cubicBezTo>
                <a:lnTo>
                  <a:pt x="38100" y="169825"/>
                </a:lnTo>
                <a:cubicBezTo>
                  <a:pt x="45995" y="170992"/>
                  <a:pt x="55431" y="171450"/>
                  <a:pt x="66675" y="171450"/>
                </a:cubicBezTo>
                <a:cubicBezTo>
                  <a:pt x="77919" y="171450"/>
                  <a:pt x="87355" y="170992"/>
                  <a:pt x="95250" y="169825"/>
                </a:cubicBezTo>
                <a:lnTo>
                  <a:pt x="95250" y="171450"/>
                </a:lnTo>
                <a:cubicBezTo>
                  <a:pt x="95250" y="176711"/>
                  <a:pt x="99514" y="180975"/>
                  <a:pt x="104775" y="180975"/>
                </a:cubicBezTo>
                <a:cubicBezTo>
                  <a:pt x="110036" y="180975"/>
                  <a:pt x="114300" y="176711"/>
                  <a:pt x="114300" y="171450"/>
                </a:cubicBezTo>
                <a:lnTo>
                  <a:pt x="114300" y="164107"/>
                </a:lnTo>
                <a:cubicBezTo>
                  <a:pt x="129194" y="155987"/>
                  <a:pt x="133350" y="139836"/>
                  <a:pt x="133350" y="109538"/>
                </a:cubicBezTo>
                <a:cubicBezTo>
                  <a:pt x="133350" y="73574"/>
                  <a:pt x="127495" y="57542"/>
                  <a:pt x="104775" y="51216"/>
                </a:cubicBezTo>
                <a:lnTo>
                  <a:pt x="104775" y="47625"/>
                </a:lnTo>
                <a:cubicBezTo>
                  <a:pt x="104775" y="32702"/>
                  <a:pt x="102375" y="20447"/>
                  <a:pt x="95544" y="11909"/>
                </a:cubicBezTo>
                <a:cubicBezTo>
                  <a:pt x="88262" y="2807"/>
                  <a:pt x="77721" y="0"/>
                  <a:pt x="66675" y="0"/>
                </a:cubicBezTo>
                <a:cubicBezTo>
                  <a:pt x="55629" y="0"/>
                  <a:pt x="45088" y="2807"/>
                  <a:pt x="37806" y="11909"/>
                </a:cubicBezTo>
                <a:cubicBezTo>
                  <a:pt x="30975" y="20447"/>
                  <a:pt x="28575" y="32702"/>
                  <a:pt x="28575" y="47625"/>
                </a:cubicBezTo>
                <a:close/>
                <a:moveTo>
                  <a:pt x="52682" y="23810"/>
                </a:moveTo>
                <a:cubicBezTo>
                  <a:pt x="54925" y="21006"/>
                  <a:pt x="58671" y="19050"/>
                  <a:pt x="66675" y="19050"/>
                </a:cubicBezTo>
                <a:cubicBezTo>
                  <a:pt x="74679" y="19050"/>
                  <a:pt x="78425" y="21006"/>
                  <a:pt x="80668" y="23810"/>
                </a:cubicBezTo>
                <a:cubicBezTo>
                  <a:pt x="83363" y="27178"/>
                  <a:pt x="85725" y="33973"/>
                  <a:pt x="85725" y="47625"/>
                </a:cubicBezTo>
                <a:lnTo>
                  <a:pt x="85725" y="48225"/>
                </a:lnTo>
                <a:cubicBezTo>
                  <a:pt x="80040" y="47804"/>
                  <a:pt x="73711" y="47625"/>
                  <a:pt x="66675" y="47625"/>
                </a:cubicBezTo>
                <a:cubicBezTo>
                  <a:pt x="59639" y="47625"/>
                  <a:pt x="53310" y="47804"/>
                  <a:pt x="47625" y="48225"/>
                </a:cubicBezTo>
                <a:lnTo>
                  <a:pt x="47625" y="47625"/>
                </a:lnTo>
                <a:cubicBezTo>
                  <a:pt x="47625" y="33973"/>
                  <a:pt x="49987" y="27178"/>
                  <a:pt x="52682" y="23810"/>
                </a:cubicBezTo>
                <a:close/>
                <a:moveTo>
                  <a:pt x="47625" y="95250"/>
                </a:moveTo>
                <a:lnTo>
                  <a:pt x="47625" y="123825"/>
                </a:lnTo>
                <a:cubicBezTo>
                  <a:pt x="47625" y="129086"/>
                  <a:pt x="43360" y="133350"/>
                  <a:pt x="38100" y="133350"/>
                </a:cubicBezTo>
                <a:cubicBezTo>
                  <a:pt x="32840" y="133350"/>
                  <a:pt x="28575" y="129086"/>
                  <a:pt x="28575" y="123825"/>
                </a:cubicBezTo>
                <a:lnTo>
                  <a:pt x="28575" y="95250"/>
                </a:lnTo>
                <a:cubicBezTo>
                  <a:pt x="28575" y="89989"/>
                  <a:pt x="32840" y="85725"/>
                  <a:pt x="38100" y="85725"/>
                </a:cubicBezTo>
                <a:cubicBezTo>
                  <a:pt x="43360" y="85725"/>
                  <a:pt x="47625" y="89989"/>
                  <a:pt x="47625" y="95250"/>
                </a:cubicBezTo>
                <a:close/>
                <a:moveTo>
                  <a:pt x="76200" y="95250"/>
                </a:moveTo>
                <a:lnTo>
                  <a:pt x="76200" y="123825"/>
                </a:lnTo>
                <a:cubicBezTo>
                  <a:pt x="76200" y="129086"/>
                  <a:pt x="71936" y="133350"/>
                  <a:pt x="66675" y="133350"/>
                </a:cubicBezTo>
                <a:cubicBezTo>
                  <a:pt x="61414" y="133350"/>
                  <a:pt x="57150" y="129086"/>
                  <a:pt x="57150" y="123825"/>
                </a:cubicBezTo>
                <a:lnTo>
                  <a:pt x="57150" y="95250"/>
                </a:lnTo>
                <a:cubicBezTo>
                  <a:pt x="57150" y="89989"/>
                  <a:pt x="61414" y="85725"/>
                  <a:pt x="66675" y="85725"/>
                </a:cubicBezTo>
                <a:cubicBezTo>
                  <a:pt x="71936" y="85725"/>
                  <a:pt x="76200" y="89989"/>
                  <a:pt x="76200" y="95250"/>
                </a:cubicBezTo>
                <a:close/>
                <a:moveTo>
                  <a:pt x="104775" y="95250"/>
                </a:moveTo>
                <a:lnTo>
                  <a:pt x="104775" y="123825"/>
                </a:lnTo>
                <a:cubicBezTo>
                  <a:pt x="104775" y="129086"/>
                  <a:pt x="100511" y="133350"/>
                  <a:pt x="95250" y="133350"/>
                </a:cubicBezTo>
                <a:cubicBezTo>
                  <a:pt x="89989" y="133350"/>
                  <a:pt x="85725" y="129086"/>
                  <a:pt x="85725" y="123825"/>
                </a:cubicBezTo>
                <a:lnTo>
                  <a:pt x="85725" y="95250"/>
                </a:lnTo>
                <a:cubicBezTo>
                  <a:pt x="85725" y="89989"/>
                  <a:pt x="89989" y="85725"/>
                  <a:pt x="95250" y="85725"/>
                </a:cubicBezTo>
                <a:cubicBezTo>
                  <a:pt x="100511" y="85725"/>
                  <a:pt x="104775" y="89989"/>
                  <a:pt x="104775" y="95250"/>
                </a:cubicBezTo>
                <a:close/>
              </a:path>
            </a:pathLst>
          </a:custGeom>
          <a:solidFill>
            <a:srgbClr val="000000"/>
          </a:solidFill>
          <a:ln w="9525" cap="flat">
            <a:noFill/>
            <a:prstDash val="solid"/>
            <a:miter/>
          </a:ln>
        </p:spPr>
        <p:txBody>
          <a:bodyPr rtlCol="0" anchor="ctr"/>
          <a:lstStyle/>
          <a:p>
            <a:endParaRPr lang="ru-RU"/>
          </a:p>
        </p:txBody>
      </p:sp>
      <p:sp>
        <p:nvSpPr>
          <p:cNvPr id="1600" name="Полилиния: фигура 1599">
            <a:extLst>
              <a:ext uri="{FF2B5EF4-FFF2-40B4-BE49-F238E27FC236}">
                <a16:creationId xmlns:a16="http://schemas.microsoft.com/office/drawing/2014/main" id="{CFC00FB7-494D-0A13-FF8C-DB9409FEFC6B}"/>
              </a:ext>
            </a:extLst>
          </p:cNvPr>
          <p:cNvSpPr/>
          <p:nvPr/>
        </p:nvSpPr>
        <p:spPr>
          <a:xfrm>
            <a:off x="7823117" y="1933724"/>
            <a:ext cx="190500" cy="171450"/>
          </a:xfrm>
          <a:custGeom>
            <a:avLst/>
            <a:gdLst>
              <a:gd name="connsiteX0" fmla="*/ 84741 w 190500"/>
              <a:gd name="connsiteY0" fmla="*/ 114300 h 171450"/>
              <a:gd name="connsiteX1" fmla="*/ 74149 w 190500"/>
              <a:gd name="connsiteY1" fmla="*/ 123825 h 171450"/>
              <a:gd name="connsiteX2" fmla="*/ 84741 w 190500"/>
              <a:gd name="connsiteY2" fmla="*/ 133350 h 171450"/>
              <a:gd name="connsiteX3" fmla="*/ 105928 w 190500"/>
              <a:gd name="connsiteY3" fmla="*/ 133350 h 171450"/>
              <a:gd name="connsiteX4" fmla="*/ 116520 w 190500"/>
              <a:gd name="connsiteY4" fmla="*/ 123825 h 171450"/>
              <a:gd name="connsiteX5" fmla="*/ 105928 w 190500"/>
              <a:gd name="connsiteY5" fmla="*/ 114300 h 171450"/>
              <a:gd name="connsiteX6" fmla="*/ 147637 w 190500"/>
              <a:gd name="connsiteY6" fmla="*/ 104775 h 171450"/>
              <a:gd name="connsiteX7" fmla="*/ 133349 w 190500"/>
              <a:gd name="connsiteY7" fmla="*/ 119063 h 171450"/>
              <a:gd name="connsiteX8" fmla="*/ 147637 w 190500"/>
              <a:gd name="connsiteY8" fmla="*/ 133350 h 171450"/>
              <a:gd name="connsiteX9" fmla="*/ 161924 w 190500"/>
              <a:gd name="connsiteY9" fmla="*/ 119063 h 171450"/>
              <a:gd name="connsiteX10" fmla="*/ 147637 w 190500"/>
              <a:gd name="connsiteY10" fmla="*/ 104775 h 171450"/>
              <a:gd name="connsiteX11" fmla="*/ 42862 w 190500"/>
              <a:gd name="connsiteY11" fmla="*/ 104775 h 171450"/>
              <a:gd name="connsiteX12" fmla="*/ 28574 w 190500"/>
              <a:gd name="connsiteY12" fmla="*/ 119063 h 171450"/>
              <a:gd name="connsiteX13" fmla="*/ 42862 w 190500"/>
              <a:gd name="connsiteY13" fmla="*/ 133350 h 171450"/>
              <a:gd name="connsiteX14" fmla="*/ 57149 w 190500"/>
              <a:gd name="connsiteY14" fmla="*/ 119063 h 171450"/>
              <a:gd name="connsiteX15" fmla="*/ 42862 w 190500"/>
              <a:gd name="connsiteY15" fmla="*/ 104775 h 171450"/>
              <a:gd name="connsiteX16" fmla="*/ 95335 w 190500"/>
              <a:gd name="connsiteY16" fmla="*/ 85725 h 171450"/>
              <a:gd name="connsiteX17" fmla="*/ 180077 w 190500"/>
              <a:gd name="connsiteY17" fmla="*/ 119063 h 171450"/>
              <a:gd name="connsiteX18" fmla="*/ 169484 w 190500"/>
              <a:gd name="connsiteY18" fmla="*/ 149080 h 171450"/>
              <a:gd name="connsiteX19" fmla="*/ 169484 w 190500"/>
              <a:gd name="connsiteY19" fmla="*/ 157163 h 171450"/>
              <a:gd name="connsiteX20" fmla="*/ 153595 w 190500"/>
              <a:gd name="connsiteY20" fmla="*/ 171450 h 171450"/>
              <a:gd name="connsiteX21" fmla="*/ 137717 w 190500"/>
              <a:gd name="connsiteY21" fmla="*/ 159637 h 171450"/>
              <a:gd name="connsiteX22" fmla="*/ 95335 w 190500"/>
              <a:gd name="connsiteY22" fmla="*/ 161925 h 171450"/>
              <a:gd name="connsiteX23" fmla="*/ 52951 w 190500"/>
              <a:gd name="connsiteY23" fmla="*/ 159637 h 171450"/>
              <a:gd name="connsiteX24" fmla="*/ 37074 w 190500"/>
              <a:gd name="connsiteY24" fmla="*/ 171450 h 171450"/>
              <a:gd name="connsiteX25" fmla="*/ 21185 w 190500"/>
              <a:gd name="connsiteY25" fmla="*/ 157163 h 171450"/>
              <a:gd name="connsiteX26" fmla="*/ 21185 w 190500"/>
              <a:gd name="connsiteY26" fmla="*/ 149080 h 171450"/>
              <a:gd name="connsiteX27" fmla="*/ 10592 w 190500"/>
              <a:gd name="connsiteY27" fmla="*/ 119063 h 171450"/>
              <a:gd name="connsiteX28" fmla="*/ 95335 w 190500"/>
              <a:gd name="connsiteY28" fmla="*/ 85725 h 171450"/>
              <a:gd name="connsiteX29" fmla="*/ 95249 w 190500"/>
              <a:gd name="connsiteY29" fmla="*/ 0 h 171450"/>
              <a:gd name="connsiteX30" fmla="*/ 121442 w 190500"/>
              <a:gd name="connsiteY30" fmla="*/ 14288 h 171450"/>
              <a:gd name="connsiteX31" fmla="*/ 122525 w 190500"/>
              <a:gd name="connsiteY31" fmla="*/ 20788 h 171450"/>
              <a:gd name="connsiteX32" fmla="*/ 161622 w 190500"/>
              <a:gd name="connsiteY32" fmla="*/ 66968 h 171450"/>
              <a:gd name="connsiteX33" fmla="*/ 169485 w 190500"/>
              <a:gd name="connsiteY33" fmla="*/ 69533 h 171450"/>
              <a:gd name="connsiteX34" fmla="*/ 179907 w 190500"/>
              <a:gd name="connsiteY34" fmla="*/ 66675 h 171450"/>
              <a:gd name="connsiteX35" fmla="*/ 180078 w 190500"/>
              <a:gd name="connsiteY35" fmla="*/ 66675 h 171450"/>
              <a:gd name="connsiteX36" fmla="*/ 190500 w 190500"/>
              <a:gd name="connsiteY36" fmla="*/ 76200 h 171450"/>
              <a:gd name="connsiteX37" fmla="*/ 179907 w 190500"/>
              <a:gd name="connsiteY37" fmla="*/ 85725 h 171450"/>
              <a:gd name="connsiteX38" fmla="*/ 170638 w 190500"/>
              <a:gd name="connsiteY38" fmla="*/ 84609 h 171450"/>
              <a:gd name="connsiteX39" fmla="*/ 168542 w 190500"/>
              <a:gd name="connsiteY39" fmla="*/ 83704 h 171450"/>
              <a:gd name="connsiteX40" fmla="*/ 95336 w 190500"/>
              <a:gd name="connsiteY40" fmla="*/ 76200 h 171450"/>
              <a:gd name="connsiteX41" fmla="*/ 21958 w 190500"/>
              <a:gd name="connsiteY41" fmla="*/ 83704 h 171450"/>
              <a:gd name="connsiteX42" fmla="*/ 19862 w 190500"/>
              <a:gd name="connsiteY42" fmla="*/ 84609 h 171450"/>
              <a:gd name="connsiteX43" fmla="*/ 10593 w 190500"/>
              <a:gd name="connsiteY43" fmla="*/ 85725 h 171450"/>
              <a:gd name="connsiteX44" fmla="*/ 0 w 190500"/>
              <a:gd name="connsiteY44" fmla="*/ 76200 h 171450"/>
              <a:gd name="connsiteX45" fmla="*/ 10422 w 190500"/>
              <a:gd name="connsiteY45" fmla="*/ 66675 h 171450"/>
              <a:gd name="connsiteX46" fmla="*/ 10593 w 190500"/>
              <a:gd name="connsiteY46" fmla="*/ 66675 h 171450"/>
              <a:gd name="connsiteX47" fmla="*/ 21186 w 190500"/>
              <a:gd name="connsiteY47" fmla="*/ 69663 h 171450"/>
              <a:gd name="connsiteX48" fmla="*/ 29048 w 190500"/>
              <a:gd name="connsiteY48" fmla="*/ 66968 h 171450"/>
              <a:gd name="connsiteX49" fmla="*/ 67965 w 190500"/>
              <a:gd name="connsiteY49" fmla="*/ 20818 h 171450"/>
              <a:gd name="connsiteX50" fmla="*/ 69054 w 190500"/>
              <a:gd name="connsiteY50" fmla="*/ 14288 h 171450"/>
              <a:gd name="connsiteX51" fmla="*/ 95249 w 190500"/>
              <a:gd name="connsiteY51"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0500" h="171450">
                <a:moveTo>
                  <a:pt x="84741" y="114300"/>
                </a:moveTo>
                <a:cubicBezTo>
                  <a:pt x="78891" y="114300"/>
                  <a:pt x="74149" y="118564"/>
                  <a:pt x="74149" y="123825"/>
                </a:cubicBezTo>
                <a:cubicBezTo>
                  <a:pt x="74149" y="129086"/>
                  <a:pt x="78891" y="133350"/>
                  <a:pt x="84741" y="133350"/>
                </a:cubicBezTo>
                <a:lnTo>
                  <a:pt x="105928" y="133350"/>
                </a:lnTo>
                <a:cubicBezTo>
                  <a:pt x="111778" y="133350"/>
                  <a:pt x="116520" y="129086"/>
                  <a:pt x="116520" y="123825"/>
                </a:cubicBezTo>
                <a:cubicBezTo>
                  <a:pt x="116520" y="118564"/>
                  <a:pt x="111778" y="114300"/>
                  <a:pt x="105928" y="114300"/>
                </a:cubicBezTo>
                <a:close/>
                <a:moveTo>
                  <a:pt x="147637" y="104775"/>
                </a:moveTo>
                <a:cubicBezTo>
                  <a:pt x="138772" y="104775"/>
                  <a:pt x="133349" y="110198"/>
                  <a:pt x="133349" y="119063"/>
                </a:cubicBezTo>
                <a:cubicBezTo>
                  <a:pt x="133349" y="127927"/>
                  <a:pt x="138772" y="133350"/>
                  <a:pt x="147637" y="133350"/>
                </a:cubicBezTo>
                <a:cubicBezTo>
                  <a:pt x="156502" y="133350"/>
                  <a:pt x="161924" y="127927"/>
                  <a:pt x="161924" y="119063"/>
                </a:cubicBezTo>
                <a:cubicBezTo>
                  <a:pt x="161924" y="110198"/>
                  <a:pt x="156502" y="104775"/>
                  <a:pt x="147637" y="104775"/>
                </a:cubicBezTo>
                <a:close/>
                <a:moveTo>
                  <a:pt x="42862" y="104775"/>
                </a:moveTo>
                <a:cubicBezTo>
                  <a:pt x="33997" y="104775"/>
                  <a:pt x="28574" y="110198"/>
                  <a:pt x="28574" y="119063"/>
                </a:cubicBezTo>
                <a:cubicBezTo>
                  <a:pt x="28574" y="127927"/>
                  <a:pt x="33997" y="133350"/>
                  <a:pt x="42862" y="133350"/>
                </a:cubicBezTo>
                <a:cubicBezTo>
                  <a:pt x="51727" y="133350"/>
                  <a:pt x="57149" y="127927"/>
                  <a:pt x="57149" y="119063"/>
                </a:cubicBezTo>
                <a:cubicBezTo>
                  <a:pt x="57149" y="110198"/>
                  <a:pt x="51727" y="104775"/>
                  <a:pt x="42862" y="104775"/>
                </a:cubicBezTo>
                <a:close/>
                <a:moveTo>
                  <a:pt x="95335" y="85725"/>
                </a:moveTo>
                <a:cubicBezTo>
                  <a:pt x="169484" y="85725"/>
                  <a:pt x="180077" y="92392"/>
                  <a:pt x="180077" y="119063"/>
                </a:cubicBezTo>
                <a:cubicBezTo>
                  <a:pt x="180077" y="131569"/>
                  <a:pt x="178912" y="141770"/>
                  <a:pt x="169484" y="149080"/>
                </a:cubicBezTo>
                <a:lnTo>
                  <a:pt x="169484" y="157163"/>
                </a:lnTo>
                <a:cubicBezTo>
                  <a:pt x="169484" y="166688"/>
                  <a:pt x="169484" y="171450"/>
                  <a:pt x="153595" y="171450"/>
                </a:cubicBezTo>
                <a:cubicBezTo>
                  <a:pt x="139147" y="171450"/>
                  <a:pt x="137836" y="167512"/>
                  <a:pt x="137717" y="159637"/>
                </a:cubicBezTo>
                <a:cubicBezTo>
                  <a:pt x="126686" y="161142"/>
                  <a:pt x="112803" y="161925"/>
                  <a:pt x="95335" y="161925"/>
                </a:cubicBezTo>
                <a:cubicBezTo>
                  <a:pt x="77866" y="161925"/>
                  <a:pt x="63982" y="161142"/>
                  <a:pt x="52951" y="159637"/>
                </a:cubicBezTo>
                <a:cubicBezTo>
                  <a:pt x="52832" y="167512"/>
                  <a:pt x="51522" y="171450"/>
                  <a:pt x="37074" y="171450"/>
                </a:cubicBezTo>
                <a:cubicBezTo>
                  <a:pt x="21185" y="171450"/>
                  <a:pt x="21185" y="166688"/>
                  <a:pt x="21185" y="157163"/>
                </a:cubicBezTo>
                <a:lnTo>
                  <a:pt x="21185" y="149080"/>
                </a:lnTo>
                <a:cubicBezTo>
                  <a:pt x="11757" y="141770"/>
                  <a:pt x="10592" y="131569"/>
                  <a:pt x="10592" y="119063"/>
                </a:cubicBezTo>
                <a:cubicBezTo>
                  <a:pt x="10592" y="92392"/>
                  <a:pt x="21185" y="85725"/>
                  <a:pt x="95335" y="85725"/>
                </a:cubicBezTo>
                <a:close/>
                <a:moveTo>
                  <a:pt x="95249" y="0"/>
                </a:moveTo>
                <a:cubicBezTo>
                  <a:pt x="114729" y="0"/>
                  <a:pt x="119061" y="0"/>
                  <a:pt x="121442" y="14288"/>
                </a:cubicBezTo>
                <a:cubicBezTo>
                  <a:pt x="121877" y="16904"/>
                  <a:pt x="122234" y="19042"/>
                  <a:pt x="122525" y="20788"/>
                </a:cubicBezTo>
                <a:cubicBezTo>
                  <a:pt x="150037" y="25301"/>
                  <a:pt x="153855" y="39034"/>
                  <a:pt x="161622" y="66968"/>
                </a:cubicBezTo>
                <a:cubicBezTo>
                  <a:pt x="162864" y="71438"/>
                  <a:pt x="164188" y="73519"/>
                  <a:pt x="169485" y="69533"/>
                </a:cubicBezTo>
                <a:cubicBezTo>
                  <a:pt x="172914" y="66952"/>
                  <a:pt x="176488" y="66675"/>
                  <a:pt x="179907" y="66675"/>
                </a:cubicBezTo>
                <a:lnTo>
                  <a:pt x="180078" y="66675"/>
                </a:lnTo>
                <a:cubicBezTo>
                  <a:pt x="185316" y="66674"/>
                  <a:pt x="190500" y="66673"/>
                  <a:pt x="190500" y="76200"/>
                </a:cubicBezTo>
                <a:cubicBezTo>
                  <a:pt x="190500" y="83122"/>
                  <a:pt x="186061" y="85725"/>
                  <a:pt x="179907" y="85725"/>
                </a:cubicBezTo>
                <a:cubicBezTo>
                  <a:pt x="177113" y="85758"/>
                  <a:pt x="173636" y="85771"/>
                  <a:pt x="170638" y="84609"/>
                </a:cubicBezTo>
                <a:cubicBezTo>
                  <a:pt x="169954" y="84343"/>
                  <a:pt x="169279" y="84038"/>
                  <a:pt x="168542" y="83704"/>
                </a:cubicBezTo>
                <a:cubicBezTo>
                  <a:pt x="162422" y="80932"/>
                  <a:pt x="151994" y="76210"/>
                  <a:pt x="95336" y="76200"/>
                </a:cubicBezTo>
                <a:cubicBezTo>
                  <a:pt x="38527" y="76200"/>
                  <a:pt x="28084" y="80929"/>
                  <a:pt x="21958" y="83704"/>
                </a:cubicBezTo>
                <a:cubicBezTo>
                  <a:pt x="21221" y="84038"/>
                  <a:pt x="20547" y="84343"/>
                  <a:pt x="19862" y="84609"/>
                </a:cubicBezTo>
                <a:cubicBezTo>
                  <a:pt x="16864" y="85771"/>
                  <a:pt x="13387" y="85759"/>
                  <a:pt x="10593" y="85725"/>
                </a:cubicBezTo>
                <a:cubicBezTo>
                  <a:pt x="4439" y="85725"/>
                  <a:pt x="0" y="83122"/>
                  <a:pt x="0" y="76200"/>
                </a:cubicBezTo>
                <a:cubicBezTo>
                  <a:pt x="0" y="66673"/>
                  <a:pt x="5183" y="66674"/>
                  <a:pt x="10422" y="66675"/>
                </a:cubicBezTo>
                <a:lnTo>
                  <a:pt x="10593" y="66675"/>
                </a:lnTo>
                <a:cubicBezTo>
                  <a:pt x="14069" y="66675"/>
                  <a:pt x="17705" y="66962"/>
                  <a:pt x="21186" y="69663"/>
                </a:cubicBezTo>
                <a:cubicBezTo>
                  <a:pt x="26482" y="73774"/>
                  <a:pt x="27806" y="71438"/>
                  <a:pt x="29048" y="66968"/>
                </a:cubicBezTo>
                <a:cubicBezTo>
                  <a:pt x="36798" y="39095"/>
                  <a:pt x="40616" y="25361"/>
                  <a:pt x="67965" y="20818"/>
                </a:cubicBezTo>
                <a:cubicBezTo>
                  <a:pt x="68257" y="19066"/>
                  <a:pt x="68615" y="16919"/>
                  <a:pt x="69054" y="14288"/>
                </a:cubicBezTo>
                <a:cubicBezTo>
                  <a:pt x="71438" y="0"/>
                  <a:pt x="75768" y="0"/>
                  <a:pt x="95249" y="0"/>
                </a:cubicBezTo>
                <a:close/>
              </a:path>
            </a:pathLst>
          </a:custGeom>
          <a:solidFill>
            <a:srgbClr val="000000"/>
          </a:solidFill>
          <a:ln w="9525" cap="flat">
            <a:noFill/>
            <a:prstDash val="solid"/>
            <a:miter/>
          </a:ln>
        </p:spPr>
        <p:txBody>
          <a:bodyPr rtlCol="0" anchor="ctr"/>
          <a:lstStyle/>
          <a:p>
            <a:endParaRPr lang="ru-RU"/>
          </a:p>
        </p:txBody>
      </p:sp>
      <p:sp>
        <p:nvSpPr>
          <p:cNvPr id="1606" name="Полилиния: фигура 1605">
            <a:extLst>
              <a:ext uri="{FF2B5EF4-FFF2-40B4-BE49-F238E27FC236}">
                <a16:creationId xmlns:a16="http://schemas.microsoft.com/office/drawing/2014/main" id="{BA893C3D-75CD-E1FF-AFF1-DEF714067F3F}"/>
              </a:ext>
            </a:extLst>
          </p:cNvPr>
          <p:cNvSpPr/>
          <p:nvPr/>
        </p:nvSpPr>
        <p:spPr>
          <a:xfrm>
            <a:off x="7832642" y="3362325"/>
            <a:ext cx="190499" cy="142874"/>
          </a:xfrm>
          <a:custGeom>
            <a:avLst/>
            <a:gdLst>
              <a:gd name="connsiteX0" fmla="*/ 174240 w 190499"/>
              <a:gd name="connsiteY0" fmla="*/ 98040 h 142874"/>
              <a:gd name="connsiteX1" fmla="*/ 187710 w 190499"/>
              <a:gd name="connsiteY1" fmla="*/ 98040 h 142874"/>
              <a:gd name="connsiteX2" fmla="*/ 187710 w 190499"/>
              <a:gd name="connsiteY2" fmla="*/ 111510 h 142874"/>
              <a:gd name="connsiteX3" fmla="*/ 159135 w 190499"/>
              <a:gd name="connsiteY3" fmla="*/ 140085 h 142874"/>
              <a:gd name="connsiteX4" fmla="*/ 145665 w 190499"/>
              <a:gd name="connsiteY4" fmla="*/ 140085 h 142874"/>
              <a:gd name="connsiteX5" fmla="*/ 126615 w 190499"/>
              <a:gd name="connsiteY5" fmla="*/ 121035 h 142874"/>
              <a:gd name="connsiteX6" fmla="*/ 126615 w 190499"/>
              <a:gd name="connsiteY6" fmla="*/ 107565 h 142874"/>
              <a:gd name="connsiteX7" fmla="*/ 140085 w 190499"/>
              <a:gd name="connsiteY7" fmla="*/ 107565 h 142874"/>
              <a:gd name="connsiteX8" fmla="*/ 152400 w 190499"/>
              <a:gd name="connsiteY8" fmla="*/ 119880 h 142874"/>
              <a:gd name="connsiteX9" fmla="*/ 9525 w 190499"/>
              <a:gd name="connsiteY9" fmla="*/ 57150 h 142874"/>
              <a:gd name="connsiteX10" fmla="*/ 161925 w 190499"/>
              <a:gd name="connsiteY10" fmla="*/ 57150 h 142874"/>
              <a:gd name="connsiteX11" fmla="*/ 171396 w 190499"/>
              <a:gd name="connsiteY11" fmla="*/ 64153 h 142874"/>
              <a:gd name="connsiteX12" fmla="*/ 169069 w 190499"/>
              <a:gd name="connsiteY12" fmla="*/ 73819 h 142874"/>
              <a:gd name="connsiteX13" fmla="*/ 152400 w 190499"/>
              <a:gd name="connsiteY13" fmla="*/ 76200 h 142874"/>
              <a:gd name="connsiteX14" fmla="*/ 114300 w 190499"/>
              <a:gd name="connsiteY14" fmla="*/ 114300 h 142874"/>
              <a:gd name="connsiteX15" fmla="*/ 85725 w 190499"/>
              <a:gd name="connsiteY15" fmla="*/ 133350 h 142874"/>
              <a:gd name="connsiteX16" fmla="*/ 8247 w 190499"/>
              <a:gd name="connsiteY16" fmla="*/ 122747 h 142874"/>
              <a:gd name="connsiteX17" fmla="*/ 0 w 190499"/>
              <a:gd name="connsiteY17" fmla="*/ 66675 h 142874"/>
              <a:gd name="connsiteX18" fmla="*/ 9525 w 190499"/>
              <a:gd name="connsiteY18" fmla="*/ 57150 h 142874"/>
              <a:gd name="connsiteX19" fmla="*/ 85725 w 190499"/>
              <a:gd name="connsiteY19" fmla="*/ 0 h 142874"/>
              <a:gd name="connsiteX20" fmla="*/ 171450 w 190499"/>
              <a:gd name="connsiteY20" fmla="*/ 28575 h 142874"/>
              <a:gd name="connsiteX21" fmla="*/ 161925 w 190499"/>
              <a:gd name="connsiteY21" fmla="*/ 38100 h 142874"/>
              <a:gd name="connsiteX22" fmla="*/ 9525 w 190499"/>
              <a:gd name="connsiteY22" fmla="*/ 38100 h 142874"/>
              <a:gd name="connsiteX23" fmla="*/ 0 w 190499"/>
              <a:gd name="connsiteY23" fmla="*/ 28575 h 142874"/>
              <a:gd name="connsiteX24" fmla="*/ 85725 w 190499"/>
              <a:gd name="connsiteY24" fmla="*/ 0 h 14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0499" h="142874">
                <a:moveTo>
                  <a:pt x="174240" y="98040"/>
                </a:moveTo>
                <a:cubicBezTo>
                  <a:pt x="177959" y="94320"/>
                  <a:pt x="183990" y="94320"/>
                  <a:pt x="187710" y="98040"/>
                </a:cubicBezTo>
                <a:cubicBezTo>
                  <a:pt x="191429" y="101759"/>
                  <a:pt x="191429" y="107790"/>
                  <a:pt x="187710" y="111510"/>
                </a:cubicBezTo>
                <a:lnTo>
                  <a:pt x="159135" y="140085"/>
                </a:lnTo>
                <a:cubicBezTo>
                  <a:pt x="155415" y="143804"/>
                  <a:pt x="149384" y="143804"/>
                  <a:pt x="145665" y="140085"/>
                </a:cubicBezTo>
                <a:lnTo>
                  <a:pt x="126615" y="121035"/>
                </a:lnTo>
                <a:cubicBezTo>
                  <a:pt x="122895" y="117315"/>
                  <a:pt x="122895" y="111284"/>
                  <a:pt x="126615" y="107565"/>
                </a:cubicBezTo>
                <a:cubicBezTo>
                  <a:pt x="130334" y="103845"/>
                  <a:pt x="136365" y="103845"/>
                  <a:pt x="140085" y="107565"/>
                </a:cubicBezTo>
                <a:lnTo>
                  <a:pt x="152400" y="119880"/>
                </a:lnTo>
                <a:close/>
                <a:moveTo>
                  <a:pt x="9525" y="57150"/>
                </a:moveTo>
                <a:lnTo>
                  <a:pt x="161925" y="57150"/>
                </a:lnTo>
                <a:cubicBezTo>
                  <a:pt x="169750" y="57150"/>
                  <a:pt x="171147" y="60365"/>
                  <a:pt x="171396" y="64153"/>
                </a:cubicBezTo>
                <a:cubicBezTo>
                  <a:pt x="171259" y="69182"/>
                  <a:pt x="170776" y="72112"/>
                  <a:pt x="169069" y="73819"/>
                </a:cubicBezTo>
                <a:cubicBezTo>
                  <a:pt x="166688" y="76200"/>
                  <a:pt x="161925" y="76200"/>
                  <a:pt x="152400" y="76200"/>
                </a:cubicBezTo>
                <a:cubicBezTo>
                  <a:pt x="123825" y="76200"/>
                  <a:pt x="114300" y="85725"/>
                  <a:pt x="114300" y="114300"/>
                </a:cubicBezTo>
                <a:cubicBezTo>
                  <a:pt x="114300" y="133350"/>
                  <a:pt x="100013" y="133350"/>
                  <a:pt x="85725" y="133350"/>
                </a:cubicBezTo>
                <a:cubicBezTo>
                  <a:pt x="39280" y="133350"/>
                  <a:pt x="17999" y="133350"/>
                  <a:pt x="8247" y="122747"/>
                </a:cubicBezTo>
                <a:cubicBezTo>
                  <a:pt x="0" y="113779"/>
                  <a:pt x="0" y="97226"/>
                  <a:pt x="0" y="66675"/>
                </a:cubicBezTo>
                <a:cubicBezTo>
                  <a:pt x="0" y="61913"/>
                  <a:pt x="0" y="57150"/>
                  <a:pt x="9525" y="57150"/>
                </a:cubicBezTo>
                <a:close/>
                <a:moveTo>
                  <a:pt x="85725" y="0"/>
                </a:moveTo>
                <a:cubicBezTo>
                  <a:pt x="152400" y="0"/>
                  <a:pt x="171450" y="0"/>
                  <a:pt x="171450" y="28575"/>
                </a:cubicBezTo>
                <a:cubicBezTo>
                  <a:pt x="171450" y="33338"/>
                  <a:pt x="171450" y="38100"/>
                  <a:pt x="161925" y="38100"/>
                </a:cubicBezTo>
                <a:lnTo>
                  <a:pt x="9525" y="38100"/>
                </a:lnTo>
                <a:cubicBezTo>
                  <a:pt x="0" y="38100"/>
                  <a:pt x="0" y="33338"/>
                  <a:pt x="0" y="28575"/>
                </a:cubicBezTo>
                <a:cubicBezTo>
                  <a:pt x="0" y="0"/>
                  <a:pt x="19050" y="0"/>
                  <a:pt x="85725" y="0"/>
                </a:cubicBezTo>
                <a:close/>
              </a:path>
            </a:pathLst>
          </a:custGeom>
          <a:solidFill>
            <a:srgbClr val="000000"/>
          </a:solidFill>
          <a:ln w="9525" cap="flat">
            <a:noFill/>
            <a:prstDash val="solid"/>
            <a:miter/>
          </a:ln>
        </p:spPr>
        <p:txBody>
          <a:bodyPr rtlCol="0" anchor="ctr"/>
          <a:lstStyle/>
          <a:p>
            <a:endParaRPr lang="ru-RU"/>
          </a:p>
        </p:txBody>
      </p:sp>
      <p:sp>
        <p:nvSpPr>
          <p:cNvPr id="1617" name="Полилиния: фигура 1616">
            <a:extLst>
              <a:ext uri="{FF2B5EF4-FFF2-40B4-BE49-F238E27FC236}">
                <a16:creationId xmlns:a16="http://schemas.microsoft.com/office/drawing/2014/main" id="{390DF18A-06AA-9E6C-1D7A-92A6A4836493}"/>
              </a:ext>
            </a:extLst>
          </p:cNvPr>
          <p:cNvSpPr/>
          <p:nvPr/>
        </p:nvSpPr>
        <p:spPr>
          <a:xfrm>
            <a:off x="7832642" y="3933677"/>
            <a:ext cx="171450" cy="152400"/>
          </a:xfrm>
          <a:custGeom>
            <a:avLst/>
            <a:gdLst>
              <a:gd name="connsiteX0" fmla="*/ 104775 w 171450"/>
              <a:gd name="connsiteY0" fmla="*/ 66675 h 152400"/>
              <a:gd name="connsiteX1" fmla="*/ 95250 w 171450"/>
              <a:gd name="connsiteY1" fmla="*/ 76200 h 152400"/>
              <a:gd name="connsiteX2" fmla="*/ 104775 w 171450"/>
              <a:gd name="connsiteY2" fmla="*/ 85725 h 152400"/>
              <a:gd name="connsiteX3" fmla="*/ 114300 w 171450"/>
              <a:gd name="connsiteY3" fmla="*/ 76200 h 152400"/>
              <a:gd name="connsiteX4" fmla="*/ 104775 w 171450"/>
              <a:gd name="connsiteY4" fmla="*/ 66675 h 152400"/>
              <a:gd name="connsiteX5" fmla="*/ 104775 w 171450"/>
              <a:gd name="connsiteY5" fmla="*/ 47625 h 152400"/>
              <a:gd name="connsiteX6" fmla="*/ 152400 w 171450"/>
              <a:gd name="connsiteY6" fmla="*/ 47625 h 152400"/>
              <a:gd name="connsiteX7" fmla="*/ 171450 w 171450"/>
              <a:gd name="connsiteY7" fmla="*/ 76200 h 152400"/>
              <a:gd name="connsiteX8" fmla="*/ 152400 w 171450"/>
              <a:gd name="connsiteY8" fmla="*/ 104775 h 152400"/>
              <a:gd name="connsiteX9" fmla="*/ 104775 w 171450"/>
              <a:gd name="connsiteY9" fmla="*/ 104775 h 152400"/>
              <a:gd name="connsiteX10" fmla="*/ 76200 w 171450"/>
              <a:gd name="connsiteY10" fmla="*/ 76200 h 152400"/>
              <a:gd name="connsiteX11" fmla="*/ 104775 w 171450"/>
              <a:gd name="connsiteY11" fmla="*/ 47625 h 152400"/>
              <a:gd name="connsiteX12" fmla="*/ 85725 w 171450"/>
              <a:gd name="connsiteY12" fmla="*/ 0 h 152400"/>
              <a:gd name="connsiteX13" fmla="*/ 155811 w 171450"/>
              <a:gd name="connsiteY13" fmla="*/ 23813 h 152400"/>
              <a:gd name="connsiteX14" fmla="*/ 142875 w 171450"/>
              <a:gd name="connsiteY14" fmla="*/ 38100 h 152400"/>
              <a:gd name="connsiteX15" fmla="*/ 104775 w 171450"/>
              <a:gd name="connsiteY15" fmla="*/ 38100 h 152400"/>
              <a:gd name="connsiteX16" fmla="*/ 66675 w 171450"/>
              <a:gd name="connsiteY16" fmla="*/ 76200 h 152400"/>
              <a:gd name="connsiteX17" fmla="*/ 104775 w 171450"/>
              <a:gd name="connsiteY17" fmla="*/ 114300 h 152400"/>
              <a:gd name="connsiteX18" fmla="*/ 142875 w 171450"/>
              <a:gd name="connsiteY18" fmla="*/ 114300 h 152400"/>
              <a:gd name="connsiteX19" fmla="*/ 155811 w 171450"/>
              <a:gd name="connsiteY19" fmla="*/ 128588 h 152400"/>
              <a:gd name="connsiteX20" fmla="*/ 85725 w 171450"/>
              <a:gd name="connsiteY20" fmla="*/ 152400 h 152400"/>
              <a:gd name="connsiteX21" fmla="*/ 0 w 171450"/>
              <a:gd name="connsiteY21" fmla="*/ 76200 h 152400"/>
              <a:gd name="connsiteX22" fmla="*/ 85725 w 171450"/>
              <a:gd name="connsiteY22"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1450" h="152400">
                <a:moveTo>
                  <a:pt x="104775" y="66675"/>
                </a:moveTo>
                <a:cubicBezTo>
                  <a:pt x="99514" y="66675"/>
                  <a:pt x="95250" y="70939"/>
                  <a:pt x="95250" y="76200"/>
                </a:cubicBezTo>
                <a:cubicBezTo>
                  <a:pt x="95250" y="81461"/>
                  <a:pt x="99514" y="85725"/>
                  <a:pt x="104775" y="85725"/>
                </a:cubicBezTo>
                <a:cubicBezTo>
                  <a:pt x="110036" y="85725"/>
                  <a:pt x="114300" y="81461"/>
                  <a:pt x="114300" y="76200"/>
                </a:cubicBezTo>
                <a:cubicBezTo>
                  <a:pt x="114300" y="70939"/>
                  <a:pt x="110036" y="66675"/>
                  <a:pt x="104775" y="66675"/>
                </a:cubicBezTo>
                <a:close/>
                <a:moveTo>
                  <a:pt x="104775" y="47625"/>
                </a:moveTo>
                <a:lnTo>
                  <a:pt x="152400" y="47625"/>
                </a:lnTo>
                <a:cubicBezTo>
                  <a:pt x="161925" y="47625"/>
                  <a:pt x="171450" y="52388"/>
                  <a:pt x="171450" y="76200"/>
                </a:cubicBezTo>
                <a:cubicBezTo>
                  <a:pt x="171450" y="100013"/>
                  <a:pt x="161925" y="104775"/>
                  <a:pt x="152400" y="104775"/>
                </a:cubicBezTo>
                <a:lnTo>
                  <a:pt x="104775" y="104775"/>
                </a:lnTo>
                <a:cubicBezTo>
                  <a:pt x="88993" y="104775"/>
                  <a:pt x="76200" y="91982"/>
                  <a:pt x="76200" y="76200"/>
                </a:cubicBezTo>
                <a:cubicBezTo>
                  <a:pt x="76200" y="60418"/>
                  <a:pt x="88993" y="47625"/>
                  <a:pt x="104775" y="47625"/>
                </a:cubicBezTo>
                <a:close/>
                <a:moveTo>
                  <a:pt x="85725" y="0"/>
                </a:moveTo>
                <a:cubicBezTo>
                  <a:pt x="128588" y="0"/>
                  <a:pt x="147481" y="2398"/>
                  <a:pt x="155811" y="23813"/>
                </a:cubicBezTo>
                <a:cubicBezTo>
                  <a:pt x="159515" y="33338"/>
                  <a:pt x="157296" y="38100"/>
                  <a:pt x="142875" y="38100"/>
                </a:cubicBezTo>
                <a:lnTo>
                  <a:pt x="104775" y="38100"/>
                </a:lnTo>
                <a:cubicBezTo>
                  <a:pt x="83733" y="38100"/>
                  <a:pt x="66675" y="55158"/>
                  <a:pt x="66675" y="76200"/>
                </a:cubicBezTo>
                <a:cubicBezTo>
                  <a:pt x="66675" y="97242"/>
                  <a:pt x="83733" y="114300"/>
                  <a:pt x="104775" y="114300"/>
                </a:cubicBezTo>
                <a:lnTo>
                  <a:pt x="142875" y="114300"/>
                </a:lnTo>
                <a:cubicBezTo>
                  <a:pt x="157296" y="114300"/>
                  <a:pt x="159515" y="119063"/>
                  <a:pt x="155811" y="128588"/>
                </a:cubicBezTo>
                <a:cubicBezTo>
                  <a:pt x="147481" y="150002"/>
                  <a:pt x="128588" y="152400"/>
                  <a:pt x="85725" y="152400"/>
                </a:cubicBezTo>
                <a:cubicBezTo>
                  <a:pt x="15130" y="152400"/>
                  <a:pt x="0" y="146795"/>
                  <a:pt x="0" y="76200"/>
                </a:cubicBezTo>
                <a:cubicBezTo>
                  <a:pt x="0" y="5605"/>
                  <a:pt x="15130" y="0"/>
                  <a:pt x="85725" y="0"/>
                </a:cubicBezTo>
                <a:close/>
              </a:path>
            </a:pathLst>
          </a:custGeom>
          <a:solidFill>
            <a:srgbClr val="000000"/>
          </a:solidFill>
          <a:ln w="9525" cap="flat">
            <a:noFill/>
            <a:prstDash val="solid"/>
            <a:miter/>
          </a:ln>
        </p:spPr>
        <p:txBody>
          <a:bodyPr rtlCol="0" anchor="ctr"/>
          <a:lstStyle/>
          <a:p>
            <a:endParaRPr lang="ru-RU"/>
          </a:p>
        </p:txBody>
      </p:sp>
      <p:sp>
        <p:nvSpPr>
          <p:cNvPr id="1621" name="Полилиния: фигура 1620">
            <a:extLst>
              <a:ext uri="{FF2B5EF4-FFF2-40B4-BE49-F238E27FC236}">
                <a16:creationId xmlns:a16="http://schemas.microsoft.com/office/drawing/2014/main" id="{DC689FCA-3202-06EB-73FC-1E04935C59FE}"/>
              </a:ext>
            </a:extLst>
          </p:cNvPr>
          <p:cNvSpPr/>
          <p:nvPr/>
        </p:nvSpPr>
        <p:spPr>
          <a:xfrm>
            <a:off x="7842167" y="5767688"/>
            <a:ext cx="152400" cy="171450"/>
          </a:xfrm>
          <a:custGeom>
            <a:avLst/>
            <a:gdLst>
              <a:gd name="connsiteX0" fmla="*/ 123825 w 152400"/>
              <a:gd name="connsiteY0" fmla="*/ 28645 h 171450"/>
              <a:gd name="connsiteX1" fmla="*/ 152400 w 152400"/>
              <a:gd name="connsiteY1" fmla="*/ 76270 h 171450"/>
              <a:gd name="connsiteX2" fmla="*/ 123825 w 152400"/>
              <a:gd name="connsiteY2" fmla="*/ 123824 h 171450"/>
              <a:gd name="connsiteX3" fmla="*/ 123508 w 152400"/>
              <a:gd name="connsiteY3" fmla="*/ 123823 h 171450"/>
              <a:gd name="connsiteX4" fmla="*/ 98809 w 152400"/>
              <a:gd name="connsiteY4" fmla="*/ 120199 h 171450"/>
              <a:gd name="connsiteX5" fmla="*/ 95250 w 152400"/>
              <a:gd name="connsiteY5" fmla="*/ 95249 h 171450"/>
              <a:gd name="connsiteX6" fmla="*/ 95250 w 152400"/>
              <a:gd name="connsiteY6" fmla="*/ 57149 h 171450"/>
              <a:gd name="connsiteX7" fmla="*/ 98813 w 152400"/>
              <a:gd name="connsiteY7" fmla="*/ 32217 h 171450"/>
              <a:gd name="connsiteX8" fmla="*/ 123825 w 152400"/>
              <a:gd name="connsiteY8" fmla="*/ 28645 h 171450"/>
              <a:gd name="connsiteX9" fmla="*/ 23813 w 152400"/>
              <a:gd name="connsiteY9" fmla="*/ 0 h 171450"/>
              <a:gd name="connsiteX10" fmla="*/ 38100 w 152400"/>
              <a:gd name="connsiteY10" fmla="*/ 9525 h 171450"/>
              <a:gd name="connsiteX11" fmla="*/ 57150 w 152400"/>
              <a:gd name="connsiteY11" fmla="*/ 9596 h 171450"/>
              <a:gd name="connsiteX12" fmla="*/ 82162 w 152400"/>
              <a:gd name="connsiteY12" fmla="*/ 13168 h 171450"/>
              <a:gd name="connsiteX13" fmla="*/ 85725 w 152400"/>
              <a:gd name="connsiteY13" fmla="*/ 38100 h 171450"/>
              <a:gd name="connsiteX14" fmla="*/ 85725 w 152400"/>
              <a:gd name="connsiteY14" fmla="*/ 76270 h 171450"/>
              <a:gd name="connsiteX15" fmla="*/ 82153 w 152400"/>
              <a:gd name="connsiteY15" fmla="*/ 101274 h 171450"/>
              <a:gd name="connsiteX16" fmla="*/ 57150 w 152400"/>
              <a:gd name="connsiteY16" fmla="*/ 104845 h 171450"/>
              <a:gd name="connsiteX17" fmla="*/ 38100 w 152400"/>
              <a:gd name="connsiteY17" fmla="*/ 104845 h 171450"/>
              <a:gd name="connsiteX18" fmla="*/ 38100 w 152400"/>
              <a:gd name="connsiteY18" fmla="*/ 154304 h 171450"/>
              <a:gd name="connsiteX19" fmla="*/ 47625 w 152400"/>
              <a:gd name="connsiteY19" fmla="*/ 161925 h 171450"/>
              <a:gd name="connsiteX20" fmla="*/ 23813 w 152400"/>
              <a:gd name="connsiteY20" fmla="*/ 171450 h 171450"/>
              <a:gd name="connsiteX21" fmla="*/ 0 w 152400"/>
              <a:gd name="connsiteY21" fmla="*/ 161925 h 171450"/>
              <a:gd name="connsiteX22" fmla="*/ 9525 w 152400"/>
              <a:gd name="connsiteY22" fmla="*/ 154304 h 171450"/>
              <a:gd name="connsiteX23" fmla="*/ 9525 w 152400"/>
              <a:gd name="connsiteY23" fmla="*/ 9525 h 171450"/>
              <a:gd name="connsiteX24" fmla="*/ 23813 w 152400"/>
              <a:gd name="connsiteY24"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400" h="171450">
                <a:moveTo>
                  <a:pt x="123825" y="28645"/>
                </a:moveTo>
                <a:cubicBezTo>
                  <a:pt x="142875" y="28645"/>
                  <a:pt x="152400" y="37479"/>
                  <a:pt x="152400" y="76270"/>
                </a:cubicBezTo>
                <a:cubicBezTo>
                  <a:pt x="152400" y="115061"/>
                  <a:pt x="142875" y="123895"/>
                  <a:pt x="123825" y="123824"/>
                </a:cubicBezTo>
                <a:lnTo>
                  <a:pt x="123508" y="123823"/>
                </a:lnTo>
                <a:cubicBezTo>
                  <a:pt x="109415" y="123771"/>
                  <a:pt x="102350" y="123744"/>
                  <a:pt x="98809" y="120199"/>
                </a:cubicBezTo>
                <a:cubicBezTo>
                  <a:pt x="95250" y="116636"/>
                  <a:pt x="95250" y="109518"/>
                  <a:pt x="95250" y="95249"/>
                </a:cubicBezTo>
                <a:lnTo>
                  <a:pt x="95250" y="57149"/>
                </a:lnTo>
                <a:cubicBezTo>
                  <a:pt x="95250" y="42909"/>
                  <a:pt x="95250" y="35783"/>
                  <a:pt x="98813" y="32217"/>
                </a:cubicBezTo>
                <a:cubicBezTo>
                  <a:pt x="102382" y="28645"/>
                  <a:pt x="109526" y="28645"/>
                  <a:pt x="123825" y="28645"/>
                </a:cubicBezTo>
                <a:close/>
                <a:moveTo>
                  <a:pt x="23813" y="0"/>
                </a:moveTo>
                <a:cubicBezTo>
                  <a:pt x="33338" y="0"/>
                  <a:pt x="38100" y="4265"/>
                  <a:pt x="38100" y="9525"/>
                </a:cubicBezTo>
                <a:lnTo>
                  <a:pt x="57150" y="9596"/>
                </a:lnTo>
                <a:cubicBezTo>
                  <a:pt x="71449" y="9596"/>
                  <a:pt x="78593" y="9596"/>
                  <a:pt x="82162" y="13168"/>
                </a:cubicBezTo>
                <a:cubicBezTo>
                  <a:pt x="85725" y="16734"/>
                  <a:pt x="85725" y="23860"/>
                  <a:pt x="85725" y="38100"/>
                </a:cubicBezTo>
                <a:lnTo>
                  <a:pt x="85725" y="76270"/>
                </a:lnTo>
                <a:cubicBezTo>
                  <a:pt x="85725" y="90558"/>
                  <a:pt x="85725" y="97702"/>
                  <a:pt x="82153" y="101274"/>
                </a:cubicBezTo>
                <a:cubicBezTo>
                  <a:pt x="78581" y="104845"/>
                  <a:pt x="71438" y="104845"/>
                  <a:pt x="57150" y="104845"/>
                </a:cubicBezTo>
                <a:lnTo>
                  <a:pt x="38100" y="104845"/>
                </a:lnTo>
                <a:lnTo>
                  <a:pt x="38100" y="154304"/>
                </a:lnTo>
                <a:cubicBezTo>
                  <a:pt x="43884" y="156042"/>
                  <a:pt x="47625" y="158808"/>
                  <a:pt x="47625" y="161925"/>
                </a:cubicBezTo>
                <a:cubicBezTo>
                  <a:pt x="47625" y="167186"/>
                  <a:pt x="36964" y="171450"/>
                  <a:pt x="23813" y="171450"/>
                </a:cubicBezTo>
                <a:cubicBezTo>
                  <a:pt x="10661" y="171450"/>
                  <a:pt x="0" y="167186"/>
                  <a:pt x="0" y="161925"/>
                </a:cubicBezTo>
                <a:cubicBezTo>
                  <a:pt x="0" y="158808"/>
                  <a:pt x="3741" y="156042"/>
                  <a:pt x="9525" y="154304"/>
                </a:cubicBezTo>
                <a:lnTo>
                  <a:pt x="9525" y="9525"/>
                </a:lnTo>
                <a:cubicBezTo>
                  <a:pt x="9525" y="4265"/>
                  <a:pt x="14288" y="0"/>
                  <a:pt x="23813" y="0"/>
                </a:cubicBezTo>
                <a:close/>
              </a:path>
            </a:pathLst>
          </a:custGeom>
          <a:solidFill>
            <a:srgbClr val="000000"/>
          </a:solidFill>
          <a:ln w="9525" cap="flat">
            <a:noFill/>
            <a:prstDash val="solid"/>
            <a:miter/>
          </a:ln>
        </p:spPr>
        <p:txBody>
          <a:bodyPr rtlCol="0" anchor="ctr"/>
          <a:lstStyle/>
          <a:p>
            <a:endParaRPr lang="ru-RU"/>
          </a:p>
        </p:txBody>
      </p:sp>
      <p:sp>
        <p:nvSpPr>
          <p:cNvPr id="1587" name="Полилиния: фигура 1586">
            <a:extLst>
              <a:ext uri="{FF2B5EF4-FFF2-40B4-BE49-F238E27FC236}">
                <a16:creationId xmlns:a16="http://schemas.microsoft.com/office/drawing/2014/main" id="{EC75443A-63E0-5885-09C8-3AFACDCFD3C6}"/>
              </a:ext>
            </a:extLst>
          </p:cNvPr>
          <p:cNvSpPr/>
          <p:nvPr/>
        </p:nvSpPr>
        <p:spPr>
          <a:xfrm>
            <a:off x="8249275" y="884917"/>
            <a:ext cx="171450" cy="152400"/>
          </a:xfrm>
          <a:custGeom>
            <a:avLst/>
            <a:gdLst>
              <a:gd name="connsiteX0" fmla="*/ 85725 w 171450"/>
              <a:gd name="connsiteY0" fmla="*/ 76200 h 152400"/>
              <a:gd name="connsiteX1" fmla="*/ 142875 w 171450"/>
              <a:gd name="connsiteY1" fmla="*/ 88270 h 152400"/>
              <a:gd name="connsiteX2" fmla="*/ 161925 w 171450"/>
              <a:gd name="connsiteY2" fmla="*/ 114300 h 152400"/>
              <a:gd name="connsiteX3" fmla="*/ 155840 w 171450"/>
              <a:gd name="connsiteY3" fmla="*/ 126467 h 152400"/>
              <a:gd name="connsiteX4" fmla="*/ 168411 w 171450"/>
              <a:gd name="connsiteY4" fmla="*/ 135890 h 152400"/>
              <a:gd name="connsiteX5" fmla="*/ 168660 w 171450"/>
              <a:gd name="connsiteY5" fmla="*/ 136140 h 152400"/>
              <a:gd name="connsiteX6" fmla="*/ 168660 w 171450"/>
              <a:gd name="connsiteY6" fmla="*/ 149610 h 152400"/>
              <a:gd name="connsiteX7" fmla="*/ 155190 w 171450"/>
              <a:gd name="connsiteY7" fmla="*/ 149610 h 152400"/>
              <a:gd name="connsiteX8" fmla="*/ 142875 w 171450"/>
              <a:gd name="connsiteY8" fmla="*/ 142875 h 152400"/>
              <a:gd name="connsiteX9" fmla="*/ 132847 w 171450"/>
              <a:gd name="connsiteY9" fmla="*/ 146632 h 152400"/>
              <a:gd name="connsiteX10" fmla="*/ 132183 w 171450"/>
              <a:gd name="connsiteY10" fmla="*/ 146965 h 152400"/>
              <a:gd name="connsiteX11" fmla="*/ 114300 w 171450"/>
              <a:gd name="connsiteY11" fmla="*/ 152400 h 152400"/>
              <a:gd name="connsiteX12" fmla="*/ 96417 w 171450"/>
              <a:gd name="connsiteY12" fmla="*/ 146965 h 152400"/>
              <a:gd name="connsiteX13" fmla="*/ 95753 w 171450"/>
              <a:gd name="connsiteY13" fmla="*/ 146632 h 152400"/>
              <a:gd name="connsiteX14" fmla="*/ 85725 w 171450"/>
              <a:gd name="connsiteY14" fmla="*/ 142875 h 152400"/>
              <a:gd name="connsiteX15" fmla="*/ 75697 w 171450"/>
              <a:gd name="connsiteY15" fmla="*/ 146632 h 152400"/>
              <a:gd name="connsiteX16" fmla="*/ 75033 w 171450"/>
              <a:gd name="connsiteY16" fmla="*/ 146965 h 152400"/>
              <a:gd name="connsiteX17" fmla="*/ 57150 w 171450"/>
              <a:gd name="connsiteY17" fmla="*/ 152400 h 152400"/>
              <a:gd name="connsiteX18" fmla="*/ 39267 w 171450"/>
              <a:gd name="connsiteY18" fmla="*/ 146965 h 152400"/>
              <a:gd name="connsiteX19" fmla="*/ 38603 w 171450"/>
              <a:gd name="connsiteY19" fmla="*/ 146632 h 152400"/>
              <a:gd name="connsiteX20" fmla="*/ 28575 w 171450"/>
              <a:gd name="connsiteY20" fmla="*/ 142875 h 152400"/>
              <a:gd name="connsiteX21" fmla="*/ 16260 w 171450"/>
              <a:gd name="connsiteY21" fmla="*/ 149610 h 152400"/>
              <a:gd name="connsiteX22" fmla="*/ 2790 w 171450"/>
              <a:gd name="connsiteY22" fmla="*/ 149610 h 152400"/>
              <a:gd name="connsiteX23" fmla="*/ 2790 w 171450"/>
              <a:gd name="connsiteY23" fmla="*/ 136140 h 152400"/>
              <a:gd name="connsiteX24" fmla="*/ 3039 w 171450"/>
              <a:gd name="connsiteY24" fmla="*/ 135890 h 152400"/>
              <a:gd name="connsiteX25" fmla="*/ 15609 w 171450"/>
              <a:gd name="connsiteY25" fmla="*/ 126468 h 152400"/>
              <a:gd name="connsiteX26" fmla="*/ 9525 w 171450"/>
              <a:gd name="connsiteY26" fmla="*/ 114300 h 152400"/>
              <a:gd name="connsiteX27" fmla="*/ 28575 w 171450"/>
              <a:gd name="connsiteY27" fmla="*/ 88270 h 152400"/>
              <a:gd name="connsiteX28" fmla="*/ 85725 w 171450"/>
              <a:gd name="connsiteY28" fmla="*/ 76200 h 152400"/>
              <a:gd name="connsiteX29" fmla="*/ 85725 w 171450"/>
              <a:gd name="connsiteY29" fmla="*/ 38100 h 152400"/>
              <a:gd name="connsiteX30" fmla="*/ 152400 w 171450"/>
              <a:gd name="connsiteY30" fmla="*/ 76200 h 152400"/>
              <a:gd name="connsiteX31" fmla="*/ 143292 w 171450"/>
              <a:gd name="connsiteY31" fmla="*/ 78513 h 152400"/>
              <a:gd name="connsiteX32" fmla="*/ 142681 w 171450"/>
              <a:gd name="connsiteY32" fmla="*/ 78360 h 152400"/>
              <a:gd name="connsiteX33" fmla="*/ 91386 w 171450"/>
              <a:gd name="connsiteY33" fmla="*/ 67327 h 152400"/>
              <a:gd name="connsiteX34" fmla="*/ 85725 w 171450"/>
              <a:gd name="connsiteY34" fmla="*/ 66675 h 152400"/>
              <a:gd name="connsiteX35" fmla="*/ 80063 w 171450"/>
              <a:gd name="connsiteY35" fmla="*/ 67327 h 152400"/>
              <a:gd name="connsiteX36" fmla="*/ 28575 w 171450"/>
              <a:gd name="connsiteY36" fmla="*/ 78360 h 152400"/>
              <a:gd name="connsiteX37" fmla="*/ 27824 w 171450"/>
              <a:gd name="connsiteY37" fmla="*/ 78548 h 152400"/>
              <a:gd name="connsiteX38" fmla="*/ 19050 w 171450"/>
              <a:gd name="connsiteY38" fmla="*/ 76200 h 152400"/>
              <a:gd name="connsiteX39" fmla="*/ 85725 w 171450"/>
              <a:gd name="connsiteY39" fmla="*/ 38100 h 152400"/>
              <a:gd name="connsiteX40" fmla="*/ 85723 w 171450"/>
              <a:gd name="connsiteY40" fmla="*/ 0 h 152400"/>
              <a:gd name="connsiteX41" fmla="*/ 123010 w 171450"/>
              <a:gd name="connsiteY41" fmla="*/ 19050 h 152400"/>
              <a:gd name="connsiteX42" fmla="*/ 114299 w 171450"/>
              <a:gd name="connsiteY42" fmla="*/ 29450 h 152400"/>
              <a:gd name="connsiteX43" fmla="*/ 85723 w 171450"/>
              <a:gd name="connsiteY43" fmla="*/ 28575 h 152400"/>
              <a:gd name="connsiteX44" fmla="*/ 57149 w 171450"/>
              <a:gd name="connsiteY44" fmla="*/ 29450 h 152400"/>
              <a:gd name="connsiteX45" fmla="*/ 48438 w 171450"/>
              <a:gd name="connsiteY45" fmla="*/ 19050 h 152400"/>
              <a:gd name="connsiteX46" fmla="*/ 85723 w 171450"/>
              <a:gd name="connsiteY4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71450" h="152400">
                <a:moveTo>
                  <a:pt x="85725" y="76200"/>
                </a:moveTo>
                <a:cubicBezTo>
                  <a:pt x="91345" y="76200"/>
                  <a:pt x="142875" y="88270"/>
                  <a:pt x="142875" y="88270"/>
                </a:cubicBezTo>
                <a:cubicBezTo>
                  <a:pt x="167429" y="94268"/>
                  <a:pt x="171450" y="95250"/>
                  <a:pt x="161925" y="114300"/>
                </a:cubicBezTo>
                <a:cubicBezTo>
                  <a:pt x="159184" y="119783"/>
                  <a:pt x="157231" y="123687"/>
                  <a:pt x="155840" y="126467"/>
                </a:cubicBezTo>
                <a:cubicBezTo>
                  <a:pt x="161534" y="129008"/>
                  <a:pt x="165416" y="132893"/>
                  <a:pt x="168411" y="135890"/>
                </a:cubicBezTo>
                <a:lnTo>
                  <a:pt x="168660" y="136140"/>
                </a:lnTo>
                <a:cubicBezTo>
                  <a:pt x="172380" y="139859"/>
                  <a:pt x="172380" y="145891"/>
                  <a:pt x="168660" y="149610"/>
                </a:cubicBezTo>
                <a:cubicBezTo>
                  <a:pt x="164941" y="153330"/>
                  <a:pt x="158909" y="153330"/>
                  <a:pt x="155190" y="149610"/>
                </a:cubicBezTo>
                <a:cubicBezTo>
                  <a:pt x="150527" y="144948"/>
                  <a:pt x="148212" y="142875"/>
                  <a:pt x="142875" y="142875"/>
                </a:cubicBezTo>
                <a:cubicBezTo>
                  <a:pt x="140799" y="142875"/>
                  <a:pt x="138163" y="143974"/>
                  <a:pt x="132847" y="146632"/>
                </a:cubicBezTo>
                <a:lnTo>
                  <a:pt x="132183" y="146965"/>
                </a:lnTo>
                <a:cubicBezTo>
                  <a:pt x="127934" y="149101"/>
                  <a:pt x="121369" y="152400"/>
                  <a:pt x="114300" y="152400"/>
                </a:cubicBezTo>
                <a:cubicBezTo>
                  <a:pt x="107232" y="152400"/>
                  <a:pt x="100666" y="149101"/>
                  <a:pt x="96417" y="146965"/>
                </a:cubicBezTo>
                <a:lnTo>
                  <a:pt x="95753" y="146632"/>
                </a:lnTo>
                <a:cubicBezTo>
                  <a:pt x="90437" y="143974"/>
                  <a:pt x="87801" y="142875"/>
                  <a:pt x="85725" y="142875"/>
                </a:cubicBezTo>
                <a:cubicBezTo>
                  <a:pt x="83649" y="142875"/>
                  <a:pt x="81013" y="143974"/>
                  <a:pt x="75697" y="146632"/>
                </a:cubicBezTo>
                <a:lnTo>
                  <a:pt x="75033" y="146965"/>
                </a:lnTo>
                <a:cubicBezTo>
                  <a:pt x="70784" y="149101"/>
                  <a:pt x="64219" y="152400"/>
                  <a:pt x="57150" y="152400"/>
                </a:cubicBezTo>
                <a:cubicBezTo>
                  <a:pt x="50081" y="152400"/>
                  <a:pt x="43516" y="149101"/>
                  <a:pt x="39267" y="146965"/>
                </a:cubicBezTo>
                <a:lnTo>
                  <a:pt x="38603" y="146632"/>
                </a:lnTo>
                <a:cubicBezTo>
                  <a:pt x="33287" y="143974"/>
                  <a:pt x="30652" y="142875"/>
                  <a:pt x="28575" y="142875"/>
                </a:cubicBezTo>
                <a:cubicBezTo>
                  <a:pt x="23238" y="142875"/>
                  <a:pt x="20923" y="144948"/>
                  <a:pt x="16260" y="149610"/>
                </a:cubicBezTo>
                <a:cubicBezTo>
                  <a:pt x="12540" y="153330"/>
                  <a:pt x="6510" y="153330"/>
                  <a:pt x="2790" y="149610"/>
                </a:cubicBezTo>
                <a:cubicBezTo>
                  <a:pt x="-930" y="145891"/>
                  <a:pt x="-930" y="139859"/>
                  <a:pt x="2790" y="136140"/>
                </a:cubicBezTo>
                <a:lnTo>
                  <a:pt x="3039" y="135890"/>
                </a:lnTo>
                <a:cubicBezTo>
                  <a:pt x="6034" y="132894"/>
                  <a:pt x="9916" y="129009"/>
                  <a:pt x="15609" y="126468"/>
                </a:cubicBezTo>
                <a:lnTo>
                  <a:pt x="9525" y="114300"/>
                </a:lnTo>
                <a:cubicBezTo>
                  <a:pt x="0" y="95250"/>
                  <a:pt x="4021" y="94268"/>
                  <a:pt x="28575" y="88270"/>
                </a:cubicBezTo>
                <a:cubicBezTo>
                  <a:pt x="28575" y="88270"/>
                  <a:pt x="80104" y="76200"/>
                  <a:pt x="85725" y="76200"/>
                </a:cubicBezTo>
                <a:close/>
                <a:moveTo>
                  <a:pt x="85725" y="38100"/>
                </a:moveTo>
                <a:cubicBezTo>
                  <a:pt x="144066" y="38100"/>
                  <a:pt x="152400" y="45027"/>
                  <a:pt x="152400" y="76200"/>
                </a:cubicBezTo>
                <a:cubicBezTo>
                  <a:pt x="152400" y="80792"/>
                  <a:pt x="148718" y="79871"/>
                  <a:pt x="143292" y="78513"/>
                </a:cubicBezTo>
                <a:lnTo>
                  <a:pt x="142681" y="78360"/>
                </a:lnTo>
                <a:cubicBezTo>
                  <a:pt x="125719" y="74135"/>
                  <a:pt x="108596" y="70245"/>
                  <a:pt x="91386" y="67327"/>
                </a:cubicBezTo>
                <a:cubicBezTo>
                  <a:pt x="89613" y="67027"/>
                  <a:pt x="87376" y="66675"/>
                  <a:pt x="85725" y="66675"/>
                </a:cubicBezTo>
                <a:cubicBezTo>
                  <a:pt x="84073" y="66675"/>
                  <a:pt x="81836" y="67027"/>
                  <a:pt x="80063" y="67327"/>
                </a:cubicBezTo>
                <a:cubicBezTo>
                  <a:pt x="62822" y="70251"/>
                  <a:pt x="45602" y="74119"/>
                  <a:pt x="28575" y="78360"/>
                </a:cubicBezTo>
                <a:lnTo>
                  <a:pt x="27824" y="78548"/>
                </a:lnTo>
                <a:cubicBezTo>
                  <a:pt x="22549" y="79872"/>
                  <a:pt x="19050" y="80750"/>
                  <a:pt x="19050" y="76200"/>
                </a:cubicBezTo>
                <a:cubicBezTo>
                  <a:pt x="19050" y="45027"/>
                  <a:pt x="27384" y="38100"/>
                  <a:pt x="85725" y="38100"/>
                </a:cubicBezTo>
                <a:close/>
                <a:moveTo>
                  <a:pt x="85723" y="0"/>
                </a:moveTo>
                <a:cubicBezTo>
                  <a:pt x="112194" y="0"/>
                  <a:pt x="120650" y="3821"/>
                  <a:pt x="123010" y="19050"/>
                </a:cubicBezTo>
                <a:cubicBezTo>
                  <a:pt x="124486" y="28575"/>
                  <a:pt x="124718" y="30265"/>
                  <a:pt x="114299" y="29450"/>
                </a:cubicBezTo>
                <a:cubicBezTo>
                  <a:pt x="106207" y="28818"/>
                  <a:pt x="96739" y="28575"/>
                  <a:pt x="85723" y="28575"/>
                </a:cubicBezTo>
                <a:cubicBezTo>
                  <a:pt x="74709" y="28575"/>
                  <a:pt x="65241" y="28818"/>
                  <a:pt x="57149" y="29450"/>
                </a:cubicBezTo>
                <a:cubicBezTo>
                  <a:pt x="46730" y="30265"/>
                  <a:pt x="46962" y="28575"/>
                  <a:pt x="48438" y="19050"/>
                </a:cubicBezTo>
                <a:cubicBezTo>
                  <a:pt x="50798" y="3821"/>
                  <a:pt x="59253" y="0"/>
                  <a:pt x="85723" y="0"/>
                </a:cubicBezTo>
                <a:close/>
              </a:path>
            </a:pathLst>
          </a:custGeom>
          <a:solidFill>
            <a:srgbClr val="000000"/>
          </a:solidFill>
          <a:ln w="9525" cap="flat">
            <a:noFill/>
            <a:prstDash val="solid"/>
            <a:miter/>
          </a:ln>
        </p:spPr>
        <p:txBody>
          <a:bodyPr rtlCol="0" anchor="ctr"/>
          <a:lstStyle/>
          <a:p>
            <a:endParaRPr lang="ru-RU"/>
          </a:p>
        </p:txBody>
      </p:sp>
      <p:sp>
        <p:nvSpPr>
          <p:cNvPr id="1596" name="Полилиния: фигура 1595">
            <a:extLst>
              <a:ext uri="{FF2B5EF4-FFF2-40B4-BE49-F238E27FC236}">
                <a16:creationId xmlns:a16="http://schemas.microsoft.com/office/drawing/2014/main" id="{9B594C48-9ABB-7A08-2374-EA62FC6DE20D}"/>
              </a:ext>
            </a:extLst>
          </p:cNvPr>
          <p:cNvSpPr/>
          <p:nvPr/>
        </p:nvSpPr>
        <p:spPr>
          <a:xfrm>
            <a:off x="8258801" y="1404558"/>
            <a:ext cx="152399" cy="171450"/>
          </a:xfrm>
          <a:custGeom>
            <a:avLst/>
            <a:gdLst>
              <a:gd name="connsiteX0" fmla="*/ 142874 w 152399"/>
              <a:gd name="connsiteY0" fmla="*/ 1370 h 171450"/>
              <a:gd name="connsiteX1" fmla="*/ 152399 w 152399"/>
              <a:gd name="connsiteY1" fmla="*/ 19050 h 171450"/>
              <a:gd name="connsiteX2" fmla="*/ 152399 w 152399"/>
              <a:gd name="connsiteY2" fmla="*/ 123824 h 171450"/>
              <a:gd name="connsiteX3" fmla="*/ 133349 w 152399"/>
              <a:gd name="connsiteY3" fmla="*/ 171449 h 171450"/>
              <a:gd name="connsiteX4" fmla="*/ 114299 w 152399"/>
              <a:gd name="connsiteY4" fmla="*/ 123824 h 171450"/>
              <a:gd name="connsiteX5" fmla="*/ 114299 w 152399"/>
              <a:gd name="connsiteY5" fmla="*/ 114299 h 171450"/>
              <a:gd name="connsiteX6" fmla="*/ 95249 w 152399"/>
              <a:gd name="connsiteY6" fmla="*/ 114299 h 171450"/>
              <a:gd name="connsiteX7" fmla="*/ 88862 w 152399"/>
              <a:gd name="connsiteY7" fmla="*/ 95249 h 171450"/>
              <a:gd name="connsiteX8" fmla="*/ 142874 w 152399"/>
              <a:gd name="connsiteY8" fmla="*/ 1370 h 171450"/>
              <a:gd name="connsiteX9" fmla="*/ 9525 w 152399"/>
              <a:gd name="connsiteY9" fmla="*/ 0 h 171450"/>
              <a:gd name="connsiteX10" fmla="*/ 19050 w 152399"/>
              <a:gd name="connsiteY10" fmla="*/ 9525 h 171450"/>
              <a:gd name="connsiteX11" fmla="*/ 19050 w 152399"/>
              <a:gd name="connsiteY11" fmla="*/ 47625 h 171450"/>
              <a:gd name="connsiteX12" fmla="*/ 28575 w 152399"/>
              <a:gd name="connsiteY12" fmla="*/ 57150 h 171450"/>
              <a:gd name="connsiteX13" fmla="*/ 28575 w 152399"/>
              <a:gd name="connsiteY13" fmla="*/ 9525 h 171450"/>
              <a:gd name="connsiteX14" fmla="*/ 38100 w 152399"/>
              <a:gd name="connsiteY14" fmla="*/ 0 h 171450"/>
              <a:gd name="connsiteX15" fmla="*/ 47625 w 152399"/>
              <a:gd name="connsiteY15" fmla="*/ 9525 h 171450"/>
              <a:gd name="connsiteX16" fmla="*/ 47625 w 152399"/>
              <a:gd name="connsiteY16" fmla="*/ 57150 h 171450"/>
              <a:gd name="connsiteX17" fmla="*/ 57150 w 152399"/>
              <a:gd name="connsiteY17" fmla="*/ 47625 h 171450"/>
              <a:gd name="connsiteX18" fmla="*/ 57150 w 152399"/>
              <a:gd name="connsiteY18" fmla="*/ 9525 h 171450"/>
              <a:gd name="connsiteX19" fmla="*/ 66675 w 152399"/>
              <a:gd name="connsiteY19" fmla="*/ 0 h 171450"/>
              <a:gd name="connsiteX20" fmla="*/ 76200 w 152399"/>
              <a:gd name="connsiteY20" fmla="*/ 9534 h 171450"/>
              <a:gd name="connsiteX21" fmla="*/ 76200 w 152399"/>
              <a:gd name="connsiteY21" fmla="*/ 47625 h 171450"/>
              <a:gd name="connsiteX22" fmla="*/ 74892 w 152399"/>
              <a:gd name="connsiteY22" fmla="*/ 66046 h 171450"/>
              <a:gd name="connsiteX23" fmla="*/ 67516 w 152399"/>
              <a:gd name="connsiteY23" fmla="*/ 79860 h 171450"/>
              <a:gd name="connsiteX24" fmla="*/ 53724 w 152399"/>
              <a:gd name="connsiteY24" fmla="*/ 85214 h 171450"/>
              <a:gd name="connsiteX25" fmla="*/ 53047 w 152399"/>
              <a:gd name="connsiteY25" fmla="*/ 85288 h 171450"/>
              <a:gd name="connsiteX26" fmla="*/ 54769 w 152399"/>
              <a:gd name="connsiteY26" fmla="*/ 121444 h 171450"/>
              <a:gd name="connsiteX27" fmla="*/ 38100 w 152399"/>
              <a:gd name="connsiteY27" fmla="*/ 171450 h 171450"/>
              <a:gd name="connsiteX28" fmla="*/ 21431 w 152399"/>
              <a:gd name="connsiteY28" fmla="*/ 121444 h 171450"/>
              <a:gd name="connsiteX29" fmla="*/ 23153 w 152399"/>
              <a:gd name="connsiteY29" fmla="*/ 85288 h 171450"/>
              <a:gd name="connsiteX30" fmla="*/ 22476 w 152399"/>
              <a:gd name="connsiteY30" fmla="*/ 85214 h 171450"/>
              <a:gd name="connsiteX31" fmla="*/ 8684 w 152399"/>
              <a:gd name="connsiteY31" fmla="*/ 79860 h 171450"/>
              <a:gd name="connsiteX32" fmla="*/ 1308 w 152399"/>
              <a:gd name="connsiteY32" fmla="*/ 66046 h 171450"/>
              <a:gd name="connsiteX33" fmla="*/ 0 w 152399"/>
              <a:gd name="connsiteY33" fmla="*/ 47625 h 171450"/>
              <a:gd name="connsiteX34" fmla="*/ 0 w 152399"/>
              <a:gd name="connsiteY34" fmla="*/ 9525 h 171450"/>
              <a:gd name="connsiteX35" fmla="*/ 9525 w 152399"/>
              <a:gd name="connsiteY35"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2399" h="171450">
                <a:moveTo>
                  <a:pt x="142874" y="1370"/>
                </a:moveTo>
                <a:cubicBezTo>
                  <a:pt x="152399" y="-1434"/>
                  <a:pt x="152399" y="7957"/>
                  <a:pt x="152399" y="19050"/>
                </a:cubicBezTo>
                <a:lnTo>
                  <a:pt x="152399" y="123824"/>
                </a:lnTo>
                <a:cubicBezTo>
                  <a:pt x="152399" y="151414"/>
                  <a:pt x="152399" y="171449"/>
                  <a:pt x="133349" y="171449"/>
                </a:cubicBezTo>
                <a:cubicBezTo>
                  <a:pt x="114299" y="171449"/>
                  <a:pt x="114299" y="152715"/>
                  <a:pt x="114299" y="123824"/>
                </a:cubicBezTo>
                <a:lnTo>
                  <a:pt x="114299" y="114299"/>
                </a:lnTo>
                <a:lnTo>
                  <a:pt x="95249" y="114299"/>
                </a:lnTo>
                <a:cubicBezTo>
                  <a:pt x="85724" y="114299"/>
                  <a:pt x="86343" y="107782"/>
                  <a:pt x="88862" y="95249"/>
                </a:cubicBezTo>
                <a:cubicBezTo>
                  <a:pt x="96144" y="59016"/>
                  <a:pt x="113121" y="10124"/>
                  <a:pt x="142874" y="1370"/>
                </a:cubicBezTo>
                <a:close/>
                <a:moveTo>
                  <a:pt x="9525" y="0"/>
                </a:moveTo>
                <a:cubicBezTo>
                  <a:pt x="14785" y="0"/>
                  <a:pt x="19050" y="4265"/>
                  <a:pt x="19050" y="9525"/>
                </a:cubicBezTo>
                <a:lnTo>
                  <a:pt x="19050" y="47625"/>
                </a:lnTo>
                <a:cubicBezTo>
                  <a:pt x="19050" y="52388"/>
                  <a:pt x="19050" y="57150"/>
                  <a:pt x="28575" y="57150"/>
                </a:cubicBezTo>
                <a:lnTo>
                  <a:pt x="28575" y="9525"/>
                </a:lnTo>
                <a:cubicBezTo>
                  <a:pt x="28575" y="4265"/>
                  <a:pt x="32840" y="0"/>
                  <a:pt x="38100" y="0"/>
                </a:cubicBezTo>
                <a:cubicBezTo>
                  <a:pt x="43360" y="0"/>
                  <a:pt x="47625" y="4265"/>
                  <a:pt x="47625" y="9525"/>
                </a:cubicBezTo>
                <a:lnTo>
                  <a:pt x="47625" y="57150"/>
                </a:lnTo>
                <a:cubicBezTo>
                  <a:pt x="57150" y="57150"/>
                  <a:pt x="57150" y="52388"/>
                  <a:pt x="57150" y="47625"/>
                </a:cubicBezTo>
                <a:lnTo>
                  <a:pt x="57150" y="9525"/>
                </a:lnTo>
                <a:cubicBezTo>
                  <a:pt x="57150" y="4265"/>
                  <a:pt x="61414" y="0"/>
                  <a:pt x="66675" y="0"/>
                </a:cubicBezTo>
                <a:cubicBezTo>
                  <a:pt x="71936" y="0"/>
                  <a:pt x="76200" y="4273"/>
                  <a:pt x="76200" y="9534"/>
                </a:cubicBezTo>
                <a:lnTo>
                  <a:pt x="76200" y="47625"/>
                </a:lnTo>
                <a:cubicBezTo>
                  <a:pt x="76200" y="54867"/>
                  <a:pt x="75913" y="61033"/>
                  <a:pt x="74892" y="66046"/>
                </a:cubicBezTo>
                <a:cubicBezTo>
                  <a:pt x="73850" y="71159"/>
                  <a:pt x="71832" y="76161"/>
                  <a:pt x="67516" y="79860"/>
                </a:cubicBezTo>
                <a:cubicBezTo>
                  <a:pt x="63314" y="83462"/>
                  <a:pt x="58244" y="84681"/>
                  <a:pt x="53724" y="85214"/>
                </a:cubicBezTo>
                <a:cubicBezTo>
                  <a:pt x="53500" y="85239"/>
                  <a:pt x="53275" y="85264"/>
                  <a:pt x="53047" y="85288"/>
                </a:cubicBezTo>
                <a:lnTo>
                  <a:pt x="54769" y="121444"/>
                </a:lnTo>
                <a:cubicBezTo>
                  <a:pt x="56150" y="150455"/>
                  <a:pt x="57150" y="171450"/>
                  <a:pt x="38100" y="171450"/>
                </a:cubicBezTo>
                <a:cubicBezTo>
                  <a:pt x="19050" y="171450"/>
                  <a:pt x="20050" y="150455"/>
                  <a:pt x="21431" y="121444"/>
                </a:cubicBezTo>
                <a:lnTo>
                  <a:pt x="23153" y="85288"/>
                </a:lnTo>
                <a:cubicBezTo>
                  <a:pt x="22925" y="85264"/>
                  <a:pt x="22700" y="85239"/>
                  <a:pt x="22476" y="85214"/>
                </a:cubicBezTo>
                <a:cubicBezTo>
                  <a:pt x="17955" y="84681"/>
                  <a:pt x="12886" y="83462"/>
                  <a:pt x="8684" y="79860"/>
                </a:cubicBezTo>
                <a:cubicBezTo>
                  <a:pt x="4368" y="76161"/>
                  <a:pt x="2349" y="71159"/>
                  <a:pt x="1308" y="66046"/>
                </a:cubicBezTo>
                <a:cubicBezTo>
                  <a:pt x="287" y="61033"/>
                  <a:pt x="0" y="54867"/>
                  <a:pt x="0" y="47625"/>
                </a:cubicBezTo>
                <a:lnTo>
                  <a:pt x="0" y="9525"/>
                </a:lnTo>
                <a:cubicBezTo>
                  <a:pt x="0" y="4265"/>
                  <a:pt x="4265" y="0"/>
                  <a:pt x="9525" y="0"/>
                </a:cubicBezTo>
                <a:close/>
              </a:path>
            </a:pathLst>
          </a:custGeom>
          <a:solidFill>
            <a:srgbClr val="000000"/>
          </a:solidFill>
          <a:ln w="9525" cap="flat">
            <a:noFill/>
            <a:prstDash val="solid"/>
            <a:miter/>
          </a:ln>
        </p:spPr>
        <p:txBody>
          <a:bodyPr rtlCol="0" anchor="ctr"/>
          <a:lstStyle/>
          <a:p>
            <a:endParaRPr lang="ru-RU"/>
          </a:p>
        </p:txBody>
      </p:sp>
      <p:sp>
        <p:nvSpPr>
          <p:cNvPr id="1316" name="Рисунок 462">
            <a:extLst>
              <a:ext uri="{FF2B5EF4-FFF2-40B4-BE49-F238E27FC236}">
                <a16:creationId xmlns:a16="http://schemas.microsoft.com/office/drawing/2014/main" id="{0119ABCB-8439-CF41-1986-1BA8F4EE6F1D}"/>
              </a:ext>
            </a:extLst>
          </p:cNvPr>
          <p:cNvSpPr/>
          <p:nvPr/>
        </p:nvSpPr>
        <p:spPr>
          <a:xfrm>
            <a:off x="8249276" y="1933725"/>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130575 w 171450"/>
              <a:gd name="connsiteY5" fmla="*/ 40880 h 171450"/>
              <a:gd name="connsiteX6" fmla="*/ 108157 w 171450"/>
              <a:gd name="connsiteY6" fmla="*/ 46457 h 171450"/>
              <a:gd name="connsiteX7" fmla="*/ 105226 w 171450"/>
              <a:gd name="connsiteY7" fmla="*/ 49369 h 171450"/>
              <a:gd name="connsiteX8" fmla="*/ 97837 w 171450"/>
              <a:gd name="connsiteY8" fmla="*/ 56843 h 171450"/>
              <a:gd name="connsiteX9" fmla="*/ 88542 w 171450"/>
              <a:gd name="connsiteY9" fmla="*/ 60470 h 171450"/>
              <a:gd name="connsiteX10" fmla="*/ 66990 w 171450"/>
              <a:gd name="connsiteY10" fmla="*/ 58014 h 171450"/>
              <a:gd name="connsiteX11" fmla="*/ 49310 w 171450"/>
              <a:gd name="connsiteY11" fmla="*/ 55986 h 171450"/>
              <a:gd name="connsiteX12" fmla="*/ 38100 w 171450"/>
              <a:gd name="connsiteY12" fmla="*/ 61045 h 171450"/>
              <a:gd name="connsiteX13" fmla="*/ 40903 w 171450"/>
              <a:gd name="connsiteY13" fmla="*/ 68883 h 171450"/>
              <a:gd name="connsiteX14" fmla="*/ 71728 w 171450"/>
              <a:gd name="connsiteY14" fmla="*/ 82890 h 171450"/>
              <a:gd name="connsiteX15" fmla="*/ 54914 w 171450"/>
              <a:gd name="connsiteY15" fmla="*/ 102488 h 171450"/>
              <a:gd name="connsiteX16" fmla="*/ 48064 w 171450"/>
              <a:gd name="connsiteY16" fmla="*/ 101871 h 171450"/>
              <a:gd name="connsiteX17" fmla="*/ 38100 w 171450"/>
              <a:gd name="connsiteY17" fmla="*/ 102488 h 171450"/>
              <a:gd name="connsiteX18" fmla="*/ 38100 w 171450"/>
              <a:gd name="connsiteY18" fmla="*/ 110889 h 171450"/>
              <a:gd name="connsiteX19" fmla="*/ 44060 w 171450"/>
              <a:gd name="connsiteY19" fmla="*/ 114839 h 171450"/>
              <a:gd name="connsiteX20" fmla="*/ 52112 w 171450"/>
              <a:gd name="connsiteY20" fmla="*/ 119291 h 171450"/>
              <a:gd name="connsiteX21" fmla="*/ 56290 w 171450"/>
              <a:gd name="connsiteY21" fmla="*/ 126901 h 171450"/>
              <a:gd name="connsiteX22" fmla="*/ 60519 w 171450"/>
              <a:gd name="connsiteY22" fmla="*/ 133293 h 171450"/>
              <a:gd name="connsiteX23" fmla="*/ 66123 w 171450"/>
              <a:gd name="connsiteY23" fmla="*/ 133293 h 171450"/>
              <a:gd name="connsiteX24" fmla="*/ 68926 w 171450"/>
              <a:gd name="connsiteY24" fmla="*/ 116491 h 171450"/>
              <a:gd name="connsiteX25" fmla="*/ 75487 w 171450"/>
              <a:gd name="connsiteY25" fmla="*/ 110971 h 171450"/>
              <a:gd name="connsiteX26" fmla="*/ 88526 w 171450"/>
              <a:gd name="connsiteY26" fmla="*/ 99696 h 171450"/>
              <a:gd name="connsiteX27" fmla="*/ 102478 w 171450"/>
              <a:gd name="connsiteY27" fmla="*/ 130533 h 171450"/>
              <a:gd name="connsiteX28" fmla="*/ 110314 w 171450"/>
              <a:gd name="connsiteY28" fmla="*/ 133350 h 171450"/>
              <a:gd name="connsiteX29" fmla="*/ 115399 w 171450"/>
              <a:gd name="connsiteY29" fmla="*/ 122158 h 171450"/>
              <a:gd name="connsiteX30" fmla="*/ 113408 w 171450"/>
              <a:gd name="connsiteY30" fmla="*/ 104484 h 171450"/>
              <a:gd name="connsiteX31" fmla="*/ 110996 w 171450"/>
              <a:gd name="connsiteY31" fmla="*/ 82940 h 171450"/>
              <a:gd name="connsiteX32" fmla="*/ 111968 w 171450"/>
              <a:gd name="connsiteY32" fmla="*/ 76491 h 171450"/>
              <a:gd name="connsiteX33" fmla="*/ 112851 w 171450"/>
              <a:gd name="connsiteY33" fmla="*/ 75587 h 171450"/>
              <a:gd name="connsiteX34" fmla="*/ 124971 w 171450"/>
              <a:gd name="connsiteY34" fmla="*/ 63273 h 171450"/>
              <a:gd name="connsiteX35" fmla="*/ 130575 w 171450"/>
              <a:gd name="connsiteY35" fmla="*/ 4088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130575" y="40880"/>
                </a:moveTo>
                <a:cubicBezTo>
                  <a:pt x="123942" y="34247"/>
                  <a:pt x="113762" y="40852"/>
                  <a:pt x="108157" y="46457"/>
                </a:cubicBezTo>
                <a:cubicBezTo>
                  <a:pt x="107184" y="47431"/>
                  <a:pt x="106206" y="48400"/>
                  <a:pt x="105226" y="49369"/>
                </a:cubicBezTo>
                <a:cubicBezTo>
                  <a:pt x="102739" y="51834"/>
                  <a:pt x="100246" y="54303"/>
                  <a:pt x="97837" y="56843"/>
                </a:cubicBezTo>
                <a:cubicBezTo>
                  <a:pt x="94866" y="59977"/>
                  <a:pt x="93892" y="61005"/>
                  <a:pt x="88542" y="60470"/>
                </a:cubicBezTo>
                <a:cubicBezTo>
                  <a:pt x="80508" y="59667"/>
                  <a:pt x="73581" y="58820"/>
                  <a:pt x="66990" y="58014"/>
                </a:cubicBezTo>
                <a:cubicBezTo>
                  <a:pt x="61011" y="57283"/>
                  <a:pt x="55308" y="56586"/>
                  <a:pt x="49310" y="55986"/>
                </a:cubicBezTo>
                <a:cubicBezTo>
                  <a:pt x="41306" y="55185"/>
                  <a:pt x="38100" y="55440"/>
                  <a:pt x="38100" y="61045"/>
                </a:cubicBezTo>
                <a:cubicBezTo>
                  <a:pt x="38097" y="66190"/>
                  <a:pt x="38096" y="67761"/>
                  <a:pt x="40903" y="68883"/>
                </a:cubicBezTo>
                <a:cubicBezTo>
                  <a:pt x="46504" y="71122"/>
                  <a:pt x="71728" y="82890"/>
                  <a:pt x="71728" y="82890"/>
                </a:cubicBezTo>
                <a:lnTo>
                  <a:pt x="54914" y="102488"/>
                </a:lnTo>
                <a:cubicBezTo>
                  <a:pt x="53046" y="102488"/>
                  <a:pt x="50555" y="102179"/>
                  <a:pt x="48064" y="101871"/>
                </a:cubicBezTo>
                <a:cubicBezTo>
                  <a:pt x="43082" y="101254"/>
                  <a:pt x="38100" y="100636"/>
                  <a:pt x="38100" y="102488"/>
                </a:cubicBezTo>
                <a:lnTo>
                  <a:pt x="38100" y="110889"/>
                </a:lnTo>
                <a:cubicBezTo>
                  <a:pt x="38100" y="112357"/>
                  <a:pt x="40862" y="113507"/>
                  <a:pt x="44060" y="114839"/>
                </a:cubicBezTo>
                <a:cubicBezTo>
                  <a:pt x="46964" y="116048"/>
                  <a:pt x="50229" y="117407"/>
                  <a:pt x="52112" y="119291"/>
                </a:cubicBezTo>
                <a:cubicBezTo>
                  <a:pt x="53752" y="120931"/>
                  <a:pt x="55071" y="124033"/>
                  <a:pt x="56290" y="126901"/>
                </a:cubicBezTo>
                <a:cubicBezTo>
                  <a:pt x="57717" y="130257"/>
                  <a:pt x="59008" y="133293"/>
                  <a:pt x="60519" y="133293"/>
                </a:cubicBezTo>
                <a:lnTo>
                  <a:pt x="66123" y="133293"/>
                </a:lnTo>
                <a:cubicBezTo>
                  <a:pt x="68926" y="133293"/>
                  <a:pt x="68926" y="122127"/>
                  <a:pt x="68926" y="116491"/>
                </a:cubicBezTo>
                <a:cubicBezTo>
                  <a:pt x="71095" y="114632"/>
                  <a:pt x="73290" y="112803"/>
                  <a:pt x="75487" y="110971"/>
                </a:cubicBezTo>
                <a:cubicBezTo>
                  <a:pt x="79903" y="107290"/>
                  <a:pt x="84322" y="103606"/>
                  <a:pt x="88526" y="99696"/>
                </a:cubicBezTo>
                <a:cubicBezTo>
                  <a:pt x="88526" y="99696"/>
                  <a:pt x="100249" y="124929"/>
                  <a:pt x="102478" y="130533"/>
                </a:cubicBezTo>
                <a:cubicBezTo>
                  <a:pt x="103594" y="133340"/>
                  <a:pt x="105166" y="133342"/>
                  <a:pt x="110314" y="133350"/>
                </a:cubicBezTo>
                <a:cubicBezTo>
                  <a:pt x="115922" y="133362"/>
                  <a:pt x="116183" y="130159"/>
                  <a:pt x="115399" y="122158"/>
                </a:cubicBezTo>
                <a:cubicBezTo>
                  <a:pt x="114812" y="116162"/>
                  <a:pt x="114127" y="110461"/>
                  <a:pt x="113408" y="104484"/>
                </a:cubicBezTo>
                <a:cubicBezTo>
                  <a:pt x="112616" y="97895"/>
                  <a:pt x="111783" y="90969"/>
                  <a:pt x="110996" y="82940"/>
                </a:cubicBezTo>
                <a:cubicBezTo>
                  <a:pt x="110669" y="79601"/>
                  <a:pt x="110948" y="77968"/>
                  <a:pt x="111968" y="76491"/>
                </a:cubicBezTo>
                <a:lnTo>
                  <a:pt x="112851" y="75587"/>
                </a:lnTo>
                <a:cubicBezTo>
                  <a:pt x="116820" y="71521"/>
                  <a:pt x="120825" y="67420"/>
                  <a:pt x="124971" y="63273"/>
                </a:cubicBezTo>
                <a:cubicBezTo>
                  <a:pt x="130575" y="57667"/>
                  <a:pt x="137210" y="47514"/>
                  <a:pt x="130575" y="40880"/>
                </a:cubicBezTo>
                <a:close/>
              </a:path>
            </a:pathLst>
          </a:custGeom>
          <a:solidFill>
            <a:srgbClr val="000000"/>
          </a:solidFill>
          <a:ln w="9525" cap="flat">
            <a:noFill/>
            <a:prstDash val="solid"/>
            <a:miter/>
          </a:ln>
        </p:spPr>
        <p:txBody>
          <a:bodyPr rtlCol="0" anchor="ctr"/>
          <a:lstStyle/>
          <a:p>
            <a:endParaRPr lang="ru-RU"/>
          </a:p>
        </p:txBody>
      </p:sp>
      <p:sp>
        <p:nvSpPr>
          <p:cNvPr id="1607" name="Полилиния: фигура 1606">
            <a:extLst>
              <a:ext uri="{FF2B5EF4-FFF2-40B4-BE49-F238E27FC236}">
                <a16:creationId xmlns:a16="http://schemas.microsoft.com/office/drawing/2014/main" id="{72331CC7-058E-4A44-EA2B-B12D19E8076A}"/>
              </a:ext>
            </a:extLst>
          </p:cNvPr>
          <p:cNvSpPr/>
          <p:nvPr/>
        </p:nvSpPr>
        <p:spPr>
          <a:xfrm>
            <a:off x="8249276" y="3362325"/>
            <a:ext cx="171450" cy="133350"/>
          </a:xfrm>
          <a:custGeom>
            <a:avLst/>
            <a:gdLst>
              <a:gd name="connsiteX0" fmla="*/ 9525 w 171450"/>
              <a:gd name="connsiteY0" fmla="*/ 57150 h 133350"/>
              <a:gd name="connsiteX1" fmla="*/ 161925 w 171450"/>
              <a:gd name="connsiteY1" fmla="*/ 57150 h 133350"/>
              <a:gd name="connsiteX2" fmla="*/ 171450 w 171450"/>
              <a:gd name="connsiteY2" fmla="*/ 66675 h 133350"/>
              <a:gd name="connsiteX3" fmla="*/ 85725 w 171450"/>
              <a:gd name="connsiteY3" fmla="*/ 133350 h 133350"/>
              <a:gd name="connsiteX4" fmla="*/ 0 w 171450"/>
              <a:gd name="connsiteY4" fmla="*/ 66675 h 133350"/>
              <a:gd name="connsiteX5" fmla="*/ 9525 w 171450"/>
              <a:gd name="connsiteY5" fmla="*/ 57150 h 133350"/>
              <a:gd name="connsiteX6" fmla="*/ 85725 w 171450"/>
              <a:gd name="connsiteY6" fmla="*/ 0 h 133350"/>
              <a:gd name="connsiteX7" fmla="*/ 171450 w 171450"/>
              <a:gd name="connsiteY7" fmla="*/ 28575 h 133350"/>
              <a:gd name="connsiteX8" fmla="*/ 161925 w 171450"/>
              <a:gd name="connsiteY8" fmla="*/ 38100 h 133350"/>
              <a:gd name="connsiteX9" fmla="*/ 9525 w 171450"/>
              <a:gd name="connsiteY9" fmla="*/ 38100 h 133350"/>
              <a:gd name="connsiteX10" fmla="*/ 0 w 171450"/>
              <a:gd name="connsiteY10" fmla="*/ 28575 h 133350"/>
              <a:gd name="connsiteX11" fmla="*/ 85725 w 171450"/>
              <a:gd name="connsiteY11"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50" h="133350">
                <a:moveTo>
                  <a:pt x="9525" y="57150"/>
                </a:moveTo>
                <a:lnTo>
                  <a:pt x="161925" y="57150"/>
                </a:lnTo>
                <a:cubicBezTo>
                  <a:pt x="171450" y="57150"/>
                  <a:pt x="171450" y="61913"/>
                  <a:pt x="171450" y="66675"/>
                </a:cubicBezTo>
                <a:cubicBezTo>
                  <a:pt x="171450" y="133350"/>
                  <a:pt x="171450" y="133350"/>
                  <a:pt x="85725" y="133350"/>
                </a:cubicBezTo>
                <a:cubicBezTo>
                  <a:pt x="0" y="133350"/>
                  <a:pt x="0" y="133350"/>
                  <a:pt x="0" y="66675"/>
                </a:cubicBezTo>
                <a:cubicBezTo>
                  <a:pt x="0" y="61913"/>
                  <a:pt x="0" y="57150"/>
                  <a:pt x="9525" y="57150"/>
                </a:cubicBezTo>
                <a:close/>
                <a:moveTo>
                  <a:pt x="85725" y="0"/>
                </a:moveTo>
                <a:cubicBezTo>
                  <a:pt x="152400" y="0"/>
                  <a:pt x="171450" y="0"/>
                  <a:pt x="171450" y="28575"/>
                </a:cubicBezTo>
                <a:cubicBezTo>
                  <a:pt x="171450" y="33338"/>
                  <a:pt x="171450" y="38100"/>
                  <a:pt x="161925" y="38100"/>
                </a:cubicBezTo>
                <a:lnTo>
                  <a:pt x="9525" y="38100"/>
                </a:lnTo>
                <a:cubicBezTo>
                  <a:pt x="0" y="38100"/>
                  <a:pt x="0" y="33338"/>
                  <a:pt x="0" y="28575"/>
                </a:cubicBezTo>
                <a:cubicBezTo>
                  <a:pt x="0" y="0"/>
                  <a:pt x="19050" y="0"/>
                  <a:pt x="85725" y="0"/>
                </a:cubicBezTo>
                <a:close/>
              </a:path>
            </a:pathLst>
          </a:custGeom>
          <a:solidFill>
            <a:srgbClr val="000000"/>
          </a:solidFill>
          <a:ln w="9525" cap="flat">
            <a:noFill/>
            <a:prstDash val="solid"/>
            <a:miter/>
          </a:ln>
        </p:spPr>
        <p:txBody>
          <a:bodyPr rtlCol="0" anchor="ctr"/>
          <a:lstStyle/>
          <a:p>
            <a:endParaRPr lang="ru-RU"/>
          </a:p>
        </p:txBody>
      </p:sp>
      <p:sp>
        <p:nvSpPr>
          <p:cNvPr id="1622" name="Полилиния: фигура 1621">
            <a:extLst>
              <a:ext uri="{FF2B5EF4-FFF2-40B4-BE49-F238E27FC236}">
                <a16:creationId xmlns:a16="http://schemas.microsoft.com/office/drawing/2014/main" id="{F58E7981-6C01-CF0C-1FFA-BBF8F47A0A6F}"/>
              </a:ext>
            </a:extLst>
          </p:cNvPr>
          <p:cNvSpPr/>
          <p:nvPr/>
        </p:nvSpPr>
        <p:spPr>
          <a:xfrm>
            <a:off x="8249275" y="5777213"/>
            <a:ext cx="171450" cy="161924"/>
          </a:xfrm>
          <a:custGeom>
            <a:avLst/>
            <a:gdLst>
              <a:gd name="connsiteX0" fmla="*/ 66675 w 171450"/>
              <a:gd name="connsiteY0" fmla="*/ 47625 h 161924"/>
              <a:gd name="connsiteX1" fmla="*/ 47625 w 171450"/>
              <a:gd name="connsiteY1" fmla="*/ 66675 h 161924"/>
              <a:gd name="connsiteX2" fmla="*/ 66675 w 171450"/>
              <a:gd name="connsiteY2" fmla="*/ 85725 h 161924"/>
              <a:gd name="connsiteX3" fmla="*/ 85725 w 171450"/>
              <a:gd name="connsiteY3" fmla="*/ 66675 h 161924"/>
              <a:gd name="connsiteX4" fmla="*/ 66675 w 171450"/>
              <a:gd name="connsiteY4" fmla="*/ 47625 h 161924"/>
              <a:gd name="connsiteX5" fmla="*/ 125875 w 171450"/>
              <a:gd name="connsiteY5" fmla="*/ 13767 h 161924"/>
              <a:gd name="connsiteX6" fmla="*/ 133350 w 171450"/>
              <a:gd name="connsiteY6" fmla="*/ 15165 h 161924"/>
              <a:gd name="connsiteX7" fmla="*/ 171450 w 171450"/>
              <a:gd name="connsiteY7" fmla="*/ 77257 h 161924"/>
              <a:gd name="connsiteX8" fmla="*/ 104775 w 171450"/>
              <a:gd name="connsiteY8" fmla="*/ 161924 h 161924"/>
              <a:gd name="connsiteX9" fmla="*/ 95250 w 171450"/>
              <a:gd name="connsiteY9" fmla="*/ 159183 h 161924"/>
              <a:gd name="connsiteX10" fmla="*/ 95250 w 171450"/>
              <a:gd name="connsiteY10" fmla="*/ 148901 h 161924"/>
              <a:gd name="connsiteX11" fmla="*/ 113277 w 171450"/>
              <a:gd name="connsiteY11" fmla="*/ 132385 h 161924"/>
              <a:gd name="connsiteX12" fmla="*/ 142875 w 171450"/>
              <a:gd name="connsiteY12" fmla="*/ 67732 h 161924"/>
              <a:gd name="connsiteX13" fmla="*/ 130877 w 171450"/>
              <a:gd name="connsiteY13" fmla="*/ 23811 h 161924"/>
              <a:gd name="connsiteX14" fmla="*/ 125875 w 171450"/>
              <a:gd name="connsiteY14" fmla="*/ 13767 h 161924"/>
              <a:gd name="connsiteX15" fmla="*/ 66675 w 171450"/>
              <a:gd name="connsiteY15" fmla="*/ 0 h 161924"/>
              <a:gd name="connsiteX16" fmla="*/ 133350 w 171450"/>
              <a:gd name="connsiteY16" fmla="*/ 67733 h 161924"/>
              <a:gd name="connsiteX17" fmla="*/ 66675 w 171450"/>
              <a:gd name="connsiteY17" fmla="*/ 152400 h 161924"/>
              <a:gd name="connsiteX18" fmla="*/ 0 w 171450"/>
              <a:gd name="connsiteY18" fmla="*/ 67733 h 161924"/>
              <a:gd name="connsiteX19" fmla="*/ 66675 w 171450"/>
              <a:gd name="connsiteY19" fmla="*/ 0 h 1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61924">
                <a:moveTo>
                  <a:pt x="66675" y="47625"/>
                </a:moveTo>
                <a:cubicBezTo>
                  <a:pt x="56154" y="47625"/>
                  <a:pt x="47625" y="56154"/>
                  <a:pt x="47625" y="66675"/>
                </a:cubicBezTo>
                <a:cubicBezTo>
                  <a:pt x="47625" y="77196"/>
                  <a:pt x="56154" y="85725"/>
                  <a:pt x="66675" y="85725"/>
                </a:cubicBezTo>
                <a:cubicBezTo>
                  <a:pt x="77196" y="85725"/>
                  <a:pt x="85725" y="77196"/>
                  <a:pt x="85725" y="66675"/>
                </a:cubicBezTo>
                <a:cubicBezTo>
                  <a:pt x="85725" y="56154"/>
                  <a:pt x="77196" y="47625"/>
                  <a:pt x="66675" y="47625"/>
                </a:cubicBezTo>
                <a:close/>
                <a:moveTo>
                  <a:pt x="125875" y="13767"/>
                </a:moveTo>
                <a:cubicBezTo>
                  <a:pt x="126192" y="12492"/>
                  <a:pt x="128588" y="13125"/>
                  <a:pt x="133350" y="15165"/>
                </a:cubicBezTo>
                <a:cubicBezTo>
                  <a:pt x="155969" y="24857"/>
                  <a:pt x="171450" y="46623"/>
                  <a:pt x="171450" y="77257"/>
                </a:cubicBezTo>
                <a:cubicBezTo>
                  <a:pt x="171450" y="119591"/>
                  <a:pt x="121444" y="161924"/>
                  <a:pt x="104775" y="161924"/>
                </a:cubicBezTo>
                <a:cubicBezTo>
                  <a:pt x="102262" y="161924"/>
                  <a:pt x="98992" y="160962"/>
                  <a:pt x="95250" y="159183"/>
                </a:cubicBezTo>
                <a:cubicBezTo>
                  <a:pt x="88177" y="155821"/>
                  <a:pt x="87851" y="154521"/>
                  <a:pt x="95250" y="148901"/>
                </a:cubicBezTo>
                <a:cubicBezTo>
                  <a:pt x="101252" y="144342"/>
                  <a:pt x="107444" y="138734"/>
                  <a:pt x="113277" y="132385"/>
                </a:cubicBezTo>
                <a:cubicBezTo>
                  <a:pt x="128540" y="115772"/>
                  <a:pt x="142875" y="92381"/>
                  <a:pt x="142875" y="67732"/>
                </a:cubicBezTo>
                <a:cubicBezTo>
                  <a:pt x="142875" y="50772"/>
                  <a:pt x="138568" y="35895"/>
                  <a:pt x="130877" y="23811"/>
                </a:cubicBezTo>
                <a:cubicBezTo>
                  <a:pt x="127322" y="18224"/>
                  <a:pt x="125559" y="15042"/>
                  <a:pt x="125875" y="13767"/>
                </a:cubicBezTo>
                <a:close/>
                <a:moveTo>
                  <a:pt x="66675" y="0"/>
                </a:moveTo>
                <a:cubicBezTo>
                  <a:pt x="103785" y="0"/>
                  <a:pt x="133350" y="25400"/>
                  <a:pt x="133350" y="67733"/>
                </a:cubicBezTo>
                <a:cubicBezTo>
                  <a:pt x="133350" y="110067"/>
                  <a:pt x="83344" y="152400"/>
                  <a:pt x="66675" y="152400"/>
                </a:cubicBezTo>
                <a:cubicBezTo>
                  <a:pt x="50006" y="152400"/>
                  <a:pt x="0" y="110067"/>
                  <a:pt x="0" y="67733"/>
                </a:cubicBezTo>
                <a:cubicBezTo>
                  <a:pt x="0" y="25400"/>
                  <a:pt x="29565" y="0"/>
                  <a:pt x="66675" y="0"/>
                </a:cubicBezTo>
                <a:close/>
              </a:path>
            </a:pathLst>
          </a:custGeom>
          <a:solidFill>
            <a:srgbClr val="000000"/>
          </a:solidFill>
          <a:ln w="9525" cap="flat">
            <a:noFill/>
            <a:prstDash val="solid"/>
            <a:miter/>
          </a:ln>
        </p:spPr>
        <p:txBody>
          <a:bodyPr rtlCol="0" anchor="ctr"/>
          <a:lstStyle/>
          <a:p>
            <a:endParaRPr lang="ru-RU"/>
          </a:p>
        </p:txBody>
      </p:sp>
      <p:sp>
        <p:nvSpPr>
          <p:cNvPr id="1588" name="Полилиния: фигура 1587">
            <a:extLst>
              <a:ext uri="{FF2B5EF4-FFF2-40B4-BE49-F238E27FC236}">
                <a16:creationId xmlns:a16="http://schemas.microsoft.com/office/drawing/2014/main" id="{42136961-DE0D-C61E-F0F2-95CC66762E1C}"/>
              </a:ext>
            </a:extLst>
          </p:cNvPr>
          <p:cNvSpPr/>
          <p:nvPr/>
        </p:nvSpPr>
        <p:spPr>
          <a:xfrm>
            <a:off x="8665909" y="875392"/>
            <a:ext cx="171450" cy="161924"/>
          </a:xfrm>
          <a:custGeom>
            <a:avLst/>
            <a:gdLst>
              <a:gd name="connsiteX0" fmla="*/ 85725 w 171450"/>
              <a:gd name="connsiteY0" fmla="*/ 85696 h 161924"/>
              <a:gd name="connsiteX1" fmla="*/ 142875 w 171450"/>
              <a:gd name="connsiteY1" fmla="*/ 97771 h 161924"/>
              <a:gd name="connsiteX2" fmla="*/ 161925 w 171450"/>
              <a:gd name="connsiteY2" fmla="*/ 123810 h 161924"/>
              <a:gd name="connsiteX3" fmla="*/ 155840 w 171450"/>
              <a:gd name="connsiteY3" fmla="*/ 135982 h 161924"/>
              <a:gd name="connsiteX4" fmla="*/ 168411 w 171450"/>
              <a:gd name="connsiteY4" fmla="*/ 145408 h 161924"/>
              <a:gd name="connsiteX5" fmla="*/ 168660 w 171450"/>
              <a:gd name="connsiteY5" fmla="*/ 145658 h 161924"/>
              <a:gd name="connsiteX6" fmla="*/ 168660 w 171450"/>
              <a:gd name="connsiteY6" fmla="*/ 159133 h 161924"/>
              <a:gd name="connsiteX7" fmla="*/ 155190 w 171450"/>
              <a:gd name="connsiteY7" fmla="*/ 159133 h 161924"/>
              <a:gd name="connsiteX8" fmla="*/ 142875 w 171450"/>
              <a:gd name="connsiteY8" fmla="*/ 152395 h 161924"/>
              <a:gd name="connsiteX9" fmla="*/ 132847 w 171450"/>
              <a:gd name="connsiteY9" fmla="*/ 156153 h 161924"/>
              <a:gd name="connsiteX10" fmla="*/ 132183 w 171450"/>
              <a:gd name="connsiteY10" fmla="*/ 156487 h 161924"/>
              <a:gd name="connsiteX11" fmla="*/ 114300 w 171450"/>
              <a:gd name="connsiteY11" fmla="*/ 161924 h 161924"/>
              <a:gd name="connsiteX12" fmla="*/ 96417 w 171450"/>
              <a:gd name="connsiteY12" fmla="*/ 156487 h 161924"/>
              <a:gd name="connsiteX13" fmla="*/ 95753 w 171450"/>
              <a:gd name="connsiteY13" fmla="*/ 156153 h 161924"/>
              <a:gd name="connsiteX14" fmla="*/ 85725 w 171450"/>
              <a:gd name="connsiteY14" fmla="*/ 152395 h 161924"/>
              <a:gd name="connsiteX15" fmla="*/ 75697 w 171450"/>
              <a:gd name="connsiteY15" fmla="*/ 156153 h 161924"/>
              <a:gd name="connsiteX16" fmla="*/ 75033 w 171450"/>
              <a:gd name="connsiteY16" fmla="*/ 156487 h 161924"/>
              <a:gd name="connsiteX17" fmla="*/ 57150 w 171450"/>
              <a:gd name="connsiteY17" fmla="*/ 161924 h 161924"/>
              <a:gd name="connsiteX18" fmla="*/ 39267 w 171450"/>
              <a:gd name="connsiteY18" fmla="*/ 156487 h 161924"/>
              <a:gd name="connsiteX19" fmla="*/ 38603 w 171450"/>
              <a:gd name="connsiteY19" fmla="*/ 156153 h 161924"/>
              <a:gd name="connsiteX20" fmla="*/ 28575 w 171450"/>
              <a:gd name="connsiteY20" fmla="*/ 152395 h 161924"/>
              <a:gd name="connsiteX21" fmla="*/ 16260 w 171450"/>
              <a:gd name="connsiteY21" fmla="*/ 159133 h 161924"/>
              <a:gd name="connsiteX22" fmla="*/ 2790 w 171450"/>
              <a:gd name="connsiteY22" fmla="*/ 159133 h 161924"/>
              <a:gd name="connsiteX23" fmla="*/ 2790 w 171450"/>
              <a:gd name="connsiteY23" fmla="*/ 145658 h 161924"/>
              <a:gd name="connsiteX24" fmla="*/ 3039 w 171450"/>
              <a:gd name="connsiteY24" fmla="*/ 145408 h 161924"/>
              <a:gd name="connsiteX25" fmla="*/ 15609 w 171450"/>
              <a:gd name="connsiteY25" fmla="*/ 135982 h 161924"/>
              <a:gd name="connsiteX26" fmla="*/ 9525 w 171450"/>
              <a:gd name="connsiteY26" fmla="*/ 123810 h 161924"/>
              <a:gd name="connsiteX27" fmla="*/ 28575 w 171450"/>
              <a:gd name="connsiteY27" fmla="*/ 97771 h 161924"/>
              <a:gd name="connsiteX28" fmla="*/ 85725 w 171450"/>
              <a:gd name="connsiteY28" fmla="*/ 85696 h 161924"/>
              <a:gd name="connsiteX29" fmla="*/ 85725 w 171450"/>
              <a:gd name="connsiteY29" fmla="*/ 47582 h 161924"/>
              <a:gd name="connsiteX30" fmla="*/ 152400 w 171450"/>
              <a:gd name="connsiteY30" fmla="*/ 85695 h 161924"/>
              <a:gd name="connsiteX31" fmla="*/ 143292 w 171450"/>
              <a:gd name="connsiteY31" fmla="*/ 88009 h 161924"/>
              <a:gd name="connsiteX32" fmla="*/ 142681 w 171450"/>
              <a:gd name="connsiteY32" fmla="*/ 87857 h 161924"/>
              <a:gd name="connsiteX33" fmla="*/ 91386 w 171450"/>
              <a:gd name="connsiteY33" fmla="*/ 76820 h 161924"/>
              <a:gd name="connsiteX34" fmla="*/ 85725 w 171450"/>
              <a:gd name="connsiteY34" fmla="*/ 76168 h 161924"/>
              <a:gd name="connsiteX35" fmla="*/ 80063 w 171450"/>
              <a:gd name="connsiteY35" fmla="*/ 76820 h 161924"/>
              <a:gd name="connsiteX36" fmla="*/ 28575 w 171450"/>
              <a:gd name="connsiteY36" fmla="*/ 87857 h 161924"/>
              <a:gd name="connsiteX37" fmla="*/ 27824 w 171450"/>
              <a:gd name="connsiteY37" fmla="*/ 88044 h 161924"/>
              <a:gd name="connsiteX38" fmla="*/ 19050 w 171450"/>
              <a:gd name="connsiteY38" fmla="*/ 85695 h 161924"/>
              <a:gd name="connsiteX39" fmla="*/ 28575 w 171450"/>
              <a:gd name="connsiteY39" fmla="*/ 76168 h 161924"/>
              <a:gd name="connsiteX40" fmla="*/ 66679 w 171450"/>
              <a:gd name="connsiteY40" fmla="*/ 57110 h 161924"/>
              <a:gd name="connsiteX41" fmla="*/ 66914 w 171450"/>
              <a:gd name="connsiteY41" fmla="*/ 56796 h 161924"/>
              <a:gd name="connsiteX42" fmla="*/ 85725 w 171450"/>
              <a:gd name="connsiteY42" fmla="*/ 47582 h 161924"/>
              <a:gd name="connsiteX43" fmla="*/ 85720 w 171450"/>
              <a:gd name="connsiteY43" fmla="*/ 9469 h 161924"/>
              <a:gd name="connsiteX44" fmla="*/ 123010 w 171450"/>
              <a:gd name="connsiteY44" fmla="*/ 28526 h 161924"/>
              <a:gd name="connsiteX45" fmla="*/ 114300 w 171450"/>
              <a:gd name="connsiteY45" fmla="*/ 38930 h 161924"/>
              <a:gd name="connsiteX46" fmla="*/ 85724 w 171450"/>
              <a:gd name="connsiteY46" fmla="*/ 38054 h 161924"/>
              <a:gd name="connsiteX47" fmla="*/ 77390 w 171450"/>
              <a:gd name="connsiteY47" fmla="*/ 36863 h 161924"/>
              <a:gd name="connsiteX48" fmla="*/ 76200 w 171450"/>
              <a:gd name="connsiteY48" fmla="*/ 28526 h 161924"/>
              <a:gd name="connsiteX49" fmla="*/ 75229 w 171450"/>
              <a:gd name="connsiteY49" fmla="*/ 18911 h 161924"/>
              <a:gd name="connsiteX50" fmla="*/ 85720 w 171450"/>
              <a:gd name="connsiteY50" fmla="*/ 9469 h 161924"/>
              <a:gd name="connsiteX51" fmla="*/ 24074 w 171450"/>
              <a:gd name="connsiteY51" fmla="*/ 293 h 161924"/>
              <a:gd name="connsiteX52" fmla="*/ 29214 w 171450"/>
              <a:gd name="connsiteY52" fmla="*/ 8672 h 161924"/>
              <a:gd name="connsiteX53" fmla="*/ 29051 w 171450"/>
              <a:gd name="connsiteY53" fmla="*/ 9469 h 161924"/>
              <a:gd name="connsiteX54" fmla="*/ 28575 w 171450"/>
              <a:gd name="connsiteY54" fmla="*/ 14233 h 161924"/>
              <a:gd name="connsiteX55" fmla="*/ 47625 w 171450"/>
              <a:gd name="connsiteY55" fmla="*/ 37578 h 161924"/>
              <a:gd name="connsiteX56" fmla="*/ 49874 w 171450"/>
              <a:gd name="connsiteY56" fmla="*/ 47583 h 161924"/>
              <a:gd name="connsiteX57" fmla="*/ 28575 w 171450"/>
              <a:gd name="connsiteY57" fmla="*/ 57111 h 161924"/>
              <a:gd name="connsiteX58" fmla="*/ 0 w 171450"/>
              <a:gd name="connsiteY58" fmla="*/ 28526 h 161924"/>
              <a:gd name="connsiteX59" fmla="*/ 24074 w 171450"/>
              <a:gd name="connsiteY59" fmla="*/ 293 h 1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71450" h="161924">
                <a:moveTo>
                  <a:pt x="85725" y="85696"/>
                </a:moveTo>
                <a:cubicBezTo>
                  <a:pt x="91345" y="85696"/>
                  <a:pt x="142875" y="97771"/>
                  <a:pt x="142875" y="97771"/>
                </a:cubicBezTo>
                <a:cubicBezTo>
                  <a:pt x="167429" y="103771"/>
                  <a:pt x="171450" y="104753"/>
                  <a:pt x="161925" y="123810"/>
                </a:cubicBezTo>
                <a:lnTo>
                  <a:pt x="155840" y="135982"/>
                </a:lnTo>
                <a:cubicBezTo>
                  <a:pt x="161534" y="138524"/>
                  <a:pt x="165416" y="142410"/>
                  <a:pt x="168411" y="145408"/>
                </a:cubicBezTo>
                <a:lnTo>
                  <a:pt x="168660" y="145658"/>
                </a:lnTo>
                <a:cubicBezTo>
                  <a:pt x="172380" y="149378"/>
                  <a:pt x="172380" y="155411"/>
                  <a:pt x="168660" y="159133"/>
                </a:cubicBezTo>
                <a:cubicBezTo>
                  <a:pt x="164941" y="162854"/>
                  <a:pt x="158909" y="162854"/>
                  <a:pt x="155190" y="159133"/>
                </a:cubicBezTo>
                <a:cubicBezTo>
                  <a:pt x="150527" y="154468"/>
                  <a:pt x="148212" y="152395"/>
                  <a:pt x="142875" y="152395"/>
                </a:cubicBezTo>
                <a:cubicBezTo>
                  <a:pt x="140799" y="152395"/>
                  <a:pt x="138163" y="153495"/>
                  <a:pt x="132847" y="156153"/>
                </a:cubicBezTo>
                <a:lnTo>
                  <a:pt x="132183" y="156487"/>
                </a:lnTo>
                <a:cubicBezTo>
                  <a:pt x="127934" y="158623"/>
                  <a:pt x="121369" y="161924"/>
                  <a:pt x="114300" y="161924"/>
                </a:cubicBezTo>
                <a:cubicBezTo>
                  <a:pt x="107232" y="161924"/>
                  <a:pt x="100666" y="158623"/>
                  <a:pt x="96417" y="156487"/>
                </a:cubicBezTo>
                <a:lnTo>
                  <a:pt x="95753" y="156153"/>
                </a:lnTo>
                <a:cubicBezTo>
                  <a:pt x="90437" y="153495"/>
                  <a:pt x="87801" y="152395"/>
                  <a:pt x="85725" y="152395"/>
                </a:cubicBezTo>
                <a:cubicBezTo>
                  <a:pt x="83649" y="152395"/>
                  <a:pt x="81013" y="153495"/>
                  <a:pt x="75697" y="156153"/>
                </a:cubicBezTo>
                <a:lnTo>
                  <a:pt x="75033" y="156487"/>
                </a:lnTo>
                <a:cubicBezTo>
                  <a:pt x="70784" y="158623"/>
                  <a:pt x="64219" y="161924"/>
                  <a:pt x="57150" y="161924"/>
                </a:cubicBezTo>
                <a:cubicBezTo>
                  <a:pt x="50081" y="161924"/>
                  <a:pt x="43516" y="158623"/>
                  <a:pt x="39267" y="156487"/>
                </a:cubicBezTo>
                <a:lnTo>
                  <a:pt x="38603" y="156153"/>
                </a:lnTo>
                <a:cubicBezTo>
                  <a:pt x="33287" y="153495"/>
                  <a:pt x="30652" y="152395"/>
                  <a:pt x="28575" y="152395"/>
                </a:cubicBezTo>
                <a:cubicBezTo>
                  <a:pt x="23238" y="152395"/>
                  <a:pt x="20923" y="154468"/>
                  <a:pt x="16260" y="159133"/>
                </a:cubicBezTo>
                <a:cubicBezTo>
                  <a:pt x="12540" y="162854"/>
                  <a:pt x="6510" y="162854"/>
                  <a:pt x="2790" y="159133"/>
                </a:cubicBezTo>
                <a:cubicBezTo>
                  <a:pt x="-930" y="155411"/>
                  <a:pt x="-930" y="149378"/>
                  <a:pt x="2790" y="145658"/>
                </a:cubicBezTo>
                <a:lnTo>
                  <a:pt x="3039" y="145408"/>
                </a:lnTo>
                <a:cubicBezTo>
                  <a:pt x="6034" y="142410"/>
                  <a:pt x="9916" y="138524"/>
                  <a:pt x="15609" y="135982"/>
                </a:cubicBezTo>
                <a:lnTo>
                  <a:pt x="9525" y="123810"/>
                </a:lnTo>
                <a:cubicBezTo>
                  <a:pt x="0" y="104754"/>
                  <a:pt x="4021" y="103771"/>
                  <a:pt x="28575" y="97771"/>
                </a:cubicBezTo>
                <a:cubicBezTo>
                  <a:pt x="28575" y="97771"/>
                  <a:pt x="80104" y="85696"/>
                  <a:pt x="85725" y="85696"/>
                </a:cubicBezTo>
                <a:close/>
                <a:moveTo>
                  <a:pt x="85725" y="47582"/>
                </a:moveTo>
                <a:cubicBezTo>
                  <a:pt x="144066" y="47582"/>
                  <a:pt x="152400" y="54512"/>
                  <a:pt x="152400" y="85695"/>
                </a:cubicBezTo>
                <a:cubicBezTo>
                  <a:pt x="152400" y="90289"/>
                  <a:pt x="148718" y="89367"/>
                  <a:pt x="143292" y="88009"/>
                </a:cubicBezTo>
                <a:lnTo>
                  <a:pt x="142681" y="87857"/>
                </a:lnTo>
                <a:cubicBezTo>
                  <a:pt x="125719" y="83629"/>
                  <a:pt x="108596" y="79739"/>
                  <a:pt x="91386" y="76820"/>
                </a:cubicBezTo>
                <a:cubicBezTo>
                  <a:pt x="89613" y="76520"/>
                  <a:pt x="87376" y="76168"/>
                  <a:pt x="85725" y="76168"/>
                </a:cubicBezTo>
                <a:cubicBezTo>
                  <a:pt x="84073" y="76168"/>
                  <a:pt x="81836" y="76520"/>
                  <a:pt x="80063" y="76820"/>
                </a:cubicBezTo>
                <a:cubicBezTo>
                  <a:pt x="62822" y="79744"/>
                  <a:pt x="45602" y="83613"/>
                  <a:pt x="28575" y="87857"/>
                </a:cubicBezTo>
                <a:lnTo>
                  <a:pt x="27824" y="88044"/>
                </a:lnTo>
                <a:cubicBezTo>
                  <a:pt x="22549" y="89368"/>
                  <a:pt x="19050" y="90247"/>
                  <a:pt x="19050" y="85695"/>
                </a:cubicBezTo>
                <a:cubicBezTo>
                  <a:pt x="19050" y="76168"/>
                  <a:pt x="19093" y="76168"/>
                  <a:pt x="28575" y="76168"/>
                </a:cubicBezTo>
                <a:cubicBezTo>
                  <a:pt x="44156" y="76168"/>
                  <a:pt x="57990" y="68682"/>
                  <a:pt x="66679" y="57110"/>
                </a:cubicBezTo>
                <a:lnTo>
                  <a:pt x="66914" y="56796"/>
                </a:lnTo>
                <a:cubicBezTo>
                  <a:pt x="73459" y="48078"/>
                  <a:pt x="73831" y="47582"/>
                  <a:pt x="85725" y="47582"/>
                </a:cubicBezTo>
                <a:close/>
                <a:moveTo>
                  <a:pt x="85720" y="9469"/>
                </a:moveTo>
                <a:cubicBezTo>
                  <a:pt x="112191" y="9469"/>
                  <a:pt x="120650" y="13292"/>
                  <a:pt x="123010" y="28526"/>
                </a:cubicBezTo>
                <a:cubicBezTo>
                  <a:pt x="124487" y="38054"/>
                  <a:pt x="124718" y="39745"/>
                  <a:pt x="114300" y="38930"/>
                </a:cubicBezTo>
                <a:cubicBezTo>
                  <a:pt x="106207" y="38297"/>
                  <a:pt x="96739" y="38054"/>
                  <a:pt x="85724" y="38054"/>
                </a:cubicBezTo>
                <a:cubicBezTo>
                  <a:pt x="80962" y="38054"/>
                  <a:pt x="78581" y="38054"/>
                  <a:pt x="77390" y="36863"/>
                </a:cubicBezTo>
                <a:cubicBezTo>
                  <a:pt x="76200" y="35672"/>
                  <a:pt x="76200" y="33290"/>
                  <a:pt x="76200" y="28526"/>
                </a:cubicBezTo>
                <a:cubicBezTo>
                  <a:pt x="76200" y="25232"/>
                  <a:pt x="75865" y="22017"/>
                  <a:pt x="75229" y="18911"/>
                </a:cubicBezTo>
                <a:cubicBezTo>
                  <a:pt x="73296" y="9469"/>
                  <a:pt x="73867" y="9469"/>
                  <a:pt x="85720" y="9469"/>
                </a:cubicBezTo>
                <a:close/>
                <a:moveTo>
                  <a:pt x="24074" y="293"/>
                </a:moveTo>
                <a:cubicBezTo>
                  <a:pt x="31151" y="-827"/>
                  <a:pt x="30757" y="1105"/>
                  <a:pt x="29214" y="8672"/>
                </a:cubicBezTo>
                <a:lnTo>
                  <a:pt x="29051" y="9469"/>
                </a:lnTo>
                <a:cubicBezTo>
                  <a:pt x="28739" y="11008"/>
                  <a:pt x="28575" y="12602"/>
                  <a:pt x="28575" y="14233"/>
                </a:cubicBezTo>
                <a:cubicBezTo>
                  <a:pt x="28575" y="25758"/>
                  <a:pt x="36756" y="35371"/>
                  <a:pt x="47625" y="37578"/>
                </a:cubicBezTo>
                <a:cubicBezTo>
                  <a:pt x="55807" y="39239"/>
                  <a:pt x="54663" y="42230"/>
                  <a:pt x="49874" y="47583"/>
                </a:cubicBezTo>
                <a:cubicBezTo>
                  <a:pt x="44642" y="53431"/>
                  <a:pt x="37038" y="57111"/>
                  <a:pt x="28575" y="57111"/>
                </a:cubicBezTo>
                <a:cubicBezTo>
                  <a:pt x="12794" y="57111"/>
                  <a:pt x="0" y="44313"/>
                  <a:pt x="0" y="28526"/>
                </a:cubicBezTo>
                <a:cubicBezTo>
                  <a:pt x="0" y="14271"/>
                  <a:pt x="10431" y="2453"/>
                  <a:pt x="24074" y="293"/>
                </a:cubicBezTo>
                <a:close/>
              </a:path>
            </a:pathLst>
          </a:custGeom>
          <a:solidFill>
            <a:srgbClr val="000000"/>
          </a:solidFill>
          <a:ln w="9525" cap="flat">
            <a:noFill/>
            <a:prstDash val="solid"/>
            <a:miter/>
          </a:ln>
        </p:spPr>
        <p:txBody>
          <a:bodyPr rtlCol="0" anchor="ctr"/>
          <a:lstStyle/>
          <a:p>
            <a:endParaRPr lang="ru-RU"/>
          </a:p>
        </p:txBody>
      </p:sp>
      <p:sp>
        <p:nvSpPr>
          <p:cNvPr id="1328" name="Рисунок 244">
            <a:extLst>
              <a:ext uri="{FF2B5EF4-FFF2-40B4-BE49-F238E27FC236}">
                <a16:creationId xmlns:a16="http://schemas.microsoft.com/office/drawing/2014/main" id="{C23CC3DB-0066-7A1F-F7E1-7F15EC3D2A66}"/>
              </a:ext>
            </a:extLst>
          </p:cNvPr>
          <p:cNvSpPr/>
          <p:nvPr/>
        </p:nvSpPr>
        <p:spPr>
          <a:xfrm>
            <a:off x="8665910" y="1414083"/>
            <a:ext cx="171450" cy="152400"/>
          </a:xfrm>
          <a:custGeom>
            <a:avLst/>
            <a:gdLst>
              <a:gd name="connsiteX0" fmla="*/ 150019 w 171450"/>
              <a:gd name="connsiteY0" fmla="*/ 30956 h 152400"/>
              <a:gd name="connsiteX1" fmla="*/ 133350 w 171450"/>
              <a:gd name="connsiteY1" fmla="*/ 28575 h 152400"/>
              <a:gd name="connsiteX2" fmla="*/ 121400 w 171450"/>
              <a:gd name="connsiteY2" fmla="*/ 38100 h 152400"/>
              <a:gd name="connsiteX3" fmla="*/ 123825 w 171450"/>
              <a:gd name="connsiteY3" fmla="*/ 80963 h 152400"/>
              <a:gd name="connsiteX4" fmla="*/ 119063 w 171450"/>
              <a:gd name="connsiteY4" fmla="*/ 85725 h 152400"/>
              <a:gd name="connsiteX5" fmla="*/ 114300 w 171450"/>
              <a:gd name="connsiteY5" fmla="*/ 80963 h 152400"/>
              <a:gd name="connsiteX6" fmla="*/ 111411 w 171450"/>
              <a:gd name="connsiteY6" fmla="*/ 36331 h 152400"/>
              <a:gd name="connsiteX7" fmla="*/ 102247 w 171450"/>
              <a:gd name="connsiteY7" fmla="*/ 13692 h 152400"/>
              <a:gd name="connsiteX8" fmla="*/ 57150 w 171450"/>
              <a:gd name="connsiteY8" fmla="*/ 0 h 152400"/>
              <a:gd name="connsiteX9" fmla="*/ 0 w 171450"/>
              <a:gd name="connsiteY9" fmla="*/ 76200 h 152400"/>
              <a:gd name="connsiteX10" fmla="*/ 406 w 171450"/>
              <a:gd name="connsiteY10" fmla="*/ 95250 h 152400"/>
              <a:gd name="connsiteX11" fmla="*/ 414 w 171450"/>
              <a:gd name="connsiteY11" fmla="*/ 95419 h 152400"/>
              <a:gd name="connsiteX12" fmla="*/ 9002 w 171450"/>
              <a:gd name="connsiteY12" fmla="*/ 100839 h 152400"/>
              <a:gd name="connsiteX13" fmla="*/ 19838 w 171450"/>
              <a:gd name="connsiteY13" fmla="*/ 97290 h 152400"/>
              <a:gd name="connsiteX14" fmla="*/ 42862 w 171450"/>
              <a:gd name="connsiteY14" fmla="*/ 95250 h 152400"/>
              <a:gd name="connsiteX15" fmla="*/ 43163 w 171450"/>
              <a:gd name="connsiteY15" fmla="*/ 95250 h 152400"/>
              <a:gd name="connsiteX16" fmla="*/ 75601 w 171450"/>
              <a:gd name="connsiteY16" fmla="*/ 97123 h 152400"/>
              <a:gd name="connsiteX17" fmla="*/ 88835 w 171450"/>
              <a:gd name="connsiteY17" fmla="*/ 102174 h 152400"/>
              <a:gd name="connsiteX18" fmla="*/ 95250 w 171450"/>
              <a:gd name="connsiteY18" fmla="*/ 114300 h 152400"/>
              <a:gd name="connsiteX19" fmla="*/ 91650 w 171450"/>
              <a:gd name="connsiteY19" fmla="*/ 125568 h 152400"/>
              <a:gd name="connsiteX20" fmla="*/ 82331 w 171450"/>
              <a:gd name="connsiteY20" fmla="*/ 131363 h 152400"/>
              <a:gd name="connsiteX21" fmla="*/ 57766 w 171450"/>
              <a:gd name="connsiteY21" fmla="*/ 133350 h 152400"/>
              <a:gd name="connsiteX22" fmla="*/ 33340 w 171450"/>
              <a:gd name="connsiteY22" fmla="*/ 133350 h 152400"/>
              <a:gd name="connsiteX23" fmla="*/ 28575 w 171450"/>
              <a:gd name="connsiteY23" fmla="*/ 128588 h 152400"/>
              <a:gd name="connsiteX24" fmla="*/ 33338 w 171450"/>
              <a:gd name="connsiteY24" fmla="*/ 123825 h 152400"/>
              <a:gd name="connsiteX25" fmla="*/ 57150 w 171450"/>
              <a:gd name="connsiteY25" fmla="*/ 123825 h 152400"/>
              <a:gd name="connsiteX26" fmla="*/ 79594 w 171450"/>
              <a:gd name="connsiteY26" fmla="*/ 122240 h 152400"/>
              <a:gd name="connsiteX27" fmla="*/ 84265 w 171450"/>
              <a:gd name="connsiteY27" fmla="*/ 119552 h 152400"/>
              <a:gd name="connsiteX28" fmla="*/ 85725 w 171450"/>
              <a:gd name="connsiteY28" fmla="*/ 114300 h 152400"/>
              <a:gd name="connsiteX29" fmla="*/ 83273 w 171450"/>
              <a:gd name="connsiteY29" fmla="*/ 109906 h 152400"/>
              <a:gd name="connsiteX30" fmla="*/ 73792 w 171450"/>
              <a:gd name="connsiteY30" fmla="*/ 106474 h 152400"/>
              <a:gd name="connsiteX31" fmla="*/ 42862 w 171450"/>
              <a:gd name="connsiteY31" fmla="*/ 104775 h 152400"/>
              <a:gd name="connsiteX32" fmla="*/ 21834 w 171450"/>
              <a:gd name="connsiteY32" fmla="*/ 106604 h 152400"/>
              <a:gd name="connsiteX33" fmla="*/ 9002 w 171450"/>
              <a:gd name="connsiteY33" fmla="*/ 112005 h 152400"/>
              <a:gd name="connsiteX34" fmla="*/ 4754 w 171450"/>
              <a:gd name="connsiteY34" fmla="*/ 120392 h 152400"/>
              <a:gd name="connsiteX35" fmla="*/ 6132 w 171450"/>
              <a:gd name="connsiteY35" fmla="*/ 129086 h 152400"/>
              <a:gd name="connsiteX36" fmla="*/ 57150 w 171450"/>
              <a:gd name="connsiteY36" fmla="*/ 152400 h 152400"/>
              <a:gd name="connsiteX37" fmla="*/ 133350 w 171450"/>
              <a:gd name="connsiteY37" fmla="*/ 152400 h 152400"/>
              <a:gd name="connsiteX38" fmla="*/ 150019 w 171450"/>
              <a:gd name="connsiteY38" fmla="*/ 150019 h 152400"/>
              <a:gd name="connsiteX39" fmla="*/ 152232 w 171450"/>
              <a:gd name="connsiteY39" fmla="*/ 142875 h 152400"/>
              <a:gd name="connsiteX40" fmla="*/ 161925 w 171450"/>
              <a:gd name="connsiteY40" fmla="*/ 142875 h 152400"/>
              <a:gd name="connsiteX41" fmla="*/ 171450 w 171450"/>
              <a:gd name="connsiteY41" fmla="*/ 133350 h 152400"/>
              <a:gd name="connsiteX42" fmla="*/ 161925 w 171450"/>
              <a:gd name="connsiteY42" fmla="*/ 123825 h 152400"/>
              <a:gd name="connsiteX43" fmla="*/ 152400 w 171450"/>
              <a:gd name="connsiteY43" fmla="*/ 123825 h 152400"/>
              <a:gd name="connsiteX44" fmla="*/ 152400 w 171450"/>
              <a:gd name="connsiteY44" fmla="*/ 114300 h 152400"/>
              <a:gd name="connsiteX45" fmla="*/ 161925 w 171450"/>
              <a:gd name="connsiteY45" fmla="*/ 114300 h 152400"/>
              <a:gd name="connsiteX46" fmla="*/ 171450 w 171450"/>
              <a:gd name="connsiteY46" fmla="*/ 104775 h 152400"/>
              <a:gd name="connsiteX47" fmla="*/ 161925 w 171450"/>
              <a:gd name="connsiteY47" fmla="*/ 95250 h 152400"/>
              <a:gd name="connsiteX48" fmla="*/ 152400 w 171450"/>
              <a:gd name="connsiteY48" fmla="*/ 95250 h 152400"/>
              <a:gd name="connsiteX49" fmla="*/ 152400 w 171450"/>
              <a:gd name="connsiteY49" fmla="*/ 85725 h 152400"/>
              <a:gd name="connsiteX50" fmla="*/ 161925 w 171450"/>
              <a:gd name="connsiteY50" fmla="*/ 85725 h 152400"/>
              <a:gd name="connsiteX51" fmla="*/ 171450 w 171450"/>
              <a:gd name="connsiteY51" fmla="*/ 76200 h 152400"/>
              <a:gd name="connsiteX52" fmla="*/ 161925 w 171450"/>
              <a:gd name="connsiteY52" fmla="*/ 66675 h 152400"/>
              <a:gd name="connsiteX53" fmla="*/ 152400 w 171450"/>
              <a:gd name="connsiteY53" fmla="*/ 66675 h 152400"/>
              <a:gd name="connsiteX54" fmla="*/ 152400 w 171450"/>
              <a:gd name="connsiteY54" fmla="*/ 57150 h 152400"/>
              <a:gd name="connsiteX55" fmla="*/ 161925 w 171450"/>
              <a:gd name="connsiteY55" fmla="*/ 57150 h 152400"/>
              <a:gd name="connsiteX56" fmla="*/ 171450 w 171450"/>
              <a:gd name="connsiteY56" fmla="*/ 47625 h 152400"/>
              <a:gd name="connsiteX57" fmla="*/ 161925 w 171450"/>
              <a:gd name="connsiteY57" fmla="*/ 38100 h 152400"/>
              <a:gd name="connsiteX58" fmla="*/ 152232 w 171450"/>
              <a:gd name="connsiteY58" fmla="*/ 38100 h 152400"/>
              <a:gd name="connsiteX59" fmla="*/ 150019 w 171450"/>
              <a:gd name="connsiteY59" fmla="*/ 3095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71450" h="152400">
                <a:moveTo>
                  <a:pt x="150019" y="30956"/>
                </a:moveTo>
                <a:cubicBezTo>
                  <a:pt x="147638" y="28575"/>
                  <a:pt x="142874" y="28575"/>
                  <a:pt x="133350" y="28575"/>
                </a:cubicBezTo>
                <a:cubicBezTo>
                  <a:pt x="121174" y="28575"/>
                  <a:pt x="119848" y="28575"/>
                  <a:pt x="121400" y="38100"/>
                </a:cubicBezTo>
                <a:cubicBezTo>
                  <a:pt x="123107" y="48573"/>
                  <a:pt x="123825" y="65925"/>
                  <a:pt x="123825" y="80963"/>
                </a:cubicBezTo>
                <a:cubicBezTo>
                  <a:pt x="123825" y="83592"/>
                  <a:pt x="121692" y="85725"/>
                  <a:pt x="119063" y="85725"/>
                </a:cubicBezTo>
                <a:cubicBezTo>
                  <a:pt x="116433" y="85725"/>
                  <a:pt x="114300" y="83592"/>
                  <a:pt x="114300" y="80963"/>
                </a:cubicBezTo>
                <a:cubicBezTo>
                  <a:pt x="114300" y="64421"/>
                  <a:pt x="113410" y="46612"/>
                  <a:pt x="111411" y="36331"/>
                </a:cubicBezTo>
                <a:cubicBezTo>
                  <a:pt x="109413" y="26056"/>
                  <a:pt x="106361" y="18835"/>
                  <a:pt x="102247" y="13692"/>
                </a:cubicBezTo>
                <a:cubicBezTo>
                  <a:pt x="94210" y="3645"/>
                  <a:pt x="80825" y="0"/>
                  <a:pt x="57150" y="0"/>
                </a:cubicBezTo>
                <a:cubicBezTo>
                  <a:pt x="10087" y="0"/>
                  <a:pt x="0" y="13449"/>
                  <a:pt x="0" y="76200"/>
                </a:cubicBezTo>
                <a:cubicBezTo>
                  <a:pt x="0" y="83136"/>
                  <a:pt x="123" y="89470"/>
                  <a:pt x="406" y="95250"/>
                </a:cubicBezTo>
                <a:lnTo>
                  <a:pt x="414" y="95419"/>
                </a:lnTo>
                <a:cubicBezTo>
                  <a:pt x="692" y="101102"/>
                  <a:pt x="869" y="104737"/>
                  <a:pt x="9002" y="100839"/>
                </a:cubicBezTo>
                <a:cubicBezTo>
                  <a:pt x="12248" y="99283"/>
                  <a:pt x="15911" y="98132"/>
                  <a:pt x="19838" y="97290"/>
                </a:cubicBezTo>
                <a:cubicBezTo>
                  <a:pt x="26529" y="95857"/>
                  <a:pt x="34331" y="95250"/>
                  <a:pt x="42862" y="95250"/>
                </a:cubicBezTo>
                <a:lnTo>
                  <a:pt x="43163" y="95250"/>
                </a:lnTo>
                <a:cubicBezTo>
                  <a:pt x="53648" y="95250"/>
                  <a:pt x="65918" y="95250"/>
                  <a:pt x="75601" y="97123"/>
                </a:cubicBezTo>
                <a:cubicBezTo>
                  <a:pt x="80478" y="98066"/>
                  <a:pt x="85217" y="99572"/>
                  <a:pt x="88835" y="102174"/>
                </a:cubicBezTo>
                <a:cubicBezTo>
                  <a:pt x="92674" y="104935"/>
                  <a:pt x="95250" y="108967"/>
                  <a:pt x="95250" y="114300"/>
                </a:cubicBezTo>
                <a:cubicBezTo>
                  <a:pt x="95250" y="118694"/>
                  <a:pt x="94134" y="122519"/>
                  <a:pt x="91650" y="125568"/>
                </a:cubicBezTo>
                <a:cubicBezTo>
                  <a:pt x="89209" y="128563"/>
                  <a:pt x="85858" y="130305"/>
                  <a:pt x="82331" y="131363"/>
                </a:cubicBezTo>
                <a:cubicBezTo>
                  <a:pt x="75701" y="133352"/>
                  <a:pt x="66789" y="133351"/>
                  <a:pt x="57766" y="133350"/>
                </a:cubicBezTo>
                <a:lnTo>
                  <a:pt x="33340" y="133350"/>
                </a:lnTo>
                <a:cubicBezTo>
                  <a:pt x="30709" y="133350"/>
                  <a:pt x="28575" y="131217"/>
                  <a:pt x="28575" y="128588"/>
                </a:cubicBezTo>
                <a:cubicBezTo>
                  <a:pt x="28575" y="125958"/>
                  <a:pt x="30707" y="123825"/>
                  <a:pt x="33338" y="123825"/>
                </a:cubicBezTo>
                <a:lnTo>
                  <a:pt x="57150" y="123825"/>
                </a:lnTo>
                <a:cubicBezTo>
                  <a:pt x="66967" y="123825"/>
                  <a:pt x="74468" y="123777"/>
                  <a:pt x="79594" y="122240"/>
                </a:cubicBezTo>
                <a:cubicBezTo>
                  <a:pt x="82020" y="121512"/>
                  <a:pt x="83430" y="120576"/>
                  <a:pt x="84265" y="119552"/>
                </a:cubicBezTo>
                <a:cubicBezTo>
                  <a:pt x="85054" y="118582"/>
                  <a:pt x="85725" y="117050"/>
                  <a:pt x="85725" y="114300"/>
                </a:cubicBezTo>
                <a:cubicBezTo>
                  <a:pt x="85725" y="112489"/>
                  <a:pt x="85021" y="111163"/>
                  <a:pt x="83273" y="109906"/>
                </a:cubicBezTo>
                <a:cubicBezTo>
                  <a:pt x="81303" y="108490"/>
                  <a:pt x="78147" y="107317"/>
                  <a:pt x="73792" y="106474"/>
                </a:cubicBezTo>
                <a:cubicBezTo>
                  <a:pt x="65102" y="104793"/>
                  <a:pt x="53703" y="104775"/>
                  <a:pt x="42862" y="104775"/>
                </a:cubicBezTo>
                <a:cubicBezTo>
                  <a:pt x="34724" y="104775"/>
                  <a:pt x="27644" y="105359"/>
                  <a:pt x="21834" y="106604"/>
                </a:cubicBezTo>
                <a:cubicBezTo>
                  <a:pt x="15980" y="107858"/>
                  <a:pt x="11752" y="109714"/>
                  <a:pt x="9002" y="112005"/>
                </a:cubicBezTo>
                <a:cubicBezTo>
                  <a:pt x="6403" y="114171"/>
                  <a:pt x="4969" y="116837"/>
                  <a:pt x="4754" y="120392"/>
                </a:cubicBezTo>
                <a:cubicBezTo>
                  <a:pt x="4611" y="122744"/>
                  <a:pt x="4998" y="125615"/>
                  <a:pt x="6132" y="129086"/>
                </a:cubicBezTo>
                <a:cubicBezTo>
                  <a:pt x="13402" y="147365"/>
                  <a:pt x="28355" y="152400"/>
                  <a:pt x="57150" y="152400"/>
                </a:cubicBezTo>
                <a:lnTo>
                  <a:pt x="133350" y="152400"/>
                </a:lnTo>
                <a:cubicBezTo>
                  <a:pt x="142875" y="152400"/>
                  <a:pt x="147638" y="152400"/>
                  <a:pt x="150019" y="150019"/>
                </a:cubicBezTo>
                <a:cubicBezTo>
                  <a:pt x="151418" y="148620"/>
                  <a:pt x="151994" y="146399"/>
                  <a:pt x="152232" y="142875"/>
                </a:cubicBezTo>
                <a:lnTo>
                  <a:pt x="161925" y="142875"/>
                </a:lnTo>
                <a:cubicBezTo>
                  <a:pt x="167186" y="142875"/>
                  <a:pt x="171450" y="138611"/>
                  <a:pt x="171450" y="133350"/>
                </a:cubicBezTo>
                <a:cubicBezTo>
                  <a:pt x="171450" y="128089"/>
                  <a:pt x="167186" y="123825"/>
                  <a:pt x="161925" y="123825"/>
                </a:cubicBezTo>
                <a:lnTo>
                  <a:pt x="152400" y="123825"/>
                </a:lnTo>
                <a:lnTo>
                  <a:pt x="152400" y="114300"/>
                </a:lnTo>
                <a:lnTo>
                  <a:pt x="161925" y="114300"/>
                </a:lnTo>
                <a:cubicBezTo>
                  <a:pt x="167186" y="114300"/>
                  <a:pt x="171450" y="110036"/>
                  <a:pt x="171450" y="104775"/>
                </a:cubicBezTo>
                <a:cubicBezTo>
                  <a:pt x="171450" y="99514"/>
                  <a:pt x="167186" y="95250"/>
                  <a:pt x="161925" y="95250"/>
                </a:cubicBezTo>
                <a:lnTo>
                  <a:pt x="152400" y="95250"/>
                </a:lnTo>
                <a:lnTo>
                  <a:pt x="152400" y="85725"/>
                </a:lnTo>
                <a:lnTo>
                  <a:pt x="161925" y="85725"/>
                </a:lnTo>
                <a:cubicBezTo>
                  <a:pt x="167186" y="85725"/>
                  <a:pt x="171450" y="81461"/>
                  <a:pt x="171450" y="76200"/>
                </a:cubicBezTo>
                <a:cubicBezTo>
                  <a:pt x="171450" y="70939"/>
                  <a:pt x="167186" y="66675"/>
                  <a:pt x="161925" y="66675"/>
                </a:cubicBezTo>
                <a:lnTo>
                  <a:pt x="152400" y="66675"/>
                </a:lnTo>
                <a:lnTo>
                  <a:pt x="152400" y="57150"/>
                </a:lnTo>
                <a:lnTo>
                  <a:pt x="161925" y="57150"/>
                </a:lnTo>
                <a:cubicBezTo>
                  <a:pt x="167186" y="57150"/>
                  <a:pt x="171450" y="52885"/>
                  <a:pt x="171450" y="47625"/>
                </a:cubicBezTo>
                <a:cubicBezTo>
                  <a:pt x="171450" y="42365"/>
                  <a:pt x="167186" y="38100"/>
                  <a:pt x="161925" y="38100"/>
                </a:cubicBezTo>
                <a:lnTo>
                  <a:pt x="152232" y="38100"/>
                </a:lnTo>
                <a:cubicBezTo>
                  <a:pt x="151994" y="34575"/>
                  <a:pt x="151418" y="32355"/>
                  <a:pt x="150019" y="30956"/>
                </a:cubicBezTo>
                <a:close/>
              </a:path>
            </a:pathLst>
          </a:custGeom>
          <a:solidFill>
            <a:srgbClr val="000000"/>
          </a:solidFill>
          <a:ln w="9525" cap="flat">
            <a:noFill/>
            <a:prstDash val="solid"/>
            <a:miter/>
          </a:ln>
        </p:spPr>
        <p:txBody>
          <a:bodyPr rtlCol="0" anchor="ctr"/>
          <a:lstStyle/>
          <a:p>
            <a:endParaRPr lang="ru-RU"/>
          </a:p>
        </p:txBody>
      </p:sp>
      <p:sp>
        <p:nvSpPr>
          <p:cNvPr id="1601" name="Полилиния: фигура 1600">
            <a:extLst>
              <a:ext uri="{FF2B5EF4-FFF2-40B4-BE49-F238E27FC236}">
                <a16:creationId xmlns:a16="http://schemas.microsoft.com/office/drawing/2014/main" id="{92B79582-43F6-1356-089B-C43F83DE68C1}"/>
              </a:ext>
            </a:extLst>
          </p:cNvPr>
          <p:cNvSpPr/>
          <p:nvPr/>
        </p:nvSpPr>
        <p:spPr>
          <a:xfrm>
            <a:off x="8665910" y="1943250"/>
            <a:ext cx="171450" cy="171451"/>
          </a:xfrm>
          <a:custGeom>
            <a:avLst/>
            <a:gdLst>
              <a:gd name="connsiteX0" fmla="*/ 85724 w 171450"/>
              <a:gd name="connsiteY0" fmla="*/ 142875 h 171451"/>
              <a:gd name="connsiteX1" fmla="*/ 128068 w 171450"/>
              <a:gd name="connsiteY1" fmla="*/ 153397 h 171451"/>
              <a:gd name="connsiteX2" fmla="*/ 128084 w 171450"/>
              <a:gd name="connsiteY2" fmla="*/ 153406 h 171451"/>
              <a:gd name="connsiteX3" fmla="*/ 132343 w 171450"/>
              <a:gd name="connsiteY3" fmla="*/ 166185 h 171451"/>
              <a:gd name="connsiteX4" fmla="*/ 119565 w 171450"/>
              <a:gd name="connsiteY4" fmla="*/ 170444 h 171451"/>
              <a:gd name="connsiteX5" fmla="*/ 85724 w 171450"/>
              <a:gd name="connsiteY5" fmla="*/ 161925 h 171451"/>
              <a:gd name="connsiteX6" fmla="*/ 51884 w 171450"/>
              <a:gd name="connsiteY6" fmla="*/ 170444 h 171451"/>
              <a:gd name="connsiteX7" fmla="*/ 39105 w 171450"/>
              <a:gd name="connsiteY7" fmla="*/ 166185 h 171451"/>
              <a:gd name="connsiteX8" fmla="*/ 43364 w 171450"/>
              <a:gd name="connsiteY8" fmla="*/ 153406 h 171451"/>
              <a:gd name="connsiteX9" fmla="*/ 43381 w 171450"/>
              <a:gd name="connsiteY9" fmla="*/ 153397 h 171451"/>
              <a:gd name="connsiteX10" fmla="*/ 85724 w 171450"/>
              <a:gd name="connsiteY10" fmla="*/ 142875 h 171451"/>
              <a:gd name="connsiteX11" fmla="*/ 76200 w 171450"/>
              <a:gd name="connsiteY11" fmla="*/ 38102 h 171451"/>
              <a:gd name="connsiteX12" fmla="*/ 66675 w 171450"/>
              <a:gd name="connsiteY12" fmla="*/ 66610 h 171451"/>
              <a:gd name="connsiteX13" fmla="*/ 76200 w 171450"/>
              <a:gd name="connsiteY13" fmla="*/ 95247 h 171451"/>
              <a:gd name="connsiteX14" fmla="*/ 114300 w 171450"/>
              <a:gd name="connsiteY14" fmla="*/ 66728 h 171451"/>
              <a:gd name="connsiteX15" fmla="*/ 76200 w 171450"/>
              <a:gd name="connsiteY15" fmla="*/ 38102 h 171451"/>
              <a:gd name="connsiteX16" fmla="*/ 85725 w 171450"/>
              <a:gd name="connsiteY16" fmla="*/ 0 h 171451"/>
              <a:gd name="connsiteX17" fmla="*/ 171450 w 171450"/>
              <a:gd name="connsiteY17" fmla="*/ 66675 h 171451"/>
              <a:gd name="connsiteX18" fmla="*/ 85725 w 171450"/>
              <a:gd name="connsiteY18" fmla="*/ 133350 h 171451"/>
              <a:gd name="connsiteX19" fmla="*/ 0 w 171450"/>
              <a:gd name="connsiteY19" fmla="*/ 66675 h 171451"/>
              <a:gd name="connsiteX20" fmla="*/ 85725 w 171450"/>
              <a:gd name="connsiteY20" fmla="*/ 0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1450" h="171451">
                <a:moveTo>
                  <a:pt x="85724" y="142875"/>
                </a:moveTo>
                <a:cubicBezTo>
                  <a:pt x="107022" y="142875"/>
                  <a:pt x="121342" y="150035"/>
                  <a:pt x="128068" y="153397"/>
                </a:cubicBezTo>
                <a:lnTo>
                  <a:pt x="128084" y="153406"/>
                </a:lnTo>
                <a:cubicBezTo>
                  <a:pt x="132789" y="155759"/>
                  <a:pt x="134696" y="161479"/>
                  <a:pt x="132343" y="166185"/>
                </a:cubicBezTo>
                <a:cubicBezTo>
                  <a:pt x="129991" y="170890"/>
                  <a:pt x="124269" y="172797"/>
                  <a:pt x="119565" y="170444"/>
                </a:cubicBezTo>
                <a:cubicBezTo>
                  <a:pt x="113583" y="167454"/>
                  <a:pt x="102508" y="161925"/>
                  <a:pt x="85724" y="161925"/>
                </a:cubicBezTo>
                <a:cubicBezTo>
                  <a:pt x="68939" y="161925"/>
                  <a:pt x="57865" y="167454"/>
                  <a:pt x="51884" y="170444"/>
                </a:cubicBezTo>
                <a:cubicBezTo>
                  <a:pt x="47179" y="172797"/>
                  <a:pt x="41457" y="170890"/>
                  <a:pt x="39105" y="166185"/>
                </a:cubicBezTo>
                <a:cubicBezTo>
                  <a:pt x="36752" y="161479"/>
                  <a:pt x="38659" y="155759"/>
                  <a:pt x="43364" y="153406"/>
                </a:cubicBezTo>
                <a:lnTo>
                  <a:pt x="43381" y="153397"/>
                </a:lnTo>
                <a:cubicBezTo>
                  <a:pt x="50107" y="150035"/>
                  <a:pt x="64425" y="142875"/>
                  <a:pt x="85724" y="142875"/>
                </a:cubicBezTo>
                <a:close/>
                <a:moveTo>
                  <a:pt x="76200" y="38102"/>
                </a:moveTo>
                <a:cubicBezTo>
                  <a:pt x="66675" y="38100"/>
                  <a:pt x="66675" y="47625"/>
                  <a:pt x="66675" y="66610"/>
                </a:cubicBezTo>
                <a:cubicBezTo>
                  <a:pt x="66675" y="85725"/>
                  <a:pt x="66675" y="95247"/>
                  <a:pt x="76200" y="95247"/>
                </a:cubicBezTo>
                <a:cubicBezTo>
                  <a:pt x="85725" y="95247"/>
                  <a:pt x="114300" y="76200"/>
                  <a:pt x="114300" y="66728"/>
                </a:cubicBezTo>
                <a:cubicBezTo>
                  <a:pt x="114300" y="57257"/>
                  <a:pt x="85725" y="38105"/>
                  <a:pt x="76200" y="38102"/>
                </a:cubicBezTo>
                <a:close/>
                <a:moveTo>
                  <a:pt x="85725" y="0"/>
                </a:moveTo>
                <a:cubicBezTo>
                  <a:pt x="156320" y="0"/>
                  <a:pt x="171450" y="11768"/>
                  <a:pt x="171450" y="66675"/>
                </a:cubicBezTo>
                <a:cubicBezTo>
                  <a:pt x="171450" y="121582"/>
                  <a:pt x="156320" y="133350"/>
                  <a:pt x="85725" y="133350"/>
                </a:cubicBezTo>
                <a:cubicBezTo>
                  <a:pt x="15130" y="133350"/>
                  <a:pt x="0" y="121582"/>
                  <a:pt x="0" y="66675"/>
                </a:cubicBezTo>
                <a:cubicBezTo>
                  <a:pt x="0" y="11768"/>
                  <a:pt x="15130" y="0"/>
                  <a:pt x="85725" y="0"/>
                </a:cubicBezTo>
                <a:close/>
              </a:path>
            </a:pathLst>
          </a:custGeom>
          <a:solidFill>
            <a:srgbClr val="000000"/>
          </a:solidFill>
          <a:ln w="9525" cap="flat">
            <a:noFill/>
            <a:prstDash val="solid"/>
            <a:miter/>
          </a:ln>
        </p:spPr>
        <p:txBody>
          <a:bodyPr rtlCol="0" anchor="ctr"/>
          <a:lstStyle/>
          <a:p>
            <a:endParaRPr lang="ru-RU"/>
          </a:p>
        </p:txBody>
      </p:sp>
      <p:sp>
        <p:nvSpPr>
          <p:cNvPr id="1608" name="Полилиния: фигура 1607">
            <a:extLst>
              <a:ext uri="{FF2B5EF4-FFF2-40B4-BE49-F238E27FC236}">
                <a16:creationId xmlns:a16="http://schemas.microsoft.com/office/drawing/2014/main" id="{57D6004D-05A7-C314-D0A4-B3181BB1D689}"/>
              </a:ext>
            </a:extLst>
          </p:cNvPr>
          <p:cNvSpPr/>
          <p:nvPr/>
        </p:nvSpPr>
        <p:spPr>
          <a:xfrm>
            <a:off x="8665910" y="3362325"/>
            <a:ext cx="180975" cy="142875"/>
          </a:xfrm>
          <a:custGeom>
            <a:avLst/>
            <a:gdLst>
              <a:gd name="connsiteX0" fmla="*/ 152400 w 180975"/>
              <a:gd name="connsiteY0" fmla="*/ 104775 h 142875"/>
              <a:gd name="connsiteX1" fmla="*/ 142875 w 180975"/>
              <a:gd name="connsiteY1" fmla="*/ 114300 h 142875"/>
              <a:gd name="connsiteX2" fmla="*/ 152400 w 180975"/>
              <a:gd name="connsiteY2" fmla="*/ 123825 h 142875"/>
              <a:gd name="connsiteX3" fmla="*/ 161925 w 180975"/>
              <a:gd name="connsiteY3" fmla="*/ 114300 h 142875"/>
              <a:gd name="connsiteX4" fmla="*/ 152400 w 180975"/>
              <a:gd name="connsiteY4" fmla="*/ 104775 h 142875"/>
              <a:gd name="connsiteX5" fmla="*/ 152400 w 180975"/>
              <a:gd name="connsiteY5" fmla="*/ 85725 h 142875"/>
              <a:gd name="connsiteX6" fmla="*/ 180975 w 180975"/>
              <a:gd name="connsiteY6" fmla="*/ 114300 h 142875"/>
              <a:gd name="connsiteX7" fmla="*/ 152400 w 180975"/>
              <a:gd name="connsiteY7" fmla="*/ 142875 h 142875"/>
              <a:gd name="connsiteX8" fmla="*/ 123825 w 180975"/>
              <a:gd name="connsiteY8" fmla="*/ 114300 h 142875"/>
              <a:gd name="connsiteX9" fmla="*/ 152400 w 180975"/>
              <a:gd name="connsiteY9" fmla="*/ 85725 h 142875"/>
              <a:gd name="connsiteX10" fmla="*/ 9525 w 180975"/>
              <a:gd name="connsiteY10" fmla="*/ 57150 h 142875"/>
              <a:gd name="connsiteX11" fmla="*/ 161925 w 180975"/>
              <a:gd name="connsiteY11" fmla="*/ 57150 h 142875"/>
              <a:gd name="connsiteX12" fmla="*/ 171396 w 180975"/>
              <a:gd name="connsiteY12" fmla="*/ 64153 h 142875"/>
              <a:gd name="connsiteX13" fmla="*/ 169069 w 180975"/>
              <a:gd name="connsiteY13" fmla="*/ 73819 h 142875"/>
              <a:gd name="connsiteX14" fmla="*/ 152400 w 180975"/>
              <a:gd name="connsiteY14" fmla="*/ 76200 h 142875"/>
              <a:gd name="connsiteX15" fmla="*/ 114300 w 180975"/>
              <a:gd name="connsiteY15" fmla="*/ 114300 h 142875"/>
              <a:gd name="connsiteX16" fmla="*/ 85725 w 180975"/>
              <a:gd name="connsiteY16" fmla="*/ 133350 h 142875"/>
              <a:gd name="connsiteX17" fmla="*/ 8247 w 180975"/>
              <a:gd name="connsiteY17" fmla="*/ 122747 h 142875"/>
              <a:gd name="connsiteX18" fmla="*/ 0 w 180975"/>
              <a:gd name="connsiteY18" fmla="*/ 66675 h 142875"/>
              <a:gd name="connsiteX19" fmla="*/ 9525 w 180975"/>
              <a:gd name="connsiteY19" fmla="*/ 57150 h 142875"/>
              <a:gd name="connsiteX20" fmla="*/ 85725 w 180975"/>
              <a:gd name="connsiteY20" fmla="*/ 0 h 142875"/>
              <a:gd name="connsiteX21" fmla="*/ 171450 w 180975"/>
              <a:gd name="connsiteY21" fmla="*/ 28575 h 142875"/>
              <a:gd name="connsiteX22" fmla="*/ 161925 w 180975"/>
              <a:gd name="connsiteY22" fmla="*/ 38100 h 142875"/>
              <a:gd name="connsiteX23" fmla="*/ 9525 w 180975"/>
              <a:gd name="connsiteY23" fmla="*/ 38100 h 142875"/>
              <a:gd name="connsiteX24" fmla="*/ 0 w 180975"/>
              <a:gd name="connsiteY24" fmla="*/ 28575 h 142875"/>
              <a:gd name="connsiteX25" fmla="*/ 85725 w 180975"/>
              <a:gd name="connsiteY25"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0975" h="142875">
                <a:moveTo>
                  <a:pt x="152400" y="104775"/>
                </a:moveTo>
                <a:cubicBezTo>
                  <a:pt x="147139" y="104775"/>
                  <a:pt x="142875" y="109039"/>
                  <a:pt x="142875" y="114300"/>
                </a:cubicBezTo>
                <a:cubicBezTo>
                  <a:pt x="142875" y="119561"/>
                  <a:pt x="147139" y="123825"/>
                  <a:pt x="152400" y="123825"/>
                </a:cubicBezTo>
                <a:cubicBezTo>
                  <a:pt x="157661" y="123825"/>
                  <a:pt x="161925" y="119561"/>
                  <a:pt x="161925" y="114300"/>
                </a:cubicBezTo>
                <a:cubicBezTo>
                  <a:pt x="161925" y="109039"/>
                  <a:pt x="157661" y="104775"/>
                  <a:pt x="152400" y="104775"/>
                </a:cubicBezTo>
                <a:close/>
                <a:moveTo>
                  <a:pt x="152400" y="85725"/>
                </a:moveTo>
                <a:cubicBezTo>
                  <a:pt x="168182" y="85725"/>
                  <a:pt x="180975" y="98518"/>
                  <a:pt x="180975" y="114300"/>
                </a:cubicBezTo>
                <a:cubicBezTo>
                  <a:pt x="180975" y="130082"/>
                  <a:pt x="168182" y="142875"/>
                  <a:pt x="152400" y="142875"/>
                </a:cubicBezTo>
                <a:cubicBezTo>
                  <a:pt x="136618" y="142875"/>
                  <a:pt x="123825" y="130082"/>
                  <a:pt x="123825" y="114300"/>
                </a:cubicBezTo>
                <a:cubicBezTo>
                  <a:pt x="123825" y="98518"/>
                  <a:pt x="136618" y="85725"/>
                  <a:pt x="152400" y="85725"/>
                </a:cubicBezTo>
                <a:close/>
                <a:moveTo>
                  <a:pt x="9525" y="57150"/>
                </a:moveTo>
                <a:lnTo>
                  <a:pt x="161925" y="57150"/>
                </a:lnTo>
                <a:cubicBezTo>
                  <a:pt x="169750" y="57150"/>
                  <a:pt x="171147" y="60365"/>
                  <a:pt x="171396" y="64153"/>
                </a:cubicBezTo>
                <a:cubicBezTo>
                  <a:pt x="171259" y="69182"/>
                  <a:pt x="170776" y="72112"/>
                  <a:pt x="169069" y="73819"/>
                </a:cubicBezTo>
                <a:cubicBezTo>
                  <a:pt x="166688" y="76200"/>
                  <a:pt x="161925" y="76200"/>
                  <a:pt x="152400" y="76200"/>
                </a:cubicBezTo>
                <a:cubicBezTo>
                  <a:pt x="123825" y="76200"/>
                  <a:pt x="114300" y="85725"/>
                  <a:pt x="114300" y="114300"/>
                </a:cubicBezTo>
                <a:cubicBezTo>
                  <a:pt x="114300" y="133350"/>
                  <a:pt x="100013" y="133350"/>
                  <a:pt x="85725" y="133350"/>
                </a:cubicBezTo>
                <a:cubicBezTo>
                  <a:pt x="39280" y="133350"/>
                  <a:pt x="17999" y="133350"/>
                  <a:pt x="8247" y="122747"/>
                </a:cubicBezTo>
                <a:cubicBezTo>
                  <a:pt x="0" y="113779"/>
                  <a:pt x="0" y="97226"/>
                  <a:pt x="0" y="66675"/>
                </a:cubicBezTo>
                <a:cubicBezTo>
                  <a:pt x="0" y="61913"/>
                  <a:pt x="0" y="57150"/>
                  <a:pt x="9525" y="57150"/>
                </a:cubicBezTo>
                <a:close/>
                <a:moveTo>
                  <a:pt x="85725" y="0"/>
                </a:moveTo>
                <a:cubicBezTo>
                  <a:pt x="152400" y="0"/>
                  <a:pt x="171450" y="0"/>
                  <a:pt x="171450" y="28575"/>
                </a:cubicBezTo>
                <a:cubicBezTo>
                  <a:pt x="171450" y="33338"/>
                  <a:pt x="171450" y="38100"/>
                  <a:pt x="161925" y="38100"/>
                </a:cubicBezTo>
                <a:lnTo>
                  <a:pt x="9525" y="38100"/>
                </a:lnTo>
                <a:cubicBezTo>
                  <a:pt x="0" y="38100"/>
                  <a:pt x="0" y="33338"/>
                  <a:pt x="0" y="28575"/>
                </a:cubicBezTo>
                <a:cubicBezTo>
                  <a:pt x="0" y="0"/>
                  <a:pt x="19050" y="0"/>
                  <a:pt x="85725" y="0"/>
                </a:cubicBezTo>
                <a:close/>
              </a:path>
            </a:pathLst>
          </a:custGeom>
          <a:solidFill>
            <a:srgbClr val="000000"/>
          </a:solidFill>
          <a:ln w="9525" cap="flat">
            <a:noFill/>
            <a:prstDash val="solid"/>
            <a:miter/>
          </a:ln>
        </p:spPr>
        <p:txBody>
          <a:bodyPr rtlCol="0" anchor="ctr"/>
          <a:lstStyle/>
          <a:p>
            <a:endParaRPr lang="ru-RU"/>
          </a:p>
        </p:txBody>
      </p:sp>
      <p:sp>
        <p:nvSpPr>
          <p:cNvPr id="1336" name="Рисунок 958">
            <a:extLst>
              <a:ext uri="{FF2B5EF4-FFF2-40B4-BE49-F238E27FC236}">
                <a16:creationId xmlns:a16="http://schemas.microsoft.com/office/drawing/2014/main" id="{B2152ABC-5CED-97CD-018F-760ABDB4BFA4}"/>
              </a:ext>
            </a:extLst>
          </p:cNvPr>
          <p:cNvSpPr/>
          <p:nvPr/>
        </p:nvSpPr>
        <p:spPr>
          <a:xfrm>
            <a:off x="8665909" y="5786739"/>
            <a:ext cx="152400" cy="152399"/>
          </a:xfrm>
          <a:custGeom>
            <a:avLst/>
            <a:gdLst>
              <a:gd name="connsiteX0" fmla="*/ 63269 w 152400"/>
              <a:gd name="connsiteY0" fmla="*/ 89092 h 152399"/>
              <a:gd name="connsiteX1" fmla="*/ 81365 w 152400"/>
              <a:gd name="connsiteY1" fmla="*/ 150847 h 152399"/>
              <a:gd name="connsiteX2" fmla="*/ 125969 w 152400"/>
              <a:gd name="connsiteY2" fmla="*/ 89092 h 152399"/>
              <a:gd name="connsiteX3" fmla="*/ 151099 w 152400"/>
              <a:gd name="connsiteY3" fmla="*/ 1300 h 152399"/>
              <a:gd name="connsiteX4" fmla="*/ 63269 w 152400"/>
              <a:gd name="connsiteY4" fmla="*/ 26432 h 152399"/>
              <a:gd name="connsiteX5" fmla="*/ 1556 w 152400"/>
              <a:gd name="connsiteY5" fmla="*/ 71002 h 152399"/>
              <a:gd name="connsiteX6" fmla="*/ 63269 w 152400"/>
              <a:gd name="connsiteY6" fmla="*/ 89092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152399">
                <a:moveTo>
                  <a:pt x="63269" y="89092"/>
                </a:moveTo>
                <a:cubicBezTo>
                  <a:pt x="72317" y="98136"/>
                  <a:pt x="72317" y="141803"/>
                  <a:pt x="81365" y="150847"/>
                </a:cubicBezTo>
                <a:cubicBezTo>
                  <a:pt x="90414" y="159891"/>
                  <a:pt x="107625" y="128129"/>
                  <a:pt x="125969" y="89092"/>
                </a:cubicBezTo>
                <a:cubicBezTo>
                  <a:pt x="145196" y="48174"/>
                  <a:pt x="156362" y="6563"/>
                  <a:pt x="151099" y="1300"/>
                </a:cubicBezTo>
                <a:cubicBezTo>
                  <a:pt x="145835" y="-3962"/>
                  <a:pt x="104205" y="7213"/>
                  <a:pt x="63269" y="26432"/>
                </a:cubicBezTo>
                <a:cubicBezTo>
                  <a:pt x="24213" y="44767"/>
                  <a:pt x="-7493" y="61958"/>
                  <a:pt x="1556" y="71002"/>
                </a:cubicBezTo>
                <a:cubicBezTo>
                  <a:pt x="10604" y="80047"/>
                  <a:pt x="54221" y="80047"/>
                  <a:pt x="63269" y="89092"/>
                </a:cubicBezTo>
                <a:close/>
              </a:path>
            </a:pathLst>
          </a:custGeom>
          <a:solidFill>
            <a:srgbClr val="000000"/>
          </a:solidFill>
          <a:ln w="9525" cap="flat">
            <a:noFill/>
            <a:prstDash val="solid"/>
            <a:miter/>
          </a:ln>
        </p:spPr>
        <p:txBody>
          <a:bodyPr rtlCol="0" anchor="ctr"/>
          <a:lstStyle/>
          <a:p>
            <a:endParaRPr lang="ru-RU"/>
          </a:p>
        </p:txBody>
      </p:sp>
      <p:sp>
        <p:nvSpPr>
          <p:cNvPr id="1337" name="Рисунок 222">
            <a:extLst>
              <a:ext uri="{FF2B5EF4-FFF2-40B4-BE49-F238E27FC236}">
                <a16:creationId xmlns:a16="http://schemas.microsoft.com/office/drawing/2014/main" id="{E2C3C105-D843-4D41-1CE0-4043397E6091}"/>
              </a:ext>
            </a:extLst>
          </p:cNvPr>
          <p:cNvSpPr/>
          <p:nvPr/>
        </p:nvSpPr>
        <p:spPr>
          <a:xfrm>
            <a:off x="9092069" y="875392"/>
            <a:ext cx="152400" cy="180975"/>
          </a:xfrm>
          <a:custGeom>
            <a:avLst/>
            <a:gdLst>
              <a:gd name="connsiteX0" fmla="*/ 146003 w 152400"/>
              <a:gd name="connsiteY0" fmla="*/ 152620 h 180975"/>
              <a:gd name="connsiteX1" fmla="*/ 152400 w 152400"/>
              <a:gd name="connsiteY1" fmla="*/ 109538 h 180975"/>
              <a:gd name="connsiteX2" fmla="*/ 147890 w 152400"/>
              <a:gd name="connsiteY2" fmla="*/ 50227 h 180975"/>
              <a:gd name="connsiteX3" fmla="*/ 147638 w 152400"/>
              <a:gd name="connsiteY3" fmla="*/ 47625 h 180975"/>
              <a:gd name="connsiteX4" fmla="*/ 76200 w 152400"/>
              <a:gd name="connsiteY4" fmla="*/ 0 h 180975"/>
              <a:gd name="connsiteX5" fmla="*/ 4763 w 152400"/>
              <a:gd name="connsiteY5" fmla="*/ 47625 h 180975"/>
              <a:gd name="connsiteX6" fmla="*/ 4510 w 152400"/>
              <a:gd name="connsiteY6" fmla="*/ 50226 h 180975"/>
              <a:gd name="connsiteX7" fmla="*/ 0 w 152400"/>
              <a:gd name="connsiteY7" fmla="*/ 109538 h 180975"/>
              <a:gd name="connsiteX8" fmla="*/ 6397 w 152400"/>
              <a:gd name="connsiteY8" fmla="*/ 152620 h 180975"/>
              <a:gd name="connsiteX9" fmla="*/ 19051 w 152400"/>
              <a:gd name="connsiteY9" fmla="*/ 159270 h 180975"/>
              <a:gd name="connsiteX10" fmla="*/ 33338 w 152400"/>
              <a:gd name="connsiteY10" fmla="*/ 180975 h 180975"/>
              <a:gd name="connsiteX11" fmla="*/ 47616 w 152400"/>
              <a:gd name="connsiteY11" fmla="*/ 161765 h 180975"/>
              <a:gd name="connsiteX12" fmla="*/ 76200 w 152400"/>
              <a:gd name="connsiteY12" fmla="*/ 161925 h 180975"/>
              <a:gd name="connsiteX13" fmla="*/ 104785 w 152400"/>
              <a:gd name="connsiteY13" fmla="*/ 161765 h 180975"/>
              <a:gd name="connsiteX14" fmla="*/ 119063 w 152400"/>
              <a:gd name="connsiteY14" fmla="*/ 180975 h 180975"/>
              <a:gd name="connsiteX15" fmla="*/ 133349 w 152400"/>
              <a:gd name="connsiteY15" fmla="*/ 159270 h 180975"/>
              <a:gd name="connsiteX16" fmla="*/ 146003 w 152400"/>
              <a:gd name="connsiteY16" fmla="*/ 152620 h 180975"/>
              <a:gd name="connsiteX17" fmla="*/ 33337 w 152400"/>
              <a:gd name="connsiteY17" fmla="*/ 114300 h 180975"/>
              <a:gd name="connsiteX18" fmla="*/ 47625 w 152400"/>
              <a:gd name="connsiteY18" fmla="*/ 123825 h 180975"/>
              <a:gd name="connsiteX19" fmla="*/ 33338 w 152400"/>
              <a:gd name="connsiteY19" fmla="*/ 133350 h 180975"/>
              <a:gd name="connsiteX20" fmla="*/ 19050 w 152400"/>
              <a:gd name="connsiteY20" fmla="*/ 123825 h 180975"/>
              <a:gd name="connsiteX21" fmla="*/ 33337 w 152400"/>
              <a:gd name="connsiteY21" fmla="*/ 114300 h 180975"/>
              <a:gd name="connsiteX22" fmla="*/ 118744 w 152400"/>
              <a:gd name="connsiteY22" fmla="*/ 114300 h 180975"/>
              <a:gd name="connsiteX23" fmla="*/ 133032 w 152400"/>
              <a:gd name="connsiteY23" fmla="*/ 123825 h 180975"/>
              <a:gd name="connsiteX24" fmla="*/ 118744 w 152400"/>
              <a:gd name="connsiteY24" fmla="*/ 133350 h 180975"/>
              <a:gd name="connsiteX25" fmla="*/ 104457 w 152400"/>
              <a:gd name="connsiteY25" fmla="*/ 123825 h 180975"/>
              <a:gd name="connsiteX26" fmla="*/ 118744 w 152400"/>
              <a:gd name="connsiteY26" fmla="*/ 114300 h 180975"/>
              <a:gd name="connsiteX27" fmla="*/ 19368 w 152400"/>
              <a:gd name="connsiteY27" fmla="*/ 84137 h 180975"/>
              <a:gd name="connsiteX28" fmla="*/ 22616 w 152400"/>
              <a:gd name="connsiteY28" fmla="*/ 61913 h 180975"/>
              <a:gd name="connsiteX29" fmla="*/ 40804 w 152400"/>
              <a:gd name="connsiteY29" fmla="*/ 24243 h 180975"/>
              <a:gd name="connsiteX30" fmla="*/ 69742 w 152400"/>
              <a:gd name="connsiteY30" fmla="*/ 38140 h 180975"/>
              <a:gd name="connsiteX31" fmla="*/ 76200 w 152400"/>
              <a:gd name="connsiteY31" fmla="*/ 38100 h 180975"/>
              <a:gd name="connsiteX32" fmla="*/ 82658 w 152400"/>
              <a:gd name="connsiteY32" fmla="*/ 38140 h 180975"/>
              <a:gd name="connsiteX33" fmla="*/ 111596 w 152400"/>
              <a:gd name="connsiteY33" fmla="*/ 24243 h 180975"/>
              <a:gd name="connsiteX34" fmla="*/ 129784 w 152400"/>
              <a:gd name="connsiteY34" fmla="*/ 61913 h 180975"/>
              <a:gd name="connsiteX35" fmla="*/ 133032 w 152400"/>
              <a:gd name="connsiteY35" fmla="*/ 84137 h 180975"/>
              <a:gd name="connsiteX36" fmla="*/ 124913 w 152400"/>
              <a:gd name="connsiteY36" fmla="*/ 95250 h 180975"/>
              <a:gd name="connsiteX37" fmla="*/ 27488 w 152400"/>
              <a:gd name="connsiteY37" fmla="*/ 95250 h 180975"/>
              <a:gd name="connsiteX38" fmla="*/ 19368 w 152400"/>
              <a:gd name="connsiteY38" fmla="*/ 84137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80975">
                <a:moveTo>
                  <a:pt x="146003" y="152620"/>
                </a:moveTo>
                <a:cubicBezTo>
                  <a:pt x="152400" y="145372"/>
                  <a:pt x="152400" y="132477"/>
                  <a:pt x="152400" y="109538"/>
                </a:cubicBezTo>
                <a:cubicBezTo>
                  <a:pt x="152400" y="96544"/>
                  <a:pt x="149211" y="63795"/>
                  <a:pt x="147890" y="50227"/>
                </a:cubicBezTo>
                <a:lnTo>
                  <a:pt x="147638" y="47625"/>
                </a:lnTo>
                <a:cubicBezTo>
                  <a:pt x="144217" y="12273"/>
                  <a:pt x="123825" y="0"/>
                  <a:pt x="76200" y="0"/>
                </a:cubicBezTo>
                <a:cubicBezTo>
                  <a:pt x="28575" y="0"/>
                  <a:pt x="8183" y="12273"/>
                  <a:pt x="4763" y="47625"/>
                </a:cubicBezTo>
                <a:lnTo>
                  <a:pt x="4510" y="50226"/>
                </a:lnTo>
                <a:cubicBezTo>
                  <a:pt x="3189" y="63793"/>
                  <a:pt x="0" y="96544"/>
                  <a:pt x="0" y="109538"/>
                </a:cubicBezTo>
                <a:cubicBezTo>
                  <a:pt x="0" y="132477"/>
                  <a:pt x="0" y="145372"/>
                  <a:pt x="6397" y="152620"/>
                </a:cubicBezTo>
                <a:cubicBezTo>
                  <a:pt x="9204" y="155799"/>
                  <a:pt x="13242" y="157893"/>
                  <a:pt x="19051" y="159270"/>
                </a:cubicBezTo>
                <a:cubicBezTo>
                  <a:pt x="19071" y="176567"/>
                  <a:pt x="19592" y="180975"/>
                  <a:pt x="33338" y="180975"/>
                </a:cubicBezTo>
                <a:cubicBezTo>
                  <a:pt x="46397" y="180975"/>
                  <a:pt x="47519" y="176996"/>
                  <a:pt x="47616" y="161765"/>
                </a:cubicBezTo>
                <a:cubicBezTo>
                  <a:pt x="55695" y="161925"/>
                  <a:pt x="65146" y="161925"/>
                  <a:pt x="76200" y="161925"/>
                </a:cubicBezTo>
                <a:cubicBezTo>
                  <a:pt x="87254" y="161925"/>
                  <a:pt x="96704" y="161925"/>
                  <a:pt x="104785" y="161765"/>
                </a:cubicBezTo>
                <a:cubicBezTo>
                  <a:pt x="104881" y="176996"/>
                  <a:pt x="106004" y="180975"/>
                  <a:pt x="119063" y="180975"/>
                </a:cubicBezTo>
                <a:cubicBezTo>
                  <a:pt x="132808" y="180975"/>
                  <a:pt x="133329" y="176567"/>
                  <a:pt x="133349" y="159270"/>
                </a:cubicBezTo>
                <a:cubicBezTo>
                  <a:pt x="139158" y="157893"/>
                  <a:pt x="143196" y="155799"/>
                  <a:pt x="146003" y="152620"/>
                </a:cubicBezTo>
                <a:close/>
                <a:moveTo>
                  <a:pt x="33337" y="114300"/>
                </a:moveTo>
                <a:cubicBezTo>
                  <a:pt x="42202" y="114300"/>
                  <a:pt x="47625" y="114960"/>
                  <a:pt x="47625" y="123825"/>
                </a:cubicBezTo>
                <a:cubicBezTo>
                  <a:pt x="47625" y="132690"/>
                  <a:pt x="42202" y="133350"/>
                  <a:pt x="33338" y="133350"/>
                </a:cubicBezTo>
                <a:cubicBezTo>
                  <a:pt x="24473" y="133350"/>
                  <a:pt x="19050" y="132690"/>
                  <a:pt x="19050" y="123825"/>
                </a:cubicBezTo>
                <a:cubicBezTo>
                  <a:pt x="19050" y="114960"/>
                  <a:pt x="24472" y="114300"/>
                  <a:pt x="33337" y="114300"/>
                </a:cubicBezTo>
                <a:close/>
                <a:moveTo>
                  <a:pt x="118744" y="114300"/>
                </a:moveTo>
                <a:cubicBezTo>
                  <a:pt x="127609" y="114300"/>
                  <a:pt x="133032" y="114960"/>
                  <a:pt x="133032" y="123825"/>
                </a:cubicBezTo>
                <a:cubicBezTo>
                  <a:pt x="133032" y="132690"/>
                  <a:pt x="127609" y="133350"/>
                  <a:pt x="118744" y="133350"/>
                </a:cubicBezTo>
                <a:cubicBezTo>
                  <a:pt x="109879" y="133350"/>
                  <a:pt x="104457" y="132690"/>
                  <a:pt x="104457" y="123825"/>
                </a:cubicBezTo>
                <a:cubicBezTo>
                  <a:pt x="104457" y="114960"/>
                  <a:pt x="109879" y="114300"/>
                  <a:pt x="118744" y="114300"/>
                </a:cubicBezTo>
                <a:close/>
                <a:moveTo>
                  <a:pt x="19368" y="84137"/>
                </a:moveTo>
                <a:lnTo>
                  <a:pt x="22616" y="61913"/>
                </a:lnTo>
                <a:cubicBezTo>
                  <a:pt x="25588" y="41575"/>
                  <a:pt x="28924" y="30100"/>
                  <a:pt x="40804" y="24243"/>
                </a:cubicBezTo>
                <a:cubicBezTo>
                  <a:pt x="48545" y="38344"/>
                  <a:pt x="52847" y="38303"/>
                  <a:pt x="69742" y="38140"/>
                </a:cubicBezTo>
                <a:cubicBezTo>
                  <a:pt x="71715" y="38121"/>
                  <a:pt x="73859" y="38100"/>
                  <a:pt x="76200" y="38100"/>
                </a:cubicBezTo>
                <a:cubicBezTo>
                  <a:pt x="78541" y="38100"/>
                  <a:pt x="80685" y="38121"/>
                  <a:pt x="82658" y="38140"/>
                </a:cubicBezTo>
                <a:cubicBezTo>
                  <a:pt x="99553" y="38303"/>
                  <a:pt x="103855" y="38344"/>
                  <a:pt x="111596" y="24243"/>
                </a:cubicBezTo>
                <a:cubicBezTo>
                  <a:pt x="123476" y="30100"/>
                  <a:pt x="126813" y="41576"/>
                  <a:pt x="129784" y="61913"/>
                </a:cubicBezTo>
                <a:lnTo>
                  <a:pt x="133032" y="84137"/>
                </a:lnTo>
                <a:cubicBezTo>
                  <a:pt x="134655" y="95250"/>
                  <a:pt x="129784" y="95250"/>
                  <a:pt x="124913" y="95250"/>
                </a:cubicBezTo>
                <a:lnTo>
                  <a:pt x="27488" y="95250"/>
                </a:lnTo>
                <a:cubicBezTo>
                  <a:pt x="22616" y="95250"/>
                  <a:pt x="17745" y="95250"/>
                  <a:pt x="19368" y="84137"/>
                </a:cubicBezTo>
                <a:close/>
              </a:path>
            </a:pathLst>
          </a:custGeom>
          <a:solidFill>
            <a:srgbClr val="000000"/>
          </a:solidFill>
          <a:ln w="9525" cap="flat">
            <a:noFill/>
            <a:prstDash val="solid"/>
            <a:miter/>
          </a:ln>
        </p:spPr>
        <p:txBody>
          <a:bodyPr rtlCol="0" anchor="ctr"/>
          <a:lstStyle/>
          <a:p>
            <a:endParaRPr lang="ru-RU"/>
          </a:p>
        </p:txBody>
      </p:sp>
      <p:sp>
        <p:nvSpPr>
          <p:cNvPr id="1595" name="Полилиния: фигура 1594">
            <a:extLst>
              <a:ext uri="{FF2B5EF4-FFF2-40B4-BE49-F238E27FC236}">
                <a16:creationId xmlns:a16="http://schemas.microsoft.com/office/drawing/2014/main" id="{61AB2C39-C51C-BF7A-A19B-7E0627FAC393}"/>
              </a:ext>
            </a:extLst>
          </p:cNvPr>
          <p:cNvSpPr/>
          <p:nvPr/>
        </p:nvSpPr>
        <p:spPr>
          <a:xfrm>
            <a:off x="9082544" y="1404558"/>
            <a:ext cx="171450" cy="171450"/>
          </a:xfrm>
          <a:custGeom>
            <a:avLst/>
            <a:gdLst>
              <a:gd name="connsiteX0" fmla="*/ 104775 w 171450"/>
              <a:gd name="connsiteY0" fmla="*/ 76200 h 171450"/>
              <a:gd name="connsiteX1" fmla="*/ 95250 w 171450"/>
              <a:gd name="connsiteY1" fmla="*/ 85725 h 171450"/>
              <a:gd name="connsiteX2" fmla="*/ 104775 w 171450"/>
              <a:gd name="connsiteY2" fmla="*/ 95250 h 171450"/>
              <a:gd name="connsiteX3" fmla="*/ 114300 w 171450"/>
              <a:gd name="connsiteY3" fmla="*/ 85725 h 171450"/>
              <a:gd name="connsiteX4" fmla="*/ 104775 w 171450"/>
              <a:gd name="connsiteY4" fmla="*/ 76200 h 171450"/>
              <a:gd name="connsiteX5" fmla="*/ 66675 w 171450"/>
              <a:gd name="connsiteY5" fmla="*/ 76200 h 171450"/>
              <a:gd name="connsiteX6" fmla="*/ 57150 w 171450"/>
              <a:gd name="connsiteY6" fmla="*/ 85725 h 171450"/>
              <a:gd name="connsiteX7" fmla="*/ 66675 w 171450"/>
              <a:gd name="connsiteY7" fmla="*/ 95250 h 171450"/>
              <a:gd name="connsiteX8" fmla="*/ 76200 w 171450"/>
              <a:gd name="connsiteY8" fmla="*/ 85725 h 171450"/>
              <a:gd name="connsiteX9" fmla="*/ 66675 w 171450"/>
              <a:gd name="connsiteY9" fmla="*/ 76200 h 171450"/>
              <a:gd name="connsiteX10" fmla="*/ 85725 w 171450"/>
              <a:gd name="connsiteY10" fmla="*/ 38100 h 171450"/>
              <a:gd name="connsiteX11" fmla="*/ 133350 w 171450"/>
              <a:gd name="connsiteY11" fmla="*/ 85725 h 171450"/>
              <a:gd name="connsiteX12" fmla="*/ 85725 w 171450"/>
              <a:gd name="connsiteY12" fmla="*/ 133350 h 171450"/>
              <a:gd name="connsiteX13" fmla="*/ 38100 w 171450"/>
              <a:gd name="connsiteY13" fmla="*/ 85725 h 171450"/>
              <a:gd name="connsiteX14" fmla="*/ 85725 w 171450"/>
              <a:gd name="connsiteY14" fmla="*/ 38100 h 171450"/>
              <a:gd name="connsiteX15" fmla="*/ 85725 w 171450"/>
              <a:gd name="connsiteY15" fmla="*/ 28575 h 171450"/>
              <a:gd name="connsiteX16" fmla="*/ 28575 w 171450"/>
              <a:gd name="connsiteY16" fmla="*/ 85725 h 171450"/>
              <a:gd name="connsiteX17" fmla="*/ 85725 w 171450"/>
              <a:gd name="connsiteY17" fmla="*/ 142875 h 171450"/>
              <a:gd name="connsiteX18" fmla="*/ 142875 w 171450"/>
              <a:gd name="connsiteY18" fmla="*/ 85725 h 171450"/>
              <a:gd name="connsiteX19" fmla="*/ 85725 w 171450"/>
              <a:gd name="connsiteY19" fmla="*/ 28575 h 171450"/>
              <a:gd name="connsiteX20" fmla="*/ 85725 w 171450"/>
              <a:gd name="connsiteY20" fmla="*/ 0 h 171450"/>
              <a:gd name="connsiteX21" fmla="*/ 171450 w 171450"/>
              <a:gd name="connsiteY21" fmla="*/ 85725 h 171450"/>
              <a:gd name="connsiteX22" fmla="*/ 85725 w 171450"/>
              <a:gd name="connsiteY22" fmla="*/ 171450 h 171450"/>
              <a:gd name="connsiteX23" fmla="*/ 0 w 171450"/>
              <a:gd name="connsiteY23" fmla="*/ 85725 h 171450"/>
              <a:gd name="connsiteX24" fmla="*/ 85725 w 171450"/>
              <a:gd name="connsiteY24"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71450">
                <a:moveTo>
                  <a:pt x="104775" y="76200"/>
                </a:moveTo>
                <a:cubicBezTo>
                  <a:pt x="99514" y="76200"/>
                  <a:pt x="95250" y="80464"/>
                  <a:pt x="95250" y="85725"/>
                </a:cubicBezTo>
                <a:cubicBezTo>
                  <a:pt x="95250" y="90986"/>
                  <a:pt x="99514" y="95250"/>
                  <a:pt x="104775" y="95250"/>
                </a:cubicBezTo>
                <a:cubicBezTo>
                  <a:pt x="110036" y="95250"/>
                  <a:pt x="114300" y="90986"/>
                  <a:pt x="114300" y="85725"/>
                </a:cubicBezTo>
                <a:cubicBezTo>
                  <a:pt x="114300" y="80464"/>
                  <a:pt x="110036" y="76200"/>
                  <a:pt x="104775" y="76200"/>
                </a:cubicBezTo>
                <a:close/>
                <a:moveTo>
                  <a:pt x="66675" y="76200"/>
                </a:moveTo>
                <a:cubicBezTo>
                  <a:pt x="61414" y="76200"/>
                  <a:pt x="57150" y="80464"/>
                  <a:pt x="57150" y="85725"/>
                </a:cubicBezTo>
                <a:cubicBezTo>
                  <a:pt x="57150" y="90986"/>
                  <a:pt x="61414" y="95250"/>
                  <a:pt x="66675" y="95250"/>
                </a:cubicBezTo>
                <a:cubicBezTo>
                  <a:pt x="71936" y="95250"/>
                  <a:pt x="76200" y="90986"/>
                  <a:pt x="76200" y="85725"/>
                </a:cubicBezTo>
                <a:cubicBezTo>
                  <a:pt x="76200" y="80464"/>
                  <a:pt x="71936" y="76200"/>
                  <a:pt x="66675" y="76200"/>
                </a:cubicBezTo>
                <a:close/>
                <a:moveTo>
                  <a:pt x="85725" y="38100"/>
                </a:moveTo>
                <a:cubicBezTo>
                  <a:pt x="112027" y="38100"/>
                  <a:pt x="133350" y="59422"/>
                  <a:pt x="133350" y="85725"/>
                </a:cubicBezTo>
                <a:cubicBezTo>
                  <a:pt x="133350" y="112027"/>
                  <a:pt x="112027" y="133350"/>
                  <a:pt x="85725" y="133350"/>
                </a:cubicBezTo>
                <a:cubicBezTo>
                  <a:pt x="59422" y="133350"/>
                  <a:pt x="38100" y="112027"/>
                  <a:pt x="38100" y="85725"/>
                </a:cubicBezTo>
                <a:cubicBezTo>
                  <a:pt x="38100" y="59422"/>
                  <a:pt x="59422" y="38100"/>
                  <a:pt x="85725" y="38100"/>
                </a:cubicBezTo>
                <a:close/>
                <a:moveTo>
                  <a:pt x="85725" y="28575"/>
                </a:moveTo>
                <a:cubicBezTo>
                  <a:pt x="54162" y="28575"/>
                  <a:pt x="28575" y="54162"/>
                  <a:pt x="28575" y="85725"/>
                </a:cubicBezTo>
                <a:cubicBezTo>
                  <a:pt x="28575" y="117288"/>
                  <a:pt x="54162" y="142875"/>
                  <a:pt x="85725" y="142875"/>
                </a:cubicBezTo>
                <a:cubicBezTo>
                  <a:pt x="117288" y="142875"/>
                  <a:pt x="142875" y="117288"/>
                  <a:pt x="142875" y="85725"/>
                </a:cubicBezTo>
                <a:cubicBezTo>
                  <a:pt x="142875" y="54162"/>
                  <a:pt x="117288" y="28575"/>
                  <a:pt x="85725" y="28575"/>
                </a:cubicBezTo>
                <a:close/>
                <a:moveTo>
                  <a:pt x="85725" y="0"/>
                </a:moveTo>
                <a:cubicBezTo>
                  <a:pt x="156320" y="0"/>
                  <a:pt x="171450" y="15130"/>
                  <a:pt x="171450" y="85725"/>
                </a:cubicBezTo>
                <a:cubicBezTo>
                  <a:pt x="171450" y="156320"/>
                  <a:pt x="156320" y="171450"/>
                  <a:pt x="85725" y="171450"/>
                </a:cubicBezTo>
                <a:cubicBezTo>
                  <a:pt x="15130" y="171450"/>
                  <a:pt x="0" y="156320"/>
                  <a:pt x="0" y="85725"/>
                </a:cubicBezTo>
                <a:cubicBezTo>
                  <a:pt x="0" y="15130"/>
                  <a:pt x="15130" y="0"/>
                  <a:pt x="85725" y="0"/>
                </a:cubicBezTo>
                <a:close/>
              </a:path>
            </a:pathLst>
          </a:custGeom>
          <a:solidFill>
            <a:srgbClr val="000000"/>
          </a:solidFill>
          <a:ln w="9525" cap="flat">
            <a:noFill/>
            <a:prstDash val="solid"/>
            <a:miter/>
          </a:ln>
        </p:spPr>
        <p:txBody>
          <a:bodyPr rtlCol="0" anchor="ctr"/>
          <a:lstStyle/>
          <a:p>
            <a:endParaRPr lang="ru-RU"/>
          </a:p>
        </p:txBody>
      </p:sp>
      <p:sp>
        <p:nvSpPr>
          <p:cNvPr id="1602" name="Полилиния: фигура 1601">
            <a:extLst>
              <a:ext uri="{FF2B5EF4-FFF2-40B4-BE49-F238E27FC236}">
                <a16:creationId xmlns:a16="http://schemas.microsoft.com/office/drawing/2014/main" id="{16C2C9F0-C5CF-1BFC-70E6-5061E17129BB}"/>
              </a:ext>
            </a:extLst>
          </p:cNvPr>
          <p:cNvSpPr/>
          <p:nvPr/>
        </p:nvSpPr>
        <p:spPr>
          <a:xfrm>
            <a:off x="9082545" y="1933725"/>
            <a:ext cx="171448" cy="161925"/>
          </a:xfrm>
          <a:custGeom>
            <a:avLst/>
            <a:gdLst>
              <a:gd name="connsiteX0" fmla="*/ 31363 w 171448"/>
              <a:gd name="connsiteY0" fmla="*/ 40890 h 161925"/>
              <a:gd name="connsiteX1" fmla="*/ 44833 w 171448"/>
              <a:gd name="connsiteY1" fmla="*/ 40890 h 161925"/>
              <a:gd name="connsiteX2" fmla="*/ 54358 w 171448"/>
              <a:gd name="connsiteY2" fmla="*/ 50415 h 161925"/>
              <a:gd name="connsiteX3" fmla="*/ 54358 w 171448"/>
              <a:gd name="connsiteY3" fmla="*/ 63885 h 161925"/>
              <a:gd name="connsiteX4" fmla="*/ 40888 w 171448"/>
              <a:gd name="connsiteY4" fmla="*/ 63885 h 161925"/>
              <a:gd name="connsiteX5" fmla="*/ 31363 w 171448"/>
              <a:gd name="connsiteY5" fmla="*/ 54360 h 161925"/>
              <a:gd name="connsiteX6" fmla="*/ 31363 w 171448"/>
              <a:gd name="connsiteY6" fmla="*/ 40890 h 161925"/>
              <a:gd name="connsiteX7" fmla="*/ 100011 w 171448"/>
              <a:gd name="connsiteY7" fmla="*/ 0 h 161925"/>
              <a:gd name="connsiteX8" fmla="*/ 124444 w 171448"/>
              <a:gd name="connsiteY8" fmla="*/ 10397 h 161925"/>
              <a:gd name="connsiteX9" fmla="*/ 133349 w 171448"/>
              <a:gd name="connsiteY9" fmla="*/ 38100 h 161925"/>
              <a:gd name="connsiteX10" fmla="*/ 123824 w 171448"/>
              <a:gd name="connsiteY10" fmla="*/ 47625 h 161925"/>
              <a:gd name="connsiteX11" fmla="*/ 114299 w 171448"/>
              <a:gd name="connsiteY11" fmla="*/ 38100 h 161925"/>
              <a:gd name="connsiteX12" fmla="*/ 110107 w 171448"/>
              <a:gd name="connsiteY12" fmla="*/ 22941 h 161925"/>
              <a:gd name="connsiteX13" fmla="*/ 100011 w 171448"/>
              <a:gd name="connsiteY13" fmla="*/ 19050 h 161925"/>
              <a:gd name="connsiteX14" fmla="*/ 85724 w 171448"/>
              <a:gd name="connsiteY14" fmla="*/ 38100 h 161925"/>
              <a:gd name="connsiteX15" fmla="*/ 85724 w 171448"/>
              <a:gd name="connsiteY15" fmla="*/ 76200 h 161925"/>
              <a:gd name="connsiteX16" fmla="*/ 146235 w 171448"/>
              <a:gd name="connsiteY16" fmla="*/ 76200 h 161925"/>
              <a:gd name="connsiteX17" fmla="*/ 166406 w 171448"/>
              <a:gd name="connsiteY17" fmla="*/ 119063 h 161925"/>
              <a:gd name="connsiteX18" fmla="*/ 85724 w 171448"/>
              <a:gd name="connsiteY18" fmla="*/ 161925 h 161925"/>
              <a:gd name="connsiteX19" fmla="*/ 5042 w 171448"/>
              <a:gd name="connsiteY19" fmla="*/ 119063 h 161925"/>
              <a:gd name="connsiteX20" fmla="*/ 25213 w 171448"/>
              <a:gd name="connsiteY20" fmla="*/ 76200 h 161925"/>
              <a:gd name="connsiteX21" fmla="*/ 66674 w 171448"/>
              <a:gd name="connsiteY21" fmla="*/ 76200 h 161925"/>
              <a:gd name="connsiteX22" fmla="*/ 66674 w 171448"/>
              <a:gd name="connsiteY22" fmla="*/ 38100 h 161925"/>
              <a:gd name="connsiteX23" fmla="*/ 100011 w 171448"/>
              <a:gd name="connsiteY23"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48" h="161925">
                <a:moveTo>
                  <a:pt x="31363" y="40890"/>
                </a:moveTo>
                <a:cubicBezTo>
                  <a:pt x="35083" y="37170"/>
                  <a:pt x="41113" y="37170"/>
                  <a:pt x="44833" y="40890"/>
                </a:cubicBezTo>
                <a:lnTo>
                  <a:pt x="54358" y="50415"/>
                </a:lnTo>
                <a:cubicBezTo>
                  <a:pt x="58078" y="54135"/>
                  <a:pt x="58078" y="60165"/>
                  <a:pt x="54358" y="63885"/>
                </a:cubicBezTo>
                <a:cubicBezTo>
                  <a:pt x="50638" y="67605"/>
                  <a:pt x="44608" y="67605"/>
                  <a:pt x="40888" y="63885"/>
                </a:cubicBezTo>
                <a:lnTo>
                  <a:pt x="31363" y="54360"/>
                </a:lnTo>
                <a:cubicBezTo>
                  <a:pt x="27643" y="50640"/>
                  <a:pt x="27643" y="44610"/>
                  <a:pt x="31363" y="40890"/>
                </a:cubicBezTo>
                <a:close/>
                <a:moveTo>
                  <a:pt x="100011" y="0"/>
                </a:moveTo>
                <a:cubicBezTo>
                  <a:pt x="109370" y="0"/>
                  <a:pt x="118145" y="3198"/>
                  <a:pt x="124444" y="10397"/>
                </a:cubicBezTo>
                <a:cubicBezTo>
                  <a:pt x="130597" y="17429"/>
                  <a:pt x="133349" y="27092"/>
                  <a:pt x="133349" y="38100"/>
                </a:cubicBezTo>
                <a:cubicBezTo>
                  <a:pt x="133349" y="43360"/>
                  <a:pt x="129085" y="47625"/>
                  <a:pt x="123824" y="47625"/>
                </a:cubicBezTo>
                <a:cubicBezTo>
                  <a:pt x="118563" y="47625"/>
                  <a:pt x="114299" y="43360"/>
                  <a:pt x="114299" y="38100"/>
                </a:cubicBezTo>
                <a:cubicBezTo>
                  <a:pt x="114299" y="30058"/>
                  <a:pt x="112288" y="25434"/>
                  <a:pt x="110107" y="22941"/>
                </a:cubicBezTo>
                <a:cubicBezTo>
                  <a:pt x="108072" y="20615"/>
                  <a:pt x="104941" y="19050"/>
                  <a:pt x="100011" y="19050"/>
                </a:cubicBezTo>
                <a:cubicBezTo>
                  <a:pt x="92968" y="19050"/>
                  <a:pt x="85724" y="26250"/>
                  <a:pt x="85724" y="38100"/>
                </a:cubicBezTo>
                <a:lnTo>
                  <a:pt x="85724" y="76200"/>
                </a:lnTo>
                <a:lnTo>
                  <a:pt x="146235" y="76200"/>
                </a:lnTo>
                <a:cubicBezTo>
                  <a:pt x="176491" y="76200"/>
                  <a:pt x="174249" y="85725"/>
                  <a:pt x="166406" y="119063"/>
                </a:cubicBezTo>
                <a:cubicBezTo>
                  <a:pt x="158562" y="152400"/>
                  <a:pt x="146109" y="161925"/>
                  <a:pt x="85724" y="161925"/>
                </a:cubicBezTo>
                <a:cubicBezTo>
                  <a:pt x="25339" y="161925"/>
                  <a:pt x="12886" y="152400"/>
                  <a:pt x="5042" y="119063"/>
                </a:cubicBezTo>
                <a:cubicBezTo>
                  <a:pt x="-2801" y="85726"/>
                  <a:pt x="-5043" y="76200"/>
                  <a:pt x="25213" y="76200"/>
                </a:cubicBezTo>
                <a:lnTo>
                  <a:pt x="66674" y="76200"/>
                </a:lnTo>
                <a:lnTo>
                  <a:pt x="66674" y="38100"/>
                </a:lnTo>
                <a:cubicBezTo>
                  <a:pt x="66674" y="20192"/>
                  <a:pt x="78480" y="0"/>
                  <a:pt x="100011" y="0"/>
                </a:cubicBezTo>
                <a:close/>
              </a:path>
            </a:pathLst>
          </a:custGeom>
          <a:solidFill>
            <a:srgbClr val="000000"/>
          </a:solidFill>
          <a:ln w="9525" cap="flat">
            <a:noFill/>
            <a:prstDash val="solid"/>
            <a:miter/>
          </a:ln>
        </p:spPr>
        <p:txBody>
          <a:bodyPr rtlCol="0" anchor="ctr"/>
          <a:lstStyle/>
          <a:p>
            <a:endParaRPr lang="ru-RU"/>
          </a:p>
        </p:txBody>
      </p:sp>
      <p:sp>
        <p:nvSpPr>
          <p:cNvPr id="1609" name="Полилиния: фигура 1608">
            <a:extLst>
              <a:ext uri="{FF2B5EF4-FFF2-40B4-BE49-F238E27FC236}">
                <a16:creationId xmlns:a16="http://schemas.microsoft.com/office/drawing/2014/main" id="{5C0C867E-C3E1-16D4-F592-8FDEC754751F}"/>
              </a:ext>
            </a:extLst>
          </p:cNvPr>
          <p:cNvSpPr/>
          <p:nvPr/>
        </p:nvSpPr>
        <p:spPr>
          <a:xfrm>
            <a:off x="9073018" y="3362324"/>
            <a:ext cx="190500" cy="152400"/>
          </a:xfrm>
          <a:custGeom>
            <a:avLst/>
            <a:gdLst>
              <a:gd name="connsiteX0" fmla="*/ 157163 w 190500"/>
              <a:gd name="connsiteY0" fmla="*/ 123825 h 152400"/>
              <a:gd name="connsiteX1" fmla="*/ 152400 w 190500"/>
              <a:gd name="connsiteY1" fmla="*/ 128588 h 152400"/>
              <a:gd name="connsiteX2" fmla="*/ 157163 w 190500"/>
              <a:gd name="connsiteY2" fmla="*/ 133350 h 152400"/>
              <a:gd name="connsiteX3" fmla="*/ 161925 w 190500"/>
              <a:gd name="connsiteY3" fmla="*/ 128588 h 152400"/>
              <a:gd name="connsiteX4" fmla="*/ 157163 w 190500"/>
              <a:gd name="connsiteY4" fmla="*/ 123825 h 152400"/>
              <a:gd name="connsiteX5" fmla="*/ 9525 w 190500"/>
              <a:gd name="connsiteY5" fmla="*/ 96229 h 152400"/>
              <a:gd name="connsiteX6" fmla="*/ 29374 w 190500"/>
              <a:gd name="connsiteY6" fmla="*/ 103975 h 152400"/>
              <a:gd name="connsiteX7" fmla="*/ 37121 w 190500"/>
              <a:gd name="connsiteY7" fmla="*/ 123825 h 152400"/>
              <a:gd name="connsiteX8" fmla="*/ 28575 w 190500"/>
              <a:gd name="connsiteY8" fmla="*/ 130941 h 152400"/>
              <a:gd name="connsiteX9" fmla="*/ 8160 w 190500"/>
              <a:gd name="connsiteY9" fmla="*/ 121692 h 152400"/>
              <a:gd name="connsiteX10" fmla="*/ 1419 w 190500"/>
              <a:gd name="connsiteY10" fmla="*/ 104775 h 152400"/>
              <a:gd name="connsiteX11" fmla="*/ 9525 w 190500"/>
              <a:gd name="connsiteY11" fmla="*/ 96229 h 152400"/>
              <a:gd name="connsiteX12" fmla="*/ 157163 w 190500"/>
              <a:gd name="connsiteY12" fmla="*/ 95250 h 152400"/>
              <a:gd name="connsiteX13" fmla="*/ 146155 w 190500"/>
              <a:gd name="connsiteY13" fmla="*/ 98612 h 152400"/>
              <a:gd name="connsiteX14" fmla="*/ 143792 w 190500"/>
              <a:gd name="connsiteY14" fmla="*/ 105251 h 152400"/>
              <a:gd name="connsiteX15" fmla="*/ 157163 w 190500"/>
              <a:gd name="connsiteY15" fmla="*/ 104775 h 152400"/>
              <a:gd name="connsiteX16" fmla="*/ 170533 w 190500"/>
              <a:gd name="connsiteY16" fmla="*/ 105251 h 152400"/>
              <a:gd name="connsiteX17" fmla="*/ 169050 w 190500"/>
              <a:gd name="connsiteY17" fmla="*/ 100150 h 152400"/>
              <a:gd name="connsiteX18" fmla="*/ 168170 w 190500"/>
              <a:gd name="connsiteY18" fmla="*/ 98612 h 152400"/>
              <a:gd name="connsiteX19" fmla="*/ 157163 w 190500"/>
              <a:gd name="connsiteY19" fmla="*/ 95250 h 152400"/>
              <a:gd name="connsiteX20" fmla="*/ 157163 w 190500"/>
              <a:gd name="connsiteY20" fmla="*/ 85725 h 152400"/>
              <a:gd name="connsiteX21" fmla="*/ 175921 w 190500"/>
              <a:gd name="connsiteY21" fmla="*/ 93078 h 152400"/>
              <a:gd name="connsiteX22" fmla="*/ 179935 w 190500"/>
              <a:gd name="connsiteY22" fmla="*/ 103723 h 152400"/>
              <a:gd name="connsiteX23" fmla="*/ 180421 w 190500"/>
              <a:gd name="connsiteY23" fmla="*/ 107133 h 152400"/>
              <a:gd name="connsiteX24" fmla="*/ 190500 w 190500"/>
              <a:gd name="connsiteY24" fmla="*/ 128588 h 152400"/>
              <a:gd name="connsiteX25" fmla="*/ 157163 w 190500"/>
              <a:gd name="connsiteY25" fmla="*/ 152400 h 152400"/>
              <a:gd name="connsiteX26" fmla="*/ 123825 w 190500"/>
              <a:gd name="connsiteY26" fmla="*/ 128588 h 152400"/>
              <a:gd name="connsiteX27" fmla="*/ 133904 w 190500"/>
              <a:gd name="connsiteY27" fmla="*/ 107133 h 152400"/>
              <a:gd name="connsiteX28" fmla="*/ 134390 w 190500"/>
              <a:gd name="connsiteY28" fmla="*/ 103723 h 152400"/>
              <a:gd name="connsiteX29" fmla="*/ 138404 w 190500"/>
              <a:gd name="connsiteY29" fmla="*/ 93078 h 152400"/>
              <a:gd name="connsiteX30" fmla="*/ 157163 w 190500"/>
              <a:gd name="connsiteY30" fmla="*/ 85725 h 152400"/>
              <a:gd name="connsiteX31" fmla="*/ 95250 w 190500"/>
              <a:gd name="connsiteY31" fmla="*/ 47625 h 152400"/>
              <a:gd name="connsiteX32" fmla="*/ 114300 w 190500"/>
              <a:gd name="connsiteY32" fmla="*/ 66675 h 152400"/>
              <a:gd name="connsiteX33" fmla="*/ 95250 w 190500"/>
              <a:gd name="connsiteY33" fmla="*/ 85725 h 152400"/>
              <a:gd name="connsiteX34" fmla="*/ 76200 w 190500"/>
              <a:gd name="connsiteY34" fmla="*/ 66675 h 152400"/>
              <a:gd name="connsiteX35" fmla="*/ 95250 w 190500"/>
              <a:gd name="connsiteY35" fmla="*/ 47625 h 152400"/>
              <a:gd name="connsiteX36" fmla="*/ 154055 w 190500"/>
              <a:gd name="connsiteY36" fmla="*/ 2161 h 152400"/>
              <a:gd name="connsiteX37" fmla="*/ 161924 w 190500"/>
              <a:gd name="connsiteY37" fmla="*/ 2409 h 152400"/>
              <a:gd name="connsiteX38" fmla="*/ 182339 w 190500"/>
              <a:gd name="connsiteY38" fmla="*/ 11657 h 152400"/>
              <a:gd name="connsiteX39" fmla="*/ 189080 w 190500"/>
              <a:gd name="connsiteY39" fmla="*/ 28574 h 152400"/>
              <a:gd name="connsiteX40" fmla="*/ 180974 w 190500"/>
              <a:gd name="connsiteY40" fmla="*/ 37120 h 152400"/>
              <a:gd name="connsiteX41" fmla="*/ 161125 w 190500"/>
              <a:gd name="connsiteY41" fmla="*/ 29374 h 152400"/>
              <a:gd name="connsiteX42" fmla="*/ 153378 w 190500"/>
              <a:gd name="connsiteY42" fmla="*/ 9524 h 152400"/>
              <a:gd name="connsiteX43" fmla="*/ 154055 w 190500"/>
              <a:gd name="connsiteY43" fmla="*/ 2161 h 152400"/>
              <a:gd name="connsiteX44" fmla="*/ 36444 w 190500"/>
              <a:gd name="connsiteY44" fmla="*/ 2161 h 152400"/>
              <a:gd name="connsiteX45" fmla="*/ 37121 w 190500"/>
              <a:gd name="connsiteY45" fmla="*/ 9524 h 152400"/>
              <a:gd name="connsiteX46" fmla="*/ 29374 w 190500"/>
              <a:gd name="connsiteY46" fmla="*/ 29374 h 152400"/>
              <a:gd name="connsiteX47" fmla="*/ 9525 w 190500"/>
              <a:gd name="connsiteY47" fmla="*/ 37120 h 152400"/>
              <a:gd name="connsiteX48" fmla="*/ 1419 w 190500"/>
              <a:gd name="connsiteY48" fmla="*/ 28574 h 152400"/>
              <a:gd name="connsiteX49" fmla="*/ 8160 w 190500"/>
              <a:gd name="connsiteY49" fmla="*/ 11657 h 152400"/>
              <a:gd name="connsiteX50" fmla="*/ 28575 w 190500"/>
              <a:gd name="connsiteY50" fmla="*/ 2409 h 152400"/>
              <a:gd name="connsiteX51" fmla="*/ 36444 w 190500"/>
              <a:gd name="connsiteY51" fmla="*/ 2161 h 152400"/>
              <a:gd name="connsiteX52" fmla="*/ 95250 w 190500"/>
              <a:gd name="connsiteY52" fmla="*/ 0 h 152400"/>
              <a:gd name="connsiteX53" fmla="*/ 123825 w 190500"/>
              <a:gd name="connsiteY53" fmla="*/ 93 h 152400"/>
              <a:gd name="connsiteX54" fmla="*/ 124931 w 190500"/>
              <a:gd name="connsiteY54" fmla="*/ 105 h 152400"/>
              <a:gd name="connsiteX55" fmla="*/ 143776 w 190500"/>
              <a:gd name="connsiteY55" fmla="*/ 9525 h 152400"/>
              <a:gd name="connsiteX56" fmla="*/ 154390 w 190500"/>
              <a:gd name="connsiteY56" fmla="*/ 36109 h 152400"/>
              <a:gd name="connsiteX57" fmla="*/ 171450 w 190500"/>
              <a:gd name="connsiteY57" fmla="*/ 45051 h 152400"/>
              <a:gd name="connsiteX58" fmla="*/ 180163 w 190500"/>
              <a:gd name="connsiteY58" fmla="*/ 46355 h 152400"/>
              <a:gd name="connsiteX59" fmla="*/ 180208 w 190500"/>
              <a:gd name="connsiteY59" fmla="*/ 46362 h 152400"/>
              <a:gd name="connsiteX60" fmla="*/ 190488 w 190500"/>
              <a:gd name="connsiteY60" fmla="*/ 57150 h 152400"/>
              <a:gd name="connsiteX61" fmla="*/ 190498 w 190500"/>
              <a:gd name="connsiteY61" fmla="*/ 61106 h 152400"/>
              <a:gd name="connsiteX62" fmla="*/ 190500 w 190500"/>
              <a:gd name="connsiteY62" fmla="*/ 66675 h 152400"/>
              <a:gd name="connsiteX63" fmla="*/ 180975 w 190500"/>
              <a:gd name="connsiteY63" fmla="*/ 72386 h 152400"/>
              <a:gd name="connsiteX64" fmla="*/ 157163 w 190500"/>
              <a:gd name="connsiteY64" fmla="*/ 66675 h 152400"/>
              <a:gd name="connsiteX65" fmla="*/ 142875 w 190500"/>
              <a:gd name="connsiteY65" fmla="*/ 68647 h 152400"/>
              <a:gd name="connsiteX66" fmla="*/ 142441 w 190500"/>
              <a:gd name="connsiteY66" fmla="*/ 68771 h 152400"/>
              <a:gd name="connsiteX67" fmla="*/ 133350 w 190500"/>
              <a:gd name="connsiteY67" fmla="*/ 66675 h 152400"/>
              <a:gd name="connsiteX68" fmla="*/ 95250 w 190500"/>
              <a:gd name="connsiteY68" fmla="*/ 28575 h 152400"/>
              <a:gd name="connsiteX69" fmla="*/ 57150 w 190500"/>
              <a:gd name="connsiteY69" fmla="*/ 66675 h 152400"/>
              <a:gd name="connsiteX70" fmla="*/ 95250 w 190500"/>
              <a:gd name="connsiteY70" fmla="*/ 104775 h 152400"/>
              <a:gd name="connsiteX71" fmla="*/ 95672 w 190500"/>
              <a:gd name="connsiteY71" fmla="*/ 104773 h 152400"/>
              <a:gd name="connsiteX72" fmla="*/ 96265 w 190500"/>
              <a:gd name="connsiteY72" fmla="*/ 104761 h 152400"/>
              <a:gd name="connsiteX73" fmla="*/ 104775 w 190500"/>
              <a:gd name="connsiteY73" fmla="*/ 119063 h 152400"/>
              <a:gd name="connsiteX74" fmla="*/ 95250 w 190500"/>
              <a:gd name="connsiteY74" fmla="*/ 133350 h 152400"/>
              <a:gd name="connsiteX75" fmla="*/ 66675 w 190500"/>
              <a:gd name="connsiteY75" fmla="*/ 133257 h 152400"/>
              <a:gd name="connsiteX76" fmla="*/ 65569 w 190500"/>
              <a:gd name="connsiteY76" fmla="*/ 133245 h 152400"/>
              <a:gd name="connsiteX77" fmla="*/ 46724 w 190500"/>
              <a:gd name="connsiteY77" fmla="*/ 123825 h 152400"/>
              <a:gd name="connsiteX78" fmla="*/ 36110 w 190500"/>
              <a:gd name="connsiteY78" fmla="*/ 97241 h 152400"/>
              <a:gd name="connsiteX79" fmla="*/ 19050 w 190500"/>
              <a:gd name="connsiteY79" fmla="*/ 88300 h 152400"/>
              <a:gd name="connsiteX80" fmla="*/ 10337 w 190500"/>
              <a:gd name="connsiteY80" fmla="*/ 86995 h 152400"/>
              <a:gd name="connsiteX81" fmla="*/ 10292 w 190500"/>
              <a:gd name="connsiteY81" fmla="*/ 86988 h 152400"/>
              <a:gd name="connsiteX82" fmla="*/ 12 w 190500"/>
              <a:gd name="connsiteY82" fmla="*/ 76200 h 152400"/>
              <a:gd name="connsiteX83" fmla="*/ 0 w 190500"/>
              <a:gd name="connsiteY83" fmla="*/ 66675 h 152400"/>
              <a:gd name="connsiteX84" fmla="*/ 12 w 190500"/>
              <a:gd name="connsiteY84" fmla="*/ 57150 h 152400"/>
              <a:gd name="connsiteX85" fmla="*/ 10292 w 190500"/>
              <a:gd name="connsiteY85" fmla="*/ 46362 h 152400"/>
              <a:gd name="connsiteX86" fmla="*/ 10424 w 190500"/>
              <a:gd name="connsiteY86" fmla="*/ 46348 h 152400"/>
              <a:gd name="connsiteX87" fmla="*/ 14966 w 190500"/>
              <a:gd name="connsiteY87" fmla="*/ 45848 h 152400"/>
              <a:gd name="connsiteX88" fmla="*/ 19050 w 190500"/>
              <a:gd name="connsiteY88" fmla="*/ 45051 h 152400"/>
              <a:gd name="connsiteX89" fmla="*/ 36110 w 190500"/>
              <a:gd name="connsiteY89" fmla="*/ 36109 h 152400"/>
              <a:gd name="connsiteX90" fmla="*/ 46724 w 190500"/>
              <a:gd name="connsiteY90" fmla="*/ 9525 h 152400"/>
              <a:gd name="connsiteX91" fmla="*/ 65888 w 190500"/>
              <a:gd name="connsiteY91" fmla="*/ 102 h 152400"/>
              <a:gd name="connsiteX92" fmla="*/ 66675 w 190500"/>
              <a:gd name="connsiteY92" fmla="*/ 93 h 152400"/>
              <a:gd name="connsiteX93" fmla="*/ 95250 w 190500"/>
              <a:gd name="connsiteY9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90500" h="152400">
                <a:moveTo>
                  <a:pt x="157163" y="123825"/>
                </a:moveTo>
                <a:cubicBezTo>
                  <a:pt x="154533" y="123825"/>
                  <a:pt x="152400" y="125958"/>
                  <a:pt x="152400" y="128588"/>
                </a:cubicBezTo>
                <a:cubicBezTo>
                  <a:pt x="152400" y="131217"/>
                  <a:pt x="154533" y="133350"/>
                  <a:pt x="157163" y="133350"/>
                </a:cubicBezTo>
                <a:cubicBezTo>
                  <a:pt x="159792" y="133350"/>
                  <a:pt x="161925" y="131217"/>
                  <a:pt x="161925" y="128588"/>
                </a:cubicBezTo>
                <a:cubicBezTo>
                  <a:pt x="161925" y="125958"/>
                  <a:pt x="159792" y="123825"/>
                  <a:pt x="157163" y="123825"/>
                </a:cubicBezTo>
                <a:close/>
                <a:moveTo>
                  <a:pt x="9525" y="96229"/>
                </a:moveTo>
                <a:cubicBezTo>
                  <a:pt x="19237" y="97471"/>
                  <a:pt x="25350" y="99949"/>
                  <a:pt x="29374" y="103975"/>
                </a:cubicBezTo>
                <a:cubicBezTo>
                  <a:pt x="33399" y="108000"/>
                  <a:pt x="35878" y="114111"/>
                  <a:pt x="37121" y="123825"/>
                </a:cubicBezTo>
                <a:cubicBezTo>
                  <a:pt x="38233" y="132527"/>
                  <a:pt x="37051" y="132387"/>
                  <a:pt x="28575" y="130941"/>
                </a:cubicBezTo>
                <a:cubicBezTo>
                  <a:pt x="18817" y="129276"/>
                  <a:pt x="12391" y="126459"/>
                  <a:pt x="8160" y="121692"/>
                </a:cubicBezTo>
                <a:cubicBezTo>
                  <a:pt x="4554" y="117633"/>
                  <a:pt x="2542" y="112158"/>
                  <a:pt x="1419" y="104775"/>
                </a:cubicBezTo>
                <a:cubicBezTo>
                  <a:pt x="57" y="95826"/>
                  <a:pt x="551" y="95080"/>
                  <a:pt x="9525" y="96229"/>
                </a:cubicBezTo>
                <a:close/>
                <a:moveTo>
                  <a:pt x="157163" y="95250"/>
                </a:moveTo>
                <a:cubicBezTo>
                  <a:pt x="150302" y="95250"/>
                  <a:pt x="147698" y="96455"/>
                  <a:pt x="146155" y="98612"/>
                </a:cubicBezTo>
                <a:cubicBezTo>
                  <a:pt x="145245" y="99887"/>
                  <a:pt x="144393" y="101915"/>
                  <a:pt x="143792" y="105251"/>
                </a:cubicBezTo>
                <a:cubicBezTo>
                  <a:pt x="147529" y="104914"/>
                  <a:pt x="151946" y="104775"/>
                  <a:pt x="157163" y="104775"/>
                </a:cubicBezTo>
                <a:cubicBezTo>
                  <a:pt x="162379" y="104775"/>
                  <a:pt x="166796" y="104914"/>
                  <a:pt x="170533" y="105251"/>
                </a:cubicBezTo>
                <a:cubicBezTo>
                  <a:pt x="170131" y="103021"/>
                  <a:pt x="169617" y="101376"/>
                  <a:pt x="169050" y="100150"/>
                </a:cubicBezTo>
                <a:cubicBezTo>
                  <a:pt x="168768" y="99540"/>
                  <a:pt x="168472" y="99036"/>
                  <a:pt x="168170" y="98612"/>
                </a:cubicBezTo>
                <a:cubicBezTo>
                  <a:pt x="166627" y="96455"/>
                  <a:pt x="164023" y="95250"/>
                  <a:pt x="157163" y="95250"/>
                </a:cubicBezTo>
                <a:close/>
                <a:moveTo>
                  <a:pt x="157163" y="85725"/>
                </a:moveTo>
                <a:cubicBezTo>
                  <a:pt x="164589" y="85725"/>
                  <a:pt x="171510" y="86901"/>
                  <a:pt x="175921" y="93078"/>
                </a:cubicBezTo>
                <a:cubicBezTo>
                  <a:pt x="177976" y="95955"/>
                  <a:pt x="179198" y="99548"/>
                  <a:pt x="179935" y="103723"/>
                </a:cubicBezTo>
                <a:cubicBezTo>
                  <a:pt x="180125" y="104801"/>
                  <a:pt x="180286" y="105938"/>
                  <a:pt x="180421" y="107133"/>
                </a:cubicBezTo>
                <a:cubicBezTo>
                  <a:pt x="188858" y="110098"/>
                  <a:pt x="190500" y="116358"/>
                  <a:pt x="190500" y="128588"/>
                </a:cubicBezTo>
                <a:cubicBezTo>
                  <a:pt x="190500" y="148070"/>
                  <a:pt x="186333" y="152400"/>
                  <a:pt x="157163" y="152400"/>
                </a:cubicBezTo>
                <a:cubicBezTo>
                  <a:pt x="127992" y="152400"/>
                  <a:pt x="123825" y="148070"/>
                  <a:pt x="123825" y="128588"/>
                </a:cubicBezTo>
                <a:cubicBezTo>
                  <a:pt x="123825" y="116358"/>
                  <a:pt x="125467" y="110098"/>
                  <a:pt x="133904" y="107133"/>
                </a:cubicBezTo>
                <a:cubicBezTo>
                  <a:pt x="134039" y="105938"/>
                  <a:pt x="134200" y="104801"/>
                  <a:pt x="134390" y="103723"/>
                </a:cubicBezTo>
                <a:cubicBezTo>
                  <a:pt x="135127" y="99548"/>
                  <a:pt x="136349" y="95955"/>
                  <a:pt x="138404" y="93078"/>
                </a:cubicBezTo>
                <a:cubicBezTo>
                  <a:pt x="142815" y="86901"/>
                  <a:pt x="149736" y="85725"/>
                  <a:pt x="157163" y="85725"/>
                </a:cubicBezTo>
                <a:close/>
                <a:moveTo>
                  <a:pt x="95250" y="47625"/>
                </a:moveTo>
                <a:cubicBezTo>
                  <a:pt x="105771" y="47625"/>
                  <a:pt x="114300" y="56155"/>
                  <a:pt x="114300" y="66675"/>
                </a:cubicBezTo>
                <a:cubicBezTo>
                  <a:pt x="114300" y="77195"/>
                  <a:pt x="105771" y="85725"/>
                  <a:pt x="95250" y="85725"/>
                </a:cubicBezTo>
                <a:cubicBezTo>
                  <a:pt x="84729" y="85725"/>
                  <a:pt x="76200" y="77195"/>
                  <a:pt x="76200" y="66675"/>
                </a:cubicBezTo>
                <a:cubicBezTo>
                  <a:pt x="76200" y="56155"/>
                  <a:pt x="84729" y="47625"/>
                  <a:pt x="95250" y="47625"/>
                </a:cubicBezTo>
                <a:close/>
                <a:moveTo>
                  <a:pt x="154055" y="2161"/>
                </a:moveTo>
                <a:cubicBezTo>
                  <a:pt x="155271" y="1289"/>
                  <a:pt x="157685" y="1685"/>
                  <a:pt x="161924" y="2409"/>
                </a:cubicBezTo>
                <a:cubicBezTo>
                  <a:pt x="171682" y="4074"/>
                  <a:pt x="178108" y="6890"/>
                  <a:pt x="182339" y="11657"/>
                </a:cubicBezTo>
                <a:cubicBezTo>
                  <a:pt x="185945" y="15717"/>
                  <a:pt x="187957" y="21191"/>
                  <a:pt x="189080" y="28574"/>
                </a:cubicBezTo>
                <a:cubicBezTo>
                  <a:pt x="190442" y="37523"/>
                  <a:pt x="189948" y="38269"/>
                  <a:pt x="180974" y="37120"/>
                </a:cubicBezTo>
                <a:cubicBezTo>
                  <a:pt x="171261" y="35879"/>
                  <a:pt x="165149" y="33400"/>
                  <a:pt x="161125" y="29374"/>
                </a:cubicBezTo>
                <a:cubicBezTo>
                  <a:pt x="157100" y="25349"/>
                  <a:pt x="154620" y="19238"/>
                  <a:pt x="153378" y="9524"/>
                </a:cubicBezTo>
                <a:cubicBezTo>
                  <a:pt x="152822" y="5173"/>
                  <a:pt x="152839" y="3033"/>
                  <a:pt x="154055" y="2161"/>
                </a:cubicBezTo>
                <a:close/>
                <a:moveTo>
                  <a:pt x="36444" y="2161"/>
                </a:moveTo>
                <a:cubicBezTo>
                  <a:pt x="37660" y="3033"/>
                  <a:pt x="37677" y="5173"/>
                  <a:pt x="37121" y="9524"/>
                </a:cubicBezTo>
                <a:cubicBezTo>
                  <a:pt x="35878" y="19238"/>
                  <a:pt x="33399" y="25349"/>
                  <a:pt x="29374" y="29374"/>
                </a:cubicBezTo>
                <a:cubicBezTo>
                  <a:pt x="25350" y="33400"/>
                  <a:pt x="19237" y="35879"/>
                  <a:pt x="9525" y="37120"/>
                </a:cubicBezTo>
                <a:cubicBezTo>
                  <a:pt x="551" y="38269"/>
                  <a:pt x="57" y="37523"/>
                  <a:pt x="1419" y="28574"/>
                </a:cubicBezTo>
                <a:cubicBezTo>
                  <a:pt x="2542" y="21191"/>
                  <a:pt x="4554" y="15717"/>
                  <a:pt x="8160" y="11657"/>
                </a:cubicBezTo>
                <a:cubicBezTo>
                  <a:pt x="12391" y="6890"/>
                  <a:pt x="18817" y="4074"/>
                  <a:pt x="28575" y="2409"/>
                </a:cubicBezTo>
                <a:cubicBezTo>
                  <a:pt x="32813" y="1685"/>
                  <a:pt x="35228" y="1289"/>
                  <a:pt x="36444" y="2161"/>
                </a:cubicBezTo>
                <a:close/>
                <a:moveTo>
                  <a:pt x="95250" y="0"/>
                </a:moveTo>
                <a:cubicBezTo>
                  <a:pt x="105928" y="0"/>
                  <a:pt x="115408" y="0"/>
                  <a:pt x="123825" y="93"/>
                </a:cubicBezTo>
                <a:lnTo>
                  <a:pt x="124931" y="105"/>
                </a:lnTo>
                <a:cubicBezTo>
                  <a:pt x="136483" y="226"/>
                  <a:pt x="142705" y="291"/>
                  <a:pt x="143776" y="9525"/>
                </a:cubicBezTo>
                <a:cubicBezTo>
                  <a:pt x="145113" y="21071"/>
                  <a:pt x="148166" y="29887"/>
                  <a:pt x="154390" y="36109"/>
                </a:cubicBezTo>
                <a:cubicBezTo>
                  <a:pt x="158774" y="40493"/>
                  <a:pt x="164445" y="43304"/>
                  <a:pt x="171450" y="45051"/>
                </a:cubicBezTo>
                <a:cubicBezTo>
                  <a:pt x="174755" y="45876"/>
                  <a:pt x="177670" y="46134"/>
                  <a:pt x="180163" y="46355"/>
                </a:cubicBezTo>
                <a:lnTo>
                  <a:pt x="180208" y="46362"/>
                </a:lnTo>
                <a:cubicBezTo>
                  <a:pt x="186824" y="46948"/>
                  <a:pt x="190449" y="47269"/>
                  <a:pt x="190488" y="57150"/>
                </a:cubicBezTo>
                <a:lnTo>
                  <a:pt x="190498" y="61106"/>
                </a:lnTo>
                <a:lnTo>
                  <a:pt x="190500" y="66675"/>
                </a:lnTo>
                <a:cubicBezTo>
                  <a:pt x="190500" y="76200"/>
                  <a:pt x="185738" y="74821"/>
                  <a:pt x="180975" y="72386"/>
                </a:cubicBezTo>
                <a:cubicBezTo>
                  <a:pt x="173830" y="68735"/>
                  <a:pt x="165737" y="66675"/>
                  <a:pt x="157163" y="66675"/>
                </a:cubicBezTo>
                <a:cubicBezTo>
                  <a:pt x="152210" y="66675"/>
                  <a:pt x="147417" y="67364"/>
                  <a:pt x="142875" y="68647"/>
                </a:cubicBezTo>
                <a:lnTo>
                  <a:pt x="142441" y="68771"/>
                </a:lnTo>
                <a:cubicBezTo>
                  <a:pt x="135301" y="70794"/>
                  <a:pt x="133350" y="71344"/>
                  <a:pt x="133350" y="66675"/>
                </a:cubicBezTo>
                <a:cubicBezTo>
                  <a:pt x="133350" y="45632"/>
                  <a:pt x="116293" y="28575"/>
                  <a:pt x="95250" y="28575"/>
                </a:cubicBezTo>
                <a:cubicBezTo>
                  <a:pt x="74208" y="28575"/>
                  <a:pt x="57150" y="45632"/>
                  <a:pt x="57150" y="66675"/>
                </a:cubicBezTo>
                <a:cubicBezTo>
                  <a:pt x="57150" y="87718"/>
                  <a:pt x="74208" y="104775"/>
                  <a:pt x="95250" y="104775"/>
                </a:cubicBezTo>
                <a:lnTo>
                  <a:pt x="95672" y="104773"/>
                </a:lnTo>
                <a:lnTo>
                  <a:pt x="96265" y="104761"/>
                </a:lnTo>
                <a:cubicBezTo>
                  <a:pt x="100666" y="104677"/>
                  <a:pt x="104775" y="104598"/>
                  <a:pt x="104775" y="119063"/>
                </a:cubicBezTo>
                <a:cubicBezTo>
                  <a:pt x="104775" y="131716"/>
                  <a:pt x="104775" y="133245"/>
                  <a:pt x="95250" y="133350"/>
                </a:cubicBezTo>
                <a:cubicBezTo>
                  <a:pt x="84572" y="133350"/>
                  <a:pt x="75093" y="133350"/>
                  <a:pt x="66675" y="133257"/>
                </a:cubicBezTo>
                <a:lnTo>
                  <a:pt x="65569" y="133245"/>
                </a:lnTo>
                <a:cubicBezTo>
                  <a:pt x="54018" y="133124"/>
                  <a:pt x="47794" y="133059"/>
                  <a:pt x="46724" y="123825"/>
                </a:cubicBezTo>
                <a:cubicBezTo>
                  <a:pt x="45387" y="112279"/>
                  <a:pt x="42333" y="103463"/>
                  <a:pt x="36110" y="97241"/>
                </a:cubicBezTo>
                <a:cubicBezTo>
                  <a:pt x="31726" y="92857"/>
                  <a:pt x="26055" y="90046"/>
                  <a:pt x="19050" y="88300"/>
                </a:cubicBezTo>
                <a:cubicBezTo>
                  <a:pt x="15744" y="87474"/>
                  <a:pt x="12830" y="87216"/>
                  <a:pt x="10337" y="86995"/>
                </a:cubicBezTo>
                <a:lnTo>
                  <a:pt x="10292" y="86988"/>
                </a:lnTo>
                <a:cubicBezTo>
                  <a:pt x="3676" y="86401"/>
                  <a:pt x="51" y="86081"/>
                  <a:pt x="12" y="76200"/>
                </a:cubicBezTo>
                <a:cubicBezTo>
                  <a:pt x="0" y="73186"/>
                  <a:pt x="0" y="70014"/>
                  <a:pt x="0" y="66675"/>
                </a:cubicBezTo>
                <a:cubicBezTo>
                  <a:pt x="0" y="63336"/>
                  <a:pt x="0" y="60164"/>
                  <a:pt x="12" y="57150"/>
                </a:cubicBezTo>
                <a:cubicBezTo>
                  <a:pt x="51" y="47269"/>
                  <a:pt x="3676" y="46948"/>
                  <a:pt x="10292" y="46362"/>
                </a:cubicBezTo>
                <a:lnTo>
                  <a:pt x="10424" y="46348"/>
                </a:lnTo>
                <a:cubicBezTo>
                  <a:pt x="11810" y="46225"/>
                  <a:pt x="13326" y="46090"/>
                  <a:pt x="14966" y="45848"/>
                </a:cubicBezTo>
                <a:cubicBezTo>
                  <a:pt x="16252" y="45660"/>
                  <a:pt x="17614" y="45409"/>
                  <a:pt x="19050" y="45051"/>
                </a:cubicBezTo>
                <a:cubicBezTo>
                  <a:pt x="26055" y="43304"/>
                  <a:pt x="31726" y="40493"/>
                  <a:pt x="36110" y="36109"/>
                </a:cubicBezTo>
                <a:cubicBezTo>
                  <a:pt x="42333" y="29887"/>
                  <a:pt x="45387" y="21071"/>
                  <a:pt x="46724" y="9525"/>
                </a:cubicBezTo>
                <a:cubicBezTo>
                  <a:pt x="47793" y="298"/>
                  <a:pt x="54132" y="230"/>
                  <a:pt x="65888" y="102"/>
                </a:cubicBezTo>
                <a:lnTo>
                  <a:pt x="66675" y="93"/>
                </a:lnTo>
                <a:cubicBezTo>
                  <a:pt x="75093" y="0"/>
                  <a:pt x="84572" y="0"/>
                  <a:pt x="95250" y="0"/>
                </a:cubicBezTo>
                <a:close/>
              </a:path>
            </a:pathLst>
          </a:custGeom>
          <a:solidFill>
            <a:srgbClr val="000000"/>
          </a:solidFill>
          <a:ln w="9525" cap="flat">
            <a:noFill/>
            <a:prstDash val="solid"/>
            <a:miter/>
          </a:ln>
        </p:spPr>
        <p:txBody>
          <a:bodyPr rtlCol="0" anchor="ctr"/>
          <a:lstStyle/>
          <a:p>
            <a:endParaRPr lang="ru-RU"/>
          </a:p>
        </p:txBody>
      </p:sp>
      <p:sp>
        <p:nvSpPr>
          <p:cNvPr id="1623" name="Полилиния: фигура 1622">
            <a:extLst>
              <a:ext uri="{FF2B5EF4-FFF2-40B4-BE49-F238E27FC236}">
                <a16:creationId xmlns:a16="http://schemas.microsoft.com/office/drawing/2014/main" id="{0CE8610B-942F-3D1D-D5E4-201258E61302}"/>
              </a:ext>
            </a:extLst>
          </p:cNvPr>
          <p:cNvSpPr/>
          <p:nvPr/>
        </p:nvSpPr>
        <p:spPr>
          <a:xfrm>
            <a:off x="9082551" y="5767689"/>
            <a:ext cx="171450" cy="171450"/>
          </a:xfrm>
          <a:custGeom>
            <a:avLst/>
            <a:gdLst>
              <a:gd name="connsiteX0" fmla="*/ 85725 w 171450"/>
              <a:gd name="connsiteY0" fmla="*/ 66675 h 171450"/>
              <a:gd name="connsiteX1" fmla="*/ 104775 w 171450"/>
              <a:gd name="connsiteY1" fmla="*/ 85725 h 171450"/>
              <a:gd name="connsiteX2" fmla="*/ 85725 w 171450"/>
              <a:gd name="connsiteY2" fmla="*/ 104775 h 171450"/>
              <a:gd name="connsiteX3" fmla="*/ 66675 w 171450"/>
              <a:gd name="connsiteY3" fmla="*/ 85725 h 171450"/>
              <a:gd name="connsiteX4" fmla="*/ 85725 w 171450"/>
              <a:gd name="connsiteY4" fmla="*/ 66675 h 171450"/>
              <a:gd name="connsiteX5" fmla="*/ 85725 w 171450"/>
              <a:gd name="connsiteY5" fmla="*/ 47625 h 171450"/>
              <a:gd name="connsiteX6" fmla="*/ 47625 w 171450"/>
              <a:gd name="connsiteY6" fmla="*/ 85725 h 171450"/>
              <a:gd name="connsiteX7" fmla="*/ 85725 w 171450"/>
              <a:gd name="connsiteY7" fmla="*/ 123825 h 171450"/>
              <a:gd name="connsiteX8" fmla="*/ 123825 w 171450"/>
              <a:gd name="connsiteY8" fmla="*/ 85725 h 171450"/>
              <a:gd name="connsiteX9" fmla="*/ 85725 w 171450"/>
              <a:gd name="connsiteY9" fmla="*/ 47625 h 171450"/>
              <a:gd name="connsiteX10" fmla="*/ 85725 w 171450"/>
              <a:gd name="connsiteY10" fmla="*/ 0 h 171450"/>
              <a:gd name="connsiteX11" fmla="*/ 104775 w 171450"/>
              <a:gd name="connsiteY11" fmla="*/ 19050 h 171450"/>
              <a:gd name="connsiteX12" fmla="*/ 104775 w 171450"/>
              <a:gd name="connsiteY12" fmla="*/ 21811 h 171450"/>
              <a:gd name="connsiteX13" fmla="*/ 149639 w 171450"/>
              <a:gd name="connsiteY13" fmla="*/ 66675 h 171450"/>
              <a:gd name="connsiteX14" fmla="*/ 152400 w 171450"/>
              <a:gd name="connsiteY14" fmla="*/ 66675 h 171450"/>
              <a:gd name="connsiteX15" fmla="*/ 171450 w 171450"/>
              <a:gd name="connsiteY15" fmla="*/ 85725 h 171450"/>
              <a:gd name="connsiteX16" fmla="*/ 152400 w 171450"/>
              <a:gd name="connsiteY16" fmla="*/ 104775 h 171450"/>
              <a:gd name="connsiteX17" fmla="*/ 149639 w 171450"/>
              <a:gd name="connsiteY17" fmla="*/ 104775 h 171450"/>
              <a:gd name="connsiteX18" fmla="*/ 104775 w 171450"/>
              <a:gd name="connsiteY18" fmla="*/ 149639 h 171450"/>
              <a:gd name="connsiteX19" fmla="*/ 104775 w 171450"/>
              <a:gd name="connsiteY19" fmla="*/ 152400 h 171450"/>
              <a:gd name="connsiteX20" fmla="*/ 85725 w 171450"/>
              <a:gd name="connsiteY20" fmla="*/ 171450 h 171450"/>
              <a:gd name="connsiteX21" fmla="*/ 66675 w 171450"/>
              <a:gd name="connsiteY21" fmla="*/ 152400 h 171450"/>
              <a:gd name="connsiteX22" fmla="*/ 66675 w 171450"/>
              <a:gd name="connsiteY22" fmla="*/ 149639 h 171450"/>
              <a:gd name="connsiteX23" fmla="*/ 21811 w 171450"/>
              <a:gd name="connsiteY23" fmla="*/ 104775 h 171450"/>
              <a:gd name="connsiteX24" fmla="*/ 19050 w 171450"/>
              <a:gd name="connsiteY24" fmla="*/ 104775 h 171450"/>
              <a:gd name="connsiteX25" fmla="*/ 0 w 171450"/>
              <a:gd name="connsiteY25" fmla="*/ 85725 h 171450"/>
              <a:gd name="connsiteX26" fmla="*/ 19050 w 171450"/>
              <a:gd name="connsiteY26" fmla="*/ 66675 h 171450"/>
              <a:gd name="connsiteX27" fmla="*/ 21811 w 171450"/>
              <a:gd name="connsiteY27" fmla="*/ 66675 h 171450"/>
              <a:gd name="connsiteX28" fmla="*/ 66675 w 171450"/>
              <a:gd name="connsiteY28" fmla="*/ 21811 h 171450"/>
              <a:gd name="connsiteX29" fmla="*/ 66675 w 171450"/>
              <a:gd name="connsiteY29" fmla="*/ 19050 h 171450"/>
              <a:gd name="connsiteX30" fmla="*/ 85725 w 171450"/>
              <a:gd name="connsiteY30"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450" h="171450">
                <a:moveTo>
                  <a:pt x="85725" y="66675"/>
                </a:moveTo>
                <a:cubicBezTo>
                  <a:pt x="96246" y="66675"/>
                  <a:pt x="104775" y="75204"/>
                  <a:pt x="104775" y="85725"/>
                </a:cubicBezTo>
                <a:cubicBezTo>
                  <a:pt x="104775" y="96246"/>
                  <a:pt x="96246" y="104775"/>
                  <a:pt x="85725" y="104775"/>
                </a:cubicBezTo>
                <a:cubicBezTo>
                  <a:pt x="75204" y="104775"/>
                  <a:pt x="66675" y="96246"/>
                  <a:pt x="66675" y="85725"/>
                </a:cubicBezTo>
                <a:cubicBezTo>
                  <a:pt x="66675" y="75204"/>
                  <a:pt x="75204" y="66675"/>
                  <a:pt x="85725" y="66675"/>
                </a:cubicBezTo>
                <a:close/>
                <a:moveTo>
                  <a:pt x="85725" y="47625"/>
                </a:moveTo>
                <a:cubicBezTo>
                  <a:pt x="64683" y="47625"/>
                  <a:pt x="47625" y="64683"/>
                  <a:pt x="47625" y="85725"/>
                </a:cubicBezTo>
                <a:cubicBezTo>
                  <a:pt x="47625" y="106767"/>
                  <a:pt x="64683" y="123825"/>
                  <a:pt x="85725" y="123825"/>
                </a:cubicBezTo>
                <a:cubicBezTo>
                  <a:pt x="106767" y="123825"/>
                  <a:pt x="123825" y="106767"/>
                  <a:pt x="123825" y="85725"/>
                </a:cubicBezTo>
                <a:cubicBezTo>
                  <a:pt x="123825" y="64683"/>
                  <a:pt x="106767" y="47625"/>
                  <a:pt x="85725" y="47625"/>
                </a:cubicBezTo>
                <a:close/>
                <a:moveTo>
                  <a:pt x="85725" y="0"/>
                </a:moveTo>
                <a:cubicBezTo>
                  <a:pt x="96246" y="0"/>
                  <a:pt x="104775" y="8529"/>
                  <a:pt x="104775" y="19050"/>
                </a:cubicBezTo>
                <a:lnTo>
                  <a:pt x="104775" y="21811"/>
                </a:lnTo>
                <a:cubicBezTo>
                  <a:pt x="126280" y="28211"/>
                  <a:pt x="143239" y="45170"/>
                  <a:pt x="149639" y="66675"/>
                </a:cubicBezTo>
                <a:lnTo>
                  <a:pt x="152400" y="66675"/>
                </a:lnTo>
                <a:cubicBezTo>
                  <a:pt x="162921" y="66675"/>
                  <a:pt x="171450" y="75204"/>
                  <a:pt x="171450" y="85725"/>
                </a:cubicBezTo>
                <a:cubicBezTo>
                  <a:pt x="171450" y="96246"/>
                  <a:pt x="162921" y="104775"/>
                  <a:pt x="152400" y="104775"/>
                </a:cubicBezTo>
                <a:lnTo>
                  <a:pt x="149639" y="104775"/>
                </a:lnTo>
                <a:cubicBezTo>
                  <a:pt x="143239" y="126281"/>
                  <a:pt x="126280" y="143239"/>
                  <a:pt x="104775" y="149639"/>
                </a:cubicBezTo>
                <a:lnTo>
                  <a:pt x="104775" y="152400"/>
                </a:lnTo>
                <a:cubicBezTo>
                  <a:pt x="104775" y="162921"/>
                  <a:pt x="96246" y="171450"/>
                  <a:pt x="85725" y="171450"/>
                </a:cubicBezTo>
                <a:cubicBezTo>
                  <a:pt x="75204" y="171450"/>
                  <a:pt x="66675" y="162921"/>
                  <a:pt x="66675" y="152400"/>
                </a:cubicBezTo>
                <a:lnTo>
                  <a:pt x="66675" y="149639"/>
                </a:lnTo>
                <a:cubicBezTo>
                  <a:pt x="45170" y="143239"/>
                  <a:pt x="28211" y="126281"/>
                  <a:pt x="21811" y="104775"/>
                </a:cubicBezTo>
                <a:lnTo>
                  <a:pt x="19050" y="104775"/>
                </a:lnTo>
                <a:cubicBezTo>
                  <a:pt x="8529" y="104775"/>
                  <a:pt x="0" y="96246"/>
                  <a:pt x="0" y="85725"/>
                </a:cubicBezTo>
                <a:cubicBezTo>
                  <a:pt x="0" y="75204"/>
                  <a:pt x="8529" y="66675"/>
                  <a:pt x="19050" y="66675"/>
                </a:cubicBezTo>
                <a:lnTo>
                  <a:pt x="21811" y="66675"/>
                </a:lnTo>
                <a:cubicBezTo>
                  <a:pt x="28211" y="45170"/>
                  <a:pt x="45170" y="28211"/>
                  <a:pt x="66675" y="21811"/>
                </a:cubicBezTo>
                <a:lnTo>
                  <a:pt x="66675" y="19050"/>
                </a:lnTo>
                <a:cubicBezTo>
                  <a:pt x="66675" y="8529"/>
                  <a:pt x="75204" y="0"/>
                  <a:pt x="85725" y="0"/>
                </a:cubicBezTo>
                <a:close/>
              </a:path>
            </a:pathLst>
          </a:custGeom>
          <a:solidFill>
            <a:srgbClr val="000000"/>
          </a:solidFill>
          <a:ln w="9525" cap="flat">
            <a:noFill/>
            <a:prstDash val="solid"/>
            <a:miter/>
          </a:ln>
        </p:spPr>
        <p:txBody>
          <a:bodyPr rtlCol="0" anchor="ctr"/>
          <a:lstStyle/>
          <a:p>
            <a:endParaRPr lang="ru-RU"/>
          </a:p>
        </p:txBody>
      </p:sp>
      <p:sp>
        <p:nvSpPr>
          <p:cNvPr id="1589" name="Полилиния: фигура 1588">
            <a:extLst>
              <a:ext uri="{FF2B5EF4-FFF2-40B4-BE49-F238E27FC236}">
                <a16:creationId xmlns:a16="http://schemas.microsoft.com/office/drawing/2014/main" id="{3A58F25B-7D88-676D-20E6-6990BA3566C3}"/>
              </a:ext>
            </a:extLst>
          </p:cNvPr>
          <p:cNvSpPr/>
          <p:nvPr/>
        </p:nvSpPr>
        <p:spPr>
          <a:xfrm>
            <a:off x="9508703" y="875392"/>
            <a:ext cx="152400" cy="180975"/>
          </a:xfrm>
          <a:custGeom>
            <a:avLst/>
            <a:gdLst>
              <a:gd name="connsiteX0" fmla="*/ 118744 w 152400"/>
              <a:gd name="connsiteY0" fmla="*/ 114300 h 180975"/>
              <a:gd name="connsiteX1" fmla="*/ 104457 w 152400"/>
              <a:gd name="connsiteY1" fmla="*/ 123825 h 180975"/>
              <a:gd name="connsiteX2" fmla="*/ 118744 w 152400"/>
              <a:gd name="connsiteY2" fmla="*/ 133350 h 180975"/>
              <a:gd name="connsiteX3" fmla="*/ 133032 w 152400"/>
              <a:gd name="connsiteY3" fmla="*/ 123825 h 180975"/>
              <a:gd name="connsiteX4" fmla="*/ 118744 w 152400"/>
              <a:gd name="connsiteY4" fmla="*/ 114300 h 180975"/>
              <a:gd name="connsiteX5" fmla="*/ 33337 w 152400"/>
              <a:gd name="connsiteY5" fmla="*/ 114300 h 180975"/>
              <a:gd name="connsiteX6" fmla="*/ 19050 w 152400"/>
              <a:gd name="connsiteY6" fmla="*/ 123825 h 180975"/>
              <a:gd name="connsiteX7" fmla="*/ 33338 w 152400"/>
              <a:gd name="connsiteY7" fmla="*/ 133350 h 180975"/>
              <a:gd name="connsiteX8" fmla="*/ 47625 w 152400"/>
              <a:gd name="connsiteY8" fmla="*/ 123825 h 180975"/>
              <a:gd name="connsiteX9" fmla="*/ 33337 w 152400"/>
              <a:gd name="connsiteY9" fmla="*/ 114300 h 180975"/>
              <a:gd name="connsiteX10" fmla="*/ 24074 w 152400"/>
              <a:gd name="connsiteY10" fmla="*/ 352 h 180975"/>
              <a:gd name="connsiteX11" fmla="*/ 29214 w 152400"/>
              <a:gd name="connsiteY11" fmla="*/ 8728 h 180975"/>
              <a:gd name="connsiteX12" fmla="*/ 29051 w 152400"/>
              <a:gd name="connsiteY12" fmla="*/ 9524 h 180975"/>
              <a:gd name="connsiteX13" fmla="*/ 28575 w 152400"/>
              <a:gd name="connsiteY13" fmla="*/ 14287 h 180975"/>
              <a:gd name="connsiteX14" fmla="*/ 47625 w 152400"/>
              <a:gd name="connsiteY14" fmla="*/ 37623 h 180975"/>
              <a:gd name="connsiteX15" fmla="*/ 49874 w 152400"/>
              <a:gd name="connsiteY15" fmla="*/ 47624 h 180975"/>
              <a:gd name="connsiteX16" fmla="*/ 28575 w 152400"/>
              <a:gd name="connsiteY16" fmla="*/ 57149 h 180975"/>
              <a:gd name="connsiteX17" fmla="*/ 0 w 152400"/>
              <a:gd name="connsiteY17" fmla="*/ 28574 h 180975"/>
              <a:gd name="connsiteX18" fmla="*/ 24074 w 152400"/>
              <a:gd name="connsiteY18" fmla="*/ 352 h 180975"/>
              <a:gd name="connsiteX19" fmla="*/ 76200 w 152400"/>
              <a:gd name="connsiteY19" fmla="*/ 0 h 180975"/>
              <a:gd name="connsiteX20" fmla="*/ 147638 w 152400"/>
              <a:gd name="connsiteY20" fmla="*/ 47625 h 180975"/>
              <a:gd name="connsiteX21" fmla="*/ 147890 w 152400"/>
              <a:gd name="connsiteY21" fmla="*/ 50227 h 180975"/>
              <a:gd name="connsiteX22" fmla="*/ 152400 w 152400"/>
              <a:gd name="connsiteY22" fmla="*/ 109538 h 180975"/>
              <a:gd name="connsiteX23" fmla="*/ 146003 w 152400"/>
              <a:gd name="connsiteY23" fmla="*/ 152620 h 180975"/>
              <a:gd name="connsiteX24" fmla="*/ 133349 w 152400"/>
              <a:gd name="connsiteY24" fmla="*/ 159270 h 180975"/>
              <a:gd name="connsiteX25" fmla="*/ 119063 w 152400"/>
              <a:gd name="connsiteY25" fmla="*/ 180975 h 180975"/>
              <a:gd name="connsiteX26" fmla="*/ 104785 w 152400"/>
              <a:gd name="connsiteY26" fmla="*/ 161765 h 180975"/>
              <a:gd name="connsiteX27" fmla="*/ 76200 w 152400"/>
              <a:gd name="connsiteY27" fmla="*/ 161925 h 180975"/>
              <a:gd name="connsiteX28" fmla="*/ 47616 w 152400"/>
              <a:gd name="connsiteY28" fmla="*/ 161765 h 180975"/>
              <a:gd name="connsiteX29" fmla="*/ 33338 w 152400"/>
              <a:gd name="connsiteY29" fmla="*/ 180975 h 180975"/>
              <a:gd name="connsiteX30" fmla="*/ 19051 w 152400"/>
              <a:gd name="connsiteY30" fmla="*/ 159270 h 180975"/>
              <a:gd name="connsiteX31" fmla="*/ 6397 w 152400"/>
              <a:gd name="connsiteY31" fmla="*/ 152620 h 180975"/>
              <a:gd name="connsiteX32" fmla="*/ 0 w 152400"/>
              <a:gd name="connsiteY32" fmla="*/ 109538 h 180975"/>
              <a:gd name="connsiteX33" fmla="*/ 1687 w 152400"/>
              <a:gd name="connsiteY33" fmla="*/ 80963 h 180975"/>
              <a:gd name="connsiteX34" fmla="*/ 11696 w 152400"/>
              <a:gd name="connsiteY34" fmla="*/ 75636 h 180975"/>
              <a:gd name="connsiteX35" fmla="*/ 19368 w 152400"/>
              <a:gd name="connsiteY35" fmla="*/ 84137 h 180975"/>
              <a:gd name="connsiteX36" fmla="*/ 27488 w 152400"/>
              <a:gd name="connsiteY36" fmla="*/ 95250 h 180975"/>
              <a:gd name="connsiteX37" fmla="*/ 124913 w 152400"/>
              <a:gd name="connsiteY37" fmla="*/ 95250 h 180975"/>
              <a:gd name="connsiteX38" fmla="*/ 133032 w 152400"/>
              <a:gd name="connsiteY38" fmla="*/ 84137 h 180975"/>
              <a:gd name="connsiteX39" fmla="*/ 129784 w 152400"/>
              <a:gd name="connsiteY39" fmla="*/ 61913 h 180975"/>
              <a:gd name="connsiteX40" fmla="*/ 111596 w 152400"/>
              <a:gd name="connsiteY40" fmla="*/ 24243 h 180975"/>
              <a:gd name="connsiteX41" fmla="*/ 82658 w 152400"/>
              <a:gd name="connsiteY41" fmla="*/ 38140 h 180975"/>
              <a:gd name="connsiteX42" fmla="*/ 76200 w 152400"/>
              <a:gd name="connsiteY42" fmla="*/ 38100 h 180975"/>
              <a:gd name="connsiteX43" fmla="*/ 66675 w 152400"/>
              <a:gd name="connsiteY43" fmla="*/ 28575 h 180975"/>
              <a:gd name="connsiteX44" fmla="*/ 62713 w 152400"/>
              <a:gd name="connsiteY44" fmla="*/ 9525 h 180975"/>
              <a:gd name="connsiteX45" fmla="*/ 66675 w 152400"/>
              <a:gd name="connsiteY45" fmla="*/ 181 h 180975"/>
              <a:gd name="connsiteX46" fmla="*/ 76200 w 152400"/>
              <a:gd name="connsiteY46"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52400" h="180975">
                <a:moveTo>
                  <a:pt x="118744" y="114300"/>
                </a:moveTo>
                <a:cubicBezTo>
                  <a:pt x="109879" y="114300"/>
                  <a:pt x="104457" y="114960"/>
                  <a:pt x="104457" y="123825"/>
                </a:cubicBezTo>
                <a:cubicBezTo>
                  <a:pt x="104457" y="132690"/>
                  <a:pt x="109879" y="133350"/>
                  <a:pt x="118744" y="133350"/>
                </a:cubicBezTo>
                <a:cubicBezTo>
                  <a:pt x="127609" y="133350"/>
                  <a:pt x="133032" y="132690"/>
                  <a:pt x="133032" y="123825"/>
                </a:cubicBezTo>
                <a:cubicBezTo>
                  <a:pt x="133032" y="114960"/>
                  <a:pt x="127609" y="114300"/>
                  <a:pt x="118744" y="114300"/>
                </a:cubicBezTo>
                <a:close/>
                <a:moveTo>
                  <a:pt x="33337" y="114300"/>
                </a:moveTo>
                <a:cubicBezTo>
                  <a:pt x="24472" y="114300"/>
                  <a:pt x="19050" y="114960"/>
                  <a:pt x="19050" y="123825"/>
                </a:cubicBezTo>
                <a:cubicBezTo>
                  <a:pt x="19050" y="132690"/>
                  <a:pt x="24473" y="133350"/>
                  <a:pt x="33338" y="133350"/>
                </a:cubicBezTo>
                <a:cubicBezTo>
                  <a:pt x="42202" y="133350"/>
                  <a:pt x="47625" y="132690"/>
                  <a:pt x="47625" y="123825"/>
                </a:cubicBezTo>
                <a:cubicBezTo>
                  <a:pt x="47625" y="114960"/>
                  <a:pt x="42202" y="114300"/>
                  <a:pt x="33337" y="114300"/>
                </a:cubicBezTo>
                <a:close/>
                <a:moveTo>
                  <a:pt x="24074" y="352"/>
                </a:moveTo>
                <a:cubicBezTo>
                  <a:pt x="31151" y="-768"/>
                  <a:pt x="30757" y="1163"/>
                  <a:pt x="29214" y="8728"/>
                </a:cubicBezTo>
                <a:lnTo>
                  <a:pt x="29051" y="9524"/>
                </a:lnTo>
                <a:cubicBezTo>
                  <a:pt x="28739" y="11063"/>
                  <a:pt x="28575" y="12656"/>
                  <a:pt x="28575" y="14287"/>
                </a:cubicBezTo>
                <a:cubicBezTo>
                  <a:pt x="28575" y="25807"/>
                  <a:pt x="36756" y="35417"/>
                  <a:pt x="47625" y="37623"/>
                </a:cubicBezTo>
                <a:cubicBezTo>
                  <a:pt x="55807" y="39284"/>
                  <a:pt x="54663" y="42274"/>
                  <a:pt x="49874" y="47624"/>
                </a:cubicBezTo>
                <a:cubicBezTo>
                  <a:pt x="44642" y="53470"/>
                  <a:pt x="37038" y="57149"/>
                  <a:pt x="28575" y="57149"/>
                </a:cubicBezTo>
                <a:cubicBezTo>
                  <a:pt x="12794" y="57149"/>
                  <a:pt x="0" y="44356"/>
                  <a:pt x="0" y="28574"/>
                </a:cubicBezTo>
                <a:cubicBezTo>
                  <a:pt x="0" y="14324"/>
                  <a:pt x="10431" y="2511"/>
                  <a:pt x="24074" y="352"/>
                </a:cubicBezTo>
                <a:close/>
                <a:moveTo>
                  <a:pt x="76200" y="0"/>
                </a:moveTo>
                <a:cubicBezTo>
                  <a:pt x="123825" y="0"/>
                  <a:pt x="144217" y="12273"/>
                  <a:pt x="147638" y="47625"/>
                </a:cubicBezTo>
                <a:lnTo>
                  <a:pt x="147890" y="50227"/>
                </a:lnTo>
                <a:cubicBezTo>
                  <a:pt x="149211" y="63795"/>
                  <a:pt x="152400" y="96544"/>
                  <a:pt x="152400" y="109538"/>
                </a:cubicBezTo>
                <a:cubicBezTo>
                  <a:pt x="152400" y="132477"/>
                  <a:pt x="152400" y="145372"/>
                  <a:pt x="146003" y="152620"/>
                </a:cubicBezTo>
                <a:cubicBezTo>
                  <a:pt x="143196" y="155799"/>
                  <a:pt x="139158" y="157893"/>
                  <a:pt x="133349" y="159270"/>
                </a:cubicBezTo>
                <a:cubicBezTo>
                  <a:pt x="133329" y="176567"/>
                  <a:pt x="132808" y="180975"/>
                  <a:pt x="119063" y="180975"/>
                </a:cubicBezTo>
                <a:cubicBezTo>
                  <a:pt x="106004" y="180975"/>
                  <a:pt x="104881" y="176996"/>
                  <a:pt x="104785" y="161765"/>
                </a:cubicBezTo>
                <a:cubicBezTo>
                  <a:pt x="96704" y="161925"/>
                  <a:pt x="87254" y="161925"/>
                  <a:pt x="76200" y="161925"/>
                </a:cubicBezTo>
                <a:cubicBezTo>
                  <a:pt x="65146" y="161925"/>
                  <a:pt x="55695" y="161925"/>
                  <a:pt x="47616" y="161765"/>
                </a:cubicBezTo>
                <a:cubicBezTo>
                  <a:pt x="47519" y="176996"/>
                  <a:pt x="46397" y="180975"/>
                  <a:pt x="33338" y="180975"/>
                </a:cubicBezTo>
                <a:cubicBezTo>
                  <a:pt x="19592" y="180975"/>
                  <a:pt x="19071" y="176567"/>
                  <a:pt x="19051" y="159270"/>
                </a:cubicBezTo>
                <a:cubicBezTo>
                  <a:pt x="13242" y="157893"/>
                  <a:pt x="9204" y="155799"/>
                  <a:pt x="6397" y="152620"/>
                </a:cubicBezTo>
                <a:cubicBezTo>
                  <a:pt x="0" y="145372"/>
                  <a:pt x="0" y="132477"/>
                  <a:pt x="0" y="109538"/>
                </a:cubicBezTo>
                <a:cubicBezTo>
                  <a:pt x="0" y="103203"/>
                  <a:pt x="758" y="92175"/>
                  <a:pt x="1687" y="80963"/>
                </a:cubicBezTo>
                <a:cubicBezTo>
                  <a:pt x="2129" y="75636"/>
                  <a:pt x="3282" y="74331"/>
                  <a:pt x="11696" y="75636"/>
                </a:cubicBezTo>
                <a:cubicBezTo>
                  <a:pt x="20110" y="76940"/>
                  <a:pt x="20370" y="77282"/>
                  <a:pt x="19368" y="84137"/>
                </a:cubicBezTo>
                <a:cubicBezTo>
                  <a:pt x="17745" y="95250"/>
                  <a:pt x="22616" y="95250"/>
                  <a:pt x="27488" y="95250"/>
                </a:cubicBezTo>
                <a:lnTo>
                  <a:pt x="124913" y="95250"/>
                </a:lnTo>
                <a:cubicBezTo>
                  <a:pt x="129784" y="95250"/>
                  <a:pt x="134655" y="95250"/>
                  <a:pt x="133032" y="84137"/>
                </a:cubicBezTo>
                <a:lnTo>
                  <a:pt x="129784" y="61913"/>
                </a:lnTo>
                <a:cubicBezTo>
                  <a:pt x="126813" y="41576"/>
                  <a:pt x="123476" y="30100"/>
                  <a:pt x="111596" y="24243"/>
                </a:cubicBezTo>
                <a:cubicBezTo>
                  <a:pt x="103855" y="38344"/>
                  <a:pt x="99553" y="38303"/>
                  <a:pt x="82658" y="38140"/>
                </a:cubicBezTo>
                <a:cubicBezTo>
                  <a:pt x="80685" y="38121"/>
                  <a:pt x="78541" y="38100"/>
                  <a:pt x="76200" y="38100"/>
                </a:cubicBezTo>
                <a:cubicBezTo>
                  <a:pt x="66675" y="38100"/>
                  <a:pt x="66675" y="35348"/>
                  <a:pt x="66675" y="28575"/>
                </a:cubicBezTo>
                <a:cubicBezTo>
                  <a:pt x="66675" y="21802"/>
                  <a:pt x="65261" y="15359"/>
                  <a:pt x="62713" y="9525"/>
                </a:cubicBezTo>
                <a:cubicBezTo>
                  <a:pt x="59016" y="1065"/>
                  <a:pt x="60138" y="442"/>
                  <a:pt x="66675" y="181"/>
                </a:cubicBezTo>
                <a:cubicBezTo>
                  <a:pt x="69721" y="59"/>
                  <a:pt x="72895" y="0"/>
                  <a:pt x="76200" y="0"/>
                </a:cubicBezTo>
                <a:close/>
              </a:path>
            </a:pathLst>
          </a:custGeom>
          <a:solidFill>
            <a:srgbClr val="000000"/>
          </a:solidFill>
          <a:ln w="9525" cap="flat">
            <a:noFill/>
            <a:prstDash val="solid"/>
            <a:miter/>
          </a:ln>
        </p:spPr>
        <p:txBody>
          <a:bodyPr rtlCol="0" anchor="ctr"/>
          <a:lstStyle/>
          <a:p>
            <a:endParaRPr lang="ru-RU"/>
          </a:p>
        </p:txBody>
      </p:sp>
      <p:sp>
        <p:nvSpPr>
          <p:cNvPr id="1476" name="Рисунок 248">
            <a:extLst>
              <a:ext uri="{FF2B5EF4-FFF2-40B4-BE49-F238E27FC236}">
                <a16:creationId xmlns:a16="http://schemas.microsoft.com/office/drawing/2014/main" id="{238A8F4D-C7E1-8B3B-52A3-38BA0C85A139}"/>
              </a:ext>
            </a:extLst>
          </p:cNvPr>
          <p:cNvSpPr/>
          <p:nvPr/>
        </p:nvSpPr>
        <p:spPr>
          <a:xfrm>
            <a:off x="9499178" y="1414083"/>
            <a:ext cx="180975" cy="152400"/>
          </a:xfrm>
          <a:custGeom>
            <a:avLst/>
            <a:gdLst>
              <a:gd name="connsiteX0" fmla="*/ 0 w 180975"/>
              <a:gd name="connsiteY0" fmla="*/ 76200 h 152400"/>
              <a:gd name="connsiteX1" fmla="*/ 76200 w 180975"/>
              <a:gd name="connsiteY1" fmla="*/ 152400 h 152400"/>
              <a:gd name="connsiteX2" fmla="*/ 152400 w 180975"/>
              <a:gd name="connsiteY2" fmla="*/ 152400 h 152400"/>
              <a:gd name="connsiteX3" fmla="*/ 167938 w 180975"/>
              <a:gd name="connsiteY3" fmla="*/ 149011 h 152400"/>
              <a:gd name="connsiteX4" fmla="*/ 177720 w 180975"/>
              <a:gd name="connsiteY4" fmla="*/ 138490 h 152400"/>
              <a:gd name="connsiteX5" fmla="*/ 180642 w 180975"/>
              <a:gd name="connsiteY5" fmla="*/ 126249 h 152400"/>
              <a:gd name="connsiteX6" fmla="*/ 180975 w 180975"/>
              <a:gd name="connsiteY6" fmla="*/ 114525 h 152400"/>
              <a:gd name="connsiteX7" fmla="*/ 180975 w 180975"/>
              <a:gd name="connsiteY7" fmla="*/ 104775 h 152400"/>
              <a:gd name="connsiteX8" fmla="*/ 175209 w 180975"/>
              <a:gd name="connsiteY8" fmla="*/ 91491 h 152400"/>
              <a:gd name="connsiteX9" fmla="*/ 161925 w 180975"/>
              <a:gd name="connsiteY9" fmla="*/ 85725 h 152400"/>
              <a:gd name="connsiteX10" fmla="*/ 142905 w 180975"/>
              <a:gd name="connsiteY10" fmla="*/ 85725 h 152400"/>
              <a:gd name="connsiteX11" fmla="*/ 142875 w 180975"/>
              <a:gd name="connsiteY11" fmla="*/ 76200 h 152400"/>
              <a:gd name="connsiteX12" fmla="*/ 76200 w 180975"/>
              <a:gd name="connsiteY12" fmla="*/ 0 h 152400"/>
              <a:gd name="connsiteX13" fmla="*/ 0 w 180975"/>
              <a:gd name="connsiteY13" fmla="*/ 76200 h 152400"/>
              <a:gd name="connsiteX14" fmla="*/ 143181 w 180975"/>
              <a:gd name="connsiteY14" fmla="*/ 110864 h 152400"/>
              <a:gd name="connsiteX15" fmla="*/ 142875 w 180975"/>
              <a:gd name="connsiteY15" fmla="*/ 104775 h 152400"/>
              <a:gd name="connsiteX16" fmla="*/ 161925 w 180975"/>
              <a:gd name="connsiteY16" fmla="*/ 104777 h 152400"/>
              <a:gd name="connsiteX17" fmla="*/ 161925 w 180975"/>
              <a:gd name="connsiteY17" fmla="*/ 114300 h 152400"/>
              <a:gd name="connsiteX18" fmla="*/ 152400 w 180975"/>
              <a:gd name="connsiteY18" fmla="*/ 133350 h 152400"/>
              <a:gd name="connsiteX19" fmla="*/ 143181 w 180975"/>
              <a:gd name="connsiteY19" fmla="*/ 110864 h 152400"/>
              <a:gd name="connsiteX20" fmla="*/ 85725 w 180975"/>
              <a:gd name="connsiteY20" fmla="*/ 38100 h 152400"/>
              <a:gd name="connsiteX21" fmla="*/ 95250 w 180975"/>
              <a:gd name="connsiteY21" fmla="*/ 28575 h 152400"/>
              <a:gd name="connsiteX22" fmla="*/ 114300 w 180975"/>
              <a:gd name="connsiteY22" fmla="*/ 28575 h 152400"/>
              <a:gd name="connsiteX23" fmla="*/ 123825 w 180975"/>
              <a:gd name="connsiteY23" fmla="*/ 38100 h 152400"/>
              <a:gd name="connsiteX24" fmla="*/ 114300 w 180975"/>
              <a:gd name="connsiteY24" fmla="*/ 47625 h 152400"/>
              <a:gd name="connsiteX25" fmla="*/ 95250 w 180975"/>
              <a:gd name="connsiteY25" fmla="*/ 47625 h 152400"/>
              <a:gd name="connsiteX26" fmla="*/ 85725 w 180975"/>
              <a:gd name="connsiteY26" fmla="*/ 38100 h 152400"/>
              <a:gd name="connsiteX27" fmla="*/ 95250 w 180975"/>
              <a:gd name="connsiteY27" fmla="*/ 66675 h 152400"/>
              <a:gd name="connsiteX28" fmla="*/ 114300 w 180975"/>
              <a:gd name="connsiteY28" fmla="*/ 66675 h 152400"/>
              <a:gd name="connsiteX29" fmla="*/ 123825 w 180975"/>
              <a:gd name="connsiteY29" fmla="*/ 76200 h 152400"/>
              <a:gd name="connsiteX30" fmla="*/ 114300 w 180975"/>
              <a:gd name="connsiteY30" fmla="*/ 85725 h 152400"/>
              <a:gd name="connsiteX31" fmla="*/ 95250 w 180975"/>
              <a:gd name="connsiteY31" fmla="*/ 85725 h 152400"/>
              <a:gd name="connsiteX32" fmla="*/ 85725 w 180975"/>
              <a:gd name="connsiteY32" fmla="*/ 76200 h 152400"/>
              <a:gd name="connsiteX33" fmla="*/ 95250 w 180975"/>
              <a:gd name="connsiteY33" fmla="*/ 66675 h 152400"/>
              <a:gd name="connsiteX34" fmla="*/ 19050 w 180975"/>
              <a:gd name="connsiteY34" fmla="*/ 114300 h 152400"/>
              <a:gd name="connsiteX35" fmla="*/ 28575 w 180975"/>
              <a:gd name="connsiteY35" fmla="*/ 104775 h 152400"/>
              <a:gd name="connsiteX36" fmla="*/ 104775 w 180975"/>
              <a:gd name="connsiteY36" fmla="*/ 104775 h 152400"/>
              <a:gd name="connsiteX37" fmla="*/ 114300 w 180975"/>
              <a:gd name="connsiteY37" fmla="*/ 114300 h 152400"/>
              <a:gd name="connsiteX38" fmla="*/ 104775 w 180975"/>
              <a:gd name="connsiteY38" fmla="*/ 123825 h 152400"/>
              <a:gd name="connsiteX39" fmla="*/ 28575 w 180975"/>
              <a:gd name="connsiteY39" fmla="*/ 123825 h 152400"/>
              <a:gd name="connsiteX40" fmla="*/ 19050 w 180975"/>
              <a:gd name="connsiteY40" fmla="*/ 114300 h 152400"/>
              <a:gd name="connsiteX41" fmla="*/ 19050 w 180975"/>
              <a:gd name="connsiteY41" fmla="*/ 38100 h 152400"/>
              <a:gd name="connsiteX42" fmla="*/ 28575 w 180975"/>
              <a:gd name="connsiteY42" fmla="*/ 28575 h 152400"/>
              <a:gd name="connsiteX43" fmla="*/ 57150 w 180975"/>
              <a:gd name="connsiteY43" fmla="*/ 28575 h 152400"/>
              <a:gd name="connsiteX44" fmla="*/ 66675 w 180975"/>
              <a:gd name="connsiteY44" fmla="*/ 38100 h 152400"/>
              <a:gd name="connsiteX45" fmla="*/ 66675 w 180975"/>
              <a:gd name="connsiteY45" fmla="*/ 76200 h 152400"/>
              <a:gd name="connsiteX46" fmla="*/ 57150 w 180975"/>
              <a:gd name="connsiteY46" fmla="*/ 85725 h 152400"/>
              <a:gd name="connsiteX47" fmla="*/ 28575 w 180975"/>
              <a:gd name="connsiteY47" fmla="*/ 85725 h 152400"/>
              <a:gd name="connsiteX48" fmla="*/ 19050 w 180975"/>
              <a:gd name="connsiteY48" fmla="*/ 76200 h 152400"/>
              <a:gd name="connsiteX49" fmla="*/ 19050 w 180975"/>
              <a:gd name="connsiteY49" fmla="*/ 381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0975" h="152400">
                <a:moveTo>
                  <a:pt x="0" y="76200"/>
                </a:moveTo>
                <a:cubicBezTo>
                  <a:pt x="0" y="152400"/>
                  <a:pt x="0" y="152400"/>
                  <a:pt x="76200" y="152400"/>
                </a:cubicBezTo>
                <a:lnTo>
                  <a:pt x="152400" y="152400"/>
                </a:lnTo>
                <a:cubicBezTo>
                  <a:pt x="158152" y="152400"/>
                  <a:pt x="163428" y="151446"/>
                  <a:pt x="167938" y="149011"/>
                </a:cubicBezTo>
                <a:cubicBezTo>
                  <a:pt x="172636" y="146475"/>
                  <a:pt x="175769" y="142728"/>
                  <a:pt x="177720" y="138490"/>
                </a:cubicBezTo>
                <a:cubicBezTo>
                  <a:pt x="179571" y="134472"/>
                  <a:pt x="180302" y="130151"/>
                  <a:pt x="180642" y="126249"/>
                </a:cubicBezTo>
                <a:cubicBezTo>
                  <a:pt x="180975" y="122415"/>
                  <a:pt x="180975" y="118306"/>
                  <a:pt x="180975" y="114525"/>
                </a:cubicBezTo>
                <a:lnTo>
                  <a:pt x="180975" y="104775"/>
                </a:lnTo>
                <a:cubicBezTo>
                  <a:pt x="180975" y="99296"/>
                  <a:pt x="178332" y="94614"/>
                  <a:pt x="175209" y="91491"/>
                </a:cubicBezTo>
                <a:cubicBezTo>
                  <a:pt x="172086" y="88368"/>
                  <a:pt x="167404" y="85725"/>
                  <a:pt x="161925" y="85725"/>
                </a:cubicBezTo>
                <a:lnTo>
                  <a:pt x="142905" y="85725"/>
                </a:lnTo>
                <a:cubicBezTo>
                  <a:pt x="142875" y="82284"/>
                  <a:pt x="142875" y="79052"/>
                  <a:pt x="142875" y="76200"/>
                </a:cubicBezTo>
                <a:cubicBezTo>
                  <a:pt x="143181" y="0"/>
                  <a:pt x="143181" y="0"/>
                  <a:pt x="76200" y="0"/>
                </a:cubicBezTo>
                <a:cubicBezTo>
                  <a:pt x="0" y="0"/>
                  <a:pt x="0" y="0"/>
                  <a:pt x="0" y="76200"/>
                </a:cubicBezTo>
                <a:close/>
                <a:moveTo>
                  <a:pt x="143181" y="110864"/>
                </a:moveTo>
                <a:cubicBezTo>
                  <a:pt x="143092" y="108884"/>
                  <a:pt x="143001" y="106844"/>
                  <a:pt x="142875" y="104775"/>
                </a:cubicBezTo>
                <a:lnTo>
                  <a:pt x="161925" y="104777"/>
                </a:lnTo>
                <a:cubicBezTo>
                  <a:pt x="161925" y="104777"/>
                  <a:pt x="161935" y="112422"/>
                  <a:pt x="161925" y="114300"/>
                </a:cubicBezTo>
                <a:cubicBezTo>
                  <a:pt x="161925" y="122561"/>
                  <a:pt x="161925" y="133350"/>
                  <a:pt x="152400" y="133350"/>
                </a:cubicBezTo>
                <a:cubicBezTo>
                  <a:pt x="144185" y="133350"/>
                  <a:pt x="143735" y="123289"/>
                  <a:pt x="143181" y="110864"/>
                </a:cubicBezTo>
                <a:close/>
                <a:moveTo>
                  <a:pt x="85725" y="38100"/>
                </a:moveTo>
                <a:cubicBezTo>
                  <a:pt x="85725" y="32840"/>
                  <a:pt x="89989" y="28575"/>
                  <a:pt x="95250" y="28575"/>
                </a:cubicBezTo>
                <a:lnTo>
                  <a:pt x="114300" y="28575"/>
                </a:lnTo>
                <a:cubicBezTo>
                  <a:pt x="119561" y="28575"/>
                  <a:pt x="123825" y="32840"/>
                  <a:pt x="123825" y="38100"/>
                </a:cubicBezTo>
                <a:cubicBezTo>
                  <a:pt x="123825" y="43360"/>
                  <a:pt x="119561" y="47625"/>
                  <a:pt x="114300" y="47625"/>
                </a:cubicBezTo>
                <a:lnTo>
                  <a:pt x="95250" y="47625"/>
                </a:lnTo>
                <a:cubicBezTo>
                  <a:pt x="89989" y="47625"/>
                  <a:pt x="85725" y="43360"/>
                  <a:pt x="85725" y="38100"/>
                </a:cubicBezTo>
                <a:close/>
                <a:moveTo>
                  <a:pt x="95250" y="66675"/>
                </a:moveTo>
                <a:lnTo>
                  <a:pt x="114300" y="66675"/>
                </a:lnTo>
                <a:cubicBezTo>
                  <a:pt x="119561" y="66675"/>
                  <a:pt x="123825" y="70939"/>
                  <a:pt x="123825" y="76200"/>
                </a:cubicBezTo>
                <a:cubicBezTo>
                  <a:pt x="123825" y="81461"/>
                  <a:pt x="119561" y="85725"/>
                  <a:pt x="114300" y="85725"/>
                </a:cubicBezTo>
                <a:lnTo>
                  <a:pt x="95250" y="85725"/>
                </a:lnTo>
                <a:cubicBezTo>
                  <a:pt x="89989" y="85725"/>
                  <a:pt x="85725" y="81461"/>
                  <a:pt x="85725" y="76200"/>
                </a:cubicBezTo>
                <a:cubicBezTo>
                  <a:pt x="85725" y="70939"/>
                  <a:pt x="89989" y="66675"/>
                  <a:pt x="95250" y="66675"/>
                </a:cubicBezTo>
                <a:close/>
                <a:moveTo>
                  <a:pt x="19050" y="114300"/>
                </a:moveTo>
                <a:cubicBezTo>
                  <a:pt x="19050" y="109039"/>
                  <a:pt x="23314" y="104775"/>
                  <a:pt x="28575" y="104775"/>
                </a:cubicBezTo>
                <a:lnTo>
                  <a:pt x="104775" y="104775"/>
                </a:lnTo>
                <a:cubicBezTo>
                  <a:pt x="110036" y="104775"/>
                  <a:pt x="114300" y="109039"/>
                  <a:pt x="114300" y="114300"/>
                </a:cubicBezTo>
                <a:cubicBezTo>
                  <a:pt x="114300" y="119561"/>
                  <a:pt x="110036" y="123825"/>
                  <a:pt x="104775" y="123825"/>
                </a:cubicBezTo>
                <a:lnTo>
                  <a:pt x="28575" y="123825"/>
                </a:lnTo>
                <a:cubicBezTo>
                  <a:pt x="23314" y="123825"/>
                  <a:pt x="19050" y="119561"/>
                  <a:pt x="19050" y="114300"/>
                </a:cubicBezTo>
                <a:close/>
                <a:moveTo>
                  <a:pt x="19050" y="38100"/>
                </a:moveTo>
                <a:cubicBezTo>
                  <a:pt x="19050" y="32840"/>
                  <a:pt x="23315" y="28575"/>
                  <a:pt x="28575" y="28575"/>
                </a:cubicBezTo>
                <a:lnTo>
                  <a:pt x="57150" y="28575"/>
                </a:lnTo>
                <a:cubicBezTo>
                  <a:pt x="62410" y="28575"/>
                  <a:pt x="66675" y="32840"/>
                  <a:pt x="66675" y="38100"/>
                </a:cubicBezTo>
                <a:lnTo>
                  <a:pt x="66675" y="76200"/>
                </a:lnTo>
                <a:cubicBezTo>
                  <a:pt x="66675" y="81461"/>
                  <a:pt x="62410" y="85725"/>
                  <a:pt x="57150" y="85725"/>
                </a:cubicBezTo>
                <a:lnTo>
                  <a:pt x="28575" y="85725"/>
                </a:lnTo>
                <a:cubicBezTo>
                  <a:pt x="23315" y="85725"/>
                  <a:pt x="19050" y="81461"/>
                  <a:pt x="19050" y="76200"/>
                </a:cubicBezTo>
                <a:lnTo>
                  <a:pt x="19050" y="38100"/>
                </a:lnTo>
                <a:close/>
              </a:path>
            </a:pathLst>
          </a:custGeom>
          <a:solidFill>
            <a:srgbClr val="000000"/>
          </a:solidFill>
          <a:ln w="9525" cap="flat">
            <a:noFill/>
            <a:prstDash val="solid"/>
            <a:miter/>
          </a:ln>
        </p:spPr>
        <p:txBody>
          <a:bodyPr rtlCol="0" anchor="ctr"/>
          <a:lstStyle/>
          <a:p>
            <a:endParaRPr lang="ru-RU"/>
          </a:p>
        </p:txBody>
      </p:sp>
      <p:sp>
        <p:nvSpPr>
          <p:cNvPr id="1610" name="Полилиния: фигура 1609">
            <a:extLst>
              <a:ext uri="{FF2B5EF4-FFF2-40B4-BE49-F238E27FC236}">
                <a16:creationId xmlns:a16="http://schemas.microsoft.com/office/drawing/2014/main" id="{49F02359-552E-EAAC-413E-49BC91252F2D}"/>
              </a:ext>
            </a:extLst>
          </p:cNvPr>
          <p:cNvSpPr/>
          <p:nvPr/>
        </p:nvSpPr>
        <p:spPr>
          <a:xfrm>
            <a:off x="9489653" y="3362325"/>
            <a:ext cx="190500" cy="152400"/>
          </a:xfrm>
          <a:custGeom>
            <a:avLst/>
            <a:gdLst>
              <a:gd name="connsiteX0" fmla="*/ 9525 w 190500"/>
              <a:gd name="connsiteY0" fmla="*/ 96229 h 152400"/>
              <a:gd name="connsiteX1" fmla="*/ 29374 w 190500"/>
              <a:gd name="connsiteY1" fmla="*/ 103975 h 152400"/>
              <a:gd name="connsiteX2" fmla="*/ 37121 w 190500"/>
              <a:gd name="connsiteY2" fmla="*/ 123825 h 152400"/>
              <a:gd name="connsiteX3" fmla="*/ 28575 w 190500"/>
              <a:gd name="connsiteY3" fmla="*/ 130941 h 152400"/>
              <a:gd name="connsiteX4" fmla="*/ 8160 w 190500"/>
              <a:gd name="connsiteY4" fmla="*/ 121692 h 152400"/>
              <a:gd name="connsiteX5" fmla="*/ 1419 w 190500"/>
              <a:gd name="connsiteY5" fmla="*/ 104775 h 152400"/>
              <a:gd name="connsiteX6" fmla="*/ 9525 w 190500"/>
              <a:gd name="connsiteY6" fmla="*/ 96229 h 152400"/>
              <a:gd name="connsiteX7" fmla="*/ 152400 w 190500"/>
              <a:gd name="connsiteY7" fmla="*/ 95250 h 152400"/>
              <a:gd name="connsiteX8" fmla="*/ 142875 w 190500"/>
              <a:gd name="connsiteY8" fmla="*/ 104775 h 152400"/>
              <a:gd name="connsiteX9" fmla="*/ 142875 w 190500"/>
              <a:gd name="connsiteY9" fmla="*/ 123825 h 152400"/>
              <a:gd name="connsiteX10" fmla="*/ 152400 w 190500"/>
              <a:gd name="connsiteY10" fmla="*/ 133350 h 152400"/>
              <a:gd name="connsiteX11" fmla="*/ 161925 w 190500"/>
              <a:gd name="connsiteY11" fmla="*/ 123825 h 152400"/>
              <a:gd name="connsiteX12" fmla="*/ 161925 w 190500"/>
              <a:gd name="connsiteY12" fmla="*/ 104775 h 152400"/>
              <a:gd name="connsiteX13" fmla="*/ 152400 w 190500"/>
              <a:gd name="connsiteY13" fmla="*/ 95250 h 152400"/>
              <a:gd name="connsiteX14" fmla="*/ 152400 w 190500"/>
              <a:gd name="connsiteY14" fmla="*/ 76200 h 152400"/>
              <a:gd name="connsiteX15" fmla="*/ 190500 w 190500"/>
              <a:gd name="connsiteY15" fmla="*/ 114300 h 152400"/>
              <a:gd name="connsiteX16" fmla="*/ 152400 w 190500"/>
              <a:gd name="connsiteY16" fmla="*/ 152400 h 152400"/>
              <a:gd name="connsiteX17" fmla="*/ 114300 w 190500"/>
              <a:gd name="connsiteY17" fmla="*/ 114300 h 152400"/>
              <a:gd name="connsiteX18" fmla="*/ 152400 w 190500"/>
              <a:gd name="connsiteY18" fmla="*/ 76200 h 152400"/>
              <a:gd name="connsiteX19" fmla="*/ 95250 w 190500"/>
              <a:gd name="connsiteY19" fmla="*/ 47625 h 152400"/>
              <a:gd name="connsiteX20" fmla="*/ 114300 w 190500"/>
              <a:gd name="connsiteY20" fmla="*/ 66675 h 152400"/>
              <a:gd name="connsiteX21" fmla="*/ 95250 w 190500"/>
              <a:gd name="connsiteY21" fmla="*/ 85725 h 152400"/>
              <a:gd name="connsiteX22" fmla="*/ 76200 w 190500"/>
              <a:gd name="connsiteY22" fmla="*/ 66675 h 152400"/>
              <a:gd name="connsiteX23" fmla="*/ 95250 w 190500"/>
              <a:gd name="connsiteY23" fmla="*/ 47625 h 152400"/>
              <a:gd name="connsiteX24" fmla="*/ 154055 w 190500"/>
              <a:gd name="connsiteY24" fmla="*/ 2161 h 152400"/>
              <a:gd name="connsiteX25" fmla="*/ 161924 w 190500"/>
              <a:gd name="connsiteY25" fmla="*/ 2409 h 152400"/>
              <a:gd name="connsiteX26" fmla="*/ 182339 w 190500"/>
              <a:gd name="connsiteY26" fmla="*/ 11657 h 152400"/>
              <a:gd name="connsiteX27" fmla="*/ 189080 w 190500"/>
              <a:gd name="connsiteY27" fmla="*/ 28574 h 152400"/>
              <a:gd name="connsiteX28" fmla="*/ 180974 w 190500"/>
              <a:gd name="connsiteY28" fmla="*/ 37120 h 152400"/>
              <a:gd name="connsiteX29" fmla="*/ 161125 w 190500"/>
              <a:gd name="connsiteY29" fmla="*/ 29374 h 152400"/>
              <a:gd name="connsiteX30" fmla="*/ 153378 w 190500"/>
              <a:gd name="connsiteY30" fmla="*/ 9524 h 152400"/>
              <a:gd name="connsiteX31" fmla="*/ 154055 w 190500"/>
              <a:gd name="connsiteY31" fmla="*/ 2161 h 152400"/>
              <a:gd name="connsiteX32" fmla="*/ 36444 w 190500"/>
              <a:gd name="connsiteY32" fmla="*/ 2161 h 152400"/>
              <a:gd name="connsiteX33" fmla="*/ 37121 w 190500"/>
              <a:gd name="connsiteY33" fmla="*/ 9524 h 152400"/>
              <a:gd name="connsiteX34" fmla="*/ 29374 w 190500"/>
              <a:gd name="connsiteY34" fmla="*/ 29374 h 152400"/>
              <a:gd name="connsiteX35" fmla="*/ 9525 w 190500"/>
              <a:gd name="connsiteY35" fmla="*/ 37120 h 152400"/>
              <a:gd name="connsiteX36" fmla="*/ 1419 w 190500"/>
              <a:gd name="connsiteY36" fmla="*/ 28574 h 152400"/>
              <a:gd name="connsiteX37" fmla="*/ 8160 w 190500"/>
              <a:gd name="connsiteY37" fmla="*/ 11657 h 152400"/>
              <a:gd name="connsiteX38" fmla="*/ 28575 w 190500"/>
              <a:gd name="connsiteY38" fmla="*/ 2409 h 152400"/>
              <a:gd name="connsiteX39" fmla="*/ 36444 w 190500"/>
              <a:gd name="connsiteY39" fmla="*/ 2161 h 152400"/>
              <a:gd name="connsiteX40" fmla="*/ 95250 w 190500"/>
              <a:gd name="connsiteY40" fmla="*/ 0 h 152400"/>
              <a:gd name="connsiteX41" fmla="*/ 123825 w 190500"/>
              <a:gd name="connsiteY41" fmla="*/ 93 h 152400"/>
              <a:gd name="connsiteX42" fmla="*/ 124931 w 190500"/>
              <a:gd name="connsiteY42" fmla="*/ 105 h 152400"/>
              <a:gd name="connsiteX43" fmla="*/ 143776 w 190500"/>
              <a:gd name="connsiteY43" fmla="*/ 9525 h 152400"/>
              <a:gd name="connsiteX44" fmla="*/ 154390 w 190500"/>
              <a:gd name="connsiteY44" fmla="*/ 36109 h 152400"/>
              <a:gd name="connsiteX45" fmla="*/ 171450 w 190500"/>
              <a:gd name="connsiteY45" fmla="*/ 45051 h 152400"/>
              <a:gd name="connsiteX46" fmla="*/ 175434 w 190500"/>
              <a:gd name="connsiteY46" fmla="*/ 45834 h 152400"/>
              <a:gd name="connsiteX47" fmla="*/ 180128 w 190500"/>
              <a:gd name="connsiteY47" fmla="*/ 46355 h 152400"/>
              <a:gd name="connsiteX48" fmla="*/ 180163 w 190500"/>
              <a:gd name="connsiteY48" fmla="*/ 46355 h 152400"/>
              <a:gd name="connsiteX49" fmla="*/ 180208 w 190500"/>
              <a:gd name="connsiteY49" fmla="*/ 46362 h 152400"/>
              <a:gd name="connsiteX50" fmla="*/ 190488 w 190500"/>
              <a:gd name="connsiteY50" fmla="*/ 57150 h 152400"/>
              <a:gd name="connsiteX51" fmla="*/ 190500 w 190500"/>
              <a:gd name="connsiteY51" fmla="*/ 66675 h 152400"/>
              <a:gd name="connsiteX52" fmla="*/ 180975 w 190500"/>
              <a:gd name="connsiteY52" fmla="*/ 72386 h 152400"/>
              <a:gd name="connsiteX53" fmla="*/ 157163 w 190500"/>
              <a:gd name="connsiteY53" fmla="*/ 66675 h 152400"/>
              <a:gd name="connsiteX54" fmla="*/ 142875 w 190500"/>
              <a:gd name="connsiteY54" fmla="*/ 68647 h 152400"/>
              <a:gd name="connsiteX55" fmla="*/ 142441 w 190500"/>
              <a:gd name="connsiteY55" fmla="*/ 68771 h 152400"/>
              <a:gd name="connsiteX56" fmla="*/ 133350 w 190500"/>
              <a:gd name="connsiteY56" fmla="*/ 66675 h 152400"/>
              <a:gd name="connsiteX57" fmla="*/ 95250 w 190500"/>
              <a:gd name="connsiteY57" fmla="*/ 28575 h 152400"/>
              <a:gd name="connsiteX58" fmla="*/ 57150 w 190500"/>
              <a:gd name="connsiteY58" fmla="*/ 66675 h 152400"/>
              <a:gd name="connsiteX59" fmla="*/ 95250 w 190500"/>
              <a:gd name="connsiteY59" fmla="*/ 104775 h 152400"/>
              <a:gd name="connsiteX60" fmla="*/ 96265 w 190500"/>
              <a:gd name="connsiteY60" fmla="*/ 104761 h 152400"/>
              <a:gd name="connsiteX61" fmla="*/ 104775 w 190500"/>
              <a:gd name="connsiteY61" fmla="*/ 119063 h 152400"/>
              <a:gd name="connsiteX62" fmla="*/ 95250 w 190500"/>
              <a:gd name="connsiteY62" fmla="*/ 133350 h 152400"/>
              <a:gd name="connsiteX63" fmla="*/ 81586 w 190500"/>
              <a:gd name="connsiteY63" fmla="*/ 133340 h 152400"/>
              <a:gd name="connsiteX64" fmla="*/ 66675 w 190500"/>
              <a:gd name="connsiteY64" fmla="*/ 133257 h 152400"/>
              <a:gd name="connsiteX65" fmla="*/ 65569 w 190500"/>
              <a:gd name="connsiteY65" fmla="*/ 133245 h 152400"/>
              <a:gd name="connsiteX66" fmla="*/ 46724 w 190500"/>
              <a:gd name="connsiteY66" fmla="*/ 123825 h 152400"/>
              <a:gd name="connsiteX67" fmla="*/ 36110 w 190500"/>
              <a:gd name="connsiteY67" fmla="*/ 97241 h 152400"/>
              <a:gd name="connsiteX68" fmla="*/ 19050 w 190500"/>
              <a:gd name="connsiteY68" fmla="*/ 88300 h 152400"/>
              <a:gd name="connsiteX69" fmla="*/ 10337 w 190500"/>
              <a:gd name="connsiteY69" fmla="*/ 86995 h 152400"/>
              <a:gd name="connsiteX70" fmla="*/ 10292 w 190500"/>
              <a:gd name="connsiteY70" fmla="*/ 86988 h 152400"/>
              <a:gd name="connsiteX71" fmla="*/ 12 w 190500"/>
              <a:gd name="connsiteY71" fmla="*/ 76200 h 152400"/>
              <a:gd name="connsiteX72" fmla="*/ 0 w 190500"/>
              <a:gd name="connsiteY72" fmla="*/ 66675 h 152400"/>
              <a:gd name="connsiteX73" fmla="*/ 12 w 190500"/>
              <a:gd name="connsiteY73" fmla="*/ 57150 h 152400"/>
              <a:gd name="connsiteX74" fmla="*/ 10292 w 190500"/>
              <a:gd name="connsiteY74" fmla="*/ 46362 h 152400"/>
              <a:gd name="connsiteX75" fmla="*/ 10396 w 190500"/>
              <a:gd name="connsiteY75" fmla="*/ 46355 h 152400"/>
              <a:gd name="connsiteX76" fmla="*/ 14804 w 190500"/>
              <a:gd name="connsiteY76" fmla="*/ 45874 h 152400"/>
              <a:gd name="connsiteX77" fmla="*/ 17538 w 190500"/>
              <a:gd name="connsiteY77" fmla="*/ 45397 h 152400"/>
              <a:gd name="connsiteX78" fmla="*/ 19050 w 190500"/>
              <a:gd name="connsiteY78" fmla="*/ 45051 h 152400"/>
              <a:gd name="connsiteX79" fmla="*/ 36110 w 190500"/>
              <a:gd name="connsiteY79" fmla="*/ 36109 h 152400"/>
              <a:gd name="connsiteX80" fmla="*/ 46724 w 190500"/>
              <a:gd name="connsiteY80" fmla="*/ 9525 h 152400"/>
              <a:gd name="connsiteX81" fmla="*/ 65888 w 190500"/>
              <a:gd name="connsiteY81" fmla="*/ 102 h 152400"/>
              <a:gd name="connsiteX82" fmla="*/ 66675 w 190500"/>
              <a:gd name="connsiteY82" fmla="*/ 93 h 152400"/>
              <a:gd name="connsiteX83" fmla="*/ 95250 w 190500"/>
              <a:gd name="connsiteY8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90500" h="152400">
                <a:moveTo>
                  <a:pt x="9525" y="96229"/>
                </a:moveTo>
                <a:cubicBezTo>
                  <a:pt x="19237" y="97471"/>
                  <a:pt x="25350" y="99949"/>
                  <a:pt x="29374" y="103975"/>
                </a:cubicBezTo>
                <a:cubicBezTo>
                  <a:pt x="33399" y="108000"/>
                  <a:pt x="35878" y="114111"/>
                  <a:pt x="37121" y="123825"/>
                </a:cubicBezTo>
                <a:cubicBezTo>
                  <a:pt x="38233" y="132527"/>
                  <a:pt x="37051" y="132387"/>
                  <a:pt x="28575" y="130941"/>
                </a:cubicBezTo>
                <a:cubicBezTo>
                  <a:pt x="18817" y="129276"/>
                  <a:pt x="12391" y="126459"/>
                  <a:pt x="8160" y="121692"/>
                </a:cubicBezTo>
                <a:cubicBezTo>
                  <a:pt x="4554" y="117633"/>
                  <a:pt x="2542" y="112158"/>
                  <a:pt x="1419" y="104775"/>
                </a:cubicBezTo>
                <a:cubicBezTo>
                  <a:pt x="57" y="95826"/>
                  <a:pt x="551" y="95080"/>
                  <a:pt x="9525" y="96229"/>
                </a:cubicBezTo>
                <a:close/>
                <a:moveTo>
                  <a:pt x="152400" y="95250"/>
                </a:moveTo>
                <a:cubicBezTo>
                  <a:pt x="147139" y="95250"/>
                  <a:pt x="142875" y="99515"/>
                  <a:pt x="142875" y="104775"/>
                </a:cubicBezTo>
                <a:lnTo>
                  <a:pt x="142875" y="123825"/>
                </a:lnTo>
                <a:cubicBezTo>
                  <a:pt x="142875" y="129085"/>
                  <a:pt x="147139" y="133350"/>
                  <a:pt x="152400" y="133350"/>
                </a:cubicBezTo>
                <a:cubicBezTo>
                  <a:pt x="157661" y="133350"/>
                  <a:pt x="161925" y="129085"/>
                  <a:pt x="161925" y="123825"/>
                </a:cubicBezTo>
                <a:lnTo>
                  <a:pt x="161925" y="104775"/>
                </a:lnTo>
                <a:cubicBezTo>
                  <a:pt x="161925" y="99515"/>
                  <a:pt x="157661" y="95250"/>
                  <a:pt x="152400" y="95250"/>
                </a:cubicBezTo>
                <a:close/>
                <a:moveTo>
                  <a:pt x="152400" y="76200"/>
                </a:moveTo>
                <a:cubicBezTo>
                  <a:pt x="173443" y="76200"/>
                  <a:pt x="190500" y="93257"/>
                  <a:pt x="190500" y="114300"/>
                </a:cubicBezTo>
                <a:cubicBezTo>
                  <a:pt x="190500" y="135343"/>
                  <a:pt x="173443" y="152400"/>
                  <a:pt x="152400" y="152400"/>
                </a:cubicBezTo>
                <a:cubicBezTo>
                  <a:pt x="131357" y="152400"/>
                  <a:pt x="114300" y="135343"/>
                  <a:pt x="114300" y="114300"/>
                </a:cubicBezTo>
                <a:cubicBezTo>
                  <a:pt x="114300" y="93257"/>
                  <a:pt x="131357" y="76200"/>
                  <a:pt x="152400" y="76200"/>
                </a:cubicBezTo>
                <a:close/>
                <a:moveTo>
                  <a:pt x="95250" y="47625"/>
                </a:moveTo>
                <a:cubicBezTo>
                  <a:pt x="105771" y="47625"/>
                  <a:pt x="114300" y="56155"/>
                  <a:pt x="114300" y="66675"/>
                </a:cubicBezTo>
                <a:cubicBezTo>
                  <a:pt x="114300" y="77195"/>
                  <a:pt x="105771" y="85725"/>
                  <a:pt x="95250" y="85725"/>
                </a:cubicBezTo>
                <a:cubicBezTo>
                  <a:pt x="84729" y="85725"/>
                  <a:pt x="76200" y="77195"/>
                  <a:pt x="76200" y="66675"/>
                </a:cubicBezTo>
                <a:cubicBezTo>
                  <a:pt x="76200" y="56155"/>
                  <a:pt x="84729" y="47625"/>
                  <a:pt x="95250" y="47625"/>
                </a:cubicBezTo>
                <a:close/>
                <a:moveTo>
                  <a:pt x="154055" y="2161"/>
                </a:moveTo>
                <a:cubicBezTo>
                  <a:pt x="155271" y="1289"/>
                  <a:pt x="157685" y="1685"/>
                  <a:pt x="161924" y="2409"/>
                </a:cubicBezTo>
                <a:cubicBezTo>
                  <a:pt x="171682" y="4074"/>
                  <a:pt x="178108" y="6890"/>
                  <a:pt x="182339" y="11657"/>
                </a:cubicBezTo>
                <a:cubicBezTo>
                  <a:pt x="185945" y="15717"/>
                  <a:pt x="187957" y="21191"/>
                  <a:pt x="189080" y="28574"/>
                </a:cubicBezTo>
                <a:cubicBezTo>
                  <a:pt x="190442" y="37523"/>
                  <a:pt x="189948" y="38269"/>
                  <a:pt x="180974" y="37120"/>
                </a:cubicBezTo>
                <a:cubicBezTo>
                  <a:pt x="171261" y="35879"/>
                  <a:pt x="165149" y="33400"/>
                  <a:pt x="161125" y="29374"/>
                </a:cubicBezTo>
                <a:cubicBezTo>
                  <a:pt x="157100" y="25349"/>
                  <a:pt x="154620" y="19238"/>
                  <a:pt x="153378" y="9524"/>
                </a:cubicBezTo>
                <a:cubicBezTo>
                  <a:pt x="152822" y="5173"/>
                  <a:pt x="152839" y="3033"/>
                  <a:pt x="154055" y="2161"/>
                </a:cubicBezTo>
                <a:close/>
                <a:moveTo>
                  <a:pt x="36444" y="2161"/>
                </a:moveTo>
                <a:cubicBezTo>
                  <a:pt x="37660" y="3033"/>
                  <a:pt x="37677" y="5173"/>
                  <a:pt x="37121" y="9524"/>
                </a:cubicBezTo>
                <a:cubicBezTo>
                  <a:pt x="35878" y="19238"/>
                  <a:pt x="33399" y="25349"/>
                  <a:pt x="29374" y="29374"/>
                </a:cubicBezTo>
                <a:cubicBezTo>
                  <a:pt x="25350" y="33400"/>
                  <a:pt x="19237" y="35879"/>
                  <a:pt x="9525" y="37120"/>
                </a:cubicBezTo>
                <a:cubicBezTo>
                  <a:pt x="551" y="38269"/>
                  <a:pt x="57" y="37523"/>
                  <a:pt x="1419" y="28574"/>
                </a:cubicBezTo>
                <a:cubicBezTo>
                  <a:pt x="2542" y="21191"/>
                  <a:pt x="4554" y="15717"/>
                  <a:pt x="8160" y="11657"/>
                </a:cubicBezTo>
                <a:cubicBezTo>
                  <a:pt x="12391" y="6890"/>
                  <a:pt x="18817" y="4074"/>
                  <a:pt x="28575" y="2409"/>
                </a:cubicBezTo>
                <a:cubicBezTo>
                  <a:pt x="32813" y="1685"/>
                  <a:pt x="35228" y="1289"/>
                  <a:pt x="36444" y="2161"/>
                </a:cubicBezTo>
                <a:close/>
                <a:moveTo>
                  <a:pt x="95250" y="0"/>
                </a:moveTo>
                <a:cubicBezTo>
                  <a:pt x="105928" y="0"/>
                  <a:pt x="115408" y="0"/>
                  <a:pt x="123825" y="93"/>
                </a:cubicBezTo>
                <a:lnTo>
                  <a:pt x="124931" y="105"/>
                </a:lnTo>
                <a:cubicBezTo>
                  <a:pt x="136483" y="226"/>
                  <a:pt x="142705" y="291"/>
                  <a:pt x="143776" y="9525"/>
                </a:cubicBezTo>
                <a:cubicBezTo>
                  <a:pt x="145113" y="21071"/>
                  <a:pt x="148166" y="29887"/>
                  <a:pt x="154390" y="36109"/>
                </a:cubicBezTo>
                <a:cubicBezTo>
                  <a:pt x="158774" y="40493"/>
                  <a:pt x="164445" y="43304"/>
                  <a:pt x="171450" y="45051"/>
                </a:cubicBezTo>
                <a:cubicBezTo>
                  <a:pt x="172849" y="45400"/>
                  <a:pt x="174178" y="45648"/>
                  <a:pt x="175434" y="45834"/>
                </a:cubicBezTo>
                <a:cubicBezTo>
                  <a:pt x="177134" y="46086"/>
                  <a:pt x="178699" y="46227"/>
                  <a:pt x="180128" y="46355"/>
                </a:cubicBezTo>
                <a:lnTo>
                  <a:pt x="180163" y="46355"/>
                </a:lnTo>
                <a:lnTo>
                  <a:pt x="180208" y="46362"/>
                </a:lnTo>
                <a:cubicBezTo>
                  <a:pt x="186824" y="46948"/>
                  <a:pt x="190449" y="47269"/>
                  <a:pt x="190488" y="57150"/>
                </a:cubicBezTo>
                <a:cubicBezTo>
                  <a:pt x="190500" y="60164"/>
                  <a:pt x="190500" y="63336"/>
                  <a:pt x="190500" y="66675"/>
                </a:cubicBezTo>
                <a:cubicBezTo>
                  <a:pt x="190500" y="76200"/>
                  <a:pt x="185738" y="74821"/>
                  <a:pt x="180975" y="72386"/>
                </a:cubicBezTo>
                <a:cubicBezTo>
                  <a:pt x="173830" y="68735"/>
                  <a:pt x="165737" y="66675"/>
                  <a:pt x="157163" y="66675"/>
                </a:cubicBezTo>
                <a:cubicBezTo>
                  <a:pt x="152210" y="66675"/>
                  <a:pt x="147417" y="67364"/>
                  <a:pt x="142875" y="68647"/>
                </a:cubicBezTo>
                <a:lnTo>
                  <a:pt x="142441" y="68771"/>
                </a:lnTo>
                <a:cubicBezTo>
                  <a:pt x="135301" y="70794"/>
                  <a:pt x="133350" y="71344"/>
                  <a:pt x="133350" y="66675"/>
                </a:cubicBezTo>
                <a:cubicBezTo>
                  <a:pt x="133350" y="45632"/>
                  <a:pt x="116293" y="28575"/>
                  <a:pt x="95250" y="28575"/>
                </a:cubicBezTo>
                <a:cubicBezTo>
                  <a:pt x="74208" y="28575"/>
                  <a:pt x="57150" y="45632"/>
                  <a:pt x="57150" y="66675"/>
                </a:cubicBezTo>
                <a:cubicBezTo>
                  <a:pt x="57150" y="87718"/>
                  <a:pt x="74208" y="104775"/>
                  <a:pt x="95250" y="104775"/>
                </a:cubicBezTo>
                <a:cubicBezTo>
                  <a:pt x="95589" y="104775"/>
                  <a:pt x="95928" y="104768"/>
                  <a:pt x="96265" y="104761"/>
                </a:cubicBezTo>
                <a:cubicBezTo>
                  <a:pt x="100666" y="104677"/>
                  <a:pt x="104775" y="104598"/>
                  <a:pt x="104775" y="119063"/>
                </a:cubicBezTo>
                <a:cubicBezTo>
                  <a:pt x="104775" y="131716"/>
                  <a:pt x="104775" y="133245"/>
                  <a:pt x="95250" y="133350"/>
                </a:cubicBezTo>
                <a:cubicBezTo>
                  <a:pt x="90458" y="133350"/>
                  <a:pt x="85908" y="133350"/>
                  <a:pt x="81586" y="133340"/>
                </a:cubicBezTo>
                <a:cubicBezTo>
                  <a:pt x="76278" y="133331"/>
                  <a:pt x="71315" y="133308"/>
                  <a:pt x="66675" y="133257"/>
                </a:cubicBezTo>
                <a:lnTo>
                  <a:pt x="65569" y="133245"/>
                </a:lnTo>
                <a:cubicBezTo>
                  <a:pt x="54018" y="133124"/>
                  <a:pt x="47794" y="133059"/>
                  <a:pt x="46724" y="123825"/>
                </a:cubicBezTo>
                <a:cubicBezTo>
                  <a:pt x="45387" y="112279"/>
                  <a:pt x="42333" y="103463"/>
                  <a:pt x="36110" y="97241"/>
                </a:cubicBezTo>
                <a:cubicBezTo>
                  <a:pt x="31726" y="92857"/>
                  <a:pt x="26055" y="90046"/>
                  <a:pt x="19050" y="88300"/>
                </a:cubicBezTo>
                <a:cubicBezTo>
                  <a:pt x="15744" y="87474"/>
                  <a:pt x="12830" y="87216"/>
                  <a:pt x="10337" y="86995"/>
                </a:cubicBezTo>
                <a:lnTo>
                  <a:pt x="10292" y="86988"/>
                </a:lnTo>
                <a:cubicBezTo>
                  <a:pt x="3676" y="86401"/>
                  <a:pt x="51" y="86081"/>
                  <a:pt x="12" y="76200"/>
                </a:cubicBezTo>
                <a:cubicBezTo>
                  <a:pt x="0" y="73186"/>
                  <a:pt x="0" y="70014"/>
                  <a:pt x="0" y="66675"/>
                </a:cubicBezTo>
                <a:cubicBezTo>
                  <a:pt x="0" y="63336"/>
                  <a:pt x="0" y="60164"/>
                  <a:pt x="12" y="57150"/>
                </a:cubicBezTo>
                <a:cubicBezTo>
                  <a:pt x="51" y="47269"/>
                  <a:pt x="3676" y="46948"/>
                  <a:pt x="10292" y="46362"/>
                </a:cubicBezTo>
                <a:lnTo>
                  <a:pt x="10396" y="46355"/>
                </a:lnTo>
                <a:cubicBezTo>
                  <a:pt x="11744" y="46234"/>
                  <a:pt x="13216" y="46099"/>
                  <a:pt x="14804" y="45874"/>
                </a:cubicBezTo>
                <a:cubicBezTo>
                  <a:pt x="15680" y="45748"/>
                  <a:pt x="16591" y="45595"/>
                  <a:pt x="17538" y="45397"/>
                </a:cubicBezTo>
                <a:cubicBezTo>
                  <a:pt x="18033" y="45293"/>
                  <a:pt x="18537" y="45179"/>
                  <a:pt x="19050" y="45051"/>
                </a:cubicBezTo>
                <a:cubicBezTo>
                  <a:pt x="26055" y="43304"/>
                  <a:pt x="31726" y="40493"/>
                  <a:pt x="36110" y="36109"/>
                </a:cubicBezTo>
                <a:cubicBezTo>
                  <a:pt x="42333" y="29887"/>
                  <a:pt x="45387" y="21071"/>
                  <a:pt x="46724" y="9525"/>
                </a:cubicBezTo>
                <a:cubicBezTo>
                  <a:pt x="47793" y="298"/>
                  <a:pt x="54132" y="230"/>
                  <a:pt x="65888" y="102"/>
                </a:cubicBezTo>
                <a:lnTo>
                  <a:pt x="66675" y="93"/>
                </a:lnTo>
                <a:cubicBezTo>
                  <a:pt x="75093" y="0"/>
                  <a:pt x="84572" y="0"/>
                  <a:pt x="95250" y="0"/>
                </a:cubicBezTo>
                <a:close/>
              </a:path>
            </a:pathLst>
          </a:custGeom>
          <a:solidFill>
            <a:srgbClr val="000000"/>
          </a:solidFill>
          <a:ln w="9525" cap="flat">
            <a:noFill/>
            <a:prstDash val="solid"/>
            <a:miter/>
          </a:ln>
        </p:spPr>
        <p:txBody>
          <a:bodyPr rtlCol="0" anchor="ctr"/>
          <a:lstStyle/>
          <a:p>
            <a:endParaRPr lang="ru-RU"/>
          </a:p>
        </p:txBody>
      </p:sp>
      <p:sp>
        <p:nvSpPr>
          <p:cNvPr id="1484" name="Рисунок 962">
            <a:extLst>
              <a:ext uri="{FF2B5EF4-FFF2-40B4-BE49-F238E27FC236}">
                <a16:creationId xmlns:a16="http://schemas.microsoft.com/office/drawing/2014/main" id="{E9975217-4D6D-5F95-2A6E-C88B0BBA484D}"/>
              </a:ext>
            </a:extLst>
          </p:cNvPr>
          <p:cNvSpPr/>
          <p:nvPr/>
        </p:nvSpPr>
        <p:spPr>
          <a:xfrm>
            <a:off x="9508703" y="5767689"/>
            <a:ext cx="152400" cy="171450"/>
          </a:xfrm>
          <a:custGeom>
            <a:avLst/>
            <a:gdLst>
              <a:gd name="connsiteX0" fmla="*/ 0 w 152400"/>
              <a:gd name="connsiteY0" fmla="*/ 76200 h 171450"/>
              <a:gd name="connsiteX1" fmla="*/ 76200 w 152400"/>
              <a:gd name="connsiteY1" fmla="*/ 0 h 171450"/>
              <a:gd name="connsiteX2" fmla="*/ 152400 w 152400"/>
              <a:gd name="connsiteY2" fmla="*/ 76200 h 171450"/>
              <a:gd name="connsiteX3" fmla="*/ 76200 w 152400"/>
              <a:gd name="connsiteY3" fmla="*/ 171450 h 171450"/>
              <a:gd name="connsiteX4" fmla="*/ 0 w 152400"/>
              <a:gd name="connsiteY4" fmla="*/ 76200 h 171450"/>
              <a:gd name="connsiteX5" fmla="*/ 76200 w 152400"/>
              <a:gd name="connsiteY5" fmla="*/ 114300 h 171450"/>
              <a:gd name="connsiteX6" fmla="*/ 114300 w 152400"/>
              <a:gd name="connsiteY6" fmla="*/ 76200 h 171450"/>
              <a:gd name="connsiteX7" fmla="*/ 109025 w 152400"/>
              <a:gd name="connsiteY7" fmla="*/ 56845 h 171450"/>
              <a:gd name="connsiteX8" fmla="*/ 56845 w 152400"/>
              <a:gd name="connsiteY8" fmla="*/ 109025 h 171450"/>
              <a:gd name="connsiteX9" fmla="*/ 76200 w 152400"/>
              <a:gd name="connsiteY9" fmla="*/ 114300 h 171450"/>
              <a:gd name="connsiteX10" fmla="*/ 43375 w 152400"/>
              <a:gd name="connsiteY10" fmla="*/ 95555 h 171450"/>
              <a:gd name="connsiteX11" fmla="*/ 95555 w 152400"/>
              <a:gd name="connsiteY11" fmla="*/ 43375 h 171450"/>
              <a:gd name="connsiteX12" fmla="*/ 76200 w 152400"/>
              <a:gd name="connsiteY12" fmla="*/ 38100 h 171450"/>
              <a:gd name="connsiteX13" fmla="*/ 38100 w 152400"/>
              <a:gd name="connsiteY13" fmla="*/ 76200 h 171450"/>
              <a:gd name="connsiteX14" fmla="*/ 43375 w 152400"/>
              <a:gd name="connsiteY14" fmla="*/ 9555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400" h="171450">
                <a:moveTo>
                  <a:pt x="0" y="76200"/>
                </a:moveTo>
                <a:cubicBezTo>
                  <a:pt x="0" y="28575"/>
                  <a:pt x="33338" y="0"/>
                  <a:pt x="76200" y="0"/>
                </a:cubicBezTo>
                <a:cubicBezTo>
                  <a:pt x="119063" y="0"/>
                  <a:pt x="152400" y="28575"/>
                  <a:pt x="152400" y="76200"/>
                </a:cubicBezTo>
                <a:cubicBezTo>
                  <a:pt x="152400" y="133350"/>
                  <a:pt x="90488" y="171450"/>
                  <a:pt x="76200" y="171450"/>
                </a:cubicBezTo>
                <a:cubicBezTo>
                  <a:pt x="61913" y="171450"/>
                  <a:pt x="0" y="133350"/>
                  <a:pt x="0" y="76200"/>
                </a:cubicBezTo>
                <a:close/>
                <a:moveTo>
                  <a:pt x="76200" y="114300"/>
                </a:moveTo>
                <a:cubicBezTo>
                  <a:pt x="97242" y="114300"/>
                  <a:pt x="114300" y="97242"/>
                  <a:pt x="114300" y="76200"/>
                </a:cubicBezTo>
                <a:cubicBezTo>
                  <a:pt x="114300" y="69134"/>
                  <a:pt x="112377" y="62518"/>
                  <a:pt x="109025" y="56845"/>
                </a:cubicBezTo>
                <a:lnTo>
                  <a:pt x="56845" y="109025"/>
                </a:lnTo>
                <a:cubicBezTo>
                  <a:pt x="62517" y="112377"/>
                  <a:pt x="69134" y="114300"/>
                  <a:pt x="76200" y="114300"/>
                </a:cubicBezTo>
                <a:close/>
                <a:moveTo>
                  <a:pt x="43375" y="95555"/>
                </a:moveTo>
                <a:lnTo>
                  <a:pt x="95555" y="43375"/>
                </a:lnTo>
                <a:cubicBezTo>
                  <a:pt x="89883" y="40023"/>
                  <a:pt x="83266" y="38100"/>
                  <a:pt x="76200" y="38100"/>
                </a:cubicBezTo>
                <a:cubicBezTo>
                  <a:pt x="55158" y="38100"/>
                  <a:pt x="38100" y="55158"/>
                  <a:pt x="38100" y="76200"/>
                </a:cubicBezTo>
                <a:cubicBezTo>
                  <a:pt x="38100" y="83266"/>
                  <a:pt x="40023" y="89883"/>
                  <a:pt x="43375" y="95555"/>
                </a:cubicBezTo>
                <a:close/>
              </a:path>
            </a:pathLst>
          </a:custGeom>
          <a:solidFill>
            <a:srgbClr val="000000"/>
          </a:solidFill>
          <a:ln w="9525" cap="flat">
            <a:noFill/>
            <a:prstDash val="solid"/>
            <a:miter/>
          </a:ln>
        </p:spPr>
        <p:txBody>
          <a:bodyPr rtlCol="0" anchor="ctr"/>
          <a:lstStyle/>
          <a:p>
            <a:endParaRPr lang="ru-RU"/>
          </a:p>
        </p:txBody>
      </p:sp>
      <p:sp>
        <p:nvSpPr>
          <p:cNvPr id="1485" name="Рисунок 226">
            <a:extLst>
              <a:ext uri="{FF2B5EF4-FFF2-40B4-BE49-F238E27FC236}">
                <a16:creationId xmlns:a16="http://schemas.microsoft.com/office/drawing/2014/main" id="{6039CA55-40DE-7CD4-C614-FFA4749BFC4F}"/>
              </a:ext>
            </a:extLst>
          </p:cNvPr>
          <p:cNvSpPr/>
          <p:nvPr/>
        </p:nvSpPr>
        <p:spPr>
          <a:xfrm>
            <a:off x="9906287" y="884917"/>
            <a:ext cx="190500" cy="142875"/>
          </a:xfrm>
          <a:custGeom>
            <a:avLst/>
            <a:gdLst>
              <a:gd name="connsiteX0" fmla="*/ 95250 w 190500"/>
              <a:gd name="connsiteY0" fmla="*/ 9524 h 142875"/>
              <a:gd name="connsiteX1" fmla="*/ 92087 w 190500"/>
              <a:gd name="connsiteY1" fmla="*/ 15886 h 142875"/>
              <a:gd name="connsiteX2" fmla="*/ 85725 w 190500"/>
              <a:gd name="connsiteY2" fmla="*/ 19049 h 142875"/>
              <a:gd name="connsiteX3" fmla="*/ 76200 w 190500"/>
              <a:gd name="connsiteY3" fmla="*/ 28574 h 142875"/>
              <a:gd name="connsiteX4" fmla="*/ 85725 w 190500"/>
              <a:gd name="connsiteY4" fmla="*/ 38099 h 142875"/>
              <a:gd name="connsiteX5" fmla="*/ 105557 w 190500"/>
              <a:gd name="connsiteY5" fmla="*/ 29356 h 142875"/>
              <a:gd name="connsiteX6" fmla="*/ 114300 w 190500"/>
              <a:gd name="connsiteY6" fmla="*/ 9524 h 142875"/>
              <a:gd name="connsiteX7" fmla="*/ 123825 w 190500"/>
              <a:gd name="connsiteY7" fmla="*/ 3875 h 142875"/>
              <a:gd name="connsiteX8" fmla="*/ 164710 w 190500"/>
              <a:gd name="connsiteY8" fmla="*/ 38100 h 142875"/>
              <a:gd name="connsiteX9" fmla="*/ 171450 w 190500"/>
              <a:gd name="connsiteY9" fmla="*/ 47625 h 142875"/>
              <a:gd name="connsiteX10" fmla="*/ 190500 w 190500"/>
              <a:gd name="connsiteY10" fmla="*/ 66675 h 142875"/>
              <a:gd name="connsiteX11" fmla="*/ 171450 w 190500"/>
              <a:gd name="connsiteY11" fmla="*/ 85725 h 142875"/>
              <a:gd name="connsiteX12" fmla="*/ 168252 w 190500"/>
              <a:gd name="connsiteY12" fmla="*/ 95250 h 142875"/>
              <a:gd name="connsiteX13" fmla="*/ 95250 w 190500"/>
              <a:gd name="connsiteY13" fmla="*/ 142875 h 142875"/>
              <a:gd name="connsiteX14" fmla="*/ 22247 w 190500"/>
              <a:gd name="connsiteY14" fmla="*/ 95250 h 142875"/>
              <a:gd name="connsiteX15" fmla="*/ 19050 w 190500"/>
              <a:gd name="connsiteY15" fmla="*/ 85725 h 142875"/>
              <a:gd name="connsiteX16" fmla="*/ 0 w 190500"/>
              <a:gd name="connsiteY16" fmla="*/ 66675 h 142875"/>
              <a:gd name="connsiteX17" fmla="*/ 19050 w 190500"/>
              <a:gd name="connsiteY17" fmla="*/ 47625 h 142875"/>
              <a:gd name="connsiteX18" fmla="*/ 25790 w 190500"/>
              <a:gd name="connsiteY18" fmla="*/ 38099 h 142875"/>
              <a:gd name="connsiteX19" fmla="*/ 85725 w 190500"/>
              <a:gd name="connsiteY19" fmla="*/ 0 h 142875"/>
              <a:gd name="connsiteX20" fmla="*/ 95250 w 190500"/>
              <a:gd name="connsiteY20" fmla="*/ 9524 h 142875"/>
              <a:gd name="connsiteX21" fmla="*/ 57150 w 190500"/>
              <a:gd name="connsiteY21" fmla="*/ 76200 h 142875"/>
              <a:gd name="connsiteX22" fmla="*/ 66675 w 190500"/>
              <a:gd name="connsiteY22" fmla="*/ 66675 h 142875"/>
              <a:gd name="connsiteX23" fmla="*/ 57150 w 190500"/>
              <a:gd name="connsiteY23" fmla="*/ 57150 h 142875"/>
              <a:gd name="connsiteX24" fmla="*/ 47625 w 190500"/>
              <a:gd name="connsiteY24" fmla="*/ 66675 h 142875"/>
              <a:gd name="connsiteX25" fmla="*/ 57150 w 190500"/>
              <a:gd name="connsiteY25" fmla="*/ 76200 h 142875"/>
              <a:gd name="connsiteX26" fmla="*/ 71958 w 190500"/>
              <a:gd name="connsiteY26" fmla="*/ 96850 h 142875"/>
              <a:gd name="connsiteX27" fmla="*/ 58750 w 190500"/>
              <a:gd name="connsiteY27" fmla="*/ 99492 h 142875"/>
              <a:gd name="connsiteX28" fmla="*/ 61391 w 190500"/>
              <a:gd name="connsiteY28" fmla="*/ 112701 h 142875"/>
              <a:gd name="connsiteX29" fmla="*/ 75020 w 190500"/>
              <a:gd name="connsiteY29" fmla="*/ 119610 h 142875"/>
              <a:gd name="connsiteX30" fmla="*/ 95250 w 190500"/>
              <a:gd name="connsiteY30" fmla="*/ 123826 h 142875"/>
              <a:gd name="connsiteX31" fmla="*/ 115480 w 190500"/>
              <a:gd name="connsiteY31" fmla="*/ 119610 h 142875"/>
              <a:gd name="connsiteX32" fmla="*/ 129109 w 190500"/>
              <a:gd name="connsiteY32" fmla="*/ 112701 h 142875"/>
              <a:gd name="connsiteX33" fmla="*/ 131750 w 190500"/>
              <a:gd name="connsiteY33" fmla="*/ 99492 h 142875"/>
              <a:gd name="connsiteX34" fmla="*/ 118541 w 190500"/>
              <a:gd name="connsiteY34" fmla="*/ 96850 h 142875"/>
              <a:gd name="connsiteX35" fmla="*/ 108595 w 190500"/>
              <a:gd name="connsiteY35" fmla="*/ 101848 h 142875"/>
              <a:gd name="connsiteX36" fmla="*/ 95250 w 190500"/>
              <a:gd name="connsiteY36" fmla="*/ 104776 h 142875"/>
              <a:gd name="connsiteX37" fmla="*/ 81905 w 190500"/>
              <a:gd name="connsiteY37" fmla="*/ 101848 h 142875"/>
              <a:gd name="connsiteX38" fmla="*/ 71958 w 190500"/>
              <a:gd name="connsiteY38" fmla="*/ 96850 h 142875"/>
              <a:gd name="connsiteX39" fmla="*/ 142875 w 190500"/>
              <a:gd name="connsiteY39" fmla="*/ 66675 h 142875"/>
              <a:gd name="connsiteX40" fmla="*/ 133350 w 190500"/>
              <a:gd name="connsiteY40" fmla="*/ 57150 h 142875"/>
              <a:gd name="connsiteX41" fmla="*/ 123825 w 190500"/>
              <a:gd name="connsiteY41" fmla="*/ 66675 h 142875"/>
              <a:gd name="connsiteX42" fmla="*/ 133350 w 190500"/>
              <a:gd name="connsiteY42" fmla="*/ 76200 h 142875"/>
              <a:gd name="connsiteX43" fmla="*/ 142875 w 190500"/>
              <a:gd name="connsiteY43" fmla="*/ 666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0500" h="142875">
                <a:moveTo>
                  <a:pt x="95250" y="9524"/>
                </a:moveTo>
                <a:cubicBezTo>
                  <a:pt x="95250" y="11189"/>
                  <a:pt x="94321" y="13650"/>
                  <a:pt x="92087" y="15886"/>
                </a:cubicBezTo>
                <a:cubicBezTo>
                  <a:pt x="89851" y="18121"/>
                  <a:pt x="87389" y="19049"/>
                  <a:pt x="85725" y="19049"/>
                </a:cubicBezTo>
                <a:cubicBezTo>
                  <a:pt x="80464" y="19049"/>
                  <a:pt x="76200" y="23313"/>
                  <a:pt x="76200" y="28574"/>
                </a:cubicBezTo>
                <a:cubicBezTo>
                  <a:pt x="76200" y="33834"/>
                  <a:pt x="80464" y="38099"/>
                  <a:pt x="85725" y="38099"/>
                </a:cubicBezTo>
                <a:cubicBezTo>
                  <a:pt x="93585" y="38099"/>
                  <a:pt x="100648" y="34265"/>
                  <a:pt x="105557" y="29356"/>
                </a:cubicBezTo>
                <a:cubicBezTo>
                  <a:pt x="110465" y="24447"/>
                  <a:pt x="114300" y="17384"/>
                  <a:pt x="114300" y="9524"/>
                </a:cubicBezTo>
                <a:cubicBezTo>
                  <a:pt x="114300" y="2381"/>
                  <a:pt x="118541" y="2301"/>
                  <a:pt x="123825" y="3875"/>
                </a:cubicBezTo>
                <a:cubicBezTo>
                  <a:pt x="142953" y="9576"/>
                  <a:pt x="157008" y="21384"/>
                  <a:pt x="164710" y="38100"/>
                </a:cubicBezTo>
                <a:cubicBezTo>
                  <a:pt x="166821" y="42680"/>
                  <a:pt x="166331" y="47625"/>
                  <a:pt x="171450" y="47625"/>
                </a:cubicBezTo>
                <a:cubicBezTo>
                  <a:pt x="181971" y="47625"/>
                  <a:pt x="190500" y="56154"/>
                  <a:pt x="190500" y="66675"/>
                </a:cubicBezTo>
                <a:cubicBezTo>
                  <a:pt x="190500" y="77196"/>
                  <a:pt x="181971" y="85725"/>
                  <a:pt x="171450" y="85725"/>
                </a:cubicBezTo>
                <a:cubicBezTo>
                  <a:pt x="169219" y="85725"/>
                  <a:pt x="168888" y="93068"/>
                  <a:pt x="168252" y="95250"/>
                </a:cubicBezTo>
                <a:cubicBezTo>
                  <a:pt x="159520" y="125274"/>
                  <a:pt x="133344" y="142875"/>
                  <a:pt x="95250" y="142875"/>
                </a:cubicBezTo>
                <a:cubicBezTo>
                  <a:pt x="57156" y="142875"/>
                  <a:pt x="30980" y="125274"/>
                  <a:pt x="22247" y="95250"/>
                </a:cubicBezTo>
                <a:cubicBezTo>
                  <a:pt x="21613" y="93068"/>
                  <a:pt x="21281" y="85725"/>
                  <a:pt x="19050" y="85725"/>
                </a:cubicBezTo>
                <a:cubicBezTo>
                  <a:pt x="8529" y="85725"/>
                  <a:pt x="0" y="77196"/>
                  <a:pt x="0" y="66675"/>
                </a:cubicBezTo>
                <a:cubicBezTo>
                  <a:pt x="0" y="56154"/>
                  <a:pt x="8529" y="47625"/>
                  <a:pt x="19050" y="47625"/>
                </a:cubicBezTo>
                <a:cubicBezTo>
                  <a:pt x="24169" y="47625"/>
                  <a:pt x="23679" y="42680"/>
                  <a:pt x="25790" y="38099"/>
                </a:cubicBezTo>
                <a:cubicBezTo>
                  <a:pt x="35860" y="16243"/>
                  <a:pt x="57150" y="0"/>
                  <a:pt x="85725" y="0"/>
                </a:cubicBezTo>
                <a:cubicBezTo>
                  <a:pt x="92087" y="0"/>
                  <a:pt x="95250" y="2572"/>
                  <a:pt x="95250" y="9524"/>
                </a:cubicBezTo>
                <a:close/>
                <a:moveTo>
                  <a:pt x="57150" y="76200"/>
                </a:moveTo>
                <a:cubicBezTo>
                  <a:pt x="62410" y="76200"/>
                  <a:pt x="66675" y="71936"/>
                  <a:pt x="66675" y="66675"/>
                </a:cubicBezTo>
                <a:cubicBezTo>
                  <a:pt x="66675" y="61414"/>
                  <a:pt x="62410" y="57150"/>
                  <a:pt x="57150" y="57150"/>
                </a:cubicBezTo>
                <a:cubicBezTo>
                  <a:pt x="51890" y="57150"/>
                  <a:pt x="47625" y="61414"/>
                  <a:pt x="47625" y="66675"/>
                </a:cubicBezTo>
                <a:cubicBezTo>
                  <a:pt x="47625" y="71936"/>
                  <a:pt x="51890" y="76200"/>
                  <a:pt x="57150" y="76200"/>
                </a:cubicBezTo>
                <a:close/>
                <a:moveTo>
                  <a:pt x="71958" y="96850"/>
                </a:moveTo>
                <a:cubicBezTo>
                  <a:pt x="67581" y="93933"/>
                  <a:pt x="61668" y="95116"/>
                  <a:pt x="58750" y="99492"/>
                </a:cubicBezTo>
                <a:cubicBezTo>
                  <a:pt x="55832" y="103869"/>
                  <a:pt x="57014" y="109783"/>
                  <a:pt x="61391" y="112701"/>
                </a:cubicBezTo>
                <a:cubicBezTo>
                  <a:pt x="64355" y="114677"/>
                  <a:pt x="69260" y="117378"/>
                  <a:pt x="75020" y="119610"/>
                </a:cubicBezTo>
                <a:cubicBezTo>
                  <a:pt x="80730" y="121824"/>
                  <a:pt x="87914" y="123826"/>
                  <a:pt x="95250" y="123826"/>
                </a:cubicBezTo>
                <a:cubicBezTo>
                  <a:pt x="102585" y="123826"/>
                  <a:pt x="109770" y="121824"/>
                  <a:pt x="115480" y="119610"/>
                </a:cubicBezTo>
                <a:cubicBezTo>
                  <a:pt x="121240" y="117378"/>
                  <a:pt x="126144" y="114677"/>
                  <a:pt x="129109" y="112701"/>
                </a:cubicBezTo>
                <a:cubicBezTo>
                  <a:pt x="133485" y="109783"/>
                  <a:pt x="134668" y="103869"/>
                  <a:pt x="131750" y="99492"/>
                </a:cubicBezTo>
                <a:cubicBezTo>
                  <a:pt x="128832" y="95116"/>
                  <a:pt x="122918" y="93933"/>
                  <a:pt x="118541" y="96850"/>
                </a:cubicBezTo>
                <a:cubicBezTo>
                  <a:pt x="116743" y="98049"/>
                  <a:pt x="113075" y="100112"/>
                  <a:pt x="108595" y="101848"/>
                </a:cubicBezTo>
                <a:cubicBezTo>
                  <a:pt x="104066" y="103603"/>
                  <a:pt x="99344" y="104776"/>
                  <a:pt x="95250" y="104776"/>
                </a:cubicBezTo>
                <a:cubicBezTo>
                  <a:pt x="91155" y="104776"/>
                  <a:pt x="86434" y="103603"/>
                  <a:pt x="81905" y="101848"/>
                </a:cubicBezTo>
                <a:cubicBezTo>
                  <a:pt x="77425" y="100112"/>
                  <a:pt x="73757" y="98049"/>
                  <a:pt x="71958" y="96850"/>
                </a:cubicBezTo>
                <a:close/>
                <a:moveTo>
                  <a:pt x="142875" y="66675"/>
                </a:moveTo>
                <a:cubicBezTo>
                  <a:pt x="142875" y="61414"/>
                  <a:pt x="138611" y="57150"/>
                  <a:pt x="133350" y="57150"/>
                </a:cubicBezTo>
                <a:cubicBezTo>
                  <a:pt x="128089" y="57150"/>
                  <a:pt x="123825" y="61414"/>
                  <a:pt x="123825" y="66675"/>
                </a:cubicBezTo>
                <a:cubicBezTo>
                  <a:pt x="123825" y="71936"/>
                  <a:pt x="128089" y="76200"/>
                  <a:pt x="133350" y="76200"/>
                </a:cubicBezTo>
                <a:cubicBezTo>
                  <a:pt x="138611" y="76200"/>
                  <a:pt x="142875" y="71936"/>
                  <a:pt x="142875" y="66675"/>
                </a:cubicBezTo>
                <a:close/>
              </a:path>
            </a:pathLst>
          </a:custGeom>
          <a:solidFill>
            <a:srgbClr val="000000"/>
          </a:solidFill>
          <a:ln w="9525" cap="flat">
            <a:noFill/>
            <a:prstDash val="solid"/>
            <a:miter/>
          </a:ln>
        </p:spPr>
        <p:txBody>
          <a:bodyPr rtlCol="0" anchor="ctr"/>
          <a:lstStyle/>
          <a:p>
            <a:endParaRPr lang="ru-RU"/>
          </a:p>
        </p:txBody>
      </p:sp>
      <p:sp>
        <p:nvSpPr>
          <p:cNvPr id="1486" name="Рисунок 252">
            <a:extLst>
              <a:ext uri="{FF2B5EF4-FFF2-40B4-BE49-F238E27FC236}">
                <a16:creationId xmlns:a16="http://schemas.microsoft.com/office/drawing/2014/main" id="{0E8E5DC3-4D22-2BE5-C418-14A1BACDD07A}"/>
              </a:ext>
            </a:extLst>
          </p:cNvPr>
          <p:cNvSpPr/>
          <p:nvPr/>
        </p:nvSpPr>
        <p:spPr>
          <a:xfrm>
            <a:off x="9925337" y="1404558"/>
            <a:ext cx="152400" cy="180977"/>
          </a:xfrm>
          <a:custGeom>
            <a:avLst/>
            <a:gdLst>
              <a:gd name="connsiteX0" fmla="*/ 152400 w 152400"/>
              <a:gd name="connsiteY0" fmla="*/ 109538 h 180977"/>
              <a:gd name="connsiteX1" fmla="*/ 133369 w 152400"/>
              <a:gd name="connsiteY1" fmla="*/ 152285 h 180977"/>
              <a:gd name="connsiteX2" fmla="*/ 141620 w 152400"/>
              <a:gd name="connsiteY2" fmla="*/ 166725 h 180977"/>
              <a:gd name="connsiteX3" fmla="*/ 138075 w 152400"/>
              <a:gd name="connsiteY3" fmla="*/ 179721 h 180977"/>
              <a:gd name="connsiteX4" fmla="*/ 125080 w 152400"/>
              <a:gd name="connsiteY4" fmla="*/ 176176 h 180977"/>
              <a:gd name="connsiteX5" fmla="*/ 117415 w 152400"/>
              <a:gd name="connsiteY5" fmla="*/ 162762 h 180977"/>
              <a:gd name="connsiteX6" fmla="*/ 76200 w 152400"/>
              <a:gd name="connsiteY6" fmla="*/ 171450 h 180977"/>
              <a:gd name="connsiteX7" fmla="*/ 34985 w 152400"/>
              <a:gd name="connsiteY7" fmla="*/ 162762 h 180977"/>
              <a:gd name="connsiteX8" fmla="*/ 27320 w 152400"/>
              <a:gd name="connsiteY8" fmla="*/ 176176 h 180977"/>
              <a:gd name="connsiteX9" fmla="*/ 14324 w 152400"/>
              <a:gd name="connsiteY9" fmla="*/ 179721 h 180977"/>
              <a:gd name="connsiteX10" fmla="*/ 10780 w 152400"/>
              <a:gd name="connsiteY10" fmla="*/ 166725 h 180977"/>
              <a:gd name="connsiteX11" fmla="*/ 19031 w 152400"/>
              <a:gd name="connsiteY11" fmla="*/ 152285 h 180977"/>
              <a:gd name="connsiteX12" fmla="*/ 0 w 152400"/>
              <a:gd name="connsiteY12" fmla="*/ 109538 h 180977"/>
              <a:gd name="connsiteX13" fmla="*/ 4510 w 152400"/>
              <a:gd name="connsiteY13" fmla="*/ 50226 h 180977"/>
              <a:gd name="connsiteX14" fmla="*/ 4763 w 152400"/>
              <a:gd name="connsiteY14" fmla="*/ 47625 h 180977"/>
              <a:gd name="connsiteX15" fmla="*/ 76200 w 152400"/>
              <a:gd name="connsiteY15" fmla="*/ 0 h 180977"/>
              <a:gd name="connsiteX16" fmla="*/ 147638 w 152400"/>
              <a:gd name="connsiteY16" fmla="*/ 47625 h 180977"/>
              <a:gd name="connsiteX17" fmla="*/ 147890 w 152400"/>
              <a:gd name="connsiteY17" fmla="*/ 50227 h 180977"/>
              <a:gd name="connsiteX18" fmla="*/ 152400 w 152400"/>
              <a:gd name="connsiteY18" fmla="*/ 109538 h 180977"/>
              <a:gd name="connsiteX19" fmla="*/ 57150 w 152400"/>
              <a:gd name="connsiteY19" fmla="*/ 128588 h 180977"/>
              <a:gd name="connsiteX20" fmla="*/ 42862 w 152400"/>
              <a:gd name="connsiteY20" fmla="*/ 114300 h 180977"/>
              <a:gd name="connsiteX21" fmla="*/ 28575 w 152400"/>
              <a:gd name="connsiteY21" fmla="*/ 128588 h 180977"/>
              <a:gd name="connsiteX22" fmla="*/ 42862 w 152400"/>
              <a:gd name="connsiteY22" fmla="*/ 142875 h 180977"/>
              <a:gd name="connsiteX23" fmla="*/ 57150 w 152400"/>
              <a:gd name="connsiteY23" fmla="*/ 128588 h 180977"/>
              <a:gd name="connsiteX24" fmla="*/ 123825 w 152400"/>
              <a:gd name="connsiteY24" fmla="*/ 128588 h 180977"/>
              <a:gd name="connsiteX25" fmla="*/ 109538 w 152400"/>
              <a:gd name="connsiteY25" fmla="*/ 114300 h 180977"/>
              <a:gd name="connsiteX26" fmla="*/ 95250 w 152400"/>
              <a:gd name="connsiteY26" fmla="*/ 128588 h 180977"/>
              <a:gd name="connsiteX27" fmla="*/ 109538 w 152400"/>
              <a:gd name="connsiteY27" fmla="*/ 142875 h 180977"/>
              <a:gd name="connsiteX28" fmla="*/ 123825 w 152400"/>
              <a:gd name="connsiteY28" fmla="*/ 128588 h 180977"/>
              <a:gd name="connsiteX29" fmla="*/ 22616 w 152400"/>
              <a:gd name="connsiteY29" fmla="*/ 61913 h 180977"/>
              <a:gd name="connsiteX30" fmla="*/ 19368 w 152400"/>
              <a:gd name="connsiteY30" fmla="*/ 84137 h 180977"/>
              <a:gd name="connsiteX31" fmla="*/ 27488 w 152400"/>
              <a:gd name="connsiteY31" fmla="*/ 95250 h 180977"/>
              <a:gd name="connsiteX32" fmla="*/ 124913 w 152400"/>
              <a:gd name="connsiteY32" fmla="*/ 95250 h 180977"/>
              <a:gd name="connsiteX33" fmla="*/ 133032 w 152400"/>
              <a:gd name="connsiteY33" fmla="*/ 84137 h 180977"/>
              <a:gd name="connsiteX34" fmla="*/ 129784 w 152400"/>
              <a:gd name="connsiteY34" fmla="*/ 61913 h 180977"/>
              <a:gd name="connsiteX35" fmla="*/ 76202 w 152400"/>
              <a:gd name="connsiteY35" fmla="*/ 28575 h 180977"/>
              <a:gd name="connsiteX36" fmla="*/ 22616 w 152400"/>
              <a:gd name="connsiteY36" fmla="*/ 61913 h 18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2400" h="180977">
                <a:moveTo>
                  <a:pt x="152400" y="109538"/>
                </a:moveTo>
                <a:cubicBezTo>
                  <a:pt x="152400" y="127156"/>
                  <a:pt x="145272" y="141719"/>
                  <a:pt x="133369" y="152285"/>
                </a:cubicBezTo>
                <a:lnTo>
                  <a:pt x="141620" y="166725"/>
                </a:lnTo>
                <a:cubicBezTo>
                  <a:pt x="144230" y="171292"/>
                  <a:pt x="142644" y="177111"/>
                  <a:pt x="138075" y="179721"/>
                </a:cubicBezTo>
                <a:cubicBezTo>
                  <a:pt x="133508" y="182330"/>
                  <a:pt x="127690" y="180744"/>
                  <a:pt x="125080" y="176176"/>
                </a:cubicBezTo>
                <a:lnTo>
                  <a:pt x="117415" y="162762"/>
                </a:lnTo>
                <a:cubicBezTo>
                  <a:pt x="105617" y="168410"/>
                  <a:pt x="91517" y="171450"/>
                  <a:pt x="76200" y="171450"/>
                </a:cubicBezTo>
                <a:cubicBezTo>
                  <a:pt x="60883" y="171450"/>
                  <a:pt x="46783" y="168410"/>
                  <a:pt x="34985" y="162762"/>
                </a:cubicBezTo>
                <a:lnTo>
                  <a:pt x="27320" y="176176"/>
                </a:lnTo>
                <a:cubicBezTo>
                  <a:pt x="24710" y="180744"/>
                  <a:pt x="18892" y="182330"/>
                  <a:pt x="14324" y="179721"/>
                </a:cubicBezTo>
                <a:cubicBezTo>
                  <a:pt x="9757" y="177111"/>
                  <a:pt x="8170" y="171292"/>
                  <a:pt x="10780" y="166725"/>
                </a:cubicBezTo>
                <a:lnTo>
                  <a:pt x="19031" y="152285"/>
                </a:lnTo>
                <a:cubicBezTo>
                  <a:pt x="7129" y="141719"/>
                  <a:pt x="0" y="127156"/>
                  <a:pt x="0" y="109538"/>
                </a:cubicBezTo>
                <a:cubicBezTo>
                  <a:pt x="0" y="96544"/>
                  <a:pt x="3189" y="63793"/>
                  <a:pt x="4510" y="50226"/>
                </a:cubicBezTo>
                <a:lnTo>
                  <a:pt x="4763" y="47625"/>
                </a:lnTo>
                <a:cubicBezTo>
                  <a:pt x="8183" y="12273"/>
                  <a:pt x="28575" y="0"/>
                  <a:pt x="76200" y="0"/>
                </a:cubicBezTo>
                <a:cubicBezTo>
                  <a:pt x="123825" y="0"/>
                  <a:pt x="144217" y="12273"/>
                  <a:pt x="147638" y="47625"/>
                </a:cubicBezTo>
                <a:lnTo>
                  <a:pt x="147890" y="50227"/>
                </a:lnTo>
                <a:cubicBezTo>
                  <a:pt x="149211" y="63795"/>
                  <a:pt x="152400" y="96544"/>
                  <a:pt x="152400" y="109538"/>
                </a:cubicBezTo>
                <a:close/>
                <a:moveTo>
                  <a:pt x="57150" y="128588"/>
                </a:moveTo>
                <a:cubicBezTo>
                  <a:pt x="57150" y="119723"/>
                  <a:pt x="51727" y="114300"/>
                  <a:pt x="42862" y="114300"/>
                </a:cubicBezTo>
                <a:cubicBezTo>
                  <a:pt x="33997" y="114300"/>
                  <a:pt x="28575" y="119723"/>
                  <a:pt x="28575" y="128588"/>
                </a:cubicBezTo>
                <a:cubicBezTo>
                  <a:pt x="28575" y="137452"/>
                  <a:pt x="33997" y="142875"/>
                  <a:pt x="42862" y="142875"/>
                </a:cubicBezTo>
                <a:cubicBezTo>
                  <a:pt x="51727" y="142875"/>
                  <a:pt x="57150" y="137452"/>
                  <a:pt x="57150" y="128588"/>
                </a:cubicBezTo>
                <a:close/>
                <a:moveTo>
                  <a:pt x="123825" y="128588"/>
                </a:moveTo>
                <a:cubicBezTo>
                  <a:pt x="123825" y="119723"/>
                  <a:pt x="118402" y="114300"/>
                  <a:pt x="109538" y="114300"/>
                </a:cubicBezTo>
                <a:cubicBezTo>
                  <a:pt x="100673" y="114300"/>
                  <a:pt x="95250" y="119723"/>
                  <a:pt x="95250" y="128588"/>
                </a:cubicBezTo>
                <a:cubicBezTo>
                  <a:pt x="95250" y="137452"/>
                  <a:pt x="100673" y="142875"/>
                  <a:pt x="109538" y="142875"/>
                </a:cubicBezTo>
                <a:cubicBezTo>
                  <a:pt x="118402" y="142875"/>
                  <a:pt x="123825" y="137452"/>
                  <a:pt x="123825" y="128588"/>
                </a:cubicBezTo>
                <a:close/>
                <a:moveTo>
                  <a:pt x="22616" y="61913"/>
                </a:moveTo>
                <a:lnTo>
                  <a:pt x="19368" y="84137"/>
                </a:lnTo>
                <a:cubicBezTo>
                  <a:pt x="17745" y="95250"/>
                  <a:pt x="22616" y="95250"/>
                  <a:pt x="27488" y="95250"/>
                </a:cubicBezTo>
                <a:lnTo>
                  <a:pt x="124913" y="95250"/>
                </a:lnTo>
                <a:cubicBezTo>
                  <a:pt x="129784" y="95250"/>
                  <a:pt x="134655" y="95250"/>
                  <a:pt x="133032" y="84137"/>
                </a:cubicBezTo>
                <a:lnTo>
                  <a:pt x="129784" y="61913"/>
                </a:lnTo>
                <a:cubicBezTo>
                  <a:pt x="124913" y="28575"/>
                  <a:pt x="119063" y="28575"/>
                  <a:pt x="76202" y="28575"/>
                </a:cubicBezTo>
                <a:cubicBezTo>
                  <a:pt x="33340" y="28575"/>
                  <a:pt x="27487" y="28575"/>
                  <a:pt x="22616" y="61913"/>
                </a:cubicBezTo>
                <a:close/>
              </a:path>
            </a:pathLst>
          </a:custGeom>
          <a:solidFill>
            <a:srgbClr val="000000"/>
          </a:solidFill>
          <a:ln w="9525" cap="flat">
            <a:noFill/>
            <a:prstDash val="solid"/>
            <a:miter/>
          </a:ln>
        </p:spPr>
        <p:txBody>
          <a:bodyPr rtlCol="0" anchor="ctr"/>
          <a:lstStyle/>
          <a:p>
            <a:endParaRPr lang="ru-RU"/>
          </a:p>
        </p:txBody>
      </p:sp>
      <p:sp>
        <p:nvSpPr>
          <p:cNvPr id="1611" name="Полилиния: фигура 1610">
            <a:extLst>
              <a:ext uri="{FF2B5EF4-FFF2-40B4-BE49-F238E27FC236}">
                <a16:creationId xmlns:a16="http://schemas.microsoft.com/office/drawing/2014/main" id="{FA08C4B3-577C-CAEF-49A9-5848F84AD7AA}"/>
              </a:ext>
            </a:extLst>
          </p:cNvPr>
          <p:cNvSpPr/>
          <p:nvPr/>
        </p:nvSpPr>
        <p:spPr>
          <a:xfrm>
            <a:off x="9915812" y="3362325"/>
            <a:ext cx="171450" cy="133350"/>
          </a:xfrm>
          <a:custGeom>
            <a:avLst/>
            <a:gdLst>
              <a:gd name="connsiteX0" fmla="*/ 123825 w 171450"/>
              <a:gd name="connsiteY0" fmla="*/ 66675 h 133350"/>
              <a:gd name="connsiteX1" fmla="*/ 114300 w 171450"/>
              <a:gd name="connsiteY1" fmla="*/ 76200 h 133350"/>
              <a:gd name="connsiteX2" fmla="*/ 114300 w 171450"/>
              <a:gd name="connsiteY2" fmla="*/ 95250 h 133350"/>
              <a:gd name="connsiteX3" fmla="*/ 123825 w 171450"/>
              <a:gd name="connsiteY3" fmla="*/ 104775 h 133350"/>
              <a:gd name="connsiteX4" fmla="*/ 133350 w 171450"/>
              <a:gd name="connsiteY4" fmla="*/ 95250 h 133350"/>
              <a:gd name="connsiteX5" fmla="*/ 133350 w 171450"/>
              <a:gd name="connsiteY5" fmla="*/ 76200 h 133350"/>
              <a:gd name="connsiteX6" fmla="*/ 123825 w 171450"/>
              <a:gd name="connsiteY6" fmla="*/ 66675 h 133350"/>
              <a:gd name="connsiteX7" fmla="*/ 47625 w 171450"/>
              <a:gd name="connsiteY7" fmla="*/ 57149 h 133350"/>
              <a:gd name="connsiteX8" fmla="*/ 61913 w 171450"/>
              <a:gd name="connsiteY8" fmla="*/ 57892 h 133350"/>
              <a:gd name="connsiteX9" fmla="*/ 69927 w 171450"/>
              <a:gd name="connsiteY9" fmla="*/ 66675 h 133350"/>
              <a:gd name="connsiteX10" fmla="*/ 66675 w 171450"/>
              <a:gd name="connsiteY10" fmla="*/ 85725 h 133350"/>
              <a:gd name="connsiteX11" fmla="*/ 74321 w 171450"/>
              <a:gd name="connsiteY11" fmla="*/ 114300 h 133350"/>
              <a:gd name="connsiteX12" fmla="*/ 66675 w 171450"/>
              <a:gd name="connsiteY12" fmla="*/ 122636 h 133350"/>
              <a:gd name="connsiteX13" fmla="*/ 47625 w 171450"/>
              <a:gd name="connsiteY13" fmla="*/ 123825 h 133350"/>
              <a:gd name="connsiteX14" fmla="*/ 0 w 171450"/>
              <a:gd name="connsiteY14" fmla="*/ 109537 h 133350"/>
              <a:gd name="connsiteX15" fmla="*/ 0 w 171450"/>
              <a:gd name="connsiteY15" fmla="*/ 95171 h 133350"/>
              <a:gd name="connsiteX16" fmla="*/ 9525 w 171450"/>
              <a:gd name="connsiteY16" fmla="*/ 89589 h 133350"/>
              <a:gd name="connsiteX17" fmla="*/ 42706 w 171450"/>
              <a:gd name="connsiteY17" fmla="*/ 95171 h 133350"/>
              <a:gd name="connsiteX18" fmla="*/ 47622 w 171450"/>
              <a:gd name="connsiteY18" fmla="*/ 90567 h 133350"/>
              <a:gd name="connsiteX19" fmla="*/ 43019 w 171450"/>
              <a:gd name="connsiteY19" fmla="*/ 85651 h 133350"/>
              <a:gd name="connsiteX20" fmla="*/ 10790 w 171450"/>
              <a:gd name="connsiteY20" fmla="*/ 79895 h 133350"/>
              <a:gd name="connsiteX21" fmla="*/ 2139 w 171450"/>
              <a:gd name="connsiteY21" fmla="*/ 74958 h 133350"/>
              <a:gd name="connsiteX22" fmla="*/ 0 w 171450"/>
              <a:gd name="connsiteY22" fmla="*/ 71438 h 133350"/>
              <a:gd name="connsiteX23" fmla="*/ 0 w 171450"/>
              <a:gd name="connsiteY23" fmla="*/ 71419 h 133350"/>
              <a:gd name="connsiteX24" fmla="*/ 2459 w 171450"/>
              <a:gd name="connsiteY24" fmla="*/ 67633 h 133350"/>
              <a:gd name="connsiteX25" fmla="*/ 12209 w 171450"/>
              <a:gd name="connsiteY25" fmla="*/ 62442 h 133350"/>
              <a:gd name="connsiteX26" fmla="*/ 47625 w 171450"/>
              <a:gd name="connsiteY26" fmla="*/ 57149 h 133350"/>
              <a:gd name="connsiteX27" fmla="*/ 123825 w 171450"/>
              <a:gd name="connsiteY27" fmla="*/ 38100 h 133350"/>
              <a:gd name="connsiteX28" fmla="*/ 171450 w 171450"/>
              <a:gd name="connsiteY28" fmla="*/ 85725 h 133350"/>
              <a:gd name="connsiteX29" fmla="*/ 123825 w 171450"/>
              <a:gd name="connsiteY29" fmla="*/ 133350 h 133350"/>
              <a:gd name="connsiteX30" fmla="*/ 88008 w 171450"/>
              <a:gd name="connsiteY30" fmla="*/ 117115 h 133350"/>
              <a:gd name="connsiteX31" fmla="*/ 76200 w 171450"/>
              <a:gd name="connsiteY31" fmla="*/ 85725 h 133350"/>
              <a:gd name="connsiteX32" fmla="*/ 123825 w 171450"/>
              <a:gd name="connsiteY32" fmla="*/ 38100 h 133350"/>
              <a:gd name="connsiteX33" fmla="*/ 76199 w 171450"/>
              <a:gd name="connsiteY33" fmla="*/ 0 h 133350"/>
              <a:gd name="connsiteX34" fmla="*/ 123824 w 171450"/>
              <a:gd name="connsiteY34" fmla="*/ 14288 h 133350"/>
              <a:gd name="connsiteX35" fmla="*/ 123824 w 171450"/>
              <a:gd name="connsiteY35" fmla="*/ 19050 h 133350"/>
              <a:gd name="connsiteX36" fmla="*/ 114299 w 171450"/>
              <a:gd name="connsiteY36" fmla="*/ 29365 h 133350"/>
              <a:gd name="connsiteX37" fmla="*/ 85724 w 171450"/>
              <a:gd name="connsiteY37" fmla="*/ 43127 h 133350"/>
              <a:gd name="connsiteX38" fmla="*/ 66674 w 171450"/>
              <a:gd name="connsiteY38" fmla="*/ 48877 h 133350"/>
              <a:gd name="connsiteX39" fmla="*/ 47624 w 171450"/>
              <a:gd name="connsiteY39" fmla="*/ 47624 h 133350"/>
              <a:gd name="connsiteX40" fmla="*/ 38099 w 171450"/>
              <a:gd name="connsiteY40" fmla="*/ 47928 h 133350"/>
              <a:gd name="connsiteX41" fmla="*/ 28574 w 171450"/>
              <a:gd name="connsiteY41" fmla="*/ 38489 h 133350"/>
              <a:gd name="connsiteX42" fmla="*/ 35859 w 171450"/>
              <a:gd name="connsiteY42" fmla="*/ 31677 h 133350"/>
              <a:gd name="connsiteX43" fmla="*/ 71281 w 171450"/>
              <a:gd name="connsiteY43" fmla="*/ 38096 h 133350"/>
              <a:gd name="connsiteX44" fmla="*/ 76196 w 171450"/>
              <a:gd name="connsiteY44" fmla="*/ 33493 h 133350"/>
              <a:gd name="connsiteX45" fmla="*/ 71593 w 171450"/>
              <a:gd name="connsiteY45" fmla="*/ 28577 h 133350"/>
              <a:gd name="connsiteX46" fmla="*/ 39364 w 171450"/>
              <a:gd name="connsiteY46" fmla="*/ 22821 h 133350"/>
              <a:gd name="connsiteX47" fmla="*/ 30713 w 171450"/>
              <a:gd name="connsiteY47" fmla="*/ 17884 h 133350"/>
              <a:gd name="connsiteX48" fmla="*/ 28574 w 171450"/>
              <a:gd name="connsiteY48" fmla="*/ 14364 h 133350"/>
              <a:gd name="connsiteX49" fmla="*/ 28574 w 171450"/>
              <a:gd name="connsiteY49" fmla="*/ 14288 h 133350"/>
              <a:gd name="connsiteX50" fmla="*/ 76199 w 171450"/>
              <a:gd name="connsiteY50"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71450" h="133350">
                <a:moveTo>
                  <a:pt x="123825" y="66675"/>
                </a:moveTo>
                <a:cubicBezTo>
                  <a:pt x="118564" y="66675"/>
                  <a:pt x="114300" y="70939"/>
                  <a:pt x="114300" y="76200"/>
                </a:cubicBezTo>
                <a:lnTo>
                  <a:pt x="114300" y="95250"/>
                </a:lnTo>
                <a:cubicBezTo>
                  <a:pt x="114300" y="100511"/>
                  <a:pt x="118564" y="104775"/>
                  <a:pt x="123825" y="104775"/>
                </a:cubicBezTo>
                <a:cubicBezTo>
                  <a:pt x="129086" y="104775"/>
                  <a:pt x="133350" y="100511"/>
                  <a:pt x="133350" y="95250"/>
                </a:cubicBezTo>
                <a:lnTo>
                  <a:pt x="133350" y="76200"/>
                </a:lnTo>
                <a:cubicBezTo>
                  <a:pt x="133350" y="70939"/>
                  <a:pt x="129086" y="66675"/>
                  <a:pt x="123825" y="66675"/>
                </a:cubicBezTo>
                <a:close/>
                <a:moveTo>
                  <a:pt x="47625" y="57149"/>
                </a:moveTo>
                <a:cubicBezTo>
                  <a:pt x="52605" y="57149"/>
                  <a:pt x="57400" y="57410"/>
                  <a:pt x="61913" y="57892"/>
                </a:cubicBezTo>
                <a:cubicBezTo>
                  <a:pt x="71392" y="58905"/>
                  <a:pt x="72033" y="60716"/>
                  <a:pt x="69927" y="66675"/>
                </a:cubicBezTo>
                <a:cubicBezTo>
                  <a:pt x="67821" y="72634"/>
                  <a:pt x="66675" y="79045"/>
                  <a:pt x="66675" y="85725"/>
                </a:cubicBezTo>
                <a:cubicBezTo>
                  <a:pt x="66675" y="96135"/>
                  <a:pt x="69458" y="105894"/>
                  <a:pt x="74321" y="114300"/>
                </a:cubicBezTo>
                <a:cubicBezTo>
                  <a:pt x="76200" y="117549"/>
                  <a:pt x="76024" y="121410"/>
                  <a:pt x="66675" y="122636"/>
                </a:cubicBezTo>
                <a:cubicBezTo>
                  <a:pt x="60841" y="123401"/>
                  <a:pt x="54398" y="123825"/>
                  <a:pt x="47625" y="123825"/>
                </a:cubicBezTo>
                <a:cubicBezTo>
                  <a:pt x="21322" y="123825"/>
                  <a:pt x="0" y="117428"/>
                  <a:pt x="0" y="109537"/>
                </a:cubicBezTo>
                <a:lnTo>
                  <a:pt x="0" y="95171"/>
                </a:lnTo>
                <a:cubicBezTo>
                  <a:pt x="0" y="85725"/>
                  <a:pt x="268" y="86317"/>
                  <a:pt x="9525" y="89589"/>
                </a:cubicBezTo>
                <a:cubicBezTo>
                  <a:pt x="18474" y="92752"/>
                  <a:pt x="30059" y="94757"/>
                  <a:pt x="42706" y="95171"/>
                </a:cubicBezTo>
                <a:cubicBezTo>
                  <a:pt x="45335" y="95257"/>
                  <a:pt x="47536" y="93195"/>
                  <a:pt x="47622" y="90567"/>
                </a:cubicBezTo>
                <a:cubicBezTo>
                  <a:pt x="47709" y="87938"/>
                  <a:pt x="45647" y="85737"/>
                  <a:pt x="43019" y="85651"/>
                </a:cubicBezTo>
                <a:cubicBezTo>
                  <a:pt x="30048" y="85226"/>
                  <a:pt x="18714" y="83031"/>
                  <a:pt x="10790" y="79895"/>
                </a:cubicBezTo>
                <a:cubicBezTo>
                  <a:pt x="6812" y="78320"/>
                  <a:pt x="3938" y="76604"/>
                  <a:pt x="2139" y="74958"/>
                </a:cubicBezTo>
                <a:cubicBezTo>
                  <a:pt x="341" y="73314"/>
                  <a:pt x="0" y="72121"/>
                  <a:pt x="0" y="71438"/>
                </a:cubicBezTo>
                <a:lnTo>
                  <a:pt x="0" y="71419"/>
                </a:lnTo>
                <a:cubicBezTo>
                  <a:pt x="6" y="70696"/>
                  <a:pt x="403" y="69401"/>
                  <a:pt x="2459" y="67633"/>
                </a:cubicBezTo>
                <a:cubicBezTo>
                  <a:pt x="4516" y="65864"/>
                  <a:pt x="7772" y="64056"/>
                  <a:pt x="12209" y="62442"/>
                </a:cubicBezTo>
                <a:cubicBezTo>
                  <a:pt x="21044" y="59229"/>
                  <a:pt x="33565" y="57149"/>
                  <a:pt x="47625" y="57149"/>
                </a:cubicBezTo>
                <a:close/>
                <a:moveTo>
                  <a:pt x="123825" y="38100"/>
                </a:moveTo>
                <a:cubicBezTo>
                  <a:pt x="150127" y="38100"/>
                  <a:pt x="171450" y="59423"/>
                  <a:pt x="171450" y="85725"/>
                </a:cubicBezTo>
                <a:cubicBezTo>
                  <a:pt x="171450" y="112027"/>
                  <a:pt x="150127" y="133350"/>
                  <a:pt x="123825" y="133350"/>
                </a:cubicBezTo>
                <a:cubicBezTo>
                  <a:pt x="109547" y="133350"/>
                  <a:pt x="96737" y="127067"/>
                  <a:pt x="88008" y="117115"/>
                </a:cubicBezTo>
                <a:cubicBezTo>
                  <a:pt x="80657" y="108734"/>
                  <a:pt x="76200" y="97749"/>
                  <a:pt x="76200" y="85725"/>
                </a:cubicBezTo>
                <a:cubicBezTo>
                  <a:pt x="76200" y="59423"/>
                  <a:pt x="97523" y="38100"/>
                  <a:pt x="123825" y="38100"/>
                </a:cubicBezTo>
                <a:close/>
                <a:moveTo>
                  <a:pt x="76199" y="0"/>
                </a:moveTo>
                <a:cubicBezTo>
                  <a:pt x="102502" y="0"/>
                  <a:pt x="123824" y="6397"/>
                  <a:pt x="123824" y="14288"/>
                </a:cubicBezTo>
                <a:lnTo>
                  <a:pt x="123824" y="19050"/>
                </a:lnTo>
                <a:cubicBezTo>
                  <a:pt x="123824" y="28575"/>
                  <a:pt x="123577" y="27809"/>
                  <a:pt x="114299" y="29365"/>
                </a:cubicBezTo>
                <a:cubicBezTo>
                  <a:pt x="103426" y="31189"/>
                  <a:pt x="93594" y="36084"/>
                  <a:pt x="85724" y="43127"/>
                </a:cubicBezTo>
                <a:cubicBezTo>
                  <a:pt x="76215" y="51638"/>
                  <a:pt x="79552" y="50635"/>
                  <a:pt x="66674" y="48877"/>
                </a:cubicBezTo>
                <a:cubicBezTo>
                  <a:pt x="60718" y="48064"/>
                  <a:pt x="54299" y="47624"/>
                  <a:pt x="47624" y="47624"/>
                </a:cubicBezTo>
                <a:cubicBezTo>
                  <a:pt x="44384" y="47624"/>
                  <a:pt x="41201" y="47728"/>
                  <a:pt x="38099" y="47928"/>
                </a:cubicBezTo>
                <a:cubicBezTo>
                  <a:pt x="28574" y="48543"/>
                  <a:pt x="28574" y="47625"/>
                  <a:pt x="28574" y="38489"/>
                </a:cubicBezTo>
                <a:cubicBezTo>
                  <a:pt x="28574" y="28871"/>
                  <a:pt x="27123" y="28219"/>
                  <a:pt x="35859" y="31677"/>
                </a:cubicBezTo>
                <a:cubicBezTo>
                  <a:pt x="45072" y="35324"/>
                  <a:pt x="57550" y="37647"/>
                  <a:pt x="71281" y="38096"/>
                </a:cubicBezTo>
                <a:cubicBezTo>
                  <a:pt x="73909" y="38183"/>
                  <a:pt x="76111" y="36121"/>
                  <a:pt x="76196" y="33493"/>
                </a:cubicBezTo>
                <a:cubicBezTo>
                  <a:pt x="76283" y="30864"/>
                  <a:pt x="74222" y="28663"/>
                  <a:pt x="71593" y="28577"/>
                </a:cubicBezTo>
                <a:cubicBezTo>
                  <a:pt x="58622" y="28152"/>
                  <a:pt x="47288" y="25957"/>
                  <a:pt x="39364" y="22821"/>
                </a:cubicBezTo>
                <a:cubicBezTo>
                  <a:pt x="35386" y="21246"/>
                  <a:pt x="32512" y="19530"/>
                  <a:pt x="30713" y="17884"/>
                </a:cubicBezTo>
                <a:cubicBezTo>
                  <a:pt x="28915" y="16239"/>
                  <a:pt x="28574" y="15047"/>
                  <a:pt x="28574" y="14364"/>
                </a:cubicBezTo>
                <a:lnTo>
                  <a:pt x="28574" y="14288"/>
                </a:lnTo>
                <a:cubicBezTo>
                  <a:pt x="28574" y="6397"/>
                  <a:pt x="49897" y="0"/>
                  <a:pt x="76199" y="0"/>
                </a:cubicBezTo>
                <a:close/>
              </a:path>
            </a:pathLst>
          </a:custGeom>
          <a:solidFill>
            <a:srgbClr val="000000"/>
          </a:solidFill>
          <a:ln w="9525" cap="flat">
            <a:noFill/>
            <a:prstDash val="solid"/>
            <a:miter/>
          </a:ln>
        </p:spPr>
        <p:txBody>
          <a:bodyPr rtlCol="0" anchor="ctr"/>
          <a:lstStyle/>
          <a:p>
            <a:endParaRPr lang="ru-RU"/>
          </a:p>
        </p:txBody>
      </p:sp>
      <p:sp>
        <p:nvSpPr>
          <p:cNvPr id="1491" name="Рисунок 964">
            <a:extLst>
              <a:ext uri="{FF2B5EF4-FFF2-40B4-BE49-F238E27FC236}">
                <a16:creationId xmlns:a16="http://schemas.microsoft.com/office/drawing/2014/main" id="{D20A012E-4636-F719-E80D-4EBA7CC3C310}"/>
              </a:ext>
            </a:extLst>
          </p:cNvPr>
          <p:cNvSpPr/>
          <p:nvPr/>
        </p:nvSpPr>
        <p:spPr>
          <a:xfrm>
            <a:off x="9925337" y="5767689"/>
            <a:ext cx="152400" cy="171450"/>
          </a:xfrm>
          <a:custGeom>
            <a:avLst/>
            <a:gdLst>
              <a:gd name="connsiteX0" fmla="*/ 76200 w 152400"/>
              <a:gd name="connsiteY0" fmla="*/ 0 h 171450"/>
              <a:gd name="connsiteX1" fmla="*/ 0 w 152400"/>
              <a:gd name="connsiteY1" fmla="*/ 76200 h 171450"/>
              <a:gd name="connsiteX2" fmla="*/ 76200 w 152400"/>
              <a:gd name="connsiteY2" fmla="*/ 171450 h 171450"/>
              <a:gd name="connsiteX3" fmla="*/ 152400 w 152400"/>
              <a:gd name="connsiteY3" fmla="*/ 76200 h 171450"/>
              <a:gd name="connsiteX4" fmla="*/ 76200 w 152400"/>
              <a:gd name="connsiteY4" fmla="*/ 0 h 171450"/>
              <a:gd name="connsiteX5" fmla="*/ 76200 w 152400"/>
              <a:gd name="connsiteY5" fmla="*/ 104775 h 171450"/>
              <a:gd name="connsiteX6" fmla="*/ 47625 w 152400"/>
              <a:gd name="connsiteY6" fmla="*/ 76200 h 171450"/>
              <a:gd name="connsiteX7" fmla="*/ 76200 w 152400"/>
              <a:gd name="connsiteY7" fmla="*/ 47625 h 171450"/>
              <a:gd name="connsiteX8" fmla="*/ 104775 w 152400"/>
              <a:gd name="connsiteY8" fmla="*/ 76200 h 171450"/>
              <a:gd name="connsiteX9" fmla="*/ 76200 w 152400"/>
              <a:gd name="connsiteY9" fmla="*/ 1047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400" h="171450">
                <a:moveTo>
                  <a:pt x="76200" y="0"/>
                </a:moveTo>
                <a:cubicBezTo>
                  <a:pt x="33338" y="0"/>
                  <a:pt x="0" y="28575"/>
                  <a:pt x="0" y="76200"/>
                </a:cubicBezTo>
                <a:cubicBezTo>
                  <a:pt x="0" y="133350"/>
                  <a:pt x="61913" y="171450"/>
                  <a:pt x="76200" y="171450"/>
                </a:cubicBezTo>
                <a:cubicBezTo>
                  <a:pt x="90488" y="171450"/>
                  <a:pt x="152400" y="133350"/>
                  <a:pt x="152400" y="76200"/>
                </a:cubicBezTo>
                <a:cubicBezTo>
                  <a:pt x="152400" y="28575"/>
                  <a:pt x="119063" y="0"/>
                  <a:pt x="76200" y="0"/>
                </a:cubicBezTo>
                <a:close/>
                <a:moveTo>
                  <a:pt x="76200" y="104775"/>
                </a:moveTo>
                <a:cubicBezTo>
                  <a:pt x="60418" y="104775"/>
                  <a:pt x="47625" y="91982"/>
                  <a:pt x="47625" y="76200"/>
                </a:cubicBezTo>
                <a:cubicBezTo>
                  <a:pt x="47625" y="60419"/>
                  <a:pt x="60418" y="47625"/>
                  <a:pt x="76200" y="47625"/>
                </a:cubicBezTo>
                <a:cubicBezTo>
                  <a:pt x="91982" y="47625"/>
                  <a:pt x="104775" y="60419"/>
                  <a:pt x="104775" y="76200"/>
                </a:cubicBezTo>
                <a:cubicBezTo>
                  <a:pt x="104775" y="91982"/>
                  <a:pt x="91982" y="104775"/>
                  <a:pt x="76200" y="104775"/>
                </a:cubicBezTo>
                <a:close/>
              </a:path>
            </a:pathLst>
          </a:custGeom>
          <a:solidFill>
            <a:srgbClr val="000000"/>
          </a:solidFill>
          <a:ln w="9525" cap="flat">
            <a:noFill/>
            <a:prstDash val="solid"/>
            <a:miter/>
          </a:ln>
        </p:spPr>
        <p:txBody>
          <a:bodyPr rtlCol="0" anchor="ctr"/>
          <a:lstStyle/>
          <a:p>
            <a:endParaRPr lang="ru-RU"/>
          </a:p>
        </p:txBody>
      </p:sp>
      <p:sp>
        <p:nvSpPr>
          <p:cNvPr id="1590" name="Полилиния: фигура 1589">
            <a:extLst>
              <a:ext uri="{FF2B5EF4-FFF2-40B4-BE49-F238E27FC236}">
                <a16:creationId xmlns:a16="http://schemas.microsoft.com/office/drawing/2014/main" id="{69079828-FDED-CB58-2277-070D37C3A356}"/>
              </a:ext>
            </a:extLst>
          </p:cNvPr>
          <p:cNvSpPr/>
          <p:nvPr/>
        </p:nvSpPr>
        <p:spPr>
          <a:xfrm>
            <a:off x="10332445" y="875379"/>
            <a:ext cx="171450" cy="161944"/>
          </a:xfrm>
          <a:custGeom>
            <a:avLst/>
            <a:gdLst>
              <a:gd name="connsiteX0" fmla="*/ 76200 w 171450"/>
              <a:gd name="connsiteY0" fmla="*/ 104786 h 161944"/>
              <a:gd name="connsiteX1" fmla="*/ 66675 w 171450"/>
              <a:gd name="connsiteY1" fmla="*/ 114311 h 161944"/>
              <a:gd name="connsiteX2" fmla="*/ 76200 w 171450"/>
              <a:gd name="connsiteY2" fmla="*/ 123836 h 161944"/>
              <a:gd name="connsiteX3" fmla="*/ 95250 w 171450"/>
              <a:gd name="connsiteY3" fmla="*/ 123836 h 161944"/>
              <a:gd name="connsiteX4" fmla="*/ 104775 w 171450"/>
              <a:gd name="connsiteY4" fmla="*/ 114311 h 161944"/>
              <a:gd name="connsiteX5" fmla="*/ 95250 w 171450"/>
              <a:gd name="connsiteY5" fmla="*/ 104786 h 161944"/>
              <a:gd name="connsiteX6" fmla="*/ 76200 w 171450"/>
              <a:gd name="connsiteY6" fmla="*/ 66686 h 161944"/>
              <a:gd name="connsiteX7" fmla="*/ 66675 w 171450"/>
              <a:gd name="connsiteY7" fmla="*/ 76211 h 161944"/>
              <a:gd name="connsiteX8" fmla="*/ 76200 w 171450"/>
              <a:gd name="connsiteY8" fmla="*/ 85736 h 161944"/>
              <a:gd name="connsiteX9" fmla="*/ 95250 w 171450"/>
              <a:gd name="connsiteY9" fmla="*/ 85736 h 161944"/>
              <a:gd name="connsiteX10" fmla="*/ 104775 w 171450"/>
              <a:gd name="connsiteY10" fmla="*/ 76211 h 161944"/>
              <a:gd name="connsiteX11" fmla="*/ 95250 w 171450"/>
              <a:gd name="connsiteY11" fmla="*/ 66686 h 161944"/>
              <a:gd name="connsiteX12" fmla="*/ 66675 w 171450"/>
              <a:gd name="connsiteY12" fmla="*/ 47636 h 161944"/>
              <a:gd name="connsiteX13" fmla="*/ 104775 w 171450"/>
              <a:gd name="connsiteY13" fmla="*/ 47636 h 161944"/>
              <a:gd name="connsiteX14" fmla="*/ 123825 w 171450"/>
              <a:gd name="connsiteY14" fmla="*/ 66686 h 161944"/>
              <a:gd name="connsiteX15" fmla="*/ 123826 w 171450"/>
              <a:gd name="connsiteY15" fmla="*/ 144518 h 161944"/>
              <a:gd name="connsiteX16" fmla="*/ 121657 w 171450"/>
              <a:gd name="connsiteY16" fmla="*/ 159930 h 161944"/>
              <a:gd name="connsiteX17" fmla="*/ 107453 w 171450"/>
              <a:gd name="connsiteY17" fmla="*/ 161941 h 161944"/>
              <a:gd name="connsiteX18" fmla="*/ 104775 w 171450"/>
              <a:gd name="connsiteY18" fmla="*/ 161936 h 161944"/>
              <a:gd name="connsiteX19" fmla="*/ 19050 w 171450"/>
              <a:gd name="connsiteY19" fmla="*/ 161936 h 161944"/>
              <a:gd name="connsiteX20" fmla="*/ 0 w 171450"/>
              <a:gd name="connsiteY20" fmla="*/ 142886 h 161944"/>
              <a:gd name="connsiteX21" fmla="*/ 0 w 171450"/>
              <a:gd name="connsiteY21" fmla="*/ 104786 h 161944"/>
              <a:gd name="connsiteX22" fmla="*/ 2369 w 171450"/>
              <a:gd name="connsiteY22" fmla="*/ 88169 h 161944"/>
              <a:gd name="connsiteX23" fmla="*/ 18780 w 171450"/>
              <a:gd name="connsiteY23" fmla="*/ 85744 h 161944"/>
              <a:gd name="connsiteX24" fmla="*/ 19050 w 171450"/>
              <a:gd name="connsiteY24" fmla="*/ 85743 h 161944"/>
              <a:gd name="connsiteX25" fmla="*/ 38100 w 171450"/>
              <a:gd name="connsiteY25" fmla="*/ 104786 h 161944"/>
              <a:gd name="connsiteX26" fmla="*/ 38100 w 171450"/>
              <a:gd name="connsiteY26" fmla="*/ 119074 h 161944"/>
              <a:gd name="connsiteX27" fmla="*/ 42863 w 171450"/>
              <a:gd name="connsiteY27" fmla="*/ 123836 h 161944"/>
              <a:gd name="connsiteX28" fmla="*/ 47625 w 171450"/>
              <a:gd name="connsiteY28" fmla="*/ 119074 h 161944"/>
              <a:gd name="connsiteX29" fmla="*/ 47625 w 171450"/>
              <a:gd name="connsiteY29" fmla="*/ 66686 h 161944"/>
              <a:gd name="connsiteX30" fmla="*/ 66675 w 171450"/>
              <a:gd name="connsiteY30" fmla="*/ 47636 h 161944"/>
              <a:gd name="connsiteX31" fmla="*/ 109529 w 171450"/>
              <a:gd name="connsiteY31" fmla="*/ 11 h 161944"/>
              <a:gd name="connsiteX32" fmla="*/ 146447 w 171450"/>
              <a:gd name="connsiteY32" fmla="*/ 23824 h 161944"/>
              <a:gd name="connsiteX33" fmla="*/ 148433 w 171450"/>
              <a:gd name="connsiteY33" fmla="*/ 25410 h 161944"/>
              <a:gd name="connsiteX34" fmla="*/ 171450 w 171450"/>
              <a:gd name="connsiteY34" fmla="*/ 66686 h 161944"/>
              <a:gd name="connsiteX35" fmla="*/ 171450 w 171450"/>
              <a:gd name="connsiteY35" fmla="*/ 142886 h 161944"/>
              <a:gd name="connsiteX36" fmla="*/ 169069 w 171450"/>
              <a:gd name="connsiteY36" fmla="*/ 159598 h 161944"/>
              <a:gd name="connsiteX37" fmla="*/ 152740 w 171450"/>
              <a:gd name="connsiteY37" fmla="*/ 161936 h 161944"/>
              <a:gd name="connsiteX38" fmla="*/ 152399 w 171450"/>
              <a:gd name="connsiteY38" fmla="*/ 161936 h 161944"/>
              <a:gd name="connsiteX39" fmla="*/ 133350 w 171450"/>
              <a:gd name="connsiteY39" fmla="*/ 142886 h 161944"/>
              <a:gd name="connsiteX40" fmla="*/ 133350 w 171450"/>
              <a:gd name="connsiteY40" fmla="*/ 66204 h 161944"/>
              <a:gd name="connsiteX41" fmla="*/ 132995 w 171450"/>
              <a:gd name="connsiteY41" fmla="*/ 54621 h 161944"/>
              <a:gd name="connsiteX42" fmla="*/ 128179 w 171450"/>
              <a:gd name="connsiteY42" fmla="*/ 43282 h 161944"/>
              <a:gd name="connsiteX43" fmla="*/ 116840 w 171450"/>
              <a:gd name="connsiteY43" fmla="*/ 38467 h 161944"/>
              <a:gd name="connsiteX44" fmla="*/ 105256 w 171450"/>
              <a:gd name="connsiteY44" fmla="*/ 38111 h 161944"/>
              <a:gd name="connsiteX45" fmla="*/ 104777 w 171450"/>
              <a:gd name="connsiteY45" fmla="*/ 38111 h 161944"/>
              <a:gd name="connsiteX46" fmla="*/ 109529 w 171450"/>
              <a:gd name="connsiteY46" fmla="*/ 11 h 161944"/>
              <a:gd name="connsiteX47" fmla="*/ 36128 w 171450"/>
              <a:gd name="connsiteY47" fmla="*/ 5 h 161944"/>
              <a:gd name="connsiteX48" fmla="*/ 38101 w 171450"/>
              <a:gd name="connsiteY48" fmla="*/ 12 h 161944"/>
              <a:gd name="connsiteX49" fmla="*/ 40073 w 171450"/>
              <a:gd name="connsiteY49" fmla="*/ 5 h 161944"/>
              <a:gd name="connsiteX50" fmla="*/ 46719 w 171450"/>
              <a:gd name="connsiteY50" fmla="*/ 918 h 161944"/>
              <a:gd name="connsiteX51" fmla="*/ 47633 w 171450"/>
              <a:gd name="connsiteY51" fmla="*/ 7564 h 161944"/>
              <a:gd name="connsiteX52" fmla="*/ 47626 w 171450"/>
              <a:gd name="connsiteY52" fmla="*/ 9537 h 161944"/>
              <a:gd name="connsiteX53" fmla="*/ 48813 w 171450"/>
              <a:gd name="connsiteY53" fmla="*/ 18152 h 161944"/>
              <a:gd name="connsiteX54" fmla="*/ 55322 w 171450"/>
              <a:gd name="connsiteY54" fmla="*/ 19068 h 161944"/>
              <a:gd name="connsiteX55" fmla="*/ 57151 w 171450"/>
              <a:gd name="connsiteY55" fmla="*/ 19062 h 161944"/>
              <a:gd name="connsiteX56" fmla="*/ 66586 w 171450"/>
              <a:gd name="connsiteY56" fmla="*/ 28587 h 161944"/>
              <a:gd name="connsiteX57" fmla="*/ 57152 w 171450"/>
              <a:gd name="connsiteY57" fmla="*/ 38112 h 161944"/>
              <a:gd name="connsiteX58" fmla="*/ 43272 w 171450"/>
              <a:gd name="connsiteY58" fmla="*/ 43283 h 161944"/>
              <a:gd name="connsiteX59" fmla="*/ 38457 w 171450"/>
              <a:gd name="connsiteY59" fmla="*/ 54622 h 161944"/>
              <a:gd name="connsiteX60" fmla="*/ 38097 w 171450"/>
              <a:gd name="connsiteY60" fmla="*/ 64983 h 161944"/>
              <a:gd name="connsiteX61" fmla="*/ 38101 w 171450"/>
              <a:gd name="connsiteY61" fmla="*/ 66687 h 161944"/>
              <a:gd name="connsiteX62" fmla="*/ 23814 w 171450"/>
              <a:gd name="connsiteY62" fmla="*/ 76211 h 161944"/>
              <a:gd name="connsiteX63" fmla="*/ 9526 w 171450"/>
              <a:gd name="connsiteY63" fmla="*/ 57162 h 161944"/>
              <a:gd name="connsiteX64" fmla="*/ 9526 w 171450"/>
              <a:gd name="connsiteY64" fmla="*/ 38112 h 161944"/>
              <a:gd name="connsiteX65" fmla="*/ 19051 w 171450"/>
              <a:gd name="connsiteY65" fmla="*/ 19062 h 161944"/>
              <a:gd name="connsiteX66" fmla="*/ 20880 w 171450"/>
              <a:gd name="connsiteY66" fmla="*/ 19068 h 161944"/>
              <a:gd name="connsiteX67" fmla="*/ 28576 w 171450"/>
              <a:gd name="connsiteY67" fmla="*/ 9537 h 161944"/>
              <a:gd name="connsiteX68" fmla="*/ 28569 w 171450"/>
              <a:gd name="connsiteY68" fmla="*/ 7564 h 161944"/>
              <a:gd name="connsiteX69" fmla="*/ 29483 w 171450"/>
              <a:gd name="connsiteY69" fmla="*/ 918 h 161944"/>
              <a:gd name="connsiteX70" fmla="*/ 36128 w 171450"/>
              <a:gd name="connsiteY70" fmla="*/ 5 h 16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1450" h="161944">
                <a:moveTo>
                  <a:pt x="76200" y="104786"/>
                </a:moveTo>
                <a:cubicBezTo>
                  <a:pt x="70939" y="104786"/>
                  <a:pt x="66675" y="109051"/>
                  <a:pt x="66675" y="114311"/>
                </a:cubicBezTo>
                <a:cubicBezTo>
                  <a:pt x="66675" y="119572"/>
                  <a:pt x="70939" y="123836"/>
                  <a:pt x="76200" y="123836"/>
                </a:cubicBezTo>
                <a:lnTo>
                  <a:pt x="95250" y="123836"/>
                </a:lnTo>
                <a:cubicBezTo>
                  <a:pt x="100511" y="123836"/>
                  <a:pt x="104775" y="119572"/>
                  <a:pt x="104775" y="114311"/>
                </a:cubicBezTo>
                <a:cubicBezTo>
                  <a:pt x="104775" y="109051"/>
                  <a:pt x="100511" y="104786"/>
                  <a:pt x="95250" y="104786"/>
                </a:cubicBezTo>
                <a:close/>
                <a:moveTo>
                  <a:pt x="76200" y="66686"/>
                </a:moveTo>
                <a:cubicBezTo>
                  <a:pt x="70939" y="66686"/>
                  <a:pt x="66675" y="70951"/>
                  <a:pt x="66675" y="76211"/>
                </a:cubicBezTo>
                <a:cubicBezTo>
                  <a:pt x="66675" y="81472"/>
                  <a:pt x="70939" y="85736"/>
                  <a:pt x="76200" y="85736"/>
                </a:cubicBezTo>
                <a:lnTo>
                  <a:pt x="95250" y="85736"/>
                </a:lnTo>
                <a:cubicBezTo>
                  <a:pt x="100511" y="85736"/>
                  <a:pt x="104775" y="81472"/>
                  <a:pt x="104775" y="76211"/>
                </a:cubicBezTo>
                <a:cubicBezTo>
                  <a:pt x="104775" y="70951"/>
                  <a:pt x="100511" y="66686"/>
                  <a:pt x="95250" y="66686"/>
                </a:cubicBezTo>
                <a:close/>
                <a:moveTo>
                  <a:pt x="66675" y="47636"/>
                </a:moveTo>
                <a:lnTo>
                  <a:pt x="104775" y="47636"/>
                </a:lnTo>
                <a:cubicBezTo>
                  <a:pt x="123825" y="47636"/>
                  <a:pt x="123825" y="47636"/>
                  <a:pt x="123825" y="66686"/>
                </a:cubicBezTo>
                <a:lnTo>
                  <a:pt x="123826" y="144518"/>
                </a:lnTo>
                <a:cubicBezTo>
                  <a:pt x="123833" y="153435"/>
                  <a:pt x="123836" y="157799"/>
                  <a:pt x="121657" y="159930"/>
                </a:cubicBezTo>
                <a:cubicBezTo>
                  <a:pt x="119567" y="161971"/>
                  <a:pt x="115473" y="161961"/>
                  <a:pt x="107453" y="161941"/>
                </a:cubicBezTo>
                <a:cubicBezTo>
                  <a:pt x="106606" y="161938"/>
                  <a:pt x="105713" y="161936"/>
                  <a:pt x="104775" y="161936"/>
                </a:cubicBezTo>
                <a:lnTo>
                  <a:pt x="19050" y="161936"/>
                </a:lnTo>
                <a:cubicBezTo>
                  <a:pt x="0" y="161936"/>
                  <a:pt x="0" y="161936"/>
                  <a:pt x="0" y="142886"/>
                </a:cubicBezTo>
                <a:lnTo>
                  <a:pt x="0" y="104786"/>
                </a:lnTo>
                <a:cubicBezTo>
                  <a:pt x="0" y="95280"/>
                  <a:pt x="0" y="90543"/>
                  <a:pt x="2369" y="88169"/>
                </a:cubicBezTo>
                <a:cubicBezTo>
                  <a:pt x="4724" y="85810"/>
                  <a:pt x="9419" y="85789"/>
                  <a:pt x="18780" y="85744"/>
                </a:cubicBezTo>
                <a:lnTo>
                  <a:pt x="19050" y="85743"/>
                </a:lnTo>
                <a:cubicBezTo>
                  <a:pt x="38100" y="85651"/>
                  <a:pt x="38100" y="85743"/>
                  <a:pt x="38100" y="104786"/>
                </a:cubicBezTo>
                <a:lnTo>
                  <a:pt x="38100" y="119074"/>
                </a:lnTo>
                <a:cubicBezTo>
                  <a:pt x="38100" y="121704"/>
                  <a:pt x="40232" y="123836"/>
                  <a:pt x="42863" y="123836"/>
                </a:cubicBezTo>
                <a:cubicBezTo>
                  <a:pt x="45493" y="123836"/>
                  <a:pt x="47625" y="121704"/>
                  <a:pt x="47625" y="119074"/>
                </a:cubicBezTo>
                <a:lnTo>
                  <a:pt x="47625" y="66686"/>
                </a:lnTo>
                <a:cubicBezTo>
                  <a:pt x="47625" y="47636"/>
                  <a:pt x="47625" y="47636"/>
                  <a:pt x="66675" y="47636"/>
                </a:cubicBezTo>
                <a:close/>
                <a:moveTo>
                  <a:pt x="109529" y="11"/>
                </a:moveTo>
                <a:cubicBezTo>
                  <a:pt x="114292" y="-16"/>
                  <a:pt x="128588" y="9536"/>
                  <a:pt x="146447" y="23824"/>
                </a:cubicBezTo>
                <a:lnTo>
                  <a:pt x="148433" y="25410"/>
                </a:lnTo>
                <a:cubicBezTo>
                  <a:pt x="164838" y="38500"/>
                  <a:pt x="171450" y="43776"/>
                  <a:pt x="171450" y="66686"/>
                </a:cubicBezTo>
                <a:lnTo>
                  <a:pt x="171450" y="142886"/>
                </a:lnTo>
                <a:cubicBezTo>
                  <a:pt x="171450" y="152468"/>
                  <a:pt x="171450" y="157231"/>
                  <a:pt x="169069" y="159598"/>
                </a:cubicBezTo>
                <a:cubicBezTo>
                  <a:pt x="166716" y="161936"/>
                  <a:pt x="162038" y="161936"/>
                  <a:pt x="152740" y="161936"/>
                </a:cubicBezTo>
                <a:lnTo>
                  <a:pt x="152399" y="161936"/>
                </a:lnTo>
                <a:cubicBezTo>
                  <a:pt x="133350" y="161936"/>
                  <a:pt x="133350" y="161936"/>
                  <a:pt x="133350" y="142886"/>
                </a:cubicBezTo>
                <a:lnTo>
                  <a:pt x="133350" y="66204"/>
                </a:lnTo>
                <a:cubicBezTo>
                  <a:pt x="133351" y="61858"/>
                  <a:pt x="133351" y="57833"/>
                  <a:pt x="132995" y="54621"/>
                </a:cubicBezTo>
                <a:cubicBezTo>
                  <a:pt x="132632" y="51361"/>
                  <a:pt x="131730" y="46834"/>
                  <a:pt x="128179" y="43282"/>
                </a:cubicBezTo>
                <a:cubicBezTo>
                  <a:pt x="124628" y="39731"/>
                  <a:pt x="120101" y="38829"/>
                  <a:pt x="116840" y="38467"/>
                </a:cubicBezTo>
                <a:cubicBezTo>
                  <a:pt x="113629" y="38110"/>
                  <a:pt x="109602" y="38110"/>
                  <a:pt x="105256" y="38111"/>
                </a:cubicBezTo>
                <a:lnTo>
                  <a:pt x="104777" y="38111"/>
                </a:lnTo>
                <a:cubicBezTo>
                  <a:pt x="104800" y="38"/>
                  <a:pt x="105116" y="36"/>
                  <a:pt x="109529" y="11"/>
                </a:cubicBezTo>
                <a:close/>
                <a:moveTo>
                  <a:pt x="36128" y="5"/>
                </a:moveTo>
                <a:cubicBezTo>
                  <a:pt x="36735" y="8"/>
                  <a:pt x="37393" y="12"/>
                  <a:pt x="38101" y="12"/>
                </a:cubicBezTo>
                <a:cubicBezTo>
                  <a:pt x="38809" y="12"/>
                  <a:pt x="39466" y="8"/>
                  <a:pt x="40073" y="5"/>
                </a:cubicBezTo>
                <a:cubicBezTo>
                  <a:pt x="43873" y="-16"/>
                  <a:pt x="45774" y="-27"/>
                  <a:pt x="46719" y="918"/>
                </a:cubicBezTo>
                <a:cubicBezTo>
                  <a:pt x="47664" y="1863"/>
                  <a:pt x="47654" y="3763"/>
                  <a:pt x="47633" y="7564"/>
                </a:cubicBezTo>
                <a:cubicBezTo>
                  <a:pt x="47630" y="8171"/>
                  <a:pt x="47626" y="8828"/>
                  <a:pt x="47626" y="9537"/>
                </a:cubicBezTo>
                <a:cubicBezTo>
                  <a:pt x="47626" y="14672"/>
                  <a:pt x="47626" y="17054"/>
                  <a:pt x="48813" y="18152"/>
                </a:cubicBezTo>
                <a:cubicBezTo>
                  <a:pt x="49840" y="19100"/>
                  <a:pt x="51754" y="19089"/>
                  <a:pt x="55322" y="19068"/>
                </a:cubicBezTo>
                <a:cubicBezTo>
                  <a:pt x="55889" y="19065"/>
                  <a:pt x="56498" y="19062"/>
                  <a:pt x="57151" y="19062"/>
                </a:cubicBezTo>
                <a:cubicBezTo>
                  <a:pt x="66586" y="19062"/>
                  <a:pt x="66676" y="19062"/>
                  <a:pt x="66586" y="28587"/>
                </a:cubicBezTo>
                <a:cubicBezTo>
                  <a:pt x="66676" y="38111"/>
                  <a:pt x="66586" y="38112"/>
                  <a:pt x="57152" y="38112"/>
                </a:cubicBezTo>
                <a:cubicBezTo>
                  <a:pt x="52389" y="38112"/>
                  <a:pt x="46823" y="39732"/>
                  <a:pt x="43272" y="43283"/>
                </a:cubicBezTo>
                <a:cubicBezTo>
                  <a:pt x="39721" y="46834"/>
                  <a:pt x="38819" y="51362"/>
                  <a:pt x="38457" y="54622"/>
                </a:cubicBezTo>
                <a:cubicBezTo>
                  <a:pt x="38076" y="58055"/>
                  <a:pt x="38087" y="61527"/>
                  <a:pt x="38097" y="64983"/>
                </a:cubicBezTo>
                <a:cubicBezTo>
                  <a:pt x="38099" y="65551"/>
                  <a:pt x="38101" y="66120"/>
                  <a:pt x="38101" y="66687"/>
                </a:cubicBezTo>
                <a:cubicBezTo>
                  <a:pt x="38101" y="76211"/>
                  <a:pt x="38101" y="76211"/>
                  <a:pt x="23814" y="76211"/>
                </a:cubicBezTo>
                <a:cubicBezTo>
                  <a:pt x="9526" y="76211"/>
                  <a:pt x="9526" y="76211"/>
                  <a:pt x="9526" y="57162"/>
                </a:cubicBezTo>
                <a:lnTo>
                  <a:pt x="9526" y="38112"/>
                </a:lnTo>
                <a:cubicBezTo>
                  <a:pt x="9526" y="19513"/>
                  <a:pt x="9526" y="19062"/>
                  <a:pt x="19051" y="19062"/>
                </a:cubicBezTo>
                <a:cubicBezTo>
                  <a:pt x="19704" y="19062"/>
                  <a:pt x="20313" y="19065"/>
                  <a:pt x="20880" y="19068"/>
                </a:cubicBezTo>
                <a:cubicBezTo>
                  <a:pt x="28576" y="19113"/>
                  <a:pt x="28576" y="19113"/>
                  <a:pt x="28576" y="9537"/>
                </a:cubicBezTo>
                <a:cubicBezTo>
                  <a:pt x="28576" y="8828"/>
                  <a:pt x="28572" y="8171"/>
                  <a:pt x="28569" y="7564"/>
                </a:cubicBezTo>
                <a:cubicBezTo>
                  <a:pt x="28548" y="3763"/>
                  <a:pt x="28538" y="1863"/>
                  <a:pt x="29483" y="918"/>
                </a:cubicBezTo>
                <a:cubicBezTo>
                  <a:pt x="30428" y="-27"/>
                  <a:pt x="32328" y="-16"/>
                  <a:pt x="36128" y="5"/>
                </a:cubicBezTo>
                <a:close/>
              </a:path>
            </a:pathLst>
          </a:custGeom>
          <a:solidFill>
            <a:srgbClr val="000000"/>
          </a:solidFill>
          <a:ln w="9525" cap="flat">
            <a:noFill/>
            <a:prstDash val="solid"/>
            <a:miter/>
          </a:ln>
        </p:spPr>
        <p:txBody>
          <a:bodyPr rtlCol="0" anchor="ctr"/>
          <a:lstStyle/>
          <a:p>
            <a:endParaRPr lang="ru-RU"/>
          </a:p>
        </p:txBody>
      </p:sp>
      <p:sp>
        <p:nvSpPr>
          <p:cNvPr id="1594" name="Полилиния: фигура 1593">
            <a:extLst>
              <a:ext uri="{FF2B5EF4-FFF2-40B4-BE49-F238E27FC236}">
                <a16:creationId xmlns:a16="http://schemas.microsoft.com/office/drawing/2014/main" id="{0DDCEFFD-1985-A152-D7A3-FE12E6CC1E68}"/>
              </a:ext>
            </a:extLst>
          </p:cNvPr>
          <p:cNvSpPr/>
          <p:nvPr/>
        </p:nvSpPr>
        <p:spPr>
          <a:xfrm>
            <a:off x="10341971" y="1404558"/>
            <a:ext cx="152400" cy="180977"/>
          </a:xfrm>
          <a:custGeom>
            <a:avLst/>
            <a:gdLst>
              <a:gd name="connsiteX0" fmla="*/ 109538 w 152400"/>
              <a:gd name="connsiteY0" fmla="*/ 114300 h 180977"/>
              <a:gd name="connsiteX1" fmla="*/ 95250 w 152400"/>
              <a:gd name="connsiteY1" fmla="*/ 128588 h 180977"/>
              <a:gd name="connsiteX2" fmla="*/ 109538 w 152400"/>
              <a:gd name="connsiteY2" fmla="*/ 142875 h 180977"/>
              <a:gd name="connsiteX3" fmla="*/ 123825 w 152400"/>
              <a:gd name="connsiteY3" fmla="*/ 128588 h 180977"/>
              <a:gd name="connsiteX4" fmla="*/ 109538 w 152400"/>
              <a:gd name="connsiteY4" fmla="*/ 114300 h 180977"/>
              <a:gd name="connsiteX5" fmla="*/ 42862 w 152400"/>
              <a:gd name="connsiteY5" fmla="*/ 114300 h 180977"/>
              <a:gd name="connsiteX6" fmla="*/ 28575 w 152400"/>
              <a:gd name="connsiteY6" fmla="*/ 128588 h 180977"/>
              <a:gd name="connsiteX7" fmla="*/ 42862 w 152400"/>
              <a:gd name="connsiteY7" fmla="*/ 142875 h 180977"/>
              <a:gd name="connsiteX8" fmla="*/ 57150 w 152400"/>
              <a:gd name="connsiteY8" fmla="*/ 128588 h 180977"/>
              <a:gd name="connsiteX9" fmla="*/ 42862 w 152400"/>
              <a:gd name="connsiteY9" fmla="*/ 114300 h 180977"/>
              <a:gd name="connsiteX10" fmla="*/ 24074 w 152400"/>
              <a:gd name="connsiteY10" fmla="*/ 352 h 180977"/>
              <a:gd name="connsiteX11" fmla="*/ 29214 w 152400"/>
              <a:gd name="connsiteY11" fmla="*/ 8728 h 180977"/>
              <a:gd name="connsiteX12" fmla="*/ 29051 w 152400"/>
              <a:gd name="connsiteY12" fmla="*/ 9524 h 180977"/>
              <a:gd name="connsiteX13" fmla="*/ 28575 w 152400"/>
              <a:gd name="connsiteY13" fmla="*/ 14287 h 180977"/>
              <a:gd name="connsiteX14" fmla="*/ 47625 w 152400"/>
              <a:gd name="connsiteY14" fmla="*/ 37623 h 180977"/>
              <a:gd name="connsiteX15" fmla="*/ 49874 w 152400"/>
              <a:gd name="connsiteY15" fmla="*/ 47624 h 180977"/>
              <a:gd name="connsiteX16" fmla="*/ 28575 w 152400"/>
              <a:gd name="connsiteY16" fmla="*/ 57149 h 180977"/>
              <a:gd name="connsiteX17" fmla="*/ 0 w 152400"/>
              <a:gd name="connsiteY17" fmla="*/ 28574 h 180977"/>
              <a:gd name="connsiteX18" fmla="*/ 24074 w 152400"/>
              <a:gd name="connsiteY18" fmla="*/ 352 h 180977"/>
              <a:gd name="connsiteX19" fmla="*/ 76200 w 152400"/>
              <a:gd name="connsiteY19" fmla="*/ 0 h 180977"/>
              <a:gd name="connsiteX20" fmla="*/ 147638 w 152400"/>
              <a:gd name="connsiteY20" fmla="*/ 47625 h 180977"/>
              <a:gd name="connsiteX21" fmla="*/ 147890 w 152400"/>
              <a:gd name="connsiteY21" fmla="*/ 50227 h 180977"/>
              <a:gd name="connsiteX22" fmla="*/ 152400 w 152400"/>
              <a:gd name="connsiteY22" fmla="*/ 109538 h 180977"/>
              <a:gd name="connsiteX23" fmla="*/ 133369 w 152400"/>
              <a:gd name="connsiteY23" fmla="*/ 152285 h 180977"/>
              <a:gd name="connsiteX24" fmla="*/ 141620 w 152400"/>
              <a:gd name="connsiteY24" fmla="*/ 166725 h 180977"/>
              <a:gd name="connsiteX25" fmla="*/ 138075 w 152400"/>
              <a:gd name="connsiteY25" fmla="*/ 179721 h 180977"/>
              <a:gd name="connsiteX26" fmla="*/ 125080 w 152400"/>
              <a:gd name="connsiteY26" fmla="*/ 176176 h 180977"/>
              <a:gd name="connsiteX27" fmla="*/ 117415 w 152400"/>
              <a:gd name="connsiteY27" fmla="*/ 162762 h 180977"/>
              <a:gd name="connsiteX28" fmla="*/ 76200 w 152400"/>
              <a:gd name="connsiteY28" fmla="*/ 171450 h 180977"/>
              <a:gd name="connsiteX29" fmla="*/ 34985 w 152400"/>
              <a:gd name="connsiteY29" fmla="*/ 162762 h 180977"/>
              <a:gd name="connsiteX30" fmla="*/ 27320 w 152400"/>
              <a:gd name="connsiteY30" fmla="*/ 176176 h 180977"/>
              <a:gd name="connsiteX31" fmla="*/ 14324 w 152400"/>
              <a:gd name="connsiteY31" fmla="*/ 179721 h 180977"/>
              <a:gd name="connsiteX32" fmla="*/ 10780 w 152400"/>
              <a:gd name="connsiteY32" fmla="*/ 166725 h 180977"/>
              <a:gd name="connsiteX33" fmla="*/ 19031 w 152400"/>
              <a:gd name="connsiteY33" fmla="*/ 152285 h 180977"/>
              <a:gd name="connsiteX34" fmla="*/ 0 w 152400"/>
              <a:gd name="connsiteY34" fmla="*/ 109538 h 180977"/>
              <a:gd name="connsiteX35" fmla="*/ 1303 w 152400"/>
              <a:gd name="connsiteY35" fmla="*/ 85725 h 180977"/>
              <a:gd name="connsiteX36" fmla="*/ 10780 w 152400"/>
              <a:gd name="connsiteY36" fmla="*/ 75485 h 180977"/>
              <a:gd name="connsiteX37" fmla="*/ 11729 w 152400"/>
              <a:gd name="connsiteY37" fmla="*/ 75648 h 180977"/>
              <a:gd name="connsiteX38" fmla="*/ 19368 w 152400"/>
              <a:gd name="connsiteY38" fmla="*/ 84137 h 180977"/>
              <a:gd name="connsiteX39" fmla="*/ 27488 w 152400"/>
              <a:gd name="connsiteY39" fmla="*/ 95250 h 180977"/>
              <a:gd name="connsiteX40" fmla="*/ 124913 w 152400"/>
              <a:gd name="connsiteY40" fmla="*/ 95250 h 180977"/>
              <a:gd name="connsiteX41" fmla="*/ 133032 w 152400"/>
              <a:gd name="connsiteY41" fmla="*/ 84137 h 180977"/>
              <a:gd name="connsiteX42" fmla="*/ 129784 w 152400"/>
              <a:gd name="connsiteY42" fmla="*/ 61913 h 180977"/>
              <a:gd name="connsiteX43" fmla="*/ 76202 w 152400"/>
              <a:gd name="connsiteY43" fmla="*/ 28575 h 180977"/>
              <a:gd name="connsiteX44" fmla="*/ 65895 w 152400"/>
              <a:gd name="connsiteY44" fmla="*/ 19202 h 180977"/>
              <a:gd name="connsiteX45" fmla="*/ 64495 w 152400"/>
              <a:gd name="connsiteY45" fmla="*/ 14288 h 180977"/>
              <a:gd name="connsiteX46" fmla="*/ 63928 w 152400"/>
              <a:gd name="connsiteY46" fmla="*/ 12495 h 180977"/>
              <a:gd name="connsiteX47" fmla="*/ 66675 w 152400"/>
              <a:gd name="connsiteY47" fmla="*/ 181 h 180977"/>
              <a:gd name="connsiteX48" fmla="*/ 76200 w 152400"/>
              <a:gd name="connsiteY48" fmla="*/ 0 h 18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2400" h="180977">
                <a:moveTo>
                  <a:pt x="109538" y="114300"/>
                </a:moveTo>
                <a:cubicBezTo>
                  <a:pt x="100673" y="114300"/>
                  <a:pt x="95250" y="119723"/>
                  <a:pt x="95250" y="128588"/>
                </a:cubicBezTo>
                <a:cubicBezTo>
                  <a:pt x="95250" y="137452"/>
                  <a:pt x="100673" y="142875"/>
                  <a:pt x="109538" y="142875"/>
                </a:cubicBezTo>
                <a:cubicBezTo>
                  <a:pt x="118402" y="142875"/>
                  <a:pt x="123825" y="137452"/>
                  <a:pt x="123825" y="128588"/>
                </a:cubicBezTo>
                <a:cubicBezTo>
                  <a:pt x="123825" y="119723"/>
                  <a:pt x="118402" y="114300"/>
                  <a:pt x="109538" y="114300"/>
                </a:cubicBezTo>
                <a:close/>
                <a:moveTo>
                  <a:pt x="42862" y="114300"/>
                </a:moveTo>
                <a:cubicBezTo>
                  <a:pt x="33997" y="114300"/>
                  <a:pt x="28575" y="119723"/>
                  <a:pt x="28575" y="128588"/>
                </a:cubicBezTo>
                <a:cubicBezTo>
                  <a:pt x="28575" y="137452"/>
                  <a:pt x="33997" y="142875"/>
                  <a:pt x="42862" y="142875"/>
                </a:cubicBezTo>
                <a:cubicBezTo>
                  <a:pt x="51727" y="142875"/>
                  <a:pt x="57150" y="137452"/>
                  <a:pt x="57150" y="128588"/>
                </a:cubicBezTo>
                <a:cubicBezTo>
                  <a:pt x="57150" y="119723"/>
                  <a:pt x="51727" y="114300"/>
                  <a:pt x="42862" y="114300"/>
                </a:cubicBezTo>
                <a:close/>
                <a:moveTo>
                  <a:pt x="24074" y="352"/>
                </a:moveTo>
                <a:cubicBezTo>
                  <a:pt x="31151" y="-768"/>
                  <a:pt x="30757" y="1163"/>
                  <a:pt x="29214" y="8728"/>
                </a:cubicBezTo>
                <a:cubicBezTo>
                  <a:pt x="29161" y="8987"/>
                  <a:pt x="29107" y="9252"/>
                  <a:pt x="29051" y="9524"/>
                </a:cubicBezTo>
                <a:cubicBezTo>
                  <a:pt x="28739" y="11063"/>
                  <a:pt x="28575" y="12656"/>
                  <a:pt x="28575" y="14287"/>
                </a:cubicBezTo>
                <a:cubicBezTo>
                  <a:pt x="28575" y="25807"/>
                  <a:pt x="36756" y="35417"/>
                  <a:pt x="47625" y="37623"/>
                </a:cubicBezTo>
                <a:cubicBezTo>
                  <a:pt x="55807" y="39284"/>
                  <a:pt x="54663" y="42274"/>
                  <a:pt x="49874" y="47624"/>
                </a:cubicBezTo>
                <a:cubicBezTo>
                  <a:pt x="44642" y="53470"/>
                  <a:pt x="37038" y="57149"/>
                  <a:pt x="28575" y="57149"/>
                </a:cubicBezTo>
                <a:cubicBezTo>
                  <a:pt x="12794" y="57149"/>
                  <a:pt x="0" y="44356"/>
                  <a:pt x="0" y="28574"/>
                </a:cubicBezTo>
                <a:cubicBezTo>
                  <a:pt x="0" y="14324"/>
                  <a:pt x="10431" y="2511"/>
                  <a:pt x="24074" y="352"/>
                </a:cubicBezTo>
                <a:close/>
                <a:moveTo>
                  <a:pt x="76200" y="0"/>
                </a:moveTo>
                <a:cubicBezTo>
                  <a:pt x="123825" y="0"/>
                  <a:pt x="144217" y="12273"/>
                  <a:pt x="147638" y="47625"/>
                </a:cubicBezTo>
                <a:lnTo>
                  <a:pt x="147890" y="50227"/>
                </a:lnTo>
                <a:cubicBezTo>
                  <a:pt x="149211" y="63795"/>
                  <a:pt x="152400" y="96544"/>
                  <a:pt x="152400" y="109538"/>
                </a:cubicBezTo>
                <a:cubicBezTo>
                  <a:pt x="152400" y="127156"/>
                  <a:pt x="145272" y="141719"/>
                  <a:pt x="133369" y="152285"/>
                </a:cubicBezTo>
                <a:lnTo>
                  <a:pt x="141620" y="166725"/>
                </a:lnTo>
                <a:cubicBezTo>
                  <a:pt x="144230" y="171292"/>
                  <a:pt x="142644" y="177111"/>
                  <a:pt x="138075" y="179721"/>
                </a:cubicBezTo>
                <a:cubicBezTo>
                  <a:pt x="133508" y="182330"/>
                  <a:pt x="127690" y="180744"/>
                  <a:pt x="125080" y="176176"/>
                </a:cubicBezTo>
                <a:lnTo>
                  <a:pt x="117415" y="162762"/>
                </a:lnTo>
                <a:cubicBezTo>
                  <a:pt x="105617" y="168410"/>
                  <a:pt x="91517" y="171450"/>
                  <a:pt x="76200" y="171450"/>
                </a:cubicBezTo>
                <a:cubicBezTo>
                  <a:pt x="60883" y="171450"/>
                  <a:pt x="46783" y="168410"/>
                  <a:pt x="34985" y="162762"/>
                </a:cubicBezTo>
                <a:lnTo>
                  <a:pt x="27320" y="176176"/>
                </a:lnTo>
                <a:cubicBezTo>
                  <a:pt x="24710" y="180744"/>
                  <a:pt x="18892" y="182330"/>
                  <a:pt x="14324" y="179721"/>
                </a:cubicBezTo>
                <a:cubicBezTo>
                  <a:pt x="9757" y="177111"/>
                  <a:pt x="8170" y="171292"/>
                  <a:pt x="10780" y="166725"/>
                </a:cubicBezTo>
                <a:lnTo>
                  <a:pt x="19031" y="152285"/>
                </a:lnTo>
                <a:cubicBezTo>
                  <a:pt x="7129" y="141719"/>
                  <a:pt x="0" y="127156"/>
                  <a:pt x="0" y="109538"/>
                </a:cubicBezTo>
                <a:cubicBezTo>
                  <a:pt x="0" y="104105"/>
                  <a:pt x="557" y="95219"/>
                  <a:pt x="1303" y="85725"/>
                </a:cubicBezTo>
                <a:cubicBezTo>
                  <a:pt x="2156" y="74851"/>
                  <a:pt x="4038" y="74304"/>
                  <a:pt x="10780" y="75485"/>
                </a:cubicBezTo>
                <a:cubicBezTo>
                  <a:pt x="11102" y="75541"/>
                  <a:pt x="11419" y="75595"/>
                  <a:pt x="11729" y="75648"/>
                </a:cubicBezTo>
                <a:cubicBezTo>
                  <a:pt x="16885" y="76525"/>
                  <a:pt x="20393" y="77122"/>
                  <a:pt x="19368" y="84137"/>
                </a:cubicBezTo>
                <a:cubicBezTo>
                  <a:pt x="17745" y="95250"/>
                  <a:pt x="22616" y="95250"/>
                  <a:pt x="27488" y="95250"/>
                </a:cubicBezTo>
                <a:lnTo>
                  <a:pt x="124913" y="95250"/>
                </a:lnTo>
                <a:cubicBezTo>
                  <a:pt x="129784" y="95250"/>
                  <a:pt x="134655" y="95250"/>
                  <a:pt x="133032" y="84137"/>
                </a:cubicBezTo>
                <a:lnTo>
                  <a:pt x="129784" y="61913"/>
                </a:lnTo>
                <a:cubicBezTo>
                  <a:pt x="124913" y="28575"/>
                  <a:pt x="119063" y="28575"/>
                  <a:pt x="76202" y="28575"/>
                </a:cubicBezTo>
                <a:cubicBezTo>
                  <a:pt x="68404" y="28575"/>
                  <a:pt x="67648" y="25753"/>
                  <a:pt x="65895" y="19202"/>
                </a:cubicBezTo>
                <a:cubicBezTo>
                  <a:pt x="65506" y="17750"/>
                  <a:pt x="65069" y="16115"/>
                  <a:pt x="64495" y="14288"/>
                </a:cubicBezTo>
                <a:cubicBezTo>
                  <a:pt x="64299" y="13666"/>
                  <a:pt x="64110" y="13069"/>
                  <a:pt x="63928" y="12495"/>
                </a:cubicBezTo>
                <a:cubicBezTo>
                  <a:pt x="61159" y="3763"/>
                  <a:pt x="60107" y="444"/>
                  <a:pt x="66675" y="181"/>
                </a:cubicBezTo>
                <a:cubicBezTo>
                  <a:pt x="69721" y="59"/>
                  <a:pt x="72895" y="0"/>
                  <a:pt x="76200" y="0"/>
                </a:cubicBezTo>
                <a:close/>
              </a:path>
            </a:pathLst>
          </a:custGeom>
          <a:solidFill>
            <a:srgbClr val="000000"/>
          </a:solidFill>
          <a:ln w="9525" cap="flat">
            <a:noFill/>
            <a:prstDash val="solid"/>
            <a:miter/>
          </a:ln>
        </p:spPr>
        <p:txBody>
          <a:bodyPr rtlCol="0" anchor="ctr"/>
          <a:lstStyle/>
          <a:p>
            <a:endParaRPr lang="ru-RU"/>
          </a:p>
        </p:txBody>
      </p:sp>
      <p:sp>
        <p:nvSpPr>
          <p:cNvPr id="1612" name="Полилиния: фигура 1611">
            <a:extLst>
              <a:ext uri="{FF2B5EF4-FFF2-40B4-BE49-F238E27FC236}">
                <a16:creationId xmlns:a16="http://schemas.microsoft.com/office/drawing/2014/main" id="{CA376CAB-44C5-6000-4351-53B6315A8441}"/>
              </a:ext>
            </a:extLst>
          </p:cNvPr>
          <p:cNvSpPr/>
          <p:nvPr/>
        </p:nvSpPr>
        <p:spPr>
          <a:xfrm>
            <a:off x="10322920" y="3343275"/>
            <a:ext cx="190501" cy="171450"/>
          </a:xfrm>
          <a:custGeom>
            <a:avLst/>
            <a:gdLst>
              <a:gd name="connsiteX0" fmla="*/ 57150 w 190501"/>
              <a:gd name="connsiteY0" fmla="*/ 57150 h 171450"/>
              <a:gd name="connsiteX1" fmla="*/ 66675 w 190501"/>
              <a:gd name="connsiteY1" fmla="*/ 95251 h 171450"/>
              <a:gd name="connsiteX2" fmla="*/ 95250 w 190501"/>
              <a:gd name="connsiteY2" fmla="*/ 95250 h 171450"/>
              <a:gd name="connsiteX3" fmla="*/ 104775 w 190501"/>
              <a:gd name="connsiteY3" fmla="*/ 104776 h 171450"/>
              <a:gd name="connsiteX4" fmla="*/ 104775 w 190501"/>
              <a:gd name="connsiteY4" fmla="*/ 114301 h 171450"/>
              <a:gd name="connsiteX5" fmla="*/ 85725 w 190501"/>
              <a:gd name="connsiteY5" fmla="*/ 133351 h 171450"/>
              <a:gd name="connsiteX6" fmla="*/ 66675 w 190501"/>
              <a:gd name="connsiteY6" fmla="*/ 133351 h 171450"/>
              <a:gd name="connsiteX7" fmla="*/ 57150 w 190501"/>
              <a:gd name="connsiteY7" fmla="*/ 171450 h 171450"/>
              <a:gd name="connsiteX8" fmla="*/ 0 w 190501"/>
              <a:gd name="connsiteY8" fmla="*/ 114300 h 171450"/>
              <a:gd name="connsiteX9" fmla="*/ 57150 w 190501"/>
              <a:gd name="connsiteY9" fmla="*/ 57150 h 171450"/>
              <a:gd name="connsiteX10" fmla="*/ 133351 w 190501"/>
              <a:gd name="connsiteY10" fmla="*/ 0 h 171450"/>
              <a:gd name="connsiteX11" fmla="*/ 190501 w 190501"/>
              <a:gd name="connsiteY11" fmla="*/ 57150 h 171450"/>
              <a:gd name="connsiteX12" fmla="*/ 133351 w 190501"/>
              <a:gd name="connsiteY12" fmla="*/ 114300 h 171450"/>
              <a:gd name="connsiteX13" fmla="*/ 123826 w 190501"/>
              <a:gd name="connsiteY13" fmla="*/ 76199 h 171450"/>
              <a:gd name="connsiteX14" fmla="*/ 95251 w 190501"/>
              <a:gd name="connsiteY14" fmla="*/ 76199 h 171450"/>
              <a:gd name="connsiteX15" fmla="*/ 85726 w 190501"/>
              <a:gd name="connsiteY15" fmla="*/ 66675 h 171450"/>
              <a:gd name="connsiteX16" fmla="*/ 85726 w 190501"/>
              <a:gd name="connsiteY16" fmla="*/ 57150 h 171450"/>
              <a:gd name="connsiteX17" fmla="*/ 104776 w 190501"/>
              <a:gd name="connsiteY17" fmla="*/ 38100 h 171450"/>
              <a:gd name="connsiteX18" fmla="*/ 123826 w 190501"/>
              <a:gd name="connsiteY18" fmla="*/ 38100 h 171450"/>
              <a:gd name="connsiteX19" fmla="*/ 133351 w 190501"/>
              <a:gd name="connsiteY19"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01" h="171450">
                <a:moveTo>
                  <a:pt x="57150" y="57150"/>
                </a:moveTo>
                <a:cubicBezTo>
                  <a:pt x="66675" y="57150"/>
                  <a:pt x="66675" y="88384"/>
                  <a:pt x="66675" y="95251"/>
                </a:cubicBezTo>
                <a:cubicBezTo>
                  <a:pt x="66675" y="95251"/>
                  <a:pt x="84091" y="95250"/>
                  <a:pt x="95250" y="95250"/>
                </a:cubicBezTo>
                <a:cubicBezTo>
                  <a:pt x="104775" y="95250"/>
                  <a:pt x="104775" y="95250"/>
                  <a:pt x="104775" y="104776"/>
                </a:cubicBezTo>
                <a:lnTo>
                  <a:pt x="104775" y="114301"/>
                </a:lnTo>
                <a:cubicBezTo>
                  <a:pt x="104775" y="128588"/>
                  <a:pt x="100013" y="133351"/>
                  <a:pt x="85725" y="133351"/>
                </a:cubicBezTo>
                <a:lnTo>
                  <a:pt x="66675" y="133351"/>
                </a:lnTo>
                <a:cubicBezTo>
                  <a:pt x="66675" y="140235"/>
                  <a:pt x="66675" y="171450"/>
                  <a:pt x="57150" y="171450"/>
                </a:cubicBezTo>
                <a:cubicBezTo>
                  <a:pt x="42863" y="171450"/>
                  <a:pt x="0" y="128588"/>
                  <a:pt x="0" y="114300"/>
                </a:cubicBezTo>
                <a:cubicBezTo>
                  <a:pt x="0" y="100012"/>
                  <a:pt x="42863" y="57150"/>
                  <a:pt x="57150" y="57150"/>
                </a:cubicBezTo>
                <a:close/>
                <a:moveTo>
                  <a:pt x="133351" y="0"/>
                </a:moveTo>
                <a:cubicBezTo>
                  <a:pt x="147639" y="0"/>
                  <a:pt x="190501" y="42862"/>
                  <a:pt x="190501" y="57150"/>
                </a:cubicBezTo>
                <a:cubicBezTo>
                  <a:pt x="190501" y="71438"/>
                  <a:pt x="147639" y="114300"/>
                  <a:pt x="133351" y="114300"/>
                </a:cubicBezTo>
                <a:cubicBezTo>
                  <a:pt x="123826" y="114300"/>
                  <a:pt x="123826" y="83066"/>
                  <a:pt x="123826" y="76199"/>
                </a:cubicBezTo>
                <a:cubicBezTo>
                  <a:pt x="123826" y="76199"/>
                  <a:pt x="106410" y="76199"/>
                  <a:pt x="95251" y="76199"/>
                </a:cubicBezTo>
                <a:cubicBezTo>
                  <a:pt x="85726" y="76199"/>
                  <a:pt x="85726" y="76199"/>
                  <a:pt x="85726" y="66675"/>
                </a:cubicBezTo>
                <a:lnTo>
                  <a:pt x="85726" y="57150"/>
                </a:lnTo>
                <a:cubicBezTo>
                  <a:pt x="85726" y="42862"/>
                  <a:pt x="90489" y="38100"/>
                  <a:pt x="104776" y="38100"/>
                </a:cubicBezTo>
                <a:lnTo>
                  <a:pt x="123826" y="38100"/>
                </a:lnTo>
                <a:cubicBezTo>
                  <a:pt x="123826" y="31215"/>
                  <a:pt x="123826" y="0"/>
                  <a:pt x="133351" y="0"/>
                </a:cubicBezTo>
                <a:close/>
              </a:path>
            </a:pathLst>
          </a:custGeom>
          <a:solidFill>
            <a:srgbClr val="000000"/>
          </a:solidFill>
          <a:ln w="9525" cap="flat">
            <a:noFill/>
            <a:prstDash val="solid"/>
            <a:miter/>
          </a:ln>
        </p:spPr>
        <p:txBody>
          <a:bodyPr rtlCol="0" anchor="ctr"/>
          <a:lstStyle/>
          <a:p>
            <a:endParaRPr lang="ru-RU"/>
          </a:p>
        </p:txBody>
      </p:sp>
      <p:sp>
        <p:nvSpPr>
          <p:cNvPr id="1624" name="Полилиния: фигура 1623">
            <a:extLst>
              <a:ext uri="{FF2B5EF4-FFF2-40B4-BE49-F238E27FC236}">
                <a16:creationId xmlns:a16="http://schemas.microsoft.com/office/drawing/2014/main" id="{8C3AE166-49F1-C27E-6F9F-1C3B55B19F57}"/>
              </a:ext>
            </a:extLst>
          </p:cNvPr>
          <p:cNvSpPr/>
          <p:nvPr/>
        </p:nvSpPr>
        <p:spPr>
          <a:xfrm>
            <a:off x="10332446" y="5767688"/>
            <a:ext cx="171477" cy="171458"/>
          </a:xfrm>
          <a:custGeom>
            <a:avLst/>
            <a:gdLst>
              <a:gd name="connsiteX0" fmla="*/ 51884 w 171477"/>
              <a:gd name="connsiteY0" fmla="*/ 96255 h 171458"/>
              <a:gd name="connsiteX1" fmla="*/ 56144 w 171477"/>
              <a:gd name="connsiteY1" fmla="*/ 109035 h 171458"/>
              <a:gd name="connsiteX2" fmla="*/ 46619 w 171477"/>
              <a:gd name="connsiteY2" fmla="*/ 128085 h 171458"/>
              <a:gd name="connsiteX3" fmla="*/ 33839 w 171477"/>
              <a:gd name="connsiteY3" fmla="*/ 132344 h 171458"/>
              <a:gd name="connsiteX4" fmla="*/ 29580 w 171477"/>
              <a:gd name="connsiteY4" fmla="*/ 119566 h 171458"/>
              <a:gd name="connsiteX5" fmla="*/ 39105 w 171477"/>
              <a:gd name="connsiteY5" fmla="*/ 100516 h 171458"/>
              <a:gd name="connsiteX6" fmla="*/ 51884 w 171477"/>
              <a:gd name="connsiteY6" fmla="*/ 96255 h 171458"/>
              <a:gd name="connsiteX7" fmla="*/ 9525 w 171477"/>
              <a:gd name="connsiteY7" fmla="*/ 66675 h 171458"/>
              <a:gd name="connsiteX8" fmla="*/ 28575 w 171477"/>
              <a:gd name="connsiteY8" fmla="*/ 66675 h 171458"/>
              <a:gd name="connsiteX9" fmla="*/ 38100 w 171477"/>
              <a:gd name="connsiteY9" fmla="*/ 76200 h 171458"/>
              <a:gd name="connsiteX10" fmla="*/ 28575 w 171477"/>
              <a:gd name="connsiteY10" fmla="*/ 85725 h 171458"/>
              <a:gd name="connsiteX11" fmla="*/ 9525 w 171477"/>
              <a:gd name="connsiteY11" fmla="*/ 85725 h 171458"/>
              <a:gd name="connsiteX12" fmla="*/ 0 w 171477"/>
              <a:gd name="connsiteY12" fmla="*/ 76200 h 171458"/>
              <a:gd name="connsiteX13" fmla="*/ 9525 w 171477"/>
              <a:gd name="connsiteY13" fmla="*/ 66675 h 171458"/>
              <a:gd name="connsiteX14" fmla="*/ 66510 w 171477"/>
              <a:gd name="connsiteY14" fmla="*/ 47636 h 171458"/>
              <a:gd name="connsiteX15" fmla="*/ 80000 w 171477"/>
              <a:gd name="connsiteY15" fmla="*/ 52564 h 171458"/>
              <a:gd name="connsiteX16" fmla="*/ 162177 w 171477"/>
              <a:gd name="connsiteY16" fmla="*/ 122851 h 171458"/>
              <a:gd name="connsiteX17" fmla="*/ 163306 w 171477"/>
              <a:gd name="connsiteY17" fmla="*/ 163321 h 171458"/>
              <a:gd name="connsiteX18" fmla="*/ 122873 w 171477"/>
              <a:gd name="connsiteY18" fmla="*/ 162162 h 171458"/>
              <a:gd name="connsiteX19" fmla="*/ 52566 w 171477"/>
              <a:gd name="connsiteY19" fmla="*/ 80003 h 171458"/>
              <a:gd name="connsiteX20" fmla="*/ 53320 w 171477"/>
              <a:gd name="connsiteY20" fmla="*/ 53319 h 171458"/>
              <a:gd name="connsiteX21" fmla="*/ 66510 w 171477"/>
              <a:gd name="connsiteY21" fmla="*/ 47636 h 171458"/>
              <a:gd name="connsiteX22" fmla="*/ 119565 w 171477"/>
              <a:gd name="connsiteY22" fmla="*/ 29581 h 171458"/>
              <a:gd name="connsiteX23" fmla="*/ 132344 w 171477"/>
              <a:gd name="connsiteY23" fmla="*/ 33840 h 171458"/>
              <a:gd name="connsiteX24" fmla="*/ 128085 w 171477"/>
              <a:gd name="connsiteY24" fmla="*/ 46620 h 171458"/>
              <a:gd name="connsiteX25" fmla="*/ 109035 w 171477"/>
              <a:gd name="connsiteY25" fmla="*/ 56145 h 171458"/>
              <a:gd name="connsiteX26" fmla="*/ 96256 w 171477"/>
              <a:gd name="connsiteY26" fmla="*/ 51885 h 171458"/>
              <a:gd name="connsiteX27" fmla="*/ 100515 w 171477"/>
              <a:gd name="connsiteY27" fmla="*/ 39106 h 171458"/>
              <a:gd name="connsiteX28" fmla="*/ 12315 w 171477"/>
              <a:gd name="connsiteY28" fmla="*/ 12316 h 171458"/>
              <a:gd name="connsiteX29" fmla="*/ 25785 w 171477"/>
              <a:gd name="connsiteY29" fmla="*/ 12316 h 171458"/>
              <a:gd name="connsiteX30" fmla="*/ 44835 w 171477"/>
              <a:gd name="connsiteY30" fmla="*/ 31366 h 171458"/>
              <a:gd name="connsiteX31" fmla="*/ 44835 w 171477"/>
              <a:gd name="connsiteY31" fmla="*/ 44836 h 171458"/>
              <a:gd name="connsiteX32" fmla="*/ 31365 w 171477"/>
              <a:gd name="connsiteY32" fmla="*/ 44836 h 171458"/>
              <a:gd name="connsiteX33" fmla="*/ 12315 w 171477"/>
              <a:gd name="connsiteY33" fmla="*/ 25786 h 171458"/>
              <a:gd name="connsiteX34" fmla="*/ 12315 w 171477"/>
              <a:gd name="connsiteY34" fmla="*/ 12316 h 171458"/>
              <a:gd name="connsiteX35" fmla="*/ 76200 w 171477"/>
              <a:gd name="connsiteY35" fmla="*/ 0 h 171458"/>
              <a:gd name="connsiteX36" fmla="*/ 85725 w 171477"/>
              <a:gd name="connsiteY36" fmla="*/ 9525 h 171458"/>
              <a:gd name="connsiteX37" fmla="*/ 85725 w 171477"/>
              <a:gd name="connsiteY37" fmla="*/ 28576 h 171458"/>
              <a:gd name="connsiteX38" fmla="*/ 76200 w 171477"/>
              <a:gd name="connsiteY38" fmla="*/ 38101 h 171458"/>
              <a:gd name="connsiteX39" fmla="*/ 66675 w 171477"/>
              <a:gd name="connsiteY39" fmla="*/ 28576 h 171458"/>
              <a:gd name="connsiteX40" fmla="*/ 66675 w 171477"/>
              <a:gd name="connsiteY40" fmla="*/ 9525 h 171458"/>
              <a:gd name="connsiteX41" fmla="*/ 76200 w 171477"/>
              <a:gd name="connsiteY41" fmla="*/ 0 h 171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71477" h="171458">
                <a:moveTo>
                  <a:pt x="51884" y="96255"/>
                </a:moveTo>
                <a:cubicBezTo>
                  <a:pt x="56589" y="98608"/>
                  <a:pt x="58496" y="104330"/>
                  <a:pt x="56144" y="109035"/>
                </a:cubicBezTo>
                <a:lnTo>
                  <a:pt x="46619" y="128085"/>
                </a:lnTo>
                <a:cubicBezTo>
                  <a:pt x="44266" y="132790"/>
                  <a:pt x="38545" y="134697"/>
                  <a:pt x="33839" y="132344"/>
                </a:cubicBezTo>
                <a:cubicBezTo>
                  <a:pt x="29134" y="129992"/>
                  <a:pt x="27227" y="124270"/>
                  <a:pt x="29580" y="119566"/>
                </a:cubicBezTo>
                <a:lnTo>
                  <a:pt x="39105" y="100516"/>
                </a:lnTo>
                <a:cubicBezTo>
                  <a:pt x="41457" y="95810"/>
                  <a:pt x="47179" y="93903"/>
                  <a:pt x="51884" y="96255"/>
                </a:cubicBezTo>
                <a:close/>
                <a:moveTo>
                  <a:pt x="9525" y="66675"/>
                </a:moveTo>
                <a:lnTo>
                  <a:pt x="28575" y="66675"/>
                </a:lnTo>
                <a:cubicBezTo>
                  <a:pt x="33835" y="66675"/>
                  <a:pt x="38100" y="70940"/>
                  <a:pt x="38100" y="76200"/>
                </a:cubicBezTo>
                <a:cubicBezTo>
                  <a:pt x="38100" y="81460"/>
                  <a:pt x="33835" y="85725"/>
                  <a:pt x="28575" y="85725"/>
                </a:cubicBezTo>
                <a:lnTo>
                  <a:pt x="9525" y="85725"/>
                </a:lnTo>
                <a:cubicBezTo>
                  <a:pt x="4265" y="85725"/>
                  <a:pt x="0" y="81460"/>
                  <a:pt x="0" y="76200"/>
                </a:cubicBezTo>
                <a:cubicBezTo>
                  <a:pt x="0" y="70940"/>
                  <a:pt x="4265" y="66675"/>
                  <a:pt x="9525" y="66675"/>
                </a:cubicBezTo>
                <a:close/>
                <a:moveTo>
                  <a:pt x="66510" y="47636"/>
                </a:moveTo>
                <a:cubicBezTo>
                  <a:pt x="71308" y="47500"/>
                  <a:pt x="76157" y="49133"/>
                  <a:pt x="80000" y="52564"/>
                </a:cubicBezTo>
                <a:lnTo>
                  <a:pt x="162177" y="122851"/>
                </a:lnTo>
                <a:cubicBezTo>
                  <a:pt x="174116" y="133508"/>
                  <a:pt x="174633" y="152014"/>
                  <a:pt x="163306" y="163321"/>
                </a:cubicBezTo>
                <a:cubicBezTo>
                  <a:pt x="151994" y="174613"/>
                  <a:pt x="133519" y="174084"/>
                  <a:pt x="122873" y="162162"/>
                </a:cubicBezTo>
                <a:lnTo>
                  <a:pt x="52566" y="80003"/>
                </a:lnTo>
                <a:cubicBezTo>
                  <a:pt x="45701" y="72316"/>
                  <a:pt x="46032" y="60607"/>
                  <a:pt x="53320" y="53319"/>
                </a:cubicBezTo>
                <a:cubicBezTo>
                  <a:pt x="56963" y="49676"/>
                  <a:pt x="61711" y="47772"/>
                  <a:pt x="66510" y="47636"/>
                </a:cubicBezTo>
                <a:close/>
                <a:moveTo>
                  <a:pt x="119565" y="29581"/>
                </a:moveTo>
                <a:cubicBezTo>
                  <a:pt x="124271" y="27228"/>
                  <a:pt x="129991" y="29135"/>
                  <a:pt x="132344" y="33840"/>
                </a:cubicBezTo>
                <a:cubicBezTo>
                  <a:pt x="134697" y="38545"/>
                  <a:pt x="132790" y="44267"/>
                  <a:pt x="128085" y="46620"/>
                </a:cubicBezTo>
                <a:lnTo>
                  <a:pt x="109035" y="56145"/>
                </a:lnTo>
                <a:cubicBezTo>
                  <a:pt x="104329" y="58497"/>
                  <a:pt x="98608" y="56590"/>
                  <a:pt x="96256" y="51885"/>
                </a:cubicBezTo>
                <a:cubicBezTo>
                  <a:pt x="93903" y="47180"/>
                  <a:pt x="95810" y="41458"/>
                  <a:pt x="100515" y="39106"/>
                </a:cubicBezTo>
                <a:close/>
                <a:moveTo>
                  <a:pt x="12315" y="12316"/>
                </a:moveTo>
                <a:cubicBezTo>
                  <a:pt x="16035" y="8596"/>
                  <a:pt x="22065" y="8596"/>
                  <a:pt x="25785" y="12316"/>
                </a:cubicBezTo>
                <a:lnTo>
                  <a:pt x="44835" y="31366"/>
                </a:lnTo>
                <a:cubicBezTo>
                  <a:pt x="48555" y="35086"/>
                  <a:pt x="48555" y="41116"/>
                  <a:pt x="44835" y="44836"/>
                </a:cubicBezTo>
                <a:cubicBezTo>
                  <a:pt x="41115" y="48556"/>
                  <a:pt x="35085" y="48556"/>
                  <a:pt x="31365" y="44836"/>
                </a:cubicBezTo>
                <a:lnTo>
                  <a:pt x="12315" y="25786"/>
                </a:lnTo>
                <a:cubicBezTo>
                  <a:pt x="8595" y="22066"/>
                  <a:pt x="8595" y="16036"/>
                  <a:pt x="12315" y="12316"/>
                </a:cubicBezTo>
                <a:close/>
                <a:moveTo>
                  <a:pt x="76200" y="0"/>
                </a:moveTo>
                <a:cubicBezTo>
                  <a:pt x="81461" y="0"/>
                  <a:pt x="85725" y="4264"/>
                  <a:pt x="85725" y="9525"/>
                </a:cubicBezTo>
                <a:lnTo>
                  <a:pt x="85725" y="28576"/>
                </a:lnTo>
                <a:cubicBezTo>
                  <a:pt x="85725" y="33836"/>
                  <a:pt x="81461" y="38101"/>
                  <a:pt x="76200" y="38101"/>
                </a:cubicBezTo>
                <a:cubicBezTo>
                  <a:pt x="70939" y="38101"/>
                  <a:pt x="66675" y="33836"/>
                  <a:pt x="66675" y="28576"/>
                </a:cubicBezTo>
                <a:lnTo>
                  <a:pt x="66675" y="9525"/>
                </a:lnTo>
                <a:cubicBezTo>
                  <a:pt x="66675" y="4264"/>
                  <a:pt x="70939" y="0"/>
                  <a:pt x="76200" y="0"/>
                </a:cubicBezTo>
                <a:close/>
              </a:path>
            </a:pathLst>
          </a:custGeom>
          <a:solidFill>
            <a:srgbClr val="000000"/>
          </a:solidFill>
          <a:ln w="9525" cap="flat">
            <a:noFill/>
            <a:prstDash val="solid"/>
            <a:miter/>
          </a:ln>
        </p:spPr>
        <p:txBody>
          <a:bodyPr rtlCol="0" anchor="ctr"/>
          <a:lstStyle/>
          <a:p>
            <a:endParaRPr lang="ru-RU"/>
          </a:p>
        </p:txBody>
      </p:sp>
      <p:sp>
        <p:nvSpPr>
          <p:cNvPr id="1591" name="Полилиния: фигура 1590">
            <a:extLst>
              <a:ext uri="{FF2B5EF4-FFF2-40B4-BE49-F238E27FC236}">
                <a16:creationId xmlns:a16="http://schemas.microsoft.com/office/drawing/2014/main" id="{C77AF5BD-8188-EEF9-FF99-72EE637CE344}"/>
              </a:ext>
            </a:extLst>
          </p:cNvPr>
          <p:cNvSpPr/>
          <p:nvPr/>
        </p:nvSpPr>
        <p:spPr>
          <a:xfrm>
            <a:off x="10748919" y="875391"/>
            <a:ext cx="171450" cy="171452"/>
          </a:xfrm>
          <a:custGeom>
            <a:avLst/>
            <a:gdLst>
              <a:gd name="connsiteX0" fmla="*/ 65356 w 171450"/>
              <a:gd name="connsiteY0" fmla="*/ 133349 h 171452"/>
              <a:gd name="connsiteX1" fmla="*/ 57150 w 171450"/>
              <a:gd name="connsiteY1" fmla="*/ 142874 h 171452"/>
              <a:gd name="connsiteX2" fmla="*/ 69165 w 171450"/>
              <a:gd name="connsiteY2" fmla="*/ 152399 h 171452"/>
              <a:gd name="connsiteX3" fmla="*/ 77912 w 171450"/>
              <a:gd name="connsiteY3" fmla="*/ 142874 h 171452"/>
              <a:gd name="connsiteX4" fmla="*/ 65356 w 171450"/>
              <a:gd name="connsiteY4" fmla="*/ 133349 h 171452"/>
              <a:gd name="connsiteX5" fmla="*/ 100013 w 171450"/>
              <a:gd name="connsiteY5" fmla="*/ 28575 h 171452"/>
              <a:gd name="connsiteX6" fmla="*/ 166688 w 171450"/>
              <a:gd name="connsiteY6" fmla="*/ 28575 h 171452"/>
              <a:gd name="connsiteX7" fmla="*/ 171450 w 171450"/>
              <a:gd name="connsiteY7" fmla="*/ 33338 h 171452"/>
              <a:gd name="connsiteX8" fmla="*/ 166688 w 171450"/>
              <a:gd name="connsiteY8" fmla="*/ 38100 h 171452"/>
              <a:gd name="connsiteX9" fmla="*/ 161819 w 171450"/>
              <a:gd name="connsiteY9" fmla="*/ 38100 h 171452"/>
              <a:gd name="connsiteX10" fmla="*/ 133350 w 171450"/>
              <a:gd name="connsiteY10" fmla="*/ 66675 h 171452"/>
              <a:gd name="connsiteX11" fmla="*/ 104880 w 171450"/>
              <a:gd name="connsiteY11" fmla="*/ 38100 h 171452"/>
              <a:gd name="connsiteX12" fmla="*/ 100013 w 171450"/>
              <a:gd name="connsiteY12" fmla="*/ 38100 h 171452"/>
              <a:gd name="connsiteX13" fmla="*/ 95250 w 171450"/>
              <a:gd name="connsiteY13" fmla="*/ 33338 h 171452"/>
              <a:gd name="connsiteX14" fmla="*/ 100013 w 171450"/>
              <a:gd name="connsiteY14" fmla="*/ 28575 h 171452"/>
              <a:gd name="connsiteX15" fmla="*/ 13628 w 171450"/>
              <a:gd name="connsiteY15" fmla="*/ 898 h 171452"/>
              <a:gd name="connsiteX16" fmla="*/ 41177 w 171450"/>
              <a:gd name="connsiteY16" fmla="*/ 27388 h 171452"/>
              <a:gd name="connsiteX17" fmla="*/ 52526 w 171450"/>
              <a:gd name="connsiteY17" fmla="*/ 66674 h 171452"/>
              <a:gd name="connsiteX18" fmla="*/ 80963 w 171450"/>
              <a:gd name="connsiteY18" fmla="*/ 66674 h 171452"/>
              <a:gd name="connsiteX19" fmla="*/ 85725 w 171450"/>
              <a:gd name="connsiteY19" fmla="*/ 71437 h 171452"/>
              <a:gd name="connsiteX20" fmla="*/ 80963 w 171450"/>
              <a:gd name="connsiteY20" fmla="*/ 76199 h 171452"/>
              <a:gd name="connsiteX21" fmla="*/ 55250 w 171450"/>
              <a:gd name="connsiteY21" fmla="*/ 76199 h 171452"/>
              <a:gd name="connsiteX22" fmla="*/ 61046 w 171450"/>
              <a:gd name="connsiteY22" fmla="*/ 89045 h 171452"/>
              <a:gd name="connsiteX23" fmla="*/ 91684 w 171450"/>
              <a:gd name="connsiteY23" fmla="*/ 90965 h 171452"/>
              <a:gd name="connsiteX24" fmla="*/ 123825 w 171450"/>
              <a:gd name="connsiteY24" fmla="*/ 112157 h 171452"/>
              <a:gd name="connsiteX25" fmla="*/ 104880 w 171450"/>
              <a:gd name="connsiteY25" fmla="*/ 132524 h 171452"/>
              <a:gd name="connsiteX26" fmla="*/ 97885 w 171450"/>
              <a:gd name="connsiteY26" fmla="*/ 142864 h 171452"/>
              <a:gd name="connsiteX27" fmla="*/ 123825 w 171450"/>
              <a:gd name="connsiteY27" fmla="*/ 152399 h 171452"/>
              <a:gd name="connsiteX28" fmla="*/ 161925 w 171450"/>
              <a:gd name="connsiteY28" fmla="*/ 152399 h 171452"/>
              <a:gd name="connsiteX29" fmla="*/ 171450 w 171450"/>
              <a:gd name="connsiteY29" fmla="*/ 161924 h 171452"/>
              <a:gd name="connsiteX30" fmla="*/ 161925 w 171450"/>
              <a:gd name="connsiteY30" fmla="*/ 171449 h 171452"/>
              <a:gd name="connsiteX31" fmla="*/ 95472 w 171450"/>
              <a:gd name="connsiteY31" fmla="*/ 171449 h 171452"/>
              <a:gd name="connsiteX32" fmla="*/ 95034 w 171450"/>
              <a:gd name="connsiteY32" fmla="*/ 171449 h 171452"/>
              <a:gd name="connsiteX33" fmla="*/ 9525 w 171450"/>
              <a:gd name="connsiteY33" fmla="*/ 171449 h 171452"/>
              <a:gd name="connsiteX34" fmla="*/ 0 w 171450"/>
              <a:gd name="connsiteY34" fmla="*/ 161924 h 171452"/>
              <a:gd name="connsiteX35" fmla="*/ 9525 w 171450"/>
              <a:gd name="connsiteY35" fmla="*/ 152399 h 171452"/>
              <a:gd name="connsiteX36" fmla="*/ 28575 w 171450"/>
              <a:gd name="connsiteY36" fmla="*/ 152399 h 171452"/>
              <a:gd name="connsiteX37" fmla="*/ 38191 w 171450"/>
              <a:gd name="connsiteY37" fmla="*/ 142874 h 171452"/>
              <a:gd name="connsiteX38" fmla="*/ 28575 w 171450"/>
              <a:gd name="connsiteY38" fmla="*/ 130068 h 171452"/>
              <a:gd name="connsiteX39" fmla="*/ 15924 w 171450"/>
              <a:gd name="connsiteY39" fmla="*/ 101561 h 171452"/>
              <a:gd name="connsiteX40" fmla="*/ 2149 w 171450"/>
              <a:gd name="connsiteY40" fmla="*/ 37984 h 171452"/>
              <a:gd name="connsiteX41" fmla="*/ 13628 w 171450"/>
              <a:gd name="connsiteY41" fmla="*/ 898 h 171452"/>
              <a:gd name="connsiteX42" fmla="*/ 133351 w 171450"/>
              <a:gd name="connsiteY42" fmla="*/ 0 h 171452"/>
              <a:gd name="connsiteX43" fmla="*/ 160727 w 171450"/>
              <a:gd name="connsiteY43" fmla="*/ 19050 h 171452"/>
              <a:gd name="connsiteX44" fmla="*/ 105974 w 171450"/>
              <a:gd name="connsiteY44" fmla="*/ 19050 h 171452"/>
              <a:gd name="connsiteX45" fmla="*/ 133351 w 171450"/>
              <a:gd name="connsiteY45" fmla="*/ 0 h 17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1450" h="171452">
                <a:moveTo>
                  <a:pt x="65356" y="133349"/>
                </a:moveTo>
                <a:cubicBezTo>
                  <a:pt x="57210" y="133349"/>
                  <a:pt x="57150" y="133822"/>
                  <a:pt x="57150" y="142874"/>
                </a:cubicBezTo>
                <a:cubicBezTo>
                  <a:pt x="57150" y="151926"/>
                  <a:pt x="57150" y="152399"/>
                  <a:pt x="69165" y="152399"/>
                </a:cubicBezTo>
                <a:cubicBezTo>
                  <a:pt x="81181" y="152399"/>
                  <a:pt x="81255" y="152399"/>
                  <a:pt x="77912" y="142874"/>
                </a:cubicBezTo>
                <a:cubicBezTo>
                  <a:pt x="75884" y="137098"/>
                  <a:pt x="73501" y="133349"/>
                  <a:pt x="65356" y="133349"/>
                </a:cubicBezTo>
                <a:close/>
                <a:moveTo>
                  <a:pt x="100013" y="28575"/>
                </a:moveTo>
                <a:lnTo>
                  <a:pt x="166688" y="28575"/>
                </a:lnTo>
                <a:cubicBezTo>
                  <a:pt x="169317" y="28575"/>
                  <a:pt x="171450" y="30707"/>
                  <a:pt x="171450" y="33338"/>
                </a:cubicBezTo>
                <a:cubicBezTo>
                  <a:pt x="171450" y="35968"/>
                  <a:pt x="169317" y="38100"/>
                  <a:pt x="166688" y="38100"/>
                </a:cubicBezTo>
                <a:lnTo>
                  <a:pt x="161819" y="38100"/>
                </a:lnTo>
                <a:cubicBezTo>
                  <a:pt x="160733" y="61483"/>
                  <a:pt x="151244" y="66675"/>
                  <a:pt x="133350" y="66675"/>
                </a:cubicBezTo>
                <a:cubicBezTo>
                  <a:pt x="115455" y="66675"/>
                  <a:pt x="105966" y="61483"/>
                  <a:pt x="104880" y="38100"/>
                </a:cubicBezTo>
                <a:lnTo>
                  <a:pt x="100013" y="38100"/>
                </a:lnTo>
                <a:cubicBezTo>
                  <a:pt x="97382" y="38100"/>
                  <a:pt x="95250" y="35968"/>
                  <a:pt x="95250" y="33338"/>
                </a:cubicBezTo>
                <a:cubicBezTo>
                  <a:pt x="95250" y="30707"/>
                  <a:pt x="97382" y="28575"/>
                  <a:pt x="100013" y="28575"/>
                </a:cubicBezTo>
                <a:close/>
                <a:moveTo>
                  <a:pt x="13628" y="898"/>
                </a:moveTo>
                <a:cubicBezTo>
                  <a:pt x="27403" y="-3076"/>
                  <a:pt x="35055" y="6195"/>
                  <a:pt x="41177" y="27388"/>
                </a:cubicBezTo>
                <a:lnTo>
                  <a:pt x="52526" y="66674"/>
                </a:lnTo>
                <a:lnTo>
                  <a:pt x="80963" y="66674"/>
                </a:lnTo>
                <a:cubicBezTo>
                  <a:pt x="83593" y="66674"/>
                  <a:pt x="85725" y="68807"/>
                  <a:pt x="85725" y="71437"/>
                </a:cubicBezTo>
                <a:cubicBezTo>
                  <a:pt x="85725" y="74067"/>
                  <a:pt x="83593" y="76199"/>
                  <a:pt x="80963" y="76199"/>
                </a:cubicBezTo>
                <a:lnTo>
                  <a:pt x="55250" y="76199"/>
                </a:lnTo>
                <a:cubicBezTo>
                  <a:pt x="57316" y="83470"/>
                  <a:pt x="58508" y="87168"/>
                  <a:pt x="61046" y="89045"/>
                </a:cubicBezTo>
                <a:cubicBezTo>
                  <a:pt x="64500" y="91600"/>
                  <a:pt x="84449" y="90965"/>
                  <a:pt x="91684" y="90965"/>
                </a:cubicBezTo>
                <a:cubicBezTo>
                  <a:pt x="114641" y="90965"/>
                  <a:pt x="123825" y="96263"/>
                  <a:pt x="123825" y="112157"/>
                </a:cubicBezTo>
                <a:cubicBezTo>
                  <a:pt x="123825" y="124555"/>
                  <a:pt x="118236" y="130506"/>
                  <a:pt x="104880" y="132524"/>
                </a:cubicBezTo>
                <a:cubicBezTo>
                  <a:pt x="94516" y="134090"/>
                  <a:pt x="93711" y="132430"/>
                  <a:pt x="97885" y="142864"/>
                </a:cubicBezTo>
                <a:cubicBezTo>
                  <a:pt x="101699" y="152399"/>
                  <a:pt x="109395" y="152399"/>
                  <a:pt x="123825" y="152399"/>
                </a:cubicBezTo>
                <a:cubicBezTo>
                  <a:pt x="138704" y="152399"/>
                  <a:pt x="161925" y="152399"/>
                  <a:pt x="161925" y="152399"/>
                </a:cubicBezTo>
                <a:cubicBezTo>
                  <a:pt x="167185" y="152399"/>
                  <a:pt x="171450" y="156663"/>
                  <a:pt x="171450" y="161924"/>
                </a:cubicBezTo>
                <a:cubicBezTo>
                  <a:pt x="171450" y="167185"/>
                  <a:pt x="167185" y="171449"/>
                  <a:pt x="161925" y="171449"/>
                </a:cubicBezTo>
                <a:lnTo>
                  <a:pt x="95472" y="171449"/>
                </a:lnTo>
                <a:cubicBezTo>
                  <a:pt x="95326" y="171453"/>
                  <a:pt x="95180" y="171453"/>
                  <a:pt x="95034" y="171449"/>
                </a:cubicBezTo>
                <a:lnTo>
                  <a:pt x="9525" y="171449"/>
                </a:lnTo>
                <a:cubicBezTo>
                  <a:pt x="4265" y="171449"/>
                  <a:pt x="0" y="167185"/>
                  <a:pt x="0" y="161924"/>
                </a:cubicBezTo>
                <a:cubicBezTo>
                  <a:pt x="0" y="156663"/>
                  <a:pt x="4265" y="152399"/>
                  <a:pt x="9525" y="152399"/>
                </a:cubicBezTo>
                <a:cubicBezTo>
                  <a:pt x="15875" y="152399"/>
                  <a:pt x="22225" y="152399"/>
                  <a:pt x="28575" y="152399"/>
                </a:cubicBezTo>
                <a:cubicBezTo>
                  <a:pt x="38414" y="152399"/>
                  <a:pt x="38359" y="152706"/>
                  <a:pt x="38191" y="142874"/>
                </a:cubicBezTo>
                <a:cubicBezTo>
                  <a:pt x="38083" y="136526"/>
                  <a:pt x="36763" y="134685"/>
                  <a:pt x="28575" y="130068"/>
                </a:cubicBezTo>
                <a:cubicBezTo>
                  <a:pt x="21991" y="126354"/>
                  <a:pt x="19580" y="118437"/>
                  <a:pt x="15924" y="101561"/>
                </a:cubicBezTo>
                <a:lnTo>
                  <a:pt x="2149" y="37984"/>
                </a:lnTo>
                <a:cubicBezTo>
                  <a:pt x="-2442" y="16793"/>
                  <a:pt x="-147" y="4872"/>
                  <a:pt x="13628" y="898"/>
                </a:cubicBezTo>
                <a:close/>
                <a:moveTo>
                  <a:pt x="133351" y="0"/>
                </a:moveTo>
                <a:cubicBezTo>
                  <a:pt x="148499" y="0"/>
                  <a:pt x="157624" y="3721"/>
                  <a:pt x="160727" y="19050"/>
                </a:cubicBezTo>
                <a:lnTo>
                  <a:pt x="105974" y="19050"/>
                </a:lnTo>
                <a:cubicBezTo>
                  <a:pt x="109076" y="3721"/>
                  <a:pt x="118201" y="0"/>
                  <a:pt x="133351" y="0"/>
                </a:cubicBezTo>
                <a:close/>
              </a:path>
            </a:pathLst>
          </a:custGeom>
          <a:solidFill>
            <a:srgbClr val="000000"/>
          </a:solidFill>
          <a:ln w="9525" cap="flat">
            <a:noFill/>
            <a:prstDash val="solid"/>
            <a:miter/>
          </a:ln>
        </p:spPr>
        <p:txBody>
          <a:bodyPr rtlCol="0" anchor="ctr"/>
          <a:lstStyle/>
          <a:p>
            <a:endParaRPr lang="ru-RU"/>
          </a:p>
        </p:txBody>
      </p:sp>
      <p:sp>
        <p:nvSpPr>
          <p:cNvPr id="1593" name="Полилиния: фигура 1592">
            <a:extLst>
              <a:ext uri="{FF2B5EF4-FFF2-40B4-BE49-F238E27FC236}">
                <a16:creationId xmlns:a16="http://schemas.microsoft.com/office/drawing/2014/main" id="{2DD2E9FA-ED7B-832F-753F-35E325D44D59}"/>
              </a:ext>
            </a:extLst>
          </p:cNvPr>
          <p:cNvSpPr/>
          <p:nvPr/>
        </p:nvSpPr>
        <p:spPr>
          <a:xfrm>
            <a:off x="10758605" y="1414083"/>
            <a:ext cx="152400" cy="152400"/>
          </a:xfrm>
          <a:custGeom>
            <a:avLst/>
            <a:gdLst>
              <a:gd name="connsiteX0" fmla="*/ 142875 w 152400"/>
              <a:gd name="connsiteY0" fmla="*/ 123825 h 152400"/>
              <a:gd name="connsiteX1" fmla="*/ 152400 w 152400"/>
              <a:gd name="connsiteY1" fmla="*/ 133350 h 152400"/>
              <a:gd name="connsiteX2" fmla="*/ 142875 w 152400"/>
              <a:gd name="connsiteY2" fmla="*/ 142875 h 152400"/>
              <a:gd name="connsiteX3" fmla="*/ 133350 w 152400"/>
              <a:gd name="connsiteY3" fmla="*/ 133350 h 152400"/>
              <a:gd name="connsiteX4" fmla="*/ 142875 w 152400"/>
              <a:gd name="connsiteY4" fmla="*/ 123825 h 152400"/>
              <a:gd name="connsiteX5" fmla="*/ 104775 w 152400"/>
              <a:gd name="connsiteY5" fmla="*/ 123825 h 152400"/>
              <a:gd name="connsiteX6" fmla="*/ 114300 w 152400"/>
              <a:gd name="connsiteY6" fmla="*/ 133350 h 152400"/>
              <a:gd name="connsiteX7" fmla="*/ 104775 w 152400"/>
              <a:gd name="connsiteY7" fmla="*/ 142875 h 152400"/>
              <a:gd name="connsiteX8" fmla="*/ 95250 w 152400"/>
              <a:gd name="connsiteY8" fmla="*/ 133350 h 152400"/>
              <a:gd name="connsiteX9" fmla="*/ 104775 w 152400"/>
              <a:gd name="connsiteY9" fmla="*/ 123825 h 152400"/>
              <a:gd name="connsiteX10" fmla="*/ 66675 w 152400"/>
              <a:gd name="connsiteY10" fmla="*/ 123825 h 152400"/>
              <a:gd name="connsiteX11" fmla="*/ 76200 w 152400"/>
              <a:gd name="connsiteY11" fmla="*/ 133350 h 152400"/>
              <a:gd name="connsiteX12" fmla="*/ 66675 w 152400"/>
              <a:gd name="connsiteY12" fmla="*/ 142875 h 152400"/>
              <a:gd name="connsiteX13" fmla="*/ 57150 w 152400"/>
              <a:gd name="connsiteY13" fmla="*/ 133350 h 152400"/>
              <a:gd name="connsiteX14" fmla="*/ 66675 w 152400"/>
              <a:gd name="connsiteY14" fmla="*/ 123825 h 152400"/>
              <a:gd name="connsiteX15" fmla="*/ 133350 w 152400"/>
              <a:gd name="connsiteY15" fmla="*/ 95250 h 152400"/>
              <a:gd name="connsiteX16" fmla="*/ 142875 w 152400"/>
              <a:gd name="connsiteY16" fmla="*/ 104775 h 152400"/>
              <a:gd name="connsiteX17" fmla="*/ 133350 w 152400"/>
              <a:gd name="connsiteY17" fmla="*/ 114300 h 152400"/>
              <a:gd name="connsiteX18" fmla="*/ 123825 w 152400"/>
              <a:gd name="connsiteY18" fmla="*/ 104775 h 152400"/>
              <a:gd name="connsiteX19" fmla="*/ 133350 w 152400"/>
              <a:gd name="connsiteY19" fmla="*/ 95250 h 152400"/>
              <a:gd name="connsiteX20" fmla="*/ 104775 w 152400"/>
              <a:gd name="connsiteY20" fmla="*/ 95250 h 152400"/>
              <a:gd name="connsiteX21" fmla="*/ 114300 w 152400"/>
              <a:gd name="connsiteY21" fmla="*/ 104775 h 152400"/>
              <a:gd name="connsiteX22" fmla="*/ 104775 w 152400"/>
              <a:gd name="connsiteY22" fmla="*/ 114300 h 152400"/>
              <a:gd name="connsiteX23" fmla="*/ 95250 w 152400"/>
              <a:gd name="connsiteY23" fmla="*/ 104775 h 152400"/>
              <a:gd name="connsiteX24" fmla="*/ 104775 w 152400"/>
              <a:gd name="connsiteY24" fmla="*/ 95250 h 152400"/>
              <a:gd name="connsiteX25" fmla="*/ 76200 w 152400"/>
              <a:gd name="connsiteY25" fmla="*/ 95250 h 152400"/>
              <a:gd name="connsiteX26" fmla="*/ 85725 w 152400"/>
              <a:gd name="connsiteY26" fmla="*/ 104775 h 152400"/>
              <a:gd name="connsiteX27" fmla="*/ 76200 w 152400"/>
              <a:gd name="connsiteY27" fmla="*/ 114300 h 152400"/>
              <a:gd name="connsiteX28" fmla="*/ 66675 w 152400"/>
              <a:gd name="connsiteY28" fmla="*/ 104775 h 152400"/>
              <a:gd name="connsiteX29" fmla="*/ 76200 w 152400"/>
              <a:gd name="connsiteY29" fmla="*/ 95250 h 152400"/>
              <a:gd name="connsiteX30" fmla="*/ 60595 w 152400"/>
              <a:gd name="connsiteY30" fmla="*/ 0 h 152400"/>
              <a:gd name="connsiteX31" fmla="*/ 98532 w 152400"/>
              <a:gd name="connsiteY31" fmla="*/ 12522 h 152400"/>
              <a:gd name="connsiteX32" fmla="*/ 109434 w 152400"/>
              <a:gd name="connsiteY32" fmla="*/ 28754 h 152400"/>
              <a:gd name="connsiteX33" fmla="*/ 150496 w 152400"/>
              <a:gd name="connsiteY33" fmla="*/ 62865 h 152400"/>
              <a:gd name="connsiteX34" fmla="*/ 134106 w 152400"/>
              <a:gd name="connsiteY34" fmla="*/ 85725 h 152400"/>
              <a:gd name="connsiteX35" fmla="*/ 75444 w 152400"/>
              <a:gd name="connsiteY35" fmla="*/ 85725 h 152400"/>
              <a:gd name="connsiteX36" fmla="*/ 59054 w 152400"/>
              <a:gd name="connsiteY36" fmla="*/ 62865 h 152400"/>
              <a:gd name="connsiteX37" fmla="*/ 89126 w 152400"/>
              <a:gd name="connsiteY37" fmla="*/ 30806 h 152400"/>
              <a:gd name="connsiteX38" fmla="*/ 85494 w 152400"/>
              <a:gd name="connsiteY38" fmla="*/ 26411 h 152400"/>
              <a:gd name="connsiteX39" fmla="*/ 60595 w 152400"/>
              <a:gd name="connsiteY39" fmla="*/ 19050 h 152400"/>
              <a:gd name="connsiteX40" fmla="*/ 39297 w 152400"/>
              <a:gd name="connsiteY40" fmla="*/ 23228 h 152400"/>
              <a:gd name="connsiteX41" fmla="*/ 27644 w 152400"/>
              <a:gd name="connsiteY41" fmla="*/ 34520 h 152400"/>
              <a:gd name="connsiteX42" fmla="*/ 19050 w 152400"/>
              <a:gd name="connsiteY42" fmla="*/ 85725 h 152400"/>
              <a:gd name="connsiteX43" fmla="*/ 19050 w 152400"/>
              <a:gd name="connsiteY43" fmla="*/ 142868 h 152400"/>
              <a:gd name="connsiteX44" fmla="*/ 9525 w 152400"/>
              <a:gd name="connsiteY44" fmla="*/ 152400 h 152400"/>
              <a:gd name="connsiteX45" fmla="*/ 0 w 152400"/>
              <a:gd name="connsiteY45" fmla="*/ 142875 h 152400"/>
              <a:gd name="connsiteX46" fmla="*/ 0 w 152400"/>
              <a:gd name="connsiteY46" fmla="*/ 85725 h 152400"/>
              <a:gd name="connsiteX47" fmla="*/ 11137 w 152400"/>
              <a:gd name="connsiteY47" fmla="*/ 25012 h 152400"/>
              <a:gd name="connsiteX48" fmla="*/ 30678 w 152400"/>
              <a:gd name="connsiteY48" fmla="*/ 6240 h 152400"/>
              <a:gd name="connsiteX49" fmla="*/ 60595 w 152400"/>
              <a:gd name="connsiteY49"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2400" h="152400">
                <a:moveTo>
                  <a:pt x="142875" y="123825"/>
                </a:moveTo>
                <a:cubicBezTo>
                  <a:pt x="148136" y="123825"/>
                  <a:pt x="152400" y="128089"/>
                  <a:pt x="152400" y="133350"/>
                </a:cubicBezTo>
                <a:cubicBezTo>
                  <a:pt x="152400" y="138611"/>
                  <a:pt x="148136" y="142875"/>
                  <a:pt x="142875" y="142875"/>
                </a:cubicBezTo>
                <a:cubicBezTo>
                  <a:pt x="137614" y="142875"/>
                  <a:pt x="133350" y="138611"/>
                  <a:pt x="133350" y="133350"/>
                </a:cubicBezTo>
                <a:cubicBezTo>
                  <a:pt x="133350" y="128089"/>
                  <a:pt x="137614" y="123825"/>
                  <a:pt x="142875" y="123825"/>
                </a:cubicBezTo>
                <a:close/>
                <a:moveTo>
                  <a:pt x="104775" y="123825"/>
                </a:moveTo>
                <a:cubicBezTo>
                  <a:pt x="110036" y="123825"/>
                  <a:pt x="114300" y="128089"/>
                  <a:pt x="114300" y="133350"/>
                </a:cubicBezTo>
                <a:cubicBezTo>
                  <a:pt x="114300" y="138611"/>
                  <a:pt x="110036" y="142875"/>
                  <a:pt x="104775" y="142875"/>
                </a:cubicBezTo>
                <a:cubicBezTo>
                  <a:pt x="99514" y="142875"/>
                  <a:pt x="95250" y="138611"/>
                  <a:pt x="95250" y="133350"/>
                </a:cubicBezTo>
                <a:cubicBezTo>
                  <a:pt x="95250" y="128089"/>
                  <a:pt x="99514" y="123825"/>
                  <a:pt x="104775" y="123825"/>
                </a:cubicBezTo>
                <a:close/>
                <a:moveTo>
                  <a:pt x="66675" y="123825"/>
                </a:moveTo>
                <a:cubicBezTo>
                  <a:pt x="71936" y="123825"/>
                  <a:pt x="76200" y="128089"/>
                  <a:pt x="76200" y="133350"/>
                </a:cubicBezTo>
                <a:cubicBezTo>
                  <a:pt x="76200" y="138611"/>
                  <a:pt x="71936" y="142875"/>
                  <a:pt x="66675" y="142875"/>
                </a:cubicBezTo>
                <a:cubicBezTo>
                  <a:pt x="61414" y="142875"/>
                  <a:pt x="57150" y="138611"/>
                  <a:pt x="57150" y="133350"/>
                </a:cubicBezTo>
                <a:cubicBezTo>
                  <a:pt x="57150" y="128089"/>
                  <a:pt x="61414" y="123825"/>
                  <a:pt x="66675" y="123825"/>
                </a:cubicBezTo>
                <a:close/>
                <a:moveTo>
                  <a:pt x="133350" y="95250"/>
                </a:moveTo>
                <a:cubicBezTo>
                  <a:pt x="138611" y="95250"/>
                  <a:pt x="142875" y="99514"/>
                  <a:pt x="142875" y="104775"/>
                </a:cubicBezTo>
                <a:cubicBezTo>
                  <a:pt x="142875" y="110036"/>
                  <a:pt x="138611" y="114300"/>
                  <a:pt x="133350" y="114300"/>
                </a:cubicBezTo>
                <a:cubicBezTo>
                  <a:pt x="128089" y="114300"/>
                  <a:pt x="123825" y="110036"/>
                  <a:pt x="123825" y="104775"/>
                </a:cubicBezTo>
                <a:cubicBezTo>
                  <a:pt x="123825" y="99514"/>
                  <a:pt x="128089" y="95250"/>
                  <a:pt x="133350" y="95250"/>
                </a:cubicBezTo>
                <a:close/>
                <a:moveTo>
                  <a:pt x="104775" y="95250"/>
                </a:moveTo>
                <a:cubicBezTo>
                  <a:pt x="110036" y="95250"/>
                  <a:pt x="114300" y="99514"/>
                  <a:pt x="114300" y="104775"/>
                </a:cubicBezTo>
                <a:cubicBezTo>
                  <a:pt x="114300" y="110036"/>
                  <a:pt x="110036" y="114300"/>
                  <a:pt x="104775" y="114300"/>
                </a:cubicBezTo>
                <a:cubicBezTo>
                  <a:pt x="99514" y="114300"/>
                  <a:pt x="95250" y="110036"/>
                  <a:pt x="95250" y="104775"/>
                </a:cubicBezTo>
                <a:cubicBezTo>
                  <a:pt x="95250" y="99514"/>
                  <a:pt x="99514" y="95250"/>
                  <a:pt x="104775" y="95250"/>
                </a:cubicBezTo>
                <a:close/>
                <a:moveTo>
                  <a:pt x="76200" y="95250"/>
                </a:moveTo>
                <a:cubicBezTo>
                  <a:pt x="81461" y="95250"/>
                  <a:pt x="85725" y="99514"/>
                  <a:pt x="85725" y="104775"/>
                </a:cubicBezTo>
                <a:cubicBezTo>
                  <a:pt x="85725" y="110036"/>
                  <a:pt x="81461" y="114300"/>
                  <a:pt x="76200" y="114300"/>
                </a:cubicBezTo>
                <a:cubicBezTo>
                  <a:pt x="70939" y="114300"/>
                  <a:pt x="66675" y="110036"/>
                  <a:pt x="66675" y="104775"/>
                </a:cubicBezTo>
                <a:cubicBezTo>
                  <a:pt x="66675" y="99514"/>
                  <a:pt x="70939" y="95250"/>
                  <a:pt x="76200" y="95250"/>
                </a:cubicBezTo>
                <a:close/>
                <a:moveTo>
                  <a:pt x="60595" y="0"/>
                </a:moveTo>
                <a:cubicBezTo>
                  <a:pt x="76553" y="0"/>
                  <a:pt x="89267" y="3823"/>
                  <a:pt x="98532" y="12522"/>
                </a:cubicBezTo>
                <a:cubicBezTo>
                  <a:pt x="103392" y="17084"/>
                  <a:pt x="106892" y="22608"/>
                  <a:pt x="109434" y="28754"/>
                </a:cubicBezTo>
                <a:cubicBezTo>
                  <a:pt x="130657" y="30415"/>
                  <a:pt x="144620" y="43518"/>
                  <a:pt x="150496" y="62865"/>
                </a:cubicBezTo>
                <a:cubicBezTo>
                  <a:pt x="157439" y="85725"/>
                  <a:pt x="143883" y="85725"/>
                  <a:pt x="134106" y="85725"/>
                </a:cubicBezTo>
                <a:lnTo>
                  <a:pt x="75444" y="85725"/>
                </a:lnTo>
                <a:cubicBezTo>
                  <a:pt x="65667" y="85725"/>
                  <a:pt x="52111" y="85725"/>
                  <a:pt x="59054" y="62865"/>
                </a:cubicBezTo>
                <a:cubicBezTo>
                  <a:pt x="63847" y="47084"/>
                  <a:pt x="74021" y="35457"/>
                  <a:pt x="89126" y="30806"/>
                </a:cubicBezTo>
                <a:cubicBezTo>
                  <a:pt x="88028" y="29108"/>
                  <a:pt x="86818" y="27654"/>
                  <a:pt x="85494" y="26411"/>
                </a:cubicBezTo>
                <a:cubicBezTo>
                  <a:pt x="80936" y="22132"/>
                  <a:pt x="73606" y="19050"/>
                  <a:pt x="60595" y="19050"/>
                </a:cubicBezTo>
                <a:cubicBezTo>
                  <a:pt x="51201" y="19050"/>
                  <a:pt x="44361" y="20659"/>
                  <a:pt x="39297" y="23228"/>
                </a:cubicBezTo>
                <a:cubicBezTo>
                  <a:pt x="34342" y="25742"/>
                  <a:pt x="30576" y="29431"/>
                  <a:pt x="27644" y="34520"/>
                </a:cubicBezTo>
                <a:cubicBezTo>
                  <a:pt x="21466" y="45245"/>
                  <a:pt x="19050" y="62019"/>
                  <a:pt x="19050" y="85725"/>
                </a:cubicBezTo>
                <a:lnTo>
                  <a:pt x="19050" y="142868"/>
                </a:lnTo>
                <a:cubicBezTo>
                  <a:pt x="19050" y="148129"/>
                  <a:pt x="14785" y="152400"/>
                  <a:pt x="9525" y="152400"/>
                </a:cubicBezTo>
                <a:cubicBezTo>
                  <a:pt x="4265" y="152400"/>
                  <a:pt x="0" y="148136"/>
                  <a:pt x="0" y="142875"/>
                </a:cubicBezTo>
                <a:lnTo>
                  <a:pt x="0" y="85725"/>
                </a:lnTo>
                <a:cubicBezTo>
                  <a:pt x="0" y="61807"/>
                  <a:pt x="2226" y="40481"/>
                  <a:pt x="11137" y="25012"/>
                </a:cubicBezTo>
                <a:cubicBezTo>
                  <a:pt x="15750" y="17003"/>
                  <a:pt x="22140" y="10572"/>
                  <a:pt x="30678" y="6240"/>
                </a:cubicBezTo>
                <a:cubicBezTo>
                  <a:pt x="39107" y="1963"/>
                  <a:pt x="49097" y="0"/>
                  <a:pt x="60595" y="0"/>
                </a:cubicBezTo>
                <a:close/>
              </a:path>
            </a:pathLst>
          </a:custGeom>
          <a:solidFill>
            <a:srgbClr val="000000"/>
          </a:solidFill>
          <a:ln w="9525" cap="flat">
            <a:noFill/>
            <a:prstDash val="solid"/>
            <a:miter/>
          </a:ln>
        </p:spPr>
        <p:txBody>
          <a:bodyPr rtlCol="0" anchor="ctr"/>
          <a:lstStyle/>
          <a:p>
            <a:endParaRPr lang="ru-RU"/>
          </a:p>
        </p:txBody>
      </p:sp>
      <p:sp>
        <p:nvSpPr>
          <p:cNvPr id="1613" name="Полилиния: фигура 1612">
            <a:extLst>
              <a:ext uri="{FF2B5EF4-FFF2-40B4-BE49-F238E27FC236}">
                <a16:creationId xmlns:a16="http://schemas.microsoft.com/office/drawing/2014/main" id="{0217444A-A47C-1063-F225-C92E8CD4503F}"/>
              </a:ext>
            </a:extLst>
          </p:cNvPr>
          <p:cNvSpPr/>
          <p:nvPr/>
        </p:nvSpPr>
        <p:spPr>
          <a:xfrm>
            <a:off x="10739555" y="3343275"/>
            <a:ext cx="180975" cy="161925"/>
          </a:xfrm>
          <a:custGeom>
            <a:avLst/>
            <a:gdLst>
              <a:gd name="connsiteX0" fmla="*/ 19050 w 180975"/>
              <a:gd name="connsiteY0" fmla="*/ 76200 h 161925"/>
              <a:gd name="connsiteX1" fmla="*/ 37881 w 180975"/>
              <a:gd name="connsiteY1" fmla="*/ 91605 h 161925"/>
              <a:gd name="connsiteX2" fmla="*/ 38100 w 180975"/>
              <a:gd name="connsiteY2" fmla="*/ 95250 h 161925"/>
              <a:gd name="connsiteX3" fmla="*/ 42863 w 180975"/>
              <a:gd name="connsiteY3" fmla="*/ 100013 h 161925"/>
              <a:gd name="connsiteX4" fmla="*/ 47625 w 180975"/>
              <a:gd name="connsiteY4" fmla="*/ 95250 h 161925"/>
              <a:gd name="connsiteX5" fmla="*/ 48816 w 180975"/>
              <a:gd name="connsiteY5" fmla="*/ 86916 h 161925"/>
              <a:gd name="connsiteX6" fmla="*/ 57150 w 180975"/>
              <a:gd name="connsiteY6" fmla="*/ 85725 h 161925"/>
              <a:gd name="connsiteX7" fmla="*/ 114300 w 180975"/>
              <a:gd name="connsiteY7" fmla="*/ 110928 h 161925"/>
              <a:gd name="connsiteX8" fmla="*/ 104775 w 180975"/>
              <a:gd name="connsiteY8" fmla="*/ 114300 h 161925"/>
              <a:gd name="connsiteX9" fmla="*/ 80963 w 180975"/>
              <a:gd name="connsiteY9" fmla="*/ 114300 h 161925"/>
              <a:gd name="connsiteX10" fmla="*/ 76200 w 180975"/>
              <a:gd name="connsiteY10" fmla="*/ 119063 h 161925"/>
              <a:gd name="connsiteX11" fmla="*/ 80970 w 180975"/>
              <a:gd name="connsiteY11" fmla="*/ 123825 h 161925"/>
              <a:gd name="connsiteX12" fmla="*/ 105106 w 180975"/>
              <a:gd name="connsiteY12" fmla="*/ 123825 h 161925"/>
              <a:gd name="connsiteX13" fmla="*/ 113733 w 180975"/>
              <a:gd name="connsiteY13" fmla="*/ 123476 h 161925"/>
              <a:gd name="connsiteX14" fmla="*/ 121087 w 180975"/>
              <a:gd name="connsiteY14" fmla="*/ 119539 h 161925"/>
              <a:gd name="connsiteX15" fmla="*/ 138571 w 180975"/>
              <a:gd name="connsiteY15" fmla="*/ 110385 h 161925"/>
              <a:gd name="connsiteX16" fmla="*/ 180975 w 180975"/>
              <a:gd name="connsiteY16" fmla="*/ 114300 h 161925"/>
              <a:gd name="connsiteX17" fmla="*/ 85725 w 180975"/>
              <a:gd name="connsiteY17" fmla="*/ 161925 h 161925"/>
              <a:gd name="connsiteX18" fmla="*/ 36556 w 180975"/>
              <a:gd name="connsiteY18" fmla="*/ 154511 h 161925"/>
              <a:gd name="connsiteX19" fmla="*/ 19050 w 180975"/>
              <a:gd name="connsiteY19" fmla="*/ 161925 h 161925"/>
              <a:gd name="connsiteX20" fmla="*/ 0 w 180975"/>
              <a:gd name="connsiteY20" fmla="*/ 133350 h 161925"/>
              <a:gd name="connsiteX21" fmla="*/ 0 w 180975"/>
              <a:gd name="connsiteY21" fmla="*/ 104775 h 161925"/>
              <a:gd name="connsiteX22" fmla="*/ 19050 w 180975"/>
              <a:gd name="connsiteY22" fmla="*/ 76200 h 161925"/>
              <a:gd name="connsiteX23" fmla="*/ 114300 w 180975"/>
              <a:gd name="connsiteY23" fmla="*/ 19050 h 161925"/>
              <a:gd name="connsiteX24" fmla="*/ 114300 w 180975"/>
              <a:gd name="connsiteY24" fmla="*/ 28575 h 161925"/>
              <a:gd name="connsiteX25" fmla="*/ 128588 w 180975"/>
              <a:gd name="connsiteY25" fmla="*/ 28575 h 161925"/>
              <a:gd name="connsiteX26" fmla="*/ 133350 w 180975"/>
              <a:gd name="connsiteY26" fmla="*/ 23813 h 161925"/>
              <a:gd name="connsiteX27" fmla="*/ 128588 w 180975"/>
              <a:gd name="connsiteY27" fmla="*/ 19050 h 161925"/>
              <a:gd name="connsiteX28" fmla="*/ 104775 w 180975"/>
              <a:gd name="connsiteY28" fmla="*/ 0 h 161925"/>
              <a:gd name="connsiteX29" fmla="*/ 128588 w 180975"/>
              <a:gd name="connsiteY29" fmla="*/ 0 h 161925"/>
              <a:gd name="connsiteX30" fmla="*/ 152400 w 180975"/>
              <a:gd name="connsiteY30" fmla="*/ 23813 h 161925"/>
              <a:gd name="connsiteX31" fmla="*/ 128588 w 180975"/>
              <a:gd name="connsiteY31" fmla="*/ 47625 h 161925"/>
              <a:gd name="connsiteX32" fmla="*/ 114300 w 180975"/>
              <a:gd name="connsiteY32" fmla="*/ 47625 h 161925"/>
              <a:gd name="connsiteX33" fmla="*/ 114300 w 180975"/>
              <a:gd name="connsiteY33" fmla="*/ 57150 h 161925"/>
              <a:gd name="connsiteX34" fmla="*/ 133350 w 180975"/>
              <a:gd name="connsiteY34" fmla="*/ 57150 h 161925"/>
              <a:gd name="connsiteX35" fmla="*/ 142875 w 180975"/>
              <a:gd name="connsiteY35" fmla="*/ 66675 h 161925"/>
              <a:gd name="connsiteX36" fmla="*/ 133350 w 180975"/>
              <a:gd name="connsiteY36" fmla="*/ 76200 h 161925"/>
              <a:gd name="connsiteX37" fmla="*/ 114300 w 180975"/>
              <a:gd name="connsiteY37" fmla="*/ 76200 h 161925"/>
              <a:gd name="connsiteX38" fmla="*/ 104775 w 180975"/>
              <a:gd name="connsiteY38" fmla="*/ 85725 h 161925"/>
              <a:gd name="connsiteX39" fmla="*/ 95250 w 180975"/>
              <a:gd name="connsiteY39" fmla="*/ 76200 h 161925"/>
              <a:gd name="connsiteX40" fmla="*/ 85725 w 180975"/>
              <a:gd name="connsiteY40" fmla="*/ 76200 h 161925"/>
              <a:gd name="connsiteX41" fmla="*/ 76200 w 180975"/>
              <a:gd name="connsiteY41" fmla="*/ 66675 h 161925"/>
              <a:gd name="connsiteX42" fmla="*/ 85725 w 180975"/>
              <a:gd name="connsiteY42" fmla="*/ 57150 h 161925"/>
              <a:gd name="connsiteX43" fmla="*/ 95250 w 180975"/>
              <a:gd name="connsiteY43" fmla="*/ 57150 h 161925"/>
              <a:gd name="connsiteX44" fmla="*/ 95250 w 180975"/>
              <a:gd name="connsiteY44" fmla="*/ 47625 h 161925"/>
              <a:gd name="connsiteX45" fmla="*/ 85725 w 180975"/>
              <a:gd name="connsiteY45" fmla="*/ 47625 h 161925"/>
              <a:gd name="connsiteX46" fmla="*/ 76200 w 180975"/>
              <a:gd name="connsiteY46" fmla="*/ 38100 h 161925"/>
              <a:gd name="connsiteX47" fmla="*/ 85725 w 180975"/>
              <a:gd name="connsiteY47" fmla="*/ 28575 h 161925"/>
              <a:gd name="connsiteX48" fmla="*/ 95250 w 180975"/>
              <a:gd name="connsiteY48" fmla="*/ 28575 h 161925"/>
              <a:gd name="connsiteX49" fmla="*/ 95250 w 180975"/>
              <a:gd name="connsiteY49" fmla="*/ 9525 h 161925"/>
              <a:gd name="connsiteX50" fmla="*/ 104775 w 180975"/>
              <a:gd name="connsiteY50"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80975" h="161925">
                <a:moveTo>
                  <a:pt x="19050" y="76200"/>
                </a:moveTo>
                <a:cubicBezTo>
                  <a:pt x="33801" y="76200"/>
                  <a:pt x="37130" y="79358"/>
                  <a:pt x="37881" y="91605"/>
                </a:cubicBezTo>
                <a:cubicBezTo>
                  <a:pt x="38036" y="92520"/>
                  <a:pt x="38100" y="93715"/>
                  <a:pt x="38100" y="95250"/>
                </a:cubicBezTo>
                <a:cubicBezTo>
                  <a:pt x="38100" y="97881"/>
                  <a:pt x="40233" y="100013"/>
                  <a:pt x="42863" y="100013"/>
                </a:cubicBezTo>
                <a:cubicBezTo>
                  <a:pt x="45493" y="100013"/>
                  <a:pt x="47625" y="97881"/>
                  <a:pt x="47625" y="95250"/>
                </a:cubicBezTo>
                <a:cubicBezTo>
                  <a:pt x="47625" y="90488"/>
                  <a:pt x="47625" y="88106"/>
                  <a:pt x="48816" y="86916"/>
                </a:cubicBezTo>
                <a:cubicBezTo>
                  <a:pt x="50007" y="85725"/>
                  <a:pt x="52388" y="85725"/>
                  <a:pt x="57150" y="85725"/>
                </a:cubicBezTo>
                <a:cubicBezTo>
                  <a:pt x="85725" y="85725"/>
                  <a:pt x="114300" y="92526"/>
                  <a:pt x="114300" y="110928"/>
                </a:cubicBezTo>
                <a:cubicBezTo>
                  <a:pt x="114300" y="114300"/>
                  <a:pt x="109287" y="114300"/>
                  <a:pt x="104775" y="114300"/>
                </a:cubicBezTo>
                <a:lnTo>
                  <a:pt x="80963" y="114300"/>
                </a:lnTo>
                <a:cubicBezTo>
                  <a:pt x="78333" y="114300"/>
                  <a:pt x="76200" y="116433"/>
                  <a:pt x="76200" y="119063"/>
                </a:cubicBezTo>
                <a:cubicBezTo>
                  <a:pt x="76200" y="121693"/>
                  <a:pt x="78340" y="123825"/>
                  <a:pt x="80970" y="123825"/>
                </a:cubicBezTo>
                <a:lnTo>
                  <a:pt x="105106" y="123825"/>
                </a:lnTo>
                <a:cubicBezTo>
                  <a:pt x="108393" y="123826"/>
                  <a:pt x="111372" y="123826"/>
                  <a:pt x="113733" y="123476"/>
                </a:cubicBezTo>
                <a:cubicBezTo>
                  <a:pt x="116309" y="123094"/>
                  <a:pt x="119112" y="122171"/>
                  <a:pt x="121087" y="119539"/>
                </a:cubicBezTo>
                <a:cubicBezTo>
                  <a:pt x="125016" y="114300"/>
                  <a:pt x="128345" y="112581"/>
                  <a:pt x="138571" y="110385"/>
                </a:cubicBezTo>
                <a:cubicBezTo>
                  <a:pt x="158734" y="106056"/>
                  <a:pt x="180975" y="101282"/>
                  <a:pt x="180975" y="114300"/>
                </a:cubicBezTo>
                <a:cubicBezTo>
                  <a:pt x="180975" y="123825"/>
                  <a:pt x="123825" y="161925"/>
                  <a:pt x="85725" y="161925"/>
                </a:cubicBezTo>
                <a:cubicBezTo>
                  <a:pt x="70330" y="161925"/>
                  <a:pt x="49750" y="157778"/>
                  <a:pt x="36556" y="154511"/>
                </a:cubicBezTo>
                <a:cubicBezTo>
                  <a:pt x="34532" y="160231"/>
                  <a:pt x="29855" y="161925"/>
                  <a:pt x="19050" y="161925"/>
                </a:cubicBezTo>
                <a:cubicBezTo>
                  <a:pt x="0" y="161925"/>
                  <a:pt x="0" y="156657"/>
                  <a:pt x="0" y="133350"/>
                </a:cubicBezTo>
                <a:lnTo>
                  <a:pt x="0" y="104775"/>
                </a:lnTo>
                <a:cubicBezTo>
                  <a:pt x="0" y="81467"/>
                  <a:pt x="0" y="76200"/>
                  <a:pt x="19050" y="76200"/>
                </a:cubicBezTo>
                <a:close/>
                <a:moveTo>
                  <a:pt x="114300" y="19050"/>
                </a:moveTo>
                <a:lnTo>
                  <a:pt x="114300" y="28575"/>
                </a:lnTo>
                <a:lnTo>
                  <a:pt x="128588" y="28575"/>
                </a:lnTo>
                <a:cubicBezTo>
                  <a:pt x="131217" y="28575"/>
                  <a:pt x="133350" y="26443"/>
                  <a:pt x="133350" y="23813"/>
                </a:cubicBezTo>
                <a:cubicBezTo>
                  <a:pt x="133350" y="21182"/>
                  <a:pt x="131217" y="19050"/>
                  <a:pt x="128588" y="19050"/>
                </a:cubicBezTo>
                <a:close/>
                <a:moveTo>
                  <a:pt x="104775" y="0"/>
                </a:moveTo>
                <a:lnTo>
                  <a:pt x="128588" y="0"/>
                </a:lnTo>
                <a:cubicBezTo>
                  <a:pt x="141739" y="0"/>
                  <a:pt x="152400" y="10661"/>
                  <a:pt x="152400" y="23813"/>
                </a:cubicBezTo>
                <a:cubicBezTo>
                  <a:pt x="152400" y="36964"/>
                  <a:pt x="141739" y="47625"/>
                  <a:pt x="128588" y="47625"/>
                </a:cubicBezTo>
                <a:lnTo>
                  <a:pt x="114300" y="47625"/>
                </a:lnTo>
                <a:lnTo>
                  <a:pt x="114300" y="57150"/>
                </a:lnTo>
                <a:lnTo>
                  <a:pt x="133350" y="57150"/>
                </a:lnTo>
                <a:cubicBezTo>
                  <a:pt x="138611" y="57150"/>
                  <a:pt x="142875" y="61415"/>
                  <a:pt x="142875" y="66675"/>
                </a:cubicBezTo>
                <a:cubicBezTo>
                  <a:pt x="142875" y="71936"/>
                  <a:pt x="138611" y="76200"/>
                  <a:pt x="133350" y="76200"/>
                </a:cubicBezTo>
                <a:lnTo>
                  <a:pt x="114300" y="76200"/>
                </a:lnTo>
                <a:cubicBezTo>
                  <a:pt x="114300" y="81461"/>
                  <a:pt x="110036" y="85725"/>
                  <a:pt x="104775" y="85725"/>
                </a:cubicBezTo>
                <a:cubicBezTo>
                  <a:pt x="99514" y="85725"/>
                  <a:pt x="95250" y="81461"/>
                  <a:pt x="95250" y="76200"/>
                </a:cubicBezTo>
                <a:lnTo>
                  <a:pt x="85725" y="76200"/>
                </a:lnTo>
                <a:cubicBezTo>
                  <a:pt x="80464" y="76200"/>
                  <a:pt x="76200" y="71936"/>
                  <a:pt x="76200" y="66675"/>
                </a:cubicBezTo>
                <a:cubicBezTo>
                  <a:pt x="76200" y="61415"/>
                  <a:pt x="80464" y="57150"/>
                  <a:pt x="85725" y="57150"/>
                </a:cubicBezTo>
                <a:lnTo>
                  <a:pt x="95250" y="57150"/>
                </a:lnTo>
                <a:lnTo>
                  <a:pt x="95250" y="47625"/>
                </a:lnTo>
                <a:lnTo>
                  <a:pt x="85725" y="47625"/>
                </a:lnTo>
                <a:cubicBezTo>
                  <a:pt x="80464" y="47625"/>
                  <a:pt x="76200" y="43360"/>
                  <a:pt x="76200" y="38100"/>
                </a:cubicBezTo>
                <a:cubicBezTo>
                  <a:pt x="76200" y="32840"/>
                  <a:pt x="80464" y="28575"/>
                  <a:pt x="85725" y="28575"/>
                </a:cubicBezTo>
                <a:lnTo>
                  <a:pt x="95250" y="28575"/>
                </a:lnTo>
                <a:lnTo>
                  <a:pt x="95250" y="9525"/>
                </a:lnTo>
                <a:cubicBezTo>
                  <a:pt x="95250" y="4265"/>
                  <a:pt x="99514" y="0"/>
                  <a:pt x="104775" y="0"/>
                </a:cubicBezTo>
                <a:close/>
              </a:path>
            </a:pathLst>
          </a:custGeom>
          <a:solidFill>
            <a:srgbClr val="000000"/>
          </a:solidFill>
          <a:ln w="9525" cap="flat">
            <a:noFill/>
            <a:prstDash val="solid"/>
            <a:miter/>
          </a:ln>
        </p:spPr>
        <p:txBody>
          <a:bodyPr rtlCol="0" anchor="ctr"/>
          <a:lstStyle/>
          <a:p>
            <a:endParaRPr lang="ru-RU"/>
          </a:p>
        </p:txBody>
      </p:sp>
      <p:sp>
        <p:nvSpPr>
          <p:cNvPr id="1625" name="Полилиния: фигура 1624">
            <a:extLst>
              <a:ext uri="{FF2B5EF4-FFF2-40B4-BE49-F238E27FC236}">
                <a16:creationId xmlns:a16="http://schemas.microsoft.com/office/drawing/2014/main" id="{8F25201C-09F0-8B3B-04E8-BED6A136C38F}"/>
              </a:ext>
            </a:extLst>
          </p:cNvPr>
          <p:cNvSpPr/>
          <p:nvPr/>
        </p:nvSpPr>
        <p:spPr>
          <a:xfrm>
            <a:off x="10739555" y="5758163"/>
            <a:ext cx="190500" cy="190500"/>
          </a:xfrm>
          <a:custGeom>
            <a:avLst/>
            <a:gdLst>
              <a:gd name="connsiteX0" fmla="*/ 152400 w 190500"/>
              <a:gd name="connsiteY0" fmla="*/ 104775 h 190500"/>
              <a:gd name="connsiteX1" fmla="*/ 142875 w 190500"/>
              <a:gd name="connsiteY1" fmla="*/ 114300 h 190500"/>
              <a:gd name="connsiteX2" fmla="*/ 152400 w 190500"/>
              <a:gd name="connsiteY2" fmla="*/ 123825 h 190500"/>
              <a:gd name="connsiteX3" fmla="*/ 161925 w 190500"/>
              <a:gd name="connsiteY3" fmla="*/ 114300 h 190500"/>
              <a:gd name="connsiteX4" fmla="*/ 152400 w 190500"/>
              <a:gd name="connsiteY4" fmla="*/ 104775 h 190500"/>
              <a:gd name="connsiteX5" fmla="*/ 38100 w 190500"/>
              <a:gd name="connsiteY5" fmla="*/ 95250 h 190500"/>
              <a:gd name="connsiteX6" fmla="*/ 62400 w 190500"/>
              <a:gd name="connsiteY6" fmla="*/ 100167 h 190500"/>
              <a:gd name="connsiteX7" fmla="*/ 78203 w 190500"/>
              <a:gd name="connsiteY7" fmla="*/ 116969 h 190500"/>
              <a:gd name="connsiteX8" fmla="*/ 107633 w 190500"/>
              <a:gd name="connsiteY8" fmla="*/ 156210 h 190500"/>
              <a:gd name="connsiteX9" fmla="*/ 119076 w 190500"/>
              <a:gd name="connsiteY9" fmla="*/ 169385 h 190500"/>
              <a:gd name="connsiteX10" fmla="*/ 133350 w 190500"/>
              <a:gd name="connsiteY10" fmla="*/ 171450 h 190500"/>
              <a:gd name="connsiteX11" fmla="*/ 142875 w 190500"/>
              <a:gd name="connsiteY11" fmla="*/ 180975 h 190500"/>
              <a:gd name="connsiteX12" fmla="*/ 133350 w 190500"/>
              <a:gd name="connsiteY12" fmla="*/ 190500 h 190500"/>
              <a:gd name="connsiteX13" fmla="*/ 109050 w 190500"/>
              <a:gd name="connsiteY13" fmla="*/ 185583 h 190500"/>
              <a:gd name="connsiteX14" fmla="*/ 93247 w 190500"/>
              <a:gd name="connsiteY14" fmla="*/ 168781 h 190500"/>
              <a:gd name="connsiteX15" fmla="*/ 63818 w 190500"/>
              <a:gd name="connsiteY15" fmla="*/ 129540 h 190500"/>
              <a:gd name="connsiteX16" fmla="*/ 52374 w 190500"/>
              <a:gd name="connsiteY16" fmla="*/ 116365 h 190500"/>
              <a:gd name="connsiteX17" fmla="*/ 38100 w 190500"/>
              <a:gd name="connsiteY17" fmla="*/ 114300 h 190500"/>
              <a:gd name="connsiteX18" fmla="*/ 28575 w 190500"/>
              <a:gd name="connsiteY18" fmla="*/ 104775 h 190500"/>
              <a:gd name="connsiteX19" fmla="*/ 38100 w 190500"/>
              <a:gd name="connsiteY19" fmla="*/ 95250 h 190500"/>
              <a:gd name="connsiteX20" fmla="*/ 152400 w 190500"/>
              <a:gd name="connsiteY20" fmla="*/ 76200 h 190500"/>
              <a:gd name="connsiteX21" fmla="*/ 190500 w 190500"/>
              <a:gd name="connsiteY21" fmla="*/ 114300 h 190500"/>
              <a:gd name="connsiteX22" fmla="*/ 152400 w 190500"/>
              <a:gd name="connsiteY22" fmla="*/ 161925 h 190500"/>
              <a:gd name="connsiteX23" fmla="*/ 114300 w 190500"/>
              <a:gd name="connsiteY23" fmla="*/ 114300 h 190500"/>
              <a:gd name="connsiteX24" fmla="*/ 152400 w 190500"/>
              <a:gd name="connsiteY24" fmla="*/ 76200 h 190500"/>
              <a:gd name="connsiteX25" fmla="*/ 38100 w 190500"/>
              <a:gd name="connsiteY25" fmla="*/ 28575 h 190500"/>
              <a:gd name="connsiteX26" fmla="*/ 28575 w 190500"/>
              <a:gd name="connsiteY26" fmla="*/ 38100 h 190500"/>
              <a:gd name="connsiteX27" fmla="*/ 38100 w 190500"/>
              <a:gd name="connsiteY27" fmla="*/ 47625 h 190500"/>
              <a:gd name="connsiteX28" fmla="*/ 47625 w 190500"/>
              <a:gd name="connsiteY28" fmla="*/ 38100 h 190500"/>
              <a:gd name="connsiteX29" fmla="*/ 38100 w 190500"/>
              <a:gd name="connsiteY29" fmla="*/ 28575 h 190500"/>
              <a:gd name="connsiteX30" fmla="*/ 38100 w 190500"/>
              <a:gd name="connsiteY30" fmla="*/ 0 h 190500"/>
              <a:gd name="connsiteX31" fmla="*/ 76200 w 190500"/>
              <a:gd name="connsiteY31" fmla="*/ 38100 h 190500"/>
              <a:gd name="connsiteX32" fmla="*/ 38100 w 190500"/>
              <a:gd name="connsiteY32" fmla="*/ 85725 h 190500"/>
              <a:gd name="connsiteX33" fmla="*/ 0 w 190500"/>
              <a:gd name="connsiteY33" fmla="*/ 38100 h 190500"/>
              <a:gd name="connsiteX34" fmla="*/ 38100 w 190500"/>
              <a:gd name="connsiteY34"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0500" h="190500">
                <a:moveTo>
                  <a:pt x="152400" y="104775"/>
                </a:moveTo>
                <a:cubicBezTo>
                  <a:pt x="147139" y="104775"/>
                  <a:pt x="142875" y="109039"/>
                  <a:pt x="142875" y="114300"/>
                </a:cubicBezTo>
                <a:cubicBezTo>
                  <a:pt x="142875" y="119561"/>
                  <a:pt x="147139" y="123825"/>
                  <a:pt x="152400" y="123825"/>
                </a:cubicBezTo>
                <a:cubicBezTo>
                  <a:pt x="157661" y="123825"/>
                  <a:pt x="161925" y="119561"/>
                  <a:pt x="161925" y="114300"/>
                </a:cubicBezTo>
                <a:cubicBezTo>
                  <a:pt x="161925" y="109039"/>
                  <a:pt x="157661" y="104775"/>
                  <a:pt x="152400" y="104775"/>
                </a:cubicBezTo>
                <a:close/>
                <a:moveTo>
                  <a:pt x="38100" y="95250"/>
                </a:moveTo>
                <a:cubicBezTo>
                  <a:pt x="47723" y="95250"/>
                  <a:pt x="55478" y="95882"/>
                  <a:pt x="62400" y="100167"/>
                </a:cubicBezTo>
                <a:cubicBezTo>
                  <a:pt x="68408" y="103885"/>
                  <a:pt x="72987" y="110002"/>
                  <a:pt x="78203" y="116969"/>
                </a:cubicBezTo>
                <a:lnTo>
                  <a:pt x="107633" y="156210"/>
                </a:lnTo>
                <a:cubicBezTo>
                  <a:pt x="114123" y="164863"/>
                  <a:pt x="116520" y="167803"/>
                  <a:pt x="119076" y="169385"/>
                </a:cubicBezTo>
                <a:cubicBezTo>
                  <a:pt x="121043" y="170602"/>
                  <a:pt x="123923" y="171450"/>
                  <a:pt x="133350" y="171450"/>
                </a:cubicBezTo>
                <a:cubicBezTo>
                  <a:pt x="138611" y="171450"/>
                  <a:pt x="142875" y="175714"/>
                  <a:pt x="142875" y="180975"/>
                </a:cubicBezTo>
                <a:cubicBezTo>
                  <a:pt x="142875" y="186236"/>
                  <a:pt x="138611" y="190500"/>
                  <a:pt x="133350" y="190500"/>
                </a:cubicBezTo>
                <a:cubicBezTo>
                  <a:pt x="123727" y="190500"/>
                  <a:pt x="115973" y="189869"/>
                  <a:pt x="109050" y="185583"/>
                </a:cubicBezTo>
                <a:cubicBezTo>
                  <a:pt x="103042" y="181865"/>
                  <a:pt x="98463" y="175748"/>
                  <a:pt x="93247" y="168781"/>
                </a:cubicBezTo>
                <a:lnTo>
                  <a:pt x="63818" y="129540"/>
                </a:lnTo>
                <a:cubicBezTo>
                  <a:pt x="57327" y="120887"/>
                  <a:pt x="54930" y="117947"/>
                  <a:pt x="52374" y="116365"/>
                </a:cubicBezTo>
                <a:cubicBezTo>
                  <a:pt x="50407" y="115148"/>
                  <a:pt x="47527" y="114300"/>
                  <a:pt x="38100" y="114300"/>
                </a:cubicBezTo>
                <a:cubicBezTo>
                  <a:pt x="32840" y="114300"/>
                  <a:pt x="28575" y="110036"/>
                  <a:pt x="28575" y="104775"/>
                </a:cubicBezTo>
                <a:cubicBezTo>
                  <a:pt x="28575" y="99514"/>
                  <a:pt x="32840" y="95250"/>
                  <a:pt x="38100" y="95250"/>
                </a:cubicBezTo>
                <a:close/>
                <a:moveTo>
                  <a:pt x="152400" y="76200"/>
                </a:moveTo>
                <a:cubicBezTo>
                  <a:pt x="173606" y="76200"/>
                  <a:pt x="190500" y="90488"/>
                  <a:pt x="190500" y="114300"/>
                </a:cubicBezTo>
                <a:cubicBezTo>
                  <a:pt x="190500" y="138113"/>
                  <a:pt x="161925" y="161925"/>
                  <a:pt x="152400" y="161925"/>
                </a:cubicBezTo>
                <a:cubicBezTo>
                  <a:pt x="142875" y="161925"/>
                  <a:pt x="114300" y="138113"/>
                  <a:pt x="114300" y="114300"/>
                </a:cubicBezTo>
                <a:cubicBezTo>
                  <a:pt x="114300" y="90488"/>
                  <a:pt x="131194" y="76200"/>
                  <a:pt x="152400" y="76200"/>
                </a:cubicBezTo>
                <a:close/>
                <a:moveTo>
                  <a:pt x="38100" y="28575"/>
                </a:moveTo>
                <a:cubicBezTo>
                  <a:pt x="32840" y="28575"/>
                  <a:pt x="28575" y="32840"/>
                  <a:pt x="28575" y="38100"/>
                </a:cubicBezTo>
                <a:cubicBezTo>
                  <a:pt x="28575" y="43360"/>
                  <a:pt x="32840" y="47625"/>
                  <a:pt x="38100" y="47625"/>
                </a:cubicBezTo>
                <a:cubicBezTo>
                  <a:pt x="43360" y="47625"/>
                  <a:pt x="47625" y="43360"/>
                  <a:pt x="47625" y="38100"/>
                </a:cubicBezTo>
                <a:cubicBezTo>
                  <a:pt x="47625" y="32840"/>
                  <a:pt x="43360" y="28575"/>
                  <a:pt x="38100" y="28575"/>
                </a:cubicBezTo>
                <a:close/>
                <a:moveTo>
                  <a:pt x="38100" y="0"/>
                </a:moveTo>
                <a:cubicBezTo>
                  <a:pt x="59306" y="0"/>
                  <a:pt x="76200" y="14288"/>
                  <a:pt x="76200" y="38100"/>
                </a:cubicBezTo>
                <a:cubicBezTo>
                  <a:pt x="76200" y="61913"/>
                  <a:pt x="47625" y="85725"/>
                  <a:pt x="38100" y="85725"/>
                </a:cubicBezTo>
                <a:cubicBezTo>
                  <a:pt x="28575" y="85725"/>
                  <a:pt x="0" y="61913"/>
                  <a:pt x="0" y="38100"/>
                </a:cubicBezTo>
                <a:cubicBezTo>
                  <a:pt x="0" y="14288"/>
                  <a:pt x="16894" y="0"/>
                  <a:pt x="38100" y="0"/>
                </a:cubicBezTo>
                <a:close/>
              </a:path>
            </a:pathLst>
          </a:custGeom>
          <a:solidFill>
            <a:srgbClr val="000000"/>
          </a:solidFill>
          <a:ln w="9525" cap="flat">
            <a:noFill/>
            <a:prstDash val="solid"/>
            <a:miter/>
          </a:ln>
        </p:spPr>
        <p:txBody>
          <a:bodyPr rtlCol="0" anchor="ctr"/>
          <a:lstStyle/>
          <a:p>
            <a:endParaRPr lang="ru-RU"/>
          </a:p>
        </p:txBody>
      </p:sp>
      <p:sp>
        <p:nvSpPr>
          <p:cNvPr id="1528" name="Рисунок 232">
            <a:extLst>
              <a:ext uri="{FF2B5EF4-FFF2-40B4-BE49-F238E27FC236}">
                <a16:creationId xmlns:a16="http://schemas.microsoft.com/office/drawing/2014/main" id="{AD290F77-EF45-D9B4-37BB-A00E5908B286}"/>
              </a:ext>
            </a:extLst>
          </p:cNvPr>
          <p:cNvSpPr/>
          <p:nvPr/>
        </p:nvSpPr>
        <p:spPr>
          <a:xfrm>
            <a:off x="11175238" y="875392"/>
            <a:ext cx="152400" cy="161925"/>
          </a:xfrm>
          <a:custGeom>
            <a:avLst/>
            <a:gdLst>
              <a:gd name="connsiteX0" fmla="*/ 28625 w 152400"/>
              <a:gd name="connsiteY0" fmla="*/ 39437 h 161925"/>
              <a:gd name="connsiteX1" fmla="*/ 41659 w 152400"/>
              <a:gd name="connsiteY1" fmla="*/ 9244 h 161925"/>
              <a:gd name="connsiteX2" fmla="*/ 76200 w 152400"/>
              <a:gd name="connsiteY2" fmla="*/ 0 h 161925"/>
              <a:gd name="connsiteX3" fmla="*/ 110741 w 152400"/>
              <a:gd name="connsiteY3" fmla="*/ 9244 h 161925"/>
              <a:gd name="connsiteX4" fmla="*/ 123775 w 152400"/>
              <a:gd name="connsiteY4" fmla="*/ 39437 h 161925"/>
              <a:gd name="connsiteX5" fmla="*/ 144716 w 152400"/>
              <a:gd name="connsiteY5" fmla="*/ 47557 h 161925"/>
              <a:gd name="connsiteX6" fmla="*/ 152400 w 152400"/>
              <a:gd name="connsiteY6" fmla="*/ 100013 h 161925"/>
              <a:gd name="connsiteX7" fmla="*/ 144716 w 152400"/>
              <a:gd name="connsiteY7" fmla="*/ 152469 h 161925"/>
              <a:gd name="connsiteX8" fmla="*/ 76200 w 152400"/>
              <a:gd name="connsiteY8" fmla="*/ 161925 h 161925"/>
              <a:gd name="connsiteX9" fmla="*/ 7684 w 152400"/>
              <a:gd name="connsiteY9" fmla="*/ 152469 h 161925"/>
              <a:gd name="connsiteX10" fmla="*/ 0 w 152400"/>
              <a:gd name="connsiteY10" fmla="*/ 100013 h 161925"/>
              <a:gd name="connsiteX11" fmla="*/ 7684 w 152400"/>
              <a:gd name="connsiteY11" fmla="*/ 47557 h 161925"/>
              <a:gd name="connsiteX12" fmla="*/ 28625 w 152400"/>
              <a:gd name="connsiteY12" fmla="*/ 39437 h 161925"/>
              <a:gd name="connsiteX13" fmla="*/ 47760 w 152400"/>
              <a:gd name="connsiteY13" fmla="*/ 38286 h 161925"/>
              <a:gd name="connsiteX14" fmla="*/ 76200 w 152400"/>
              <a:gd name="connsiteY14" fmla="*/ 38100 h 161925"/>
              <a:gd name="connsiteX15" fmla="*/ 104640 w 152400"/>
              <a:gd name="connsiteY15" fmla="*/ 38286 h 161925"/>
              <a:gd name="connsiteX16" fmla="*/ 98809 w 152400"/>
              <a:gd name="connsiteY16" fmla="*/ 24094 h 161925"/>
              <a:gd name="connsiteX17" fmla="*/ 76200 w 152400"/>
              <a:gd name="connsiteY17" fmla="*/ 19050 h 161925"/>
              <a:gd name="connsiteX18" fmla="*/ 53591 w 152400"/>
              <a:gd name="connsiteY18" fmla="*/ 24094 h 161925"/>
              <a:gd name="connsiteX19" fmla="*/ 47760 w 152400"/>
              <a:gd name="connsiteY19" fmla="*/ 38286 h 161925"/>
              <a:gd name="connsiteX20" fmla="*/ 47625 w 152400"/>
              <a:gd name="connsiteY20" fmla="*/ 79375 h 161925"/>
              <a:gd name="connsiteX21" fmla="*/ 38100 w 152400"/>
              <a:gd name="connsiteY21" fmla="*/ 69056 h 161925"/>
              <a:gd name="connsiteX22" fmla="*/ 28575 w 152400"/>
              <a:gd name="connsiteY22" fmla="*/ 79375 h 161925"/>
              <a:gd name="connsiteX23" fmla="*/ 28575 w 152400"/>
              <a:gd name="connsiteY23" fmla="*/ 120650 h 161925"/>
              <a:gd name="connsiteX24" fmla="*/ 38100 w 152400"/>
              <a:gd name="connsiteY24" fmla="*/ 130969 h 161925"/>
              <a:gd name="connsiteX25" fmla="*/ 47625 w 152400"/>
              <a:gd name="connsiteY25" fmla="*/ 120650 h 161925"/>
              <a:gd name="connsiteX26" fmla="*/ 47625 w 152400"/>
              <a:gd name="connsiteY26" fmla="*/ 79375 h 161925"/>
              <a:gd name="connsiteX27" fmla="*/ 114300 w 152400"/>
              <a:gd name="connsiteY27" fmla="*/ 69056 h 161925"/>
              <a:gd name="connsiteX28" fmla="*/ 104775 w 152400"/>
              <a:gd name="connsiteY28" fmla="*/ 79375 h 161925"/>
              <a:gd name="connsiteX29" fmla="*/ 104775 w 152400"/>
              <a:gd name="connsiteY29" fmla="*/ 120650 h 161925"/>
              <a:gd name="connsiteX30" fmla="*/ 114300 w 152400"/>
              <a:gd name="connsiteY30" fmla="*/ 130969 h 161925"/>
              <a:gd name="connsiteX31" fmla="*/ 123825 w 152400"/>
              <a:gd name="connsiteY31" fmla="*/ 120650 h 161925"/>
              <a:gd name="connsiteX32" fmla="*/ 123825 w 152400"/>
              <a:gd name="connsiteY32" fmla="*/ 79375 h 161925"/>
              <a:gd name="connsiteX33" fmla="*/ 114300 w 152400"/>
              <a:gd name="connsiteY33" fmla="*/ 69056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2400" h="161925">
                <a:moveTo>
                  <a:pt x="28625" y="39437"/>
                </a:moveTo>
                <a:cubicBezTo>
                  <a:pt x="29087" y="26846"/>
                  <a:pt x="32832" y="16337"/>
                  <a:pt x="41659" y="9244"/>
                </a:cubicBezTo>
                <a:cubicBezTo>
                  <a:pt x="50613" y="2048"/>
                  <a:pt x="62898" y="0"/>
                  <a:pt x="76200" y="0"/>
                </a:cubicBezTo>
                <a:cubicBezTo>
                  <a:pt x="89502" y="0"/>
                  <a:pt x="101787" y="2048"/>
                  <a:pt x="110741" y="9244"/>
                </a:cubicBezTo>
                <a:cubicBezTo>
                  <a:pt x="119568" y="16337"/>
                  <a:pt x="123314" y="26846"/>
                  <a:pt x="123775" y="39437"/>
                </a:cubicBezTo>
                <a:cubicBezTo>
                  <a:pt x="133935" y="40666"/>
                  <a:pt x="140489" y="43026"/>
                  <a:pt x="144716" y="47557"/>
                </a:cubicBezTo>
                <a:cubicBezTo>
                  <a:pt x="152400" y="55791"/>
                  <a:pt x="152400" y="71196"/>
                  <a:pt x="152400" y="100013"/>
                </a:cubicBezTo>
                <a:cubicBezTo>
                  <a:pt x="152400" y="128829"/>
                  <a:pt x="152400" y="144234"/>
                  <a:pt x="144716" y="152469"/>
                </a:cubicBezTo>
                <a:cubicBezTo>
                  <a:pt x="135892" y="161925"/>
                  <a:pt x="116933" y="161925"/>
                  <a:pt x="76200" y="161925"/>
                </a:cubicBezTo>
                <a:cubicBezTo>
                  <a:pt x="35467" y="161925"/>
                  <a:pt x="16508" y="161925"/>
                  <a:pt x="7684" y="152469"/>
                </a:cubicBezTo>
                <a:cubicBezTo>
                  <a:pt x="0" y="144234"/>
                  <a:pt x="0" y="128829"/>
                  <a:pt x="0" y="100013"/>
                </a:cubicBezTo>
                <a:cubicBezTo>
                  <a:pt x="0" y="71196"/>
                  <a:pt x="0" y="55791"/>
                  <a:pt x="7684" y="47557"/>
                </a:cubicBezTo>
                <a:cubicBezTo>
                  <a:pt x="11911" y="43026"/>
                  <a:pt x="18465" y="40666"/>
                  <a:pt x="28625" y="39437"/>
                </a:cubicBezTo>
                <a:close/>
                <a:moveTo>
                  <a:pt x="47760" y="38286"/>
                </a:moveTo>
                <a:cubicBezTo>
                  <a:pt x="55808" y="38100"/>
                  <a:pt x="65212" y="38100"/>
                  <a:pt x="76200" y="38100"/>
                </a:cubicBezTo>
                <a:cubicBezTo>
                  <a:pt x="87188" y="38100"/>
                  <a:pt x="96592" y="38100"/>
                  <a:pt x="104640" y="38286"/>
                </a:cubicBezTo>
                <a:cubicBezTo>
                  <a:pt x="104053" y="30280"/>
                  <a:pt x="101624" y="26356"/>
                  <a:pt x="98809" y="24094"/>
                </a:cubicBezTo>
                <a:cubicBezTo>
                  <a:pt x="95063" y="21084"/>
                  <a:pt x="88298" y="19050"/>
                  <a:pt x="76200" y="19050"/>
                </a:cubicBezTo>
                <a:cubicBezTo>
                  <a:pt x="64102" y="19050"/>
                  <a:pt x="57337" y="21084"/>
                  <a:pt x="53591" y="24094"/>
                </a:cubicBezTo>
                <a:cubicBezTo>
                  <a:pt x="50776" y="26356"/>
                  <a:pt x="48347" y="30280"/>
                  <a:pt x="47760" y="38286"/>
                </a:cubicBezTo>
                <a:close/>
                <a:moveTo>
                  <a:pt x="47625" y="79375"/>
                </a:moveTo>
                <a:cubicBezTo>
                  <a:pt x="47625" y="73676"/>
                  <a:pt x="43360" y="69056"/>
                  <a:pt x="38100" y="69056"/>
                </a:cubicBezTo>
                <a:cubicBezTo>
                  <a:pt x="32840" y="69056"/>
                  <a:pt x="28575" y="73676"/>
                  <a:pt x="28575" y="79375"/>
                </a:cubicBezTo>
                <a:lnTo>
                  <a:pt x="28575" y="120650"/>
                </a:lnTo>
                <a:cubicBezTo>
                  <a:pt x="28575" y="126349"/>
                  <a:pt x="32840" y="130969"/>
                  <a:pt x="38100" y="130969"/>
                </a:cubicBezTo>
                <a:cubicBezTo>
                  <a:pt x="43360" y="130969"/>
                  <a:pt x="47625" y="126349"/>
                  <a:pt x="47625" y="120650"/>
                </a:cubicBezTo>
                <a:lnTo>
                  <a:pt x="47625" y="79375"/>
                </a:lnTo>
                <a:close/>
                <a:moveTo>
                  <a:pt x="114300" y="69056"/>
                </a:moveTo>
                <a:cubicBezTo>
                  <a:pt x="109039" y="69056"/>
                  <a:pt x="104775" y="73676"/>
                  <a:pt x="104775" y="79375"/>
                </a:cubicBezTo>
                <a:lnTo>
                  <a:pt x="104775" y="120650"/>
                </a:lnTo>
                <a:cubicBezTo>
                  <a:pt x="104775" y="126349"/>
                  <a:pt x="109039" y="130969"/>
                  <a:pt x="114300" y="130969"/>
                </a:cubicBezTo>
                <a:cubicBezTo>
                  <a:pt x="119561" y="130969"/>
                  <a:pt x="123825" y="126349"/>
                  <a:pt x="123825" y="120650"/>
                </a:cubicBezTo>
                <a:lnTo>
                  <a:pt x="123825" y="79375"/>
                </a:lnTo>
                <a:cubicBezTo>
                  <a:pt x="123825" y="73676"/>
                  <a:pt x="119561" y="69056"/>
                  <a:pt x="114300" y="69056"/>
                </a:cubicBezTo>
                <a:close/>
              </a:path>
            </a:pathLst>
          </a:custGeom>
          <a:solidFill>
            <a:srgbClr val="000000"/>
          </a:solidFill>
          <a:ln w="9525" cap="flat">
            <a:noFill/>
            <a:prstDash val="solid"/>
            <a:miter/>
          </a:ln>
        </p:spPr>
        <p:txBody>
          <a:bodyPr rtlCol="0" anchor="ctr"/>
          <a:lstStyle/>
          <a:p>
            <a:endParaRPr lang="ru-RU"/>
          </a:p>
        </p:txBody>
      </p:sp>
      <p:sp>
        <p:nvSpPr>
          <p:cNvPr id="1592" name="Полилиния: фигура 1591">
            <a:extLst>
              <a:ext uri="{FF2B5EF4-FFF2-40B4-BE49-F238E27FC236}">
                <a16:creationId xmlns:a16="http://schemas.microsoft.com/office/drawing/2014/main" id="{35705F00-B6AD-F2C8-B5F6-44A652EBBE96}"/>
              </a:ext>
            </a:extLst>
          </p:cNvPr>
          <p:cNvSpPr/>
          <p:nvPr/>
        </p:nvSpPr>
        <p:spPr>
          <a:xfrm>
            <a:off x="11165713" y="1404557"/>
            <a:ext cx="171450" cy="171448"/>
          </a:xfrm>
          <a:custGeom>
            <a:avLst/>
            <a:gdLst>
              <a:gd name="connsiteX0" fmla="*/ 19932 w 171450"/>
              <a:gd name="connsiteY0" fmla="*/ 113983 h 171448"/>
              <a:gd name="connsiteX1" fmla="*/ 38100 w 171450"/>
              <a:gd name="connsiteY1" fmla="*/ 114299 h 171448"/>
              <a:gd name="connsiteX2" fmla="*/ 56269 w 171450"/>
              <a:gd name="connsiteY2" fmla="*/ 113983 h 171448"/>
              <a:gd name="connsiteX3" fmla="*/ 66675 w 171450"/>
              <a:gd name="connsiteY3" fmla="*/ 123822 h 171448"/>
              <a:gd name="connsiteX4" fmla="*/ 66675 w 171450"/>
              <a:gd name="connsiteY4" fmla="*/ 133347 h 171448"/>
              <a:gd name="connsiteX5" fmla="*/ 38100 w 171450"/>
              <a:gd name="connsiteY5" fmla="*/ 171448 h 171448"/>
              <a:gd name="connsiteX6" fmla="*/ 9525 w 171450"/>
              <a:gd name="connsiteY6" fmla="*/ 133347 h 171448"/>
              <a:gd name="connsiteX7" fmla="*/ 9525 w 171450"/>
              <a:gd name="connsiteY7" fmla="*/ 123822 h 171448"/>
              <a:gd name="connsiteX8" fmla="*/ 19932 w 171450"/>
              <a:gd name="connsiteY8" fmla="*/ 113983 h 171448"/>
              <a:gd name="connsiteX9" fmla="*/ 115182 w 171450"/>
              <a:gd name="connsiteY9" fmla="*/ 94933 h 171448"/>
              <a:gd name="connsiteX10" fmla="*/ 133350 w 171450"/>
              <a:gd name="connsiteY10" fmla="*/ 95249 h 171448"/>
              <a:gd name="connsiteX11" fmla="*/ 151519 w 171450"/>
              <a:gd name="connsiteY11" fmla="*/ 94933 h 171448"/>
              <a:gd name="connsiteX12" fmla="*/ 161925 w 171450"/>
              <a:gd name="connsiteY12" fmla="*/ 104772 h 171448"/>
              <a:gd name="connsiteX13" fmla="*/ 161925 w 171450"/>
              <a:gd name="connsiteY13" fmla="*/ 114297 h 171448"/>
              <a:gd name="connsiteX14" fmla="*/ 133350 w 171450"/>
              <a:gd name="connsiteY14" fmla="*/ 152398 h 171448"/>
              <a:gd name="connsiteX15" fmla="*/ 104775 w 171450"/>
              <a:gd name="connsiteY15" fmla="*/ 114297 h 171448"/>
              <a:gd name="connsiteX16" fmla="*/ 104775 w 171450"/>
              <a:gd name="connsiteY16" fmla="*/ 104772 h 171448"/>
              <a:gd name="connsiteX17" fmla="*/ 115182 w 171450"/>
              <a:gd name="connsiteY17" fmla="*/ 94933 h 171448"/>
              <a:gd name="connsiteX18" fmla="*/ 38100 w 171450"/>
              <a:gd name="connsiteY18" fmla="*/ 19050 h 171448"/>
              <a:gd name="connsiteX19" fmla="*/ 76200 w 171450"/>
              <a:gd name="connsiteY19" fmla="*/ 76200 h 171448"/>
              <a:gd name="connsiteX20" fmla="*/ 76200 w 171450"/>
              <a:gd name="connsiteY20" fmla="*/ 85725 h 171448"/>
              <a:gd name="connsiteX21" fmla="*/ 38100 w 171450"/>
              <a:gd name="connsiteY21" fmla="*/ 104775 h 171448"/>
              <a:gd name="connsiteX22" fmla="*/ 0 w 171450"/>
              <a:gd name="connsiteY22" fmla="*/ 85725 h 171448"/>
              <a:gd name="connsiteX23" fmla="*/ 0 w 171450"/>
              <a:gd name="connsiteY23" fmla="*/ 76200 h 171448"/>
              <a:gd name="connsiteX24" fmla="*/ 38100 w 171450"/>
              <a:gd name="connsiteY24" fmla="*/ 19050 h 171448"/>
              <a:gd name="connsiteX25" fmla="*/ 133350 w 171450"/>
              <a:gd name="connsiteY25" fmla="*/ 0 h 171448"/>
              <a:gd name="connsiteX26" fmla="*/ 171450 w 171450"/>
              <a:gd name="connsiteY26" fmla="*/ 57150 h 171448"/>
              <a:gd name="connsiteX27" fmla="*/ 171450 w 171450"/>
              <a:gd name="connsiteY27" fmla="*/ 66675 h 171448"/>
              <a:gd name="connsiteX28" fmla="*/ 133350 w 171450"/>
              <a:gd name="connsiteY28" fmla="*/ 85725 h 171448"/>
              <a:gd name="connsiteX29" fmla="*/ 95250 w 171450"/>
              <a:gd name="connsiteY29" fmla="*/ 66675 h 171448"/>
              <a:gd name="connsiteX30" fmla="*/ 95250 w 171450"/>
              <a:gd name="connsiteY30" fmla="*/ 57150 h 171448"/>
              <a:gd name="connsiteX31" fmla="*/ 133350 w 171450"/>
              <a:gd name="connsiteY31" fmla="*/ 0 h 17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1450" h="171448">
                <a:moveTo>
                  <a:pt x="19932" y="113983"/>
                </a:moveTo>
                <a:cubicBezTo>
                  <a:pt x="25088" y="114298"/>
                  <a:pt x="31401" y="114299"/>
                  <a:pt x="38100" y="114299"/>
                </a:cubicBezTo>
                <a:cubicBezTo>
                  <a:pt x="44799" y="114299"/>
                  <a:pt x="51112" y="114298"/>
                  <a:pt x="56269" y="113983"/>
                </a:cubicBezTo>
                <a:cubicBezTo>
                  <a:pt x="66675" y="113348"/>
                  <a:pt x="66675" y="114299"/>
                  <a:pt x="66675" y="123822"/>
                </a:cubicBezTo>
                <a:lnTo>
                  <a:pt x="66675" y="133347"/>
                </a:lnTo>
                <a:cubicBezTo>
                  <a:pt x="66675" y="147635"/>
                  <a:pt x="66675" y="171448"/>
                  <a:pt x="38100" y="171448"/>
                </a:cubicBezTo>
                <a:cubicBezTo>
                  <a:pt x="9525" y="171448"/>
                  <a:pt x="9525" y="147635"/>
                  <a:pt x="9525" y="133347"/>
                </a:cubicBezTo>
                <a:lnTo>
                  <a:pt x="9525" y="123822"/>
                </a:lnTo>
                <a:cubicBezTo>
                  <a:pt x="9525" y="114299"/>
                  <a:pt x="9525" y="113346"/>
                  <a:pt x="19932" y="113983"/>
                </a:cubicBezTo>
                <a:close/>
                <a:moveTo>
                  <a:pt x="115182" y="94933"/>
                </a:moveTo>
                <a:cubicBezTo>
                  <a:pt x="120338" y="95248"/>
                  <a:pt x="126651" y="95249"/>
                  <a:pt x="133350" y="95249"/>
                </a:cubicBezTo>
                <a:cubicBezTo>
                  <a:pt x="140049" y="95249"/>
                  <a:pt x="146362" y="95248"/>
                  <a:pt x="151519" y="94933"/>
                </a:cubicBezTo>
                <a:cubicBezTo>
                  <a:pt x="161925" y="94298"/>
                  <a:pt x="161925" y="95249"/>
                  <a:pt x="161925" y="104772"/>
                </a:cubicBezTo>
                <a:lnTo>
                  <a:pt x="161925" y="114297"/>
                </a:lnTo>
                <a:cubicBezTo>
                  <a:pt x="161925" y="128585"/>
                  <a:pt x="161925" y="152398"/>
                  <a:pt x="133350" y="152398"/>
                </a:cubicBezTo>
                <a:cubicBezTo>
                  <a:pt x="104775" y="152398"/>
                  <a:pt x="104775" y="128585"/>
                  <a:pt x="104775" y="114297"/>
                </a:cubicBezTo>
                <a:lnTo>
                  <a:pt x="104775" y="104772"/>
                </a:lnTo>
                <a:cubicBezTo>
                  <a:pt x="104775" y="95249"/>
                  <a:pt x="104775" y="94296"/>
                  <a:pt x="115182" y="94933"/>
                </a:cubicBezTo>
                <a:close/>
                <a:moveTo>
                  <a:pt x="38100" y="19050"/>
                </a:moveTo>
                <a:cubicBezTo>
                  <a:pt x="76200" y="19050"/>
                  <a:pt x="76200" y="52388"/>
                  <a:pt x="76200" y="76200"/>
                </a:cubicBezTo>
                <a:lnTo>
                  <a:pt x="76200" y="85725"/>
                </a:lnTo>
                <a:cubicBezTo>
                  <a:pt x="76200" y="104775"/>
                  <a:pt x="65676" y="104775"/>
                  <a:pt x="38100" y="104775"/>
                </a:cubicBezTo>
                <a:cubicBezTo>
                  <a:pt x="10524" y="104775"/>
                  <a:pt x="0" y="104775"/>
                  <a:pt x="0" y="85725"/>
                </a:cubicBezTo>
                <a:lnTo>
                  <a:pt x="0" y="76200"/>
                </a:lnTo>
                <a:cubicBezTo>
                  <a:pt x="0" y="52388"/>
                  <a:pt x="0" y="19050"/>
                  <a:pt x="38100" y="19050"/>
                </a:cubicBezTo>
                <a:close/>
                <a:moveTo>
                  <a:pt x="133350" y="0"/>
                </a:moveTo>
                <a:cubicBezTo>
                  <a:pt x="171450" y="0"/>
                  <a:pt x="171450" y="33338"/>
                  <a:pt x="171450" y="57150"/>
                </a:cubicBezTo>
                <a:lnTo>
                  <a:pt x="171450" y="66675"/>
                </a:lnTo>
                <a:cubicBezTo>
                  <a:pt x="171450" y="85725"/>
                  <a:pt x="160926" y="85725"/>
                  <a:pt x="133350" y="85725"/>
                </a:cubicBezTo>
                <a:cubicBezTo>
                  <a:pt x="105774" y="85725"/>
                  <a:pt x="95250" y="85725"/>
                  <a:pt x="95250" y="66675"/>
                </a:cubicBezTo>
                <a:lnTo>
                  <a:pt x="95250" y="57150"/>
                </a:lnTo>
                <a:cubicBezTo>
                  <a:pt x="95250" y="33338"/>
                  <a:pt x="95250" y="0"/>
                  <a:pt x="133350" y="0"/>
                </a:cubicBezTo>
                <a:close/>
              </a:path>
            </a:pathLst>
          </a:custGeom>
          <a:solidFill>
            <a:srgbClr val="000000"/>
          </a:solidFill>
          <a:ln w="9525" cap="flat">
            <a:noFill/>
            <a:prstDash val="solid"/>
            <a:miter/>
          </a:ln>
        </p:spPr>
        <p:txBody>
          <a:bodyPr rtlCol="0" anchor="ctr"/>
          <a:lstStyle/>
          <a:p>
            <a:endParaRPr lang="ru-RU"/>
          </a:p>
        </p:txBody>
      </p:sp>
      <p:sp>
        <p:nvSpPr>
          <p:cNvPr id="1534" name="Рисунок 901">
            <a:extLst>
              <a:ext uri="{FF2B5EF4-FFF2-40B4-BE49-F238E27FC236}">
                <a16:creationId xmlns:a16="http://schemas.microsoft.com/office/drawing/2014/main" id="{ABEDCE7D-F59D-BC90-EAC9-C3709BBE55E6}"/>
              </a:ext>
            </a:extLst>
          </p:cNvPr>
          <p:cNvSpPr/>
          <p:nvPr/>
        </p:nvSpPr>
        <p:spPr>
          <a:xfrm>
            <a:off x="11165713" y="3343275"/>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121035 w 171450"/>
              <a:gd name="connsiteY5" fmla="*/ 63885 h 171450"/>
              <a:gd name="connsiteX6" fmla="*/ 121035 w 171450"/>
              <a:gd name="connsiteY6" fmla="*/ 50415 h 171450"/>
              <a:gd name="connsiteX7" fmla="*/ 107565 w 171450"/>
              <a:gd name="connsiteY7" fmla="*/ 50415 h 171450"/>
              <a:gd name="connsiteX8" fmla="*/ 50415 w 171450"/>
              <a:gd name="connsiteY8" fmla="*/ 107565 h 171450"/>
              <a:gd name="connsiteX9" fmla="*/ 50415 w 171450"/>
              <a:gd name="connsiteY9" fmla="*/ 121035 h 171450"/>
              <a:gd name="connsiteX10" fmla="*/ 63885 w 171450"/>
              <a:gd name="connsiteY10" fmla="*/ 121035 h 171450"/>
              <a:gd name="connsiteX11" fmla="*/ 121035 w 171450"/>
              <a:gd name="connsiteY11" fmla="*/ 63885 h 171450"/>
              <a:gd name="connsiteX12" fmla="*/ 76200 w 171450"/>
              <a:gd name="connsiteY12" fmla="*/ 61913 h 171450"/>
              <a:gd name="connsiteX13" fmla="*/ 61913 w 171450"/>
              <a:gd name="connsiteY13" fmla="*/ 47625 h 171450"/>
              <a:gd name="connsiteX14" fmla="*/ 47625 w 171450"/>
              <a:gd name="connsiteY14" fmla="*/ 61913 h 171450"/>
              <a:gd name="connsiteX15" fmla="*/ 61913 w 171450"/>
              <a:gd name="connsiteY15" fmla="*/ 76200 h 171450"/>
              <a:gd name="connsiteX16" fmla="*/ 76200 w 171450"/>
              <a:gd name="connsiteY16" fmla="*/ 61913 h 171450"/>
              <a:gd name="connsiteX17" fmla="*/ 109538 w 171450"/>
              <a:gd name="connsiteY17" fmla="*/ 123825 h 171450"/>
              <a:gd name="connsiteX18" fmla="*/ 123825 w 171450"/>
              <a:gd name="connsiteY18" fmla="*/ 109538 h 171450"/>
              <a:gd name="connsiteX19" fmla="*/ 109538 w 171450"/>
              <a:gd name="connsiteY19" fmla="*/ 95250 h 171450"/>
              <a:gd name="connsiteX20" fmla="*/ 95250 w 171450"/>
              <a:gd name="connsiteY20" fmla="*/ 109538 h 171450"/>
              <a:gd name="connsiteX21" fmla="*/ 109538 w 171450"/>
              <a:gd name="connsiteY21"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121035" y="63885"/>
                </a:moveTo>
                <a:cubicBezTo>
                  <a:pt x="124755" y="60165"/>
                  <a:pt x="124755" y="54135"/>
                  <a:pt x="121035" y="50415"/>
                </a:cubicBezTo>
                <a:cubicBezTo>
                  <a:pt x="117316" y="46695"/>
                  <a:pt x="111284" y="46695"/>
                  <a:pt x="107565" y="50415"/>
                </a:cubicBezTo>
                <a:lnTo>
                  <a:pt x="50415" y="107565"/>
                </a:lnTo>
                <a:cubicBezTo>
                  <a:pt x="46695" y="111284"/>
                  <a:pt x="46695" y="117316"/>
                  <a:pt x="50415" y="121035"/>
                </a:cubicBezTo>
                <a:cubicBezTo>
                  <a:pt x="54135" y="124755"/>
                  <a:pt x="60165" y="124755"/>
                  <a:pt x="63885" y="121035"/>
                </a:cubicBezTo>
                <a:lnTo>
                  <a:pt x="121035" y="63885"/>
                </a:lnTo>
                <a:close/>
                <a:moveTo>
                  <a:pt x="76200" y="61913"/>
                </a:moveTo>
                <a:cubicBezTo>
                  <a:pt x="76200" y="54022"/>
                  <a:pt x="69803" y="47625"/>
                  <a:pt x="61913" y="47625"/>
                </a:cubicBezTo>
                <a:cubicBezTo>
                  <a:pt x="54022" y="47625"/>
                  <a:pt x="47625" y="54022"/>
                  <a:pt x="47625" y="61913"/>
                </a:cubicBezTo>
                <a:cubicBezTo>
                  <a:pt x="47625" y="69803"/>
                  <a:pt x="54022" y="76200"/>
                  <a:pt x="61913" y="76200"/>
                </a:cubicBezTo>
                <a:cubicBezTo>
                  <a:pt x="69803" y="76200"/>
                  <a:pt x="76200" y="69803"/>
                  <a:pt x="76200" y="61913"/>
                </a:cubicBezTo>
                <a:close/>
                <a:moveTo>
                  <a:pt x="109538" y="123825"/>
                </a:moveTo>
                <a:cubicBezTo>
                  <a:pt x="117428" y="123825"/>
                  <a:pt x="123825" y="117428"/>
                  <a:pt x="123825" y="109538"/>
                </a:cubicBezTo>
                <a:cubicBezTo>
                  <a:pt x="123825" y="101647"/>
                  <a:pt x="117428" y="95250"/>
                  <a:pt x="109538" y="95250"/>
                </a:cubicBezTo>
                <a:cubicBezTo>
                  <a:pt x="101647" y="95250"/>
                  <a:pt x="95250" y="101647"/>
                  <a:pt x="95250" y="109538"/>
                </a:cubicBezTo>
                <a:cubicBezTo>
                  <a:pt x="95250" y="117428"/>
                  <a:pt x="101647" y="123825"/>
                  <a:pt x="109538" y="123825"/>
                </a:cubicBezTo>
                <a:close/>
              </a:path>
            </a:pathLst>
          </a:custGeom>
          <a:solidFill>
            <a:srgbClr val="000000"/>
          </a:solidFill>
          <a:ln w="9525" cap="flat">
            <a:noFill/>
            <a:prstDash val="solid"/>
            <a:miter/>
          </a:ln>
        </p:spPr>
        <p:txBody>
          <a:bodyPr rtlCol="0" anchor="ctr"/>
          <a:lstStyle/>
          <a:p>
            <a:endParaRPr lang="ru-RU"/>
          </a:p>
        </p:txBody>
      </p:sp>
      <p:sp>
        <p:nvSpPr>
          <p:cNvPr id="1626" name="Полилиния: фигура 1625">
            <a:extLst>
              <a:ext uri="{FF2B5EF4-FFF2-40B4-BE49-F238E27FC236}">
                <a16:creationId xmlns:a16="http://schemas.microsoft.com/office/drawing/2014/main" id="{5D98E28D-6350-D87F-1642-FA2587DF58AD}"/>
              </a:ext>
            </a:extLst>
          </p:cNvPr>
          <p:cNvSpPr/>
          <p:nvPr/>
        </p:nvSpPr>
        <p:spPr>
          <a:xfrm>
            <a:off x="11165712" y="5767687"/>
            <a:ext cx="171450" cy="171450"/>
          </a:xfrm>
          <a:custGeom>
            <a:avLst/>
            <a:gdLst>
              <a:gd name="connsiteX0" fmla="*/ 89344 w 171450"/>
              <a:gd name="connsiteY0" fmla="*/ 139722 h 171450"/>
              <a:gd name="connsiteX1" fmla="*/ 95725 w 171450"/>
              <a:gd name="connsiteY1" fmla="*/ 142526 h 171450"/>
              <a:gd name="connsiteX2" fmla="*/ 123440 w 171450"/>
              <a:gd name="connsiteY2" fmla="*/ 155774 h 171450"/>
              <a:gd name="connsiteX3" fmla="*/ 122688 w 171450"/>
              <a:gd name="connsiteY3" fmla="*/ 163099 h 171450"/>
              <a:gd name="connsiteX4" fmla="*/ 76683 w 171450"/>
              <a:gd name="connsiteY4" fmla="*/ 170975 h 171450"/>
              <a:gd name="connsiteX5" fmla="*/ 72428 w 171450"/>
              <a:gd name="connsiteY5" fmla="*/ 161162 h 171450"/>
              <a:gd name="connsiteX6" fmla="*/ 84090 w 171450"/>
              <a:gd name="connsiteY6" fmla="*/ 144706 h 171450"/>
              <a:gd name="connsiteX7" fmla="*/ 89344 w 171450"/>
              <a:gd name="connsiteY7" fmla="*/ 139722 h 171450"/>
              <a:gd name="connsiteX8" fmla="*/ 130477 w 171450"/>
              <a:gd name="connsiteY8" fmla="*/ 97866 h 171450"/>
              <a:gd name="connsiteX9" fmla="*/ 135814 w 171450"/>
              <a:gd name="connsiteY9" fmla="*/ 102989 h 171450"/>
              <a:gd name="connsiteX10" fmla="*/ 143645 w 171450"/>
              <a:gd name="connsiteY10" fmla="*/ 118052 h 171450"/>
              <a:gd name="connsiteX11" fmla="*/ 148750 w 171450"/>
              <a:gd name="connsiteY11" fmla="*/ 137563 h 171450"/>
              <a:gd name="connsiteX12" fmla="*/ 146343 w 171450"/>
              <a:gd name="connsiteY12" fmla="*/ 146342 h 171450"/>
              <a:gd name="connsiteX13" fmla="*/ 137564 w 171450"/>
              <a:gd name="connsiteY13" fmla="*/ 148749 h 171450"/>
              <a:gd name="connsiteX14" fmla="*/ 118053 w 171450"/>
              <a:gd name="connsiteY14" fmla="*/ 143646 h 171450"/>
              <a:gd name="connsiteX15" fmla="*/ 102990 w 171450"/>
              <a:gd name="connsiteY15" fmla="*/ 135813 h 171450"/>
              <a:gd name="connsiteX16" fmla="*/ 102737 w 171450"/>
              <a:gd name="connsiteY16" fmla="*/ 122943 h 171450"/>
              <a:gd name="connsiteX17" fmla="*/ 112666 w 171450"/>
              <a:gd name="connsiteY17" fmla="*/ 112666 h 171450"/>
              <a:gd name="connsiteX18" fmla="*/ 122944 w 171450"/>
              <a:gd name="connsiteY18" fmla="*/ 102737 h 171450"/>
              <a:gd name="connsiteX19" fmla="*/ 130477 w 171450"/>
              <a:gd name="connsiteY19" fmla="*/ 97866 h 171450"/>
              <a:gd name="connsiteX20" fmla="*/ 38483 w 171450"/>
              <a:gd name="connsiteY20" fmla="*/ 91989 h 171450"/>
              <a:gd name="connsiteX21" fmla="*/ 45463 w 171450"/>
              <a:gd name="connsiteY21" fmla="*/ 98197 h 171450"/>
              <a:gd name="connsiteX22" fmla="*/ 58785 w 171450"/>
              <a:gd name="connsiteY22" fmla="*/ 112666 h 171450"/>
              <a:gd name="connsiteX23" fmla="*/ 73255 w 171450"/>
              <a:gd name="connsiteY23" fmla="*/ 125989 h 171450"/>
              <a:gd name="connsiteX24" fmla="*/ 79462 w 171450"/>
              <a:gd name="connsiteY24" fmla="*/ 132969 h 171450"/>
              <a:gd name="connsiteX25" fmla="*/ 75165 w 171450"/>
              <a:gd name="connsiteY25" fmla="*/ 140697 h 171450"/>
              <a:gd name="connsiteX26" fmla="*/ 64382 w 171450"/>
              <a:gd name="connsiteY26" fmla="*/ 156065 h 171450"/>
              <a:gd name="connsiteX27" fmla="*/ 48763 w 171450"/>
              <a:gd name="connsiteY27" fmla="*/ 163098 h 171450"/>
              <a:gd name="connsiteX28" fmla="*/ 25109 w 171450"/>
              <a:gd name="connsiteY28" fmla="*/ 146343 h 171450"/>
              <a:gd name="connsiteX29" fmla="*/ 8353 w 171450"/>
              <a:gd name="connsiteY29" fmla="*/ 122688 h 171450"/>
              <a:gd name="connsiteX30" fmla="*/ 15386 w 171450"/>
              <a:gd name="connsiteY30" fmla="*/ 107070 h 171450"/>
              <a:gd name="connsiteX31" fmla="*/ 30754 w 171450"/>
              <a:gd name="connsiteY31" fmla="*/ 96286 h 171450"/>
              <a:gd name="connsiteX32" fmla="*/ 38483 w 171450"/>
              <a:gd name="connsiteY32" fmla="*/ 91989 h 171450"/>
              <a:gd name="connsiteX33" fmla="*/ 168569 w 171450"/>
              <a:gd name="connsiteY33" fmla="*/ 69759 h 171450"/>
              <a:gd name="connsiteX34" fmla="*/ 170975 w 171450"/>
              <a:gd name="connsiteY34" fmla="*/ 76683 h 171450"/>
              <a:gd name="connsiteX35" fmla="*/ 163098 w 171450"/>
              <a:gd name="connsiteY35" fmla="*/ 122687 h 171450"/>
              <a:gd name="connsiteX36" fmla="*/ 155774 w 171450"/>
              <a:gd name="connsiteY36" fmla="*/ 123440 h 171450"/>
              <a:gd name="connsiteX37" fmla="*/ 142526 w 171450"/>
              <a:gd name="connsiteY37" fmla="*/ 95726 h 171450"/>
              <a:gd name="connsiteX38" fmla="*/ 144706 w 171450"/>
              <a:gd name="connsiteY38" fmla="*/ 84088 h 171450"/>
              <a:gd name="connsiteX39" fmla="*/ 161162 w 171450"/>
              <a:gd name="connsiteY39" fmla="*/ 72428 h 171450"/>
              <a:gd name="connsiteX40" fmla="*/ 168569 w 171450"/>
              <a:gd name="connsiteY40" fmla="*/ 69759 h 171450"/>
              <a:gd name="connsiteX41" fmla="*/ 81863 w 171450"/>
              <a:gd name="connsiteY41" fmla="*/ 50860 h 171450"/>
              <a:gd name="connsiteX42" fmla="*/ 91899 w 171450"/>
              <a:gd name="connsiteY42" fmla="*/ 52611 h 171450"/>
              <a:gd name="connsiteX43" fmla="*/ 105931 w 171450"/>
              <a:gd name="connsiteY43" fmla="*/ 65519 h 171450"/>
              <a:gd name="connsiteX44" fmla="*/ 118840 w 171450"/>
              <a:gd name="connsiteY44" fmla="*/ 79552 h 171450"/>
              <a:gd name="connsiteX45" fmla="*/ 112884 w 171450"/>
              <a:gd name="connsiteY45" fmla="*/ 98979 h 171450"/>
              <a:gd name="connsiteX46" fmla="*/ 98980 w 171450"/>
              <a:gd name="connsiteY46" fmla="*/ 112882 h 171450"/>
              <a:gd name="connsiteX47" fmla="*/ 79553 w 171450"/>
              <a:gd name="connsiteY47" fmla="*/ 118839 h 171450"/>
              <a:gd name="connsiteX48" fmla="*/ 65520 w 171450"/>
              <a:gd name="connsiteY48" fmla="*/ 105931 h 171450"/>
              <a:gd name="connsiteX49" fmla="*/ 52612 w 171450"/>
              <a:gd name="connsiteY49" fmla="*/ 91898 h 171450"/>
              <a:gd name="connsiteX50" fmla="*/ 58785 w 171450"/>
              <a:gd name="connsiteY50" fmla="*/ 72255 h 171450"/>
              <a:gd name="connsiteX51" fmla="*/ 72256 w 171450"/>
              <a:gd name="connsiteY51" fmla="*/ 58784 h 171450"/>
              <a:gd name="connsiteX52" fmla="*/ 81863 w 171450"/>
              <a:gd name="connsiteY52" fmla="*/ 50860 h 171450"/>
              <a:gd name="connsiteX53" fmla="*/ 12417 w 171450"/>
              <a:gd name="connsiteY53" fmla="*/ 44449 h 171450"/>
              <a:gd name="connsiteX54" fmla="*/ 15676 w 171450"/>
              <a:gd name="connsiteY54" fmla="*/ 48011 h 171450"/>
              <a:gd name="connsiteX55" fmla="*/ 28925 w 171450"/>
              <a:gd name="connsiteY55" fmla="*/ 75726 h 171450"/>
              <a:gd name="connsiteX56" fmla="*/ 26745 w 171450"/>
              <a:gd name="connsiteY56" fmla="*/ 87362 h 171450"/>
              <a:gd name="connsiteX57" fmla="*/ 10288 w 171450"/>
              <a:gd name="connsiteY57" fmla="*/ 99024 h 171450"/>
              <a:gd name="connsiteX58" fmla="*/ 475 w 171450"/>
              <a:gd name="connsiteY58" fmla="*/ 94769 h 171450"/>
              <a:gd name="connsiteX59" fmla="*/ 8352 w 171450"/>
              <a:gd name="connsiteY59" fmla="*/ 48764 h 171450"/>
              <a:gd name="connsiteX60" fmla="*/ 12417 w 171450"/>
              <a:gd name="connsiteY60" fmla="*/ 44449 h 171450"/>
              <a:gd name="connsiteX61" fmla="*/ 33888 w 171450"/>
              <a:gd name="connsiteY61" fmla="*/ 22701 h 171450"/>
              <a:gd name="connsiteX62" fmla="*/ 53399 w 171450"/>
              <a:gd name="connsiteY62" fmla="*/ 27806 h 171450"/>
              <a:gd name="connsiteX63" fmla="*/ 68462 w 171450"/>
              <a:gd name="connsiteY63" fmla="*/ 35638 h 171450"/>
              <a:gd name="connsiteX64" fmla="*/ 68714 w 171450"/>
              <a:gd name="connsiteY64" fmla="*/ 48508 h 171450"/>
              <a:gd name="connsiteX65" fmla="*/ 58786 w 171450"/>
              <a:gd name="connsiteY65" fmla="*/ 58785 h 171450"/>
              <a:gd name="connsiteX66" fmla="*/ 48508 w 171450"/>
              <a:gd name="connsiteY66" fmla="*/ 68714 h 171450"/>
              <a:gd name="connsiteX67" fmla="*/ 35638 w 171450"/>
              <a:gd name="connsiteY67" fmla="*/ 68462 h 171450"/>
              <a:gd name="connsiteX68" fmla="*/ 27806 w 171450"/>
              <a:gd name="connsiteY68" fmla="*/ 53399 h 171450"/>
              <a:gd name="connsiteX69" fmla="*/ 22701 w 171450"/>
              <a:gd name="connsiteY69" fmla="*/ 33888 h 171450"/>
              <a:gd name="connsiteX70" fmla="*/ 25109 w 171450"/>
              <a:gd name="connsiteY70" fmla="*/ 25109 h 171450"/>
              <a:gd name="connsiteX71" fmla="*/ 33888 w 171450"/>
              <a:gd name="connsiteY71" fmla="*/ 22701 h 171450"/>
              <a:gd name="connsiteX72" fmla="*/ 113789 w 171450"/>
              <a:gd name="connsiteY72" fmla="*/ 7009 h 171450"/>
              <a:gd name="connsiteX73" fmla="*/ 122688 w 171450"/>
              <a:gd name="connsiteY73" fmla="*/ 8352 h 171450"/>
              <a:gd name="connsiteX74" fmla="*/ 146343 w 171450"/>
              <a:gd name="connsiteY74" fmla="*/ 25109 h 171450"/>
              <a:gd name="connsiteX75" fmla="*/ 163098 w 171450"/>
              <a:gd name="connsiteY75" fmla="*/ 48763 h 171450"/>
              <a:gd name="connsiteX76" fmla="*/ 156053 w 171450"/>
              <a:gd name="connsiteY76" fmla="*/ 64389 h 171450"/>
              <a:gd name="connsiteX77" fmla="*/ 140697 w 171450"/>
              <a:gd name="connsiteY77" fmla="*/ 75165 h 171450"/>
              <a:gd name="connsiteX78" fmla="*/ 132969 w 171450"/>
              <a:gd name="connsiteY78" fmla="*/ 79462 h 171450"/>
              <a:gd name="connsiteX79" fmla="*/ 125988 w 171450"/>
              <a:gd name="connsiteY79" fmla="*/ 73253 h 171450"/>
              <a:gd name="connsiteX80" fmla="*/ 112666 w 171450"/>
              <a:gd name="connsiteY80" fmla="*/ 58784 h 171450"/>
              <a:gd name="connsiteX81" fmla="*/ 98198 w 171450"/>
              <a:gd name="connsiteY81" fmla="*/ 45463 h 171450"/>
              <a:gd name="connsiteX82" fmla="*/ 91989 w 171450"/>
              <a:gd name="connsiteY82" fmla="*/ 38482 h 171450"/>
              <a:gd name="connsiteX83" fmla="*/ 96286 w 171450"/>
              <a:gd name="connsiteY83" fmla="*/ 30754 h 171450"/>
              <a:gd name="connsiteX84" fmla="*/ 107062 w 171450"/>
              <a:gd name="connsiteY84" fmla="*/ 15399 h 171450"/>
              <a:gd name="connsiteX85" fmla="*/ 113789 w 171450"/>
              <a:gd name="connsiteY85" fmla="*/ 7009 h 171450"/>
              <a:gd name="connsiteX86" fmla="*/ 94768 w 171450"/>
              <a:gd name="connsiteY86" fmla="*/ 475 h 171450"/>
              <a:gd name="connsiteX87" fmla="*/ 99023 w 171450"/>
              <a:gd name="connsiteY87" fmla="*/ 10288 h 171450"/>
              <a:gd name="connsiteX88" fmla="*/ 87363 w 171450"/>
              <a:gd name="connsiteY88" fmla="*/ 26744 h 171450"/>
              <a:gd name="connsiteX89" fmla="*/ 75725 w 171450"/>
              <a:gd name="connsiteY89" fmla="*/ 28924 h 171450"/>
              <a:gd name="connsiteX90" fmla="*/ 48011 w 171450"/>
              <a:gd name="connsiteY90" fmla="*/ 15676 h 171450"/>
              <a:gd name="connsiteX91" fmla="*/ 48763 w 171450"/>
              <a:gd name="connsiteY91" fmla="*/ 8352 h 171450"/>
              <a:gd name="connsiteX92" fmla="*/ 94768 w 171450"/>
              <a:gd name="connsiteY92" fmla="*/ 4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71450" h="171450">
                <a:moveTo>
                  <a:pt x="89344" y="139722"/>
                </a:moveTo>
                <a:cubicBezTo>
                  <a:pt x="90827" y="139466"/>
                  <a:pt x="92497" y="140510"/>
                  <a:pt x="95725" y="142526"/>
                </a:cubicBezTo>
                <a:cubicBezTo>
                  <a:pt x="104407" y="147947"/>
                  <a:pt x="113618" y="152776"/>
                  <a:pt x="123440" y="155774"/>
                </a:cubicBezTo>
                <a:cubicBezTo>
                  <a:pt x="128476" y="157310"/>
                  <a:pt x="128154" y="160487"/>
                  <a:pt x="122688" y="163099"/>
                </a:cubicBezTo>
                <a:cubicBezTo>
                  <a:pt x="108252" y="169995"/>
                  <a:pt x="92285" y="172620"/>
                  <a:pt x="76683" y="170975"/>
                </a:cubicBezTo>
                <a:cubicBezTo>
                  <a:pt x="68672" y="170130"/>
                  <a:pt x="67649" y="168677"/>
                  <a:pt x="72428" y="161162"/>
                </a:cubicBezTo>
                <a:cubicBezTo>
                  <a:pt x="75928" y="155658"/>
                  <a:pt x="79650" y="150396"/>
                  <a:pt x="84090" y="144706"/>
                </a:cubicBezTo>
                <a:cubicBezTo>
                  <a:pt x="86567" y="141530"/>
                  <a:pt x="87862" y="139976"/>
                  <a:pt x="89344" y="139722"/>
                </a:cubicBezTo>
                <a:close/>
                <a:moveTo>
                  <a:pt x="130477" y="97866"/>
                </a:moveTo>
                <a:cubicBezTo>
                  <a:pt x="132304" y="97900"/>
                  <a:pt x="133765" y="99600"/>
                  <a:pt x="135814" y="102989"/>
                </a:cubicBezTo>
                <a:cubicBezTo>
                  <a:pt x="138980" y="108227"/>
                  <a:pt x="141603" y="113286"/>
                  <a:pt x="143645" y="118052"/>
                </a:cubicBezTo>
                <a:cubicBezTo>
                  <a:pt x="147020" y="125926"/>
                  <a:pt x="148610" y="132537"/>
                  <a:pt x="148750" y="137563"/>
                </a:cubicBezTo>
                <a:cubicBezTo>
                  <a:pt x="148890" y="142563"/>
                  <a:pt x="147613" y="145071"/>
                  <a:pt x="146343" y="146342"/>
                </a:cubicBezTo>
                <a:cubicBezTo>
                  <a:pt x="145071" y="147613"/>
                  <a:pt x="142562" y="148889"/>
                  <a:pt x="137564" y="148749"/>
                </a:cubicBezTo>
                <a:cubicBezTo>
                  <a:pt x="132537" y="148609"/>
                  <a:pt x="125927" y="147020"/>
                  <a:pt x="118053" y="143646"/>
                </a:cubicBezTo>
                <a:cubicBezTo>
                  <a:pt x="113286" y="141602"/>
                  <a:pt x="108228" y="138979"/>
                  <a:pt x="102990" y="135813"/>
                </a:cubicBezTo>
                <a:cubicBezTo>
                  <a:pt x="96213" y="131716"/>
                  <a:pt x="96192" y="129968"/>
                  <a:pt x="102737" y="122943"/>
                </a:cubicBezTo>
                <a:cubicBezTo>
                  <a:pt x="105863" y="119589"/>
                  <a:pt x="109171" y="116160"/>
                  <a:pt x="112666" y="112666"/>
                </a:cubicBezTo>
                <a:cubicBezTo>
                  <a:pt x="116161" y="109171"/>
                  <a:pt x="119590" y="105862"/>
                  <a:pt x="122944" y="102737"/>
                </a:cubicBezTo>
                <a:cubicBezTo>
                  <a:pt x="126456" y="99463"/>
                  <a:pt x="128649" y="97832"/>
                  <a:pt x="130477" y="97866"/>
                </a:cubicBezTo>
                <a:close/>
                <a:moveTo>
                  <a:pt x="38483" y="91989"/>
                </a:moveTo>
                <a:cubicBezTo>
                  <a:pt x="40353" y="92180"/>
                  <a:pt x="42040" y="94166"/>
                  <a:pt x="45463" y="98197"/>
                </a:cubicBezTo>
                <a:cubicBezTo>
                  <a:pt x="49709" y="103196"/>
                  <a:pt x="54147" y="108028"/>
                  <a:pt x="58785" y="112666"/>
                </a:cubicBezTo>
                <a:cubicBezTo>
                  <a:pt x="63423" y="117305"/>
                  <a:pt x="68255" y="121742"/>
                  <a:pt x="73255" y="125989"/>
                </a:cubicBezTo>
                <a:cubicBezTo>
                  <a:pt x="77285" y="129412"/>
                  <a:pt x="79272" y="131098"/>
                  <a:pt x="79462" y="132969"/>
                </a:cubicBezTo>
                <a:cubicBezTo>
                  <a:pt x="79648" y="134785"/>
                  <a:pt x="78139" y="136775"/>
                  <a:pt x="75165" y="140697"/>
                </a:cubicBezTo>
                <a:cubicBezTo>
                  <a:pt x="71389" y="145684"/>
                  <a:pt x="67739" y="150785"/>
                  <a:pt x="64382" y="156065"/>
                </a:cubicBezTo>
                <a:cubicBezTo>
                  <a:pt x="58727" y="164957"/>
                  <a:pt x="57313" y="167183"/>
                  <a:pt x="48763" y="163098"/>
                </a:cubicBezTo>
                <a:cubicBezTo>
                  <a:pt x="40210" y="159013"/>
                  <a:pt x="32194" y="153427"/>
                  <a:pt x="25109" y="146343"/>
                </a:cubicBezTo>
                <a:cubicBezTo>
                  <a:pt x="18024" y="139258"/>
                  <a:pt x="12439" y="131242"/>
                  <a:pt x="8353" y="122688"/>
                </a:cubicBezTo>
                <a:cubicBezTo>
                  <a:pt x="4269" y="114139"/>
                  <a:pt x="6494" y="112724"/>
                  <a:pt x="15386" y="107070"/>
                </a:cubicBezTo>
                <a:cubicBezTo>
                  <a:pt x="20666" y="103713"/>
                  <a:pt x="25767" y="100063"/>
                  <a:pt x="30754" y="96286"/>
                </a:cubicBezTo>
                <a:cubicBezTo>
                  <a:pt x="34677" y="93312"/>
                  <a:pt x="36666" y="91804"/>
                  <a:pt x="38483" y="91989"/>
                </a:cubicBezTo>
                <a:close/>
                <a:moveTo>
                  <a:pt x="168569" y="69759"/>
                </a:moveTo>
                <a:cubicBezTo>
                  <a:pt x="169978" y="70419"/>
                  <a:pt x="170552" y="72678"/>
                  <a:pt x="170975" y="76683"/>
                </a:cubicBezTo>
                <a:cubicBezTo>
                  <a:pt x="172620" y="92285"/>
                  <a:pt x="169995" y="108251"/>
                  <a:pt x="163098" y="122687"/>
                </a:cubicBezTo>
                <a:cubicBezTo>
                  <a:pt x="160267" y="128615"/>
                  <a:pt x="157310" y="128476"/>
                  <a:pt x="155774" y="123440"/>
                </a:cubicBezTo>
                <a:cubicBezTo>
                  <a:pt x="152776" y="113619"/>
                  <a:pt x="147947" y="104408"/>
                  <a:pt x="142526" y="95726"/>
                </a:cubicBezTo>
                <a:cubicBezTo>
                  <a:pt x="138493" y="89268"/>
                  <a:pt x="138353" y="89044"/>
                  <a:pt x="144706" y="84088"/>
                </a:cubicBezTo>
                <a:cubicBezTo>
                  <a:pt x="150396" y="79650"/>
                  <a:pt x="155659" y="75927"/>
                  <a:pt x="161162" y="72428"/>
                </a:cubicBezTo>
                <a:cubicBezTo>
                  <a:pt x="164919" y="70038"/>
                  <a:pt x="167161" y="69100"/>
                  <a:pt x="168569" y="69759"/>
                </a:cubicBezTo>
                <a:close/>
                <a:moveTo>
                  <a:pt x="81863" y="50860"/>
                </a:moveTo>
                <a:cubicBezTo>
                  <a:pt x="85019" y="49388"/>
                  <a:pt x="88246" y="49529"/>
                  <a:pt x="91899" y="52611"/>
                </a:cubicBezTo>
                <a:cubicBezTo>
                  <a:pt x="96591" y="56569"/>
                  <a:pt x="101292" y="60879"/>
                  <a:pt x="105931" y="65519"/>
                </a:cubicBezTo>
                <a:cubicBezTo>
                  <a:pt x="110572" y="70159"/>
                  <a:pt x="114882" y="74860"/>
                  <a:pt x="118840" y="79552"/>
                </a:cubicBezTo>
                <a:cubicBezTo>
                  <a:pt x="125005" y="86860"/>
                  <a:pt x="119522" y="92342"/>
                  <a:pt x="112884" y="98979"/>
                </a:cubicBezTo>
                <a:lnTo>
                  <a:pt x="98980" y="112882"/>
                </a:lnTo>
                <a:cubicBezTo>
                  <a:pt x="92343" y="119521"/>
                  <a:pt x="86861" y="125004"/>
                  <a:pt x="79553" y="118839"/>
                </a:cubicBezTo>
                <a:cubicBezTo>
                  <a:pt x="74862" y="114881"/>
                  <a:pt x="70160" y="110570"/>
                  <a:pt x="65520" y="105931"/>
                </a:cubicBezTo>
                <a:cubicBezTo>
                  <a:pt x="60880" y="101291"/>
                  <a:pt x="56570" y="96589"/>
                  <a:pt x="52612" y="91898"/>
                </a:cubicBezTo>
                <a:cubicBezTo>
                  <a:pt x="46448" y="84592"/>
                  <a:pt x="52050" y="78990"/>
                  <a:pt x="58785" y="72255"/>
                </a:cubicBezTo>
                <a:lnTo>
                  <a:pt x="72256" y="58784"/>
                </a:lnTo>
                <a:cubicBezTo>
                  <a:pt x="75624" y="55416"/>
                  <a:pt x="78708" y="52332"/>
                  <a:pt x="81863" y="50860"/>
                </a:cubicBezTo>
                <a:close/>
                <a:moveTo>
                  <a:pt x="12417" y="44449"/>
                </a:moveTo>
                <a:cubicBezTo>
                  <a:pt x="13730" y="44315"/>
                  <a:pt x="14908" y="45493"/>
                  <a:pt x="15676" y="48011"/>
                </a:cubicBezTo>
                <a:cubicBezTo>
                  <a:pt x="18674" y="57833"/>
                  <a:pt x="23503" y="67044"/>
                  <a:pt x="28925" y="75726"/>
                </a:cubicBezTo>
                <a:cubicBezTo>
                  <a:pt x="32958" y="82182"/>
                  <a:pt x="33097" y="82406"/>
                  <a:pt x="26745" y="87362"/>
                </a:cubicBezTo>
                <a:cubicBezTo>
                  <a:pt x="21054" y="91802"/>
                  <a:pt x="15793" y="95523"/>
                  <a:pt x="10288" y="99024"/>
                </a:cubicBezTo>
                <a:cubicBezTo>
                  <a:pt x="2773" y="103802"/>
                  <a:pt x="1320" y="102778"/>
                  <a:pt x="475" y="94769"/>
                </a:cubicBezTo>
                <a:cubicBezTo>
                  <a:pt x="-1170" y="79167"/>
                  <a:pt x="1456" y="63200"/>
                  <a:pt x="8352" y="48764"/>
                </a:cubicBezTo>
                <a:cubicBezTo>
                  <a:pt x="9658" y="46031"/>
                  <a:pt x="11105" y="44584"/>
                  <a:pt x="12417" y="44449"/>
                </a:cubicBezTo>
                <a:close/>
                <a:moveTo>
                  <a:pt x="33888" y="22701"/>
                </a:moveTo>
                <a:cubicBezTo>
                  <a:pt x="38914" y="22842"/>
                  <a:pt x="45524" y="24431"/>
                  <a:pt x="53399" y="27806"/>
                </a:cubicBezTo>
                <a:cubicBezTo>
                  <a:pt x="58165" y="29848"/>
                  <a:pt x="63224" y="32472"/>
                  <a:pt x="68462" y="35638"/>
                </a:cubicBezTo>
                <a:cubicBezTo>
                  <a:pt x="75239" y="39734"/>
                  <a:pt x="75261" y="41483"/>
                  <a:pt x="68714" y="48508"/>
                </a:cubicBezTo>
                <a:cubicBezTo>
                  <a:pt x="65589" y="51862"/>
                  <a:pt x="62280" y="55290"/>
                  <a:pt x="58786" y="58785"/>
                </a:cubicBezTo>
                <a:cubicBezTo>
                  <a:pt x="55291" y="62280"/>
                  <a:pt x="51862" y="65588"/>
                  <a:pt x="48508" y="68714"/>
                </a:cubicBezTo>
                <a:cubicBezTo>
                  <a:pt x="41483" y="75260"/>
                  <a:pt x="39734" y="75239"/>
                  <a:pt x="35638" y="68462"/>
                </a:cubicBezTo>
                <a:cubicBezTo>
                  <a:pt x="32472" y="63224"/>
                  <a:pt x="29848" y="58165"/>
                  <a:pt x="27806" y="53399"/>
                </a:cubicBezTo>
                <a:cubicBezTo>
                  <a:pt x="24431" y="45524"/>
                  <a:pt x="22842" y="38914"/>
                  <a:pt x="22701" y="33888"/>
                </a:cubicBezTo>
                <a:cubicBezTo>
                  <a:pt x="22562" y="28889"/>
                  <a:pt x="23838" y="26380"/>
                  <a:pt x="25109" y="25109"/>
                </a:cubicBezTo>
                <a:cubicBezTo>
                  <a:pt x="26380" y="23838"/>
                  <a:pt x="28889" y="22562"/>
                  <a:pt x="33888" y="22701"/>
                </a:cubicBezTo>
                <a:close/>
                <a:moveTo>
                  <a:pt x="113789" y="7009"/>
                </a:moveTo>
                <a:cubicBezTo>
                  <a:pt x="115920" y="5849"/>
                  <a:pt x="118413" y="6310"/>
                  <a:pt x="122688" y="8352"/>
                </a:cubicBezTo>
                <a:cubicBezTo>
                  <a:pt x="131242" y="12438"/>
                  <a:pt x="139258" y="18024"/>
                  <a:pt x="146343" y="25109"/>
                </a:cubicBezTo>
                <a:cubicBezTo>
                  <a:pt x="153427" y="32193"/>
                  <a:pt x="159013" y="40210"/>
                  <a:pt x="163098" y="48763"/>
                </a:cubicBezTo>
                <a:cubicBezTo>
                  <a:pt x="167183" y="57312"/>
                  <a:pt x="164944" y="58736"/>
                  <a:pt x="156053" y="64389"/>
                </a:cubicBezTo>
                <a:cubicBezTo>
                  <a:pt x="150772" y="67747"/>
                  <a:pt x="145685" y="71387"/>
                  <a:pt x="140697" y="75165"/>
                </a:cubicBezTo>
                <a:cubicBezTo>
                  <a:pt x="136775" y="78139"/>
                  <a:pt x="134785" y="79647"/>
                  <a:pt x="132969" y="79462"/>
                </a:cubicBezTo>
                <a:cubicBezTo>
                  <a:pt x="131099" y="79270"/>
                  <a:pt x="129412" y="77284"/>
                  <a:pt x="125988" y="73253"/>
                </a:cubicBezTo>
                <a:cubicBezTo>
                  <a:pt x="121742" y="68254"/>
                  <a:pt x="117305" y="63423"/>
                  <a:pt x="112666" y="58784"/>
                </a:cubicBezTo>
                <a:cubicBezTo>
                  <a:pt x="108028" y="54146"/>
                  <a:pt x="103197" y="49709"/>
                  <a:pt x="98198" y="45463"/>
                </a:cubicBezTo>
                <a:cubicBezTo>
                  <a:pt x="94167" y="42039"/>
                  <a:pt x="92180" y="40352"/>
                  <a:pt x="91989" y="38482"/>
                </a:cubicBezTo>
                <a:cubicBezTo>
                  <a:pt x="91804" y="36666"/>
                  <a:pt x="93312" y="34676"/>
                  <a:pt x="96286" y="30754"/>
                </a:cubicBezTo>
                <a:cubicBezTo>
                  <a:pt x="100063" y="25767"/>
                  <a:pt x="103704" y="20679"/>
                  <a:pt x="107062" y="15399"/>
                </a:cubicBezTo>
                <a:cubicBezTo>
                  <a:pt x="109889" y="10953"/>
                  <a:pt x="111658" y="8170"/>
                  <a:pt x="113789" y="7009"/>
                </a:cubicBezTo>
                <a:close/>
                <a:moveTo>
                  <a:pt x="94768" y="475"/>
                </a:moveTo>
                <a:cubicBezTo>
                  <a:pt x="102778" y="1320"/>
                  <a:pt x="103802" y="2773"/>
                  <a:pt x="99023" y="10288"/>
                </a:cubicBezTo>
                <a:cubicBezTo>
                  <a:pt x="95524" y="15792"/>
                  <a:pt x="91801" y="21054"/>
                  <a:pt x="87363" y="26744"/>
                </a:cubicBezTo>
                <a:cubicBezTo>
                  <a:pt x="82407" y="33097"/>
                  <a:pt x="82183" y="32957"/>
                  <a:pt x="75725" y="28924"/>
                </a:cubicBezTo>
                <a:cubicBezTo>
                  <a:pt x="67043" y="23503"/>
                  <a:pt x="57833" y="18673"/>
                  <a:pt x="48011" y="15676"/>
                </a:cubicBezTo>
                <a:cubicBezTo>
                  <a:pt x="42975" y="14140"/>
                  <a:pt x="42836" y="11183"/>
                  <a:pt x="48763" y="8352"/>
                </a:cubicBezTo>
                <a:cubicBezTo>
                  <a:pt x="63200" y="1456"/>
                  <a:pt x="79166" y="-1170"/>
                  <a:pt x="94768" y="475"/>
                </a:cubicBezTo>
                <a:close/>
              </a:path>
            </a:pathLst>
          </a:custGeom>
          <a:solidFill>
            <a:srgbClr val="000000"/>
          </a:solidFill>
          <a:ln w="9525" cap="flat">
            <a:noFill/>
            <a:prstDash val="solid"/>
            <a:miter/>
          </a:ln>
        </p:spPr>
        <p:txBody>
          <a:bodyPr rtlCol="0" anchor="ctr"/>
          <a:lstStyle/>
          <a:p>
            <a:endParaRPr lang="ru-RU"/>
          </a:p>
        </p:txBody>
      </p:sp>
      <p:grpSp>
        <p:nvGrpSpPr>
          <p:cNvPr id="4" name="Группа 3">
            <a:extLst>
              <a:ext uri="{FF2B5EF4-FFF2-40B4-BE49-F238E27FC236}">
                <a16:creationId xmlns:a16="http://schemas.microsoft.com/office/drawing/2014/main" id="{7E2A5364-49F7-4CAA-383E-C4DC816F99CF}"/>
              </a:ext>
            </a:extLst>
          </p:cNvPr>
          <p:cNvGrpSpPr/>
          <p:nvPr/>
        </p:nvGrpSpPr>
        <p:grpSpPr>
          <a:xfrm>
            <a:off x="3484044" y="6404991"/>
            <a:ext cx="7158056" cy="252000"/>
            <a:chOff x="2015782" y="6404991"/>
            <a:chExt cx="7158056" cy="252000"/>
          </a:xfrm>
        </p:grpSpPr>
        <p:sp>
          <p:nvSpPr>
            <p:cNvPr id="7" name="Прямоугольник: скругленные углы 6">
              <a:extLst>
                <a:ext uri="{FF2B5EF4-FFF2-40B4-BE49-F238E27FC236}">
                  <a16:creationId xmlns:a16="http://schemas.microsoft.com/office/drawing/2014/main" id="{C313DA6F-BD16-5849-0BE8-B39585756D04}"/>
                </a:ext>
              </a:extLst>
            </p:cNvPr>
            <p:cNvSpPr/>
            <p:nvPr/>
          </p:nvSpPr>
          <p:spPr>
            <a:xfrm>
              <a:off x="2015782" y="6404991"/>
              <a:ext cx="7158056" cy="252000"/>
            </a:xfrm>
            <a:prstGeom prst="roundRect">
              <a:avLst>
                <a:gd name="adj" fmla="val 27273"/>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tIns="0" rIns="0" bIns="0" rtlCol="0" anchor="ctr"/>
            <a:lstStyle/>
            <a:p>
              <a:pPr>
                <a:lnSpc>
                  <a:spcPct val="85000"/>
                </a:lnSpc>
              </a:pPr>
              <a:r>
                <a:rPr lang="ru-RU" sz="1000">
                  <a:solidFill>
                    <a:schemeClr val="tx1"/>
                  </a:solidFill>
                </a:rPr>
                <a:t>Чтобы изменить цвет иконки нажми вверху на панели «Заливка  фигуры» и выбери подходящий цвет из палитры  </a:t>
              </a:r>
            </a:p>
          </p:txBody>
        </p:sp>
        <p:pic>
          <p:nvPicPr>
            <p:cNvPr id="8" name="Рисунок 7" descr="Изображение выглядит как текст&#10;&#10;Автоматически созданное описание">
              <a:extLst>
                <a:ext uri="{FF2B5EF4-FFF2-40B4-BE49-F238E27FC236}">
                  <a16:creationId xmlns:a16="http://schemas.microsoft.com/office/drawing/2014/main" id="{584EEB82-45B4-7F17-8FA3-0804323716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2618" y="6460471"/>
              <a:ext cx="111205" cy="130829"/>
            </a:xfrm>
            <a:prstGeom prst="rect">
              <a:avLst/>
            </a:prstGeom>
          </p:spPr>
        </p:pic>
      </p:grpSp>
    </p:spTree>
    <p:extLst>
      <p:ext uri="{BB962C8B-B14F-4D97-AF65-F5344CB8AC3E}">
        <p14:creationId xmlns:p14="http://schemas.microsoft.com/office/powerpoint/2010/main" val="1430518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AA861F94-DF12-0915-281F-D4C5CB618676}"/>
              </a:ext>
            </a:extLst>
          </p:cNvPr>
          <p:cNvSpPr>
            <a:spLocks noGrp="1"/>
          </p:cNvSpPr>
          <p:nvPr>
            <p:ph type="sldNum" sz="quarter" idx="12"/>
          </p:nvPr>
        </p:nvSpPr>
        <p:spPr/>
        <p:txBody>
          <a:bodyPr/>
          <a:lstStyle/>
          <a:p>
            <a:fld id="{EB5249F5-0093-48B0-B996-C4E44A87EAFB}" type="slidenum">
              <a:rPr lang="ru-RU" smtClean="0"/>
              <a:pPr/>
              <a:t>8</a:t>
            </a:fld>
            <a:endParaRPr lang="ru-RU"/>
          </a:p>
        </p:txBody>
      </p:sp>
      <p:sp>
        <p:nvSpPr>
          <p:cNvPr id="240" name="Прямоугольник: скругленные углы 239">
            <a:extLst>
              <a:ext uri="{FF2B5EF4-FFF2-40B4-BE49-F238E27FC236}">
                <a16:creationId xmlns:a16="http://schemas.microsoft.com/office/drawing/2014/main" id="{A88F17F3-C07E-A080-4781-23CF7B05F5B9}"/>
              </a:ext>
            </a:extLst>
          </p:cNvPr>
          <p:cNvSpPr/>
          <p:nvPr/>
        </p:nvSpPr>
        <p:spPr>
          <a:xfrm>
            <a:off x="654390" y="406593"/>
            <a:ext cx="10910887" cy="2146107"/>
          </a:xfrm>
          <a:prstGeom prst="roundRect">
            <a:avLst>
              <a:gd name="adj" fmla="val 1247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a:t> </a:t>
            </a:r>
          </a:p>
        </p:txBody>
      </p:sp>
      <p:sp>
        <p:nvSpPr>
          <p:cNvPr id="183" name="TextBox 182">
            <a:extLst>
              <a:ext uri="{FF2B5EF4-FFF2-40B4-BE49-F238E27FC236}">
                <a16:creationId xmlns:a16="http://schemas.microsoft.com/office/drawing/2014/main" id="{A90D3629-0536-DA5D-36B6-842554DAA4F5}"/>
              </a:ext>
            </a:extLst>
          </p:cNvPr>
          <p:cNvSpPr txBox="1"/>
          <p:nvPr/>
        </p:nvSpPr>
        <p:spPr>
          <a:xfrm>
            <a:off x="996556" y="601815"/>
            <a:ext cx="4967075" cy="270650"/>
          </a:xfrm>
          <a:prstGeom prst="rect">
            <a:avLst/>
          </a:prstGeom>
          <a:noFill/>
        </p:spPr>
        <p:txBody>
          <a:bodyPr wrap="square" lIns="0" tIns="0" rIns="0" bIns="0" rtlCol="0">
            <a:noAutofit/>
          </a:bodyPr>
          <a:lstStyle/>
          <a:p>
            <a:pPr algn="l">
              <a:lnSpc>
                <a:spcPct val="85000"/>
              </a:lnSpc>
            </a:pPr>
            <a:r>
              <a:rPr lang="ru-RU" b="1">
                <a:solidFill>
                  <a:schemeClr val="bg1"/>
                </a:solidFill>
              </a:rPr>
              <a:t>Стикеры</a:t>
            </a:r>
          </a:p>
        </p:txBody>
      </p:sp>
      <p:grpSp>
        <p:nvGrpSpPr>
          <p:cNvPr id="196" name="Группа 195">
            <a:extLst>
              <a:ext uri="{FF2B5EF4-FFF2-40B4-BE49-F238E27FC236}">
                <a16:creationId xmlns:a16="http://schemas.microsoft.com/office/drawing/2014/main" id="{2F969ED0-197F-4209-2F8D-2548E8670790}"/>
              </a:ext>
            </a:extLst>
          </p:cNvPr>
          <p:cNvGrpSpPr/>
          <p:nvPr/>
        </p:nvGrpSpPr>
        <p:grpSpPr>
          <a:xfrm>
            <a:off x="9576957" y="931434"/>
            <a:ext cx="1418597" cy="216000"/>
            <a:chOff x="6880403" y="1756480"/>
            <a:chExt cx="1418597" cy="216000"/>
          </a:xfrm>
        </p:grpSpPr>
        <p:sp>
          <p:nvSpPr>
            <p:cNvPr id="243" name="Прямоугольник: скругленные углы 242">
              <a:extLst>
                <a:ext uri="{FF2B5EF4-FFF2-40B4-BE49-F238E27FC236}">
                  <a16:creationId xmlns:a16="http://schemas.microsoft.com/office/drawing/2014/main" id="{3E5E58E0-7192-DDCD-9ACC-8AC7B2CD9E3E}"/>
                </a:ext>
              </a:extLst>
            </p:cNvPr>
            <p:cNvSpPr/>
            <p:nvPr/>
          </p:nvSpPr>
          <p:spPr>
            <a:xfrm>
              <a:off x="6880403" y="1756480"/>
              <a:ext cx="216000" cy="216000"/>
            </a:xfrm>
            <a:prstGeom prst="roundRect">
              <a:avLst>
                <a:gd name="adj" fmla="val 2312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oAutofit/>
            </a:bodyPr>
            <a:lstStyle/>
            <a:p>
              <a:pPr algn="ctr"/>
              <a:r>
                <a:rPr lang="en-US" sz="1200" b="1">
                  <a:solidFill>
                    <a:schemeClr val="accent6">
                      <a:lumMod val="50000"/>
                    </a:schemeClr>
                  </a:solidFill>
                </a:rPr>
                <a:t>S</a:t>
              </a:r>
              <a:endParaRPr lang="ru-RU" sz="1200" b="1">
                <a:solidFill>
                  <a:schemeClr val="accent6">
                    <a:lumMod val="50000"/>
                  </a:schemeClr>
                </a:solidFill>
              </a:endParaRPr>
            </a:p>
          </p:txBody>
        </p:sp>
        <p:sp>
          <p:nvSpPr>
            <p:cNvPr id="186" name="Прямоугольник: скругленные углы 185">
              <a:extLst>
                <a:ext uri="{FF2B5EF4-FFF2-40B4-BE49-F238E27FC236}">
                  <a16:creationId xmlns:a16="http://schemas.microsoft.com/office/drawing/2014/main" id="{A59572F7-101F-2354-9B93-265B10281E7C}"/>
                </a:ext>
              </a:extLst>
            </p:cNvPr>
            <p:cNvSpPr/>
            <p:nvPr/>
          </p:nvSpPr>
          <p:spPr>
            <a:xfrm>
              <a:off x="7202724" y="1756480"/>
              <a:ext cx="1096276"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ВНИМАНИЕ</a:t>
              </a:r>
            </a:p>
          </p:txBody>
        </p:sp>
      </p:grpSp>
      <p:grpSp>
        <p:nvGrpSpPr>
          <p:cNvPr id="194" name="Группа 193">
            <a:extLst>
              <a:ext uri="{FF2B5EF4-FFF2-40B4-BE49-F238E27FC236}">
                <a16:creationId xmlns:a16="http://schemas.microsoft.com/office/drawing/2014/main" id="{27824950-6656-8E9C-1BBB-B73C039FDB90}"/>
              </a:ext>
            </a:extLst>
          </p:cNvPr>
          <p:cNvGrpSpPr/>
          <p:nvPr/>
        </p:nvGrpSpPr>
        <p:grpSpPr>
          <a:xfrm>
            <a:off x="4742815" y="931434"/>
            <a:ext cx="2319880" cy="324000"/>
            <a:chOff x="961285" y="1128744"/>
            <a:chExt cx="2319880" cy="324000"/>
          </a:xfrm>
        </p:grpSpPr>
        <p:sp>
          <p:nvSpPr>
            <p:cNvPr id="241" name="Прямоугольник: скругленные углы 240">
              <a:extLst>
                <a:ext uri="{FF2B5EF4-FFF2-40B4-BE49-F238E27FC236}">
                  <a16:creationId xmlns:a16="http://schemas.microsoft.com/office/drawing/2014/main" id="{F8DCD829-8809-3D89-954F-A8548D76B491}"/>
                </a:ext>
              </a:extLst>
            </p:cNvPr>
            <p:cNvSpPr/>
            <p:nvPr/>
          </p:nvSpPr>
          <p:spPr>
            <a:xfrm>
              <a:off x="961285" y="1128744"/>
              <a:ext cx="324000" cy="324000"/>
            </a:xfrm>
            <a:prstGeom prst="roundRect">
              <a:avLst>
                <a:gd name="adj" fmla="val 2312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chemeClr val="accent6">
                      <a:lumMod val="50000"/>
                    </a:schemeClr>
                  </a:solidFill>
                  <a:latin typeface="+mj-lt"/>
                </a:rPr>
                <a:t>L</a:t>
              </a:r>
              <a:endParaRPr lang="ru-RU">
                <a:solidFill>
                  <a:schemeClr val="accent6">
                    <a:lumMod val="50000"/>
                  </a:schemeClr>
                </a:solidFill>
                <a:latin typeface="+mj-lt"/>
              </a:endParaRPr>
            </a:p>
          </p:txBody>
        </p:sp>
        <p:grpSp>
          <p:nvGrpSpPr>
            <p:cNvPr id="187" name="Группа 186">
              <a:extLst>
                <a:ext uri="{FF2B5EF4-FFF2-40B4-BE49-F238E27FC236}">
                  <a16:creationId xmlns:a16="http://schemas.microsoft.com/office/drawing/2014/main" id="{DBE61D23-50B4-2ACF-698E-2E18E375725E}"/>
                </a:ext>
              </a:extLst>
            </p:cNvPr>
            <p:cNvGrpSpPr/>
            <p:nvPr/>
          </p:nvGrpSpPr>
          <p:grpSpPr>
            <a:xfrm>
              <a:off x="1403839" y="1128744"/>
              <a:ext cx="1877326" cy="324000"/>
              <a:chOff x="2951849" y="2864773"/>
              <a:chExt cx="1877326" cy="324000"/>
            </a:xfrm>
          </p:grpSpPr>
          <p:sp>
            <p:nvSpPr>
              <p:cNvPr id="191" name="Прямоугольник: скругленные углы 190">
                <a:extLst>
                  <a:ext uri="{FF2B5EF4-FFF2-40B4-BE49-F238E27FC236}">
                    <a16:creationId xmlns:a16="http://schemas.microsoft.com/office/drawing/2014/main" id="{E222DF6B-652C-42C0-B54B-347A18C916B9}"/>
                  </a:ext>
                </a:extLst>
              </p:cNvPr>
              <p:cNvSpPr/>
              <p:nvPr/>
            </p:nvSpPr>
            <p:spPr>
              <a:xfrm>
                <a:off x="2951849" y="2864773"/>
                <a:ext cx="1877326"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52000" tIns="18000" rIns="36000" bIns="0" rtlCol="0" anchor="ctr">
                <a:noAutofit/>
              </a:bodyPr>
              <a:lstStyle/>
              <a:p>
                <a:r>
                  <a:rPr lang="ru-RU">
                    <a:latin typeface="+mj-lt"/>
                  </a:rPr>
                  <a:t>ВНИМАНИЕ</a:t>
                </a:r>
              </a:p>
            </p:txBody>
          </p:sp>
          <p:sp>
            <p:nvSpPr>
              <p:cNvPr id="192" name="Полилиния: фигура 191">
                <a:extLst>
                  <a:ext uri="{FF2B5EF4-FFF2-40B4-BE49-F238E27FC236}">
                    <a16:creationId xmlns:a16="http://schemas.microsoft.com/office/drawing/2014/main" id="{6141D4BD-770F-1CF0-5276-374D86AB16AB}"/>
                  </a:ext>
                </a:extLst>
              </p:cNvPr>
              <p:cNvSpPr/>
              <p:nvPr/>
            </p:nvSpPr>
            <p:spPr>
              <a:xfrm>
                <a:off x="3016878" y="2919721"/>
                <a:ext cx="179345" cy="189307"/>
              </a:xfrm>
              <a:custGeom>
                <a:avLst/>
                <a:gdLst>
                  <a:gd name="connsiteX0" fmla="*/ 72535 w 171450"/>
                  <a:gd name="connsiteY0" fmla="*/ 162210 h 180974"/>
                  <a:gd name="connsiteX1" fmla="*/ 98922 w 171450"/>
                  <a:gd name="connsiteY1" fmla="*/ 162210 h 180974"/>
                  <a:gd name="connsiteX2" fmla="*/ 103599 w 171450"/>
                  <a:gd name="connsiteY2" fmla="*/ 172160 h 180974"/>
                  <a:gd name="connsiteX3" fmla="*/ 85725 w 171450"/>
                  <a:gd name="connsiteY3" fmla="*/ 180974 h 180974"/>
                  <a:gd name="connsiteX4" fmla="*/ 67851 w 171450"/>
                  <a:gd name="connsiteY4" fmla="*/ 172160 h 180974"/>
                  <a:gd name="connsiteX5" fmla="*/ 72535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0 w 171450"/>
                  <a:gd name="connsiteY29" fmla="*/ 21840 h 180974"/>
                  <a:gd name="connsiteX30" fmla="*/ 149610 w 171450"/>
                  <a:gd name="connsiteY30" fmla="*/ 21840 h 180974"/>
                  <a:gd name="connsiteX31" fmla="*/ 149610 w 171450"/>
                  <a:gd name="connsiteY31" fmla="*/ 35310 h 180974"/>
                  <a:gd name="connsiteX32" fmla="*/ 140085 w 171450"/>
                  <a:gd name="connsiteY32" fmla="*/ 44835 h 180974"/>
                  <a:gd name="connsiteX33" fmla="*/ 126615 w 171450"/>
                  <a:gd name="connsiteY33" fmla="*/ 44835 h 180974"/>
                  <a:gd name="connsiteX34" fmla="*/ 126615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5" y="162210"/>
                    </a:moveTo>
                    <a:cubicBezTo>
                      <a:pt x="80448" y="164140"/>
                      <a:pt x="90933" y="164211"/>
                      <a:pt x="98922" y="162210"/>
                    </a:cubicBezTo>
                    <a:cubicBezTo>
                      <a:pt x="105616" y="160534"/>
                      <a:pt x="105616" y="166533"/>
                      <a:pt x="103599" y="172160"/>
                    </a:cubicBezTo>
                    <a:cubicBezTo>
                      <a:pt x="100949" y="179549"/>
                      <a:pt x="95450" y="180974"/>
                      <a:pt x="85725" y="180974"/>
                    </a:cubicBezTo>
                    <a:cubicBezTo>
                      <a:pt x="75999" y="180974"/>
                      <a:pt x="70501" y="179549"/>
                      <a:pt x="67851" y="172160"/>
                    </a:cubicBezTo>
                    <a:cubicBezTo>
                      <a:pt x="65834" y="166534"/>
                      <a:pt x="65834" y="160576"/>
                      <a:pt x="72535" y="162210"/>
                    </a:cubicBezTo>
                    <a:close/>
                    <a:moveTo>
                      <a:pt x="152400" y="76200"/>
                    </a:moveTo>
                    <a:lnTo>
                      <a:pt x="161925" y="76200"/>
                    </a:lnTo>
                    <a:cubicBezTo>
                      <a:pt x="167186" y="76200"/>
                      <a:pt x="171450" y="80465"/>
                      <a:pt x="171450" y="85725"/>
                    </a:cubicBezTo>
                    <a:cubicBezTo>
                      <a:pt x="171450" y="90985"/>
                      <a:pt x="167186" y="95250"/>
                      <a:pt x="161925" y="95250"/>
                    </a:cubicBezTo>
                    <a:lnTo>
                      <a:pt x="152400" y="95250"/>
                    </a:lnTo>
                    <a:cubicBezTo>
                      <a:pt x="147139" y="95250"/>
                      <a:pt x="142875" y="90985"/>
                      <a:pt x="142875" y="85725"/>
                    </a:cubicBezTo>
                    <a:cubicBezTo>
                      <a:pt x="142875" y="80465"/>
                      <a:pt x="147139" y="76200"/>
                      <a:pt x="152400" y="76200"/>
                    </a:cubicBezTo>
                    <a:close/>
                    <a:moveTo>
                      <a:pt x="9525" y="76200"/>
                    </a:moveTo>
                    <a:lnTo>
                      <a:pt x="19050" y="76200"/>
                    </a:lnTo>
                    <a:cubicBezTo>
                      <a:pt x="24310" y="76200"/>
                      <a:pt x="28575" y="80465"/>
                      <a:pt x="28575" y="85725"/>
                    </a:cubicBezTo>
                    <a:cubicBezTo>
                      <a:pt x="28575" y="90985"/>
                      <a:pt x="24310" y="95250"/>
                      <a:pt x="19050" y="95250"/>
                    </a:cubicBezTo>
                    <a:lnTo>
                      <a:pt x="9525" y="95250"/>
                    </a:lnTo>
                    <a:cubicBezTo>
                      <a:pt x="4264" y="95250"/>
                      <a:pt x="0" y="90985"/>
                      <a:pt x="0" y="85725"/>
                    </a:cubicBezTo>
                    <a:cubicBezTo>
                      <a:pt x="0" y="80465"/>
                      <a:pt x="4264"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0" y="21840"/>
                    </a:moveTo>
                    <a:cubicBezTo>
                      <a:pt x="139859" y="18120"/>
                      <a:pt x="145890" y="18120"/>
                      <a:pt x="149610" y="21840"/>
                    </a:cubicBezTo>
                    <a:cubicBezTo>
                      <a:pt x="153329" y="25560"/>
                      <a:pt x="153329" y="31590"/>
                      <a:pt x="149610" y="35310"/>
                    </a:cubicBezTo>
                    <a:lnTo>
                      <a:pt x="140085" y="44835"/>
                    </a:lnTo>
                    <a:cubicBezTo>
                      <a:pt x="136365" y="48555"/>
                      <a:pt x="130334" y="48555"/>
                      <a:pt x="126615" y="44835"/>
                    </a:cubicBezTo>
                    <a:cubicBezTo>
                      <a:pt x="122895" y="41115"/>
                      <a:pt x="122895" y="35085"/>
                      <a:pt x="126615"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4"/>
                      <a:pt x="95250" y="9525"/>
                    </a:cubicBezTo>
                    <a:lnTo>
                      <a:pt x="95250" y="19050"/>
                    </a:lnTo>
                    <a:cubicBezTo>
                      <a:pt x="95250" y="24310"/>
                      <a:pt x="90986" y="28575"/>
                      <a:pt x="85725" y="28575"/>
                    </a:cubicBezTo>
                    <a:cubicBezTo>
                      <a:pt x="80464" y="28575"/>
                      <a:pt x="76200" y="24310"/>
                      <a:pt x="76200" y="19050"/>
                    </a:cubicBezTo>
                    <a:lnTo>
                      <a:pt x="76200" y="9525"/>
                    </a:lnTo>
                    <a:cubicBezTo>
                      <a:pt x="76200" y="4264"/>
                      <a:pt x="80464" y="0"/>
                      <a:pt x="85725" y="0"/>
                    </a:cubicBezTo>
                    <a:close/>
                  </a:path>
                </a:pathLst>
              </a:custGeom>
              <a:solidFill>
                <a:schemeClr val="bg1"/>
              </a:solidFill>
              <a:ln w="9525" cap="flat">
                <a:noFill/>
                <a:prstDash val="solid"/>
                <a:miter/>
              </a:ln>
            </p:spPr>
            <p:txBody>
              <a:bodyPr rtlCol="0" anchor="ctr"/>
              <a:lstStyle/>
              <a:p>
                <a:endParaRPr lang="ru-RU"/>
              </a:p>
            </p:txBody>
          </p:sp>
        </p:grpSp>
      </p:grpSp>
      <p:grpSp>
        <p:nvGrpSpPr>
          <p:cNvPr id="195" name="Группа 194">
            <a:extLst>
              <a:ext uri="{FF2B5EF4-FFF2-40B4-BE49-F238E27FC236}">
                <a16:creationId xmlns:a16="http://schemas.microsoft.com/office/drawing/2014/main" id="{CECB51CA-2586-11E6-B8CA-E7534C78503C}"/>
              </a:ext>
            </a:extLst>
          </p:cNvPr>
          <p:cNvGrpSpPr/>
          <p:nvPr/>
        </p:nvGrpSpPr>
        <p:grpSpPr>
          <a:xfrm>
            <a:off x="7619111" y="931434"/>
            <a:ext cx="1712129" cy="252000"/>
            <a:chOff x="4012004" y="1185232"/>
            <a:chExt cx="1712129" cy="252000"/>
          </a:xfrm>
        </p:grpSpPr>
        <p:sp>
          <p:nvSpPr>
            <p:cNvPr id="242" name="Прямоугольник: скругленные углы 241">
              <a:extLst>
                <a:ext uri="{FF2B5EF4-FFF2-40B4-BE49-F238E27FC236}">
                  <a16:creationId xmlns:a16="http://schemas.microsoft.com/office/drawing/2014/main" id="{851F635B-288C-37B9-BB30-479A449BE547}"/>
                </a:ext>
              </a:extLst>
            </p:cNvPr>
            <p:cNvSpPr/>
            <p:nvPr/>
          </p:nvSpPr>
          <p:spPr>
            <a:xfrm>
              <a:off x="4012004" y="1185232"/>
              <a:ext cx="252000" cy="252000"/>
            </a:xfrm>
            <a:prstGeom prst="roundRect">
              <a:avLst>
                <a:gd name="adj" fmla="val 2312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oAutofit/>
            </a:bodyPr>
            <a:lstStyle/>
            <a:p>
              <a:pPr algn="ctr"/>
              <a:r>
                <a:rPr lang="en-US" sz="1400" b="1">
                  <a:solidFill>
                    <a:schemeClr val="accent6">
                      <a:lumMod val="50000"/>
                    </a:schemeClr>
                  </a:solidFill>
                </a:rPr>
                <a:t>M</a:t>
              </a:r>
              <a:endParaRPr lang="ru-RU" sz="1400" b="1">
                <a:solidFill>
                  <a:schemeClr val="accent6">
                    <a:lumMod val="50000"/>
                  </a:schemeClr>
                </a:solidFill>
              </a:endParaRPr>
            </a:p>
          </p:txBody>
        </p:sp>
        <p:grpSp>
          <p:nvGrpSpPr>
            <p:cNvPr id="188" name="Группа 187">
              <a:extLst>
                <a:ext uri="{FF2B5EF4-FFF2-40B4-BE49-F238E27FC236}">
                  <a16:creationId xmlns:a16="http://schemas.microsoft.com/office/drawing/2014/main" id="{A57C05DF-DF3C-8547-240F-A78D56E745B2}"/>
                </a:ext>
              </a:extLst>
            </p:cNvPr>
            <p:cNvGrpSpPr/>
            <p:nvPr/>
          </p:nvGrpSpPr>
          <p:grpSpPr>
            <a:xfrm>
              <a:off x="4384969" y="1185232"/>
              <a:ext cx="1339164" cy="252000"/>
              <a:chOff x="2951849" y="3262642"/>
              <a:chExt cx="1339164" cy="252000"/>
            </a:xfrm>
          </p:grpSpPr>
          <p:sp>
            <p:nvSpPr>
              <p:cNvPr id="189" name="Прямоугольник: скругленные углы 188">
                <a:extLst>
                  <a:ext uri="{FF2B5EF4-FFF2-40B4-BE49-F238E27FC236}">
                    <a16:creationId xmlns:a16="http://schemas.microsoft.com/office/drawing/2014/main" id="{36A8D608-8FCE-1A54-67C3-15012785A322}"/>
                  </a:ext>
                </a:extLst>
              </p:cNvPr>
              <p:cNvSpPr/>
              <p:nvPr/>
            </p:nvSpPr>
            <p:spPr>
              <a:xfrm>
                <a:off x="2951849" y="3262642"/>
                <a:ext cx="1339164"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tIns="18000" rIns="36000" bIns="36000" rtlCol="0" anchor="ctr">
                <a:noAutofit/>
              </a:bodyPr>
              <a:lstStyle/>
              <a:p>
                <a:r>
                  <a:rPr lang="ru-RU" sz="1400" b="1"/>
                  <a:t>ВНИМАНИЕ</a:t>
                </a:r>
              </a:p>
            </p:txBody>
          </p:sp>
          <p:sp>
            <p:nvSpPr>
              <p:cNvPr id="190" name="Полилиния: фигура 189">
                <a:extLst>
                  <a:ext uri="{FF2B5EF4-FFF2-40B4-BE49-F238E27FC236}">
                    <a16:creationId xmlns:a16="http://schemas.microsoft.com/office/drawing/2014/main" id="{1866D5E7-1841-2069-1BEE-7374295A9B18}"/>
                  </a:ext>
                </a:extLst>
              </p:cNvPr>
              <p:cNvSpPr/>
              <p:nvPr/>
            </p:nvSpPr>
            <p:spPr>
              <a:xfrm>
                <a:off x="3019259" y="3308898"/>
                <a:ext cx="128465" cy="135601"/>
              </a:xfrm>
              <a:custGeom>
                <a:avLst/>
                <a:gdLst>
                  <a:gd name="connsiteX0" fmla="*/ 72535 w 171450"/>
                  <a:gd name="connsiteY0" fmla="*/ 162210 h 180974"/>
                  <a:gd name="connsiteX1" fmla="*/ 98922 w 171450"/>
                  <a:gd name="connsiteY1" fmla="*/ 162210 h 180974"/>
                  <a:gd name="connsiteX2" fmla="*/ 103599 w 171450"/>
                  <a:gd name="connsiteY2" fmla="*/ 172160 h 180974"/>
                  <a:gd name="connsiteX3" fmla="*/ 85725 w 171450"/>
                  <a:gd name="connsiteY3" fmla="*/ 180974 h 180974"/>
                  <a:gd name="connsiteX4" fmla="*/ 67851 w 171450"/>
                  <a:gd name="connsiteY4" fmla="*/ 172160 h 180974"/>
                  <a:gd name="connsiteX5" fmla="*/ 72535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0 w 171450"/>
                  <a:gd name="connsiteY29" fmla="*/ 21840 h 180974"/>
                  <a:gd name="connsiteX30" fmla="*/ 149610 w 171450"/>
                  <a:gd name="connsiteY30" fmla="*/ 21840 h 180974"/>
                  <a:gd name="connsiteX31" fmla="*/ 149610 w 171450"/>
                  <a:gd name="connsiteY31" fmla="*/ 35310 h 180974"/>
                  <a:gd name="connsiteX32" fmla="*/ 140085 w 171450"/>
                  <a:gd name="connsiteY32" fmla="*/ 44835 h 180974"/>
                  <a:gd name="connsiteX33" fmla="*/ 126615 w 171450"/>
                  <a:gd name="connsiteY33" fmla="*/ 44835 h 180974"/>
                  <a:gd name="connsiteX34" fmla="*/ 126615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5" y="162210"/>
                    </a:moveTo>
                    <a:cubicBezTo>
                      <a:pt x="80448" y="164140"/>
                      <a:pt x="90933" y="164211"/>
                      <a:pt x="98922" y="162210"/>
                    </a:cubicBezTo>
                    <a:cubicBezTo>
                      <a:pt x="105616" y="160534"/>
                      <a:pt x="105616" y="166533"/>
                      <a:pt x="103599" y="172160"/>
                    </a:cubicBezTo>
                    <a:cubicBezTo>
                      <a:pt x="100949" y="179549"/>
                      <a:pt x="95450" y="180974"/>
                      <a:pt x="85725" y="180974"/>
                    </a:cubicBezTo>
                    <a:cubicBezTo>
                      <a:pt x="75999" y="180974"/>
                      <a:pt x="70501" y="179549"/>
                      <a:pt x="67851" y="172160"/>
                    </a:cubicBezTo>
                    <a:cubicBezTo>
                      <a:pt x="65834" y="166534"/>
                      <a:pt x="65834" y="160576"/>
                      <a:pt x="72535" y="162210"/>
                    </a:cubicBezTo>
                    <a:close/>
                    <a:moveTo>
                      <a:pt x="152400" y="76200"/>
                    </a:moveTo>
                    <a:lnTo>
                      <a:pt x="161925" y="76200"/>
                    </a:lnTo>
                    <a:cubicBezTo>
                      <a:pt x="167186" y="76200"/>
                      <a:pt x="171450" y="80465"/>
                      <a:pt x="171450" y="85725"/>
                    </a:cubicBezTo>
                    <a:cubicBezTo>
                      <a:pt x="171450" y="90985"/>
                      <a:pt x="167186" y="95250"/>
                      <a:pt x="161925" y="95250"/>
                    </a:cubicBezTo>
                    <a:lnTo>
                      <a:pt x="152400" y="95250"/>
                    </a:lnTo>
                    <a:cubicBezTo>
                      <a:pt x="147139" y="95250"/>
                      <a:pt x="142875" y="90985"/>
                      <a:pt x="142875" y="85725"/>
                    </a:cubicBezTo>
                    <a:cubicBezTo>
                      <a:pt x="142875" y="80465"/>
                      <a:pt x="147139" y="76200"/>
                      <a:pt x="152400" y="76200"/>
                    </a:cubicBezTo>
                    <a:close/>
                    <a:moveTo>
                      <a:pt x="9525" y="76200"/>
                    </a:moveTo>
                    <a:lnTo>
                      <a:pt x="19050" y="76200"/>
                    </a:lnTo>
                    <a:cubicBezTo>
                      <a:pt x="24310" y="76200"/>
                      <a:pt x="28575" y="80465"/>
                      <a:pt x="28575" y="85725"/>
                    </a:cubicBezTo>
                    <a:cubicBezTo>
                      <a:pt x="28575" y="90985"/>
                      <a:pt x="24310" y="95250"/>
                      <a:pt x="19050" y="95250"/>
                    </a:cubicBezTo>
                    <a:lnTo>
                      <a:pt x="9525" y="95250"/>
                    </a:lnTo>
                    <a:cubicBezTo>
                      <a:pt x="4264" y="95250"/>
                      <a:pt x="0" y="90985"/>
                      <a:pt x="0" y="85725"/>
                    </a:cubicBezTo>
                    <a:cubicBezTo>
                      <a:pt x="0" y="80465"/>
                      <a:pt x="4264"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0" y="21840"/>
                    </a:moveTo>
                    <a:cubicBezTo>
                      <a:pt x="139859" y="18120"/>
                      <a:pt x="145890" y="18120"/>
                      <a:pt x="149610" y="21840"/>
                    </a:cubicBezTo>
                    <a:cubicBezTo>
                      <a:pt x="153329" y="25560"/>
                      <a:pt x="153329" y="31590"/>
                      <a:pt x="149610" y="35310"/>
                    </a:cubicBezTo>
                    <a:lnTo>
                      <a:pt x="140085" y="44835"/>
                    </a:lnTo>
                    <a:cubicBezTo>
                      <a:pt x="136365" y="48555"/>
                      <a:pt x="130334" y="48555"/>
                      <a:pt x="126615" y="44835"/>
                    </a:cubicBezTo>
                    <a:cubicBezTo>
                      <a:pt x="122895" y="41115"/>
                      <a:pt x="122895" y="35085"/>
                      <a:pt x="126615"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4"/>
                      <a:pt x="95250" y="9525"/>
                    </a:cubicBezTo>
                    <a:lnTo>
                      <a:pt x="95250" y="19050"/>
                    </a:lnTo>
                    <a:cubicBezTo>
                      <a:pt x="95250" y="24310"/>
                      <a:pt x="90986" y="28575"/>
                      <a:pt x="85725" y="28575"/>
                    </a:cubicBezTo>
                    <a:cubicBezTo>
                      <a:pt x="80464" y="28575"/>
                      <a:pt x="76200" y="24310"/>
                      <a:pt x="76200" y="19050"/>
                    </a:cubicBezTo>
                    <a:lnTo>
                      <a:pt x="76200" y="9525"/>
                    </a:lnTo>
                    <a:cubicBezTo>
                      <a:pt x="76200" y="4264"/>
                      <a:pt x="80464" y="0"/>
                      <a:pt x="85725" y="0"/>
                    </a:cubicBezTo>
                    <a:close/>
                  </a:path>
                </a:pathLst>
              </a:custGeom>
              <a:solidFill>
                <a:schemeClr val="bg1"/>
              </a:solidFill>
              <a:ln w="9525" cap="flat">
                <a:noFill/>
                <a:prstDash val="solid"/>
                <a:miter/>
              </a:ln>
            </p:spPr>
            <p:txBody>
              <a:bodyPr rtlCol="0" anchor="ctr"/>
              <a:lstStyle/>
              <a:p>
                <a:endParaRPr lang="ru-RU"/>
              </a:p>
            </p:txBody>
          </p:sp>
        </p:grpSp>
      </p:grpSp>
      <p:sp>
        <p:nvSpPr>
          <p:cNvPr id="200" name="Рисунок 7">
            <a:extLst>
              <a:ext uri="{FF2B5EF4-FFF2-40B4-BE49-F238E27FC236}">
                <a16:creationId xmlns:a16="http://schemas.microsoft.com/office/drawing/2014/main" id="{F194E3BA-18C2-8A66-5AB8-7A739352EAB9}"/>
              </a:ext>
            </a:extLst>
          </p:cNvPr>
          <p:cNvSpPr/>
          <p:nvPr/>
        </p:nvSpPr>
        <p:spPr>
          <a:xfrm>
            <a:off x="11122830" y="616149"/>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1">
              <a:lumMod val="40000"/>
              <a:lumOff val="60000"/>
            </a:schemeClr>
          </a:solidFill>
          <a:ln w="9525" cap="flat">
            <a:noFill/>
            <a:prstDash val="solid"/>
            <a:miter/>
          </a:ln>
        </p:spPr>
        <p:txBody>
          <a:bodyPr rtlCol="0" anchor="ctr"/>
          <a:lstStyle/>
          <a:p>
            <a:endParaRPr lang="ru-RU"/>
          </a:p>
        </p:txBody>
      </p:sp>
      <p:sp>
        <p:nvSpPr>
          <p:cNvPr id="201" name="TextBox 200">
            <a:extLst>
              <a:ext uri="{FF2B5EF4-FFF2-40B4-BE49-F238E27FC236}">
                <a16:creationId xmlns:a16="http://schemas.microsoft.com/office/drawing/2014/main" id="{1856BEF0-5C89-586A-69FD-571E2FD3524E}"/>
              </a:ext>
            </a:extLst>
          </p:cNvPr>
          <p:cNvSpPr txBox="1"/>
          <p:nvPr/>
        </p:nvSpPr>
        <p:spPr>
          <a:xfrm>
            <a:off x="4742815" y="1338427"/>
            <a:ext cx="2333154" cy="1110294"/>
          </a:xfrm>
          <a:prstGeom prst="rect">
            <a:avLst/>
          </a:prstGeom>
          <a:noFill/>
        </p:spPr>
        <p:txBody>
          <a:bodyPr wrap="square" lIns="0" tIns="0" rIns="0" bIns="0" rtlCol="0">
            <a:noAutofit/>
          </a:bodyPr>
          <a:lstStyle/>
          <a:p>
            <a:pPr algn="l"/>
            <a:r>
              <a:rPr lang="ru-RU" sz="1200">
                <a:solidFill>
                  <a:schemeClr val="bg1"/>
                </a:solidFill>
              </a:rPr>
              <a:t>Большие стикеры подойдут</a:t>
            </a:r>
          </a:p>
          <a:p>
            <a:pPr algn="l"/>
            <a:r>
              <a:rPr lang="ru-RU" sz="1200">
                <a:solidFill>
                  <a:schemeClr val="bg1"/>
                </a:solidFill>
              </a:rPr>
              <a:t>для титульных слайдов, разделителей и акцентных слайдов, где мало контента. </a:t>
            </a:r>
          </a:p>
        </p:txBody>
      </p:sp>
      <p:sp>
        <p:nvSpPr>
          <p:cNvPr id="202" name="TextBox 201">
            <a:extLst>
              <a:ext uri="{FF2B5EF4-FFF2-40B4-BE49-F238E27FC236}">
                <a16:creationId xmlns:a16="http://schemas.microsoft.com/office/drawing/2014/main" id="{2FB10207-962F-82E3-6566-80909216BB20}"/>
              </a:ext>
            </a:extLst>
          </p:cNvPr>
          <p:cNvSpPr txBox="1"/>
          <p:nvPr/>
        </p:nvSpPr>
        <p:spPr>
          <a:xfrm>
            <a:off x="996556" y="902055"/>
            <a:ext cx="3312901" cy="1096910"/>
          </a:xfrm>
          <a:prstGeom prst="rect">
            <a:avLst/>
          </a:prstGeom>
          <a:noFill/>
        </p:spPr>
        <p:txBody>
          <a:bodyPr wrap="square" lIns="0" tIns="0" rIns="0" bIns="0" rtlCol="0">
            <a:noAutofit/>
          </a:bodyPr>
          <a:lstStyle/>
          <a:p>
            <a:pPr algn="l">
              <a:spcAft>
                <a:spcPts val="600"/>
              </a:spcAft>
            </a:pPr>
            <a:r>
              <a:rPr lang="ru-RU" sz="1200">
                <a:solidFill>
                  <a:schemeClr val="bg1"/>
                </a:solidFill>
              </a:rPr>
              <a:t>Нужен акцент на слайде? Используй эти стикеры. Меняй иконки и текст, </a:t>
            </a:r>
            <a:br>
              <a:rPr lang="ru-RU" sz="1200">
                <a:solidFill>
                  <a:schemeClr val="bg1"/>
                </a:solidFill>
              </a:rPr>
            </a:br>
            <a:r>
              <a:rPr lang="ru-RU" sz="1200">
                <a:solidFill>
                  <a:schemeClr val="bg1"/>
                </a:solidFill>
              </a:rPr>
              <a:t>но ограничься 1-2 словами.</a:t>
            </a:r>
          </a:p>
          <a:p>
            <a:pPr algn="l">
              <a:spcAft>
                <a:spcPts val="600"/>
              </a:spcAft>
            </a:pPr>
            <a:r>
              <a:rPr lang="ru-RU" sz="1200">
                <a:solidFill>
                  <a:schemeClr val="bg1"/>
                </a:solidFill>
              </a:rPr>
              <a:t>Чтобы изменить длину стикера, </a:t>
            </a:r>
            <a:br>
              <a:rPr lang="ru-RU" sz="1200">
                <a:solidFill>
                  <a:schemeClr val="bg1"/>
                </a:solidFill>
              </a:rPr>
            </a:br>
            <a:r>
              <a:rPr lang="ru-RU" sz="1200">
                <a:solidFill>
                  <a:schemeClr val="bg1"/>
                </a:solidFill>
              </a:rPr>
              <a:t>выдели фигуру и потяни за этот кружок</a:t>
            </a:r>
          </a:p>
        </p:txBody>
      </p:sp>
      <p:sp>
        <p:nvSpPr>
          <p:cNvPr id="203" name="TextBox 202">
            <a:extLst>
              <a:ext uri="{FF2B5EF4-FFF2-40B4-BE49-F238E27FC236}">
                <a16:creationId xmlns:a16="http://schemas.microsoft.com/office/drawing/2014/main" id="{6DB3E5C3-172D-4025-65E2-11717A6B1090}"/>
              </a:ext>
            </a:extLst>
          </p:cNvPr>
          <p:cNvSpPr txBox="1"/>
          <p:nvPr/>
        </p:nvSpPr>
        <p:spPr>
          <a:xfrm>
            <a:off x="7615256" y="1338427"/>
            <a:ext cx="3380298" cy="1110294"/>
          </a:xfrm>
          <a:prstGeom prst="rect">
            <a:avLst/>
          </a:prstGeom>
          <a:noFill/>
        </p:spPr>
        <p:txBody>
          <a:bodyPr wrap="square" lIns="0" tIns="0" rIns="0" bIns="0" rtlCol="0">
            <a:noAutofit/>
          </a:bodyPr>
          <a:lstStyle/>
          <a:p>
            <a:pPr algn="l"/>
            <a:r>
              <a:rPr lang="ru-RU" sz="1200">
                <a:solidFill>
                  <a:schemeClr val="bg1"/>
                </a:solidFill>
              </a:rPr>
              <a:t>Стикеры этих размеров используй в слайдах нагруженных текстом, графиками и таблицами.</a:t>
            </a:r>
          </a:p>
        </p:txBody>
      </p:sp>
      <p:grpSp>
        <p:nvGrpSpPr>
          <p:cNvPr id="22" name="Группа 21">
            <a:extLst>
              <a:ext uri="{FF2B5EF4-FFF2-40B4-BE49-F238E27FC236}">
                <a16:creationId xmlns:a16="http://schemas.microsoft.com/office/drawing/2014/main" id="{F7D20D28-397C-BD6E-A1BD-B79EEEA5DAC2}"/>
              </a:ext>
            </a:extLst>
          </p:cNvPr>
          <p:cNvGrpSpPr/>
          <p:nvPr/>
        </p:nvGrpSpPr>
        <p:grpSpPr>
          <a:xfrm>
            <a:off x="996556" y="2050478"/>
            <a:ext cx="1087234" cy="269669"/>
            <a:chOff x="3690145" y="-1350971"/>
            <a:chExt cx="4839375" cy="1200318"/>
          </a:xfrm>
        </p:grpSpPr>
        <p:pic>
          <p:nvPicPr>
            <p:cNvPr id="13" name="Рисунок 12">
              <a:extLst>
                <a:ext uri="{FF2B5EF4-FFF2-40B4-BE49-F238E27FC236}">
                  <a16:creationId xmlns:a16="http://schemas.microsoft.com/office/drawing/2014/main" id="{8258F5CD-2E27-30E8-0988-48AD62C11C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90145" y="-1350971"/>
              <a:ext cx="4839375" cy="1200318"/>
            </a:xfrm>
            <a:prstGeom prst="roundRect">
              <a:avLst>
                <a:gd name="adj" fmla="val 19528"/>
              </a:avLst>
            </a:prstGeom>
          </p:spPr>
        </p:pic>
        <p:sp>
          <p:nvSpPr>
            <p:cNvPr id="21" name="Овал 20">
              <a:extLst>
                <a:ext uri="{FF2B5EF4-FFF2-40B4-BE49-F238E27FC236}">
                  <a16:creationId xmlns:a16="http://schemas.microsoft.com/office/drawing/2014/main" id="{1D6F0CBA-F8A2-0BC5-421C-39064A739B63}"/>
                </a:ext>
              </a:extLst>
            </p:cNvPr>
            <p:cNvSpPr/>
            <p:nvPr/>
          </p:nvSpPr>
          <p:spPr>
            <a:xfrm>
              <a:off x="8148277" y="-910114"/>
              <a:ext cx="303001" cy="303001"/>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cxnSp>
        <p:nvCxnSpPr>
          <p:cNvPr id="24" name="Прямая со стрелкой 23">
            <a:extLst>
              <a:ext uri="{FF2B5EF4-FFF2-40B4-BE49-F238E27FC236}">
                <a16:creationId xmlns:a16="http://schemas.microsoft.com/office/drawing/2014/main" id="{CF5B5F15-6E88-EACF-40AF-D94A97803224}"/>
              </a:ext>
            </a:extLst>
          </p:cNvPr>
          <p:cNvCxnSpPr>
            <a:cxnSpLocks/>
          </p:cNvCxnSpPr>
          <p:nvPr/>
        </p:nvCxnSpPr>
        <p:spPr>
          <a:xfrm flipH="1">
            <a:off x="2117365" y="2180983"/>
            <a:ext cx="267133" cy="0"/>
          </a:xfrm>
          <a:prstGeom prst="straightConnector1">
            <a:avLst/>
          </a:prstGeom>
          <a:ln w="19050">
            <a:solidFill>
              <a:schemeClr val="bg2"/>
            </a:solidFill>
            <a:tailEnd type="arrow" w="sm" len="sm"/>
          </a:ln>
        </p:spPr>
        <p:style>
          <a:lnRef idx="1">
            <a:schemeClr val="accent1"/>
          </a:lnRef>
          <a:fillRef idx="0">
            <a:schemeClr val="accent1"/>
          </a:fillRef>
          <a:effectRef idx="0">
            <a:schemeClr val="accent1"/>
          </a:effectRef>
          <a:fontRef idx="minor">
            <a:schemeClr val="tx1"/>
          </a:fontRef>
        </p:style>
      </p:cxnSp>
      <p:sp>
        <p:nvSpPr>
          <p:cNvPr id="2" name="Нижний колонтитул 1">
            <a:extLst>
              <a:ext uri="{FF2B5EF4-FFF2-40B4-BE49-F238E27FC236}">
                <a16:creationId xmlns:a16="http://schemas.microsoft.com/office/drawing/2014/main" id="{9B87F716-7DEF-F8B2-7B36-AB3067DCF74D}"/>
              </a:ext>
            </a:extLst>
          </p:cNvPr>
          <p:cNvSpPr>
            <a:spLocks noGrp="1"/>
          </p:cNvSpPr>
          <p:nvPr>
            <p:ph type="ftr" sz="quarter" idx="11"/>
          </p:nvPr>
        </p:nvSpPr>
        <p:spPr/>
        <p:txBody>
          <a:bodyPr/>
          <a:lstStyle/>
          <a:p>
            <a:endParaRPr lang="ru-RU"/>
          </a:p>
        </p:txBody>
      </p:sp>
      <p:sp>
        <p:nvSpPr>
          <p:cNvPr id="5" name="Прямоугольник: скругленные углы 4">
            <a:extLst>
              <a:ext uri="{FF2B5EF4-FFF2-40B4-BE49-F238E27FC236}">
                <a16:creationId xmlns:a16="http://schemas.microsoft.com/office/drawing/2014/main" id="{5FC48804-D9D3-88DF-34B5-EEC8F2C8407C}"/>
              </a:ext>
            </a:extLst>
          </p:cNvPr>
          <p:cNvSpPr/>
          <p:nvPr/>
        </p:nvSpPr>
        <p:spPr>
          <a:xfrm>
            <a:off x="1082237" y="3543290"/>
            <a:ext cx="1096276"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ВНИМАНИЕ</a:t>
            </a:r>
          </a:p>
        </p:txBody>
      </p:sp>
      <p:grpSp>
        <p:nvGrpSpPr>
          <p:cNvPr id="37" name="Группа 36">
            <a:extLst>
              <a:ext uri="{FF2B5EF4-FFF2-40B4-BE49-F238E27FC236}">
                <a16:creationId xmlns:a16="http://schemas.microsoft.com/office/drawing/2014/main" id="{8437EA3E-A175-A407-2FE6-BB0044F02FBB}"/>
              </a:ext>
            </a:extLst>
          </p:cNvPr>
          <p:cNvGrpSpPr/>
          <p:nvPr/>
        </p:nvGrpSpPr>
        <p:grpSpPr>
          <a:xfrm>
            <a:off x="1089258" y="2819553"/>
            <a:ext cx="1967466" cy="324000"/>
            <a:chOff x="644766" y="2746982"/>
            <a:chExt cx="1967466" cy="324000"/>
          </a:xfrm>
        </p:grpSpPr>
        <p:sp>
          <p:nvSpPr>
            <p:cNvPr id="4" name="Прямоугольник: скругленные углы 3">
              <a:extLst>
                <a:ext uri="{FF2B5EF4-FFF2-40B4-BE49-F238E27FC236}">
                  <a16:creationId xmlns:a16="http://schemas.microsoft.com/office/drawing/2014/main" id="{04E77AF8-5D03-1AF8-7CFF-FD3D232FFF7A}"/>
                </a:ext>
              </a:extLst>
            </p:cNvPr>
            <p:cNvSpPr/>
            <p:nvPr/>
          </p:nvSpPr>
          <p:spPr>
            <a:xfrm>
              <a:off x="644766" y="2746982"/>
              <a:ext cx="1967466"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ВНИМАНИЕ</a:t>
              </a:r>
            </a:p>
          </p:txBody>
        </p:sp>
        <p:sp>
          <p:nvSpPr>
            <p:cNvPr id="67" name="Полилиния: фигура 66">
              <a:extLst>
                <a:ext uri="{FF2B5EF4-FFF2-40B4-BE49-F238E27FC236}">
                  <a16:creationId xmlns:a16="http://schemas.microsoft.com/office/drawing/2014/main" id="{EBDE7255-EC0D-F9F0-B059-DC1B4395DD41}"/>
                </a:ext>
              </a:extLst>
            </p:cNvPr>
            <p:cNvSpPr>
              <a:spLocks noChangeAspect="1"/>
            </p:cNvSpPr>
            <p:nvPr/>
          </p:nvSpPr>
          <p:spPr>
            <a:xfrm>
              <a:off x="750967" y="2801930"/>
              <a:ext cx="179345" cy="189307"/>
            </a:xfrm>
            <a:custGeom>
              <a:avLst/>
              <a:gdLst>
                <a:gd name="connsiteX0" fmla="*/ 72535 w 171450"/>
                <a:gd name="connsiteY0" fmla="*/ 162210 h 180974"/>
                <a:gd name="connsiteX1" fmla="*/ 98922 w 171450"/>
                <a:gd name="connsiteY1" fmla="*/ 162210 h 180974"/>
                <a:gd name="connsiteX2" fmla="*/ 103599 w 171450"/>
                <a:gd name="connsiteY2" fmla="*/ 172160 h 180974"/>
                <a:gd name="connsiteX3" fmla="*/ 85725 w 171450"/>
                <a:gd name="connsiteY3" fmla="*/ 180974 h 180974"/>
                <a:gd name="connsiteX4" fmla="*/ 67851 w 171450"/>
                <a:gd name="connsiteY4" fmla="*/ 172160 h 180974"/>
                <a:gd name="connsiteX5" fmla="*/ 72535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0 w 171450"/>
                <a:gd name="connsiteY29" fmla="*/ 21840 h 180974"/>
                <a:gd name="connsiteX30" fmla="*/ 149610 w 171450"/>
                <a:gd name="connsiteY30" fmla="*/ 21840 h 180974"/>
                <a:gd name="connsiteX31" fmla="*/ 149610 w 171450"/>
                <a:gd name="connsiteY31" fmla="*/ 35310 h 180974"/>
                <a:gd name="connsiteX32" fmla="*/ 140085 w 171450"/>
                <a:gd name="connsiteY32" fmla="*/ 44835 h 180974"/>
                <a:gd name="connsiteX33" fmla="*/ 126615 w 171450"/>
                <a:gd name="connsiteY33" fmla="*/ 44835 h 180974"/>
                <a:gd name="connsiteX34" fmla="*/ 126615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5" y="162210"/>
                  </a:moveTo>
                  <a:cubicBezTo>
                    <a:pt x="80448" y="164140"/>
                    <a:pt x="90933" y="164211"/>
                    <a:pt x="98922" y="162210"/>
                  </a:cubicBezTo>
                  <a:cubicBezTo>
                    <a:pt x="105616" y="160534"/>
                    <a:pt x="105616" y="166533"/>
                    <a:pt x="103599" y="172160"/>
                  </a:cubicBezTo>
                  <a:cubicBezTo>
                    <a:pt x="100949" y="179549"/>
                    <a:pt x="95450" y="180974"/>
                    <a:pt x="85725" y="180974"/>
                  </a:cubicBezTo>
                  <a:cubicBezTo>
                    <a:pt x="75999" y="180974"/>
                    <a:pt x="70501" y="179549"/>
                    <a:pt x="67851" y="172160"/>
                  </a:cubicBezTo>
                  <a:cubicBezTo>
                    <a:pt x="65834" y="166534"/>
                    <a:pt x="65834" y="160576"/>
                    <a:pt x="72535" y="162210"/>
                  </a:cubicBezTo>
                  <a:close/>
                  <a:moveTo>
                    <a:pt x="152400" y="76200"/>
                  </a:moveTo>
                  <a:lnTo>
                    <a:pt x="161925" y="76200"/>
                  </a:lnTo>
                  <a:cubicBezTo>
                    <a:pt x="167186" y="76200"/>
                    <a:pt x="171450" y="80465"/>
                    <a:pt x="171450" y="85725"/>
                  </a:cubicBezTo>
                  <a:cubicBezTo>
                    <a:pt x="171450" y="90985"/>
                    <a:pt x="167186" y="95250"/>
                    <a:pt x="161925" y="95250"/>
                  </a:cubicBezTo>
                  <a:lnTo>
                    <a:pt x="152400" y="95250"/>
                  </a:lnTo>
                  <a:cubicBezTo>
                    <a:pt x="147139" y="95250"/>
                    <a:pt x="142875" y="90985"/>
                    <a:pt x="142875" y="85725"/>
                  </a:cubicBezTo>
                  <a:cubicBezTo>
                    <a:pt x="142875" y="80465"/>
                    <a:pt x="147139" y="76200"/>
                    <a:pt x="152400" y="76200"/>
                  </a:cubicBezTo>
                  <a:close/>
                  <a:moveTo>
                    <a:pt x="9525" y="76200"/>
                  </a:moveTo>
                  <a:lnTo>
                    <a:pt x="19050" y="76200"/>
                  </a:lnTo>
                  <a:cubicBezTo>
                    <a:pt x="24310" y="76200"/>
                    <a:pt x="28575" y="80465"/>
                    <a:pt x="28575" y="85725"/>
                  </a:cubicBezTo>
                  <a:cubicBezTo>
                    <a:pt x="28575" y="90985"/>
                    <a:pt x="24310" y="95250"/>
                    <a:pt x="19050" y="95250"/>
                  </a:cubicBezTo>
                  <a:lnTo>
                    <a:pt x="9525" y="95250"/>
                  </a:lnTo>
                  <a:cubicBezTo>
                    <a:pt x="4264" y="95250"/>
                    <a:pt x="0" y="90985"/>
                    <a:pt x="0" y="85725"/>
                  </a:cubicBezTo>
                  <a:cubicBezTo>
                    <a:pt x="0" y="80465"/>
                    <a:pt x="4264"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0" y="21840"/>
                  </a:moveTo>
                  <a:cubicBezTo>
                    <a:pt x="139859" y="18120"/>
                    <a:pt x="145890" y="18120"/>
                    <a:pt x="149610" y="21840"/>
                  </a:cubicBezTo>
                  <a:cubicBezTo>
                    <a:pt x="153329" y="25560"/>
                    <a:pt x="153329" y="31590"/>
                    <a:pt x="149610" y="35310"/>
                  </a:cubicBezTo>
                  <a:lnTo>
                    <a:pt x="140085" y="44835"/>
                  </a:lnTo>
                  <a:cubicBezTo>
                    <a:pt x="136365" y="48555"/>
                    <a:pt x="130334" y="48555"/>
                    <a:pt x="126615" y="44835"/>
                  </a:cubicBezTo>
                  <a:cubicBezTo>
                    <a:pt x="122895" y="41115"/>
                    <a:pt x="122895" y="35085"/>
                    <a:pt x="126615"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4"/>
                    <a:pt x="95250" y="9525"/>
                  </a:cubicBezTo>
                  <a:lnTo>
                    <a:pt x="95250" y="19050"/>
                  </a:lnTo>
                  <a:cubicBezTo>
                    <a:pt x="95250" y="24310"/>
                    <a:pt x="90986" y="28575"/>
                    <a:pt x="85725" y="28575"/>
                  </a:cubicBezTo>
                  <a:cubicBezTo>
                    <a:pt x="80464" y="28575"/>
                    <a:pt x="76200" y="24310"/>
                    <a:pt x="76200" y="19050"/>
                  </a:cubicBezTo>
                  <a:lnTo>
                    <a:pt x="76200" y="9525"/>
                  </a:lnTo>
                  <a:cubicBezTo>
                    <a:pt x="76200" y="4264"/>
                    <a:pt x="80464" y="0"/>
                    <a:pt x="85725" y="0"/>
                  </a:cubicBezTo>
                  <a:close/>
                </a:path>
              </a:pathLst>
            </a:custGeom>
            <a:solidFill>
              <a:schemeClr val="bg1"/>
            </a:solidFill>
            <a:ln w="9525" cap="flat">
              <a:noFill/>
              <a:prstDash val="solid"/>
              <a:miter/>
            </a:ln>
          </p:spPr>
          <p:txBody>
            <a:bodyPr rtlCol="0" anchor="ctr"/>
            <a:lstStyle/>
            <a:p>
              <a:endParaRPr lang="ru-RU"/>
            </a:p>
          </p:txBody>
        </p:sp>
      </p:grpSp>
      <p:grpSp>
        <p:nvGrpSpPr>
          <p:cNvPr id="39" name="Группа 38">
            <a:extLst>
              <a:ext uri="{FF2B5EF4-FFF2-40B4-BE49-F238E27FC236}">
                <a16:creationId xmlns:a16="http://schemas.microsoft.com/office/drawing/2014/main" id="{B8615B9A-F4A1-9E96-D52E-4715E39991A8}"/>
              </a:ext>
            </a:extLst>
          </p:cNvPr>
          <p:cNvGrpSpPr/>
          <p:nvPr/>
        </p:nvGrpSpPr>
        <p:grpSpPr>
          <a:xfrm>
            <a:off x="1082237" y="3217422"/>
            <a:ext cx="1447560" cy="252000"/>
            <a:chOff x="644765" y="3144851"/>
            <a:chExt cx="1447560" cy="252000"/>
          </a:xfrm>
        </p:grpSpPr>
        <p:sp>
          <p:nvSpPr>
            <p:cNvPr id="6" name="Прямоугольник: скругленные углы 5">
              <a:extLst>
                <a:ext uri="{FF2B5EF4-FFF2-40B4-BE49-F238E27FC236}">
                  <a16:creationId xmlns:a16="http://schemas.microsoft.com/office/drawing/2014/main" id="{EE8B6704-29A3-D77E-484E-62334A1CFC7E}"/>
                </a:ext>
              </a:extLst>
            </p:cNvPr>
            <p:cNvSpPr/>
            <p:nvPr/>
          </p:nvSpPr>
          <p:spPr>
            <a:xfrm>
              <a:off x="644765" y="3144851"/>
              <a:ext cx="1447560"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ВНИМАНИЕ</a:t>
              </a:r>
            </a:p>
          </p:txBody>
        </p:sp>
        <p:sp>
          <p:nvSpPr>
            <p:cNvPr id="10" name="Полилиния: фигура 9">
              <a:extLst>
                <a:ext uri="{FF2B5EF4-FFF2-40B4-BE49-F238E27FC236}">
                  <a16:creationId xmlns:a16="http://schemas.microsoft.com/office/drawing/2014/main" id="{ECD9C3B5-C6BE-3AD2-EBDA-3460AB5DF0A4}"/>
                </a:ext>
              </a:extLst>
            </p:cNvPr>
            <p:cNvSpPr/>
            <p:nvPr/>
          </p:nvSpPr>
          <p:spPr>
            <a:xfrm>
              <a:off x="762871" y="3190905"/>
              <a:ext cx="128465" cy="135601"/>
            </a:xfrm>
            <a:custGeom>
              <a:avLst/>
              <a:gdLst>
                <a:gd name="connsiteX0" fmla="*/ 72535 w 171450"/>
                <a:gd name="connsiteY0" fmla="*/ 162210 h 180974"/>
                <a:gd name="connsiteX1" fmla="*/ 98922 w 171450"/>
                <a:gd name="connsiteY1" fmla="*/ 162210 h 180974"/>
                <a:gd name="connsiteX2" fmla="*/ 103599 w 171450"/>
                <a:gd name="connsiteY2" fmla="*/ 172160 h 180974"/>
                <a:gd name="connsiteX3" fmla="*/ 85725 w 171450"/>
                <a:gd name="connsiteY3" fmla="*/ 180974 h 180974"/>
                <a:gd name="connsiteX4" fmla="*/ 67851 w 171450"/>
                <a:gd name="connsiteY4" fmla="*/ 172160 h 180974"/>
                <a:gd name="connsiteX5" fmla="*/ 72535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0 w 171450"/>
                <a:gd name="connsiteY29" fmla="*/ 21840 h 180974"/>
                <a:gd name="connsiteX30" fmla="*/ 149610 w 171450"/>
                <a:gd name="connsiteY30" fmla="*/ 21840 h 180974"/>
                <a:gd name="connsiteX31" fmla="*/ 149610 w 171450"/>
                <a:gd name="connsiteY31" fmla="*/ 35310 h 180974"/>
                <a:gd name="connsiteX32" fmla="*/ 140085 w 171450"/>
                <a:gd name="connsiteY32" fmla="*/ 44835 h 180974"/>
                <a:gd name="connsiteX33" fmla="*/ 126615 w 171450"/>
                <a:gd name="connsiteY33" fmla="*/ 44835 h 180974"/>
                <a:gd name="connsiteX34" fmla="*/ 126615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5" y="162210"/>
                  </a:moveTo>
                  <a:cubicBezTo>
                    <a:pt x="80448" y="164140"/>
                    <a:pt x="90933" y="164211"/>
                    <a:pt x="98922" y="162210"/>
                  </a:cubicBezTo>
                  <a:cubicBezTo>
                    <a:pt x="105616" y="160534"/>
                    <a:pt x="105616" y="166533"/>
                    <a:pt x="103599" y="172160"/>
                  </a:cubicBezTo>
                  <a:cubicBezTo>
                    <a:pt x="100949" y="179549"/>
                    <a:pt x="95450" y="180974"/>
                    <a:pt x="85725" y="180974"/>
                  </a:cubicBezTo>
                  <a:cubicBezTo>
                    <a:pt x="75999" y="180974"/>
                    <a:pt x="70501" y="179549"/>
                    <a:pt x="67851" y="172160"/>
                  </a:cubicBezTo>
                  <a:cubicBezTo>
                    <a:pt x="65834" y="166534"/>
                    <a:pt x="65834" y="160576"/>
                    <a:pt x="72535" y="162210"/>
                  </a:cubicBezTo>
                  <a:close/>
                  <a:moveTo>
                    <a:pt x="152400" y="76200"/>
                  </a:moveTo>
                  <a:lnTo>
                    <a:pt x="161925" y="76200"/>
                  </a:lnTo>
                  <a:cubicBezTo>
                    <a:pt x="167186" y="76200"/>
                    <a:pt x="171450" y="80465"/>
                    <a:pt x="171450" y="85725"/>
                  </a:cubicBezTo>
                  <a:cubicBezTo>
                    <a:pt x="171450" y="90985"/>
                    <a:pt x="167186" y="95250"/>
                    <a:pt x="161925" y="95250"/>
                  </a:cubicBezTo>
                  <a:lnTo>
                    <a:pt x="152400" y="95250"/>
                  </a:lnTo>
                  <a:cubicBezTo>
                    <a:pt x="147139" y="95250"/>
                    <a:pt x="142875" y="90985"/>
                    <a:pt x="142875" y="85725"/>
                  </a:cubicBezTo>
                  <a:cubicBezTo>
                    <a:pt x="142875" y="80465"/>
                    <a:pt x="147139" y="76200"/>
                    <a:pt x="152400" y="76200"/>
                  </a:cubicBezTo>
                  <a:close/>
                  <a:moveTo>
                    <a:pt x="9525" y="76200"/>
                  </a:moveTo>
                  <a:lnTo>
                    <a:pt x="19050" y="76200"/>
                  </a:lnTo>
                  <a:cubicBezTo>
                    <a:pt x="24310" y="76200"/>
                    <a:pt x="28575" y="80465"/>
                    <a:pt x="28575" y="85725"/>
                  </a:cubicBezTo>
                  <a:cubicBezTo>
                    <a:pt x="28575" y="90985"/>
                    <a:pt x="24310" y="95250"/>
                    <a:pt x="19050" y="95250"/>
                  </a:cubicBezTo>
                  <a:lnTo>
                    <a:pt x="9525" y="95250"/>
                  </a:lnTo>
                  <a:cubicBezTo>
                    <a:pt x="4264" y="95250"/>
                    <a:pt x="0" y="90985"/>
                    <a:pt x="0" y="85725"/>
                  </a:cubicBezTo>
                  <a:cubicBezTo>
                    <a:pt x="0" y="80465"/>
                    <a:pt x="4264"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0" y="21840"/>
                  </a:moveTo>
                  <a:cubicBezTo>
                    <a:pt x="139859" y="18120"/>
                    <a:pt x="145890" y="18120"/>
                    <a:pt x="149610" y="21840"/>
                  </a:cubicBezTo>
                  <a:cubicBezTo>
                    <a:pt x="153329" y="25560"/>
                    <a:pt x="153329" y="31590"/>
                    <a:pt x="149610" y="35310"/>
                  </a:cubicBezTo>
                  <a:lnTo>
                    <a:pt x="140085" y="44835"/>
                  </a:lnTo>
                  <a:cubicBezTo>
                    <a:pt x="136365" y="48555"/>
                    <a:pt x="130334" y="48555"/>
                    <a:pt x="126615" y="44835"/>
                  </a:cubicBezTo>
                  <a:cubicBezTo>
                    <a:pt x="122895" y="41115"/>
                    <a:pt x="122895" y="35085"/>
                    <a:pt x="126615"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4"/>
                    <a:pt x="95250" y="9525"/>
                  </a:cubicBezTo>
                  <a:lnTo>
                    <a:pt x="95250" y="19050"/>
                  </a:lnTo>
                  <a:cubicBezTo>
                    <a:pt x="95250" y="24310"/>
                    <a:pt x="90986" y="28575"/>
                    <a:pt x="85725" y="28575"/>
                  </a:cubicBezTo>
                  <a:cubicBezTo>
                    <a:pt x="80464" y="28575"/>
                    <a:pt x="76200" y="24310"/>
                    <a:pt x="76200" y="19050"/>
                  </a:cubicBezTo>
                  <a:lnTo>
                    <a:pt x="76200" y="9525"/>
                  </a:lnTo>
                  <a:cubicBezTo>
                    <a:pt x="76200" y="4264"/>
                    <a:pt x="80464" y="0"/>
                    <a:pt x="85725" y="0"/>
                  </a:cubicBezTo>
                  <a:close/>
                </a:path>
              </a:pathLst>
            </a:custGeom>
            <a:solidFill>
              <a:schemeClr val="bg1"/>
            </a:solidFill>
            <a:ln w="9525" cap="flat">
              <a:noFill/>
              <a:prstDash val="solid"/>
              <a:miter/>
            </a:ln>
          </p:spPr>
          <p:txBody>
            <a:bodyPr rtlCol="0" anchor="ctr"/>
            <a:lstStyle/>
            <a:p>
              <a:endParaRPr lang="ru-RU"/>
            </a:p>
          </p:txBody>
        </p:sp>
      </p:grpSp>
      <p:grpSp>
        <p:nvGrpSpPr>
          <p:cNvPr id="114" name="Группа 113">
            <a:extLst>
              <a:ext uri="{FF2B5EF4-FFF2-40B4-BE49-F238E27FC236}">
                <a16:creationId xmlns:a16="http://schemas.microsoft.com/office/drawing/2014/main" id="{A063D9CC-2BCC-74D5-06E2-D90E4E7B2B06}"/>
              </a:ext>
            </a:extLst>
          </p:cNvPr>
          <p:cNvGrpSpPr/>
          <p:nvPr/>
        </p:nvGrpSpPr>
        <p:grpSpPr>
          <a:xfrm>
            <a:off x="654390" y="2819553"/>
            <a:ext cx="324000" cy="324000"/>
            <a:chOff x="216918" y="2825172"/>
            <a:chExt cx="324000" cy="324000"/>
          </a:xfrm>
        </p:grpSpPr>
        <p:sp>
          <p:nvSpPr>
            <p:cNvPr id="15" name="Прямоугольник: скругленные углы 14">
              <a:extLst>
                <a:ext uri="{FF2B5EF4-FFF2-40B4-BE49-F238E27FC236}">
                  <a16:creationId xmlns:a16="http://schemas.microsoft.com/office/drawing/2014/main" id="{F47F835E-ADC2-E347-6049-079360101080}"/>
                </a:ext>
              </a:extLst>
            </p:cNvPr>
            <p:cNvSpPr/>
            <p:nvPr/>
          </p:nvSpPr>
          <p:spPr>
            <a:xfrm>
              <a:off x="216918" y="2825172"/>
              <a:ext cx="324000"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16" name="Полилиния: фигура 15">
              <a:extLst>
                <a:ext uri="{FF2B5EF4-FFF2-40B4-BE49-F238E27FC236}">
                  <a16:creationId xmlns:a16="http://schemas.microsoft.com/office/drawing/2014/main" id="{7F9EBB40-93B3-BAF4-9694-FE1F1E0FF110}"/>
                </a:ext>
              </a:extLst>
            </p:cNvPr>
            <p:cNvSpPr>
              <a:spLocks noChangeAspect="1"/>
            </p:cNvSpPr>
            <p:nvPr/>
          </p:nvSpPr>
          <p:spPr>
            <a:xfrm>
              <a:off x="289246" y="2892519"/>
              <a:ext cx="179345" cy="189307"/>
            </a:xfrm>
            <a:custGeom>
              <a:avLst/>
              <a:gdLst>
                <a:gd name="connsiteX0" fmla="*/ 72535 w 171450"/>
                <a:gd name="connsiteY0" fmla="*/ 162210 h 180974"/>
                <a:gd name="connsiteX1" fmla="*/ 98922 w 171450"/>
                <a:gd name="connsiteY1" fmla="*/ 162210 h 180974"/>
                <a:gd name="connsiteX2" fmla="*/ 103599 w 171450"/>
                <a:gd name="connsiteY2" fmla="*/ 172160 h 180974"/>
                <a:gd name="connsiteX3" fmla="*/ 85725 w 171450"/>
                <a:gd name="connsiteY3" fmla="*/ 180974 h 180974"/>
                <a:gd name="connsiteX4" fmla="*/ 67851 w 171450"/>
                <a:gd name="connsiteY4" fmla="*/ 172160 h 180974"/>
                <a:gd name="connsiteX5" fmla="*/ 72535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0 w 171450"/>
                <a:gd name="connsiteY29" fmla="*/ 21840 h 180974"/>
                <a:gd name="connsiteX30" fmla="*/ 149610 w 171450"/>
                <a:gd name="connsiteY30" fmla="*/ 21840 h 180974"/>
                <a:gd name="connsiteX31" fmla="*/ 149610 w 171450"/>
                <a:gd name="connsiteY31" fmla="*/ 35310 h 180974"/>
                <a:gd name="connsiteX32" fmla="*/ 140085 w 171450"/>
                <a:gd name="connsiteY32" fmla="*/ 44835 h 180974"/>
                <a:gd name="connsiteX33" fmla="*/ 126615 w 171450"/>
                <a:gd name="connsiteY33" fmla="*/ 44835 h 180974"/>
                <a:gd name="connsiteX34" fmla="*/ 126615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5" y="162210"/>
                  </a:moveTo>
                  <a:cubicBezTo>
                    <a:pt x="80448" y="164140"/>
                    <a:pt x="90933" y="164211"/>
                    <a:pt x="98922" y="162210"/>
                  </a:cubicBezTo>
                  <a:cubicBezTo>
                    <a:pt x="105616" y="160534"/>
                    <a:pt x="105616" y="166533"/>
                    <a:pt x="103599" y="172160"/>
                  </a:cubicBezTo>
                  <a:cubicBezTo>
                    <a:pt x="100949" y="179549"/>
                    <a:pt x="95450" y="180974"/>
                    <a:pt x="85725" y="180974"/>
                  </a:cubicBezTo>
                  <a:cubicBezTo>
                    <a:pt x="75999" y="180974"/>
                    <a:pt x="70501" y="179549"/>
                    <a:pt x="67851" y="172160"/>
                  </a:cubicBezTo>
                  <a:cubicBezTo>
                    <a:pt x="65834" y="166534"/>
                    <a:pt x="65834" y="160576"/>
                    <a:pt x="72535" y="162210"/>
                  </a:cubicBezTo>
                  <a:close/>
                  <a:moveTo>
                    <a:pt x="152400" y="76200"/>
                  </a:moveTo>
                  <a:lnTo>
                    <a:pt x="161925" y="76200"/>
                  </a:lnTo>
                  <a:cubicBezTo>
                    <a:pt x="167186" y="76200"/>
                    <a:pt x="171450" y="80465"/>
                    <a:pt x="171450" y="85725"/>
                  </a:cubicBezTo>
                  <a:cubicBezTo>
                    <a:pt x="171450" y="90985"/>
                    <a:pt x="167186" y="95250"/>
                    <a:pt x="161925" y="95250"/>
                  </a:cubicBezTo>
                  <a:lnTo>
                    <a:pt x="152400" y="95250"/>
                  </a:lnTo>
                  <a:cubicBezTo>
                    <a:pt x="147139" y="95250"/>
                    <a:pt x="142875" y="90985"/>
                    <a:pt x="142875" y="85725"/>
                  </a:cubicBezTo>
                  <a:cubicBezTo>
                    <a:pt x="142875" y="80465"/>
                    <a:pt x="147139" y="76200"/>
                    <a:pt x="152400" y="76200"/>
                  </a:cubicBezTo>
                  <a:close/>
                  <a:moveTo>
                    <a:pt x="9525" y="76200"/>
                  </a:moveTo>
                  <a:lnTo>
                    <a:pt x="19050" y="76200"/>
                  </a:lnTo>
                  <a:cubicBezTo>
                    <a:pt x="24310" y="76200"/>
                    <a:pt x="28575" y="80465"/>
                    <a:pt x="28575" y="85725"/>
                  </a:cubicBezTo>
                  <a:cubicBezTo>
                    <a:pt x="28575" y="90985"/>
                    <a:pt x="24310" y="95250"/>
                    <a:pt x="19050" y="95250"/>
                  </a:cubicBezTo>
                  <a:lnTo>
                    <a:pt x="9525" y="95250"/>
                  </a:lnTo>
                  <a:cubicBezTo>
                    <a:pt x="4264" y="95250"/>
                    <a:pt x="0" y="90985"/>
                    <a:pt x="0" y="85725"/>
                  </a:cubicBezTo>
                  <a:cubicBezTo>
                    <a:pt x="0" y="80465"/>
                    <a:pt x="4264"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0" y="21840"/>
                  </a:moveTo>
                  <a:cubicBezTo>
                    <a:pt x="139859" y="18120"/>
                    <a:pt x="145890" y="18120"/>
                    <a:pt x="149610" y="21840"/>
                  </a:cubicBezTo>
                  <a:cubicBezTo>
                    <a:pt x="153329" y="25560"/>
                    <a:pt x="153329" y="31590"/>
                    <a:pt x="149610" y="35310"/>
                  </a:cubicBezTo>
                  <a:lnTo>
                    <a:pt x="140085" y="44835"/>
                  </a:lnTo>
                  <a:cubicBezTo>
                    <a:pt x="136365" y="48555"/>
                    <a:pt x="130334" y="48555"/>
                    <a:pt x="126615" y="44835"/>
                  </a:cubicBezTo>
                  <a:cubicBezTo>
                    <a:pt x="122895" y="41115"/>
                    <a:pt x="122895" y="35085"/>
                    <a:pt x="126615"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4"/>
                    <a:pt x="95250" y="9525"/>
                  </a:cubicBezTo>
                  <a:lnTo>
                    <a:pt x="95250" y="19050"/>
                  </a:lnTo>
                  <a:cubicBezTo>
                    <a:pt x="95250" y="24310"/>
                    <a:pt x="90986" y="28575"/>
                    <a:pt x="85725" y="28575"/>
                  </a:cubicBezTo>
                  <a:cubicBezTo>
                    <a:pt x="80464" y="28575"/>
                    <a:pt x="76200" y="24310"/>
                    <a:pt x="76200" y="19050"/>
                  </a:cubicBezTo>
                  <a:lnTo>
                    <a:pt x="76200" y="9525"/>
                  </a:lnTo>
                  <a:cubicBezTo>
                    <a:pt x="76200" y="4264"/>
                    <a:pt x="80464" y="0"/>
                    <a:pt x="85725" y="0"/>
                  </a:cubicBezTo>
                  <a:close/>
                </a:path>
              </a:pathLst>
            </a:custGeom>
            <a:solidFill>
              <a:schemeClr val="bg1"/>
            </a:solidFill>
            <a:ln w="9525" cap="flat">
              <a:noFill/>
              <a:prstDash val="solid"/>
              <a:miter/>
            </a:ln>
          </p:spPr>
          <p:txBody>
            <a:bodyPr rtlCol="0" anchor="ctr"/>
            <a:lstStyle/>
            <a:p>
              <a:endParaRPr lang="ru-RU"/>
            </a:p>
          </p:txBody>
        </p:sp>
      </p:grpSp>
      <p:sp>
        <p:nvSpPr>
          <p:cNvPr id="112" name="Прямоугольник: скругленные углы 111">
            <a:extLst>
              <a:ext uri="{FF2B5EF4-FFF2-40B4-BE49-F238E27FC236}">
                <a16:creationId xmlns:a16="http://schemas.microsoft.com/office/drawing/2014/main" id="{8F3B9D29-71EE-2532-7A59-6BD2F03C92A6}"/>
              </a:ext>
            </a:extLst>
          </p:cNvPr>
          <p:cNvSpPr/>
          <p:nvPr/>
        </p:nvSpPr>
        <p:spPr>
          <a:xfrm>
            <a:off x="9481083" y="3543290"/>
            <a:ext cx="522626"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en-US" sz="1200" b="1"/>
              <a:t>TOP</a:t>
            </a:r>
            <a:endParaRPr lang="ru-RU" sz="1200" b="1"/>
          </a:p>
        </p:txBody>
      </p:sp>
      <p:grpSp>
        <p:nvGrpSpPr>
          <p:cNvPr id="77" name="Группа 76">
            <a:extLst>
              <a:ext uri="{FF2B5EF4-FFF2-40B4-BE49-F238E27FC236}">
                <a16:creationId xmlns:a16="http://schemas.microsoft.com/office/drawing/2014/main" id="{8CEF1EA0-1483-B6AC-70B7-A9BBFE52F0B9}"/>
              </a:ext>
            </a:extLst>
          </p:cNvPr>
          <p:cNvGrpSpPr/>
          <p:nvPr/>
        </p:nvGrpSpPr>
        <p:grpSpPr>
          <a:xfrm>
            <a:off x="9481083" y="2819553"/>
            <a:ext cx="963923" cy="324000"/>
            <a:chOff x="9109717" y="2746982"/>
            <a:chExt cx="963923" cy="324000"/>
          </a:xfrm>
        </p:grpSpPr>
        <p:sp>
          <p:nvSpPr>
            <p:cNvPr id="117" name="Прямоугольник: скругленные углы 116">
              <a:extLst>
                <a:ext uri="{FF2B5EF4-FFF2-40B4-BE49-F238E27FC236}">
                  <a16:creationId xmlns:a16="http://schemas.microsoft.com/office/drawing/2014/main" id="{77AF60BB-BEDE-ACC7-10E2-E6D3A1CA3863}"/>
                </a:ext>
              </a:extLst>
            </p:cNvPr>
            <p:cNvSpPr/>
            <p:nvPr/>
          </p:nvSpPr>
          <p:spPr>
            <a:xfrm>
              <a:off x="9109717" y="2746982"/>
              <a:ext cx="963923"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en-US">
                  <a:latin typeface="+mj-lt"/>
                </a:rPr>
                <a:t>TOP</a:t>
              </a:r>
              <a:endParaRPr lang="ru-RU">
                <a:latin typeface="+mj-lt"/>
              </a:endParaRPr>
            </a:p>
          </p:txBody>
        </p:sp>
        <p:sp>
          <p:nvSpPr>
            <p:cNvPr id="327" name="Рисунок 283">
              <a:extLst>
                <a:ext uri="{FF2B5EF4-FFF2-40B4-BE49-F238E27FC236}">
                  <a16:creationId xmlns:a16="http://schemas.microsoft.com/office/drawing/2014/main" id="{BD650DAA-E3B8-A621-9D4B-27F7A74775BD}"/>
                </a:ext>
              </a:extLst>
            </p:cNvPr>
            <p:cNvSpPr/>
            <p:nvPr/>
          </p:nvSpPr>
          <p:spPr>
            <a:xfrm>
              <a:off x="9227531" y="2831797"/>
              <a:ext cx="156976" cy="156975"/>
            </a:xfrm>
            <a:custGeom>
              <a:avLst/>
              <a:gdLst>
                <a:gd name="connsiteX0" fmla="*/ 85725 w 171450"/>
                <a:gd name="connsiteY0" fmla="*/ 924 h 171449"/>
                <a:gd name="connsiteX1" fmla="*/ 57150 w 171450"/>
                <a:gd name="connsiteY1" fmla="*/ 53932 h 171449"/>
                <a:gd name="connsiteX2" fmla="*/ 38021 w 171450"/>
                <a:gd name="connsiteY2" fmla="*/ 35964 h 171449"/>
                <a:gd name="connsiteX3" fmla="*/ 0 w 171450"/>
                <a:gd name="connsiteY3" fmla="*/ 101860 h 171449"/>
                <a:gd name="connsiteX4" fmla="*/ 57150 w 171450"/>
                <a:gd name="connsiteY4" fmla="*/ 171450 h 171449"/>
                <a:gd name="connsiteX5" fmla="*/ 66080 w 171450"/>
                <a:gd name="connsiteY5" fmla="*/ 162584 h 171449"/>
                <a:gd name="connsiteX6" fmla="*/ 57076 w 171450"/>
                <a:gd name="connsiteY6" fmla="*/ 108188 h 171449"/>
                <a:gd name="connsiteX7" fmla="*/ 93613 w 171450"/>
                <a:gd name="connsiteY7" fmla="*/ 88886 h 171449"/>
                <a:gd name="connsiteX8" fmla="*/ 111703 w 171450"/>
                <a:gd name="connsiteY8" fmla="*/ 88886 h 171449"/>
                <a:gd name="connsiteX9" fmla="*/ 106561 w 171450"/>
                <a:gd name="connsiteY9" fmla="*/ 162584 h 171449"/>
                <a:gd name="connsiteX10" fmla="*/ 121147 w 171450"/>
                <a:gd name="connsiteY10" fmla="*/ 171450 h 171449"/>
                <a:gd name="connsiteX11" fmla="*/ 171450 w 171450"/>
                <a:gd name="connsiteY11" fmla="*/ 101860 h 171449"/>
                <a:gd name="connsiteX12" fmla="*/ 85725 w 171450"/>
                <a:gd name="connsiteY12" fmla="*/ 924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49">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0" y="133596"/>
                    <a:pt x="93613" y="88886"/>
                  </a:cubicBezTo>
                  <a:cubicBezTo>
                    <a:pt x="96267" y="76792"/>
                    <a:pt x="102936" y="80004"/>
                    <a:pt x="111703" y="88886"/>
                  </a:cubicBezTo>
                  <a:cubicBezTo>
                    <a:pt x="124861" y="102218"/>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grpSp>
        <p:nvGrpSpPr>
          <p:cNvPr id="75" name="Группа 74">
            <a:extLst>
              <a:ext uri="{FF2B5EF4-FFF2-40B4-BE49-F238E27FC236}">
                <a16:creationId xmlns:a16="http://schemas.microsoft.com/office/drawing/2014/main" id="{A2E94FC6-B801-6529-49E3-41D2E37CAB3B}"/>
              </a:ext>
            </a:extLst>
          </p:cNvPr>
          <p:cNvGrpSpPr/>
          <p:nvPr/>
        </p:nvGrpSpPr>
        <p:grpSpPr>
          <a:xfrm>
            <a:off x="9481083" y="3217422"/>
            <a:ext cx="773423" cy="252000"/>
            <a:chOff x="9109716" y="3144851"/>
            <a:chExt cx="773423" cy="252000"/>
          </a:xfrm>
        </p:grpSpPr>
        <p:sp>
          <p:nvSpPr>
            <p:cNvPr id="115" name="Прямоугольник: скругленные углы 114">
              <a:extLst>
                <a:ext uri="{FF2B5EF4-FFF2-40B4-BE49-F238E27FC236}">
                  <a16:creationId xmlns:a16="http://schemas.microsoft.com/office/drawing/2014/main" id="{3BFD4065-1A84-8748-0777-28F698F92135}"/>
                </a:ext>
              </a:extLst>
            </p:cNvPr>
            <p:cNvSpPr/>
            <p:nvPr/>
          </p:nvSpPr>
          <p:spPr>
            <a:xfrm>
              <a:off x="9109716" y="3144851"/>
              <a:ext cx="773423"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en-US" sz="1400" b="1"/>
                <a:t>TOP</a:t>
              </a:r>
              <a:endParaRPr lang="ru-RU" sz="1400" b="1"/>
            </a:p>
          </p:txBody>
        </p:sp>
        <p:sp>
          <p:nvSpPr>
            <p:cNvPr id="74" name="Рисунок 283">
              <a:extLst>
                <a:ext uri="{FF2B5EF4-FFF2-40B4-BE49-F238E27FC236}">
                  <a16:creationId xmlns:a16="http://schemas.microsoft.com/office/drawing/2014/main" id="{9659A880-EE34-9C19-0F85-18BC0983AD4C}"/>
                </a:ext>
              </a:extLst>
            </p:cNvPr>
            <p:cNvSpPr/>
            <p:nvPr/>
          </p:nvSpPr>
          <p:spPr>
            <a:xfrm>
              <a:off x="9216136" y="3200585"/>
              <a:ext cx="130995" cy="130994"/>
            </a:xfrm>
            <a:custGeom>
              <a:avLst/>
              <a:gdLst>
                <a:gd name="connsiteX0" fmla="*/ 85725 w 171450"/>
                <a:gd name="connsiteY0" fmla="*/ 924 h 171449"/>
                <a:gd name="connsiteX1" fmla="*/ 57150 w 171450"/>
                <a:gd name="connsiteY1" fmla="*/ 53932 h 171449"/>
                <a:gd name="connsiteX2" fmla="*/ 38021 w 171450"/>
                <a:gd name="connsiteY2" fmla="*/ 35964 h 171449"/>
                <a:gd name="connsiteX3" fmla="*/ 0 w 171450"/>
                <a:gd name="connsiteY3" fmla="*/ 101860 h 171449"/>
                <a:gd name="connsiteX4" fmla="*/ 57150 w 171450"/>
                <a:gd name="connsiteY4" fmla="*/ 171450 h 171449"/>
                <a:gd name="connsiteX5" fmla="*/ 66080 w 171450"/>
                <a:gd name="connsiteY5" fmla="*/ 162584 h 171449"/>
                <a:gd name="connsiteX6" fmla="*/ 57076 w 171450"/>
                <a:gd name="connsiteY6" fmla="*/ 108188 h 171449"/>
                <a:gd name="connsiteX7" fmla="*/ 93613 w 171450"/>
                <a:gd name="connsiteY7" fmla="*/ 88886 h 171449"/>
                <a:gd name="connsiteX8" fmla="*/ 111703 w 171450"/>
                <a:gd name="connsiteY8" fmla="*/ 88886 h 171449"/>
                <a:gd name="connsiteX9" fmla="*/ 106561 w 171450"/>
                <a:gd name="connsiteY9" fmla="*/ 162584 h 171449"/>
                <a:gd name="connsiteX10" fmla="*/ 121147 w 171450"/>
                <a:gd name="connsiteY10" fmla="*/ 171450 h 171449"/>
                <a:gd name="connsiteX11" fmla="*/ 171450 w 171450"/>
                <a:gd name="connsiteY11" fmla="*/ 101860 h 171449"/>
                <a:gd name="connsiteX12" fmla="*/ 85725 w 171450"/>
                <a:gd name="connsiteY12" fmla="*/ 924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49">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0" y="133596"/>
                    <a:pt x="93613" y="88886"/>
                  </a:cubicBezTo>
                  <a:cubicBezTo>
                    <a:pt x="96267" y="76792"/>
                    <a:pt x="102936" y="80004"/>
                    <a:pt x="111703" y="88886"/>
                  </a:cubicBezTo>
                  <a:cubicBezTo>
                    <a:pt x="124861" y="102218"/>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grpSp>
        <p:nvGrpSpPr>
          <p:cNvPr id="119" name="Группа 118">
            <a:extLst>
              <a:ext uri="{FF2B5EF4-FFF2-40B4-BE49-F238E27FC236}">
                <a16:creationId xmlns:a16="http://schemas.microsoft.com/office/drawing/2014/main" id="{651418BF-33C6-2A75-7E0C-6E7296DE4A4B}"/>
              </a:ext>
            </a:extLst>
          </p:cNvPr>
          <p:cNvGrpSpPr/>
          <p:nvPr/>
        </p:nvGrpSpPr>
        <p:grpSpPr>
          <a:xfrm>
            <a:off x="9046217" y="2819553"/>
            <a:ext cx="324000" cy="324000"/>
            <a:chOff x="7029406" y="2825172"/>
            <a:chExt cx="324000" cy="324000"/>
          </a:xfrm>
        </p:grpSpPr>
        <p:sp>
          <p:nvSpPr>
            <p:cNvPr id="18" name="Прямоугольник: скругленные углы 17">
              <a:extLst>
                <a:ext uri="{FF2B5EF4-FFF2-40B4-BE49-F238E27FC236}">
                  <a16:creationId xmlns:a16="http://schemas.microsoft.com/office/drawing/2014/main" id="{1039E3D5-F642-FC39-1E05-2690409CBF3E}"/>
                </a:ext>
              </a:extLst>
            </p:cNvPr>
            <p:cNvSpPr/>
            <p:nvPr/>
          </p:nvSpPr>
          <p:spPr>
            <a:xfrm>
              <a:off x="7029406" y="2825172"/>
              <a:ext cx="324000"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19" name="Рисунок 18">
              <a:extLst>
                <a:ext uri="{FF2B5EF4-FFF2-40B4-BE49-F238E27FC236}">
                  <a16:creationId xmlns:a16="http://schemas.microsoft.com/office/drawing/2014/main" id="{B0CD9FAC-5894-8489-A21A-0FB44EC6DB35}"/>
                </a:ext>
              </a:extLst>
            </p:cNvPr>
            <p:cNvSpPr/>
            <p:nvPr/>
          </p:nvSpPr>
          <p:spPr>
            <a:xfrm>
              <a:off x="7110246" y="2906012"/>
              <a:ext cx="162320" cy="162320"/>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sp>
        <p:nvSpPr>
          <p:cNvPr id="43" name="Прямоугольник: скругленные углы 42">
            <a:extLst>
              <a:ext uri="{FF2B5EF4-FFF2-40B4-BE49-F238E27FC236}">
                <a16:creationId xmlns:a16="http://schemas.microsoft.com/office/drawing/2014/main" id="{9D2C732C-E5CD-F987-AC77-5A9F66475FDE}"/>
              </a:ext>
            </a:extLst>
          </p:cNvPr>
          <p:cNvSpPr/>
          <p:nvPr/>
        </p:nvSpPr>
        <p:spPr>
          <a:xfrm>
            <a:off x="4136342" y="3543290"/>
            <a:ext cx="789893"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ВАЖНО</a:t>
            </a:r>
          </a:p>
        </p:txBody>
      </p:sp>
      <p:grpSp>
        <p:nvGrpSpPr>
          <p:cNvPr id="62" name="Группа 61">
            <a:extLst>
              <a:ext uri="{FF2B5EF4-FFF2-40B4-BE49-F238E27FC236}">
                <a16:creationId xmlns:a16="http://schemas.microsoft.com/office/drawing/2014/main" id="{C7B6268D-B3AE-EC42-750B-09B0485EA370}"/>
              </a:ext>
            </a:extLst>
          </p:cNvPr>
          <p:cNvGrpSpPr/>
          <p:nvPr/>
        </p:nvGrpSpPr>
        <p:grpSpPr>
          <a:xfrm>
            <a:off x="4136342" y="2819553"/>
            <a:ext cx="1447573" cy="324000"/>
            <a:chOff x="3642586" y="2746982"/>
            <a:chExt cx="1447573" cy="324000"/>
          </a:xfrm>
        </p:grpSpPr>
        <p:sp>
          <p:nvSpPr>
            <p:cNvPr id="48" name="Прямоугольник: скругленные углы 47">
              <a:extLst>
                <a:ext uri="{FF2B5EF4-FFF2-40B4-BE49-F238E27FC236}">
                  <a16:creationId xmlns:a16="http://schemas.microsoft.com/office/drawing/2014/main" id="{80374E76-9C9F-BF39-9067-64CC5D81BF63}"/>
                </a:ext>
              </a:extLst>
            </p:cNvPr>
            <p:cNvSpPr/>
            <p:nvPr/>
          </p:nvSpPr>
          <p:spPr>
            <a:xfrm>
              <a:off x="3642586" y="2746982"/>
              <a:ext cx="1447573"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ВАЖНО</a:t>
              </a:r>
            </a:p>
          </p:txBody>
        </p:sp>
        <p:sp>
          <p:nvSpPr>
            <p:cNvPr id="325" name="Рисунок 279">
              <a:extLst>
                <a:ext uri="{FF2B5EF4-FFF2-40B4-BE49-F238E27FC236}">
                  <a16:creationId xmlns:a16="http://schemas.microsoft.com/office/drawing/2014/main" id="{C78E4936-74E5-A857-C83A-394679232C75}"/>
                </a:ext>
              </a:extLst>
            </p:cNvPr>
            <p:cNvSpPr/>
            <p:nvPr/>
          </p:nvSpPr>
          <p:spPr>
            <a:xfrm>
              <a:off x="3766546" y="2820648"/>
              <a:ext cx="148229" cy="173531"/>
            </a:xfrm>
            <a:custGeom>
              <a:avLst/>
              <a:gdLst>
                <a:gd name="connsiteX0" fmla="*/ 31612 w 133349"/>
                <a:gd name="connsiteY0" fmla="*/ 35891 h 171449"/>
                <a:gd name="connsiteX1" fmla="*/ 10574 w 133349"/>
                <a:gd name="connsiteY1" fmla="*/ 97115 h 171449"/>
                <a:gd name="connsiteX2" fmla="*/ 38625 w 133349"/>
                <a:gd name="connsiteY2" fmla="*/ 108505 h 171449"/>
                <a:gd name="connsiteX3" fmla="*/ 49845 w 133349"/>
                <a:gd name="connsiteY3" fmla="*/ 128438 h 171449"/>
                <a:gd name="connsiteX4" fmla="*/ 45637 w 133349"/>
                <a:gd name="connsiteY4" fmla="*/ 149795 h 171449"/>
                <a:gd name="connsiteX5" fmla="*/ 101738 w 133349"/>
                <a:gd name="connsiteY5" fmla="*/ 135558 h 171449"/>
                <a:gd name="connsiteX6" fmla="*/ 122775 w 133349"/>
                <a:gd name="connsiteY6" fmla="*/ 74334 h 171449"/>
                <a:gd name="connsiteX7" fmla="*/ 94725 w 133349"/>
                <a:gd name="connsiteY7" fmla="*/ 62944 h 171449"/>
                <a:gd name="connsiteX8" fmla="*/ 83038 w 133349"/>
                <a:gd name="connsiteY8" fmla="*/ 43010 h 171449"/>
                <a:gd name="connsiteX9" fmla="*/ 87713 w 133349"/>
                <a:gd name="connsiteY9" fmla="*/ 21654 h 171449"/>
                <a:gd name="connsiteX10" fmla="*/ 31612 w 133349"/>
                <a:gd name="connsiteY10" fmla="*/ 35891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349" h="171449">
                  <a:moveTo>
                    <a:pt x="31612" y="35891"/>
                  </a:moveTo>
                  <a:cubicBezTo>
                    <a:pt x="17587" y="50127"/>
                    <a:pt x="-17476" y="85726"/>
                    <a:pt x="10574" y="97115"/>
                  </a:cubicBezTo>
                  <a:lnTo>
                    <a:pt x="38625" y="108505"/>
                  </a:lnTo>
                  <a:cubicBezTo>
                    <a:pt x="52650" y="114200"/>
                    <a:pt x="52650" y="114201"/>
                    <a:pt x="49845" y="128438"/>
                  </a:cubicBezTo>
                  <a:lnTo>
                    <a:pt x="45637" y="149795"/>
                  </a:lnTo>
                  <a:cubicBezTo>
                    <a:pt x="35820" y="199628"/>
                    <a:pt x="87713" y="149796"/>
                    <a:pt x="101738" y="135558"/>
                  </a:cubicBezTo>
                  <a:cubicBezTo>
                    <a:pt x="115764" y="121318"/>
                    <a:pt x="150825" y="85724"/>
                    <a:pt x="122775" y="74334"/>
                  </a:cubicBezTo>
                  <a:lnTo>
                    <a:pt x="94725" y="62944"/>
                  </a:lnTo>
                  <a:cubicBezTo>
                    <a:pt x="80700" y="57249"/>
                    <a:pt x="80700" y="57248"/>
                    <a:pt x="83038" y="43010"/>
                  </a:cubicBezTo>
                  <a:cubicBezTo>
                    <a:pt x="84049" y="36851"/>
                    <a:pt x="86147" y="28773"/>
                    <a:pt x="87713" y="21654"/>
                  </a:cubicBezTo>
                  <a:cubicBezTo>
                    <a:pt x="98670" y="-28178"/>
                    <a:pt x="45637" y="21656"/>
                    <a:pt x="31612" y="35891"/>
                  </a:cubicBezTo>
                  <a:close/>
                </a:path>
              </a:pathLst>
            </a:custGeom>
            <a:solidFill>
              <a:schemeClr val="bg1"/>
            </a:solidFill>
            <a:ln w="9525" cap="flat">
              <a:noFill/>
              <a:prstDash val="solid"/>
              <a:miter/>
            </a:ln>
          </p:spPr>
          <p:txBody>
            <a:bodyPr rtlCol="0" anchor="ctr"/>
            <a:lstStyle/>
            <a:p>
              <a:endParaRPr lang="ru-RU"/>
            </a:p>
          </p:txBody>
        </p:sp>
      </p:grpSp>
      <p:grpSp>
        <p:nvGrpSpPr>
          <p:cNvPr id="61" name="Группа 60">
            <a:extLst>
              <a:ext uri="{FF2B5EF4-FFF2-40B4-BE49-F238E27FC236}">
                <a16:creationId xmlns:a16="http://schemas.microsoft.com/office/drawing/2014/main" id="{7E188AF2-4BA8-20E0-F51A-6EDEC34EB6B2}"/>
              </a:ext>
            </a:extLst>
          </p:cNvPr>
          <p:cNvGrpSpPr/>
          <p:nvPr/>
        </p:nvGrpSpPr>
        <p:grpSpPr>
          <a:xfrm>
            <a:off x="4136342" y="3217422"/>
            <a:ext cx="1097053" cy="252000"/>
            <a:chOff x="3642587" y="3144851"/>
            <a:chExt cx="1097053" cy="252000"/>
          </a:xfrm>
        </p:grpSpPr>
        <p:sp>
          <p:nvSpPr>
            <p:cNvPr id="46" name="Прямоугольник: скругленные углы 45">
              <a:extLst>
                <a:ext uri="{FF2B5EF4-FFF2-40B4-BE49-F238E27FC236}">
                  <a16:creationId xmlns:a16="http://schemas.microsoft.com/office/drawing/2014/main" id="{8B350E22-EA85-2328-A940-F72468E8F989}"/>
                </a:ext>
              </a:extLst>
            </p:cNvPr>
            <p:cNvSpPr/>
            <p:nvPr/>
          </p:nvSpPr>
          <p:spPr>
            <a:xfrm>
              <a:off x="3642587" y="3144851"/>
              <a:ext cx="1097053"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ВАЖНО</a:t>
              </a:r>
            </a:p>
          </p:txBody>
        </p:sp>
        <p:sp>
          <p:nvSpPr>
            <p:cNvPr id="60" name="Рисунок 279">
              <a:extLst>
                <a:ext uri="{FF2B5EF4-FFF2-40B4-BE49-F238E27FC236}">
                  <a16:creationId xmlns:a16="http://schemas.microsoft.com/office/drawing/2014/main" id="{8C1073E9-9654-84A6-828C-88D53F7A1315}"/>
                </a:ext>
              </a:extLst>
            </p:cNvPr>
            <p:cNvSpPr/>
            <p:nvPr/>
          </p:nvSpPr>
          <p:spPr>
            <a:xfrm>
              <a:off x="3759439" y="3194505"/>
              <a:ext cx="117237" cy="136764"/>
            </a:xfrm>
            <a:custGeom>
              <a:avLst/>
              <a:gdLst>
                <a:gd name="connsiteX0" fmla="*/ 31612 w 133349"/>
                <a:gd name="connsiteY0" fmla="*/ 35891 h 171449"/>
                <a:gd name="connsiteX1" fmla="*/ 10574 w 133349"/>
                <a:gd name="connsiteY1" fmla="*/ 97115 h 171449"/>
                <a:gd name="connsiteX2" fmla="*/ 38625 w 133349"/>
                <a:gd name="connsiteY2" fmla="*/ 108505 h 171449"/>
                <a:gd name="connsiteX3" fmla="*/ 49845 w 133349"/>
                <a:gd name="connsiteY3" fmla="*/ 128438 h 171449"/>
                <a:gd name="connsiteX4" fmla="*/ 45637 w 133349"/>
                <a:gd name="connsiteY4" fmla="*/ 149795 h 171449"/>
                <a:gd name="connsiteX5" fmla="*/ 101738 w 133349"/>
                <a:gd name="connsiteY5" fmla="*/ 135558 h 171449"/>
                <a:gd name="connsiteX6" fmla="*/ 122775 w 133349"/>
                <a:gd name="connsiteY6" fmla="*/ 74334 h 171449"/>
                <a:gd name="connsiteX7" fmla="*/ 94725 w 133349"/>
                <a:gd name="connsiteY7" fmla="*/ 62944 h 171449"/>
                <a:gd name="connsiteX8" fmla="*/ 83038 w 133349"/>
                <a:gd name="connsiteY8" fmla="*/ 43010 h 171449"/>
                <a:gd name="connsiteX9" fmla="*/ 87713 w 133349"/>
                <a:gd name="connsiteY9" fmla="*/ 21654 h 171449"/>
                <a:gd name="connsiteX10" fmla="*/ 31612 w 133349"/>
                <a:gd name="connsiteY10" fmla="*/ 35891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349" h="171449">
                  <a:moveTo>
                    <a:pt x="31612" y="35891"/>
                  </a:moveTo>
                  <a:cubicBezTo>
                    <a:pt x="17587" y="50127"/>
                    <a:pt x="-17476" y="85726"/>
                    <a:pt x="10574" y="97115"/>
                  </a:cubicBezTo>
                  <a:lnTo>
                    <a:pt x="38625" y="108505"/>
                  </a:lnTo>
                  <a:cubicBezTo>
                    <a:pt x="52650" y="114200"/>
                    <a:pt x="52650" y="114201"/>
                    <a:pt x="49845" y="128438"/>
                  </a:cubicBezTo>
                  <a:lnTo>
                    <a:pt x="45637" y="149795"/>
                  </a:lnTo>
                  <a:cubicBezTo>
                    <a:pt x="35820" y="199628"/>
                    <a:pt x="87713" y="149796"/>
                    <a:pt x="101738" y="135558"/>
                  </a:cubicBezTo>
                  <a:cubicBezTo>
                    <a:pt x="115764" y="121318"/>
                    <a:pt x="150825" y="85724"/>
                    <a:pt x="122775" y="74334"/>
                  </a:cubicBezTo>
                  <a:lnTo>
                    <a:pt x="94725" y="62944"/>
                  </a:lnTo>
                  <a:cubicBezTo>
                    <a:pt x="80700" y="57249"/>
                    <a:pt x="80700" y="57248"/>
                    <a:pt x="83038" y="43010"/>
                  </a:cubicBezTo>
                  <a:cubicBezTo>
                    <a:pt x="84049" y="36851"/>
                    <a:pt x="86147" y="28773"/>
                    <a:pt x="87713" y="21654"/>
                  </a:cubicBezTo>
                  <a:cubicBezTo>
                    <a:pt x="98670" y="-28178"/>
                    <a:pt x="45637" y="21656"/>
                    <a:pt x="31612" y="35891"/>
                  </a:cubicBezTo>
                  <a:close/>
                </a:path>
              </a:pathLst>
            </a:custGeom>
            <a:solidFill>
              <a:schemeClr val="bg1"/>
            </a:solidFill>
            <a:ln w="9525" cap="flat">
              <a:noFill/>
              <a:prstDash val="solid"/>
              <a:miter/>
            </a:ln>
          </p:spPr>
          <p:txBody>
            <a:bodyPr rtlCol="0" anchor="ctr"/>
            <a:lstStyle/>
            <a:p>
              <a:endParaRPr lang="ru-RU"/>
            </a:p>
          </p:txBody>
        </p:sp>
      </p:grpSp>
      <p:grpSp>
        <p:nvGrpSpPr>
          <p:cNvPr id="116" name="Группа 115">
            <a:extLst>
              <a:ext uri="{FF2B5EF4-FFF2-40B4-BE49-F238E27FC236}">
                <a16:creationId xmlns:a16="http://schemas.microsoft.com/office/drawing/2014/main" id="{533F20AB-C394-AA9F-BBB1-DD11B723FAB9}"/>
              </a:ext>
            </a:extLst>
          </p:cNvPr>
          <p:cNvGrpSpPr/>
          <p:nvPr/>
        </p:nvGrpSpPr>
        <p:grpSpPr>
          <a:xfrm>
            <a:off x="3701474" y="2819553"/>
            <a:ext cx="324000" cy="324000"/>
            <a:chOff x="2682906" y="2825172"/>
            <a:chExt cx="324000" cy="324000"/>
          </a:xfrm>
        </p:grpSpPr>
        <p:sp>
          <p:nvSpPr>
            <p:cNvPr id="47" name="Прямоугольник: скругленные углы 46">
              <a:extLst>
                <a:ext uri="{FF2B5EF4-FFF2-40B4-BE49-F238E27FC236}">
                  <a16:creationId xmlns:a16="http://schemas.microsoft.com/office/drawing/2014/main" id="{E6928152-14B9-FFE9-4299-792E6C9B1166}"/>
                </a:ext>
              </a:extLst>
            </p:cNvPr>
            <p:cNvSpPr/>
            <p:nvPr/>
          </p:nvSpPr>
          <p:spPr>
            <a:xfrm>
              <a:off x="2682906" y="2825172"/>
              <a:ext cx="324000"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49" name="Рисунок 279">
              <a:extLst>
                <a:ext uri="{FF2B5EF4-FFF2-40B4-BE49-F238E27FC236}">
                  <a16:creationId xmlns:a16="http://schemas.microsoft.com/office/drawing/2014/main" id="{41E22DA7-145E-434D-BB09-106B6A5A30FE}"/>
                </a:ext>
              </a:extLst>
            </p:cNvPr>
            <p:cNvSpPr/>
            <p:nvPr/>
          </p:nvSpPr>
          <p:spPr>
            <a:xfrm>
              <a:off x="2770792" y="2900407"/>
              <a:ext cx="148229" cy="173531"/>
            </a:xfrm>
            <a:custGeom>
              <a:avLst/>
              <a:gdLst>
                <a:gd name="connsiteX0" fmla="*/ 31612 w 133349"/>
                <a:gd name="connsiteY0" fmla="*/ 35891 h 171449"/>
                <a:gd name="connsiteX1" fmla="*/ 10574 w 133349"/>
                <a:gd name="connsiteY1" fmla="*/ 97115 h 171449"/>
                <a:gd name="connsiteX2" fmla="*/ 38625 w 133349"/>
                <a:gd name="connsiteY2" fmla="*/ 108505 h 171449"/>
                <a:gd name="connsiteX3" fmla="*/ 49845 w 133349"/>
                <a:gd name="connsiteY3" fmla="*/ 128438 h 171449"/>
                <a:gd name="connsiteX4" fmla="*/ 45637 w 133349"/>
                <a:gd name="connsiteY4" fmla="*/ 149795 h 171449"/>
                <a:gd name="connsiteX5" fmla="*/ 101738 w 133349"/>
                <a:gd name="connsiteY5" fmla="*/ 135558 h 171449"/>
                <a:gd name="connsiteX6" fmla="*/ 122775 w 133349"/>
                <a:gd name="connsiteY6" fmla="*/ 74334 h 171449"/>
                <a:gd name="connsiteX7" fmla="*/ 94725 w 133349"/>
                <a:gd name="connsiteY7" fmla="*/ 62944 h 171449"/>
                <a:gd name="connsiteX8" fmla="*/ 83038 w 133349"/>
                <a:gd name="connsiteY8" fmla="*/ 43010 h 171449"/>
                <a:gd name="connsiteX9" fmla="*/ 87713 w 133349"/>
                <a:gd name="connsiteY9" fmla="*/ 21654 h 171449"/>
                <a:gd name="connsiteX10" fmla="*/ 31612 w 133349"/>
                <a:gd name="connsiteY10" fmla="*/ 35891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349" h="171449">
                  <a:moveTo>
                    <a:pt x="31612" y="35891"/>
                  </a:moveTo>
                  <a:cubicBezTo>
                    <a:pt x="17587" y="50127"/>
                    <a:pt x="-17476" y="85726"/>
                    <a:pt x="10574" y="97115"/>
                  </a:cubicBezTo>
                  <a:lnTo>
                    <a:pt x="38625" y="108505"/>
                  </a:lnTo>
                  <a:cubicBezTo>
                    <a:pt x="52650" y="114200"/>
                    <a:pt x="52650" y="114201"/>
                    <a:pt x="49845" y="128438"/>
                  </a:cubicBezTo>
                  <a:lnTo>
                    <a:pt x="45637" y="149795"/>
                  </a:lnTo>
                  <a:cubicBezTo>
                    <a:pt x="35820" y="199628"/>
                    <a:pt x="87713" y="149796"/>
                    <a:pt x="101738" y="135558"/>
                  </a:cubicBezTo>
                  <a:cubicBezTo>
                    <a:pt x="115764" y="121318"/>
                    <a:pt x="150825" y="85724"/>
                    <a:pt x="122775" y="74334"/>
                  </a:cubicBezTo>
                  <a:lnTo>
                    <a:pt x="94725" y="62944"/>
                  </a:lnTo>
                  <a:cubicBezTo>
                    <a:pt x="80700" y="57249"/>
                    <a:pt x="80700" y="57248"/>
                    <a:pt x="83038" y="43010"/>
                  </a:cubicBezTo>
                  <a:cubicBezTo>
                    <a:pt x="84049" y="36851"/>
                    <a:pt x="86147" y="28773"/>
                    <a:pt x="87713" y="21654"/>
                  </a:cubicBezTo>
                  <a:cubicBezTo>
                    <a:pt x="98670" y="-28178"/>
                    <a:pt x="45637" y="21656"/>
                    <a:pt x="31612" y="35891"/>
                  </a:cubicBezTo>
                  <a:close/>
                </a:path>
              </a:pathLst>
            </a:custGeom>
            <a:solidFill>
              <a:schemeClr val="bg1"/>
            </a:solidFill>
            <a:ln w="9525" cap="flat">
              <a:noFill/>
              <a:prstDash val="solid"/>
              <a:miter/>
            </a:ln>
          </p:spPr>
          <p:txBody>
            <a:bodyPr rtlCol="0" anchor="ctr"/>
            <a:lstStyle/>
            <a:p>
              <a:endParaRPr lang="ru-RU"/>
            </a:p>
          </p:txBody>
        </p:sp>
      </p:grpSp>
      <p:sp>
        <p:nvSpPr>
          <p:cNvPr id="68" name="Прямоугольник: скругленные углы 67">
            <a:extLst>
              <a:ext uri="{FF2B5EF4-FFF2-40B4-BE49-F238E27FC236}">
                <a16:creationId xmlns:a16="http://schemas.microsoft.com/office/drawing/2014/main" id="{F5EE8435-FE1B-CDDE-B81B-53551E1FE31A}"/>
              </a:ext>
            </a:extLst>
          </p:cNvPr>
          <p:cNvSpPr/>
          <p:nvPr/>
        </p:nvSpPr>
        <p:spPr>
          <a:xfrm>
            <a:off x="6663533" y="3543290"/>
            <a:ext cx="971775"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НОВОСТИ</a:t>
            </a:r>
          </a:p>
        </p:txBody>
      </p:sp>
      <p:grpSp>
        <p:nvGrpSpPr>
          <p:cNvPr id="72" name="Группа 71">
            <a:extLst>
              <a:ext uri="{FF2B5EF4-FFF2-40B4-BE49-F238E27FC236}">
                <a16:creationId xmlns:a16="http://schemas.microsoft.com/office/drawing/2014/main" id="{BB35DAB8-0F86-DD94-323C-01D093A3A9E6}"/>
              </a:ext>
            </a:extLst>
          </p:cNvPr>
          <p:cNvGrpSpPr/>
          <p:nvPr/>
        </p:nvGrpSpPr>
        <p:grpSpPr>
          <a:xfrm>
            <a:off x="6663533" y="2819553"/>
            <a:ext cx="1737935" cy="324000"/>
            <a:chOff x="6217345" y="2746982"/>
            <a:chExt cx="1737935" cy="324000"/>
          </a:xfrm>
        </p:grpSpPr>
        <p:sp>
          <p:nvSpPr>
            <p:cNvPr id="73" name="Прямоугольник: скругленные углы 72">
              <a:extLst>
                <a:ext uri="{FF2B5EF4-FFF2-40B4-BE49-F238E27FC236}">
                  <a16:creationId xmlns:a16="http://schemas.microsoft.com/office/drawing/2014/main" id="{ED516465-1D1C-69BF-8C8B-90DE0F399FF8}"/>
                </a:ext>
              </a:extLst>
            </p:cNvPr>
            <p:cNvSpPr/>
            <p:nvPr/>
          </p:nvSpPr>
          <p:spPr>
            <a:xfrm>
              <a:off x="6217345" y="2746982"/>
              <a:ext cx="1737935"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НОВОСТИ</a:t>
              </a:r>
            </a:p>
          </p:txBody>
        </p:sp>
        <p:sp>
          <p:nvSpPr>
            <p:cNvPr id="211" name="Полилиния: фигура 210">
              <a:extLst>
                <a:ext uri="{FF2B5EF4-FFF2-40B4-BE49-F238E27FC236}">
                  <a16:creationId xmlns:a16="http://schemas.microsoft.com/office/drawing/2014/main" id="{DA2E2AD6-B02F-90FF-F9A1-9F758E44577C}"/>
                </a:ext>
              </a:extLst>
            </p:cNvPr>
            <p:cNvSpPr/>
            <p:nvPr/>
          </p:nvSpPr>
          <p:spPr>
            <a:xfrm>
              <a:off x="6313444" y="2823029"/>
              <a:ext cx="195872" cy="173775"/>
            </a:xfrm>
            <a:custGeom>
              <a:avLst/>
              <a:gdLst>
                <a:gd name="connsiteX0" fmla="*/ 36098 w 168352"/>
                <a:gd name="connsiteY0" fmla="*/ 107870 h 149359"/>
                <a:gd name="connsiteX1" fmla="*/ 54524 w 168352"/>
                <a:gd name="connsiteY1" fmla="*/ 110765 h 149359"/>
                <a:gd name="connsiteX2" fmla="*/ 70141 w 168352"/>
                <a:gd name="connsiteY2" fmla="*/ 122255 h 149359"/>
                <a:gd name="connsiteX3" fmla="*/ 74823 w 168352"/>
                <a:gd name="connsiteY3" fmla="*/ 132763 h 149359"/>
                <a:gd name="connsiteX4" fmla="*/ 74823 w 168352"/>
                <a:gd name="connsiteY4" fmla="*/ 136912 h 149359"/>
                <a:gd name="connsiteX5" fmla="*/ 60641 w 168352"/>
                <a:gd name="connsiteY5" fmla="*/ 149359 h 149359"/>
                <a:gd name="connsiteX6" fmla="*/ 38172 w 168352"/>
                <a:gd name="connsiteY6" fmla="*/ 134319 h 149359"/>
                <a:gd name="connsiteX7" fmla="*/ 29393 w 168352"/>
                <a:gd name="connsiteY7" fmla="*/ 116213 h 149359"/>
                <a:gd name="connsiteX8" fmla="*/ 36098 w 168352"/>
                <a:gd name="connsiteY8" fmla="*/ 107870 h 149359"/>
                <a:gd name="connsiteX9" fmla="*/ 102882 w 168352"/>
                <a:gd name="connsiteY9" fmla="*/ 49786 h 149359"/>
                <a:gd name="connsiteX10" fmla="*/ 121587 w 168352"/>
                <a:gd name="connsiteY10" fmla="*/ 66381 h 149359"/>
                <a:gd name="connsiteX11" fmla="*/ 102882 w 168352"/>
                <a:gd name="connsiteY11" fmla="*/ 82977 h 149359"/>
                <a:gd name="connsiteX12" fmla="*/ 93529 w 168352"/>
                <a:gd name="connsiteY12" fmla="*/ 66381 h 149359"/>
                <a:gd name="connsiteX13" fmla="*/ 102882 w 168352"/>
                <a:gd name="connsiteY13" fmla="*/ 49786 h 149359"/>
                <a:gd name="connsiteX14" fmla="*/ 112235 w 168352"/>
                <a:gd name="connsiteY14" fmla="*/ 16595 h 149359"/>
                <a:gd name="connsiteX15" fmla="*/ 74823 w 168352"/>
                <a:gd name="connsiteY15" fmla="*/ 66382 h 149359"/>
                <a:gd name="connsiteX16" fmla="*/ 112235 w 168352"/>
                <a:gd name="connsiteY16" fmla="*/ 116168 h 149359"/>
                <a:gd name="connsiteX17" fmla="*/ 149647 w 168352"/>
                <a:gd name="connsiteY17" fmla="*/ 66381 h 149359"/>
                <a:gd name="connsiteX18" fmla="*/ 112235 w 168352"/>
                <a:gd name="connsiteY18" fmla="*/ 16595 h 149359"/>
                <a:gd name="connsiteX19" fmla="*/ 112236 w 168352"/>
                <a:gd name="connsiteY19" fmla="*/ 0 h 149359"/>
                <a:gd name="connsiteX20" fmla="*/ 168352 w 168352"/>
                <a:gd name="connsiteY20" fmla="*/ 66382 h 149359"/>
                <a:gd name="connsiteX21" fmla="*/ 112236 w 168352"/>
                <a:gd name="connsiteY21" fmla="*/ 132764 h 149359"/>
                <a:gd name="connsiteX22" fmla="*/ 80597 w 168352"/>
                <a:gd name="connsiteY22" fmla="*/ 119929 h 149359"/>
                <a:gd name="connsiteX23" fmla="*/ 37412 w 168352"/>
                <a:gd name="connsiteY23" fmla="*/ 99573 h 149359"/>
                <a:gd name="connsiteX24" fmla="*/ 0 w 168352"/>
                <a:gd name="connsiteY24" fmla="*/ 66381 h 149359"/>
                <a:gd name="connsiteX25" fmla="*/ 37412 w 168352"/>
                <a:gd name="connsiteY25" fmla="*/ 33191 h 149359"/>
                <a:gd name="connsiteX26" fmla="*/ 80597 w 168352"/>
                <a:gd name="connsiteY26" fmla="*/ 12832 h 149359"/>
                <a:gd name="connsiteX27" fmla="*/ 112236 w 168352"/>
                <a:gd name="connsiteY27" fmla="*/ 0 h 149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352" h="149359">
                  <a:moveTo>
                    <a:pt x="36098" y="107870"/>
                  </a:moveTo>
                  <a:cubicBezTo>
                    <a:pt x="44712" y="107870"/>
                    <a:pt x="50342" y="108721"/>
                    <a:pt x="54524" y="110765"/>
                  </a:cubicBezTo>
                  <a:cubicBezTo>
                    <a:pt x="60373" y="113624"/>
                    <a:pt x="65367" y="117962"/>
                    <a:pt x="70141" y="122255"/>
                  </a:cubicBezTo>
                  <a:cubicBezTo>
                    <a:pt x="74347" y="126040"/>
                    <a:pt x="74823" y="127436"/>
                    <a:pt x="74823" y="132763"/>
                  </a:cubicBezTo>
                  <a:cubicBezTo>
                    <a:pt x="74823" y="134116"/>
                    <a:pt x="74823" y="135545"/>
                    <a:pt x="74823" y="136912"/>
                  </a:cubicBezTo>
                  <a:cubicBezTo>
                    <a:pt x="74823" y="143599"/>
                    <a:pt x="74823" y="149359"/>
                    <a:pt x="60641" y="149359"/>
                  </a:cubicBezTo>
                  <a:cubicBezTo>
                    <a:pt x="45327" y="149359"/>
                    <a:pt x="42103" y="142064"/>
                    <a:pt x="38172" y="134319"/>
                  </a:cubicBezTo>
                  <a:lnTo>
                    <a:pt x="29393" y="116213"/>
                  </a:lnTo>
                  <a:cubicBezTo>
                    <a:pt x="27246" y="111760"/>
                    <a:pt x="26588" y="107870"/>
                    <a:pt x="36098" y="107870"/>
                  </a:cubicBezTo>
                  <a:close/>
                  <a:moveTo>
                    <a:pt x="102882" y="49786"/>
                  </a:moveTo>
                  <a:cubicBezTo>
                    <a:pt x="114253" y="49786"/>
                    <a:pt x="121587" y="58099"/>
                    <a:pt x="121587" y="66381"/>
                  </a:cubicBezTo>
                  <a:cubicBezTo>
                    <a:pt x="121587" y="74663"/>
                    <a:pt x="114253" y="82977"/>
                    <a:pt x="102882" y="82977"/>
                  </a:cubicBezTo>
                  <a:cubicBezTo>
                    <a:pt x="98873" y="82977"/>
                    <a:pt x="93529" y="77445"/>
                    <a:pt x="93529" y="66381"/>
                  </a:cubicBezTo>
                  <a:cubicBezTo>
                    <a:pt x="93529" y="55318"/>
                    <a:pt x="98873" y="49786"/>
                    <a:pt x="102882" y="49786"/>
                  </a:cubicBezTo>
                  <a:close/>
                  <a:moveTo>
                    <a:pt x="112235" y="16595"/>
                  </a:moveTo>
                  <a:cubicBezTo>
                    <a:pt x="93529" y="16595"/>
                    <a:pt x="74823" y="37867"/>
                    <a:pt x="74823" y="66382"/>
                  </a:cubicBezTo>
                  <a:cubicBezTo>
                    <a:pt x="74823" y="94896"/>
                    <a:pt x="93529" y="116168"/>
                    <a:pt x="112235" y="116168"/>
                  </a:cubicBezTo>
                  <a:cubicBezTo>
                    <a:pt x="130940" y="116168"/>
                    <a:pt x="149647" y="94896"/>
                    <a:pt x="149647" y="66381"/>
                  </a:cubicBezTo>
                  <a:cubicBezTo>
                    <a:pt x="149647" y="37867"/>
                    <a:pt x="130940" y="16595"/>
                    <a:pt x="112235" y="16595"/>
                  </a:cubicBezTo>
                  <a:close/>
                  <a:moveTo>
                    <a:pt x="112236" y="0"/>
                  </a:moveTo>
                  <a:cubicBezTo>
                    <a:pt x="143230" y="0"/>
                    <a:pt x="168352" y="25647"/>
                    <a:pt x="168352" y="66382"/>
                  </a:cubicBezTo>
                  <a:cubicBezTo>
                    <a:pt x="168352" y="107117"/>
                    <a:pt x="143230" y="132764"/>
                    <a:pt x="112236" y="132764"/>
                  </a:cubicBezTo>
                  <a:cubicBezTo>
                    <a:pt x="100497" y="132764"/>
                    <a:pt x="89603" y="128027"/>
                    <a:pt x="80597" y="119929"/>
                  </a:cubicBezTo>
                  <a:cubicBezTo>
                    <a:pt x="62056" y="103260"/>
                    <a:pt x="56117" y="99574"/>
                    <a:pt x="37412" y="99573"/>
                  </a:cubicBezTo>
                  <a:cubicBezTo>
                    <a:pt x="18705" y="99572"/>
                    <a:pt x="0" y="91274"/>
                    <a:pt x="0" y="66381"/>
                  </a:cubicBezTo>
                  <a:cubicBezTo>
                    <a:pt x="0" y="41489"/>
                    <a:pt x="18705" y="33191"/>
                    <a:pt x="37412" y="33191"/>
                  </a:cubicBezTo>
                  <a:cubicBezTo>
                    <a:pt x="56117" y="33191"/>
                    <a:pt x="62049" y="29503"/>
                    <a:pt x="80597" y="12832"/>
                  </a:cubicBezTo>
                  <a:cubicBezTo>
                    <a:pt x="89603" y="4735"/>
                    <a:pt x="100500" y="0"/>
                    <a:pt x="112236" y="0"/>
                  </a:cubicBezTo>
                  <a:close/>
                </a:path>
              </a:pathLst>
            </a:custGeom>
            <a:solidFill>
              <a:schemeClr val="bg1"/>
            </a:solidFill>
            <a:ln w="8996" cap="flat">
              <a:noFill/>
              <a:prstDash val="solid"/>
              <a:miter/>
            </a:ln>
          </p:spPr>
          <p:txBody>
            <a:bodyPr rtlCol="0" anchor="ctr"/>
            <a:lstStyle/>
            <a:p>
              <a:endParaRPr lang="ru-RU" b="1"/>
            </a:p>
          </p:txBody>
        </p:sp>
      </p:grpSp>
      <p:grpSp>
        <p:nvGrpSpPr>
          <p:cNvPr id="70" name="Группа 69">
            <a:extLst>
              <a:ext uri="{FF2B5EF4-FFF2-40B4-BE49-F238E27FC236}">
                <a16:creationId xmlns:a16="http://schemas.microsoft.com/office/drawing/2014/main" id="{5454D12C-EE9B-425D-74FC-4DF9BE74D49D}"/>
              </a:ext>
            </a:extLst>
          </p:cNvPr>
          <p:cNvGrpSpPr/>
          <p:nvPr/>
        </p:nvGrpSpPr>
        <p:grpSpPr>
          <a:xfrm>
            <a:off x="6663533" y="3217422"/>
            <a:ext cx="1295975" cy="252000"/>
            <a:chOff x="6217344" y="3144851"/>
            <a:chExt cx="1295975" cy="252000"/>
          </a:xfrm>
        </p:grpSpPr>
        <p:sp>
          <p:nvSpPr>
            <p:cNvPr id="71" name="Прямоугольник: скругленные углы 70">
              <a:extLst>
                <a:ext uri="{FF2B5EF4-FFF2-40B4-BE49-F238E27FC236}">
                  <a16:creationId xmlns:a16="http://schemas.microsoft.com/office/drawing/2014/main" id="{C7A17C6C-FD45-DA6F-40AE-20C5E5460CE4}"/>
                </a:ext>
              </a:extLst>
            </p:cNvPr>
            <p:cNvSpPr/>
            <p:nvPr/>
          </p:nvSpPr>
          <p:spPr>
            <a:xfrm>
              <a:off x="6217344" y="3144851"/>
              <a:ext cx="1295975"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НОВОСТИ</a:t>
              </a:r>
            </a:p>
          </p:txBody>
        </p:sp>
        <p:sp>
          <p:nvSpPr>
            <p:cNvPr id="69" name="Полилиния: фигура 68">
              <a:extLst>
                <a:ext uri="{FF2B5EF4-FFF2-40B4-BE49-F238E27FC236}">
                  <a16:creationId xmlns:a16="http://schemas.microsoft.com/office/drawing/2014/main" id="{C8EB7F2B-7F96-7ADF-891A-47C9E181918D}"/>
                </a:ext>
              </a:extLst>
            </p:cNvPr>
            <p:cNvSpPr/>
            <p:nvPr/>
          </p:nvSpPr>
          <p:spPr>
            <a:xfrm>
              <a:off x="6308681" y="3193332"/>
              <a:ext cx="159821" cy="141791"/>
            </a:xfrm>
            <a:custGeom>
              <a:avLst/>
              <a:gdLst>
                <a:gd name="connsiteX0" fmla="*/ 36098 w 168352"/>
                <a:gd name="connsiteY0" fmla="*/ 107870 h 149359"/>
                <a:gd name="connsiteX1" fmla="*/ 54524 w 168352"/>
                <a:gd name="connsiteY1" fmla="*/ 110765 h 149359"/>
                <a:gd name="connsiteX2" fmla="*/ 70141 w 168352"/>
                <a:gd name="connsiteY2" fmla="*/ 122255 h 149359"/>
                <a:gd name="connsiteX3" fmla="*/ 74823 w 168352"/>
                <a:gd name="connsiteY3" fmla="*/ 132763 h 149359"/>
                <a:gd name="connsiteX4" fmla="*/ 74823 w 168352"/>
                <a:gd name="connsiteY4" fmla="*/ 136912 h 149359"/>
                <a:gd name="connsiteX5" fmla="*/ 60641 w 168352"/>
                <a:gd name="connsiteY5" fmla="*/ 149359 h 149359"/>
                <a:gd name="connsiteX6" fmla="*/ 38172 w 168352"/>
                <a:gd name="connsiteY6" fmla="*/ 134319 h 149359"/>
                <a:gd name="connsiteX7" fmla="*/ 29393 w 168352"/>
                <a:gd name="connsiteY7" fmla="*/ 116213 h 149359"/>
                <a:gd name="connsiteX8" fmla="*/ 36098 w 168352"/>
                <a:gd name="connsiteY8" fmla="*/ 107870 h 149359"/>
                <a:gd name="connsiteX9" fmla="*/ 102882 w 168352"/>
                <a:gd name="connsiteY9" fmla="*/ 49786 h 149359"/>
                <a:gd name="connsiteX10" fmla="*/ 121587 w 168352"/>
                <a:gd name="connsiteY10" fmla="*/ 66381 h 149359"/>
                <a:gd name="connsiteX11" fmla="*/ 102882 w 168352"/>
                <a:gd name="connsiteY11" fmla="*/ 82977 h 149359"/>
                <a:gd name="connsiteX12" fmla="*/ 93529 w 168352"/>
                <a:gd name="connsiteY12" fmla="*/ 66381 h 149359"/>
                <a:gd name="connsiteX13" fmla="*/ 102882 w 168352"/>
                <a:gd name="connsiteY13" fmla="*/ 49786 h 149359"/>
                <a:gd name="connsiteX14" fmla="*/ 112235 w 168352"/>
                <a:gd name="connsiteY14" fmla="*/ 16595 h 149359"/>
                <a:gd name="connsiteX15" fmla="*/ 74823 w 168352"/>
                <a:gd name="connsiteY15" fmla="*/ 66382 h 149359"/>
                <a:gd name="connsiteX16" fmla="*/ 112235 w 168352"/>
                <a:gd name="connsiteY16" fmla="*/ 116168 h 149359"/>
                <a:gd name="connsiteX17" fmla="*/ 149647 w 168352"/>
                <a:gd name="connsiteY17" fmla="*/ 66381 h 149359"/>
                <a:gd name="connsiteX18" fmla="*/ 112235 w 168352"/>
                <a:gd name="connsiteY18" fmla="*/ 16595 h 149359"/>
                <a:gd name="connsiteX19" fmla="*/ 112236 w 168352"/>
                <a:gd name="connsiteY19" fmla="*/ 0 h 149359"/>
                <a:gd name="connsiteX20" fmla="*/ 168352 w 168352"/>
                <a:gd name="connsiteY20" fmla="*/ 66382 h 149359"/>
                <a:gd name="connsiteX21" fmla="*/ 112236 w 168352"/>
                <a:gd name="connsiteY21" fmla="*/ 132764 h 149359"/>
                <a:gd name="connsiteX22" fmla="*/ 80597 w 168352"/>
                <a:gd name="connsiteY22" fmla="*/ 119929 h 149359"/>
                <a:gd name="connsiteX23" fmla="*/ 37412 w 168352"/>
                <a:gd name="connsiteY23" fmla="*/ 99573 h 149359"/>
                <a:gd name="connsiteX24" fmla="*/ 0 w 168352"/>
                <a:gd name="connsiteY24" fmla="*/ 66381 h 149359"/>
                <a:gd name="connsiteX25" fmla="*/ 37412 w 168352"/>
                <a:gd name="connsiteY25" fmla="*/ 33191 h 149359"/>
                <a:gd name="connsiteX26" fmla="*/ 80597 w 168352"/>
                <a:gd name="connsiteY26" fmla="*/ 12832 h 149359"/>
                <a:gd name="connsiteX27" fmla="*/ 112236 w 168352"/>
                <a:gd name="connsiteY27" fmla="*/ 0 h 149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352" h="149359">
                  <a:moveTo>
                    <a:pt x="36098" y="107870"/>
                  </a:moveTo>
                  <a:cubicBezTo>
                    <a:pt x="44712" y="107870"/>
                    <a:pt x="50342" y="108721"/>
                    <a:pt x="54524" y="110765"/>
                  </a:cubicBezTo>
                  <a:cubicBezTo>
                    <a:pt x="60373" y="113624"/>
                    <a:pt x="65367" y="117962"/>
                    <a:pt x="70141" y="122255"/>
                  </a:cubicBezTo>
                  <a:cubicBezTo>
                    <a:pt x="74347" y="126040"/>
                    <a:pt x="74823" y="127436"/>
                    <a:pt x="74823" y="132763"/>
                  </a:cubicBezTo>
                  <a:cubicBezTo>
                    <a:pt x="74823" y="134116"/>
                    <a:pt x="74823" y="135545"/>
                    <a:pt x="74823" y="136912"/>
                  </a:cubicBezTo>
                  <a:cubicBezTo>
                    <a:pt x="74823" y="143599"/>
                    <a:pt x="74823" y="149359"/>
                    <a:pt x="60641" y="149359"/>
                  </a:cubicBezTo>
                  <a:cubicBezTo>
                    <a:pt x="45327" y="149359"/>
                    <a:pt x="42103" y="142064"/>
                    <a:pt x="38172" y="134319"/>
                  </a:cubicBezTo>
                  <a:lnTo>
                    <a:pt x="29393" y="116213"/>
                  </a:lnTo>
                  <a:cubicBezTo>
                    <a:pt x="27246" y="111760"/>
                    <a:pt x="26588" y="107870"/>
                    <a:pt x="36098" y="107870"/>
                  </a:cubicBezTo>
                  <a:close/>
                  <a:moveTo>
                    <a:pt x="102882" y="49786"/>
                  </a:moveTo>
                  <a:cubicBezTo>
                    <a:pt x="114253" y="49786"/>
                    <a:pt x="121587" y="58099"/>
                    <a:pt x="121587" y="66381"/>
                  </a:cubicBezTo>
                  <a:cubicBezTo>
                    <a:pt x="121587" y="74663"/>
                    <a:pt x="114253" y="82977"/>
                    <a:pt x="102882" y="82977"/>
                  </a:cubicBezTo>
                  <a:cubicBezTo>
                    <a:pt x="98873" y="82977"/>
                    <a:pt x="93529" y="77445"/>
                    <a:pt x="93529" y="66381"/>
                  </a:cubicBezTo>
                  <a:cubicBezTo>
                    <a:pt x="93529" y="55318"/>
                    <a:pt x="98873" y="49786"/>
                    <a:pt x="102882" y="49786"/>
                  </a:cubicBezTo>
                  <a:close/>
                  <a:moveTo>
                    <a:pt x="112235" y="16595"/>
                  </a:moveTo>
                  <a:cubicBezTo>
                    <a:pt x="93529" y="16595"/>
                    <a:pt x="74823" y="37867"/>
                    <a:pt x="74823" y="66382"/>
                  </a:cubicBezTo>
                  <a:cubicBezTo>
                    <a:pt x="74823" y="94896"/>
                    <a:pt x="93529" y="116168"/>
                    <a:pt x="112235" y="116168"/>
                  </a:cubicBezTo>
                  <a:cubicBezTo>
                    <a:pt x="130940" y="116168"/>
                    <a:pt x="149647" y="94896"/>
                    <a:pt x="149647" y="66381"/>
                  </a:cubicBezTo>
                  <a:cubicBezTo>
                    <a:pt x="149647" y="37867"/>
                    <a:pt x="130940" y="16595"/>
                    <a:pt x="112235" y="16595"/>
                  </a:cubicBezTo>
                  <a:close/>
                  <a:moveTo>
                    <a:pt x="112236" y="0"/>
                  </a:moveTo>
                  <a:cubicBezTo>
                    <a:pt x="143230" y="0"/>
                    <a:pt x="168352" y="25647"/>
                    <a:pt x="168352" y="66382"/>
                  </a:cubicBezTo>
                  <a:cubicBezTo>
                    <a:pt x="168352" y="107117"/>
                    <a:pt x="143230" y="132764"/>
                    <a:pt x="112236" y="132764"/>
                  </a:cubicBezTo>
                  <a:cubicBezTo>
                    <a:pt x="100497" y="132764"/>
                    <a:pt x="89603" y="128027"/>
                    <a:pt x="80597" y="119929"/>
                  </a:cubicBezTo>
                  <a:cubicBezTo>
                    <a:pt x="62056" y="103260"/>
                    <a:pt x="56117" y="99574"/>
                    <a:pt x="37412" y="99573"/>
                  </a:cubicBezTo>
                  <a:cubicBezTo>
                    <a:pt x="18705" y="99572"/>
                    <a:pt x="0" y="91274"/>
                    <a:pt x="0" y="66381"/>
                  </a:cubicBezTo>
                  <a:cubicBezTo>
                    <a:pt x="0" y="41489"/>
                    <a:pt x="18705" y="33191"/>
                    <a:pt x="37412" y="33191"/>
                  </a:cubicBezTo>
                  <a:cubicBezTo>
                    <a:pt x="56117" y="33191"/>
                    <a:pt x="62049" y="29503"/>
                    <a:pt x="80597" y="12832"/>
                  </a:cubicBezTo>
                  <a:cubicBezTo>
                    <a:pt x="89603" y="4735"/>
                    <a:pt x="100500" y="0"/>
                    <a:pt x="112236" y="0"/>
                  </a:cubicBezTo>
                  <a:close/>
                </a:path>
              </a:pathLst>
            </a:custGeom>
            <a:solidFill>
              <a:schemeClr val="bg1"/>
            </a:solidFill>
            <a:ln w="8996" cap="flat">
              <a:noFill/>
              <a:prstDash val="solid"/>
              <a:miter/>
            </a:ln>
          </p:spPr>
          <p:txBody>
            <a:bodyPr rtlCol="0" anchor="ctr"/>
            <a:lstStyle/>
            <a:p>
              <a:endParaRPr lang="ru-RU" b="1"/>
            </a:p>
          </p:txBody>
        </p:sp>
      </p:grpSp>
      <p:grpSp>
        <p:nvGrpSpPr>
          <p:cNvPr id="118" name="Группа 117">
            <a:extLst>
              <a:ext uri="{FF2B5EF4-FFF2-40B4-BE49-F238E27FC236}">
                <a16:creationId xmlns:a16="http://schemas.microsoft.com/office/drawing/2014/main" id="{CBC12C94-DCF1-D6CD-B4FA-111924CBF7A7}"/>
              </a:ext>
            </a:extLst>
          </p:cNvPr>
          <p:cNvGrpSpPr/>
          <p:nvPr/>
        </p:nvGrpSpPr>
        <p:grpSpPr>
          <a:xfrm>
            <a:off x="6228665" y="2819553"/>
            <a:ext cx="324000" cy="324000"/>
            <a:chOff x="4674366" y="2825172"/>
            <a:chExt cx="324000" cy="324000"/>
          </a:xfrm>
        </p:grpSpPr>
        <p:sp>
          <p:nvSpPr>
            <p:cNvPr id="52" name="Прямоугольник: скругленные углы 51">
              <a:extLst>
                <a:ext uri="{FF2B5EF4-FFF2-40B4-BE49-F238E27FC236}">
                  <a16:creationId xmlns:a16="http://schemas.microsoft.com/office/drawing/2014/main" id="{82D39A14-FEEB-5D66-8E3C-49F8DD87C9DB}"/>
                </a:ext>
              </a:extLst>
            </p:cNvPr>
            <p:cNvSpPr/>
            <p:nvPr/>
          </p:nvSpPr>
          <p:spPr>
            <a:xfrm>
              <a:off x="4674366" y="2825172"/>
              <a:ext cx="324000"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53" name="Полилиния: фигура 52">
              <a:extLst>
                <a:ext uri="{FF2B5EF4-FFF2-40B4-BE49-F238E27FC236}">
                  <a16:creationId xmlns:a16="http://schemas.microsoft.com/office/drawing/2014/main" id="{E934085F-5773-FE97-DCC3-935CDEE08EFC}"/>
                </a:ext>
              </a:extLst>
            </p:cNvPr>
            <p:cNvSpPr/>
            <p:nvPr/>
          </p:nvSpPr>
          <p:spPr>
            <a:xfrm>
              <a:off x="4738430" y="2900285"/>
              <a:ext cx="195872" cy="173775"/>
            </a:xfrm>
            <a:custGeom>
              <a:avLst/>
              <a:gdLst>
                <a:gd name="connsiteX0" fmla="*/ 36098 w 168352"/>
                <a:gd name="connsiteY0" fmla="*/ 107870 h 149359"/>
                <a:gd name="connsiteX1" fmla="*/ 54524 w 168352"/>
                <a:gd name="connsiteY1" fmla="*/ 110765 h 149359"/>
                <a:gd name="connsiteX2" fmla="*/ 70141 w 168352"/>
                <a:gd name="connsiteY2" fmla="*/ 122255 h 149359"/>
                <a:gd name="connsiteX3" fmla="*/ 74823 w 168352"/>
                <a:gd name="connsiteY3" fmla="*/ 132763 h 149359"/>
                <a:gd name="connsiteX4" fmla="*/ 74823 w 168352"/>
                <a:gd name="connsiteY4" fmla="*/ 136912 h 149359"/>
                <a:gd name="connsiteX5" fmla="*/ 60641 w 168352"/>
                <a:gd name="connsiteY5" fmla="*/ 149359 h 149359"/>
                <a:gd name="connsiteX6" fmla="*/ 38172 w 168352"/>
                <a:gd name="connsiteY6" fmla="*/ 134319 h 149359"/>
                <a:gd name="connsiteX7" fmla="*/ 29393 w 168352"/>
                <a:gd name="connsiteY7" fmla="*/ 116213 h 149359"/>
                <a:gd name="connsiteX8" fmla="*/ 36098 w 168352"/>
                <a:gd name="connsiteY8" fmla="*/ 107870 h 149359"/>
                <a:gd name="connsiteX9" fmla="*/ 102882 w 168352"/>
                <a:gd name="connsiteY9" fmla="*/ 49786 h 149359"/>
                <a:gd name="connsiteX10" fmla="*/ 121587 w 168352"/>
                <a:gd name="connsiteY10" fmla="*/ 66381 h 149359"/>
                <a:gd name="connsiteX11" fmla="*/ 102882 w 168352"/>
                <a:gd name="connsiteY11" fmla="*/ 82977 h 149359"/>
                <a:gd name="connsiteX12" fmla="*/ 93529 w 168352"/>
                <a:gd name="connsiteY12" fmla="*/ 66381 h 149359"/>
                <a:gd name="connsiteX13" fmla="*/ 102882 w 168352"/>
                <a:gd name="connsiteY13" fmla="*/ 49786 h 149359"/>
                <a:gd name="connsiteX14" fmla="*/ 112235 w 168352"/>
                <a:gd name="connsiteY14" fmla="*/ 16595 h 149359"/>
                <a:gd name="connsiteX15" fmla="*/ 74823 w 168352"/>
                <a:gd name="connsiteY15" fmla="*/ 66382 h 149359"/>
                <a:gd name="connsiteX16" fmla="*/ 112235 w 168352"/>
                <a:gd name="connsiteY16" fmla="*/ 116168 h 149359"/>
                <a:gd name="connsiteX17" fmla="*/ 149647 w 168352"/>
                <a:gd name="connsiteY17" fmla="*/ 66381 h 149359"/>
                <a:gd name="connsiteX18" fmla="*/ 112235 w 168352"/>
                <a:gd name="connsiteY18" fmla="*/ 16595 h 149359"/>
                <a:gd name="connsiteX19" fmla="*/ 112236 w 168352"/>
                <a:gd name="connsiteY19" fmla="*/ 0 h 149359"/>
                <a:gd name="connsiteX20" fmla="*/ 168352 w 168352"/>
                <a:gd name="connsiteY20" fmla="*/ 66382 h 149359"/>
                <a:gd name="connsiteX21" fmla="*/ 112236 w 168352"/>
                <a:gd name="connsiteY21" fmla="*/ 132764 h 149359"/>
                <a:gd name="connsiteX22" fmla="*/ 80597 w 168352"/>
                <a:gd name="connsiteY22" fmla="*/ 119929 h 149359"/>
                <a:gd name="connsiteX23" fmla="*/ 37412 w 168352"/>
                <a:gd name="connsiteY23" fmla="*/ 99573 h 149359"/>
                <a:gd name="connsiteX24" fmla="*/ 0 w 168352"/>
                <a:gd name="connsiteY24" fmla="*/ 66381 h 149359"/>
                <a:gd name="connsiteX25" fmla="*/ 37412 w 168352"/>
                <a:gd name="connsiteY25" fmla="*/ 33191 h 149359"/>
                <a:gd name="connsiteX26" fmla="*/ 80597 w 168352"/>
                <a:gd name="connsiteY26" fmla="*/ 12832 h 149359"/>
                <a:gd name="connsiteX27" fmla="*/ 112236 w 168352"/>
                <a:gd name="connsiteY27" fmla="*/ 0 h 149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352" h="149359">
                  <a:moveTo>
                    <a:pt x="36098" y="107870"/>
                  </a:moveTo>
                  <a:cubicBezTo>
                    <a:pt x="44712" y="107870"/>
                    <a:pt x="50342" y="108721"/>
                    <a:pt x="54524" y="110765"/>
                  </a:cubicBezTo>
                  <a:cubicBezTo>
                    <a:pt x="60373" y="113624"/>
                    <a:pt x="65367" y="117962"/>
                    <a:pt x="70141" y="122255"/>
                  </a:cubicBezTo>
                  <a:cubicBezTo>
                    <a:pt x="74347" y="126040"/>
                    <a:pt x="74823" y="127436"/>
                    <a:pt x="74823" y="132763"/>
                  </a:cubicBezTo>
                  <a:cubicBezTo>
                    <a:pt x="74823" y="134116"/>
                    <a:pt x="74823" y="135545"/>
                    <a:pt x="74823" y="136912"/>
                  </a:cubicBezTo>
                  <a:cubicBezTo>
                    <a:pt x="74823" y="143599"/>
                    <a:pt x="74823" y="149359"/>
                    <a:pt x="60641" y="149359"/>
                  </a:cubicBezTo>
                  <a:cubicBezTo>
                    <a:pt x="45327" y="149359"/>
                    <a:pt x="42103" y="142064"/>
                    <a:pt x="38172" y="134319"/>
                  </a:cubicBezTo>
                  <a:lnTo>
                    <a:pt x="29393" y="116213"/>
                  </a:lnTo>
                  <a:cubicBezTo>
                    <a:pt x="27246" y="111760"/>
                    <a:pt x="26588" y="107870"/>
                    <a:pt x="36098" y="107870"/>
                  </a:cubicBezTo>
                  <a:close/>
                  <a:moveTo>
                    <a:pt x="102882" y="49786"/>
                  </a:moveTo>
                  <a:cubicBezTo>
                    <a:pt x="114253" y="49786"/>
                    <a:pt x="121587" y="58099"/>
                    <a:pt x="121587" y="66381"/>
                  </a:cubicBezTo>
                  <a:cubicBezTo>
                    <a:pt x="121587" y="74663"/>
                    <a:pt x="114253" y="82977"/>
                    <a:pt x="102882" y="82977"/>
                  </a:cubicBezTo>
                  <a:cubicBezTo>
                    <a:pt x="98873" y="82977"/>
                    <a:pt x="93529" y="77445"/>
                    <a:pt x="93529" y="66381"/>
                  </a:cubicBezTo>
                  <a:cubicBezTo>
                    <a:pt x="93529" y="55318"/>
                    <a:pt x="98873" y="49786"/>
                    <a:pt x="102882" y="49786"/>
                  </a:cubicBezTo>
                  <a:close/>
                  <a:moveTo>
                    <a:pt x="112235" y="16595"/>
                  </a:moveTo>
                  <a:cubicBezTo>
                    <a:pt x="93529" y="16595"/>
                    <a:pt x="74823" y="37867"/>
                    <a:pt x="74823" y="66382"/>
                  </a:cubicBezTo>
                  <a:cubicBezTo>
                    <a:pt x="74823" y="94896"/>
                    <a:pt x="93529" y="116168"/>
                    <a:pt x="112235" y="116168"/>
                  </a:cubicBezTo>
                  <a:cubicBezTo>
                    <a:pt x="130940" y="116168"/>
                    <a:pt x="149647" y="94896"/>
                    <a:pt x="149647" y="66381"/>
                  </a:cubicBezTo>
                  <a:cubicBezTo>
                    <a:pt x="149647" y="37867"/>
                    <a:pt x="130940" y="16595"/>
                    <a:pt x="112235" y="16595"/>
                  </a:cubicBezTo>
                  <a:close/>
                  <a:moveTo>
                    <a:pt x="112236" y="0"/>
                  </a:moveTo>
                  <a:cubicBezTo>
                    <a:pt x="143230" y="0"/>
                    <a:pt x="168352" y="25647"/>
                    <a:pt x="168352" y="66382"/>
                  </a:cubicBezTo>
                  <a:cubicBezTo>
                    <a:pt x="168352" y="107117"/>
                    <a:pt x="143230" y="132764"/>
                    <a:pt x="112236" y="132764"/>
                  </a:cubicBezTo>
                  <a:cubicBezTo>
                    <a:pt x="100497" y="132764"/>
                    <a:pt x="89603" y="128027"/>
                    <a:pt x="80597" y="119929"/>
                  </a:cubicBezTo>
                  <a:cubicBezTo>
                    <a:pt x="62056" y="103260"/>
                    <a:pt x="56117" y="99574"/>
                    <a:pt x="37412" y="99573"/>
                  </a:cubicBezTo>
                  <a:cubicBezTo>
                    <a:pt x="18705" y="99572"/>
                    <a:pt x="0" y="91274"/>
                    <a:pt x="0" y="66381"/>
                  </a:cubicBezTo>
                  <a:cubicBezTo>
                    <a:pt x="0" y="41489"/>
                    <a:pt x="18705" y="33191"/>
                    <a:pt x="37412" y="33191"/>
                  </a:cubicBezTo>
                  <a:cubicBezTo>
                    <a:pt x="56117" y="33191"/>
                    <a:pt x="62049" y="29503"/>
                    <a:pt x="80597" y="12832"/>
                  </a:cubicBezTo>
                  <a:cubicBezTo>
                    <a:pt x="89603" y="4735"/>
                    <a:pt x="100500" y="0"/>
                    <a:pt x="112236" y="0"/>
                  </a:cubicBezTo>
                  <a:close/>
                </a:path>
              </a:pathLst>
            </a:custGeom>
            <a:solidFill>
              <a:schemeClr val="bg1"/>
            </a:solidFill>
            <a:ln w="8996" cap="flat">
              <a:noFill/>
              <a:prstDash val="solid"/>
              <a:miter/>
            </a:ln>
          </p:spPr>
          <p:txBody>
            <a:bodyPr rtlCol="0" anchor="ctr"/>
            <a:lstStyle/>
            <a:p>
              <a:endParaRPr lang="ru-RU" b="1"/>
            </a:p>
          </p:txBody>
        </p:sp>
      </p:grpSp>
      <p:sp>
        <p:nvSpPr>
          <p:cNvPr id="27" name="Прямоугольник: скругленные углы 26">
            <a:extLst>
              <a:ext uri="{FF2B5EF4-FFF2-40B4-BE49-F238E27FC236}">
                <a16:creationId xmlns:a16="http://schemas.microsoft.com/office/drawing/2014/main" id="{E1EFCDA3-3EAB-06C9-DD0A-B43E3937A0A7}"/>
              </a:ext>
            </a:extLst>
          </p:cNvPr>
          <p:cNvSpPr/>
          <p:nvPr/>
        </p:nvSpPr>
        <p:spPr>
          <a:xfrm>
            <a:off x="1089258" y="4793599"/>
            <a:ext cx="1003300" cy="21600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ОТГРУЗКА</a:t>
            </a:r>
          </a:p>
        </p:txBody>
      </p:sp>
      <p:grpSp>
        <p:nvGrpSpPr>
          <p:cNvPr id="149" name="Группа 148">
            <a:extLst>
              <a:ext uri="{FF2B5EF4-FFF2-40B4-BE49-F238E27FC236}">
                <a16:creationId xmlns:a16="http://schemas.microsoft.com/office/drawing/2014/main" id="{A022E4F9-7B10-D1FB-EC65-4E6EE1EC9F98}"/>
              </a:ext>
            </a:extLst>
          </p:cNvPr>
          <p:cNvGrpSpPr/>
          <p:nvPr/>
        </p:nvGrpSpPr>
        <p:grpSpPr>
          <a:xfrm>
            <a:off x="1089258" y="4069862"/>
            <a:ext cx="1791017" cy="324000"/>
            <a:chOff x="639763" y="4069862"/>
            <a:chExt cx="1791017" cy="324000"/>
          </a:xfrm>
        </p:grpSpPr>
        <p:sp>
          <p:nvSpPr>
            <p:cNvPr id="32" name="Прямоугольник: скругленные углы 31">
              <a:extLst>
                <a:ext uri="{FF2B5EF4-FFF2-40B4-BE49-F238E27FC236}">
                  <a16:creationId xmlns:a16="http://schemas.microsoft.com/office/drawing/2014/main" id="{BC6C9C74-F037-98F2-8F24-CBCAFFFCDFDC}"/>
                </a:ext>
              </a:extLst>
            </p:cNvPr>
            <p:cNvSpPr/>
            <p:nvPr/>
          </p:nvSpPr>
          <p:spPr>
            <a:xfrm>
              <a:off x="639763" y="4069862"/>
              <a:ext cx="1791017" cy="324000"/>
            </a:xfrm>
            <a:prstGeom prst="roundRect">
              <a:avLst>
                <a:gd name="adj" fmla="val 2803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dirty="0">
                  <a:latin typeface="+mj-lt"/>
                </a:rPr>
                <a:t>ОТГРУЗКА</a:t>
              </a:r>
            </a:p>
          </p:txBody>
        </p:sp>
        <p:sp>
          <p:nvSpPr>
            <p:cNvPr id="356" name="Полилиния: фигура 355">
              <a:extLst>
                <a:ext uri="{FF2B5EF4-FFF2-40B4-BE49-F238E27FC236}">
                  <a16:creationId xmlns:a16="http://schemas.microsoft.com/office/drawing/2014/main" id="{21277F11-60B5-1C98-7071-9FE396599F18}"/>
                </a:ext>
              </a:extLst>
            </p:cNvPr>
            <p:cNvSpPr/>
            <p:nvPr/>
          </p:nvSpPr>
          <p:spPr>
            <a:xfrm>
              <a:off x="725487" y="4150549"/>
              <a:ext cx="188279" cy="167037"/>
            </a:xfrm>
            <a:custGeom>
              <a:avLst/>
              <a:gdLst>
                <a:gd name="connsiteX0" fmla="*/ 123825 w 180975"/>
                <a:gd name="connsiteY0" fmla="*/ 35704 h 171450"/>
                <a:gd name="connsiteX1" fmla="*/ 159212 w 180975"/>
                <a:gd name="connsiteY1" fmla="*/ 36591 h 171450"/>
                <a:gd name="connsiteX2" fmla="*/ 168275 w 180975"/>
                <a:gd name="connsiteY2" fmla="*/ 37180 h 171450"/>
                <a:gd name="connsiteX3" fmla="*/ 180717 w 180975"/>
                <a:gd name="connsiteY3" fmla="*/ 48804 h 171450"/>
                <a:gd name="connsiteX4" fmla="*/ 180975 w 180975"/>
                <a:gd name="connsiteY4" fmla="*/ 75002 h 171450"/>
                <a:gd name="connsiteX5" fmla="*/ 180974 w 180975"/>
                <a:gd name="connsiteY5" fmla="*/ 75218 h 171450"/>
                <a:gd name="connsiteX6" fmla="*/ 180975 w 180975"/>
                <a:gd name="connsiteY6" fmla="*/ 78276 h 171450"/>
                <a:gd name="connsiteX7" fmla="*/ 123825 w 180975"/>
                <a:gd name="connsiteY7" fmla="*/ 114299 h 171450"/>
                <a:gd name="connsiteX8" fmla="*/ 66675 w 180975"/>
                <a:gd name="connsiteY8" fmla="*/ 78276 h 171450"/>
                <a:gd name="connsiteX9" fmla="*/ 66676 w 180975"/>
                <a:gd name="connsiteY9" fmla="*/ 75218 h 171450"/>
                <a:gd name="connsiteX10" fmla="*/ 66675 w 180975"/>
                <a:gd name="connsiteY10" fmla="*/ 75002 h 171450"/>
                <a:gd name="connsiteX11" fmla="*/ 66933 w 180975"/>
                <a:gd name="connsiteY11" fmla="*/ 48804 h 171450"/>
                <a:gd name="connsiteX12" fmla="*/ 79375 w 180975"/>
                <a:gd name="connsiteY12" fmla="*/ 37180 h 171450"/>
                <a:gd name="connsiteX13" fmla="*/ 88438 w 180975"/>
                <a:gd name="connsiteY13" fmla="*/ 36591 h 171450"/>
                <a:gd name="connsiteX14" fmla="*/ 123825 w 180975"/>
                <a:gd name="connsiteY14" fmla="*/ 35704 h 171450"/>
                <a:gd name="connsiteX15" fmla="*/ 139817 w 180975"/>
                <a:gd name="connsiteY15" fmla="*/ 9535 h 171450"/>
                <a:gd name="connsiteX16" fmla="*/ 168980 w 180975"/>
                <a:gd name="connsiteY16" fmla="*/ 19099 h 171450"/>
                <a:gd name="connsiteX17" fmla="*/ 171450 w 180975"/>
                <a:gd name="connsiteY17" fmla="*/ 22606 h 171450"/>
                <a:gd name="connsiteX18" fmla="*/ 168275 w 180975"/>
                <a:gd name="connsiteY18" fmla="*/ 30614 h 171450"/>
                <a:gd name="connsiteX19" fmla="*/ 139700 w 180975"/>
                <a:gd name="connsiteY19" fmla="*/ 29257 h 171450"/>
                <a:gd name="connsiteX20" fmla="*/ 130295 w 180975"/>
                <a:gd name="connsiteY20" fmla="*/ 19336 h 171450"/>
                <a:gd name="connsiteX21" fmla="*/ 139817 w 180975"/>
                <a:gd name="connsiteY21" fmla="*/ 9535 h 171450"/>
                <a:gd name="connsiteX22" fmla="*/ 107949 w 180975"/>
                <a:gd name="connsiteY22" fmla="*/ 9533 h 171450"/>
                <a:gd name="connsiteX23" fmla="*/ 117474 w 180975"/>
                <a:gd name="connsiteY23" fmla="*/ 19334 h 171450"/>
                <a:gd name="connsiteX24" fmla="*/ 108069 w 180975"/>
                <a:gd name="connsiteY24" fmla="*/ 29255 h 171450"/>
                <a:gd name="connsiteX25" fmla="*/ 79374 w 180975"/>
                <a:gd name="connsiteY25" fmla="*/ 30614 h 171450"/>
                <a:gd name="connsiteX26" fmla="*/ 76199 w 180975"/>
                <a:gd name="connsiteY26" fmla="*/ 22606 h 171450"/>
                <a:gd name="connsiteX27" fmla="*/ 78607 w 180975"/>
                <a:gd name="connsiteY27" fmla="*/ 19194 h 171450"/>
                <a:gd name="connsiteX28" fmla="*/ 107949 w 180975"/>
                <a:gd name="connsiteY28" fmla="*/ 9533 h 171450"/>
                <a:gd name="connsiteX29" fmla="*/ 9525 w 180975"/>
                <a:gd name="connsiteY29" fmla="*/ 0 h 171450"/>
                <a:gd name="connsiteX30" fmla="*/ 31205 w 180975"/>
                <a:gd name="connsiteY30" fmla="*/ 6729 h 171450"/>
                <a:gd name="connsiteX31" fmla="*/ 39437 w 180975"/>
                <a:gd name="connsiteY31" fmla="*/ 27896 h 171450"/>
                <a:gd name="connsiteX32" fmla="*/ 44879 w 180975"/>
                <a:gd name="connsiteY32" fmla="*/ 104097 h 171450"/>
                <a:gd name="connsiteX33" fmla="*/ 47087 w 180975"/>
                <a:gd name="connsiteY33" fmla="*/ 121092 h 171450"/>
                <a:gd name="connsiteX34" fmla="*/ 50371 w 180975"/>
                <a:gd name="connsiteY34" fmla="*/ 129083 h 171450"/>
                <a:gd name="connsiteX35" fmla="*/ 53818 w 180975"/>
                <a:gd name="connsiteY35" fmla="*/ 131619 h 171450"/>
                <a:gd name="connsiteX36" fmla="*/ 71438 w 180975"/>
                <a:gd name="connsiteY36" fmla="*/ 123825 h 171450"/>
                <a:gd name="connsiteX37" fmla="*/ 90489 w 180975"/>
                <a:gd name="connsiteY37" fmla="*/ 133350 h 171450"/>
                <a:gd name="connsiteX38" fmla="*/ 138111 w 180975"/>
                <a:gd name="connsiteY38" fmla="*/ 133350 h 171450"/>
                <a:gd name="connsiteX39" fmla="*/ 157163 w 180975"/>
                <a:gd name="connsiteY39" fmla="*/ 123825 h 171450"/>
                <a:gd name="connsiteX40" fmla="*/ 180975 w 180975"/>
                <a:gd name="connsiteY40" fmla="*/ 147638 h 171450"/>
                <a:gd name="connsiteX41" fmla="*/ 157163 w 180975"/>
                <a:gd name="connsiteY41" fmla="*/ 171450 h 171450"/>
                <a:gd name="connsiteX42" fmla="*/ 133826 w 180975"/>
                <a:gd name="connsiteY42" fmla="*/ 152400 h 171450"/>
                <a:gd name="connsiteX43" fmla="*/ 94774 w 180975"/>
                <a:gd name="connsiteY43" fmla="*/ 152400 h 171450"/>
                <a:gd name="connsiteX44" fmla="*/ 71438 w 180975"/>
                <a:gd name="connsiteY44" fmla="*/ 171450 h 171450"/>
                <a:gd name="connsiteX45" fmla="*/ 47712 w 180975"/>
                <a:gd name="connsiteY45" fmla="*/ 149689 h 171450"/>
                <a:gd name="connsiteX46" fmla="*/ 35417 w 180975"/>
                <a:gd name="connsiteY46" fmla="*/ 140885 h 171450"/>
                <a:gd name="connsiteX47" fmla="*/ 28547 w 180975"/>
                <a:gd name="connsiteY47" fmla="*/ 125472 h 171450"/>
                <a:gd name="connsiteX48" fmla="*/ 25878 w 180975"/>
                <a:gd name="connsiteY48" fmla="*/ 105453 h 171450"/>
                <a:gd name="connsiteX49" fmla="*/ 20435 w 180975"/>
                <a:gd name="connsiteY49" fmla="*/ 29254 h 171450"/>
                <a:gd name="connsiteX50" fmla="*/ 18206 w 180975"/>
                <a:gd name="connsiteY50" fmla="*/ 20655 h 171450"/>
                <a:gd name="connsiteX51" fmla="*/ 9525 w 180975"/>
                <a:gd name="connsiteY51" fmla="*/ 19050 h 171450"/>
                <a:gd name="connsiteX52" fmla="*/ 0 w 180975"/>
                <a:gd name="connsiteY52" fmla="*/ 9525 h 171450"/>
                <a:gd name="connsiteX53" fmla="*/ 9525 w 180975"/>
                <a:gd name="connsiteY5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80975" h="171450">
                  <a:moveTo>
                    <a:pt x="123825" y="35704"/>
                  </a:moveTo>
                  <a:cubicBezTo>
                    <a:pt x="139552" y="35704"/>
                    <a:pt x="150950" y="35704"/>
                    <a:pt x="159212" y="36591"/>
                  </a:cubicBezTo>
                  <a:cubicBezTo>
                    <a:pt x="162443" y="36769"/>
                    <a:pt x="165461" y="36967"/>
                    <a:pt x="168275" y="37180"/>
                  </a:cubicBezTo>
                  <a:cubicBezTo>
                    <a:pt x="178614" y="37960"/>
                    <a:pt x="180975" y="38979"/>
                    <a:pt x="180717" y="48804"/>
                  </a:cubicBezTo>
                  <a:cubicBezTo>
                    <a:pt x="180975" y="54937"/>
                    <a:pt x="180975" y="63196"/>
                    <a:pt x="180975" y="75002"/>
                  </a:cubicBezTo>
                  <a:lnTo>
                    <a:pt x="180974" y="75218"/>
                  </a:lnTo>
                  <a:lnTo>
                    <a:pt x="180975" y="78276"/>
                  </a:lnTo>
                  <a:cubicBezTo>
                    <a:pt x="180975" y="106785"/>
                    <a:pt x="180975" y="114299"/>
                    <a:pt x="123825" y="114299"/>
                  </a:cubicBezTo>
                  <a:cubicBezTo>
                    <a:pt x="66675" y="114299"/>
                    <a:pt x="66675" y="106785"/>
                    <a:pt x="66675" y="78276"/>
                  </a:cubicBezTo>
                  <a:lnTo>
                    <a:pt x="66676" y="75218"/>
                  </a:lnTo>
                  <a:lnTo>
                    <a:pt x="66675" y="75002"/>
                  </a:lnTo>
                  <a:cubicBezTo>
                    <a:pt x="66675" y="63196"/>
                    <a:pt x="66675" y="54937"/>
                    <a:pt x="66933" y="48804"/>
                  </a:cubicBezTo>
                  <a:cubicBezTo>
                    <a:pt x="66933" y="38979"/>
                    <a:pt x="69036" y="37960"/>
                    <a:pt x="79375" y="37180"/>
                  </a:cubicBezTo>
                  <a:cubicBezTo>
                    <a:pt x="82190" y="36967"/>
                    <a:pt x="85207" y="36769"/>
                    <a:pt x="88438" y="36591"/>
                  </a:cubicBezTo>
                  <a:cubicBezTo>
                    <a:pt x="96700" y="35704"/>
                    <a:pt x="108098" y="35704"/>
                    <a:pt x="123825" y="35704"/>
                  </a:cubicBezTo>
                  <a:close/>
                  <a:moveTo>
                    <a:pt x="139817" y="9535"/>
                  </a:moveTo>
                  <a:cubicBezTo>
                    <a:pt x="162482" y="9697"/>
                    <a:pt x="163282" y="10854"/>
                    <a:pt x="168980" y="19099"/>
                  </a:cubicBezTo>
                  <a:cubicBezTo>
                    <a:pt x="169705" y="20149"/>
                    <a:pt x="170510" y="21314"/>
                    <a:pt x="171450" y="22606"/>
                  </a:cubicBezTo>
                  <a:cubicBezTo>
                    <a:pt x="176286" y="29257"/>
                    <a:pt x="174624" y="31086"/>
                    <a:pt x="168275" y="30614"/>
                  </a:cubicBezTo>
                  <a:cubicBezTo>
                    <a:pt x="159613" y="29969"/>
                    <a:pt x="152295" y="29464"/>
                    <a:pt x="139700" y="29257"/>
                  </a:cubicBezTo>
                  <a:cubicBezTo>
                    <a:pt x="130353" y="29104"/>
                    <a:pt x="130295" y="29103"/>
                    <a:pt x="130295" y="19336"/>
                  </a:cubicBezTo>
                  <a:cubicBezTo>
                    <a:pt x="130295" y="9605"/>
                    <a:pt x="130356" y="9467"/>
                    <a:pt x="139817" y="9535"/>
                  </a:cubicBezTo>
                  <a:close/>
                  <a:moveTo>
                    <a:pt x="107949" y="9533"/>
                  </a:moveTo>
                  <a:cubicBezTo>
                    <a:pt x="117412" y="9466"/>
                    <a:pt x="117474" y="9601"/>
                    <a:pt x="117474" y="19334"/>
                  </a:cubicBezTo>
                  <a:cubicBezTo>
                    <a:pt x="117474" y="29101"/>
                    <a:pt x="117416" y="29102"/>
                    <a:pt x="108069" y="29255"/>
                  </a:cubicBezTo>
                  <a:cubicBezTo>
                    <a:pt x="95474" y="29462"/>
                    <a:pt x="88036" y="29969"/>
                    <a:pt x="79374" y="30614"/>
                  </a:cubicBezTo>
                  <a:cubicBezTo>
                    <a:pt x="73024" y="31086"/>
                    <a:pt x="71363" y="29257"/>
                    <a:pt x="76199" y="22606"/>
                  </a:cubicBezTo>
                  <a:cubicBezTo>
                    <a:pt x="77110" y="21353"/>
                    <a:pt x="77897" y="20219"/>
                    <a:pt x="78607" y="19194"/>
                  </a:cubicBezTo>
                  <a:cubicBezTo>
                    <a:pt x="84388" y="10859"/>
                    <a:pt x="85195" y="9695"/>
                    <a:pt x="107949" y="9533"/>
                  </a:cubicBezTo>
                  <a:close/>
                  <a:moveTo>
                    <a:pt x="9525" y="0"/>
                  </a:moveTo>
                  <a:cubicBezTo>
                    <a:pt x="17302" y="0"/>
                    <a:pt x="25280" y="1199"/>
                    <a:pt x="31205" y="6729"/>
                  </a:cubicBezTo>
                  <a:cubicBezTo>
                    <a:pt x="37123" y="12252"/>
                    <a:pt x="38882" y="20129"/>
                    <a:pt x="39437" y="27896"/>
                  </a:cubicBezTo>
                  <a:lnTo>
                    <a:pt x="44879" y="104097"/>
                  </a:lnTo>
                  <a:cubicBezTo>
                    <a:pt x="45399" y="111368"/>
                    <a:pt x="46089" y="116871"/>
                    <a:pt x="47087" y="121092"/>
                  </a:cubicBezTo>
                  <a:cubicBezTo>
                    <a:pt x="48083" y="125309"/>
                    <a:pt x="49257" y="127671"/>
                    <a:pt x="50371" y="129083"/>
                  </a:cubicBezTo>
                  <a:cubicBezTo>
                    <a:pt x="51091" y="129995"/>
                    <a:pt x="52087" y="130888"/>
                    <a:pt x="53818" y="131619"/>
                  </a:cubicBezTo>
                  <a:cubicBezTo>
                    <a:pt x="58174" y="126831"/>
                    <a:pt x="64455" y="123825"/>
                    <a:pt x="71438" y="123825"/>
                  </a:cubicBezTo>
                  <a:cubicBezTo>
                    <a:pt x="79228" y="123825"/>
                    <a:pt x="86145" y="127566"/>
                    <a:pt x="90489" y="133350"/>
                  </a:cubicBezTo>
                  <a:lnTo>
                    <a:pt x="138111" y="133350"/>
                  </a:lnTo>
                  <a:cubicBezTo>
                    <a:pt x="142455" y="127566"/>
                    <a:pt x="149372" y="123825"/>
                    <a:pt x="157163" y="123825"/>
                  </a:cubicBezTo>
                  <a:cubicBezTo>
                    <a:pt x="170314" y="123825"/>
                    <a:pt x="180975" y="134486"/>
                    <a:pt x="180975" y="147638"/>
                  </a:cubicBezTo>
                  <a:cubicBezTo>
                    <a:pt x="180975" y="160789"/>
                    <a:pt x="170314" y="171450"/>
                    <a:pt x="157163" y="171450"/>
                  </a:cubicBezTo>
                  <a:cubicBezTo>
                    <a:pt x="145642" y="171450"/>
                    <a:pt x="136032" y="163269"/>
                    <a:pt x="133826" y="152400"/>
                  </a:cubicBezTo>
                  <a:lnTo>
                    <a:pt x="94774" y="152400"/>
                  </a:lnTo>
                  <a:cubicBezTo>
                    <a:pt x="92567" y="163269"/>
                    <a:pt x="82958" y="171450"/>
                    <a:pt x="71438" y="171450"/>
                  </a:cubicBezTo>
                  <a:cubicBezTo>
                    <a:pt x="58977" y="171450"/>
                    <a:pt x="48752" y="161880"/>
                    <a:pt x="47712" y="149689"/>
                  </a:cubicBezTo>
                  <a:cubicBezTo>
                    <a:pt x="42980" y="147943"/>
                    <a:pt x="38802" y="145173"/>
                    <a:pt x="35417" y="140885"/>
                  </a:cubicBezTo>
                  <a:cubicBezTo>
                    <a:pt x="31950" y="136492"/>
                    <a:pt x="29897" y="131189"/>
                    <a:pt x="28547" y="125472"/>
                  </a:cubicBezTo>
                  <a:cubicBezTo>
                    <a:pt x="27197" y="119760"/>
                    <a:pt x="26421" y="113061"/>
                    <a:pt x="25878" y="105453"/>
                  </a:cubicBezTo>
                  <a:lnTo>
                    <a:pt x="20435" y="29254"/>
                  </a:lnTo>
                  <a:cubicBezTo>
                    <a:pt x="19969" y="22733"/>
                    <a:pt x="18667" y="21085"/>
                    <a:pt x="18206" y="20655"/>
                  </a:cubicBezTo>
                  <a:cubicBezTo>
                    <a:pt x="17752" y="20231"/>
                    <a:pt x="16035" y="19050"/>
                    <a:pt x="9525" y="19050"/>
                  </a:cubicBezTo>
                  <a:cubicBezTo>
                    <a:pt x="4265" y="19050"/>
                    <a:pt x="0" y="14786"/>
                    <a:pt x="0" y="9525"/>
                  </a:cubicBezTo>
                  <a:cubicBezTo>
                    <a:pt x="0" y="4265"/>
                    <a:pt x="4264" y="0"/>
                    <a:pt x="9525" y="0"/>
                  </a:cubicBezTo>
                  <a:close/>
                </a:path>
              </a:pathLst>
            </a:custGeom>
            <a:solidFill>
              <a:schemeClr val="bg1"/>
            </a:solidFill>
            <a:ln w="9525" cap="flat">
              <a:noFill/>
              <a:prstDash val="solid"/>
              <a:miter/>
            </a:ln>
          </p:spPr>
          <p:txBody>
            <a:bodyPr rtlCol="0" anchor="ctr"/>
            <a:lstStyle/>
            <a:p>
              <a:endParaRPr lang="ru-RU"/>
            </a:p>
          </p:txBody>
        </p:sp>
      </p:grpSp>
      <p:grpSp>
        <p:nvGrpSpPr>
          <p:cNvPr id="45" name="Группа 44">
            <a:extLst>
              <a:ext uri="{FF2B5EF4-FFF2-40B4-BE49-F238E27FC236}">
                <a16:creationId xmlns:a16="http://schemas.microsoft.com/office/drawing/2014/main" id="{C5834120-2554-AAB1-76B7-364C7F370B94}"/>
              </a:ext>
            </a:extLst>
          </p:cNvPr>
          <p:cNvGrpSpPr/>
          <p:nvPr/>
        </p:nvGrpSpPr>
        <p:grpSpPr>
          <a:xfrm>
            <a:off x="1089258" y="4467731"/>
            <a:ext cx="1326197" cy="252000"/>
            <a:chOff x="639763" y="4520088"/>
            <a:chExt cx="1326197" cy="252000"/>
          </a:xfrm>
        </p:grpSpPr>
        <p:sp>
          <p:nvSpPr>
            <p:cNvPr id="30" name="Прямоугольник: скругленные углы 29">
              <a:extLst>
                <a:ext uri="{FF2B5EF4-FFF2-40B4-BE49-F238E27FC236}">
                  <a16:creationId xmlns:a16="http://schemas.microsoft.com/office/drawing/2014/main" id="{2478885A-8A20-7900-8E09-81CE38B21901}"/>
                </a:ext>
              </a:extLst>
            </p:cNvPr>
            <p:cNvSpPr/>
            <p:nvPr/>
          </p:nvSpPr>
          <p:spPr>
            <a:xfrm>
              <a:off x="639763" y="4520088"/>
              <a:ext cx="1326197" cy="252000"/>
            </a:xfrm>
            <a:prstGeom prst="roundRect">
              <a:avLst>
                <a:gd name="adj" fmla="val 2943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ОТГРУЗКА</a:t>
              </a:r>
            </a:p>
          </p:txBody>
        </p:sp>
        <p:sp>
          <p:nvSpPr>
            <p:cNvPr id="36" name="Полилиния: фигура 35">
              <a:extLst>
                <a:ext uri="{FF2B5EF4-FFF2-40B4-BE49-F238E27FC236}">
                  <a16:creationId xmlns:a16="http://schemas.microsoft.com/office/drawing/2014/main" id="{F5783063-7D0D-B81C-F264-4565EBC82B82}"/>
                </a:ext>
              </a:extLst>
            </p:cNvPr>
            <p:cNvSpPr/>
            <p:nvPr/>
          </p:nvSpPr>
          <p:spPr>
            <a:xfrm>
              <a:off x="734020" y="4579861"/>
              <a:ext cx="140415" cy="124573"/>
            </a:xfrm>
            <a:custGeom>
              <a:avLst/>
              <a:gdLst>
                <a:gd name="connsiteX0" fmla="*/ 123825 w 180975"/>
                <a:gd name="connsiteY0" fmla="*/ 35704 h 171450"/>
                <a:gd name="connsiteX1" fmla="*/ 159212 w 180975"/>
                <a:gd name="connsiteY1" fmla="*/ 36591 h 171450"/>
                <a:gd name="connsiteX2" fmla="*/ 168275 w 180975"/>
                <a:gd name="connsiteY2" fmla="*/ 37180 h 171450"/>
                <a:gd name="connsiteX3" fmla="*/ 180717 w 180975"/>
                <a:gd name="connsiteY3" fmla="*/ 48804 h 171450"/>
                <a:gd name="connsiteX4" fmla="*/ 180975 w 180975"/>
                <a:gd name="connsiteY4" fmla="*/ 75002 h 171450"/>
                <a:gd name="connsiteX5" fmla="*/ 180974 w 180975"/>
                <a:gd name="connsiteY5" fmla="*/ 75218 h 171450"/>
                <a:gd name="connsiteX6" fmla="*/ 180975 w 180975"/>
                <a:gd name="connsiteY6" fmla="*/ 78276 h 171450"/>
                <a:gd name="connsiteX7" fmla="*/ 123825 w 180975"/>
                <a:gd name="connsiteY7" fmla="*/ 114299 h 171450"/>
                <a:gd name="connsiteX8" fmla="*/ 66675 w 180975"/>
                <a:gd name="connsiteY8" fmla="*/ 78276 h 171450"/>
                <a:gd name="connsiteX9" fmla="*/ 66676 w 180975"/>
                <a:gd name="connsiteY9" fmla="*/ 75218 h 171450"/>
                <a:gd name="connsiteX10" fmla="*/ 66675 w 180975"/>
                <a:gd name="connsiteY10" fmla="*/ 75002 h 171450"/>
                <a:gd name="connsiteX11" fmla="*/ 66933 w 180975"/>
                <a:gd name="connsiteY11" fmla="*/ 48804 h 171450"/>
                <a:gd name="connsiteX12" fmla="*/ 79375 w 180975"/>
                <a:gd name="connsiteY12" fmla="*/ 37180 h 171450"/>
                <a:gd name="connsiteX13" fmla="*/ 88438 w 180975"/>
                <a:gd name="connsiteY13" fmla="*/ 36591 h 171450"/>
                <a:gd name="connsiteX14" fmla="*/ 123825 w 180975"/>
                <a:gd name="connsiteY14" fmla="*/ 35704 h 171450"/>
                <a:gd name="connsiteX15" fmla="*/ 139817 w 180975"/>
                <a:gd name="connsiteY15" fmla="*/ 9535 h 171450"/>
                <a:gd name="connsiteX16" fmla="*/ 168980 w 180975"/>
                <a:gd name="connsiteY16" fmla="*/ 19099 h 171450"/>
                <a:gd name="connsiteX17" fmla="*/ 171450 w 180975"/>
                <a:gd name="connsiteY17" fmla="*/ 22606 h 171450"/>
                <a:gd name="connsiteX18" fmla="*/ 168275 w 180975"/>
                <a:gd name="connsiteY18" fmla="*/ 30614 h 171450"/>
                <a:gd name="connsiteX19" fmla="*/ 139700 w 180975"/>
                <a:gd name="connsiteY19" fmla="*/ 29257 h 171450"/>
                <a:gd name="connsiteX20" fmla="*/ 130295 w 180975"/>
                <a:gd name="connsiteY20" fmla="*/ 19336 h 171450"/>
                <a:gd name="connsiteX21" fmla="*/ 139817 w 180975"/>
                <a:gd name="connsiteY21" fmla="*/ 9535 h 171450"/>
                <a:gd name="connsiteX22" fmla="*/ 107949 w 180975"/>
                <a:gd name="connsiteY22" fmla="*/ 9533 h 171450"/>
                <a:gd name="connsiteX23" fmla="*/ 117474 w 180975"/>
                <a:gd name="connsiteY23" fmla="*/ 19334 h 171450"/>
                <a:gd name="connsiteX24" fmla="*/ 108069 w 180975"/>
                <a:gd name="connsiteY24" fmla="*/ 29255 h 171450"/>
                <a:gd name="connsiteX25" fmla="*/ 79374 w 180975"/>
                <a:gd name="connsiteY25" fmla="*/ 30614 h 171450"/>
                <a:gd name="connsiteX26" fmla="*/ 76199 w 180975"/>
                <a:gd name="connsiteY26" fmla="*/ 22606 h 171450"/>
                <a:gd name="connsiteX27" fmla="*/ 78607 w 180975"/>
                <a:gd name="connsiteY27" fmla="*/ 19194 h 171450"/>
                <a:gd name="connsiteX28" fmla="*/ 107949 w 180975"/>
                <a:gd name="connsiteY28" fmla="*/ 9533 h 171450"/>
                <a:gd name="connsiteX29" fmla="*/ 9525 w 180975"/>
                <a:gd name="connsiteY29" fmla="*/ 0 h 171450"/>
                <a:gd name="connsiteX30" fmla="*/ 31205 w 180975"/>
                <a:gd name="connsiteY30" fmla="*/ 6729 h 171450"/>
                <a:gd name="connsiteX31" fmla="*/ 39437 w 180975"/>
                <a:gd name="connsiteY31" fmla="*/ 27896 h 171450"/>
                <a:gd name="connsiteX32" fmla="*/ 44879 w 180975"/>
                <a:gd name="connsiteY32" fmla="*/ 104097 h 171450"/>
                <a:gd name="connsiteX33" fmla="*/ 47087 w 180975"/>
                <a:gd name="connsiteY33" fmla="*/ 121092 h 171450"/>
                <a:gd name="connsiteX34" fmla="*/ 50371 w 180975"/>
                <a:gd name="connsiteY34" fmla="*/ 129083 h 171450"/>
                <a:gd name="connsiteX35" fmla="*/ 53818 w 180975"/>
                <a:gd name="connsiteY35" fmla="*/ 131619 h 171450"/>
                <a:gd name="connsiteX36" fmla="*/ 71438 w 180975"/>
                <a:gd name="connsiteY36" fmla="*/ 123825 h 171450"/>
                <a:gd name="connsiteX37" fmla="*/ 90489 w 180975"/>
                <a:gd name="connsiteY37" fmla="*/ 133350 h 171450"/>
                <a:gd name="connsiteX38" fmla="*/ 138111 w 180975"/>
                <a:gd name="connsiteY38" fmla="*/ 133350 h 171450"/>
                <a:gd name="connsiteX39" fmla="*/ 157163 w 180975"/>
                <a:gd name="connsiteY39" fmla="*/ 123825 h 171450"/>
                <a:gd name="connsiteX40" fmla="*/ 180975 w 180975"/>
                <a:gd name="connsiteY40" fmla="*/ 147638 h 171450"/>
                <a:gd name="connsiteX41" fmla="*/ 157163 w 180975"/>
                <a:gd name="connsiteY41" fmla="*/ 171450 h 171450"/>
                <a:gd name="connsiteX42" fmla="*/ 133826 w 180975"/>
                <a:gd name="connsiteY42" fmla="*/ 152400 h 171450"/>
                <a:gd name="connsiteX43" fmla="*/ 94774 w 180975"/>
                <a:gd name="connsiteY43" fmla="*/ 152400 h 171450"/>
                <a:gd name="connsiteX44" fmla="*/ 71438 w 180975"/>
                <a:gd name="connsiteY44" fmla="*/ 171450 h 171450"/>
                <a:gd name="connsiteX45" fmla="*/ 47712 w 180975"/>
                <a:gd name="connsiteY45" fmla="*/ 149689 h 171450"/>
                <a:gd name="connsiteX46" fmla="*/ 35417 w 180975"/>
                <a:gd name="connsiteY46" fmla="*/ 140885 h 171450"/>
                <a:gd name="connsiteX47" fmla="*/ 28547 w 180975"/>
                <a:gd name="connsiteY47" fmla="*/ 125472 h 171450"/>
                <a:gd name="connsiteX48" fmla="*/ 25878 w 180975"/>
                <a:gd name="connsiteY48" fmla="*/ 105453 h 171450"/>
                <a:gd name="connsiteX49" fmla="*/ 20435 w 180975"/>
                <a:gd name="connsiteY49" fmla="*/ 29254 h 171450"/>
                <a:gd name="connsiteX50" fmla="*/ 18206 w 180975"/>
                <a:gd name="connsiteY50" fmla="*/ 20655 h 171450"/>
                <a:gd name="connsiteX51" fmla="*/ 9525 w 180975"/>
                <a:gd name="connsiteY51" fmla="*/ 19050 h 171450"/>
                <a:gd name="connsiteX52" fmla="*/ 0 w 180975"/>
                <a:gd name="connsiteY52" fmla="*/ 9525 h 171450"/>
                <a:gd name="connsiteX53" fmla="*/ 9525 w 180975"/>
                <a:gd name="connsiteY5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80975" h="171450">
                  <a:moveTo>
                    <a:pt x="123825" y="35704"/>
                  </a:moveTo>
                  <a:cubicBezTo>
                    <a:pt x="139552" y="35704"/>
                    <a:pt x="150950" y="35704"/>
                    <a:pt x="159212" y="36591"/>
                  </a:cubicBezTo>
                  <a:cubicBezTo>
                    <a:pt x="162443" y="36769"/>
                    <a:pt x="165461" y="36967"/>
                    <a:pt x="168275" y="37180"/>
                  </a:cubicBezTo>
                  <a:cubicBezTo>
                    <a:pt x="178614" y="37960"/>
                    <a:pt x="180975" y="38979"/>
                    <a:pt x="180717" y="48804"/>
                  </a:cubicBezTo>
                  <a:cubicBezTo>
                    <a:pt x="180975" y="54937"/>
                    <a:pt x="180975" y="63196"/>
                    <a:pt x="180975" y="75002"/>
                  </a:cubicBezTo>
                  <a:lnTo>
                    <a:pt x="180974" y="75218"/>
                  </a:lnTo>
                  <a:lnTo>
                    <a:pt x="180975" y="78276"/>
                  </a:lnTo>
                  <a:cubicBezTo>
                    <a:pt x="180975" y="106785"/>
                    <a:pt x="180975" y="114299"/>
                    <a:pt x="123825" y="114299"/>
                  </a:cubicBezTo>
                  <a:cubicBezTo>
                    <a:pt x="66675" y="114299"/>
                    <a:pt x="66675" y="106785"/>
                    <a:pt x="66675" y="78276"/>
                  </a:cubicBezTo>
                  <a:lnTo>
                    <a:pt x="66676" y="75218"/>
                  </a:lnTo>
                  <a:lnTo>
                    <a:pt x="66675" y="75002"/>
                  </a:lnTo>
                  <a:cubicBezTo>
                    <a:pt x="66675" y="63196"/>
                    <a:pt x="66675" y="54937"/>
                    <a:pt x="66933" y="48804"/>
                  </a:cubicBezTo>
                  <a:cubicBezTo>
                    <a:pt x="66933" y="38979"/>
                    <a:pt x="69036" y="37960"/>
                    <a:pt x="79375" y="37180"/>
                  </a:cubicBezTo>
                  <a:cubicBezTo>
                    <a:pt x="82190" y="36967"/>
                    <a:pt x="85207" y="36769"/>
                    <a:pt x="88438" y="36591"/>
                  </a:cubicBezTo>
                  <a:cubicBezTo>
                    <a:pt x="96700" y="35704"/>
                    <a:pt x="108098" y="35704"/>
                    <a:pt x="123825" y="35704"/>
                  </a:cubicBezTo>
                  <a:close/>
                  <a:moveTo>
                    <a:pt x="139817" y="9535"/>
                  </a:moveTo>
                  <a:cubicBezTo>
                    <a:pt x="162482" y="9697"/>
                    <a:pt x="163282" y="10854"/>
                    <a:pt x="168980" y="19099"/>
                  </a:cubicBezTo>
                  <a:cubicBezTo>
                    <a:pt x="169705" y="20149"/>
                    <a:pt x="170510" y="21314"/>
                    <a:pt x="171450" y="22606"/>
                  </a:cubicBezTo>
                  <a:cubicBezTo>
                    <a:pt x="176286" y="29257"/>
                    <a:pt x="174624" y="31086"/>
                    <a:pt x="168275" y="30614"/>
                  </a:cubicBezTo>
                  <a:cubicBezTo>
                    <a:pt x="159613" y="29969"/>
                    <a:pt x="152295" y="29464"/>
                    <a:pt x="139700" y="29257"/>
                  </a:cubicBezTo>
                  <a:cubicBezTo>
                    <a:pt x="130353" y="29104"/>
                    <a:pt x="130295" y="29103"/>
                    <a:pt x="130295" y="19336"/>
                  </a:cubicBezTo>
                  <a:cubicBezTo>
                    <a:pt x="130295" y="9605"/>
                    <a:pt x="130356" y="9467"/>
                    <a:pt x="139817" y="9535"/>
                  </a:cubicBezTo>
                  <a:close/>
                  <a:moveTo>
                    <a:pt x="107949" y="9533"/>
                  </a:moveTo>
                  <a:cubicBezTo>
                    <a:pt x="117412" y="9466"/>
                    <a:pt x="117474" y="9601"/>
                    <a:pt x="117474" y="19334"/>
                  </a:cubicBezTo>
                  <a:cubicBezTo>
                    <a:pt x="117474" y="29101"/>
                    <a:pt x="117416" y="29102"/>
                    <a:pt x="108069" y="29255"/>
                  </a:cubicBezTo>
                  <a:cubicBezTo>
                    <a:pt x="95474" y="29462"/>
                    <a:pt x="88036" y="29969"/>
                    <a:pt x="79374" y="30614"/>
                  </a:cubicBezTo>
                  <a:cubicBezTo>
                    <a:pt x="73024" y="31086"/>
                    <a:pt x="71363" y="29257"/>
                    <a:pt x="76199" y="22606"/>
                  </a:cubicBezTo>
                  <a:cubicBezTo>
                    <a:pt x="77110" y="21353"/>
                    <a:pt x="77897" y="20219"/>
                    <a:pt x="78607" y="19194"/>
                  </a:cubicBezTo>
                  <a:cubicBezTo>
                    <a:pt x="84388" y="10859"/>
                    <a:pt x="85195" y="9695"/>
                    <a:pt x="107949" y="9533"/>
                  </a:cubicBezTo>
                  <a:close/>
                  <a:moveTo>
                    <a:pt x="9525" y="0"/>
                  </a:moveTo>
                  <a:cubicBezTo>
                    <a:pt x="17302" y="0"/>
                    <a:pt x="25280" y="1199"/>
                    <a:pt x="31205" y="6729"/>
                  </a:cubicBezTo>
                  <a:cubicBezTo>
                    <a:pt x="37123" y="12252"/>
                    <a:pt x="38882" y="20129"/>
                    <a:pt x="39437" y="27896"/>
                  </a:cubicBezTo>
                  <a:lnTo>
                    <a:pt x="44879" y="104097"/>
                  </a:lnTo>
                  <a:cubicBezTo>
                    <a:pt x="45399" y="111368"/>
                    <a:pt x="46089" y="116871"/>
                    <a:pt x="47087" y="121092"/>
                  </a:cubicBezTo>
                  <a:cubicBezTo>
                    <a:pt x="48083" y="125309"/>
                    <a:pt x="49257" y="127671"/>
                    <a:pt x="50371" y="129083"/>
                  </a:cubicBezTo>
                  <a:cubicBezTo>
                    <a:pt x="51091" y="129995"/>
                    <a:pt x="52087" y="130888"/>
                    <a:pt x="53818" y="131619"/>
                  </a:cubicBezTo>
                  <a:cubicBezTo>
                    <a:pt x="58174" y="126831"/>
                    <a:pt x="64455" y="123825"/>
                    <a:pt x="71438" y="123825"/>
                  </a:cubicBezTo>
                  <a:cubicBezTo>
                    <a:pt x="79228" y="123825"/>
                    <a:pt x="86145" y="127566"/>
                    <a:pt x="90489" y="133350"/>
                  </a:cubicBezTo>
                  <a:lnTo>
                    <a:pt x="138111" y="133350"/>
                  </a:lnTo>
                  <a:cubicBezTo>
                    <a:pt x="142455" y="127566"/>
                    <a:pt x="149372" y="123825"/>
                    <a:pt x="157163" y="123825"/>
                  </a:cubicBezTo>
                  <a:cubicBezTo>
                    <a:pt x="170314" y="123825"/>
                    <a:pt x="180975" y="134486"/>
                    <a:pt x="180975" y="147638"/>
                  </a:cubicBezTo>
                  <a:cubicBezTo>
                    <a:pt x="180975" y="160789"/>
                    <a:pt x="170314" y="171450"/>
                    <a:pt x="157163" y="171450"/>
                  </a:cubicBezTo>
                  <a:cubicBezTo>
                    <a:pt x="145642" y="171450"/>
                    <a:pt x="136032" y="163269"/>
                    <a:pt x="133826" y="152400"/>
                  </a:cubicBezTo>
                  <a:lnTo>
                    <a:pt x="94774" y="152400"/>
                  </a:lnTo>
                  <a:cubicBezTo>
                    <a:pt x="92567" y="163269"/>
                    <a:pt x="82958" y="171450"/>
                    <a:pt x="71438" y="171450"/>
                  </a:cubicBezTo>
                  <a:cubicBezTo>
                    <a:pt x="58977" y="171450"/>
                    <a:pt x="48752" y="161880"/>
                    <a:pt x="47712" y="149689"/>
                  </a:cubicBezTo>
                  <a:cubicBezTo>
                    <a:pt x="42980" y="147943"/>
                    <a:pt x="38802" y="145173"/>
                    <a:pt x="35417" y="140885"/>
                  </a:cubicBezTo>
                  <a:cubicBezTo>
                    <a:pt x="31950" y="136492"/>
                    <a:pt x="29897" y="131189"/>
                    <a:pt x="28547" y="125472"/>
                  </a:cubicBezTo>
                  <a:cubicBezTo>
                    <a:pt x="27197" y="119760"/>
                    <a:pt x="26421" y="113061"/>
                    <a:pt x="25878" y="105453"/>
                  </a:cubicBezTo>
                  <a:lnTo>
                    <a:pt x="20435" y="29254"/>
                  </a:lnTo>
                  <a:cubicBezTo>
                    <a:pt x="19969" y="22733"/>
                    <a:pt x="18667" y="21085"/>
                    <a:pt x="18206" y="20655"/>
                  </a:cubicBezTo>
                  <a:cubicBezTo>
                    <a:pt x="17752" y="20231"/>
                    <a:pt x="16035" y="19050"/>
                    <a:pt x="9525" y="19050"/>
                  </a:cubicBezTo>
                  <a:cubicBezTo>
                    <a:pt x="4265" y="19050"/>
                    <a:pt x="0" y="14786"/>
                    <a:pt x="0" y="9525"/>
                  </a:cubicBezTo>
                  <a:cubicBezTo>
                    <a:pt x="0" y="4265"/>
                    <a:pt x="4264" y="0"/>
                    <a:pt x="9525" y="0"/>
                  </a:cubicBezTo>
                  <a:close/>
                </a:path>
              </a:pathLst>
            </a:custGeom>
            <a:solidFill>
              <a:schemeClr val="bg1"/>
            </a:solidFill>
            <a:ln w="9525" cap="flat">
              <a:noFill/>
              <a:prstDash val="solid"/>
              <a:miter/>
            </a:ln>
          </p:spPr>
          <p:txBody>
            <a:bodyPr rtlCol="0" anchor="ctr"/>
            <a:lstStyle/>
            <a:p>
              <a:endParaRPr lang="ru-RU"/>
            </a:p>
          </p:txBody>
        </p:sp>
      </p:grpSp>
      <p:grpSp>
        <p:nvGrpSpPr>
          <p:cNvPr id="140" name="Группа 139">
            <a:extLst>
              <a:ext uri="{FF2B5EF4-FFF2-40B4-BE49-F238E27FC236}">
                <a16:creationId xmlns:a16="http://schemas.microsoft.com/office/drawing/2014/main" id="{8157C2C6-F661-BEBD-BB52-8FA9B6124B5F}"/>
              </a:ext>
            </a:extLst>
          </p:cNvPr>
          <p:cNvGrpSpPr/>
          <p:nvPr/>
        </p:nvGrpSpPr>
        <p:grpSpPr>
          <a:xfrm>
            <a:off x="639762" y="4069862"/>
            <a:ext cx="324000" cy="324000"/>
            <a:chOff x="654390" y="3740085"/>
            <a:chExt cx="324000" cy="324000"/>
          </a:xfrm>
        </p:grpSpPr>
        <p:sp>
          <p:nvSpPr>
            <p:cNvPr id="125" name="Прямоугольник: скругленные углы 124">
              <a:extLst>
                <a:ext uri="{FF2B5EF4-FFF2-40B4-BE49-F238E27FC236}">
                  <a16:creationId xmlns:a16="http://schemas.microsoft.com/office/drawing/2014/main" id="{5F4637F5-593E-6ED9-95E8-E4640DC303F5}"/>
                </a:ext>
              </a:extLst>
            </p:cNvPr>
            <p:cNvSpPr/>
            <p:nvPr/>
          </p:nvSpPr>
          <p:spPr>
            <a:xfrm>
              <a:off x="654390" y="3740085"/>
              <a:ext cx="324000" cy="324000"/>
            </a:xfrm>
            <a:prstGeom prst="roundRect">
              <a:avLst>
                <a:gd name="adj" fmla="val 2803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136" name="Полилиния: фигура 135">
              <a:extLst>
                <a:ext uri="{FF2B5EF4-FFF2-40B4-BE49-F238E27FC236}">
                  <a16:creationId xmlns:a16="http://schemas.microsoft.com/office/drawing/2014/main" id="{0EF6515C-9458-C56C-8498-C0FB2AFFCB11}"/>
                </a:ext>
              </a:extLst>
            </p:cNvPr>
            <p:cNvSpPr/>
            <p:nvPr/>
          </p:nvSpPr>
          <p:spPr>
            <a:xfrm>
              <a:off x="715108" y="3825710"/>
              <a:ext cx="188279" cy="167037"/>
            </a:xfrm>
            <a:custGeom>
              <a:avLst/>
              <a:gdLst>
                <a:gd name="connsiteX0" fmla="*/ 123825 w 180975"/>
                <a:gd name="connsiteY0" fmla="*/ 35704 h 171450"/>
                <a:gd name="connsiteX1" fmla="*/ 159212 w 180975"/>
                <a:gd name="connsiteY1" fmla="*/ 36591 h 171450"/>
                <a:gd name="connsiteX2" fmla="*/ 168275 w 180975"/>
                <a:gd name="connsiteY2" fmla="*/ 37180 h 171450"/>
                <a:gd name="connsiteX3" fmla="*/ 180717 w 180975"/>
                <a:gd name="connsiteY3" fmla="*/ 48804 h 171450"/>
                <a:gd name="connsiteX4" fmla="*/ 180975 w 180975"/>
                <a:gd name="connsiteY4" fmla="*/ 75002 h 171450"/>
                <a:gd name="connsiteX5" fmla="*/ 180974 w 180975"/>
                <a:gd name="connsiteY5" fmla="*/ 75218 h 171450"/>
                <a:gd name="connsiteX6" fmla="*/ 180975 w 180975"/>
                <a:gd name="connsiteY6" fmla="*/ 78276 h 171450"/>
                <a:gd name="connsiteX7" fmla="*/ 123825 w 180975"/>
                <a:gd name="connsiteY7" fmla="*/ 114299 h 171450"/>
                <a:gd name="connsiteX8" fmla="*/ 66675 w 180975"/>
                <a:gd name="connsiteY8" fmla="*/ 78276 h 171450"/>
                <a:gd name="connsiteX9" fmla="*/ 66676 w 180975"/>
                <a:gd name="connsiteY9" fmla="*/ 75218 h 171450"/>
                <a:gd name="connsiteX10" fmla="*/ 66675 w 180975"/>
                <a:gd name="connsiteY10" fmla="*/ 75002 h 171450"/>
                <a:gd name="connsiteX11" fmla="*/ 66933 w 180975"/>
                <a:gd name="connsiteY11" fmla="*/ 48804 h 171450"/>
                <a:gd name="connsiteX12" fmla="*/ 79375 w 180975"/>
                <a:gd name="connsiteY12" fmla="*/ 37180 h 171450"/>
                <a:gd name="connsiteX13" fmla="*/ 88438 w 180975"/>
                <a:gd name="connsiteY13" fmla="*/ 36591 h 171450"/>
                <a:gd name="connsiteX14" fmla="*/ 123825 w 180975"/>
                <a:gd name="connsiteY14" fmla="*/ 35704 h 171450"/>
                <a:gd name="connsiteX15" fmla="*/ 139817 w 180975"/>
                <a:gd name="connsiteY15" fmla="*/ 9535 h 171450"/>
                <a:gd name="connsiteX16" fmla="*/ 168980 w 180975"/>
                <a:gd name="connsiteY16" fmla="*/ 19099 h 171450"/>
                <a:gd name="connsiteX17" fmla="*/ 171450 w 180975"/>
                <a:gd name="connsiteY17" fmla="*/ 22606 h 171450"/>
                <a:gd name="connsiteX18" fmla="*/ 168275 w 180975"/>
                <a:gd name="connsiteY18" fmla="*/ 30614 h 171450"/>
                <a:gd name="connsiteX19" fmla="*/ 139700 w 180975"/>
                <a:gd name="connsiteY19" fmla="*/ 29257 h 171450"/>
                <a:gd name="connsiteX20" fmla="*/ 130295 w 180975"/>
                <a:gd name="connsiteY20" fmla="*/ 19336 h 171450"/>
                <a:gd name="connsiteX21" fmla="*/ 139817 w 180975"/>
                <a:gd name="connsiteY21" fmla="*/ 9535 h 171450"/>
                <a:gd name="connsiteX22" fmla="*/ 107949 w 180975"/>
                <a:gd name="connsiteY22" fmla="*/ 9533 h 171450"/>
                <a:gd name="connsiteX23" fmla="*/ 117474 w 180975"/>
                <a:gd name="connsiteY23" fmla="*/ 19334 h 171450"/>
                <a:gd name="connsiteX24" fmla="*/ 108069 w 180975"/>
                <a:gd name="connsiteY24" fmla="*/ 29255 h 171450"/>
                <a:gd name="connsiteX25" fmla="*/ 79374 w 180975"/>
                <a:gd name="connsiteY25" fmla="*/ 30614 h 171450"/>
                <a:gd name="connsiteX26" fmla="*/ 76199 w 180975"/>
                <a:gd name="connsiteY26" fmla="*/ 22606 h 171450"/>
                <a:gd name="connsiteX27" fmla="*/ 78607 w 180975"/>
                <a:gd name="connsiteY27" fmla="*/ 19194 h 171450"/>
                <a:gd name="connsiteX28" fmla="*/ 107949 w 180975"/>
                <a:gd name="connsiteY28" fmla="*/ 9533 h 171450"/>
                <a:gd name="connsiteX29" fmla="*/ 9525 w 180975"/>
                <a:gd name="connsiteY29" fmla="*/ 0 h 171450"/>
                <a:gd name="connsiteX30" fmla="*/ 31205 w 180975"/>
                <a:gd name="connsiteY30" fmla="*/ 6729 h 171450"/>
                <a:gd name="connsiteX31" fmla="*/ 39437 w 180975"/>
                <a:gd name="connsiteY31" fmla="*/ 27896 h 171450"/>
                <a:gd name="connsiteX32" fmla="*/ 44879 w 180975"/>
                <a:gd name="connsiteY32" fmla="*/ 104097 h 171450"/>
                <a:gd name="connsiteX33" fmla="*/ 47087 w 180975"/>
                <a:gd name="connsiteY33" fmla="*/ 121092 h 171450"/>
                <a:gd name="connsiteX34" fmla="*/ 50371 w 180975"/>
                <a:gd name="connsiteY34" fmla="*/ 129083 h 171450"/>
                <a:gd name="connsiteX35" fmla="*/ 53818 w 180975"/>
                <a:gd name="connsiteY35" fmla="*/ 131619 h 171450"/>
                <a:gd name="connsiteX36" fmla="*/ 71438 w 180975"/>
                <a:gd name="connsiteY36" fmla="*/ 123825 h 171450"/>
                <a:gd name="connsiteX37" fmla="*/ 90489 w 180975"/>
                <a:gd name="connsiteY37" fmla="*/ 133350 h 171450"/>
                <a:gd name="connsiteX38" fmla="*/ 138111 w 180975"/>
                <a:gd name="connsiteY38" fmla="*/ 133350 h 171450"/>
                <a:gd name="connsiteX39" fmla="*/ 157163 w 180975"/>
                <a:gd name="connsiteY39" fmla="*/ 123825 h 171450"/>
                <a:gd name="connsiteX40" fmla="*/ 180975 w 180975"/>
                <a:gd name="connsiteY40" fmla="*/ 147638 h 171450"/>
                <a:gd name="connsiteX41" fmla="*/ 157163 w 180975"/>
                <a:gd name="connsiteY41" fmla="*/ 171450 h 171450"/>
                <a:gd name="connsiteX42" fmla="*/ 133826 w 180975"/>
                <a:gd name="connsiteY42" fmla="*/ 152400 h 171450"/>
                <a:gd name="connsiteX43" fmla="*/ 94774 w 180975"/>
                <a:gd name="connsiteY43" fmla="*/ 152400 h 171450"/>
                <a:gd name="connsiteX44" fmla="*/ 71438 w 180975"/>
                <a:gd name="connsiteY44" fmla="*/ 171450 h 171450"/>
                <a:gd name="connsiteX45" fmla="*/ 47712 w 180975"/>
                <a:gd name="connsiteY45" fmla="*/ 149689 h 171450"/>
                <a:gd name="connsiteX46" fmla="*/ 35417 w 180975"/>
                <a:gd name="connsiteY46" fmla="*/ 140885 h 171450"/>
                <a:gd name="connsiteX47" fmla="*/ 28547 w 180975"/>
                <a:gd name="connsiteY47" fmla="*/ 125472 h 171450"/>
                <a:gd name="connsiteX48" fmla="*/ 25878 w 180975"/>
                <a:gd name="connsiteY48" fmla="*/ 105453 h 171450"/>
                <a:gd name="connsiteX49" fmla="*/ 20435 w 180975"/>
                <a:gd name="connsiteY49" fmla="*/ 29254 h 171450"/>
                <a:gd name="connsiteX50" fmla="*/ 18206 w 180975"/>
                <a:gd name="connsiteY50" fmla="*/ 20655 h 171450"/>
                <a:gd name="connsiteX51" fmla="*/ 9525 w 180975"/>
                <a:gd name="connsiteY51" fmla="*/ 19050 h 171450"/>
                <a:gd name="connsiteX52" fmla="*/ 0 w 180975"/>
                <a:gd name="connsiteY52" fmla="*/ 9525 h 171450"/>
                <a:gd name="connsiteX53" fmla="*/ 9525 w 180975"/>
                <a:gd name="connsiteY5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80975" h="171450">
                  <a:moveTo>
                    <a:pt x="123825" y="35704"/>
                  </a:moveTo>
                  <a:cubicBezTo>
                    <a:pt x="139552" y="35704"/>
                    <a:pt x="150950" y="35704"/>
                    <a:pt x="159212" y="36591"/>
                  </a:cubicBezTo>
                  <a:cubicBezTo>
                    <a:pt x="162443" y="36769"/>
                    <a:pt x="165461" y="36967"/>
                    <a:pt x="168275" y="37180"/>
                  </a:cubicBezTo>
                  <a:cubicBezTo>
                    <a:pt x="178614" y="37960"/>
                    <a:pt x="180975" y="38979"/>
                    <a:pt x="180717" y="48804"/>
                  </a:cubicBezTo>
                  <a:cubicBezTo>
                    <a:pt x="180975" y="54937"/>
                    <a:pt x="180975" y="63196"/>
                    <a:pt x="180975" y="75002"/>
                  </a:cubicBezTo>
                  <a:lnTo>
                    <a:pt x="180974" y="75218"/>
                  </a:lnTo>
                  <a:lnTo>
                    <a:pt x="180975" y="78276"/>
                  </a:lnTo>
                  <a:cubicBezTo>
                    <a:pt x="180975" y="106785"/>
                    <a:pt x="180975" y="114299"/>
                    <a:pt x="123825" y="114299"/>
                  </a:cubicBezTo>
                  <a:cubicBezTo>
                    <a:pt x="66675" y="114299"/>
                    <a:pt x="66675" y="106785"/>
                    <a:pt x="66675" y="78276"/>
                  </a:cubicBezTo>
                  <a:lnTo>
                    <a:pt x="66676" y="75218"/>
                  </a:lnTo>
                  <a:lnTo>
                    <a:pt x="66675" y="75002"/>
                  </a:lnTo>
                  <a:cubicBezTo>
                    <a:pt x="66675" y="63196"/>
                    <a:pt x="66675" y="54937"/>
                    <a:pt x="66933" y="48804"/>
                  </a:cubicBezTo>
                  <a:cubicBezTo>
                    <a:pt x="66933" y="38979"/>
                    <a:pt x="69036" y="37960"/>
                    <a:pt x="79375" y="37180"/>
                  </a:cubicBezTo>
                  <a:cubicBezTo>
                    <a:pt x="82190" y="36967"/>
                    <a:pt x="85207" y="36769"/>
                    <a:pt x="88438" y="36591"/>
                  </a:cubicBezTo>
                  <a:cubicBezTo>
                    <a:pt x="96700" y="35704"/>
                    <a:pt x="108098" y="35704"/>
                    <a:pt x="123825" y="35704"/>
                  </a:cubicBezTo>
                  <a:close/>
                  <a:moveTo>
                    <a:pt x="139817" y="9535"/>
                  </a:moveTo>
                  <a:cubicBezTo>
                    <a:pt x="162482" y="9697"/>
                    <a:pt x="163282" y="10854"/>
                    <a:pt x="168980" y="19099"/>
                  </a:cubicBezTo>
                  <a:cubicBezTo>
                    <a:pt x="169705" y="20149"/>
                    <a:pt x="170510" y="21314"/>
                    <a:pt x="171450" y="22606"/>
                  </a:cubicBezTo>
                  <a:cubicBezTo>
                    <a:pt x="176286" y="29257"/>
                    <a:pt x="174624" y="31086"/>
                    <a:pt x="168275" y="30614"/>
                  </a:cubicBezTo>
                  <a:cubicBezTo>
                    <a:pt x="159613" y="29969"/>
                    <a:pt x="152295" y="29464"/>
                    <a:pt x="139700" y="29257"/>
                  </a:cubicBezTo>
                  <a:cubicBezTo>
                    <a:pt x="130353" y="29104"/>
                    <a:pt x="130295" y="29103"/>
                    <a:pt x="130295" y="19336"/>
                  </a:cubicBezTo>
                  <a:cubicBezTo>
                    <a:pt x="130295" y="9605"/>
                    <a:pt x="130356" y="9467"/>
                    <a:pt x="139817" y="9535"/>
                  </a:cubicBezTo>
                  <a:close/>
                  <a:moveTo>
                    <a:pt x="107949" y="9533"/>
                  </a:moveTo>
                  <a:cubicBezTo>
                    <a:pt x="117412" y="9466"/>
                    <a:pt x="117474" y="9601"/>
                    <a:pt x="117474" y="19334"/>
                  </a:cubicBezTo>
                  <a:cubicBezTo>
                    <a:pt x="117474" y="29101"/>
                    <a:pt x="117416" y="29102"/>
                    <a:pt x="108069" y="29255"/>
                  </a:cubicBezTo>
                  <a:cubicBezTo>
                    <a:pt x="95474" y="29462"/>
                    <a:pt x="88036" y="29969"/>
                    <a:pt x="79374" y="30614"/>
                  </a:cubicBezTo>
                  <a:cubicBezTo>
                    <a:pt x="73024" y="31086"/>
                    <a:pt x="71363" y="29257"/>
                    <a:pt x="76199" y="22606"/>
                  </a:cubicBezTo>
                  <a:cubicBezTo>
                    <a:pt x="77110" y="21353"/>
                    <a:pt x="77897" y="20219"/>
                    <a:pt x="78607" y="19194"/>
                  </a:cubicBezTo>
                  <a:cubicBezTo>
                    <a:pt x="84388" y="10859"/>
                    <a:pt x="85195" y="9695"/>
                    <a:pt x="107949" y="9533"/>
                  </a:cubicBezTo>
                  <a:close/>
                  <a:moveTo>
                    <a:pt x="9525" y="0"/>
                  </a:moveTo>
                  <a:cubicBezTo>
                    <a:pt x="17302" y="0"/>
                    <a:pt x="25280" y="1199"/>
                    <a:pt x="31205" y="6729"/>
                  </a:cubicBezTo>
                  <a:cubicBezTo>
                    <a:pt x="37123" y="12252"/>
                    <a:pt x="38882" y="20129"/>
                    <a:pt x="39437" y="27896"/>
                  </a:cubicBezTo>
                  <a:lnTo>
                    <a:pt x="44879" y="104097"/>
                  </a:lnTo>
                  <a:cubicBezTo>
                    <a:pt x="45399" y="111368"/>
                    <a:pt x="46089" y="116871"/>
                    <a:pt x="47087" y="121092"/>
                  </a:cubicBezTo>
                  <a:cubicBezTo>
                    <a:pt x="48083" y="125309"/>
                    <a:pt x="49257" y="127671"/>
                    <a:pt x="50371" y="129083"/>
                  </a:cubicBezTo>
                  <a:cubicBezTo>
                    <a:pt x="51091" y="129995"/>
                    <a:pt x="52087" y="130888"/>
                    <a:pt x="53818" y="131619"/>
                  </a:cubicBezTo>
                  <a:cubicBezTo>
                    <a:pt x="58174" y="126831"/>
                    <a:pt x="64455" y="123825"/>
                    <a:pt x="71438" y="123825"/>
                  </a:cubicBezTo>
                  <a:cubicBezTo>
                    <a:pt x="79228" y="123825"/>
                    <a:pt x="86145" y="127566"/>
                    <a:pt x="90489" y="133350"/>
                  </a:cubicBezTo>
                  <a:lnTo>
                    <a:pt x="138111" y="133350"/>
                  </a:lnTo>
                  <a:cubicBezTo>
                    <a:pt x="142455" y="127566"/>
                    <a:pt x="149372" y="123825"/>
                    <a:pt x="157163" y="123825"/>
                  </a:cubicBezTo>
                  <a:cubicBezTo>
                    <a:pt x="170314" y="123825"/>
                    <a:pt x="180975" y="134486"/>
                    <a:pt x="180975" y="147638"/>
                  </a:cubicBezTo>
                  <a:cubicBezTo>
                    <a:pt x="180975" y="160789"/>
                    <a:pt x="170314" y="171450"/>
                    <a:pt x="157163" y="171450"/>
                  </a:cubicBezTo>
                  <a:cubicBezTo>
                    <a:pt x="145642" y="171450"/>
                    <a:pt x="136032" y="163269"/>
                    <a:pt x="133826" y="152400"/>
                  </a:cubicBezTo>
                  <a:lnTo>
                    <a:pt x="94774" y="152400"/>
                  </a:lnTo>
                  <a:cubicBezTo>
                    <a:pt x="92567" y="163269"/>
                    <a:pt x="82958" y="171450"/>
                    <a:pt x="71438" y="171450"/>
                  </a:cubicBezTo>
                  <a:cubicBezTo>
                    <a:pt x="58977" y="171450"/>
                    <a:pt x="48752" y="161880"/>
                    <a:pt x="47712" y="149689"/>
                  </a:cubicBezTo>
                  <a:cubicBezTo>
                    <a:pt x="42980" y="147943"/>
                    <a:pt x="38802" y="145173"/>
                    <a:pt x="35417" y="140885"/>
                  </a:cubicBezTo>
                  <a:cubicBezTo>
                    <a:pt x="31950" y="136492"/>
                    <a:pt x="29897" y="131189"/>
                    <a:pt x="28547" y="125472"/>
                  </a:cubicBezTo>
                  <a:cubicBezTo>
                    <a:pt x="27197" y="119760"/>
                    <a:pt x="26421" y="113061"/>
                    <a:pt x="25878" y="105453"/>
                  </a:cubicBezTo>
                  <a:lnTo>
                    <a:pt x="20435" y="29254"/>
                  </a:lnTo>
                  <a:cubicBezTo>
                    <a:pt x="19969" y="22733"/>
                    <a:pt x="18667" y="21085"/>
                    <a:pt x="18206" y="20655"/>
                  </a:cubicBezTo>
                  <a:cubicBezTo>
                    <a:pt x="17752" y="20231"/>
                    <a:pt x="16035" y="19050"/>
                    <a:pt x="9525" y="19050"/>
                  </a:cubicBezTo>
                  <a:cubicBezTo>
                    <a:pt x="4265" y="19050"/>
                    <a:pt x="0" y="14786"/>
                    <a:pt x="0" y="9525"/>
                  </a:cubicBezTo>
                  <a:cubicBezTo>
                    <a:pt x="0" y="4265"/>
                    <a:pt x="4264" y="0"/>
                    <a:pt x="9525" y="0"/>
                  </a:cubicBezTo>
                  <a:close/>
                </a:path>
              </a:pathLst>
            </a:custGeom>
            <a:solidFill>
              <a:schemeClr val="bg1"/>
            </a:solidFill>
            <a:ln w="9525" cap="flat">
              <a:noFill/>
              <a:prstDash val="solid"/>
              <a:miter/>
            </a:ln>
          </p:spPr>
          <p:txBody>
            <a:bodyPr rtlCol="0" anchor="ctr"/>
            <a:lstStyle/>
            <a:p>
              <a:endParaRPr lang="ru-RU"/>
            </a:p>
          </p:txBody>
        </p:sp>
      </p:grpSp>
      <p:grpSp>
        <p:nvGrpSpPr>
          <p:cNvPr id="148" name="Группа 147">
            <a:extLst>
              <a:ext uri="{FF2B5EF4-FFF2-40B4-BE49-F238E27FC236}">
                <a16:creationId xmlns:a16="http://schemas.microsoft.com/office/drawing/2014/main" id="{DCD28724-F84C-0EC8-2B6D-DA937D3BC257}"/>
              </a:ext>
            </a:extLst>
          </p:cNvPr>
          <p:cNvGrpSpPr/>
          <p:nvPr/>
        </p:nvGrpSpPr>
        <p:grpSpPr>
          <a:xfrm>
            <a:off x="4136342" y="4069862"/>
            <a:ext cx="1561873" cy="324000"/>
            <a:chOff x="3076487" y="4069862"/>
            <a:chExt cx="1561873" cy="324000"/>
          </a:xfrm>
        </p:grpSpPr>
        <p:sp>
          <p:nvSpPr>
            <p:cNvPr id="56" name="Прямоугольник: скругленные углы 55">
              <a:extLst>
                <a:ext uri="{FF2B5EF4-FFF2-40B4-BE49-F238E27FC236}">
                  <a16:creationId xmlns:a16="http://schemas.microsoft.com/office/drawing/2014/main" id="{3F4E8FF6-1D15-105E-ED3D-2E06F9193A02}"/>
                </a:ext>
              </a:extLst>
            </p:cNvPr>
            <p:cNvSpPr/>
            <p:nvPr/>
          </p:nvSpPr>
          <p:spPr>
            <a:xfrm>
              <a:off x="3076487" y="4069862"/>
              <a:ext cx="1561873" cy="324000"/>
            </a:xfrm>
            <a:prstGeom prst="roundRect">
              <a:avLst>
                <a:gd name="adj" fmla="val 2803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ОТМЕНА</a:t>
              </a:r>
            </a:p>
          </p:txBody>
        </p:sp>
        <p:sp>
          <p:nvSpPr>
            <p:cNvPr id="63" name="Рисунок 6">
              <a:extLst>
                <a:ext uri="{FF2B5EF4-FFF2-40B4-BE49-F238E27FC236}">
                  <a16:creationId xmlns:a16="http://schemas.microsoft.com/office/drawing/2014/main" id="{DF894C9B-6DDA-7923-9A4C-FD6E66BBFA0B}"/>
                </a:ext>
              </a:extLst>
            </p:cNvPr>
            <p:cNvSpPr/>
            <p:nvPr/>
          </p:nvSpPr>
          <p:spPr>
            <a:xfrm>
              <a:off x="3185172" y="4148126"/>
              <a:ext cx="163898" cy="163898"/>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116473 w 171450"/>
                <a:gd name="connsiteY5" fmla="*/ 136678 h 171450"/>
                <a:gd name="connsiteX6" fmla="*/ 34772 w 171450"/>
                <a:gd name="connsiteY6" fmla="*/ 54977 h 171450"/>
                <a:gd name="connsiteX7" fmla="*/ 28575 w 171450"/>
                <a:gd name="connsiteY7" fmla="*/ 85725 h 171450"/>
                <a:gd name="connsiteX8" fmla="*/ 43122 w 171450"/>
                <a:gd name="connsiteY8" fmla="*/ 128328 h 171450"/>
                <a:gd name="connsiteX9" fmla="*/ 85725 w 171450"/>
                <a:gd name="connsiteY9" fmla="*/ 142875 h 171450"/>
                <a:gd name="connsiteX10" fmla="*/ 116473 w 171450"/>
                <a:gd name="connsiteY10" fmla="*/ 136678 h 171450"/>
                <a:gd name="connsiteX11" fmla="*/ 136678 w 171450"/>
                <a:gd name="connsiteY11" fmla="*/ 116473 h 171450"/>
                <a:gd name="connsiteX12" fmla="*/ 142875 w 171450"/>
                <a:gd name="connsiteY12" fmla="*/ 85725 h 171450"/>
                <a:gd name="connsiteX13" fmla="*/ 128328 w 171450"/>
                <a:gd name="connsiteY13" fmla="*/ 43122 h 171450"/>
                <a:gd name="connsiteX14" fmla="*/ 85725 w 171450"/>
                <a:gd name="connsiteY14" fmla="*/ 28575 h 171450"/>
                <a:gd name="connsiteX15" fmla="*/ 54977 w 171450"/>
                <a:gd name="connsiteY15" fmla="*/ 34772 h 171450"/>
                <a:gd name="connsiteX16" fmla="*/ 136678 w 171450"/>
                <a:gd name="connsiteY16" fmla="*/ 11647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116473" y="136678"/>
                  </a:moveTo>
                  <a:lnTo>
                    <a:pt x="34772" y="54977"/>
                  </a:lnTo>
                  <a:cubicBezTo>
                    <a:pt x="30968" y="62777"/>
                    <a:pt x="28575" y="72872"/>
                    <a:pt x="28575" y="85725"/>
                  </a:cubicBezTo>
                  <a:cubicBezTo>
                    <a:pt x="28575" y="106450"/>
                    <a:pt x="34796" y="120003"/>
                    <a:pt x="43122" y="128328"/>
                  </a:cubicBezTo>
                  <a:cubicBezTo>
                    <a:pt x="51448" y="136653"/>
                    <a:pt x="65000" y="142875"/>
                    <a:pt x="85725" y="142875"/>
                  </a:cubicBezTo>
                  <a:cubicBezTo>
                    <a:pt x="98578" y="142875"/>
                    <a:pt x="108673" y="140482"/>
                    <a:pt x="116473" y="136678"/>
                  </a:cubicBezTo>
                  <a:close/>
                  <a:moveTo>
                    <a:pt x="136678" y="116473"/>
                  </a:moveTo>
                  <a:cubicBezTo>
                    <a:pt x="140482" y="108673"/>
                    <a:pt x="142875" y="98578"/>
                    <a:pt x="142875" y="85725"/>
                  </a:cubicBezTo>
                  <a:cubicBezTo>
                    <a:pt x="142875" y="65000"/>
                    <a:pt x="136653" y="51448"/>
                    <a:pt x="128328" y="43122"/>
                  </a:cubicBezTo>
                  <a:cubicBezTo>
                    <a:pt x="120003" y="34796"/>
                    <a:pt x="106450" y="28575"/>
                    <a:pt x="85725" y="28575"/>
                  </a:cubicBezTo>
                  <a:cubicBezTo>
                    <a:pt x="72872" y="28575"/>
                    <a:pt x="62777" y="30968"/>
                    <a:pt x="54977" y="34772"/>
                  </a:cubicBezTo>
                  <a:lnTo>
                    <a:pt x="136678" y="116473"/>
                  </a:lnTo>
                  <a:close/>
                </a:path>
              </a:pathLst>
            </a:custGeom>
            <a:solidFill>
              <a:schemeClr val="bg1"/>
            </a:solidFill>
            <a:ln w="9525" cap="flat">
              <a:noFill/>
              <a:prstDash val="solid"/>
              <a:miter/>
            </a:ln>
          </p:spPr>
          <p:txBody>
            <a:bodyPr rtlCol="0" anchor="ctr"/>
            <a:lstStyle/>
            <a:p>
              <a:endParaRPr lang="ru-RU"/>
            </a:p>
          </p:txBody>
        </p:sp>
      </p:grpSp>
      <p:sp>
        <p:nvSpPr>
          <p:cNvPr id="51" name="Прямоугольник: скругленные углы 50">
            <a:extLst>
              <a:ext uri="{FF2B5EF4-FFF2-40B4-BE49-F238E27FC236}">
                <a16:creationId xmlns:a16="http://schemas.microsoft.com/office/drawing/2014/main" id="{529A72C5-A750-3F0D-F9E4-D34A59C631E8}"/>
              </a:ext>
            </a:extLst>
          </p:cNvPr>
          <p:cNvSpPr/>
          <p:nvPr/>
        </p:nvSpPr>
        <p:spPr>
          <a:xfrm>
            <a:off x="4136343" y="4793599"/>
            <a:ext cx="868474" cy="21600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dirty="0"/>
              <a:t>ОТМЕНА</a:t>
            </a:r>
          </a:p>
        </p:txBody>
      </p:sp>
      <p:grpSp>
        <p:nvGrpSpPr>
          <p:cNvPr id="65" name="Группа 64">
            <a:extLst>
              <a:ext uri="{FF2B5EF4-FFF2-40B4-BE49-F238E27FC236}">
                <a16:creationId xmlns:a16="http://schemas.microsoft.com/office/drawing/2014/main" id="{6B702D5C-836C-F426-9444-3E21999D488C}"/>
              </a:ext>
            </a:extLst>
          </p:cNvPr>
          <p:cNvGrpSpPr/>
          <p:nvPr/>
        </p:nvGrpSpPr>
        <p:grpSpPr>
          <a:xfrm>
            <a:off x="4136342" y="4467731"/>
            <a:ext cx="1196113" cy="252000"/>
            <a:chOff x="3642586" y="4520088"/>
            <a:chExt cx="1196113" cy="252000"/>
          </a:xfrm>
        </p:grpSpPr>
        <p:sp>
          <p:nvSpPr>
            <p:cNvPr id="54" name="Прямоугольник: скругленные углы 53">
              <a:extLst>
                <a:ext uri="{FF2B5EF4-FFF2-40B4-BE49-F238E27FC236}">
                  <a16:creationId xmlns:a16="http://schemas.microsoft.com/office/drawing/2014/main" id="{620ED2EB-C865-DEB9-9EF7-F71F3CBD0353}"/>
                </a:ext>
              </a:extLst>
            </p:cNvPr>
            <p:cNvSpPr/>
            <p:nvPr/>
          </p:nvSpPr>
          <p:spPr>
            <a:xfrm>
              <a:off x="3642586" y="4520088"/>
              <a:ext cx="1196113" cy="252000"/>
            </a:xfrm>
            <a:prstGeom prst="roundRect">
              <a:avLst>
                <a:gd name="adj" fmla="val 2943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ОТМЕНА</a:t>
              </a:r>
            </a:p>
          </p:txBody>
        </p:sp>
        <p:sp>
          <p:nvSpPr>
            <p:cNvPr id="64" name="Рисунок 6">
              <a:extLst>
                <a:ext uri="{FF2B5EF4-FFF2-40B4-BE49-F238E27FC236}">
                  <a16:creationId xmlns:a16="http://schemas.microsoft.com/office/drawing/2014/main" id="{D11A4DAF-5DC9-E2C1-2512-B57D5B551542}"/>
                </a:ext>
              </a:extLst>
            </p:cNvPr>
            <p:cNvSpPr/>
            <p:nvPr/>
          </p:nvSpPr>
          <p:spPr>
            <a:xfrm>
              <a:off x="3746509" y="4572718"/>
              <a:ext cx="132036" cy="132036"/>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116473 w 171450"/>
                <a:gd name="connsiteY5" fmla="*/ 136678 h 171450"/>
                <a:gd name="connsiteX6" fmla="*/ 34772 w 171450"/>
                <a:gd name="connsiteY6" fmla="*/ 54977 h 171450"/>
                <a:gd name="connsiteX7" fmla="*/ 28575 w 171450"/>
                <a:gd name="connsiteY7" fmla="*/ 85725 h 171450"/>
                <a:gd name="connsiteX8" fmla="*/ 43122 w 171450"/>
                <a:gd name="connsiteY8" fmla="*/ 128328 h 171450"/>
                <a:gd name="connsiteX9" fmla="*/ 85725 w 171450"/>
                <a:gd name="connsiteY9" fmla="*/ 142875 h 171450"/>
                <a:gd name="connsiteX10" fmla="*/ 116473 w 171450"/>
                <a:gd name="connsiteY10" fmla="*/ 136678 h 171450"/>
                <a:gd name="connsiteX11" fmla="*/ 136678 w 171450"/>
                <a:gd name="connsiteY11" fmla="*/ 116473 h 171450"/>
                <a:gd name="connsiteX12" fmla="*/ 142875 w 171450"/>
                <a:gd name="connsiteY12" fmla="*/ 85725 h 171450"/>
                <a:gd name="connsiteX13" fmla="*/ 128328 w 171450"/>
                <a:gd name="connsiteY13" fmla="*/ 43122 h 171450"/>
                <a:gd name="connsiteX14" fmla="*/ 85725 w 171450"/>
                <a:gd name="connsiteY14" fmla="*/ 28575 h 171450"/>
                <a:gd name="connsiteX15" fmla="*/ 54977 w 171450"/>
                <a:gd name="connsiteY15" fmla="*/ 34772 h 171450"/>
                <a:gd name="connsiteX16" fmla="*/ 136678 w 171450"/>
                <a:gd name="connsiteY16" fmla="*/ 11647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116473" y="136678"/>
                  </a:moveTo>
                  <a:lnTo>
                    <a:pt x="34772" y="54977"/>
                  </a:lnTo>
                  <a:cubicBezTo>
                    <a:pt x="30968" y="62777"/>
                    <a:pt x="28575" y="72872"/>
                    <a:pt x="28575" y="85725"/>
                  </a:cubicBezTo>
                  <a:cubicBezTo>
                    <a:pt x="28575" y="106450"/>
                    <a:pt x="34796" y="120003"/>
                    <a:pt x="43122" y="128328"/>
                  </a:cubicBezTo>
                  <a:cubicBezTo>
                    <a:pt x="51448" y="136653"/>
                    <a:pt x="65000" y="142875"/>
                    <a:pt x="85725" y="142875"/>
                  </a:cubicBezTo>
                  <a:cubicBezTo>
                    <a:pt x="98578" y="142875"/>
                    <a:pt x="108673" y="140482"/>
                    <a:pt x="116473" y="136678"/>
                  </a:cubicBezTo>
                  <a:close/>
                  <a:moveTo>
                    <a:pt x="136678" y="116473"/>
                  </a:moveTo>
                  <a:cubicBezTo>
                    <a:pt x="140482" y="108673"/>
                    <a:pt x="142875" y="98578"/>
                    <a:pt x="142875" y="85725"/>
                  </a:cubicBezTo>
                  <a:cubicBezTo>
                    <a:pt x="142875" y="65000"/>
                    <a:pt x="136653" y="51448"/>
                    <a:pt x="128328" y="43122"/>
                  </a:cubicBezTo>
                  <a:cubicBezTo>
                    <a:pt x="120003" y="34796"/>
                    <a:pt x="106450" y="28575"/>
                    <a:pt x="85725" y="28575"/>
                  </a:cubicBezTo>
                  <a:cubicBezTo>
                    <a:pt x="72872" y="28575"/>
                    <a:pt x="62777" y="30968"/>
                    <a:pt x="54977" y="34772"/>
                  </a:cubicBezTo>
                  <a:lnTo>
                    <a:pt x="136678" y="116473"/>
                  </a:lnTo>
                  <a:close/>
                </a:path>
              </a:pathLst>
            </a:custGeom>
            <a:solidFill>
              <a:schemeClr val="bg1"/>
            </a:solidFill>
            <a:ln w="9525" cap="flat">
              <a:noFill/>
              <a:prstDash val="solid"/>
              <a:miter/>
            </a:ln>
          </p:spPr>
          <p:txBody>
            <a:bodyPr rtlCol="0" anchor="ctr"/>
            <a:lstStyle/>
            <a:p>
              <a:endParaRPr lang="ru-RU"/>
            </a:p>
          </p:txBody>
        </p:sp>
      </p:grpSp>
      <p:grpSp>
        <p:nvGrpSpPr>
          <p:cNvPr id="141" name="Группа 140">
            <a:extLst>
              <a:ext uri="{FF2B5EF4-FFF2-40B4-BE49-F238E27FC236}">
                <a16:creationId xmlns:a16="http://schemas.microsoft.com/office/drawing/2014/main" id="{355E9D1D-F566-9EFD-5F7B-21680E5EC53B}"/>
              </a:ext>
            </a:extLst>
          </p:cNvPr>
          <p:cNvGrpSpPr/>
          <p:nvPr/>
        </p:nvGrpSpPr>
        <p:grpSpPr>
          <a:xfrm>
            <a:off x="3701474" y="4069862"/>
            <a:ext cx="324000" cy="324000"/>
            <a:chOff x="3443323" y="3737304"/>
            <a:chExt cx="324000" cy="324000"/>
          </a:xfrm>
        </p:grpSpPr>
        <p:sp>
          <p:nvSpPr>
            <p:cNvPr id="131" name="Прямоугольник: скругленные углы 130">
              <a:extLst>
                <a:ext uri="{FF2B5EF4-FFF2-40B4-BE49-F238E27FC236}">
                  <a16:creationId xmlns:a16="http://schemas.microsoft.com/office/drawing/2014/main" id="{2F2218C6-3D7E-D7FA-C0A1-3FA26B246059}"/>
                </a:ext>
              </a:extLst>
            </p:cNvPr>
            <p:cNvSpPr/>
            <p:nvPr/>
          </p:nvSpPr>
          <p:spPr>
            <a:xfrm>
              <a:off x="3443323" y="3737304"/>
              <a:ext cx="324000" cy="324000"/>
            </a:xfrm>
            <a:prstGeom prst="roundRect">
              <a:avLst>
                <a:gd name="adj" fmla="val 2803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137" name="Рисунок 6">
              <a:extLst>
                <a:ext uri="{FF2B5EF4-FFF2-40B4-BE49-F238E27FC236}">
                  <a16:creationId xmlns:a16="http://schemas.microsoft.com/office/drawing/2014/main" id="{2D3FA363-A558-F24C-958C-6FD6B3B6D068}"/>
                </a:ext>
              </a:extLst>
            </p:cNvPr>
            <p:cNvSpPr/>
            <p:nvPr/>
          </p:nvSpPr>
          <p:spPr>
            <a:xfrm>
              <a:off x="3523374" y="3817355"/>
              <a:ext cx="163898" cy="163898"/>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116473 w 171450"/>
                <a:gd name="connsiteY5" fmla="*/ 136678 h 171450"/>
                <a:gd name="connsiteX6" fmla="*/ 34772 w 171450"/>
                <a:gd name="connsiteY6" fmla="*/ 54977 h 171450"/>
                <a:gd name="connsiteX7" fmla="*/ 28575 w 171450"/>
                <a:gd name="connsiteY7" fmla="*/ 85725 h 171450"/>
                <a:gd name="connsiteX8" fmla="*/ 43122 w 171450"/>
                <a:gd name="connsiteY8" fmla="*/ 128328 h 171450"/>
                <a:gd name="connsiteX9" fmla="*/ 85725 w 171450"/>
                <a:gd name="connsiteY9" fmla="*/ 142875 h 171450"/>
                <a:gd name="connsiteX10" fmla="*/ 116473 w 171450"/>
                <a:gd name="connsiteY10" fmla="*/ 136678 h 171450"/>
                <a:gd name="connsiteX11" fmla="*/ 136678 w 171450"/>
                <a:gd name="connsiteY11" fmla="*/ 116473 h 171450"/>
                <a:gd name="connsiteX12" fmla="*/ 142875 w 171450"/>
                <a:gd name="connsiteY12" fmla="*/ 85725 h 171450"/>
                <a:gd name="connsiteX13" fmla="*/ 128328 w 171450"/>
                <a:gd name="connsiteY13" fmla="*/ 43122 h 171450"/>
                <a:gd name="connsiteX14" fmla="*/ 85725 w 171450"/>
                <a:gd name="connsiteY14" fmla="*/ 28575 h 171450"/>
                <a:gd name="connsiteX15" fmla="*/ 54977 w 171450"/>
                <a:gd name="connsiteY15" fmla="*/ 34772 h 171450"/>
                <a:gd name="connsiteX16" fmla="*/ 136678 w 171450"/>
                <a:gd name="connsiteY16" fmla="*/ 11647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116473" y="136678"/>
                  </a:moveTo>
                  <a:lnTo>
                    <a:pt x="34772" y="54977"/>
                  </a:lnTo>
                  <a:cubicBezTo>
                    <a:pt x="30968" y="62777"/>
                    <a:pt x="28575" y="72872"/>
                    <a:pt x="28575" y="85725"/>
                  </a:cubicBezTo>
                  <a:cubicBezTo>
                    <a:pt x="28575" y="106450"/>
                    <a:pt x="34796" y="120003"/>
                    <a:pt x="43122" y="128328"/>
                  </a:cubicBezTo>
                  <a:cubicBezTo>
                    <a:pt x="51448" y="136653"/>
                    <a:pt x="65000" y="142875"/>
                    <a:pt x="85725" y="142875"/>
                  </a:cubicBezTo>
                  <a:cubicBezTo>
                    <a:pt x="98578" y="142875"/>
                    <a:pt x="108673" y="140482"/>
                    <a:pt x="116473" y="136678"/>
                  </a:cubicBezTo>
                  <a:close/>
                  <a:moveTo>
                    <a:pt x="136678" y="116473"/>
                  </a:moveTo>
                  <a:cubicBezTo>
                    <a:pt x="140482" y="108673"/>
                    <a:pt x="142875" y="98578"/>
                    <a:pt x="142875" y="85725"/>
                  </a:cubicBezTo>
                  <a:cubicBezTo>
                    <a:pt x="142875" y="65000"/>
                    <a:pt x="136653" y="51448"/>
                    <a:pt x="128328" y="43122"/>
                  </a:cubicBezTo>
                  <a:cubicBezTo>
                    <a:pt x="120003" y="34796"/>
                    <a:pt x="106450" y="28575"/>
                    <a:pt x="85725" y="28575"/>
                  </a:cubicBezTo>
                  <a:cubicBezTo>
                    <a:pt x="72872" y="28575"/>
                    <a:pt x="62777" y="30968"/>
                    <a:pt x="54977" y="34772"/>
                  </a:cubicBezTo>
                  <a:lnTo>
                    <a:pt x="136678" y="116473"/>
                  </a:lnTo>
                  <a:close/>
                </a:path>
              </a:pathLst>
            </a:custGeom>
            <a:solidFill>
              <a:schemeClr val="bg1"/>
            </a:solidFill>
            <a:ln w="9525" cap="flat">
              <a:noFill/>
              <a:prstDash val="solid"/>
              <a:miter/>
            </a:ln>
          </p:spPr>
          <p:txBody>
            <a:bodyPr rtlCol="0" anchor="ctr"/>
            <a:lstStyle/>
            <a:p>
              <a:endParaRPr lang="ru-RU"/>
            </a:p>
          </p:txBody>
        </p:sp>
      </p:grpSp>
      <p:sp>
        <p:nvSpPr>
          <p:cNvPr id="76" name="Прямоугольник: скругленные углы 75">
            <a:extLst>
              <a:ext uri="{FF2B5EF4-FFF2-40B4-BE49-F238E27FC236}">
                <a16:creationId xmlns:a16="http://schemas.microsoft.com/office/drawing/2014/main" id="{2C9A2FF3-1E7B-3250-6217-5A56968EDB8C}"/>
              </a:ext>
            </a:extLst>
          </p:cNvPr>
          <p:cNvSpPr/>
          <p:nvPr/>
        </p:nvSpPr>
        <p:spPr>
          <a:xfrm>
            <a:off x="6663534" y="4793599"/>
            <a:ext cx="1074169" cy="21600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ДОСТАВКА</a:t>
            </a:r>
          </a:p>
        </p:txBody>
      </p:sp>
      <p:grpSp>
        <p:nvGrpSpPr>
          <p:cNvPr id="145" name="Группа 144">
            <a:extLst>
              <a:ext uri="{FF2B5EF4-FFF2-40B4-BE49-F238E27FC236}">
                <a16:creationId xmlns:a16="http://schemas.microsoft.com/office/drawing/2014/main" id="{B578871D-6F22-148D-0E14-2013D8E5C288}"/>
              </a:ext>
            </a:extLst>
          </p:cNvPr>
          <p:cNvGrpSpPr/>
          <p:nvPr/>
        </p:nvGrpSpPr>
        <p:grpSpPr>
          <a:xfrm>
            <a:off x="6663534" y="4069862"/>
            <a:ext cx="1875095" cy="324000"/>
            <a:chOff x="5102616" y="4069862"/>
            <a:chExt cx="1875095" cy="324000"/>
          </a:xfrm>
        </p:grpSpPr>
        <p:sp>
          <p:nvSpPr>
            <p:cNvPr id="81" name="Прямоугольник: скругленные углы 80">
              <a:extLst>
                <a:ext uri="{FF2B5EF4-FFF2-40B4-BE49-F238E27FC236}">
                  <a16:creationId xmlns:a16="http://schemas.microsoft.com/office/drawing/2014/main" id="{E0881B50-474C-6ACE-ECAD-96DEA4BF074B}"/>
                </a:ext>
              </a:extLst>
            </p:cNvPr>
            <p:cNvSpPr/>
            <p:nvPr/>
          </p:nvSpPr>
          <p:spPr>
            <a:xfrm>
              <a:off x="5102616" y="4069862"/>
              <a:ext cx="1875095" cy="324000"/>
            </a:xfrm>
            <a:prstGeom prst="roundRect">
              <a:avLst>
                <a:gd name="adj" fmla="val 2803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ДОСТАВКА</a:t>
              </a:r>
            </a:p>
          </p:txBody>
        </p:sp>
        <p:sp>
          <p:nvSpPr>
            <p:cNvPr id="316" name="Рисунок 275">
              <a:extLst>
                <a:ext uri="{FF2B5EF4-FFF2-40B4-BE49-F238E27FC236}">
                  <a16:creationId xmlns:a16="http://schemas.microsoft.com/office/drawing/2014/main" id="{CAFFFB85-A24B-E5FE-226E-33E391F438F6}"/>
                </a:ext>
              </a:extLst>
            </p:cNvPr>
            <p:cNvSpPr/>
            <p:nvPr/>
          </p:nvSpPr>
          <p:spPr>
            <a:xfrm>
              <a:off x="5189191" y="4148519"/>
              <a:ext cx="204381" cy="163505"/>
            </a:xfrm>
            <a:custGeom>
              <a:avLst/>
              <a:gdLst>
                <a:gd name="connsiteX0" fmla="*/ 0 w 190500"/>
                <a:gd name="connsiteY0" fmla="*/ 95250 h 152400"/>
                <a:gd name="connsiteX1" fmla="*/ 0 w 190500"/>
                <a:gd name="connsiteY1" fmla="*/ 38100 h 152400"/>
                <a:gd name="connsiteX2" fmla="*/ 52388 w 190500"/>
                <a:gd name="connsiteY2" fmla="*/ 0 h 152400"/>
                <a:gd name="connsiteX3" fmla="*/ 133350 w 190500"/>
                <a:gd name="connsiteY3" fmla="*/ 19050 h 152400"/>
                <a:gd name="connsiteX4" fmla="*/ 123825 w 190500"/>
                <a:gd name="connsiteY4" fmla="*/ 29446 h 152400"/>
                <a:gd name="connsiteX5" fmla="*/ 111300 w 190500"/>
                <a:gd name="connsiteY5" fmla="*/ 35920 h 152400"/>
                <a:gd name="connsiteX6" fmla="*/ 104775 w 190500"/>
                <a:gd name="connsiteY6" fmla="*/ 56703 h 152400"/>
                <a:gd name="connsiteX7" fmla="*/ 104775 w 190500"/>
                <a:gd name="connsiteY7" fmla="*/ 80963 h 152400"/>
                <a:gd name="connsiteX8" fmla="*/ 109538 w 190500"/>
                <a:gd name="connsiteY8" fmla="*/ 85725 h 152400"/>
                <a:gd name="connsiteX9" fmla="*/ 114300 w 190500"/>
                <a:gd name="connsiteY9" fmla="*/ 80963 h 152400"/>
                <a:gd name="connsiteX10" fmla="*/ 114300 w 190500"/>
                <a:gd name="connsiteY10" fmla="*/ 57150 h 152400"/>
                <a:gd name="connsiteX11" fmla="*/ 133350 w 190500"/>
                <a:gd name="connsiteY11" fmla="*/ 38100 h 152400"/>
                <a:gd name="connsiteX12" fmla="*/ 152400 w 190500"/>
                <a:gd name="connsiteY12" fmla="*/ 38100 h 152400"/>
                <a:gd name="connsiteX13" fmla="*/ 176213 w 190500"/>
                <a:gd name="connsiteY13" fmla="*/ 57150 h 152400"/>
                <a:gd name="connsiteX14" fmla="*/ 190500 w 190500"/>
                <a:gd name="connsiteY14" fmla="*/ 85725 h 152400"/>
                <a:gd name="connsiteX15" fmla="*/ 190500 w 190500"/>
                <a:gd name="connsiteY15" fmla="*/ 123825 h 152400"/>
                <a:gd name="connsiteX16" fmla="*/ 179376 w 190500"/>
                <a:gd name="connsiteY16" fmla="*/ 133274 h 152400"/>
                <a:gd name="connsiteX17" fmla="*/ 152400 w 190500"/>
                <a:gd name="connsiteY17" fmla="*/ 152400 h 152400"/>
                <a:gd name="connsiteX18" fmla="*/ 125451 w 190500"/>
                <a:gd name="connsiteY18" fmla="*/ 133350 h 152400"/>
                <a:gd name="connsiteX19" fmla="*/ 74574 w 190500"/>
                <a:gd name="connsiteY19" fmla="*/ 133350 h 152400"/>
                <a:gd name="connsiteX20" fmla="*/ 47625 w 190500"/>
                <a:gd name="connsiteY20" fmla="*/ 152400 h 152400"/>
                <a:gd name="connsiteX21" fmla="*/ 20655 w 190500"/>
                <a:gd name="connsiteY21" fmla="*/ 133290 h 152400"/>
                <a:gd name="connsiteX22" fmla="*/ 0 w 190500"/>
                <a:gd name="connsiteY22" fmla="*/ 95250 h 152400"/>
                <a:gd name="connsiteX23" fmla="*/ 38100 w 190500"/>
                <a:gd name="connsiteY23" fmla="*/ 123825 h 152400"/>
                <a:gd name="connsiteX24" fmla="*/ 47625 w 190500"/>
                <a:gd name="connsiteY24" fmla="*/ 133350 h 152400"/>
                <a:gd name="connsiteX25" fmla="*/ 57150 w 190500"/>
                <a:gd name="connsiteY25" fmla="*/ 123825 h 152400"/>
                <a:gd name="connsiteX26" fmla="*/ 47625 w 190500"/>
                <a:gd name="connsiteY26" fmla="*/ 114300 h 152400"/>
                <a:gd name="connsiteX27" fmla="*/ 38100 w 190500"/>
                <a:gd name="connsiteY27" fmla="*/ 123825 h 152400"/>
                <a:gd name="connsiteX28" fmla="*/ 142875 w 190500"/>
                <a:gd name="connsiteY28" fmla="*/ 123825 h 152400"/>
                <a:gd name="connsiteX29" fmla="*/ 152400 w 190500"/>
                <a:gd name="connsiteY29" fmla="*/ 133350 h 152400"/>
                <a:gd name="connsiteX30" fmla="*/ 161925 w 190500"/>
                <a:gd name="connsiteY30" fmla="*/ 123825 h 152400"/>
                <a:gd name="connsiteX31" fmla="*/ 152400 w 190500"/>
                <a:gd name="connsiteY31" fmla="*/ 114300 h 152400"/>
                <a:gd name="connsiteX32" fmla="*/ 142875 w 190500"/>
                <a:gd name="connsiteY32"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52400">
                  <a:moveTo>
                    <a:pt x="0" y="95250"/>
                  </a:moveTo>
                  <a:lnTo>
                    <a:pt x="0" y="38100"/>
                  </a:lnTo>
                  <a:cubicBezTo>
                    <a:pt x="0" y="9525"/>
                    <a:pt x="9525" y="0"/>
                    <a:pt x="52388" y="0"/>
                  </a:cubicBezTo>
                  <a:cubicBezTo>
                    <a:pt x="123825" y="0"/>
                    <a:pt x="133350" y="0"/>
                    <a:pt x="133350" y="19050"/>
                  </a:cubicBezTo>
                  <a:cubicBezTo>
                    <a:pt x="133350" y="23813"/>
                    <a:pt x="133350" y="27480"/>
                    <a:pt x="123825" y="29446"/>
                  </a:cubicBezTo>
                  <a:cubicBezTo>
                    <a:pt x="118724" y="30498"/>
                    <a:pt x="114503" y="32559"/>
                    <a:pt x="111300" y="35920"/>
                  </a:cubicBezTo>
                  <a:cubicBezTo>
                    <a:pt x="106317" y="41146"/>
                    <a:pt x="104775" y="48506"/>
                    <a:pt x="104775" y="56703"/>
                  </a:cubicBezTo>
                  <a:lnTo>
                    <a:pt x="104775" y="80963"/>
                  </a:lnTo>
                  <a:cubicBezTo>
                    <a:pt x="104775" y="83593"/>
                    <a:pt x="106908" y="85725"/>
                    <a:pt x="109538" y="85725"/>
                  </a:cubicBezTo>
                  <a:cubicBezTo>
                    <a:pt x="112167" y="85725"/>
                    <a:pt x="114300" y="83593"/>
                    <a:pt x="114300" y="80963"/>
                  </a:cubicBezTo>
                  <a:lnTo>
                    <a:pt x="114300" y="57150"/>
                  </a:lnTo>
                  <a:cubicBezTo>
                    <a:pt x="114300" y="42863"/>
                    <a:pt x="119063" y="38100"/>
                    <a:pt x="133350" y="38100"/>
                  </a:cubicBezTo>
                  <a:cubicBezTo>
                    <a:pt x="142367" y="38100"/>
                    <a:pt x="147638" y="38100"/>
                    <a:pt x="152400" y="38100"/>
                  </a:cubicBezTo>
                  <a:cubicBezTo>
                    <a:pt x="161925" y="38100"/>
                    <a:pt x="166688" y="42863"/>
                    <a:pt x="176213" y="57150"/>
                  </a:cubicBezTo>
                  <a:cubicBezTo>
                    <a:pt x="183685" y="68358"/>
                    <a:pt x="190500" y="76200"/>
                    <a:pt x="190500" y="85725"/>
                  </a:cubicBezTo>
                  <a:cubicBezTo>
                    <a:pt x="190500" y="99350"/>
                    <a:pt x="190500" y="114300"/>
                    <a:pt x="190500" y="123825"/>
                  </a:cubicBezTo>
                  <a:cubicBezTo>
                    <a:pt x="190500" y="133350"/>
                    <a:pt x="185196" y="133314"/>
                    <a:pt x="179376" y="133274"/>
                  </a:cubicBezTo>
                  <a:cubicBezTo>
                    <a:pt x="175475" y="144412"/>
                    <a:pt x="164870" y="152400"/>
                    <a:pt x="152400" y="152400"/>
                  </a:cubicBezTo>
                  <a:cubicBezTo>
                    <a:pt x="139958" y="152400"/>
                    <a:pt x="129373" y="144449"/>
                    <a:pt x="125451" y="133350"/>
                  </a:cubicBezTo>
                  <a:lnTo>
                    <a:pt x="74574" y="133350"/>
                  </a:lnTo>
                  <a:cubicBezTo>
                    <a:pt x="70651" y="144449"/>
                    <a:pt x="60067" y="152400"/>
                    <a:pt x="47625" y="152400"/>
                  </a:cubicBezTo>
                  <a:cubicBezTo>
                    <a:pt x="35161" y="152400"/>
                    <a:pt x="24561" y="144420"/>
                    <a:pt x="20655" y="133290"/>
                  </a:cubicBezTo>
                  <a:cubicBezTo>
                    <a:pt x="0" y="133350"/>
                    <a:pt x="0" y="122527"/>
                    <a:pt x="0" y="95250"/>
                  </a:cubicBezTo>
                  <a:close/>
                  <a:moveTo>
                    <a:pt x="38100" y="123825"/>
                  </a:moveTo>
                  <a:cubicBezTo>
                    <a:pt x="38100" y="129086"/>
                    <a:pt x="42365" y="133350"/>
                    <a:pt x="47625" y="133350"/>
                  </a:cubicBezTo>
                  <a:cubicBezTo>
                    <a:pt x="52885" y="133350"/>
                    <a:pt x="57150" y="129086"/>
                    <a:pt x="57150" y="123825"/>
                  </a:cubicBezTo>
                  <a:cubicBezTo>
                    <a:pt x="57150" y="118564"/>
                    <a:pt x="52885" y="114300"/>
                    <a:pt x="47625" y="114300"/>
                  </a:cubicBezTo>
                  <a:cubicBezTo>
                    <a:pt x="42365" y="114300"/>
                    <a:pt x="38100" y="118564"/>
                    <a:pt x="38100" y="123825"/>
                  </a:cubicBezTo>
                  <a:close/>
                  <a:moveTo>
                    <a:pt x="142875" y="123825"/>
                  </a:moveTo>
                  <a:cubicBezTo>
                    <a:pt x="142875" y="129086"/>
                    <a:pt x="147139" y="133350"/>
                    <a:pt x="152400" y="133350"/>
                  </a:cubicBezTo>
                  <a:cubicBezTo>
                    <a:pt x="157661" y="133350"/>
                    <a:pt x="161925" y="129086"/>
                    <a:pt x="161925" y="123825"/>
                  </a:cubicBezTo>
                  <a:cubicBezTo>
                    <a:pt x="161925" y="118564"/>
                    <a:pt x="157661" y="114300"/>
                    <a:pt x="152400" y="114300"/>
                  </a:cubicBezTo>
                  <a:cubicBezTo>
                    <a:pt x="147139" y="114300"/>
                    <a:pt x="142875" y="118564"/>
                    <a:pt x="142875" y="123825"/>
                  </a:cubicBezTo>
                  <a:close/>
                </a:path>
              </a:pathLst>
            </a:custGeom>
            <a:solidFill>
              <a:schemeClr val="bg1"/>
            </a:solidFill>
            <a:ln w="9525" cap="flat">
              <a:noFill/>
              <a:prstDash val="solid"/>
              <a:miter/>
            </a:ln>
          </p:spPr>
          <p:txBody>
            <a:bodyPr rtlCol="0" anchor="ctr"/>
            <a:lstStyle/>
            <a:p>
              <a:endParaRPr lang="ru-RU"/>
            </a:p>
          </p:txBody>
        </p:sp>
      </p:grpSp>
      <p:grpSp>
        <p:nvGrpSpPr>
          <p:cNvPr id="88" name="Группа 87">
            <a:extLst>
              <a:ext uri="{FF2B5EF4-FFF2-40B4-BE49-F238E27FC236}">
                <a16:creationId xmlns:a16="http://schemas.microsoft.com/office/drawing/2014/main" id="{0B1A869C-3804-0DF0-40EC-8CD88FA8DA51}"/>
              </a:ext>
            </a:extLst>
          </p:cNvPr>
          <p:cNvGrpSpPr/>
          <p:nvPr/>
        </p:nvGrpSpPr>
        <p:grpSpPr>
          <a:xfrm>
            <a:off x="6663533" y="4467731"/>
            <a:ext cx="1417895" cy="252000"/>
            <a:chOff x="6217344" y="4520088"/>
            <a:chExt cx="1417895" cy="252000"/>
          </a:xfrm>
        </p:grpSpPr>
        <p:sp>
          <p:nvSpPr>
            <p:cNvPr id="79" name="Прямоугольник: скругленные углы 78">
              <a:extLst>
                <a:ext uri="{FF2B5EF4-FFF2-40B4-BE49-F238E27FC236}">
                  <a16:creationId xmlns:a16="http://schemas.microsoft.com/office/drawing/2014/main" id="{D2AF7EE0-6B9D-8326-1AFD-11AFEF7269B6}"/>
                </a:ext>
              </a:extLst>
            </p:cNvPr>
            <p:cNvSpPr/>
            <p:nvPr/>
          </p:nvSpPr>
          <p:spPr>
            <a:xfrm>
              <a:off x="6217344" y="4520088"/>
              <a:ext cx="1417895" cy="252000"/>
            </a:xfrm>
            <a:prstGeom prst="roundRect">
              <a:avLst>
                <a:gd name="adj" fmla="val 2943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ДОСТАВКА</a:t>
              </a:r>
            </a:p>
          </p:txBody>
        </p:sp>
        <p:sp>
          <p:nvSpPr>
            <p:cNvPr id="83" name="Рисунок 275">
              <a:extLst>
                <a:ext uri="{FF2B5EF4-FFF2-40B4-BE49-F238E27FC236}">
                  <a16:creationId xmlns:a16="http://schemas.microsoft.com/office/drawing/2014/main" id="{21592A50-CA4D-A4BA-B7E7-10E055AF03EE}"/>
                </a:ext>
              </a:extLst>
            </p:cNvPr>
            <p:cNvSpPr/>
            <p:nvPr/>
          </p:nvSpPr>
          <p:spPr>
            <a:xfrm>
              <a:off x="6294633" y="4581158"/>
              <a:ext cx="162033" cy="129626"/>
            </a:xfrm>
            <a:custGeom>
              <a:avLst/>
              <a:gdLst>
                <a:gd name="connsiteX0" fmla="*/ 0 w 190500"/>
                <a:gd name="connsiteY0" fmla="*/ 95250 h 152400"/>
                <a:gd name="connsiteX1" fmla="*/ 0 w 190500"/>
                <a:gd name="connsiteY1" fmla="*/ 38100 h 152400"/>
                <a:gd name="connsiteX2" fmla="*/ 52388 w 190500"/>
                <a:gd name="connsiteY2" fmla="*/ 0 h 152400"/>
                <a:gd name="connsiteX3" fmla="*/ 133350 w 190500"/>
                <a:gd name="connsiteY3" fmla="*/ 19050 h 152400"/>
                <a:gd name="connsiteX4" fmla="*/ 123825 w 190500"/>
                <a:gd name="connsiteY4" fmla="*/ 29446 h 152400"/>
                <a:gd name="connsiteX5" fmla="*/ 111300 w 190500"/>
                <a:gd name="connsiteY5" fmla="*/ 35920 h 152400"/>
                <a:gd name="connsiteX6" fmla="*/ 104775 w 190500"/>
                <a:gd name="connsiteY6" fmla="*/ 56703 h 152400"/>
                <a:gd name="connsiteX7" fmla="*/ 104775 w 190500"/>
                <a:gd name="connsiteY7" fmla="*/ 80963 h 152400"/>
                <a:gd name="connsiteX8" fmla="*/ 109538 w 190500"/>
                <a:gd name="connsiteY8" fmla="*/ 85725 h 152400"/>
                <a:gd name="connsiteX9" fmla="*/ 114300 w 190500"/>
                <a:gd name="connsiteY9" fmla="*/ 80963 h 152400"/>
                <a:gd name="connsiteX10" fmla="*/ 114300 w 190500"/>
                <a:gd name="connsiteY10" fmla="*/ 57150 h 152400"/>
                <a:gd name="connsiteX11" fmla="*/ 133350 w 190500"/>
                <a:gd name="connsiteY11" fmla="*/ 38100 h 152400"/>
                <a:gd name="connsiteX12" fmla="*/ 152400 w 190500"/>
                <a:gd name="connsiteY12" fmla="*/ 38100 h 152400"/>
                <a:gd name="connsiteX13" fmla="*/ 176213 w 190500"/>
                <a:gd name="connsiteY13" fmla="*/ 57150 h 152400"/>
                <a:gd name="connsiteX14" fmla="*/ 190500 w 190500"/>
                <a:gd name="connsiteY14" fmla="*/ 85725 h 152400"/>
                <a:gd name="connsiteX15" fmla="*/ 190500 w 190500"/>
                <a:gd name="connsiteY15" fmla="*/ 123825 h 152400"/>
                <a:gd name="connsiteX16" fmla="*/ 179376 w 190500"/>
                <a:gd name="connsiteY16" fmla="*/ 133274 h 152400"/>
                <a:gd name="connsiteX17" fmla="*/ 152400 w 190500"/>
                <a:gd name="connsiteY17" fmla="*/ 152400 h 152400"/>
                <a:gd name="connsiteX18" fmla="*/ 125451 w 190500"/>
                <a:gd name="connsiteY18" fmla="*/ 133350 h 152400"/>
                <a:gd name="connsiteX19" fmla="*/ 74574 w 190500"/>
                <a:gd name="connsiteY19" fmla="*/ 133350 h 152400"/>
                <a:gd name="connsiteX20" fmla="*/ 47625 w 190500"/>
                <a:gd name="connsiteY20" fmla="*/ 152400 h 152400"/>
                <a:gd name="connsiteX21" fmla="*/ 20655 w 190500"/>
                <a:gd name="connsiteY21" fmla="*/ 133290 h 152400"/>
                <a:gd name="connsiteX22" fmla="*/ 0 w 190500"/>
                <a:gd name="connsiteY22" fmla="*/ 95250 h 152400"/>
                <a:gd name="connsiteX23" fmla="*/ 38100 w 190500"/>
                <a:gd name="connsiteY23" fmla="*/ 123825 h 152400"/>
                <a:gd name="connsiteX24" fmla="*/ 47625 w 190500"/>
                <a:gd name="connsiteY24" fmla="*/ 133350 h 152400"/>
                <a:gd name="connsiteX25" fmla="*/ 57150 w 190500"/>
                <a:gd name="connsiteY25" fmla="*/ 123825 h 152400"/>
                <a:gd name="connsiteX26" fmla="*/ 47625 w 190500"/>
                <a:gd name="connsiteY26" fmla="*/ 114300 h 152400"/>
                <a:gd name="connsiteX27" fmla="*/ 38100 w 190500"/>
                <a:gd name="connsiteY27" fmla="*/ 123825 h 152400"/>
                <a:gd name="connsiteX28" fmla="*/ 142875 w 190500"/>
                <a:gd name="connsiteY28" fmla="*/ 123825 h 152400"/>
                <a:gd name="connsiteX29" fmla="*/ 152400 w 190500"/>
                <a:gd name="connsiteY29" fmla="*/ 133350 h 152400"/>
                <a:gd name="connsiteX30" fmla="*/ 161925 w 190500"/>
                <a:gd name="connsiteY30" fmla="*/ 123825 h 152400"/>
                <a:gd name="connsiteX31" fmla="*/ 152400 w 190500"/>
                <a:gd name="connsiteY31" fmla="*/ 114300 h 152400"/>
                <a:gd name="connsiteX32" fmla="*/ 142875 w 190500"/>
                <a:gd name="connsiteY32"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52400">
                  <a:moveTo>
                    <a:pt x="0" y="95250"/>
                  </a:moveTo>
                  <a:lnTo>
                    <a:pt x="0" y="38100"/>
                  </a:lnTo>
                  <a:cubicBezTo>
                    <a:pt x="0" y="9525"/>
                    <a:pt x="9525" y="0"/>
                    <a:pt x="52388" y="0"/>
                  </a:cubicBezTo>
                  <a:cubicBezTo>
                    <a:pt x="123825" y="0"/>
                    <a:pt x="133350" y="0"/>
                    <a:pt x="133350" y="19050"/>
                  </a:cubicBezTo>
                  <a:cubicBezTo>
                    <a:pt x="133350" y="23813"/>
                    <a:pt x="133350" y="27480"/>
                    <a:pt x="123825" y="29446"/>
                  </a:cubicBezTo>
                  <a:cubicBezTo>
                    <a:pt x="118724" y="30498"/>
                    <a:pt x="114503" y="32559"/>
                    <a:pt x="111300" y="35920"/>
                  </a:cubicBezTo>
                  <a:cubicBezTo>
                    <a:pt x="106317" y="41146"/>
                    <a:pt x="104775" y="48506"/>
                    <a:pt x="104775" y="56703"/>
                  </a:cubicBezTo>
                  <a:lnTo>
                    <a:pt x="104775" y="80963"/>
                  </a:lnTo>
                  <a:cubicBezTo>
                    <a:pt x="104775" y="83593"/>
                    <a:pt x="106908" y="85725"/>
                    <a:pt x="109538" y="85725"/>
                  </a:cubicBezTo>
                  <a:cubicBezTo>
                    <a:pt x="112167" y="85725"/>
                    <a:pt x="114300" y="83593"/>
                    <a:pt x="114300" y="80963"/>
                  </a:cubicBezTo>
                  <a:lnTo>
                    <a:pt x="114300" y="57150"/>
                  </a:lnTo>
                  <a:cubicBezTo>
                    <a:pt x="114300" y="42863"/>
                    <a:pt x="119063" y="38100"/>
                    <a:pt x="133350" y="38100"/>
                  </a:cubicBezTo>
                  <a:cubicBezTo>
                    <a:pt x="142367" y="38100"/>
                    <a:pt x="147638" y="38100"/>
                    <a:pt x="152400" y="38100"/>
                  </a:cubicBezTo>
                  <a:cubicBezTo>
                    <a:pt x="161925" y="38100"/>
                    <a:pt x="166688" y="42863"/>
                    <a:pt x="176213" y="57150"/>
                  </a:cubicBezTo>
                  <a:cubicBezTo>
                    <a:pt x="183685" y="68358"/>
                    <a:pt x="190500" y="76200"/>
                    <a:pt x="190500" y="85725"/>
                  </a:cubicBezTo>
                  <a:cubicBezTo>
                    <a:pt x="190500" y="99350"/>
                    <a:pt x="190500" y="114300"/>
                    <a:pt x="190500" y="123825"/>
                  </a:cubicBezTo>
                  <a:cubicBezTo>
                    <a:pt x="190500" y="133350"/>
                    <a:pt x="185196" y="133314"/>
                    <a:pt x="179376" y="133274"/>
                  </a:cubicBezTo>
                  <a:cubicBezTo>
                    <a:pt x="175475" y="144412"/>
                    <a:pt x="164870" y="152400"/>
                    <a:pt x="152400" y="152400"/>
                  </a:cubicBezTo>
                  <a:cubicBezTo>
                    <a:pt x="139958" y="152400"/>
                    <a:pt x="129373" y="144449"/>
                    <a:pt x="125451" y="133350"/>
                  </a:cubicBezTo>
                  <a:lnTo>
                    <a:pt x="74574" y="133350"/>
                  </a:lnTo>
                  <a:cubicBezTo>
                    <a:pt x="70651" y="144449"/>
                    <a:pt x="60067" y="152400"/>
                    <a:pt x="47625" y="152400"/>
                  </a:cubicBezTo>
                  <a:cubicBezTo>
                    <a:pt x="35161" y="152400"/>
                    <a:pt x="24561" y="144420"/>
                    <a:pt x="20655" y="133290"/>
                  </a:cubicBezTo>
                  <a:cubicBezTo>
                    <a:pt x="0" y="133350"/>
                    <a:pt x="0" y="122527"/>
                    <a:pt x="0" y="95250"/>
                  </a:cubicBezTo>
                  <a:close/>
                  <a:moveTo>
                    <a:pt x="38100" y="123825"/>
                  </a:moveTo>
                  <a:cubicBezTo>
                    <a:pt x="38100" y="129086"/>
                    <a:pt x="42365" y="133350"/>
                    <a:pt x="47625" y="133350"/>
                  </a:cubicBezTo>
                  <a:cubicBezTo>
                    <a:pt x="52885" y="133350"/>
                    <a:pt x="57150" y="129086"/>
                    <a:pt x="57150" y="123825"/>
                  </a:cubicBezTo>
                  <a:cubicBezTo>
                    <a:pt x="57150" y="118564"/>
                    <a:pt x="52885" y="114300"/>
                    <a:pt x="47625" y="114300"/>
                  </a:cubicBezTo>
                  <a:cubicBezTo>
                    <a:pt x="42365" y="114300"/>
                    <a:pt x="38100" y="118564"/>
                    <a:pt x="38100" y="123825"/>
                  </a:cubicBezTo>
                  <a:close/>
                  <a:moveTo>
                    <a:pt x="142875" y="123825"/>
                  </a:moveTo>
                  <a:cubicBezTo>
                    <a:pt x="142875" y="129086"/>
                    <a:pt x="147139" y="133350"/>
                    <a:pt x="152400" y="133350"/>
                  </a:cubicBezTo>
                  <a:cubicBezTo>
                    <a:pt x="157661" y="133350"/>
                    <a:pt x="161925" y="129086"/>
                    <a:pt x="161925" y="123825"/>
                  </a:cubicBezTo>
                  <a:cubicBezTo>
                    <a:pt x="161925" y="118564"/>
                    <a:pt x="157661" y="114300"/>
                    <a:pt x="152400" y="114300"/>
                  </a:cubicBezTo>
                  <a:cubicBezTo>
                    <a:pt x="147139" y="114300"/>
                    <a:pt x="142875" y="118564"/>
                    <a:pt x="142875" y="123825"/>
                  </a:cubicBezTo>
                  <a:close/>
                </a:path>
              </a:pathLst>
            </a:custGeom>
            <a:solidFill>
              <a:schemeClr val="bg1"/>
            </a:solidFill>
            <a:ln w="9525" cap="flat">
              <a:noFill/>
              <a:prstDash val="solid"/>
              <a:miter/>
            </a:ln>
          </p:spPr>
          <p:txBody>
            <a:bodyPr rtlCol="0" anchor="ctr"/>
            <a:lstStyle/>
            <a:p>
              <a:endParaRPr lang="ru-RU"/>
            </a:p>
          </p:txBody>
        </p:sp>
      </p:grpSp>
      <p:grpSp>
        <p:nvGrpSpPr>
          <p:cNvPr id="142" name="Группа 141">
            <a:extLst>
              <a:ext uri="{FF2B5EF4-FFF2-40B4-BE49-F238E27FC236}">
                <a16:creationId xmlns:a16="http://schemas.microsoft.com/office/drawing/2014/main" id="{076B8325-E824-E7AB-C628-C0F562F9C85D}"/>
              </a:ext>
            </a:extLst>
          </p:cNvPr>
          <p:cNvGrpSpPr/>
          <p:nvPr/>
        </p:nvGrpSpPr>
        <p:grpSpPr>
          <a:xfrm>
            <a:off x="6228665" y="4041175"/>
            <a:ext cx="324000" cy="324000"/>
            <a:chOff x="5708928" y="3737304"/>
            <a:chExt cx="324000" cy="324000"/>
          </a:xfrm>
        </p:grpSpPr>
        <p:sp>
          <p:nvSpPr>
            <p:cNvPr id="134" name="Прямоугольник: скругленные углы 133">
              <a:extLst>
                <a:ext uri="{FF2B5EF4-FFF2-40B4-BE49-F238E27FC236}">
                  <a16:creationId xmlns:a16="http://schemas.microsoft.com/office/drawing/2014/main" id="{D43D1258-8039-F13D-D684-F7FC02BD1753}"/>
                </a:ext>
              </a:extLst>
            </p:cNvPr>
            <p:cNvSpPr/>
            <p:nvPr/>
          </p:nvSpPr>
          <p:spPr>
            <a:xfrm>
              <a:off x="5708928" y="3737304"/>
              <a:ext cx="324000" cy="324000"/>
            </a:xfrm>
            <a:prstGeom prst="roundRect">
              <a:avLst>
                <a:gd name="adj" fmla="val 2803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138" name="Рисунок 275">
              <a:extLst>
                <a:ext uri="{FF2B5EF4-FFF2-40B4-BE49-F238E27FC236}">
                  <a16:creationId xmlns:a16="http://schemas.microsoft.com/office/drawing/2014/main" id="{E39217DF-7ED8-BF33-0D8E-840D3C7CE785}"/>
                </a:ext>
              </a:extLst>
            </p:cNvPr>
            <p:cNvSpPr/>
            <p:nvPr/>
          </p:nvSpPr>
          <p:spPr>
            <a:xfrm>
              <a:off x="5768738" y="3817552"/>
              <a:ext cx="204381" cy="163505"/>
            </a:xfrm>
            <a:custGeom>
              <a:avLst/>
              <a:gdLst>
                <a:gd name="connsiteX0" fmla="*/ 0 w 190500"/>
                <a:gd name="connsiteY0" fmla="*/ 95250 h 152400"/>
                <a:gd name="connsiteX1" fmla="*/ 0 w 190500"/>
                <a:gd name="connsiteY1" fmla="*/ 38100 h 152400"/>
                <a:gd name="connsiteX2" fmla="*/ 52388 w 190500"/>
                <a:gd name="connsiteY2" fmla="*/ 0 h 152400"/>
                <a:gd name="connsiteX3" fmla="*/ 133350 w 190500"/>
                <a:gd name="connsiteY3" fmla="*/ 19050 h 152400"/>
                <a:gd name="connsiteX4" fmla="*/ 123825 w 190500"/>
                <a:gd name="connsiteY4" fmla="*/ 29446 h 152400"/>
                <a:gd name="connsiteX5" fmla="*/ 111300 w 190500"/>
                <a:gd name="connsiteY5" fmla="*/ 35920 h 152400"/>
                <a:gd name="connsiteX6" fmla="*/ 104775 w 190500"/>
                <a:gd name="connsiteY6" fmla="*/ 56703 h 152400"/>
                <a:gd name="connsiteX7" fmla="*/ 104775 w 190500"/>
                <a:gd name="connsiteY7" fmla="*/ 80963 h 152400"/>
                <a:gd name="connsiteX8" fmla="*/ 109538 w 190500"/>
                <a:gd name="connsiteY8" fmla="*/ 85725 h 152400"/>
                <a:gd name="connsiteX9" fmla="*/ 114300 w 190500"/>
                <a:gd name="connsiteY9" fmla="*/ 80963 h 152400"/>
                <a:gd name="connsiteX10" fmla="*/ 114300 w 190500"/>
                <a:gd name="connsiteY10" fmla="*/ 57150 h 152400"/>
                <a:gd name="connsiteX11" fmla="*/ 133350 w 190500"/>
                <a:gd name="connsiteY11" fmla="*/ 38100 h 152400"/>
                <a:gd name="connsiteX12" fmla="*/ 152400 w 190500"/>
                <a:gd name="connsiteY12" fmla="*/ 38100 h 152400"/>
                <a:gd name="connsiteX13" fmla="*/ 176213 w 190500"/>
                <a:gd name="connsiteY13" fmla="*/ 57150 h 152400"/>
                <a:gd name="connsiteX14" fmla="*/ 190500 w 190500"/>
                <a:gd name="connsiteY14" fmla="*/ 85725 h 152400"/>
                <a:gd name="connsiteX15" fmla="*/ 190500 w 190500"/>
                <a:gd name="connsiteY15" fmla="*/ 123825 h 152400"/>
                <a:gd name="connsiteX16" fmla="*/ 179376 w 190500"/>
                <a:gd name="connsiteY16" fmla="*/ 133274 h 152400"/>
                <a:gd name="connsiteX17" fmla="*/ 152400 w 190500"/>
                <a:gd name="connsiteY17" fmla="*/ 152400 h 152400"/>
                <a:gd name="connsiteX18" fmla="*/ 125451 w 190500"/>
                <a:gd name="connsiteY18" fmla="*/ 133350 h 152400"/>
                <a:gd name="connsiteX19" fmla="*/ 74574 w 190500"/>
                <a:gd name="connsiteY19" fmla="*/ 133350 h 152400"/>
                <a:gd name="connsiteX20" fmla="*/ 47625 w 190500"/>
                <a:gd name="connsiteY20" fmla="*/ 152400 h 152400"/>
                <a:gd name="connsiteX21" fmla="*/ 20655 w 190500"/>
                <a:gd name="connsiteY21" fmla="*/ 133290 h 152400"/>
                <a:gd name="connsiteX22" fmla="*/ 0 w 190500"/>
                <a:gd name="connsiteY22" fmla="*/ 95250 h 152400"/>
                <a:gd name="connsiteX23" fmla="*/ 38100 w 190500"/>
                <a:gd name="connsiteY23" fmla="*/ 123825 h 152400"/>
                <a:gd name="connsiteX24" fmla="*/ 47625 w 190500"/>
                <a:gd name="connsiteY24" fmla="*/ 133350 h 152400"/>
                <a:gd name="connsiteX25" fmla="*/ 57150 w 190500"/>
                <a:gd name="connsiteY25" fmla="*/ 123825 h 152400"/>
                <a:gd name="connsiteX26" fmla="*/ 47625 w 190500"/>
                <a:gd name="connsiteY26" fmla="*/ 114300 h 152400"/>
                <a:gd name="connsiteX27" fmla="*/ 38100 w 190500"/>
                <a:gd name="connsiteY27" fmla="*/ 123825 h 152400"/>
                <a:gd name="connsiteX28" fmla="*/ 142875 w 190500"/>
                <a:gd name="connsiteY28" fmla="*/ 123825 h 152400"/>
                <a:gd name="connsiteX29" fmla="*/ 152400 w 190500"/>
                <a:gd name="connsiteY29" fmla="*/ 133350 h 152400"/>
                <a:gd name="connsiteX30" fmla="*/ 161925 w 190500"/>
                <a:gd name="connsiteY30" fmla="*/ 123825 h 152400"/>
                <a:gd name="connsiteX31" fmla="*/ 152400 w 190500"/>
                <a:gd name="connsiteY31" fmla="*/ 114300 h 152400"/>
                <a:gd name="connsiteX32" fmla="*/ 142875 w 190500"/>
                <a:gd name="connsiteY32"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52400">
                  <a:moveTo>
                    <a:pt x="0" y="95250"/>
                  </a:moveTo>
                  <a:lnTo>
                    <a:pt x="0" y="38100"/>
                  </a:lnTo>
                  <a:cubicBezTo>
                    <a:pt x="0" y="9525"/>
                    <a:pt x="9525" y="0"/>
                    <a:pt x="52388" y="0"/>
                  </a:cubicBezTo>
                  <a:cubicBezTo>
                    <a:pt x="123825" y="0"/>
                    <a:pt x="133350" y="0"/>
                    <a:pt x="133350" y="19050"/>
                  </a:cubicBezTo>
                  <a:cubicBezTo>
                    <a:pt x="133350" y="23813"/>
                    <a:pt x="133350" y="27480"/>
                    <a:pt x="123825" y="29446"/>
                  </a:cubicBezTo>
                  <a:cubicBezTo>
                    <a:pt x="118724" y="30498"/>
                    <a:pt x="114503" y="32559"/>
                    <a:pt x="111300" y="35920"/>
                  </a:cubicBezTo>
                  <a:cubicBezTo>
                    <a:pt x="106317" y="41146"/>
                    <a:pt x="104775" y="48506"/>
                    <a:pt x="104775" y="56703"/>
                  </a:cubicBezTo>
                  <a:lnTo>
                    <a:pt x="104775" y="80963"/>
                  </a:lnTo>
                  <a:cubicBezTo>
                    <a:pt x="104775" y="83593"/>
                    <a:pt x="106908" y="85725"/>
                    <a:pt x="109538" y="85725"/>
                  </a:cubicBezTo>
                  <a:cubicBezTo>
                    <a:pt x="112167" y="85725"/>
                    <a:pt x="114300" y="83593"/>
                    <a:pt x="114300" y="80963"/>
                  </a:cubicBezTo>
                  <a:lnTo>
                    <a:pt x="114300" y="57150"/>
                  </a:lnTo>
                  <a:cubicBezTo>
                    <a:pt x="114300" y="42863"/>
                    <a:pt x="119063" y="38100"/>
                    <a:pt x="133350" y="38100"/>
                  </a:cubicBezTo>
                  <a:cubicBezTo>
                    <a:pt x="142367" y="38100"/>
                    <a:pt x="147638" y="38100"/>
                    <a:pt x="152400" y="38100"/>
                  </a:cubicBezTo>
                  <a:cubicBezTo>
                    <a:pt x="161925" y="38100"/>
                    <a:pt x="166688" y="42863"/>
                    <a:pt x="176213" y="57150"/>
                  </a:cubicBezTo>
                  <a:cubicBezTo>
                    <a:pt x="183685" y="68358"/>
                    <a:pt x="190500" y="76200"/>
                    <a:pt x="190500" y="85725"/>
                  </a:cubicBezTo>
                  <a:cubicBezTo>
                    <a:pt x="190500" y="99350"/>
                    <a:pt x="190500" y="114300"/>
                    <a:pt x="190500" y="123825"/>
                  </a:cubicBezTo>
                  <a:cubicBezTo>
                    <a:pt x="190500" y="133350"/>
                    <a:pt x="185196" y="133314"/>
                    <a:pt x="179376" y="133274"/>
                  </a:cubicBezTo>
                  <a:cubicBezTo>
                    <a:pt x="175475" y="144412"/>
                    <a:pt x="164870" y="152400"/>
                    <a:pt x="152400" y="152400"/>
                  </a:cubicBezTo>
                  <a:cubicBezTo>
                    <a:pt x="139958" y="152400"/>
                    <a:pt x="129373" y="144449"/>
                    <a:pt x="125451" y="133350"/>
                  </a:cubicBezTo>
                  <a:lnTo>
                    <a:pt x="74574" y="133350"/>
                  </a:lnTo>
                  <a:cubicBezTo>
                    <a:pt x="70651" y="144449"/>
                    <a:pt x="60067" y="152400"/>
                    <a:pt x="47625" y="152400"/>
                  </a:cubicBezTo>
                  <a:cubicBezTo>
                    <a:pt x="35161" y="152400"/>
                    <a:pt x="24561" y="144420"/>
                    <a:pt x="20655" y="133290"/>
                  </a:cubicBezTo>
                  <a:cubicBezTo>
                    <a:pt x="0" y="133350"/>
                    <a:pt x="0" y="122527"/>
                    <a:pt x="0" y="95250"/>
                  </a:cubicBezTo>
                  <a:close/>
                  <a:moveTo>
                    <a:pt x="38100" y="123825"/>
                  </a:moveTo>
                  <a:cubicBezTo>
                    <a:pt x="38100" y="129086"/>
                    <a:pt x="42365" y="133350"/>
                    <a:pt x="47625" y="133350"/>
                  </a:cubicBezTo>
                  <a:cubicBezTo>
                    <a:pt x="52885" y="133350"/>
                    <a:pt x="57150" y="129086"/>
                    <a:pt x="57150" y="123825"/>
                  </a:cubicBezTo>
                  <a:cubicBezTo>
                    <a:pt x="57150" y="118564"/>
                    <a:pt x="52885" y="114300"/>
                    <a:pt x="47625" y="114300"/>
                  </a:cubicBezTo>
                  <a:cubicBezTo>
                    <a:pt x="42365" y="114300"/>
                    <a:pt x="38100" y="118564"/>
                    <a:pt x="38100" y="123825"/>
                  </a:cubicBezTo>
                  <a:close/>
                  <a:moveTo>
                    <a:pt x="142875" y="123825"/>
                  </a:moveTo>
                  <a:cubicBezTo>
                    <a:pt x="142875" y="129086"/>
                    <a:pt x="147139" y="133350"/>
                    <a:pt x="152400" y="133350"/>
                  </a:cubicBezTo>
                  <a:cubicBezTo>
                    <a:pt x="157661" y="133350"/>
                    <a:pt x="161925" y="129086"/>
                    <a:pt x="161925" y="123825"/>
                  </a:cubicBezTo>
                  <a:cubicBezTo>
                    <a:pt x="161925" y="118564"/>
                    <a:pt x="157661" y="114300"/>
                    <a:pt x="152400" y="114300"/>
                  </a:cubicBezTo>
                  <a:cubicBezTo>
                    <a:pt x="147139" y="114300"/>
                    <a:pt x="142875" y="118564"/>
                    <a:pt x="142875" y="123825"/>
                  </a:cubicBezTo>
                  <a:close/>
                </a:path>
              </a:pathLst>
            </a:custGeom>
            <a:solidFill>
              <a:schemeClr val="bg1"/>
            </a:solidFill>
            <a:ln w="9525" cap="flat">
              <a:noFill/>
              <a:prstDash val="solid"/>
              <a:miter/>
            </a:ln>
          </p:spPr>
          <p:txBody>
            <a:bodyPr rtlCol="0" anchor="ctr"/>
            <a:lstStyle/>
            <a:p>
              <a:endParaRPr lang="ru-RU"/>
            </a:p>
          </p:txBody>
        </p:sp>
      </p:grpSp>
      <p:sp>
        <p:nvSpPr>
          <p:cNvPr id="105" name="Прямоугольник: скругленные углы 104">
            <a:extLst>
              <a:ext uri="{FF2B5EF4-FFF2-40B4-BE49-F238E27FC236}">
                <a16:creationId xmlns:a16="http://schemas.microsoft.com/office/drawing/2014/main" id="{92DE2294-8B22-2168-9F9F-C7A6883A0DCB}"/>
              </a:ext>
            </a:extLst>
          </p:cNvPr>
          <p:cNvSpPr/>
          <p:nvPr/>
        </p:nvSpPr>
        <p:spPr>
          <a:xfrm>
            <a:off x="9481084" y="4793599"/>
            <a:ext cx="925057" cy="21600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ВОЗВРАТ</a:t>
            </a:r>
          </a:p>
        </p:txBody>
      </p:sp>
      <p:grpSp>
        <p:nvGrpSpPr>
          <p:cNvPr id="144" name="Группа 143">
            <a:extLst>
              <a:ext uri="{FF2B5EF4-FFF2-40B4-BE49-F238E27FC236}">
                <a16:creationId xmlns:a16="http://schemas.microsoft.com/office/drawing/2014/main" id="{9CE525B7-0141-E1FD-3959-1923BCA34CA0}"/>
              </a:ext>
            </a:extLst>
          </p:cNvPr>
          <p:cNvGrpSpPr/>
          <p:nvPr/>
        </p:nvGrpSpPr>
        <p:grpSpPr>
          <a:xfrm>
            <a:off x="9481083" y="4069862"/>
            <a:ext cx="1672583" cy="324000"/>
            <a:chOff x="7441966" y="4069862"/>
            <a:chExt cx="1672583" cy="324000"/>
          </a:xfrm>
        </p:grpSpPr>
        <p:sp>
          <p:nvSpPr>
            <p:cNvPr id="110" name="Прямоугольник: скругленные углы 109">
              <a:extLst>
                <a:ext uri="{FF2B5EF4-FFF2-40B4-BE49-F238E27FC236}">
                  <a16:creationId xmlns:a16="http://schemas.microsoft.com/office/drawing/2014/main" id="{8780D8AF-4EB8-C346-EFF8-12201C9E8360}"/>
                </a:ext>
              </a:extLst>
            </p:cNvPr>
            <p:cNvSpPr/>
            <p:nvPr/>
          </p:nvSpPr>
          <p:spPr>
            <a:xfrm>
              <a:off x="7441966" y="4069862"/>
              <a:ext cx="1672583" cy="324000"/>
            </a:xfrm>
            <a:prstGeom prst="roundRect">
              <a:avLst>
                <a:gd name="adj" fmla="val 2803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ВОЗВРАТ</a:t>
              </a:r>
            </a:p>
          </p:txBody>
        </p:sp>
        <p:sp>
          <p:nvSpPr>
            <p:cNvPr id="306" name="Рисунок 265">
              <a:extLst>
                <a:ext uri="{FF2B5EF4-FFF2-40B4-BE49-F238E27FC236}">
                  <a16:creationId xmlns:a16="http://schemas.microsoft.com/office/drawing/2014/main" id="{2B9E27BC-297E-6956-0E90-ADFDFD8E277C}"/>
                </a:ext>
              </a:extLst>
            </p:cNvPr>
            <p:cNvSpPr/>
            <p:nvPr/>
          </p:nvSpPr>
          <p:spPr>
            <a:xfrm>
              <a:off x="7550059" y="4155269"/>
              <a:ext cx="161517" cy="161517"/>
            </a:xfrm>
            <a:custGeom>
              <a:avLst/>
              <a:gdLst>
                <a:gd name="connsiteX0" fmla="*/ 152400 w 171450"/>
                <a:gd name="connsiteY0" fmla="*/ 55951 h 171450"/>
                <a:gd name="connsiteX1" fmla="*/ 171450 w 171450"/>
                <a:gd name="connsiteY1" fmla="*/ 28575 h 171450"/>
                <a:gd name="connsiteX2" fmla="*/ 142875 w 171450"/>
                <a:gd name="connsiteY2" fmla="*/ 0 h 171450"/>
                <a:gd name="connsiteX3" fmla="*/ 114300 w 171450"/>
                <a:gd name="connsiteY3" fmla="*/ 28575 h 171450"/>
                <a:gd name="connsiteX4" fmla="*/ 133350 w 171450"/>
                <a:gd name="connsiteY4" fmla="*/ 55951 h 171450"/>
                <a:gd name="connsiteX5" fmla="*/ 133350 w 171450"/>
                <a:gd name="connsiteY5" fmla="*/ 85725 h 171450"/>
                <a:gd name="connsiteX6" fmla="*/ 132924 w 171450"/>
                <a:gd name="connsiteY6" fmla="*/ 108106 h 171450"/>
                <a:gd name="connsiteX7" fmla="*/ 130321 w 171450"/>
                <a:gd name="connsiteY7" fmla="*/ 123632 h 171450"/>
                <a:gd name="connsiteX8" fmla="*/ 125436 w 171450"/>
                <a:gd name="connsiteY8" fmla="*/ 130776 h 171450"/>
                <a:gd name="connsiteX9" fmla="*/ 114300 w 171450"/>
                <a:gd name="connsiteY9" fmla="*/ 133350 h 171450"/>
                <a:gd name="connsiteX10" fmla="*/ 103164 w 171450"/>
                <a:gd name="connsiteY10" fmla="*/ 130776 h 171450"/>
                <a:gd name="connsiteX11" fmla="*/ 98278 w 171450"/>
                <a:gd name="connsiteY11" fmla="*/ 123632 h 171450"/>
                <a:gd name="connsiteX12" fmla="*/ 96082 w 171450"/>
                <a:gd name="connsiteY12" fmla="*/ 112862 h 171450"/>
                <a:gd name="connsiteX13" fmla="*/ 114300 w 171450"/>
                <a:gd name="connsiteY13" fmla="*/ 85725 h 171450"/>
                <a:gd name="connsiteX14" fmla="*/ 94471 w 171450"/>
                <a:gd name="connsiteY14" fmla="*/ 58148 h 171450"/>
                <a:gd name="connsiteX15" fmla="*/ 91135 w 171450"/>
                <a:gd name="connsiteY15" fmla="*/ 41478 h 171450"/>
                <a:gd name="connsiteX16" fmla="*/ 79054 w 171450"/>
                <a:gd name="connsiteY16" fmla="*/ 24959 h 171450"/>
                <a:gd name="connsiteX17" fmla="*/ 57150 w 171450"/>
                <a:gd name="connsiteY17" fmla="*/ 19050 h 171450"/>
                <a:gd name="connsiteX18" fmla="*/ 35246 w 171450"/>
                <a:gd name="connsiteY18" fmla="*/ 24959 h 171450"/>
                <a:gd name="connsiteX19" fmla="*/ 23165 w 171450"/>
                <a:gd name="connsiteY19" fmla="*/ 41478 h 171450"/>
                <a:gd name="connsiteX20" fmla="*/ 19516 w 171450"/>
                <a:gd name="connsiteY20" fmla="*/ 62118 h 171450"/>
                <a:gd name="connsiteX21" fmla="*/ 19050 w 171450"/>
                <a:gd name="connsiteY21" fmla="*/ 85523 h 171450"/>
                <a:gd name="connsiteX22" fmla="*/ 19050 w 171450"/>
                <a:gd name="connsiteY22" fmla="*/ 115499 h 171450"/>
                <a:gd name="connsiteX23" fmla="*/ 0 w 171450"/>
                <a:gd name="connsiteY23" fmla="*/ 142875 h 171450"/>
                <a:gd name="connsiteX24" fmla="*/ 28575 w 171450"/>
                <a:gd name="connsiteY24" fmla="*/ 171450 h 171450"/>
                <a:gd name="connsiteX25" fmla="*/ 57150 w 171450"/>
                <a:gd name="connsiteY25" fmla="*/ 142875 h 171450"/>
                <a:gd name="connsiteX26" fmla="*/ 38100 w 171450"/>
                <a:gd name="connsiteY26" fmla="*/ 115499 h 171450"/>
                <a:gd name="connsiteX27" fmla="*/ 38100 w 171450"/>
                <a:gd name="connsiteY27" fmla="*/ 85725 h 171450"/>
                <a:gd name="connsiteX28" fmla="*/ 38527 w 171450"/>
                <a:gd name="connsiteY28" fmla="*/ 63344 h 171450"/>
                <a:gd name="connsiteX29" fmla="*/ 41129 w 171450"/>
                <a:gd name="connsiteY29" fmla="*/ 47819 h 171450"/>
                <a:gd name="connsiteX30" fmla="*/ 46014 w 171450"/>
                <a:gd name="connsiteY30" fmla="*/ 40674 h 171450"/>
                <a:gd name="connsiteX31" fmla="*/ 57150 w 171450"/>
                <a:gd name="connsiteY31" fmla="*/ 38100 h 171450"/>
                <a:gd name="connsiteX32" fmla="*/ 68286 w 171450"/>
                <a:gd name="connsiteY32" fmla="*/ 40674 h 171450"/>
                <a:gd name="connsiteX33" fmla="*/ 73171 w 171450"/>
                <a:gd name="connsiteY33" fmla="*/ 47819 h 171450"/>
                <a:gd name="connsiteX34" fmla="*/ 75368 w 171450"/>
                <a:gd name="connsiteY34" fmla="*/ 58589 h 171450"/>
                <a:gd name="connsiteX35" fmla="*/ 57150 w 171450"/>
                <a:gd name="connsiteY35" fmla="*/ 85725 h 171450"/>
                <a:gd name="connsiteX36" fmla="*/ 76978 w 171450"/>
                <a:gd name="connsiteY36" fmla="*/ 113303 h 171450"/>
                <a:gd name="connsiteX37" fmla="*/ 80315 w 171450"/>
                <a:gd name="connsiteY37" fmla="*/ 129971 h 171450"/>
                <a:gd name="connsiteX38" fmla="*/ 92396 w 171450"/>
                <a:gd name="connsiteY38" fmla="*/ 146491 h 171450"/>
                <a:gd name="connsiteX39" fmla="*/ 114300 w 171450"/>
                <a:gd name="connsiteY39" fmla="*/ 152400 h 171450"/>
                <a:gd name="connsiteX40" fmla="*/ 136204 w 171450"/>
                <a:gd name="connsiteY40" fmla="*/ 146491 h 171450"/>
                <a:gd name="connsiteX41" fmla="*/ 148285 w 171450"/>
                <a:gd name="connsiteY41" fmla="*/ 129971 h 171450"/>
                <a:gd name="connsiteX42" fmla="*/ 151934 w 171450"/>
                <a:gd name="connsiteY42" fmla="*/ 109332 h 171450"/>
                <a:gd name="connsiteX43" fmla="*/ 152400 w 171450"/>
                <a:gd name="connsiteY43" fmla="*/ 85927 h 171450"/>
                <a:gd name="connsiteX44" fmla="*/ 152400 w 171450"/>
                <a:gd name="connsiteY44" fmla="*/ 55951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152400" y="55951"/>
                  </a:moveTo>
                  <a:cubicBezTo>
                    <a:pt x="164410" y="52676"/>
                    <a:pt x="171450" y="42860"/>
                    <a:pt x="171450" y="28575"/>
                  </a:cubicBezTo>
                  <a:cubicBezTo>
                    <a:pt x="171450" y="10845"/>
                    <a:pt x="160605" y="0"/>
                    <a:pt x="142875" y="0"/>
                  </a:cubicBezTo>
                  <a:cubicBezTo>
                    <a:pt x="125146" y="0"/>
                    <a:pt x="114300" y="10845"/>
                    <a:pt x="114300" y="28575"/>
                  </a:cubicBezTo>
                  <a:cubicBezTo>
                    <a:pt x="114300" y="42860"/>
                    <a:pt x="121340" y="52676"/>
                    <a:pt x="133350" y="55951"/>
                  </a:cubicBezTo>
                  <a:lnTo>
                    <a:pt x="133350" y="85725"/>
                  </a:lnTo>
                  <a:cubicBezTo>
                    <a:pt x="133350" y="94141"/>
                    <a:pt x="133346" y="101552"/>
                    <a:pt x="132924" y="108106"/>
                  </a:cubicBezTo>
                  <a:cubicBezTo>
                    <a:pt x="132498" y="114694"/>
                    <a:pt x="131679" y="119784"/>
                    <a:pt x="130321" y="123632"/>
                  </a:cubicBezTo>
                  <a:cubicBezTo>
                    <a:pt x="129013" y="127338"/>
                    <a:pt x="127364" y="129455"/>
                    <a:pt x="125436" y="130776"/>
                  </a:cubicBezTo>
                  <a:cubicBezTo>
                    <a:pt x="123453" y="132135"/>
                    <a:pt x="120152" y="133350"/>
                    <a:pt x="114300" y="133350"/>
                  </a:cubicBezTo>
                  <a:cubicBezTo>
                    <a:pt x="108448" y="133350"/>
                    <a:pt x="105147" y="132135"/>
                    <a:pt x="103164" y="130776"/>
                  </a:cubicBezTo>
                  <a:cubicBezTo>
                    <a:pt x="101236" y="129455"/>
                    <a:pt x="99587" y="127338"/>
                    <a:pt x="98278" y="123632"/>
                  </a:cubicBezTo>
                  <a:cubicBezTo>
                    <a:pt x="97268" y="120767"/>
                    <a:pt x="96555" y="117212"/>
                    <a:pt x="96082" y="112862"/>
                  </a:cubicBezTo>
                  <a:cubicBezTo>
                    <a:pt x="107583" y="109366"/>
                    <a:pt x="114300" y="99677"/>
                    <a:pt x="114300" y="85725"/>
                  </a:cubicBezTo>
                  <a:cubicBezTo>
                    <a:pt x="114300" y="71134"/>
                    <a:pt x="106955" y="61205"/>
                    <a:pt x="94471" y="58148"/>
                  </a:cubicBezTo>
                  <a:cubicBezTo>
                    <a:pt x="93920" y="52285"/>
                    <a:pt x="92943" y="46602"/>
                    <a:pt x="91135" y="41478"/>
                  </a:cubicBezTo>
                  <a:cubicBezTo>
                    <a:pt x="88871" y="35064"/>
                    <a:pt x="85163" y="29145"/>
                    <a:pt x="79054" y="24959"/>
                  </a:cubicBezTo>
                  <a:cubicBezTo>
                    <a:pt x="73000" y="20811"/>
                    <a:pt x="65586" y="19050"/>
                    <a:pt x="57150" y="19050"/>
                  </a:cubicBezTo>
                  <a:cubicBezTo>
                    <a:pt x="48714" y="19050"/>
                    <a:pt x="41300" y="20811"/>
                    <a:pt x="35246" y="24959"/>
                  </a:cubicBezTo>
                  <a:cubicBezTo>
                    <a:pt x="29137" y="29145"/>
                    <a:pt x="25429" y="35064"/>
                    <a:pt x="23165" y="41478"/>
                  </a:cubicBezTo>
                  <a:cubicBezTo>
                    <a:pt x="20951" y="47752"/>
                    <a:pt x="19984" y="54865"/>
                    <a:pt x="19516" y="62118"/>
                  </a:cubicBezTo>
                  <a:cubicBezTo>
                    <a:pt x="19050" y="69346"/>
                    <a:pt x="19050" y="77341"/>
                    <a:pt x="19050" y="85523"/>
                  </a:cubicBezTo>
                  <a:lnTo>
                    <a:pt x="19050" y="115499"/>
                  </a:lnTo>
                  <a:cubicBezTo>
                    <a:pt x="7041" y="118774"/>
                    <a:pt x="0" y="128589"/>
                    <a:pt x="0" y="142875"/>
                  </a:cubicBezTo>
                  <a:cubicBezTo>
                    <a:pt x="0" y="160605"/>
                    <a:pt x="10845" y="171450"/>
                    <a:pt x="28575" y="171450"/>
                  </a:cubicBezTo>
                  <a:cubicBezTo>
                    <a:pt x="46305" y="171450"/>
                    <a:pt x="57150" y="160605"/>
                    <a:pt x="57150" y="142875"/>
                  </a:cubicBezTo>
                  <a:cubicBezTo>
                    <a:pt x="57150" y="128589"/>
                    <a:pt x="50109" y="118774"/>
                    <a:pt x="38100" y="115499"/>
                  </a:cubicBezTo>
                  <a:lnTo>
                    <a:pt x="38100" y="85725"/>
                  </a:lnTo>
                  <a:cubicBezTo>
                    <a:pt x="38100" y="77309"/>
                    <a:pt x="38104" y="69898"/>
                    <a:pt x="38527" y="63344"/>
                  </a:cubicBezTo>
                  <a:cubicBezTo>
                    <a:pt x="38952" y="56756"/>
                    <a:pt x="39771" y="51665"/>
                    <a:pt x="41129" y="47819"/>
                  </a:cubicBezTo>
                  <a:cubicBezTo>
                    <a:pt x="42437" y="44112"/>
                    <a:pt x="44086" y="41995"/>
                    <a:pt x="46014" y="40674"/>
                  </a:cubicBezTo>
                  <a:cubicBezTo>
                    <a:pt x="47997" y="39315"/>
                    <a:pt x="51299" y="38100"/>
                    <a:pt x="57150" y="38100"/>
                  </a:cubicBezTo>
                  <a:cubicBezTo>
                    <a:pt x="63001" y="38100"/>
                    <a:pt x="66303" y="39315"/>
                    <a:pt x="68286" y="40674"/>
                  </a:cubicBezTo>
                  <a:cubicBezTo>
                    <a:pt x="70214" y="41995"/>
                    <a:pt x="71863" y="44112"/>
                    <a:pt x="73171" y="47819"/>
                  </a:cubicBezTo>
                  <a:cubicBezTo>
                    <a:pt x="74182" y="50683"/>
                    <a:pt x="74895" y="54239"/>
                    <a:pt x="75368" y="58589"/>
                  </a:cubicBezTo>
                  <a:cubicBezTo>
                    <a:pt x="63866" y="62084"/>
                    <a:pt x="57150" y="71773"/>
                    <a:pt x="57150" y="85725"/>
                  </a:cubicBezTo>
                  <a:cubicBezTo>
                    <a:pt x="57150" y="100316"/>
                    <a:pt x="64495" y="110244"/>
                    <a:pt x="76978" y="113303"/>
                  </a:cubicBezTo>
                  <a:cubicBezTo>
                    <a:pt x="77531" y="119164"/>
                    <a:pt x="78507" y="124848"/>
                    <a:pt x="80315" y="129971"/>
                  </a:cubicBezTo>
                  <a:cubicBezTo>
                    <a:pt x="82579" y="136386"/>
                    <a:pt x="86287" y="142305"/>
                    <a:pt x="92396" y="146491"/>
                  </a:cubicBezTo>
                  <a:cubicBezTo>
                    <a:pt x="98450" y="150639"/>
                    <a:pt x="105864" y="152400"/>
                    <a:pt x="114300" y="152400"/>
                  </a:cubicBezTo>
                  <a:cubicBezTo>
                    <a:pt x="122736" y="152400"/>
                    <a:pt x="130150" y="150639"/>
                    <a:pt x="136204" y="146491"/>
                  </a:cubicBezTo>
                  <a:cubicBezTo>
                    <a:pt x="142313" y="142305"/>
                    <a:pt x="146022" y="136386"/>
                    <a:pt x="148285" y="129971"/>
                  </a:cubicBezTo>
                  <a:cubicBezTo>
                    <a:pt x="150499" y="123698"/>
                    <a:pt x="151466" y="116585"/>
                    <a:pt x="151934" y="109332"/>
                  </a:cubicBezTo>
                  <a:cubicBezTo>
                    <a:pt x="152400" y="102104"/>
                    <a:pt x="152400" y="94109"/>
                    <a:pt x="152400" y="85927"/>
                  </a:cubicBezTo>
                  <a:lnTo>
                    <a:pt x="152400" y="55951"/>
                  </a:lnTo>
                  <a:close/>
                </a:path>
              </a:pathLst>
            </a:custGeom>
            <a:solidFill>
              <a:schemeClr val="bg1"/>
            </a:solidFill>
            <a:ln w="9525" cap="flat">
              <a:noFill/>
              <a:prstDash val="solid"/>
              <a:miter/>
            </a:ln>
          </p:spPr>
          <p:txBody>
            <a:bodyPr rtlCol="0" anchor="ctr"/>
            <a:lstStyle/>
            <a:p>
              <a:endParaRPr lang="ru-RU"/>
            </a:p>
          </p:txBody>
        </p:sp>
      </p:grpSp>
      <p:grpSp>
        <p:nvGrpSpPr>
          <p:cNvPr id="80" name="Группа 79">
            <a:extLst>
              <a:ext uri="{FF2B5EF4-FFF2-40B4-BE49-F238E27FC236}">
                <a16:creationId xmlns:a16="http://schemas.microsoft.com/office/drawing/2014/main" id="{187553EE-E9C4-8046-CFA2-A4DD0C14F744}"/>
              </a:ext>
            </a:extLst>
          </p:cNvPr>
          <p:cNvGrpSpPr/>
          <p:nvPr/>
        </p:nvGrpSpPr>
        <p:grpSpPr>
          <a:xfrm>
            <a:off x="9481084" y="4467731"/>
            <a:ext cx="1238243" cy="252000"/>
            <a:chOff x="9109717" y="4520088"/>
            <a:chExt cx="1238243" cy="252000"/>
          </a:xfrm>
        </p:grpSpPr>
        <p:sp>
          <p:nvSpPr>
            <p:cNvPr id="108" name="Прямоугольник: скругленные углы 107">
              <a:extLst>
                <a:ext uri="{FF2B5EF4-FFF2-40B4-BE49-F238E27FC236}">
                  <a16:creationId xmlns:a16="http://schemas.microsoft.com/office/drawing/2014/main" id="{DE598D86-A3BF-B9A0-B0F0-8A4B46894D91}"/>
                </a:ext>
              </a:extLst>
            </p:cNvPr>
            <p:cNvSpPr/>
            <p:nvPr/>
          </p:nvSpPr>
          <p:spPr>
            <a:xfrm>
              <a:off x="9109717" y="4520088"/>
              <a:ext cx="1238243" cy="252000"/>
            </a:xfrm>
            <a:prstGeom prst="roundRect">
              <a:avLst>
                <a:gd name="adj" fmla="val 2943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ВОЗВРАТ</a:t>
              </a:r>
            </a:p>
          </p:txBody>
        </p:sp>
        <p:sp>
          <p:nvSpPr>
            <p:cNvPr id="78" name="Рисунок 265">
              <a:extLst>
                <a:ext uri="{FF2B5EF4-FFF2-40B4-BE49-F238E27FC236}">
                  <a16:creationId xmlns:a16="http://schemas.microsoft.com/office/drawing/2014/main" id="{32C3C9DB-FCB8-6090-4C0B-A697B9234156}"/>
                </a:ext>
              </a:extLst>
            </p:cNvPr>
            <p:cNvSpPr/>
            <p:nvPr/>
          </p:nvSpPr>
          <p:spPr>
            <a:xfrm>
              <a:off x="9212639" y="4578820"/>
              <a:ext cx="127995" cy="127995"/>
            </a:xfrm>
            <a:custGeom>
              <a:avLst/>
              <a:gdLst>
                <a:gd name="connsiteX0" fmla="*/ 152400 w 171450"/>
                <a:gd name="connsiteY0" fmla="*/ 55951 h 171450"/>
                <a:gd name="connsiteX1" fmla="*/ 171450 w 171450"/>
                <a:gd name="connsiteY1" fmla="*/ 28575 h 171450"/>
                <a:gd name="connsiteX2" fmla="*/ 142875 w 171450"/>
                <a:gd name="connsiteY2" fmla="*/ 0 h 171450"/>
                <a:gd name="connsiteX3" fmla="*/ 114300 w 171450"/>
                <a:gd name="connsiteY3" fmla="*/ 28575 h 171450"/>
                <a:gd name="connsiteX4" fmla="*/ 133350 w 171450"/>
                <a:gd name="connsiteY4" fmla="*/ 55951 h 171450"/>
                <a:gd name="connsiteX5" fmla="*/ 133350 w 171450"/>
                <a:gd name="connsiteY5" fmla="*/ 85725 h 171450"/>
                <a:gd name="connsiteX6" fmla="*/ 132924 w 171450"/>
                <a:gd name="connsiteY6" fmla="*/ 108106 h 171450"/>
                <a:gd name="connsiteX7" fmla="*/ 130321 w 171450"/>
                <a:gd name="connsiteY7" fmla="*/ 123632 h 171450"/>
                <a:gd name="connsiteX8" fmla="*/ 125436 w 171450"/>
                <a:gd name="connsiteY8" fmla="*/ 130776 h 171450"/>
                <a:gd name="connsiteX9" fmla="*/ 114300 w 171450"/>
                <a:gd name="connsiteY9" fmla="*/ 133350 h 171450"/>
                <a:gd name="connsiteX10" fmla="*/ 103164 w 171450"/>
                <a:gd name="connsiteY10" fmla="*/ 130776 h 171450"/>
                <a:gd name="connsiteX11" fmla="*/ 98278 w 171450"/>
                <a:gd name="connsiteY11" fmla="*/ 123632 h 171450"/>
                <a:gd name="connsiteX12" fmla="*/ 96082 w 171450"/>
                <a:gd name="connsiteY12" fmla="*/ 112862 h 171450"/>
                <a:gd name="connsiteX13" fmla="*/ 114300 w 171450"/>
                <a:gd name="connsiteY13" fmla="*/ 85725 h 171450"/>
                <a:gd name="connsiteX14" fmla="*/ 94471 w 171450"/>
                <a:gd name="connsiteY14" fmla="*/ 58148 h 171450"/>
                <a:gd name="connsiteX15" fmla="*/ 91135 w 171450"/>
                <a:gd name="connsiteY15" fmla="*/ 41478 h 171450"/>
                <a:gd name="connsiteX16" fmla="*/ 79054 w 171450"/>
                <a:gd name="connsiteY16" fmla="*/ 24959 h 171450"/>
                <a:gd name="connsiteX17" fmla="*/ 57150 w 171450"/>
                <a:gd name="connsiteY17" fmla="*/ 19050 h 171450"/>
                <a:gd name="connsiteX18" fmla="*/ 35246 w 171450"/>
                <a:gd name="connsiteY18" fmla="*/ 24959 h 171450"/>
                <a:gd name="connsiteX19" fmla="*/ 23165 w 171450"/>
                <a:gd name="connsiteY19" fmla="*/ 41478 h 171450"/>
                <a:gd name="connsiteX20" fmla="*/ 19516 w 171450"/>
                <a:gd name="connsiteY20" fmla="*/ 62118 h 171450"/>
                <a:gd name="connsiteX21" fmla="*/ 19050 w 171450"/>
                <a:gd name="connsiteY21" fmla="*/ 85523 h 171450"/>
                <a:gd name="connsiteX22" fmla="*/ 19050 w 171450"/>
                <a:gd name="connsiteY22" fmla="*/ 115499 h 171450"/>
                <a:gd name="connsiteX23" fmla="*/ 0 w 171450"/>
                <a:gd name="connsiteY23" fmla="*/ 142875 h 171450"/>
                <a:gd name="connsiteX24" fmla="*/ 28575 w 171450"/>
                <a:gd name="connsiteY24" fmla="*/ 171450 h 171450"/>
                <a:gd name="connsiteX25" fmla="*/ 57150 w 171450"/>
                <a:gd name="connsiteY25" fmla="*/ 142875 h 171450"/>
                <a:gd name="connsiteX26" fmla="*/ 38100 w 171450"/>
                <a:gd name="connsiteY26" fmla="*/ 115499 h 171450"/>
                <a:gd name="connsiteX27" fmla="*/ 38100 w 171450"/>
                <a:gd name="connsiteY27" fmla="*/ 85725 h 171450"/>
                <a:gd name="connsiteX28" fmla="*/ 38527 w 171450"/>
                <a:gd name="connsiteY28" fmla="*/ 63344 h 171450"/>
                <a:gd name="connsiteX29" fmla="*/ 41129 w 171450"/>
                <a:gd name="connsiteY29" fmla="*/ 47819 h 171450"/>
                <a:gd name="connsiteX30" fmla="*/ 46014 w 171450"/>
                <a:gd name="connsiteY30" fmla="*/ 40674 h 171450"/>
                <a:gd name="connsiteX31" fmla="*/ 57150 w 171450"/>
                <a:gd name="connsiteY31" fmla="*/ 38100 h 171450"/>
                <a:gd name="connsiteX32" fmla="*/ 68286 w 171450"/>
                <a:gd name="connsiteY32" fmla="*/ 40674 h 171450"/>
                <a:gd name="connsiteX33" fmla="*/ 73171 w 171450"/>
                <a:gd name="connsiteY33" fmla="*/ 47819 h 171450"/>
                <a:gd name="connsiteX34" fmla="*/ 75368 w 171450"/>
                <a:gd name="connsiteY34" fmla="*/ 58589 h 171450"/>
                <a:gd name="connsiteX35" fmla="*/ 57150 w 171450"/>
                <a:gd name="connsiteY35" fmla="*/ 85725 h 171450"/>
                <a:gd name="connsiteX36" fmla="*/ 76978 w 171450"/>
                <a:gd name="connsiteY36" fmla="*/ 113303 h 171450"/>
                <a:gd name="connsiteX37" fmla="*/ 80315 w 171450"/>
                <a:gd name="connsiteY37" fmla="*/ 129971 h 171450"/>
                <a:gd name="connsiteX38" fmla="*/ 92396 w 171450"/>
                <a:gd name="connsiteY38" fmla="*/ 146491 h 171450"/>
                <a:gd name="connsiteX39" fmla="*/ 114300 w 171450"/>
                <a:gd name="connsiteY39" fmla="*/ 152400 h 171450"/>
                <a:gd name="connsiteX40" fmla="*/ 136204 w 171450"/>
                <a:gd name="connsiteY40" fmla="*/ 146491 h 171450"/>
                <a:gd name="connsiteX41" fmla="*/ 148285 w 171450"/>
                <a:gd name="connsiteY41" fmla="*/ 129971 h 171450"/>
                <a:gd name="connsiteX42" fmla="*/ 151934 w 171450"/>
                <a:gd name="connsiteY42" fmla="*/ 109332 h 171450"/>
                <a:gd name="connsiteX43" fmla="*/ 152400 w 171450"/>
                <a:gd name="connsiteY43" fmla="*/ 85927 h 171450"/>
                <a:gd name="connsiteX44" fmla="*/ 152400 w 171450"/>
                <a:gd name="connsiteY44" fmla="*/ 55951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152400" y="55951"/>
                  </a:moveTo>
                  <a:cubicBezTo>
                    <a:pt x="164410" y="52676"/>
                    <a:pt x="171450" y="42860"/>
                    <a:pt x="171450" y="28575"/>
                  </a:cubicBezTo>
                  <a:cubicBezTo>
                    <a:pt x="171450" y="10845"/>
                    <a:pt x="160605" y="0"/>
                    <a:pt x="142875" y="0"/>
                  </a:cubicBezTo>
                  <a:cubicBezTo>
                    <a:pt x="125146" y="0"/>
                    <a:pt x="114300" y="10845"/>
                    <a:pt x="114300" y="28575"/>
                  </a:cubicBezTo>
                  <a:cubicBezTo>
                    <a:pt x="114300" y="42860"/>
                    <a:pt x="121340" y="52676"/>
                    <a:pt x="133350" y="55951"/>
                  </a:cubicBezTo>
                  <a:lnTo>
                    <a:pt x="133350" y="85725"/>
                  </a:lnTo>
                  <a:cubicBezTo>
                    <a:pt x="133350" y="94141"/>
                    <a:pt x="133346" y="101552"/>
                    <a:pt x="132924" y="108106"/>
                  </a:cubicBezTo>
                  <a:cubicBezTo>
                    <a:pt x="132498" y="114694"/>
                    <a:pt x="131679" y="119784"/>
                    <a:pt x="130321" y="123632"/>
                  </a:cubicBezTo>
                  <a:cubicBezTo>
                    <a:pt x="129013" y="127338"/>
                    <a:pt x="127364" y="129455"/>
                    <a:pt x="125436" y="130776"/>
                  </a:cubicBezTo>
                  <a:cubicBezTo>
                    <a:pt x="123453" y="132135"/>
                    <a:pt x="120152" y="133350"/>
                    <a:pt x="114300" y="133350"/>
                  </a:cubicBezTo>
                  <a:cubicBezTo>
                    <a:pt x="108448" y="133350"/>
                    <a:pt x="105147" y="132135"/>
                    <a:pt x="103164" y="130776"/>
                  </a:cubicBezTo>
                  <a:cubicBezTo>
                    <a:pt x="101236" y="129455"/>
                    <a:pt x="99587" y="127338"/>
                    <a:pt x="98278" y="123632"/>
                  </a:cubicBezTo>
                  <a:cubicBezTo>
                    <a:pt x="97268" y="120767"/>
                    <a:pt x="96555" y="117212"/>
                    <a:pt x="96082" y="112862"/>
                  </a:cubicBezTo>
                  <a:cubicBezTo>
                    <a:pt x="107583" y="109366"/>
                    <a:pt x="114300" y="99677"/>
                    <a:pt x="114300" y="85725"/>
                  </a:cubicBezTo>
                  <a:cubicBezTo>
                    <a:pt x="114300" y="71134"/>
                    <a:pt x="106955" y="61205"/>
                    <a:pt x="94471" y="58148"/>
                  </a:cubicBezTo>
                  <a:cubicBezTo>
                    <a:pt x="93920" y="52285"/>
                    <a:pt x="92943" y="46602"/>
                    <a:pt x="91135" y="41478"/>
                  </a:cubicBezTo>
                  <a:cubicBezTo>
                    <a:pt x="88871" y="35064"/>
                    <a:pt x="85163" y="29145"/>
                    <a:pt x="79054" y="24959"/>
                  </a:cubicBezTo>
                  <a:cubicBezTo>
                    <a:pt x="73000" y="20811"/>
                    <a:pt x="65586" y="19050"/>
                    <a:pt x="57150" y="19050"/>
                  </a:cubicBezTo>
                  <a:cubicBezTo>
                    <a:pt x="48714" y="19050"/>
                    <a:pt x="41300" y="20811"/>
                    <a:pt x="35246" y="24959"/>
                  </a:cubicBezTo>
                  <a:cubicBezTo>
                    <a:pt x="29137" y="29145"/>
                    <a:pt x="25429" y="35064"/>
                    <a:pt x="23165" y="41478"/>
                  </a:cubicBezTo>
                  <a:cubicBezTo>
                    <a:pt x="20951" y="47752"/>
                    <a:pt x="19984" y="54865"/>
                    <a:pt x="19516" y="62118"/>
                  </a:cubicBezTo>
                  <a:cubicBezTo>
                    <a:pt x="19050" y="69346"/>
                    <a:pt x="19050" y="77341"/>
                    <a:pt x="19050" y="85523"/>
                  </a:cubicBezTo>
                  <a:lnTo>
                    <a:pt x="19050" y="115499"/>
                  </a:lnTo>
                  <a:cubicBezTo>
                    <a:pt x="7041" y="118774"/>
                    <a:pt x="0" y="128589"/>
                    <a:pt x="0" y="142875"/>
                  </a:cubicBezTo>
                  <a:cubicBezTo>
                    <a:pt x="0" y="160605"/>
                    <a:pt x="10845" y="171450"/>
                    <a:pt x="28575" y="171450"/>
                  </a:cubicBezTo>
                  <a:cubicBezTo>
                    <a:pt x="46305" y="171450"/>
                    <a:pt x="57150" y="160605"/>
                    <a:pt x="57150" y="142875"/>
                  </a:cubicBezTo>
                  <a:cubicBezTo>
                    <a:pt x="57150" y="128589"/>
                    <a:pt x="50109" y="118774"/>
                    <a:pt x="38100" y="115499"/>
                  </a:cubicBezTo>
                  <a:lnTo>
                    <a:pt x="38100" y="85725"/>
                  </a:lnTo>
                  <a:cubicBezTo>
                    <a:pt x="38100" y="77309"/>
                    <a:pt x="38104" y="69898"/>
                    <a:pt x="38527" y="63344"/>
                  </a:cubicBezTo>
                  <a:cubicBezTo>
                    <a:pt x="38952" y="56756"/>
                    <a:pt x="39771" y="51665"/>
                    <a:pt x="41129" y="47819"/>
                  </a:cubicBezTo>
                  <a:cubicBezTo>
                    <a:pt x="42437" y="44112"/>
                    <a:pt x="44086" y="41995"/>
                    <a:pt x="46014" y="40674"/>
                  </a:cubicBezTo>
                  <a:cubicBezTo>
                    <a:pt x="47997" y="39315"/>
                    <a:pt x="51299" y="38100"/>
                    <a:pt x="57150" y="38100"/>
                  </a:cubicBezTo>
                  <a:cubicBezTo>
                    <a:pt x="63001" y="38100"/>
                    <a:pt x="66303" y="39315"/>
                    <a:pt x="68286" y="40674"/>
                  </a:cubicBezTo>
                  <a:cubicBezTo>
                    <a:pt x="70214" y="41995"/>
                    <a:pt x="71863" y="44112"/>
                    <a:pt x="73171" y="47819"/>
                  </a:cubicBezTo>
                  <a:cubicBezTo>
                    <a:pt x="74182" y="50683"/>
                    <a:pt x="74895" y="54239"/>
                    <a:pt x="75368" y="58589"/>
                  </a:cubicBezTo>
                  <a:cubicBezTo>
                    <a:pt x="63866" y="62084"/>
                    <a:pt x="57150" y="71773"/>
                    <a:pt x="57150" y="85725"/>
                  </a:cubicBezTo>
                  <a:cubicBezTo>
                    <a:pt x="57150" y="100316"/>
                    <a:pt x="64495" y="110244"/>
                    <a:pt x="76978" y="113303"/>
                  </a:cubicBezTo>
                  <a:cubicBezTo>
                    <a:pt x="77531" y="119164"/>
                    <a:pt x="78507" y="124848"/>
                    <a:pt x="80315" y="129971"/>
                  </a:cubicBezTo>
                  <a:cubicBezTo>
                    <a:pt x="82579" y="136386"/>
                    <a:pt x="86287" y="142305"/>
                    <a:pt x="92396" y="146491"/>
                  </a:cubicBezTo>
                  <a:cubicBezTo>
                    <a:pt x="98450" y="150639"/>
                    <a:pt x="105864" y="152400"/>
                    <a:pt x="114300" y="152400"/>
                  </a:cubicBezTo>
                  <a:cubicBezTo>
                    <a:pt x="122736" y="152400"/>
                    <a:pt x="130150" y="150639"/>
                    <a:pt x="136204" y="146491"/>
                  </a:cubicBezTo>
                  <a:cubicBezTo>
                    <a:pt x="142313" y="142305"/>
                    <a:pt x="146022" y="136386"/>
                    <a:pt x="148285" y="129971"/>
                  </a:cubicBezTo>
                  <a:cubicBezTo>
                    <a:pt x="150499" y="123698"/>
                    <a:pt x="151466" y="116585"/>
                    <a:pt x="151934" y="109332"/>
                  </a:cubicBezTo>
                  <a:cubicBezTo>
                    <a:pt x="152400" y="102104"/>
                    <a:pt x="152400" y="94109"/>
                    <a:pt x="152400" y="85927"/>
                  </a:cubicBezTo>
                  <a:lnTo>
                    <a:pt x="152400" y="55951"/>
                  </a:lnTo>
                  <a:close/>
                </a:path>
              </a:pathLst>
            </a:custGeom>
            <a:solidFill>
              <a:schemeClr val="bg1"/>
            </a:solidFill>
            <a:ln w="9525" cap="flat">
              <a:noFill/>
              <a:prstDash val="solid"/>
              <a:miter/>
            </a:ln>
          </p:spPr>
          <p:txBody>
            <a:bodyPr rtlCol="0" anchor="ctr"/>
            <a:lstStyle/>
            <a:p>
              <a:endParaRPr lang="ru-RU"/>
            </a:p>
          </p:txBody>
        </p:sp>
      </p:grpSp>
      <p:grpSp>
        <p:nvGrpSpPr>
          <p:cNvPr id="143" name="Группа 142">
            <a:extLst>
              <a:ext uri="{FF2B5EF4-FFF2-40B4-BE49-F238E27FC236}">
                <a16:creationId xmlns:a16="http://schemas.microsoft.com/office/drawing/2014/main" id="{C3E598FF-90C0-00E4-0973-703183C8CF93}"/>
              </a:ext>
            </a:extLst>
          </p:cNvPr>
          <p:cNvGrpSpPr/>
          <p:nvPr/>
        </p:nvGrpSpPr>
        <p:grpSpPr>
          <a:xfrm>
            <a:off x="9046217" y="4069862"/>
            <a:ext cx="324000" cy="324000"/>
            <a:chOff x="8298138" y="3739685"/>
            <a:chExt cx="324000" cy="324000"/>
          </a:xfrm>
        </p:grpSpPr>
        <p:sp>
          <p:nvSpPr>
            <p:cNvPr id="128" name="Прямоугольник: скругленные углы 127">
              <a:extLst>
                <a:ext uri="{FF2B5EF4-FFF2-40B4-BE49-F238E27FC236}">
                  <a16:creationId xmlns:a16="http://schemas.microsoft.com/office/drawing/2014/main" id="{22CB4D11-C75B-8B30-F04B-22B8B4BD16CB}"/>
                </a:ext>
              </a:extLst>
            </p:cNvPr>
            <p:cNvSpPr/>
            <p:nvPr/>
          </p:nvSpPr>
          <p:spPr>
            <a:xfrm>
              <a:off x="8298138" y="3739685"/>
              <a:ext cx="324000" cy="324000"/>
            </a:xfrm>
            <a:prstGeom prst="roundRect">
              <a:avLst>
                <a:gd name="adj" fmla="val 2803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139" name="Рисунок 265">
              <a:extLst>
                <a:ext uri="{FF2B5EF4-FFF2-40B4-BE49-F238E27FC236}">
                  <a16:creationId xmlns:a16="http://schemas.microsoft.com/office/drawing/2014/main" id="{4E9D0AC6-8FA0-491D-A742-63E9C215A8AC}"/>
                </a:ext>
              </a:extLst>
            </p:cNvPr>
            <p:cNvSpPr/>
            <p:nvPr/>
          </p:nvSpPr>
          <p:spPr>
            <a:xfrm>
              <a:off x="8379380" y="3820927"/>
              <a:ext cx="161517" cy="161517"/>
            </a:xfrm>
            <a:custGeom>
              <a:avLst/>
              <a:gdLst>
                <a:gd name="connsiteX0" fmla="*/ 152400 w 171450"/>
                <a:gd name="connsiteY0" fmla="*/ 55951 h 171450"/>
                <a:gd name="connsiteX1" fmla="*/ 171450 w 171450"/>
                <a:gd name="connsiteY1" fmla="*/ 28575 h 171450"/>
                <a:gd name="connsiteX2" fmla="*/ 142875 w 171450"/>
                <a:gd name="connsiteY2" fmla="*/ 0 h 171450"/>
                <a:gd name="connsiteX3" fmla="*/ 114300 w 171450"/>
                <a:gd name="connsiteY3" fmla="*/ 28575 h 171450"/>
                <a:gd name="connsiteX4" fmla="*/ 133350 w 171450"/>
                <a:gd name="connsiteY4" fmla="*/ 55951 h 171450"/>
                <a:gd name="connsiteX5" fmla="*/ 133350 w 171450"/>
                <a:gd name="connsiteY5" fmla="*/ 85725 h 171450"/>
                <a:gd name="connsiteX6" fmla="*/ 132924 w 171450"/>
                <a:gd name="connsiteY6" fmla="*/ 108106 h 171450"/>
                <a:gd name="connsiteX7" fmla="*/ 130321 w 171450"/>
                <a:gd name="connsiteY7" fmla="*/ 123632 h 171450"/>
                <a:gd name="connsiteX8" fmla="*/ 125436 w 171450"/>
                <a:gd name="connsiteY8" fmla="*/ 130776 h 171450"/>
                <a:gd name="connsiteX9" fmla="*/ 114300 w 171450"/>
                <a:gd name="connsiteY9" fmla="*/ 133350 h 171450"/>
                <a:gd name="connsiteX10" fmla="*/ 103164 w 171450"/>
                <a:gd name="connsiteY10" fmla="*/ 130776 h 171450"/>
                <a:gd name="connsiteX11" fmla="*/ 98278 w 171450"/>
                <a:gd name="connsiteY11" fmla="*/ 123632 h 171450"/>
                <a:gd name="connsiteX12" fmla="*/ 96082 w 171450"/>
                <a:gd name="connsiteY12" fmla="*/ 112862 h 171450"/>
                <a:gd name="connsiteX13" fmla="*/ 114300 w 171450"/>
                <a:gd name="connsiteY13" fmla="*/ 85725 h 171450"/>
                <a:gd name="connsiteX14" fmla="*/ 94471 w 171450"/>
                <a:gd name="connsiteY14" fmla="*/ 58148 h 171450"/>
                <a:gd name="connsiteX15" fmla="*/ 91135 w 171450"/>
                <a:gd name="connsiteY15" fmla="*/ 41478 h 171450"/>
                <a:gd name="connsiteX16" fmla="*/ 79054 w 171450"/>
                <a:gd name="connsiteY16" fmla="*/ 24959 h 171450"/>
                <a:gd name="connsiteX17" fmla="*/ 57150 w 171450"/>
                <a:gd name="connsiteY17" fmla="*/ 19050 h 171450"/>
                <a:gd name="connsiteX18" fmla="*/ 35246 w 171450"/>
                <a:gd name="connsiteY18" fmla="*/ 24959 h 171450"/>
                <a:gd name="connsiteX19" fmla="*/ 23165 w 171450"/>
                <a:gd name="connsiteY19" fmla="*/ 41478 h 171450"/>
                <a:gd name="connsiteX20" fmla="*/ 19516 w 171450"/>
                <a:gd name="connsiteY20" fmla="*/ 62118 h 171450"/>
                <a:gd name="connsiteX21" fmla="*/ 19050 w 171450"/>
                <a:gd name="connsiteY21" fmla="*/ 85523 h 171450"/>
                <a:gd name="connsiteX22" fmla="*/ 19050 w 171450"/>
                <a:gd name="connsiteY22" fmla="*/ 115499 h 171450"/>
                <a:gd name="connsiteX23" fmla="*/ 0 w 171450"/>
                <a:gd name="connsiteY23" fmla="*/ 142875 h 171450"/>
                <a:gd name="connsiteX24" fmla="*/ 28575 w 171450"/>
                <a:gd name="connsiteY24" fmla="*/ 171450 h 171450"/>
                <a:gd name="connsiteX25" fmla="*/ 57150 w 171450"/>
                <a:gd name="connsiteY25" fmla="*/ 142875 h 171450"/>
                <a:gd name="connsiteX26" fmla="*/ 38100 w 171450"/>
                <a:gd name="connsiteY26" fmla="*/ 115499 h 171450"/>
                <a:gd name="connsiteX27" fmla="*/ 38100 w 171450"/>
                <a:gd name="connsiteY27" fmla="*/ 85725 h 171450"/>
                <a:gd name="connsiteX28" fmla="*/ 38527 w 171450"/>
                <a:gd name="connsiteY28" fmla="*/ 63344 h 171450"/>
                <a:gd name="connsiteX29" fmla="*/ 41129 w 171450"/>
                <a:gd name="connsiteY29" fmla="*/ 47819 h 171450"/>
                <a:gd name="connsiteX30" fmla="*/ 46014 w 171450"/>
                <a:gd name="connsiteY30" fmla="*/ 40674 h 171450"/>
                <a:gd name="connsiteX31" fmla="*/ 57150 w 171450"/>
                <a:gd name="connsiteY31" fmla="*/ 38100 h 171450"/>
                <a:gd name="connsiteX32" fmla="*/ 68286 w 171450"/>
                <a:gd name="connsiteY32" fmla="*/ 40674 h 171450"/>
                <a:gd name="connsiteX33" fmla="*/ 73171 w 171450"/>
                <a:gd name="connsiteY33" fmla="*/ 47819 h 171450"/>
                <a:gd name="connsiteX34" fmla="*/ 75368 w 171450"/>
                <a:gd name="connsiteY34" fmla="*/ 58589 h 171450"/>
                <a:gd name="connsiteX35" fmla="*/ 57150 w 171450"/>
                <a:gd name="connsiteY35" fmla="*/ 85725 h 171450"/>
                <a:gd name="connsiteX36" fmla="*/ 76978 w 171450"/>
                <a:gd name="connsiteY36" fmla="*/ 113303 h 171450"/>
                <a:gd name="connsiteX37" fmla="*/ 80315 w 171450"/>
                <a:gd name="connsiteY37" fmla="*/ 129971 h 171450"/>
                <a:gd name="connsiteX38" fmla="*/ 92396 w 171450"/>
                <a:gd name="connsiteY38" fmla="*/ 146491 h 171450"/>
                <a:gd name="connsiteX39" fmla="*/ 114300 w 171450"/>
                <a:gd name="connsiteY39" fmla="*/ 152400 h 171450"/>
                <a:gd name="connsiteX40" fmla="*/ 136204 w 171450"/>
                <a:gd name="connsiteY40" fmla="*/ 146491 h 171450"/>
                <a:gd name="connsiteX41" fmla="*/ 148285 w 171450"/>
                <a:gd name="connsiteY41" fmla="*/ 129971 h 171450"/>
                <a:gd name="connsiteX42" fmla="*/ 151934 w 171450"/>
                <a:gd name="connsiteY42" fmla="*/ 109332 h 171450"/>
                <a:gd name="connsiteX43" fmla="*/ 152400 w 171450"/>
                <a:gd name="connsiteY43" fmla="*/ 85927 h 171450"/>
                <a:gd name="connsiteX44" fmla="*/ 152400 w 171450"/>
                <a:gd name="connsiteY44" fmla="*/ 55951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152400" y="55951"/>
                  </a:moveTo>
                  <a:cubicBezTo>
                    <a:pt x="164410" y="52676"/>
                    <a:pt x="171450" y="42860"/>
                    <a:pt x="171450" y="28575"/>
                  </a:cubicBezTo>
                  <a:cubicBezTo>
                    <a:pt x="171450" y="10845"/>
                    <a:pt x="160605" y="0"/>
                    <a:pt x="142875" y="0"/>
                  </a:cubicBezTo>
                  <a:cubicBezTo>
                    <a:pt x="125146" y="0"/>
                    <a:pt x="114300" y="10845"/>
                    <a:pt x="114300" y="28575"/>
                  </a:cubicBezTo>
                  <a:cubicBezTo>
                    <a:pt x="114300" y="42860"/>
                    <a:pt x="121340" y="52676"/>
                    <a:pt x="133350" y="55951"/>
                  </a:cubicBezTo>
                  <a:lnTo>
                    <a:pt x="133350" y="85725"/>
                  </a:lnTo>
                  <a:cubicBezTo>
                    <a:pt x="133350" y="94141"/>
                    <a:pt x="133346" y="101552"/>
                    <a:pt x="132924" y="108106"/>
                  </a:cubicBezTo>
                  <a:cubicBezTo>
                    <a:pt x="132498" y="114694"/>
                    <a:pt x="131679" y="119784"/>
                    <a:pt x="130321" y="123632"/>
                  </a:cubicBezTo>
                  <a:cubicBezTo>
                    <a:pt x="129013" y="127338"/>
                    <a:pt x="127364" y="129455"/>
                    <a:pt x="125436" y="130776"/>
                  </a:cubicBezTo>
                  <a:cubicBezTo>
                    <a:pt x="123453" y="132135"/>
                    <a:pt x="120152" y="133350"/>
                    <a:pt x="114300" y="133350"/>
                  </a:cubicBezTo>
                  <a:cubicBezTo>
                    <a:pt x="108448" y="133350"/>
                    <a:pt x="105147" y="132135"/>
                    <a:pt x="103164" y="130776"/>
                  </a:cubicBezTo>
                  <a:cubicBezTo>
                    <a:pt x="101236" y="129455"/>
                    <a:pt x="99587" y="127338"/>
                    <a:pt x="98278" y="123632"/>
                  </a:cubicBezTo>
                  <a:cubicBezTo>
                    <a:pt x="97268" y="120767"/>
                    <a:pt x="96555" y="117212"/>
                    <a:pt x="96082" y="112862"/>
                  </a:cubicBezTo>
                  <a:cubicBezTo>
                    <a:pt x="107583" y="109366"/>
                    <a:pt x="114300" y="99677"/>
                    <a:pt x="114300" y="85725"/>
                  </a:cubicBezTo>
                  <a:cubicBezTo>
                    <a:pt x="114300" y="71134"/>
                    <a:pt x="106955" y="61205"/>
                    <a:pt x="94471" y="58148"/>
                  </a:cubicBezTo>
                  <a:cubicBezTo>
                    <a:pt x="93920" y="52285"/>
                    <a:pt x="92943" y="46602"/>
                    <a:pt x="91135" y="41478"/>
                  </a:cubicBezTo>
                  <a:cubicBezTo>
                    <a:pt x="88871" y="35064"/>
                    <a:pt x="85163" y="29145"/>
                    <a:pt x="79054" y="24959"/>
                  </a:cubicBezTo>
                  <a:cubicBezTo>
                    <a:pt x="73000" y="20811"/>
                    <a:pt x="65586" y="19050"/>
                    <a:pt x="57150" y="19050"/>
                  </a:cubicBezTo>
                  <a:cubicBezTo>
                    <a:pt x="48714" y="19050"/>
                    <a:pt x="41300" y="20811"/>
                    <a:pt x="35246" y="24959"/>
                  </a:cubicBezTo>
                  <a:cubicBezTo>
                    <a:pt x="29137" y="29145"/>
                    <a:pt x="25429" y="35064"/>
                    <a:pt x="23165" y="41478"/>
                  </a:cubicBezTo>
                  <a:cubicBezTo>
                    <a:pt x="20951" y="47752"/>
                    <a:pt x="19984" y="54865"/>
                    <a:pt x="19516" y="62118"/>
                  </a:cubicBezTo>
                  <a:cubicBezTo>
                    <a:pt x="19050" y="69346"/>
                    <a:pt x="19050" y="77341"/>
                    <a:pt x="19050" y="85523"/>
                  </a:cubicBezTo>
                  <a:lnTo>
                    <a:pt x="19050" y="115499"/>
                  </a:lnTo>
                  <a:cubicBezTo>
                    <a:pt x="7041" y="118774"/>
                    <a:pt x="0" y="128589"/>
                    <a:pt x="0" y="142875"/>
                  </a:cubicBezTo>
                  <a:cubicBezTo>
                    <a:pt x="0" y="160605"/>
                    <a:pt x="10845" y="171450"/>
                    <a:pt x="28575" y="171450"/>
                  </a:cubicBezTo>
                  <a:cubicBezTo>
                    <a:pt x="46305" y="171450"/>
                    <a:pt x="57150" y="160605"/>
                    <a:pt x="57150" y="142875"/>
                  </a:cubicBezTo>
                  <a:cubicBezTo>
                    <a:pt x="57150" y="128589"/>
                    <a:pt x="50109" y="118774"/>
                    <a:pt x="38100" y="115499"/>
                  </a:cubicBezTo>
                  <a:lnTo>
                    <a:pt x="38100" y="85725"/>
                  </a:lnTo>
                  <a:cubicBezTo>
                    <a:pt x="38100" y="77309"/>
                    <a:pt x="38104" y="69898"/>
                    <a:pt x="38527" y="63344"/>
                  </a:cubicBezTo>
                  <a:cubicBezTo>
                    <a:pt x="38952" y="56756"/>
                    <a:pt x="39771" y="51665"/>
                    <a:pt x="41129" y="47819"/>
                  </a:cubicBezTo>
                  <a:cubicBezTo>
                    <a:pt x="42437" y="44112"/>
                    <a:pt x="44086" y="41995"/>
                    <a:pt x="46014" y="40674"/>
                  </a:cubicBezTo>
                  <a:cubicBezTo>
                    <a:pt x="47997" y="39315"/>
                    <a:pt x="51299" y="38100"/>
                    <a:pt x="57150" y="38100"/>
                  </a:cubicBezTo>
                  <a:cubicBezTo>
                    <a:pt x="63001" y="38100"/>
                    <a:pt x="66303" y="39315"/>
                    <a:pt x="68286" y="40674"/>
                  </a:cubicBezTo>
                  <a:cubicBezTo>
                    <a:pt x="70214" y="41995"/>
                    <a:pt x="71863" y="44112"/>
                    <a:pt x="73171" y="47819"/>
                  </a:cubicBezTo>
                  <a:cubicBezTo>
                    <a:pt x="74182" y="50683"/>
                    <a:pt x="74895" y="54239"/>
                    <a:pt x="75368" y="58589"/>
                  </a:cubicBezTo>
                  <a:cubicBezTo>
                    <a:pt x="63866" y="62084"/>
                    <a:pt x="57150" y="71773"/>
                    <a:pt x="57150" y="85725"/>
                  </a:cubicBezTo>
                  <a:cubicBezTo>
                    <a:pt x="57150" y="100316"/>
                    <a:pt x="64495" y="110244"/>
                    <a:pt x="76978" y="113303"/>
                  </a:cubicBezTo>
                  <a:cubicBezTo>
                    <a:pt x="77531" y="119164"/>
                    <a:pt x="78507" y="124848"/>
                    <a:pt x="80315" y="129971"/>
                  </a:cubicBezTo>
                  <a:cubicBezTo>
                    <a:pt x="82579" y="136386"/>
                    <a:pt x="86287" y="142305"/>
                    <a:pt x="92396" y="146491"/>
                  </a:cubicBezTo>
                  <a:cubicBezTo>
                    <a:pt x="98450" y="150639"/>
                    <a:pt x="105864" y="152400"/>
                    <a:pt x="114300" y="152400"/>
                  </a:cubicBezTo>
                  <a:cubicBezTo>
                    <a:pt x="122736" y="152400"/>
                    <a:pt x="130150" y="150639"/>
                    <a:pt x="136204" y="146491"/>
                  </a:cubicBezTo>
                  <a:cubicBezTo>
                    <a:pt x="142313" y="142305"/>
                    <a:pt x="146022" y="136386"/>
                    <a:pt x="148285" y="129971"/>
                  </a:cubicBezTo>
                  <a:cubicBezTo>
                    <a:pt x="150499" y="123698"/>
                    <a:pt x="151466" y="116585"/>
                    <a:pt x="151934" y="109332"/>
                  </a:cubicBezTo>
                  <a:cubicBezTo>
                    <a:pt x="152400" y="102104"/>
                    <a:pt x="152400" y="94109"/>
                    <a:pt x="152400" y="85927"/>
                  </a:cubicBezTo>
                  <a:lnTo>
                    <a:pt x="152400" y="55951"/>
                  </a:lnTo>
                  <a:close/>
                </a:path>
              </a:pathLst>
            </a:custGeom>
            <a:solidFill>
              <a:schemeClr val="bg1"/>
            </a:solidFill>
            <a:ln w="9525" cap="flat">
              <a:noFill/>
              <a:prstDash val="solid"/>
              <a:miter/>
            </a:ln>
          </p:spPr>
          <p:txBody>
            <a:bodyPr rtlCol="0" anchor="ctr"/>
            <a:lstStyle/>
            <a:p>
              <a:endParaRPr lang="ru-RU"/>
            </a:p>
          </p:txBody>
        </p:sp>
      </p:grpSp>
      <p:sp>
        <p:nvSpPr>
          <p:cNvPr id="35" name="Прямоугольник: скругленные углы 34">
            <a:extLst>
              <a:ext uri="{FF2B5EF4-FFF2-40B4-BE49-F238E27FC236}">
                <a16:creationId xmlns:a16="http://schemas.microsoft.com/office/drawing/2014/main" id="{2B5A606E-461B-A347-900C-C59512499CF9}"/>
              </a:ext>
            </a:extLst>
          </p:cNvPr>
          <p:cNvSpPr/>
          <p:nvPr/>
        </p:nvSpPr>
        <p:spPr>
          <a:xfrm>
            <a:off x="1089259" y="6043908"/>
            <a:ext cx="1672431"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en-US" sz="1200" b="1"/>
              <a:t>PRODUCT UPDATE</a:t>
            </a:r>
          </a:p>
        </p:txBody>
      </p:sp>
      <p:grpSp>
        <p:nvGrpSpPr>
          <p:cNvPr id="173" name="Группа 172">
            <a:extLst>
              <a:ext uri="{FF2B5EF4-FFF2-40B4-BE49-F238E27FC236}">
                <a16:creationId xmlns:a16="http://schemas.microsoft.com/office/drawing/2014/main" id="{8349C378-3308-5BF6-2CD2-218FE25DAB31}"/>
              </a:ext>
            </a:extLst>
          </p:cNvPr>
          <p:cNvGrpSpPr/>
          <p:nvPr/>
        </p:nvGrpSpPr>
        <p:grpSpPr>
          <a:xfrm>
            <a:off x="1089258" y="5320171"/>
            <a:ext cx="2796858" cy="324000"/>
            <a:chOff x="639762" y="5320171"/>
            <a:chExt cx="2796858" cy="324000"/>
          </a:xfrm>
        </p:grpSpPr>
        <p:sp>
          <p:nvSpPr>
            <p:cNvPr id="40" name="Прямоугольник: скругленные углы 39">
              <a:extLst>
                <a:ext uri="{FF2B5EF4-FFF2-40B4-BE49-F238E27FC236}">
                  <a16:creationId xmlns:a16="http://schemas.microsoft.com/office/drawing/2014/main" id="{473F4DCB-563B-4DEA-E658-069CCC24543B}"/>
                </a:ext>
              </a:extLst>
            </p:cNvPr>
            <p:cNvSpPr/>
            <p:nvPr/>
          </p:nvSpPr>
          <p:spPr>
            <a:xfrm>
              <a:off x="639762" y="5320171"/>
              <a:ext cx="2796858"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en-US">
                  <a:latin typeface="+mj-lt"/>
                </a:rPr>
                <a:t>PRODUCT UPDATE</a:t>
              </a:r>
              <a:r>
                <a:rPr lang="ru-RU">
                  <a:latin typeface="+mj-lt"/>
                </a:rPr>
                <a:t> </a:t>
              </a:r>
            </a:p>
          </p:txBody>
        </p:sp>
        <p:sp>
          <p:nvSpPr>
            <p:cNvPr id="55" name="Полилиния: фигура 54">
              <a:extLst>
                <a:ext uri="{FF2B5EF4-FFF2-40B4-BE49-F238E27FC236}">
                  <a16:creationId xmlns:a16="http://schemas.microsoft.com/office/drawing/2014/main" id="{11BD8471-449D-AD10-F6D9-32EB579839CD}"/>
                </a:ext>
              </a:extLst>
            </p:cNvPr>
            <p:cNvSpPr/>
            <p:nvPr/>
          </p:nvSpPr>
          <p:spPr>
            <a:xfrm>
              <a:off x="761739" y="5404879"/>
              <a:ext cx="153492" cy="162522"/>
            </a:xfrm>
            <a:custGeom>
              <a:avLst/>
              <a:gdLst>
                <a:gd name="connsiteX0" fmla="*/ 119063 w 161925"/>
                <a:gd name="connsiteY0" fmla="*/ 133351 h 171451"/>
                <a:gd name="connsiteX1" fmla="*/ 133350 w 161925"/>
                <a:gd name="connsiteY1" fmla="*/ 147639 h 171451"/>
                <a:gd name="connsiteX2" fmla="*/ 119063 w 161925"/>
                <a:gd name="connsiteY2" fmla="*/ 161926 h 171451"/>
                <a:gd name="connsiteX3" fmla="*/ 104775 w 161925"/>
                <a:gd name="connsiteY3" fmla="*/ 147639 h 171451"/>
                <a:gd name="connsiteX4" fmla="*/ 119063 w 161925"/>
                <a:gd name="connsiteY4" fmla="*/ 133351 h 171451"/>
                <a:gd name="connsiteX5" fmla="*/ 147638 w 161925"/>
                <a:gd name="connsiteY5" fmla="*/ 95251 h 171451"/>
                <a:gd name="connsiteX6" fmla="*/ 161925 w 161925"/>
                <a:gd name="connsiteY6" fmla="*/ 109539 h 171451"/>
                <a:gd name="connsiteX7" fmla="*/ 147638 w 161925"/>
                <a:gd name="connsiteY7" fmla="*/ 123826 h 171451"/>
                <a:gd name="connsiteX8" fmla="*/ 133350 w 161925"/>
                <a:gd name="connsiteY8" fmla="*/ 109539 h 171451"/>
                <a:gd name="connsiteX9" fmla="*/ 147638 w 161925"/>
                <a:gd name="connsiteY9" fmla="*/ 95251 h 171451"/>
                <a:gd name="connsiteX10" fmla="*/ 138113 w 161925"/>
                <a:gd name="connsiteY10" fmla="*/ 47626 h 171451"/>
                <a:gd name="connsiteX11" fmla="*/ 152400 w 161925"/>
                <a:gd name="connsiteY11" fmla="*/ 61914 h 171451"/>
                <a:gd name="connsiteX12" fmla="*/ 138113 w 161925"/>
                <a:gd name="connsiteY12" fmla="*/ 76201 h 171451"/>
                <a:gd name="connsiteX13" fmla="*/ 123825 w 161925"/>
                <a:gd name="connsiteY13" fmla="*/ 61914 h 171451"/>
                <a:gd name="connsiteX14" fmla="*/ 138113 w 161925"/>
                <a:gd name="connsiteY14" fmla="*/ 47626 h 171451"/>
                <a:gd name="connsiteX15" fmla="*/ 50810 w 161925"/>
                <a:gd name="connsiteY15" fmla="*/ 88 h 171451"/>
                <a:gd name="connsiteX16" fmla="*/ 61312 w 161925"/>
                <a:gd name="connsiteY16" fmla="*/ 3131 h 171451"/>
                <a:gd name="connsiteX17" fmla="*/ 85125 w 161925"/>
                <a:gd name="connsiteY17" fmla="*/ 22181 h 171451"/>
                <a:gd name="connsiteX18" fmla="*/ 88979 w 161925"/>
                <a:gd name="connsiteY18" fmla="*/ 39728 h 171451"/>
                <a:gd name="connsiteX19" fmla="*/ 74691 w 161925"/>
                <a:gd name="connsiteY19" fmla="*/ 68302 h 171451"/>
                <a:gd name="connsiteX20" fmla="*/ 55523 w 161925"/>
                <a:gd name="connsiteY20" fmla="*/ 74692 h 171451"/>
                <a:gd name="connsiteX21" fmla="*/ 48767 w 161925"/>
                <a:gd name="connsiteY21" fmla="*/ 56316 h 171451"/>
                <a:gd name="connsiteX22" fmla="*/ 28575 w 161925"/>
                <a:gd name="connsiteY22" fmla="*/ 95251 h 171451"/>
                <a:gd name="connsiteX23" fmla="*/ 76200 w 161925"/>
                <a:gd name="connsiteY23" fmla="*/ 142876 h 171451"/>
                <a:gd name="connsiteX24" fmla="*/ 90488 w 161925"/>
                <a:gd name="connsiteY24" fmla="*/ 157163 h 171451"/>
                <a:gd name="connsiteX25" fmla="*/ 76200 w 161925"/>
                <a:gd name="connsiteY25" fmla="*/ 171451 h 171451"/>
                <a:gd name="connsiteX26" fmla="*/ 0 w 161925"/>
                <a:gd name="connsiteY26" fmla="*/ 95251 h 171451"/>
                <a:gd name="connsiteX27" fmla="*/ 44232 w 161925"/>
                <a:gd name="connsiteY27" fmla="*/ 26060 h 171451"/>
                <a:gd name="connsiteX28" fmla="*/ 43462 w 161925"/>
                <a:gd name="connsiteY28" fmla="*/ 25445 h 171451"/>
                <a:gd name="connsiteX29" fmla="*/ 41231 w 161925"/>
                <a:gd name="connsiteY29" fmla="*/ 5363 h 171451"/>
                <a:gd name="connsiteX30" fmla="*/ 50810 w 161925"/>
                <a:gd name="connsiteY30" fmla="*/ 88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1925" h="171451">
                  <a:moveTo>
                    <a:pt x="119063" y="133351"/>
                  </a:moveTo>
                  <a:cubicBezTo>
                    <a:pt x="126953" y="133351"/>
                    <a:pt x="133350" y="139748"/>
                    <a:pt x="133350" y="147639"/>
                  </a:cubicBezTo>
                  <a:cubicBezTo>
                    <a:pt x="133350" y="155529"/>
                    <a:pt x="126953" y="161926"/>
                    <a:pt x="119063" y="161926"/>
                  </a:cubicBezTo>
                  <a:cubicBezTo>
                    <a:pt x="111172" y="161926"/>
                    <a:pt x="104775" y="155529"/>
                    <a:pt x="104775" y="147639"/>
                  </a:cubicBezTo>
                  <a:cubicBezTo>
                    <a:pt x="104775" y="139748"/>
                    <a:pt x="111172" y="133351"/>
                    <a:pt x="119063" y="133351"/>
                  </a:cubicBezTo>
                  <a:close/>
                  <a:moveTo>
                    <a:pt x="147638" y="95251"/>
                  </a:moveTo>
                  <a:cubicBezTo>
                    <a:pt x="155528" y="95251"/>
                    <a:pt x="161925" y="101648"/>
                    <a:pt x="161925" y="109539"/>
                  </a:cubicBezTo>
                  <a:cubicBezTo>
                    <a:pt x="161925" y="117429"/>
                    <a:pt x="155528" y="123826"/>
                    <a:pt x="147638" y="123826"/>
                  </a:cubicBezTo>
                  <a:cubicBezTo>
                    <a:pt x="139747" y="123826"/>
                    <a:pt x="133350" y="117429"/>
                    <a:pt x="133350" y="109539"/>
                  </a:cubicBezTo>
                  <a:cubicBezTo>
                    <a:pt x="133350" y="101648"/>
                    <a:pt x="139747" y="95251"/>
                    <a:pt x="147638" y="95251"/>
                  </a:cubicBezTo>
                  <a:close/>
                  <a:moveTo>
                    <a:pt x="138113" y="47626"/>
                  </a:moveTo>
                  <a:cubicBezTo>
                    <a:pt x="146003" y="47626"/>
                    <a:pt x="152400" y="54023"/>
                    <a:pt x="152400" y="61914"/>
                  </a:cubicBezTo>
                  <a:cubicBezTo>
                    <a:pt x="152400" y="69804"/>
                    <a:pt x="146003" y="76201"/>
                    <a:pt x="138113" y="76201"/>
                  </a:cubicBezTo>
                  <a:cubicBezTo>
                    <a:pt x="130222" y="76201"/>
                    <a:pt x="123825" y="69804"/>
                    <a:pt x="123825" y="61914"/>
                  </a:cubicBezTo>
                  <a:cubicBezTo>
                    <a:pt x="123825" y="54023"/>
                    <a:pt x="130222" y="47626"/>
                    <a:pt x="138113" y="47626"/>
                  </a:cubicBezTo>
                  <a:close/>
                  <a:moveTo>
                    <a:pt x="50810" y="88"/>
                  </a:moveTo>
                  <a:cubicBezTo>
                    <a:pt x="54444" y="-316"/>
                    <a:pt x="58232" y="667"/>
                    <a:pt x="61312" y="3131"/>
                  </a:cubicBezTo>
                  <a:lnTo>
                    <a:pt x="85125" y="22181"/>
                  </a:lnTo>
                  <a:cubicBezTo>
                    <a:pt x="90387" y="26390"/>
                    <a:pt x="91992" y="33702"/>
                    <a:pt x="88979" y="39728"/>
                  </a:cubicBezTo>
                  <a:lnTo>
                    <a:pt x="74691" y="68302"/>
                  </a:lnTo>
                  <a:cubicBezTo>
                    <a:pt x="71163" y="75360"/>
                    <a:pt x="62580" y="78221"/>
                    <a:pt x="55523" y="74692"/>
                  </a:cubicBezTo>
                  <a:cubicBezTo>
                    <a:pt x="48727" y="71294"/>
                    <a:pt x="45823" y="63212"/>
                    <a:pt x="48767" y="56316"/>
                  </a:cubicBezTo>
                  <a:cubicBezTo>
                    <a:pt x="36552" y="64938"/>
                    <a:pt x="28575" y="79163"/>
                    <a:pt x="28575" y="95251"/>
                  </a:cubicBezTo>
                  <a:cubicBezTo>
                    <a:pt x="28575" y="121553"/>
                    <a:pt x="49897" y="142876"/>
                    <a:pt x="76200" y="142876"/>
                  </a:cubicBezTo>
                  <a:cubicBezTo>
                    <a:pt x="84091" y="142876"/>
                    <a:pt x="90488" y="149273"/>
                    <a:pt x="90488" y="157163"/>
                  </a:cubicBezTo>
                  <a:cubicBezTo>
                    <a:pt x="90488" y="165054"/>
                    <a:pt x="84091" y="171451"/>
                    <a:pt x="76200" y="171451"/>
                  </a:cubicBezTo>
                  <a:cubicBezTo>
                    <a:pt x="34116" y="171451"/>
                    <a:pt x="0" y="137335"/>
                    <a:pt x="0" y="95251"/>
                  </a:cubicBezTo>
                  <a:cubicBezTo>
                    <a:pt x="0" y="64583"/>
                    <a:pt x="18117" y="38147"/>
                    <a:pt x="44232" y="26060"/>
                  </a:cubicBezTo>
                  <a:lnTo>
                    <a:pt x="43462" y="25445"/>
                  </a:lnTo>
                  <a:cubicBezTo>
                    <a:pt x="37300" y="20515"/>
                    <a:pt x="36301" y="11524"/>
                    <a:pt x="41231" y="5363"/>
                  </a:cubicBezTo>
                  <a:cubicBezTo>
                    <a:pt x="43696" y="2282"/>
                    <a:pt x="47176" y="492"/>
                    <a:pt x="50810" y="88"/>
                  </a:cubicBezTo>
                  <a:close/>
                </a:path>
              </a:pathLst>
            </a:custGeom>
            <a:solidFill>
              <a:schemeClr val="bg1"/>
            </a:solidFill>
            <a:ln w="9525" cap="flat">
              <a:noFill/>
              <a:prstDash val="solid"/>
              <a:miter/>
            </a:ln>
          </p:spPr>
          <p:txBody>
            <a:bodyPr rtlCol="0" anchor="ctr"/>
            <a:lstStyle/>
            <a:p>
              <a:endParaRPr lang="ru-RU"/>
            </a:p>
          </p:txBody>
        </p:sp>
      </p:grpSp>
      <p:grpSp>
        <p:nvGrpSpPr>
          <p:cNvPr id="58" name="Группа 57">
            <a:extLst>
              <a:ext uri="{FF2B5EF4-FFF2-40B4-BE49-F238E27FC236}">
                <a16:creationId xmlns:a16="http://schemas.microsoft.com/office/drawing/2014/main" id="{8C3790BE-F1BD-9D6E-599B-7D8B2D6B9B21}"/>
              </a:ext>
            </a:extLst>
          </p:cNvPr>
          <p:cNvGrpSpPr/>
          <p:nvPr/>
        </p:nvGrpSpPr>
        <p:grpSpPr>
          <a:xfrm>
            <a:off x="1089259" y="5718040"/>
            <a:ext cx="2065337" cy="252000"/>
            <a:chOff x="639763" y="5718040"/>
            <a:chExt cx="2065337" cy="252000"/>
          </a:xfrm>
        </p:grpSpPr>
        <p:sp>
          <p:nvSpPr>
            <p:cNvPr id="38" name="Прямоугольник: скругленные углы 37">
              <a:extLst>
                <a:ext uri="{FF2B5EF4-FFF2-40B4-BE49-F238E27FC236}">
                  <a16:creationId xmlns:a16="http://schemas.microsoft.com/office/drawing/2014/main" id="{CF1E9F29-FD01-3B11-0CCF-2FEB3A39F754}"/>
                </a:ext>
              </a:extLst>
            </p:cNvPr>
            <p:cNvSpPr/>
            <p:nvPr/>
          </p:nvSpPr>
          <p:spPr>
            <a:xfrm>
              <a:off x="639763" y="5718040"/>
              <a:ext cx="2065337"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en-US" sz="1400" b="1" dirty="0"/>
                <a:t>PRODUCT UPDATE</a:t>
              </a:r>
              <a:endParaRPr lang="ru-RU" sz="1400" b="1" dirty="0"/>
            </a:p>
          </p:txBody>
        </p:sp>
        <p:sp>
          <p:nvSpPr>
            <p:cNvPr id="57" name="Полилиния: фигура 56">
              <a:extLst>
                <a:ext uri="{FF2B5EF4-FFF2-40B4-BE49-F238E27FC236}">
                  <a16:creationId xmlns:a16="http://schemas.microsoft.com/office/drawing/2014/main" id="{55DA212A-36EA-A754-6398-D16820DEED75}"/>
                </a:ext>
              </a:extLst>
            </p:cNvPr>
            <p:cNvSpPr/>
            <p:nvPr/>
          </p:nvSpPr>
          <p:spPr>
            <a:xfrm>
              <a:off x="756521" y="5772717"/>
              <a:ext cx="117967" cy="124907"/>
            </a:xfrm>
            <a:custGeom>
              <a:avLst/>
              <a:gdLst>
                <a:gd name="connsiteX0" fmla="*/ 119063 w 161925"/>
                <a:gd name="connsiteY0" fmla="*/ 133351 h 171451"/>
                <a:gd name="connsiteX1" fmla="*/ 133350 w 161925"/>
                <a:gd name="connsiteY1" fmla="*/ 147639 h 171451"/>
                <a:gd name="connsiteX2" fmla="*/ 119063 w 161925"/>
                <a:gd name="connsiteY2" fmla="*/ 161926 h 171451"/>
                <a:gd name="connsiteX3" fmla="*/ 104775 w 161925"/>
                <a:gd name="connsiteY3" fmla="*/ 147639 h 171451"/>
                <a:gd name="connsiteX4" fmla="*/ 119063 w 161925"/>
                <a:gd name="connsiteY4" fmla="*/ 133351 h 171451"/>
                <a:gd name="connsiteX5" fmla="*/ 147638 w 161925"/>
                <a:gd name="connsiteY5" fmla="*/ 95251 h 171451"/>
                <a:gd name="connsiteX6" fmla="*/ 161925 w 161925"/>
                <a:gd name="connsiteY6" fmla="*/ 109539 h 171451"/>
                <a:gd name="connsiteX7" fmla="*/ 147638 w 161925"/>
                <a:gd name="connsiteY7" fmla="*/ 123826 h 171451"/>
                <a:gd name="connsiteX8" fmla="*/ 133350 w 161925"/>
                <a:gd name="connsiteY8" fmla="*/ 109539 h 171451"/>
                <a:gd name="connsiteX9" fmla="*/ 147638 w 161925"/>
                <a:gd name="connsiteY9" fmla="*/ 95251 h 171451"/>
                <a:gd name="connsiteX10" fmla="*/ 138113 w 161925"/>
                <a:gd name="connsiteY10" fmla="*/ 47626 h 171451"/>
                <a:gd name="connsiteX11" fmla="*/ 152400 w 161925"/>
                <a:gd name="connsiteY11" fmla="*/ 61914 h 171451"/>
                <a:gd name="connsiteX12" fmla="*/ 138113 w 161925"/>
                <a:gd name="connsiteY12" fmla="*/ 76201 h 171451"/>
                <a:gd name="connsiteX13" fmla="*/ 123825 w 161925"/>
                <a:gd name="connsiteY13" fmla="*/ 61914 h 171451"/>
                <a:gd name="connsiteX14" fmla="*/ 138113 w 161925"/>
                <a:gd name="connsiteY14" fmla="*/ 47626 h 171451"/>
                <a:gd name="connsiteX15" fmla="*/ 50810 w 161925"/>
                <a:gd name="connsiteY15" fmla="*/ 88 h 171451"/>
                <a:gd name="connsiteX16" fmla="*/ 61312 w 161925"/>
                <a:gd name="connsiteY16" fmla="*/ 3131 h 171451"/>
                <a:gd name="connsiteX17" fmla="*/ 85125 w 161925"/>
                <a:gd name="connsiteY17" fmla="*/ 22181 h 171451"/>
                <a:gd name="connsiteX18" fmla="*/ 88979 w 161925"/>
                <a:gd name="connsiteY18" fmla="*/ 39728 h 171451"/>
                <a:gd name="connsiteX19" fmla="*/ 74691 w 161925"/>
                <a:gd name="connsiteY19" fmla="*/ 68302 h 171451"/>
                <a:gd name="connsiteX20" fmla="*/ 55523 w 161925"/>
                <a:gd name="connsiteY20" fmla="*/ 74692 h 171451"/>
                <a:gd name="connsiteX21" fmla="*/ 48767 w 161925"/>
                <a:gd name="connsiteY21" fmla="*/ 56316 h 171451"/>
                <a:gd name="connsiteX22" fmla="*/ 28575 w 161925"/>
                <a:gd name="connsiteY22" fmla="*/ 95251 h 171451"/>
                <a:gd name="connsiteX23" fmla="*/ 76200 w 161925"/>
                <a:gd name="connsiteY23" fmla="*/ 142876 h 171451"/>
                <a:gd name="connsiteX24" fmla="*/ 90488 w 161925"/>
                <a:gd name="connsiteY24" fmla="*/ 157163 h 171451"/>
                <a:gd name="connsiteX25" fmla="*/ 76200 w 161925"/>
                <a:gd name="connsiteY25" fmla="*/ 171451 h 171451"/>
                <a:gd name="connsiteX26" fmla="*/ 0 w 161925"/>
                <a:gd name="connsiteY26" fmla="*/ 95251 h 171451"/>
                <a:gd name="connsiteX27" fmla="*/ 44232 w 161925"/>
                <a:gd name="connsiteY27" fmla="*/ 26060 h 171451"/>
                <a:gd name="connsiteX28" fmla="*/ 43462 w 161925"/>
                <a:gd name="connsiteY28" fmla="*/ 25445 h 171451"/>
                <a:gd name="connsiteX29" fmla="*/ 41231 w 161925"/>
                <a:gd name="connsiteY29" fmla="*/ 5363 h 171451"/>
                <a:gd name="connsiteX30" fmla="*/ 50810 w 161925"/>
                <a:gd name="connsiteY30" fmla="*/ 88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1925" h="171451">
                  <a:moveTo>
                    <a:pt x="119063" y="133351"/>
                  </a:moveTo>
                  <a:cubicBezTo>
                    <a:pt x="126953" y="133351"/>
                    <a:pt x="133350" y="139748"/>
                    <a:pt x="133350" y="147639"/>
                  </a:cubicBezTo>
                  <a:cubicBezTo>
                    <a:pt x="133350" y="155529"/>
                    <a:pt x="126953" y="161926"/>
                    <a:pt x="119063" y="161926"/>
                  </a:cubicBezTo>
                  <a:cubicBezTo>
                    <a:pt x="111172" y="161926"/>
                    <a:pt x="104775" y="155529"/>
                    <a:pt x="104775" y="147639"/>
                  </a:cubicBezTo>
                  <a:cubicBezTo>
                    <a:pt x="104775" y="139748"/>
                    <a:pt x="111172" y="133351"/>
                    <a:pt x="119063" y="133351"/>
                  </a:cubicBezTo>
                  <a:close/>
                  <a:moveTo>
                    <a:pt x="147638" y="95251"/>
                  </a:moveTo>
                  <a:cubicBezTo>
                    <a:pt x="155528" y="95251"/>
                    <a:pt x="161925" y="101648"/>
                    <a:pt x="161925" y="109539"/>
                  </a:cubicBezTo>
                  <a:cubicBezTo>
                    <a:pt x="161925" y="117429"/>
                    <a:pt x="155528" y="123826"/>
                    <a:pt x="147638" y="123826"/>
                  </a:cubicBezTo>
                  <a:cubicBezTo>
                    <a:pt x="139747" y="123826"/>
                    <a:pt x="133350" y="117429"/>
                    <a:pt x="133350" y="109539"/>
                  </a:cubicBezTo>
                  <a:cubicBezTo>
                    <a:pt x="133350" y="101648"/>
                    <a:pt x="139747" y="95251"/>
                    <a:pt x="147638" y="95251"/>
                  </a:cubicBezTo>
                  <a:close/>
                  <a:moveTo>
                    <a:pt x="138113" y="47626"/>
                  </a:moveTo>
                  <a:cubicBezTo>
                    <a:pt x="146003" y="47626"/>
                    <a:pt x="152400" y="54023"/>
                    <a:pt x="152400" y="61914"/>
                  </a:cubicBezTo>
                  <a:cubicBezTo>
                    <a:pt x="152400" y="69804"/>
                    <a:pt x="146003" y="76201"/>
                    <a:pt x="138113" y="76201"/>
                  </a:cubicBezTo>
                  <a:cubicBezTo>
                    <a:pt x="130222" y="76201"/>
                    <a:pt x="123825" y="69804"/>
                    <a:pt x="123825" y="61914"/>
                  </a:cubicBezTo>
                  <a:cubicBezTo>
                    <a:pt x="123825" y="54023"/>
                    <a:pt x="130222" y="47626"/>
                    <a:pt x="138113" y="47626"/>
                  </a:cubicBezTo>
                  <a:close/>
                  <a:moveTo>
                    <a:pt x="50810" y="88"/>
                  </a:moveTo>
                  <a:cubicBezTo>
                    <a:pt x="54444" y="-316"/>
                    <a:pt x="58232" y="667"/>
                    <a:pt x="61312" y="3131"/>
                  </a:cubicBezTo>
                  <a:lnTo>
                    <a:pt x="85125" y="22181"/>
                  </a:lnTo>
                  <a:cubicBezTo>
                    <a:pt x="90387" y="26390"/>
                    <a:pt x="91992" y="33702"/>
                    <a:pt x="88979" y="39728"/>
                  </a:cubicBezTo>
                  <a:lnTo>
                    <a:pt x="74691" y="68302"/>
                  </a:lnTo>
                  <a:cubicBezTo>
                    <a:pt x="71163" y="75360"/>
                    <a:pt x="62580" y="78221"/>
                    <a:pt x="55523" y="74692"/>
                  </a:cubicBezTo>
                  <a:cubicBezTo>
                    <a:pt x="48727" y="71294"/>
                    <a:pt x="45823" y="63212"/>
                    <a:pt x="48767" y="56316"/>
                  </a:cubicBezTo>
                  <a:cubicBezTo>
                    <a:pt x="36552" y="64938"/>
                    <a:pt x="28575" y="79163"/>
                    <a:pt x="28575" y="95251"/>
                  </a:cubicBezTo>
                  <a:cubicBezTo>
                    <a:pt x="28575" y="121553"/>
                    <a:pt x="49897" y="142876"/>
                    <a:pt x="76200" y="142876"/>
                  </a:cubicBezTo>
                  <a:cubicBezTo>
                    <a:pt x="84091" y="142876"/>
                    <a:pt x="90488" y="149273"/>
                    <a:pt x="90488" y="157163"/>
                  </a:cubicBezTo>
                  <a:cubicBezTo>
                    <a:pt x="90488" y="165054"/>
                    <a:pt x="84091" y="171451"/>
                    <a:pt x="76200" y="171451"/>
                  </a:cubicBezTo>
                  <a:cubicBezTo>
                    <a:pt x="34116" y="171451"/>
                    <a:pt x="0" y="137335"/>
                    <a:pt x="0" y="95251"/>
                  </a:cubicBezTo>
                  <a:cubicBezTo>
                    <a:pt x="0" y="64583"/>
                    <a:pt x="18117" y="38147"/>
                    <a:pt x="44232" y="26060"/>
                  </a:cubicBezTo>
                  <a:lnTo>
                    <a:pt x="43462" y="25445"/>
                  </a:lnTo>
                  <a:cubicBezTo>
                    <a:pt x="37300" y="20515"/>
                    <a:pt x="36301" y="11524"/>
                    <a:pt x="41231" y="5363"/>
                  </a:cubicBezTo>
                  <a:cubicBezTo>
                    <a:pt x="43696" y="2282"/>
                    <a:pt x="47176" y="492"/>
                    <a:pt x="50810" y="88"/>
                  </a:cubicBezTo>
                  <a:close/>
                </a:path>
              </a:pathLst>
            </a:custGeom>
            <a:solidFill>
              <a:schemeClr val="bg1"/>
            </a:solidFill>
            <a:ln w="9525" cap="flat">
              <a:noFill/>
              <a:prstDash val="solid"/>
              <a:miter/>
            </a:ln>
          </p:spPr>
          <p:txBody>
            <a:bodyPr rtlCol="0" anchor="ctr"/>
            <a:lstStyle/>
            <a:p>
              <a:endParaRPr lang="ru-RU"/>
            </a:p>
          </p:txBody>
        </p:sp>
      </p:grpSp>
      <p:grpSp>
        <p:nvGrpSpPr>
          <p:cNvPr id="170" name="Группа 169">
            <a:extLst>
              <a:ext uri="{FF2B5EF4-FFF2-40B4-BE49-F238E27FC236}">
                <a16:creationId xmlns:a16="http://schemas.microsoft.com/office/drawing/2014/main" id="{E4757497-BC35-DCBA-9597-13EC6156830B}"/>
              </a:ext>
            </a:extLst>
          </p:cNvPr>
          <p:cNvGrpSpPr/>
          <p:nvPr/>
        </p:nvGrpSpPr>
        <p:grpSpPr>
          <a:xfrm>
            <a:off x="639762" y="5320171"/>
            <a:ext cx="324000" cy="324000"/>
            <a:chOff x="639762" y="4914020"/>
            <a:chExt cx="324000" cy="324000"/>
          </a:xfrm>
        </p:grpSpPr>
        <p:sp>
          <p:nvSpPr>
            <p:cNvPr id="159" name="Прямоугольник: скругленные углы 158">
              <a:extLst>
                <a:ext uri="{FF2B5EF4-FFF2-40B4-BE49-F238E27FC236}">
                  <a16:creationId xmlns:a16="http://schemas.microsoft.com/office/drawing/2014/main" id="{C6708687-7825-5106-1F6B-8DFD2E07B412}"/>
                </a:ext>
              </a:extLst>
            </p:cNvPr>
            <p:cNvSpPr/>
            <p:nvPr/>
          </p:nvSpPr>
          <p:spPr>
            <a:xfrm>
              <a:off x="639762" y="4914020"/>
              <a:ext cx="324000"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167" name="Полилиния: фигура 166">
              <a:extLst>
                <a:ext uri="{FF2B5EF4-FFF2-40B4-BE49-F238E27FC236}">
                  <a16:creationId xmlns:a16="http://schemas.microsoft.com/office/drawing/2014/main" id="{BB1342EE-F178-6B03-BD99-8E271D683BD5}"/>
                </a:ext>
              </a:extLst>
            </p:cNvPr>
            <p:cNvSpPr/>
            <p:nvPr/>
          </p:nvSpPr>
          <p:spPr>
            <a:xfrm>
              <a:off x="725016" y="4994759"/>
              <a:ext cx="153492" cy="162522"/>
            </a:xfrm>
            <a:custGeom>
              <a:avLst/>
              <a:gdLst>
                <a:gd name="connsiteX0" fmla="*/ 119063 w 161925"/>
                <a:gd name="connsiteY0" fmla="*/ 133351 h 171451"/>
                <a:gd name="connsiteX1" fmla="*/ 133350 w 161925"/>
                <a:gd name="connsiteY1" fmla="*/ 147639 h 171451"/>
                <a:gd name="connsiteX2" fmla="*/ 119063 w 161925"/>
                <a:gd name="connsiteY2" fmla="*/ 161926 h 171451"/>
                <a:gd name="connsiteX3" fmla="*/ 104775 w 161925"/>
                <a:gd name="connsiteY3" fmla="*/ 147639 h 171451"/>
                <a:gd name="connsiteX4" fmla="*/ 119063 w 161925"/>
                <a:gd name="connsiteY4" fmla="*/ 133351 h 171451"/>
                <a:gd name="connsiteX5" fmla="*/ 147638 w 161925"/>
                <a:gd name="connsiteY5" fmla="*/ 95251 h 171451"/>
                <a:gd name="connsiteX6" fmla="*/ 161925 w 161925"/>
                <a:gd name="connsiteY6" fmla="*/ 109539 h 171451"/>
                <a:gd name="connsiteX7" fmla="*/ 147638 w 161925"/>
                <a:gd name="connsiteY7" fmla="*/ 123826 h 171451"/>
                <a:gd name="connsiteX8" fmla="*/ 133350 w 161925"/>
                <a:gd name="connsiteY8" fmla="*/ 109539 h 171451"/>
                <a:gd name="connsiteX9" fmla="*/ 147638 w 161925"/>
                <a:gd name="connsiteY9" fmla="*/ 95251 h 171451"/>
                <a:gd name="connsiteX10" fmla="*/ 138113 w 161925"/>
                <a:gd name="connsiteY10" fmla="*/ 47626 h 171451"/>
                <a:gd name="connsiteX11" fmla="*/ 152400 w 161925"/>
                <a:gd name="connsiteY11" fmla="*/ 61914 h 171451"/>
                <a:gd name="connsiteX12" fmla="*/ 138113 w 161925"/>
                <a:gd name="connsiteY12" fmla="*/ 76201 h 171451"/>
                <a:gd name="connsiteX13" fmla="*/ 123825 w 161925"/>
                <a:gd name="connsiteY13" fmla="*/ 61914 h 171451"/>
                <a:gd name="connsiteX14" fmla="*/ 138113 w 161925"/>
                <a:gd name="connsiteY14" fmla="*/ 47626 h 171451"/>
                <a:gd name="connsiteX15" fmla="*/ 50810 w 161925"/>
                <a:gd name="connsiteY15" fmla="*/ 88 h 171451"/>
                <a:gd name="connsiteX16" fmla="*/ 61312 w 161925"/>
                <a:gd name="connsiteY16" fmla="*/ 3131 h 171451"/>
                <a:gd name="connsiteX17" fmla="*/ 85125 w 161925"/>
                <a:gd name="connsiteY17" fmla="*/ 22181 h 171451"/>
                <a:gd name="connsiteX18" fmla="*/ 88979 w 161925"/>
                <a:gd name="connsiteY18" fmla="*/ 39728 h 171451"/>
                <a:gd name="connsiteX19" fmla="*/ 74691 w 161925"/>
                <a:gd name="connsiteY19" fmla="*/ 68302 h 171451"/>
                <a:gd name="connsiteX20" fmla="*/ 55523 w 161925"/>
                <a:gd name="connsiteY20" fmla="*/ 74692 h 171451"/>
                <a:gd name="connsiteX21" fmla="*/ 48767 w 161925"/>
                <a:gd name="connsiteY21" fmla="*/ 56316 h 171451"/>
                <a:gd name="connsiteX22" fmla="*/ 28575 w 161925"/>
                <a:gd name="connsiteY22" fmla="*/ 95251 h 171451"/>
                <a:gd name="connsiteX23" fmla="*/ 76200 w 161925"/>
                <a:gd name="connsiteY23" fmla="*/ 142876 h 171451"/>
                <a:gd name="connsiteX24" fmla="*/ 90488 w 161925"/>
                <a:gd name="connsiteY24" fmla="*/ 157163 h 171451"/>
                <a:gd name="connsiteX25" fmla="*/ 76200 w 161925"/>
                <a:gd name="connsiteY25" fmla="*/ 171451 h 171451"/>
                <a:gd name="connsiteX26" fmla="*/ 0 w 161925"/>
                <a:gd name="connsiteY26" fmla="*/ 95251 h 171451"/>
                <a:gd name="connsiteX27" fmla="*/ 44232 w 161925"/>
                <a:gd name="connsiteY27" fmla="*/ 26060 h 171451"/>
                <a:gd name="connsiteX28" fmla="*/ 43462 w 161925"/>
                <a:gd name="connsiteY28" fmla="*/ 25445 h 171451"/>
                <a:gd name="connsiteX29" fmla="*/ 41231 w 161925"/>
                <a:gd name="connsiteY29" fmla="*/ 5363 h 171451"/>
                <a:gd name="connsiteX30" fmla="*/ 50810 w 161925"/>
                <a:gd name="connsiteY30" fmla="*/ 88 h 1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1925" h="171451">
                  <a:moveTo>
                    <a:pt x="119063" y="133351"/>
                  </a:moveTo>
                  <a:cubicBezTo>
                    <a:pt x="126953" y="133351"/>
                    <a:pt x="133350" y="139748"/>
                    <a:pt x="133350" y="147639"/>
                  </a:cubicBezTo>
                  <a:cubicBezTo>
                    <a:pt x="133350" y="155529"/>
                    <a:pt x="126953" y="161926"/>
                    <a:pt x="119063" y="161926"/>
                  </a:cubicBezTo>
                  <a:cubicBezTo>
                    <a:pt x="111172" y="161926"/>
                    <a:pt x="104775" y="155529"/>
                    <a:pt x="104775" y="147639"/>
                  </a:cubicBezTo>
                  <a:cubicBezTo>
                    <a:pt x="104775" y="139748"/>
                    <a:pt x="111172" y="133351"/>
                    <a:pt x="119063" y="133351"/>
                  </a:cubicBezTo>
                  <a:close/>
                  <a:moveTo>
                    <a:pt x="147638" y="95251"/>
                  </a:moveTo>
                  <a:cubicBezTo>
                    <a:pt x="155528" y="95251"/>
                    <a:pt x="161925" y="101648"/>
                    <a:pt x="161925" y="109539"/>
                  </a:cubicBezTo>
                  <a:cubicBezTo>
                    <a:pt x="161925" y="117429"/>
                    <a:pt x="155528" y="123826"/>
                    <a:pt x="147638" y="123826"/>
                  </a:cubicBezTo>
                  <a:cubicBezTo>
                    <a:pt x="139747" y="123826"/>
                    <a:pt x="133350" y="117429"/>
                    <a:pt x="133350" y="109539"/>
                  </a:cubicBezTo>
                  <a:cubicBezTo>
                    <a:pt x="133350" y="101648"/>
                    <a:pt x="139747" y="95251"/>
                    <a:pt x="147638" y="95251"/>
                  </a:cubicBezTo>
                  <a:close/>
                  <a:moveTo>
                    <a:pt x="138113" y="47626"/>
                  </a:moveTo>
                  <a:cubicBezTo>
                    <a:pt x="146003" y="47626"/>
                    <a:pt x="152400" y="54023"/>
                    <a:pt x="152400" y="61914"/>
                  </a:cubicBezTo>
                  <a:cubicBezTo>
                    <a:pt x="152400" y="69804"/>
                    <a:pt x="146003" y="76201"/>
                    <a:pt x="138113" y="76201"/>
                  </a:cubicBezTo>
                  <a:cubicBezTo>
                    <a:pt x="130222" y="76201"/>
                    <a:pt x="123825" y="69804"/>
                    <a:pt x="123825" y="61914"/>
                  </a:cubicBezTo>
                  <a:cubicBezTo>
                    <a:pt x="123825" y="54023"/>
                    <a:pt x="130222" y="47626"/>
                    <a:pt x="138113" y="47626"/>
                  </a:cubicBezTo>
                  <a:close/>
                  <a:moveTo>
                    <a:pt x="50810" y="88"/>
                  </a:moveTo>
                  <a:cubicBezTo>
                    <a:pt x="54444" y="-316"/>
                    <a:pt x="58232" y="667"/>
                    <a:pt x="61312" y="3131"/>
                  </a:cubicBezTo>
                  <a:lnTo>
                    <a:pt x="85125" y="22181"/>
                  </a:lnTo>
                  <a:cubicBezTo>
                    <a:pt x="90387" y="26390"/>
                    <a:pt x="91992" y="33702"/>
                    <a:pt x="88979" y="39728"/>
                  </a:cubicBezTo>
                  <a:lnTo>
                    <a:pt x="74691" y="68302"/>
                  </a:lnTo>
                  <a:cubicBezTo>
                    <a:pt x="71163" y="75360"/>
                    <a:pt x="62580" y="78221"/>
                    <a:pt x="55523" y="74692"/>
                  </a:cubicBezTo>
                  <a:cubicBezTo>
                    <a:pt x="48727" y="71294"/>
                    <a:pt x="45823" y="63212"/>
                    <a:pt x="48767" y="56316"/>
                  </a:cubicBezTo>
                  <a:cubicBezTo>
                    <a:pt x="36552" y="64938"/>
                    <a:pt x="28575" y="79163"/>
                    <a:pt x="28575" y="95251"/>
                  </a:cubicBezTo>
                  <a:cubicBezTo>
                    <a:pt x="28575" y="121553"/>
                    <a:pt x="49897" y="142876"/>
                    <a:pt x="76200" y="142876"/>
                  </a:cubicBezTo>
                  <a:cubicBezTo>
                    <a:pt x="84091" y="142876"/>
                    <a:pt x="90488" y="149273"/>
                    <a:pt x="90488" y="157163"/>
                  </a:cubicBezTo>
                  <a:cubicBezTo>
                    <a:pt x="90488" y="165054"/>
                    <a:pt x="84091" y="171451"/>
                    <a:pt x="76200" y="171451"/>
                  </a:cubicBezTo>
                  <a:cubicBezTo>
                    <a:pt x="34116" y="171451"/>
                    <a:pt x="0" y="137335"/>
                    <a:pt x="0" y="95251"/>
                  </a:cubicBezTo>
                  <a:cubicBezTo>
                    <a:pt x="0" y="64583"/>
                    <a:pt x="18117" y="38147"/>
                    <a:pt x="44232" y="26060"/>
                  </a:cubicBezTo>
                  <a:lnTo>
                    <a:pt x="43462" y="25445"/>
                  </a:lnTo>
                  <a:cubicBezTo>
                    <a:pt x="37300" y="20515"/>
                    <a:pt x="36301" y="11524"/>
                    <a:pt x="41231" y="5363"/>
                  </a:cubicBezTo>
                  <a:cubicBezTo>
                    <a:pt x="43696" y="2282"/>
                    <a:pt x="47176" y="492"/>
                    <a:pt x="50810" y="88"/>
                  </a:cubicBezTo>
                  <a:close/>
                </a:path>
              </a:pathLst>
            </a:custGeom>
            <a:solidFill>
              <a:schemeClr val="bg1"/>
            </a:solidFill>
            <a:ln w="9525" cap="flat">
              <a:noFill/>
              <a:prstDash val="solid"/>
              <a:miter/>
            </a:ln>
          </p:spPr>
          <p:txBody>
            <a:bodyPr rtlCol="0" anchor="ctr"/>
            <a:lstStyle/>
            <a:p>
              <a:endParaRPr lang="ru-RU"/>
            </a:p>
          </p:txBody>
        </p:sp>
      </p:grpSp>
      <p:sp>
        <p:nvSpPr>
          <p:cNvPr id="98" name="Прямоугольник: скругленные углы 97">
            <a:extLst>
              <a:ext uri="{FF2B5EF4-FFF2-40B4-BE49-F238E27FC236}">
                <a16:creationId xmlns:a16="http://schemas.microsoft.com/office/drawing/2014/main" id="{1D06968C-0762-9BBC-0AAB-5139B19C8A7E}"/>
              </a:ext>
            </a:extLst>
          </p:cNvPr>
          <p:cNvSpPr/>
          <p:nvPr/>
        </p:nvSpPr>
        <p:spPr>
          <a:xfrm>
            <a:off x="9046217" y="6043908"/>
            <a:ext cx="1433057"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ПРОДВИЖЕНИЕ</a:t>
            </a:r>
          </a:p>
        </p:txBody>
      </p:sp>
      <p:grpSp>
        <p:nvGrpSpPr>
          <p:cNvPr id="175" name="Группа 174">
            <a:extLst>
              <a:ext uri="{FF2B5EF4-FFF2-40B4-BE49-F238E27FC236}">
                <a16:creationId xmlns:a16="http://schemas.microsoft.com/office/drawing/2014/main" id="{62CBC44D-97B2-EF15-7891-FB94B23A83C8}"/>
              </a:ext>
            </a:extLst>
          </p:cNvPr>
          <p:cNvGrpSpPr/>
          <p:nvPr/>
        </p:nvGrpSpPr>
        <p:grpSpPr>
          <a:xfrm>
            <a:off x="9046217" y="5320171"/>
            <a:ext cx="2518403" cy="324000"/>
            <a:chOff x="9046217" y="5320171"/>
            <a:chExt cx="2518403" cy="324000"/>
          </a:xfrm>
        </p:grpSpPr>
        <p:sp>
          <p:nvSpPr>
            <p:cNvPr id="103" name="Прямоугольник: скругленные углы 102">
              <a:extLst>
                <a:ext uri="{FF2B5EF4-FFF2-40B4-BE49-F238E27FC236}">
                  <a16:creationId xmlns:a16="http://schemas.microsoft.com/office/drawing/2014/main" id="{EAB140DF-DCB7-F23F-A5EE-84CFD8D84D41}"/>
                </a:ext>
              </a:extLst>
            </p:cNvPr>
            <p:cNvSpPr/>
            <p:nvPr/>
          </p:nvSpPr>
          <p:spPr>
            <a:xfrm>
              <a:off x="9046217" y="5320171"/>
              <a:ext cx="2518403"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ПРОДВИЖЕНИЕ</a:t>
              </a:r>
            </a:p>
          </p:txBody>
        </p:sp>
        <p:sp>
          <p:nvSpPr>
            <p:cNvPr id="34" name="Полилиния: фигура 33">
              <a:extLst>
                <a:ext uri="{FF2B5EF4-FFF2-40B4-BE49-F238E27FC236}">
                  <a16:creationId xmlns:a16="http://schemas.microsoft.com/office/drawing/2014/main" id="{C1103C57-151B-231F-EDB2-B8C1ADB521ED}"/>
                </a:ext>
              </a:extLst>
            </p:cNvPr>
            <p:cNvSpPr/>
            <p:nvPr/>
          </p:nvSpPr>
          <p:spPr>
            <a:xfrm>
              <a:off x="9143770" y="5398584"/>
              <a:ext cx="199338" cy="167865"/>
            </a:xfrm>
            <a:custGeom>
              <a:avLst/>
              <a:gdLst>
                <a:gd name="connsiteX0" fmla="*/ 117089 w 180974"/>
                <a:gd name="connsiteY0" fmla="*/ 40890 h 152400"/>
                <a:gd name="connsiteX1" fmla="*/ 130588 w 180974"/>
                <a:gd name="connsiteY1" fmla="*/ 40918 h 152400"/>
                <a:gd name="connsiteX2" fmla="*/ 132933 w 180974"/>
                <a:gd name="connsiteY2" fmla="*/ 43696 h 152400"/>
                <a:gd name="connsiteX3" fmla="*/ 137106 w 180974"/>
                <a:gd name="connsiteY3" fmla="*/ 50509 h 152400"/>
                <a:gd name="connsiteX4" fmla="*/ 142874 w 180974"/>
                <a:gd name="connsiteY4" fmla="*/ 76200 h 152400"/>
                <a:gd name="connsiteX5" fmla="*/ 137106 w 180974"/>
                <a:gd name="connsiteY5" fmla="*/ 101891 h 152400"/>
                <a:gd name="connsiteX6" fmla="*/ 132933 w 180974"/>
                <a:gd name="connsiteY6" fmla="*/ 108704 h 152400"/>
                <a:gd name="connsiteX7" fmla="*/ 130588 w 180974"/>
                <a:gd name="connsiteY7" fmla="*/ 111482 h 152400"/>
                <a:gd name="connsiteX8" fmla="*/ 117089 w 180974"/>
                <a:gd name="connsiteY8" fmla="*/ 111510 h 152400"/>
                <a:gd name="connsiteX9" fmla="*/ 116994 w 180974"/>
                <a:gd name="connsiteY9" fmla="*/ 98136 h 152400"/>
                <a:gd name="connsiteX10" fmla="*/ 120067 w 180974"/>
                <a:gd name="connsiteY10" fmla="*/ 93372 h 152400"/>
                <a:gd name="connsiteX11" fmla="*/ 123824 w 180974"/>
                <a:gd name="connsiteY11" fmla="*/ 76200 h 152400"/>
                <a:gd name="connsiteX12" fmla="*/ 120067 w 180974"/>
                <a:gd name="connsiteY12" fmla="*/ 59028 h 152400"/>
                <a:gd name="connsiteX13" fmla="*/ 116994 w 180974"/>
                <a:gd name="connsiteY13" fmla="*/ 54264 h 152400"/>
                <a:gd name="connsiteX14" fmla="*/ 117089 w 180974"/>
                <a:gd name="connsiteY14" fmla="*/ 40890 h 152400"/>
                <a:gd name="connsiteX15" fmla="*/ 145664 w 180974"/>
                <a:gd name="connsiteY15" fmla="*/ 12314 h 152400"/>
                <a:gd name="connsiteX16" fmla="*/ 159201 w 180974"/>
                <a:gd name="connsiteY16" fmla="*/ 12382 h 152400"/>
                <a:gd name="connsiteX17" fmla="*/ 162996 w 180974"/>
                <a:gd name="connsiteY17" fmla="*/ 16906 h 152400"/>
                <a:gd name="connsiteX18" fmla="*/ 170443 w 180974"/>
                <a:gd name="connsiteY18" fmla="*/ 29077 h 152400"/>
                <a:gd name="connsiteX19" fmla="*/ 180974 w 180974"/>
                <a:gd name="connsiteY19" fmla="*/ 76199 h 152400"/>
                <a:gd name="connsiteX20" fmla="*/ 170443 w 180974"/>
                <a:gd name="connsiteY20" fmla="*/ 123321 h 152400"/>
                <a:gd name="connsiteX21" fmla="*/ 162996 w 180974"/>
                <a:gd name="connsiteY21" fmla="*/ 135492 h 152400"/>
                <a:gd name="connsiteX22" fmla="*/ 159148 w 180974"/>
                <a:gd name="connsiteY22" fmla="*/ 140071 h 152400"/>
                <a:gd name="connsiteX23" fmla="*/ 145664 w 180974"/>
                <a:gd name="connsiteY23" fmla="*/ 140084 h 152400"/>
                <a:gd name="connsiteX24" fmla="*/ 145616 w 180974"/>
                <a:gd name="connsiteY24" fmla="*/ 126663 h 152400"/>
                <a:gd name="connsiteX25" fmla="*/ 147756 w 180974"/>
                <a:gd name="connsiteY25" fmla="*/ 124062 h 152400"/>
                <a:gd name="connsiteX26" fmla="*/ 153405 w 180974"/>
                <a:gd name="connsiteY26" fmla="*/ 114802 h 152400"/>
                <a:gd name="connsiteX27" fmla="*/ 161924 w 180974"/>
                <a:gd name="connsiteY27" fmla="*/ 76199 h 152400"/>
                <a:gd name="connsiteX28" fmla="*/ 153405 w 180974"/>
                <a:gd name="connsiteY28" fmla="*/ 37597 h 152400"/>
                <a:gd name="connsiteX29" fmla="*/ 145616 w 180974"/>
                <a:gd name="connsiteY29" fmla="*/ 25737 h 152400"/>
                <a:gd name="connsiteX30" fmla="*/ 145664 w 180974"/>
                <a:gd name="connsiteY30" fmla="*/ 12314 h 152400"/>
                <a:gd name="connsiteX31" fmla="*/ 75045 w 180974"/>
                <a:gd name="connsiteY31" fmla="*/ 0 h 152400"/>
                <a:gd name="connsiteX32" fmla="*/ 95250 w 180974"/>
                <a:gd name="connsiteY32" fmla="*/ 76200 h 152400"/>
                <a:gd name="connsiteX33" fmla="*/ 75045 w 180974"/>
                <a:gd name="connsiteY33" fmla="*/ 152400 h 152400"/>
                <a:gd name="connsiteX34" fmla="*/ 60757 w 180974"/>
                <a:gd name="connsiteY34" fmla="*/ 146482 h 152400"/>
                <a:gd name="connsiteX35" fmla="*/ 34493 w 180974"/>
                <a:gd name="connsiteY35" fmla="*/ 120218 h 152400"/>
                <a:gd name="connsiteX36" fmla="*/ 19051 w 180974"/>
                <a:gd name="connsiteY36" fmla="*/ 114300 h 152400"/>
                <a:gd name="connsiteX37" fmla="*/ 0 w 180974"/>
                <a:gd name="connsiteY37" fmla="*/ 76199 h 152400"/>
                <a:gd name="connsiteX38" fmla="*/ 19051 w 180974"/>
                <a:gd name="connsiteY38" fmla="*/ 38100 h 152400"/>
                <a:gd name="connsiteX39" fmla="*/ 34493 w 180974"/>
                <a:gd name="connsiteY39" fmla="*/ 32182 h 152400"/>
                <a:gd name="connsiteX40" fmla="*/ 60757 w 180974"/>
                <a:gd name="connsiteY40" fmla="*/ 5918 h 152400"/>
                <a:gd name="connsiteX41" fmla="*/ 75045 w 180974"/>
                <a:gd name="connsiteY41"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0974" h="152400">
                  <a:moveTo>
                    <a:pt x="117089" y="40890"/>
                  </a:moveTo>
                  <a:cubicBezTo>
                    <a:pt x="120808" y="37170"/>
                    <a:pt x="126867" y="37198"/>
                    <a:pt x="130588" y="40918"/>
                  </a:cubicBezTo>
                  <a:cubicBezTo>
                    <a:pt x="131441" y="41782"/>
                    <a:pt x="132204" y="42725"/>
                    <a:pt x="132933" y="43696"/>
                  </a:cubicBezTo>
                  <a:cubicBezTo>
                    <a:pt x="134128" y="45291"/>
                    <a:pt x="135632" y="47561"/>
                    <a:pt x="137106" y="50509"/>
                  </a:cubicBezTo>
                  <a:cubicBezTo>
                    <a:pt x="140070" y="56436"/>
                    <a:pt x="142874" y="65029"/>
                    <a:pt x="142874" y="76200"/>
                  </a:cubicBezTo>
                  <a:cubicBezTo>
                    <a:pt x="142874" y="87371"/>
                    <a:pt x="140070" y="95963"/>
                    <a:pt x="137106" y="101891"/>
                  </a:cubicBezTo>
                  <a:cubicBezTo>
                    <a:pt x="135632" y="104839"/>
                    <a:pt x="134128" y="107109"/>
                    <a:pt x="132933" y="108704"/>
                  </a:cubicBezTo>
                  <a:cubicBezTo>
                    <a:pt x="132206" y="109672"/>
                    <a:pt x="131439" y="110620"/>
                    <a:pt x="130588" y="111482"/>
                  </a:cubicBezTo>
                  <a:cubicBezTo>
                    <a:pt x="126867" y="115202"/>
                    <a:pt x="120808" y="115230"/>
                    <a:pt x="117089" y="111510"/>
                  </a:cubicBezTo>
                  <a:cubicBezTo>
                    <a:pt x="113401" y="107822"/>
                    <a:pt x="113369" y="101863"/>
                    <a:pt x="116994" y="98136"/>
                  </a:cubicBezTo>
                  <a:cubicBezTo>
                    <a:pt x="118249" y="96727"/>
                    <a:pt x="119228" y="95050"/>
                    <a:pt x="120067" y="93372"/>
                  </a:cubicBezTo>
                  <a:cubicBezTo>
                    <a:pt x="121866" y="89774"/>
                    <a:pt x="123824" y="84079"/>
                    <a:pt x="123824" y="76200"/>
                  </a:cubicBezTo>
                  <a:cubicBezTo>
                    <a:pt x="123824" y="68321"/>
                    <a:pt x="121866" y="62626"/>
                    <a:pt x="120067" y="59028"/>
                  </a:cubicBezTo>
                  <a:cubicBezTo>
                    <a:pt x="118571" y="56036"/>
                    <a:pt x="117139" y="54423"/>
                    <a:pt x="116994" y="54264"/>
                  </a:cubicBezTo>
                  <a:cubicBezTo>
                    <a:pt x="113369" y="50537"/>
                    <a:pt x="113401" y="44578"/>
                    <a:pt x="117089" y="40890"/>
                  </a:cubicBezTo>
                  <a:close/>
                  <a:moveTo>
                    <a:pt x="145664" y="12314"/>
                  </a:moveTo>
                  <a:cubicBezTo>
                    <a:pt x="149383" y="8595"/>
                    <a:pt x="155481" y="8662"/>
                    <a:pt x="159201" y="12382"/>
                  </a:cubicBezTo>
                  <a:cubicBezTo>
                    <a:pt x="160577" y="13788"/>
                    <a:pt x="161816" y="15334"/>
                    <a:pt x="162996" y="16906"/>
                  </a:cubicBezTo>
                  <a:cubicBezTo>
                    <a:pt x="165084" y="19692"/>
                    <a:pt x="167779" y="23748"/>
                    <a:pt x="170443" y="29077"/>
                  </a:cubicBezTo>
                  <a:cubicBezTo>
                    <a:pt x="175789" y="39767"/>
                    <a:pt x="180974" y="55504"/>
                    <a:pt x="180974" y="76199"/>
                  </a:cubicBezTo>
                  <a:cubicBezTo>
                    <a:pt x="180974" y="96895"/>
                    <a:pt x="175789" y="112632"/>
                    <a:pt x="170443" y="123321"/>
                  </a:cubicBezTo>
                  <a:cubicBezTo>
                    <a:pt x="167779" y="128652"/>
                    <a:pt x="165084" y="132707"/>
                    <a:pt x="162996" y="135492"/>
                  </a:cubicBezTo>
                  <a:cubicBezTo>
                    <a:pt x="161802" y="137084"/>
                    <a:pt x="160549" y="138654"/>
                    <a:pt x="159148" y="140071"/>
                  </a:cubicBezTo>
                  <a:cubicBezTo>
                    <a:pt x="155429" y="143791"/>
                    <a:pt x="149383" y="143805"/>
                    <a:pt x="145664" y="140084"/>
                  </a:cubicBezTo>
                  <a:cubicBezTo>
                    <a:pt x="141960" y="136381"/>
                    <a:pt x="141944" y="130386"/>
                    <a:pt x="145616" y="126663"/>
                  </a:cubicBezTo>
                  <a:cubicBezTo>
                    <a:pt x="146388" y="125848"/>
                    <a:pt x="147083" y="124959"/>
                    <a:pt x="147756" y="124062"/>
                  </a:cubicBezTo>
                  <a:cubicBezTo>
                    <a:pt x="149239" y="122086"/>
                    <a:pt x="151307" y="118998"/>
                    <a:pt x="153405" y="114802"/>
                  </a:cubicBezTo>
                  <a:cubicBezTo>
                    <a:pt x="157584" y="106442"/>
                    <a:pt x="161924" y="93604"/>
                    <a:pt x="161924" y="76199"/>
                  </a:cubicBezTo>
                  <a:cubicBezTo>
                    <a:pt x="161924" y="58795"/>
                    <a:pt x="157584" y="45957"/>
                    <a:pt x="153405" y="37597"/>
                  </a:cubicBezTo>
                  <a:cubicBezTo>
                    <a:pt x="151320" y="33426"/>
                    <a:pt x="148852" y="29150"/>
                    <a:pt x="145616" y="25737"/>
                  </a:cubicBezTo>
                  <a:cubicBezTo>
                    <a:pt x="141944" y="22013"/>
                    <a:pt x="141960" y="16018"/>
                    <a:pt x="145664" y="12314"/>
                  </a:cubicBezTo>
                  <a:close/>
                  <a:moveTo>
                    <a:pt x="75045" y="0"/>
                  </a:moveTo>
                  <a:cubicBezTo>
                    <a:pt x="95250" y="0"/>
                    <a:pt x="95250" y="47625"/>
                    <a:pt x="95250" y="76200"/>
                  </a:cubicBezTo>
                  <a:cubicBezTo>
                    <a:pt x="95250" y="104775"/>
                    <a:pt x="95250" y="152400"/>
                    <a:pt x="75045" y="152400"/>
                  </a:cubicBezTo>
                  <a:cubicBezTo>
                    <a:pt x="69686" y="152400"/>
                    <a:pt x="64546" y="150271"/>
                    <a:pt x="60757" y="146482"/>
                  </a:cubicBezTo>
                  <a:lnTo>
                    <a:pt x="34493" y="120218"/>
                  </a:lnTo>
                  <a:cubicBezTo>
                    <a:pt x="30704" y="116429"/>
                    <a:pt x="24409" y="114300"/>
                    <a:pt x="19051" y="114300"/>
                  </a:cubicBezTo>
                  <a:cubicBezTo>
                    <a:pt x="0" y="114300"/>
                    <a:pt x="0" y="91470"/>
                    <a:pt x="0" y="76199"/>
                  </a:cubicBezTo>
                  <a:cubicBezTo>
                    <a:pt x="0" y="60927"/>
                    <a:pt x="0" y="38100"/>
                    <a:pt x="19051" y="38100"/>
                  </a:cubicBezTo>
                  <a:cubicBezTo>
                    <a:pt x="24409" y="38100"/>
                    <a:pt x="30704" y="35971"/>
                    <a:pt x="34493" y="32182"/>
                  </a:cubicBezTo>
                  <a:lnTo>
                    <a:pt x="60757" y="5918"/>
                  </a:lnTo>
                  <a:cubicBezTo>
                    <a:pt x="64546" y="2129"/>
                    <a:pt x="69686" y="0"/>
                    <a:pt x="75045" y="0"/>
                  </a:cubicBezTo>
                  <a:close/>
                </a:path>
              </a:pathLst>
            </a:custGeom>
            <a:solidFill>
              <a:schemeClr val="bg2"/>
            </a:solidFill>
            <a:ln w="9525" cap="flat">
              <a:noFill/>
              <a:prstDash val="solid"/>
              <a:miter/>
            </a:ln>
          </p:spPr>
          <p:txBody>
            <a:bodyPr rtlCol="0" anchor="ctr"/>
            <a:lstStyle/>
            <a:p>
              <a:endParaRPr lang="ru-RU"/>
            </a:p>
          </p:txBody>
        </p:sp>
      </p:grpSp>
      <p:grpSp>
        <p:nvGrpSpPr>
          <p:cNvPr id="92" name="Группа 91">
            <a:extLst>
              <a:ext uri="{FF2B5EF4-FFF2-40B4-BE49-F238E27FC236}">
                <a16:creationId xmlns:a16="http://schemas.microsoft.com/office/drawing/2014/main" id="{73DD43E9-C4CF-539F-C59F-AB7B07076D76}"/>
              </a:ext>
            </a:extLst>
          </p:cNvPr>
          <p:cNvGrpSpPr/>
          <p:nvPr/>
        </p:nvGrpSpPr>
        <p:grpSpPr>
          <a:xfrm>
            <a:off x="9046217" y="5718040"/>
            <a:ext cx="1832603" cy="252000"/>
            <a:chOff x="9109717" y="5718040"/>
            <a:chExt cx="1832603" cy="252000"/>
          </a:xfrm>
        </p:grpSpPr>
        <p:sp>
          <p:nvSpPr>
            <p:cNvPr id="101" name="Прямоугольник: скругленные углы 100">
              <a:extLst>
                <a:ext uri="{FF2B5EF4-FFF2-40B4-BE49-F238E27FC236}">
                  <a16:creationId xmlns:a16="http://schemas.microsoft.com/office/drawing/2014/main" id="{96499534-AD77-3C6D-0902-6D7793B59C99}"/>
                </a:ext>
              </a:extLst>
            </p:cNvPr>
            <p:cNvSpPr/>
            <p:nvPr/>
          </p:nvSpPr>
          <p:spPr>
            <a:xfrm>
              <a:off x="9109717" y="5718040"/>
              <a:ext cx="1832603"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ПРОДВИЖЕНИЕ</a:t>
              </a:r>
            </a:p>
          </p:txBody>
        </p:sp>
        <p:sp>
          <p:nvSpPr>
            <p:cNvPr id="90" name="Полилиния: фигура 89">
              <a:extLst>
                <a:ext uri="{FF2B5EF4-FFF2-40B4-BE49-F238E27FC236}">
                  <a16:creationId xmlns:a16="http://schemas.microsoft.com/office/drawing/2014/main" id="{E1866A3E-BCEC-3288-773F-72EE9943FCD2}"/>
                </a:ext>
              </a:extLst>
            </p:cNvPr>
            <p:cNvSpPr/>
            <p:nvPr/>
          </p:nvSpPr>
          <p:spPr>
            <a:xfrm>
              <a:off x="9201601" y="5782301"/>
              <a:ext cx="153912" cy="129611"/>
            </a:xfrm>
            <a:custGeom>
              <a:avLst/>
              <a:gdLst>
                <a:gd name="connsiteX0" fmla="*/ 117089 w 180974"/>
                <a:gd name="connsiteY0" fmla="*/ 40890 h 152400"/>
                <a:gd name="connsiteX1" fmla="*/ 130588 w 180974"/>
                <a:gd name="connsiteY1" fmla="*/ 40918 h 152400"/>
                <a:gd name="connsiteX2" fmla="*/ 132933 w 180974"/>
                <a:gd name="connsiteY2" fmla="*/ 43696 h 152400"/>
                <a:gd name="connsiteX3" fmla="*/ 137106 w 180974"/>
                <a:gd name="connsiteY3" fmla="*/ 50509 h 152400"/>
                <a:gd name="connsiteX4" fmla="*/ 142874 w 180974"/>
                <a:gd name="connsiteY4" fmla="*/ 76200 h 152400"/>
                <a:gd name="connsiteX5" fmla="*/ 137106 w 180974"/>
                <a:gd name="connsiteY5" fmla="*/ 101891 h 152400"/>
                <a:gd name="connsiteX6" fmla="*/ 132933 w 180974"/>
                <a:gd name="connsiteY6" fmla="*/ 108704 h 152400"/>
                <a:gd name="connsiteX7" fmla="*/ 130588 w 180974"/>
                <a:gd name="connsiteY7" fmla="*/ 111482 h 152400"/>
                <a:gd name="connsiteX8" fmla="*/ 117089 w 180974"/>
                <a:gd name="connsiteY8" fmla="*/ 111510 h 152400"/>
                <a:gd name="connsiteX9" fmla="*/ 116994 w 180974"/>
                <a:gd name="connsiteY9" fmla="*/ 98136 h 152400"/>
                <a:gd name="connsiteX10" fmla="*/ 120067 w 180974"/>
                <a:gd name="connsiteY10" fmla="*/ 93372 h 152400"/>
                <a:gd name="connsiteX11" fmla="*/ 123824 w 180974"/>
                <a:gd name="connsiteY11" fmla="*/ 76200 h 152400"/>
                <a:gd name="connsiteX12" fmla="*/ 120067 w 180974"/>
                <a:gd name="connsiteY12" fmla="*/ 59028 h 152400"/>
                <a:gd name="connsiteX13" fmla="*/ 116994 w 180974"/>
                <a:gd name="connsiteY13" fmla="*/ 54264 h 152400"/>
                <a:gd name="connsiteX14" fmla="*/ 117089 w 180974"/>
                <a:gd name="connsiteY14" fmla="*/ 40890 h 152400"/>
                <a:gd name="connsiteX15" fmla="*/ 145664 w 180974"/>
                <a:gd name="connsiteY15" fmla="*/ 12314 h 152400"/>
                <a:gd name="connsiteX16" fmla="*/ 159201 w 180974"/>
                <a:gd name="connsiteY16" fmla="*/ 12382 h 152400"/>
                <a:gd name="connsiteX17" fmla="*/ 162996 w 180974"/>
                <a:gd name="connsiteY17" fmla="*/ 16906 h 152400"/>
                <a:gd name="connsiteX18" fmla="*/ 170443 w 180974"/>
                <a:gd name="connsiteY18" fmla="*/ 29077 h 152400"/>
                <a:gd name="connsiteX19" fmla="*/ 180974 w 180974"/>
                <a:gd name="connsiteY19" fmla="*/ 76199 h 152400"/>
                <a:gd name="connsiteX20" fmla="*/ 170443 w 180974"/>
                <a:gd name="connsiteY20" fmla="*/ 123321 h 152400"/>
                <a:gd name="connsiteX21" fmla="*/ 162996 w 180974"/>
                <a:gd name="connsiteY21" fmla="*/ 135492 h 152400"/>
                <a:gd name="connsiteX22" fmla="*/ 159148 w 180974"/>
                <a:gd name="connsiteY22" fmla="*/ 140071 h 152400"/>
                <a:gd name="connsiteX23" fmla="*/ 145664 w 180974"/>
                <a:gd name="connsiteY23" fmla="*/ 140084 h 152400"/>
                <a:gd name="connsiteX24" fmla="*/ 145616 w 180974"/>
                <a:gd name="connsiteY24" fmla="*/ 126663 h 152400"/>
                <a:gd name="connsiteX25" fmla="*/ 147756 w 180974"/>
                <a:gd name="connsiteY25" fmla="*/ 124062 h 152400"/>
                <a:gd name="connsiteX26" fmla="*/ 153405 w 180974"/>
                <a:gd name="connsiteY26" fmla="*/ 114802 h 152400"/>
                <a:gd name="connsiteX27" fmla="*/ 161924 w 180974"/>
                <a:gd name="connsiteY27" fmla="*/ 76199 h 152400"/>
                <a:gd name="connsiteX28" fmla="*/ 153405 w 180974"/>
                <a:gd name="connsiteY28" fmla="*/ 37597 h 152400"/>
                <a:gd name="connsiteX29" fmla="*/ 145616 w 180974"/>
                <a:gd name="connsiteY29" fmla="*/ 25737 h 152400"/>
                <a:gd name="connsiteX30" fmla="*/ 145664 w 180974"/>
                <a:gd name="connsiteY30" fmla="*/ 12314 h 152400"/>
                <a:gd name="connsiteX31" fmla="*/ 75045 w 180974"/>
                <a:gd name="connsiteY31" fmla="*/ 0 h 152400"/>
                <a:gd name="connsiteX32" fmla="*/ 95250 w 180974"/>
                <a:gd name="connsiteY32" fmla="*/ 76200 h 152400"/>
                <a:gd name="connsiteX33" fmla="*/ 75045 w 180974"/>
                <a:gd name="connsiteY33" fmla="*/ 152400 h 152400"/>
                <a:gd name="connsiteX34" fmla="*/ 60757 w 180974"/>
                <a:gd name="connsiteY34" fmla="*/ 146482 h 152400"/>
                <a:gd name="connsiteX35" fmla="*/ 34493 w 180974"/>
                <a:gd name="connsiteY35" fmla="*/ 120218 h 152400"/>
                <a:gd name="connsiteX36" fmla="*/ 19051 w 180974"/>
                <a:gd name="connsiteY36" fmla="*/ 114300 h 152400"/>
                <a:gd name="connsiteX37" fmla="*/ 0 w 180974"/>
                <a:gd name="connsiteY37" fmla="*/ 76199 h 152400"/>
                <a:gd name="connsiteX38" fmla="*/ 19051 w 180974"/>
                <a:gd name="connsiteY38" fmla="*/ 38100 h 152400"/>
                <a:gd name="connsiteX39" fmla="*/ 34493 w 180974"/>
                <a:gd name="connsiteY39" fmla="*/ 32182 h 152400"/>
                <a:gd name="connsiteX40" fmla="*/ 60757 w 180974"/>
                <a:gd name="connsiteY40" fmla="*/ 5918 h 152400"/>
                <a:gd name="connsiteX41" fmla="*/ 75045 w 180974"/>
                <a:gd name="connsiteY41"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0974" h="152400">
                  <a:moveTo>
                    <a:pt x="117089" y="40890"/>
                  </a:moveTo>
                  <a:cubicBezTo>
                    <a:pt x="120808" y="37170"/>
                    <a:pt x="126867" y="37198"/>
                    <a:pt x="130588" y="40918"/>
                  </a:cubicBezTo>
                  <a:cubicBezTo>
                    <a:pt x="131441" y="41782"/>
                    <a:pt x="132204" y="42725"/>
                    <a:pt x="132933" y="43696"/>
                  </a:cubicBezTo>
                  <a:cubicBezTo>
                    <a:pt x="134128" y="45291"/>
                    <a:pt x="135632" y="47561"/>
                    <a:pt x="137106" y="50509"/>
                  </a:cubicBezTo>
                  <a:cubicBezTo>
                    <a:pt x="140070" y="56436"/>
                    <a:pt x="142874" y="65029"/>
                    <a:pt x="142874" y="76200"/>
                  </a:cubicBezTo>
                  <a:cubicBezTo>
                    <a:pt x="142874" y="87371"/>
                    <a:pt x="140070" y="95963"/>
                    <a:pt x="137106" y="101891"/>
                  </a:cubicBezTo>
                  <a:cubicBezTo>
                    <a:pt x="135632" y="104839"/>
                    <a:pt x="134128" y="107109"/>
                    <a:pt x="132933" y="108704"/>
                  </a:cubicBezTo>
                  <a:cubicBezTo>
                    <a:pt x="132206" y="109672"/>
                    <a:pt x="131439" y="110620"/>
                    <a:pt x="130588" y="111482"/>
                  </a:cubicBezTo>
                  <a:cubicBezTo>
                    <a:pt x="126867" y="115202"/>
                    <a:pt x="120808" y="115230"/>
                    <a:pt x="117089" y="111510"/>
                  </a:cubicBezTo>
                  <a:cubicBezTo>
                    <a:pt x="113401" y="107822"/>
                    <a:pt x="113369" y="101863"/>
                    <a:pt x="116994" y="98136"/>
                  </a:cubicBezTo>
                  <a:cubicBezTo>
                    <a:pt x="118249" y="96727"/>
                    <a:pt x="119228" y="95050"/>
                    <a:pt x="120067" y="93372"/>
                  </a:cubicBezTo>
                  <a:cubicBezTo>
                    <a:pt x="121866" y="89774"/>
                    <a:pt x="123824" y="84079"/>
                    <a:pt x="123824" y="76200"/>
                  </a:cubicBezTo>
                  <a:cubicBezTo>
                    <a:pt x="123824" y="68321"/>
                    <a:pt x="121866" y="62626"/>
                    <a:pt x="120067" y="59028"/>
                  </a:cubicBezTo>
                  <a:cubicBezTo>
                    <a:pt x="118571" y="56036"/>
                    <a:pt x="117139" y="54423"/>
                    <a:pt x="116994" y="54264"/>
                  </a:cubicBezTo>
                  <a:cubicBezTo>
                    <a:pt x="113369" y="50537"/>
                    <a:pt x="113401" y="44578"/>
                    <a:pt x="117089" y="40890"/>
                  </a:cubicBezTo>
                  <a:close/>
                  <a:moveTo>
                    <a:pt x="145664" y="12314"/>
                  </a:moveTo>
                  <a:cubicBezTo>
                    <a:pt x="149383" y="8595"/>
                    <a:pt x="155481" y="8662"/>
                    <a:pt x="159201" y="12382"/>
                  </a:cubicBezTo>
                  <a:cubicBezTo>
                    <a:pt x="160577" y="13788"/>
                    <a:pt x="161816" y="15334"/>
                    <a:pt x="162996" y="16906"/>
                  </a:cubicBezTo>
                  <a:cubicBezTo>
                    <a:pt x="165084" y="19692"/>
                    <a:pt x="167779" y="23748"/>
                    <a:pt x="170443" y="29077"/>
                  </a:cubicBezTo>
                  <a:cubicBezTo>
                    <a:pt x="175789" y="39767"/>
                    <a:pt x="180974" y="55504"/>
                    <a:pt x="180974" y="76199"/>
                  </a:cubicBezTo>
                  <a:cubicBezTo>
                    <a:pt x="180974" y="96895"/>
                    <a:pt x="175789" y="112632"/>
                    <a:pt x="170443" y="123321"/>
                  </a:cubicBezTo>
                  <a:cubicBezTo>
                    <a:pt x="167779" y="128652"/>
                    <a:pt x="165084" y="132707"/>
                    <a:pt x="162996" y="135492"/>
                  </a:cubicBezTo>
                  <a:cubicBezTo>
                    <a:pt x="161802" y="137084"/>
                    <a:pt x="160549" y="138654"/>
                    <a:pt x="159148" y="140071"/>
                  </a:cubicBezTo>
                  <a:cubicBezTo>
                    <a:pt x="155429" y="143791"/>
                    <a:pt x="149383" y="143805"/>
                    <a:pt x="145664" y="140084"/>
                  </a:cubicBezTo>
                  <a:cubicBezTo>
                    <a:pt x="141960" y="136381"/>
                    <a:pt x="141944" y="130386"/>
                    <a:pt x="145616" y="126663"/>
                  </a:cubicBezTo>
                  <a:cubicBezTo>
                    <a:pt x="146388" y="125848"/>
                    <a:pt x="147083" y="124959"/>
                    <a:pt x="147756" y="124062"/>
                  </a:cubicBezTo>
                  <a:cubicBezTo>
                    <a:pt x="149239" y="122086"/>
                    <a:pt x="151307" y="118998"/>
                    <a:pt x="153405" y="114802"/>
                  </a:cubicBezTo>
                  <a:cubicBezTo>
                    <a:pt x="157584" y="106442"/>
                    <a:pt x="161924" y="93604"/>
                    <a:pt x="161924" y="76199"/>
                  </a:cubicBezTo>
                  <a:cubicBezTo>
                    <a:pt x="161924" y="58795"/>
                    <a:pt x="157584" y="45957"/>
                    <a:pt x="153405" y="37597"/>
                  </a:cubicBezTo>
                  <a:cubicBezTo>
                    <a:pt x="151320" y="33426"/>
                    <a:pt x="148852" y="29150"/>
                    <a:pt x="145616" y="25737"/>
                  </a:cubicBezTo>
                  <a:cubicBezTo>
                    <a:pt x="141944" y="22013"/>
                    <a:pt x="141960" y="16018"/>
                    <a:pt x="145664" y="12314"/>
                  </a:cubicBezTo>
                  <a:close/>
                  <a:moveTo>
                    <a:pt x="75045" y="0"/>
                  </a:moveTo>
                  <a:cubicBezTo>
                    <a:pt x="95250" y="0"/>
                    <a:pt x="95250" y="47625"/>
                    <a:pt x="95250" y="76200"/>
                  </a:cubicBezTo>
                  <a:cubicBezTo>
                    <a:pt x="95250" y="104775"/>
                    <a:pt x="95250" y="152400"/>
                    <a:pt x="75045" y="152400"/>
                  </a:cubicBezTo>
                  <a:cubicBezTo>
                    <a:pt x="69686" y="152400"/>
                    <a:pt x="64546" y="150271"/>
                    <a:pt x="60757" y="146482"/>
                  </a:cubicBezTo>
                  <a:lnTo>
                    <a:pt x="34493" y="120218"/>
                  </a:lnTo>
                  <a:cubicBezTo>
                    <a:pt x="30704" y="116429"/>
                    <a:pt x="24409" y="114300"/>
                    <a:pt x="19051" y="114300"/>
                  </a:cubicBezTo>
                  <a:cubicBezTo>
                    <a:pt x="0" y="114300"/>
                    <a:pt x="0" y="91470"/>
                    <a:pt x="0" y="76199"/>
                  </a:cubicBezTo>
                  <a:cubicBezTo>
                    <a:pt x="0" y="60927"/>
                    <a:pt x="0" y="38100"/>
                    <a:pt x="19051" y="38100"/>
                  </a:cubicBezTo>
                  <a:cubicBezTo>
                    <a:pt x="24409" y="38100"/>
                    <a:pt x="30704" y="35971"/>
                    <a:pt x="34493" y="32182"/>
                  </a:cubicBezTo>
                  <a:lnTo>
                    <a:pt x="60757" y="5918"/>
                  </a:lnTo>
                  <a:cubicBezTo>
                    <a:pt x="64546" y="2129"/>
                    <a:pt x="69686" y="0"/>
                    <a:pt x="75045" y="0"/>
                  </a:cubicBezTo>
                  <a:close/>
                </a:path>
              </a:pathLst>
            </a:custGeom>
            <a:solidFill>
              <a:schemeClr val="bg2"/>
            </a:solidFill>
            <a:ln w="9525" cap="flat">
              <a:noFill/>
              <a:prstDash val="solid"/>
              <a:miter/>
            </a:ln>
          </p:spPr>
          <p:txBody>
            <a:bodyPr rtlCol="0" anchor="ctr"/>
            <a:lstStyle/>
            <a:p>
              <a:endParaRPr lang="ru-RU"/>
            </a:p>
          </p:txBody>
        </p:sp>
      </p:grpSp>
      <p:grpSp>
        <p:nvGrpSpPr>
          <p:cNvPr id="172" name="Группа 171">
            <a:extLst>
              <a:ext uri="{FF2B5EF4-FFF2-40B4-BE49-F238E27FC236}">
                <a16:creationId xmlns:a16="http://schemas.microsoft.com/office/drawing/2014/main" id="{B4E36BBE-1EE7-2C2E-D3F5-406B44ACABCF}"/>
              </a:ext>
            </a:extLst>
          </p:cNvPr>
          <p:cNvGrpSpPr/>
          <p:nvPr/>
        </p:nvGrpSpPr>
        <p:grpSpPr>
          <a:xfrm>
            <a:off x="8608778" y="5320171"/>
            <a:ext cx="324000" cy="324000"/>
            <a:chOff x="7623886" y="4899200"/>
            <a:chExt cx="324000" cy="324000"/>
          </a:xfrm>
        </p:grpSpPr>
        <p:sp>
          <p:nvSpPr>
            <p:cNvPr id="165" name="Прямоугольник: скругленные углы 164">
              <a:extLst>
                <a:ext uri="{FF2B5EF4-FFF2-40B4-BE49-F238E27FC236}">
                  <a16:creationId xmlns:a16="http://schemas.microsoft.com/office/drawing/2014/main" id="{2FC0A7B9-1F0D-F487-E3E0-FECB9A9505CC}"/>
                </a:ext>
              </a:extLst>
            </p:cNvPr>
            <p:cNvSpPr/>
            <p:nvPr/>
          </p:nvSpPr>
          <p:spPr>
            <a:xfrm>
              <a:off x="7623886" y="4899200"/>
              <a:ext cx="324000"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dirty="0">
                <a:latin typeface="+mj-lt"/>
              </a:endParaRPr>
            </a:p>
          </p:txBody>
        </p:sp>
        <p:sp>
          <p:nvSpPr>
            <p:cNvPr id="168" name="Полилиния: фигура 167">
              <a:extLst>
                <a:ext uri="{FF2B5EF4-FFF2-40B4-BE49-F238E27FC236}">
                  <a16:creationId xmlns:a16="http://schemas.microsoft.com/office/drawing/2014/main" id="{D20B2172-3056-2A27-D141-1D296101DA0F}"/>
                </a:ext>
              </a:extLst>
            </p:cNvPr>
            <p:cNvSpPr/>
            <p:nvPr/>
          </p:nvSpPr>
          <p:spPr>
            <a:xfrm>
              <a:off x="7686217" y="4977268"/>
              <a:ext cx="199338" cy="167865"/>
            </a:xfrm>
            <a:custGeom>
              <a:avLst/>
              <a:gdLst>
                <a:gd name="connsiteX0" fmla="*/ 117089 w 180974"/>
                <a:gd name="connsiteY0" fmla="*/ 40890 h 152400"/>
                <a:gd name="connsiteX1" fmla="*/ 130588 w 180974"/>
                <a:gd name="connsiteY1" fmla="*/ 40918 h 152400"/>
                <a:gd name="connsiteX2" fmla="*/ 132933 w 180974"/>
                <a:gd name="connsiteY2" fmla="*/ 43696 h 152400"/>
                <a:gd name="connsiteX3" fmla="*/ 137106 w 180974"/>
                <a:gd name="connsiteY3" fmla="*/ 50509 h 152400"/>
                <a:gd name="connsiteX4" fmla="*/ 142874 w 180974"/>
                <a:gd name="connsiteY4" fmla="*/ 76200 h 152400"/>
                <a:gd name="connsiteX5" fmla="*/ 137106 w 180974"/>
                <a:gd name="connsiteY5" fmla="*/ 101891 h 152400"/>
                <a:gd name="connsiteX6" fmla="*/ 132933 w 180974"/>
                <a:gd name="connsiteY6" fmla="*/ 108704 h 152400"/>
                <a:gd name="connsiteX7" fmla="*/ 130588 w 180974"/>
                <a:gd name="connsiteY7" fmla="*/ 111482 h 152400"/>
                <a:gd name="connsiteX8" fmla="*/ 117089 w 180974"/>
                <a:gd name="connsiteY8" fmla="*/ 111510 h 152400"/>
                <a:gd name="connsiteX9" fmla="*/ 116994 w 180974"/>
                <a:gd name="connsiteY9" fmla="*/ 98136 h 152400"/>
                <a:gd name="connsiteX10" fmla="*/ 120067 w 180974"/>
                <a:gd name="connsiteY10" fmla="*/ 93372 h 152400"/>
                <a:gd name="connsiteX11" fmla="*/ 123824 w 180974"/>
                <a:gd name="connsiteY11" fmla="*/ 76200 h 152400"/>
                <a:gd name="connsiteX12" fmla="*/ 120067 w 180974"/>
                <a:gd name="connsiteY12" fmla="*/ 59028 h 152400"/>
                <a:gd name="connsiteX13" fmla="*/ 116994 w 180974"/>
                <a:gd name="connsiteY13" fmla="*/ 54264 h 152400"/>
                <a:gd name="connsiteX14" fmla="*/ 117089 w 180974"/>
                <a:gd name="connsiteY14" fmla="*/ 40890 h 152400"/>
                <a:gd name="connsiteX15" fmla="*/ 145664 w 180974"/>
                <a:gd name="connsiteY15" fmla="*/ 12314 h 152400"/>
                <a:gd name="connsiteX16" fmla="*/ 159201 w 180974"/>
                <a:gd name="connsiteY16" fmla="*/ 12382 h 152400"/>
                <a:gd name="connsiteX17" fmla="*/ 162996 w 180974"/>
                <a:gd name="connsiteY17" fmla="*/ 16906 h 152400"/>
                <a:gd name="connsiteX18" fmla="*/ 170443 w 180974"/>
                <a:gd name="connsiteY18" fmla="*/ 29077 h 152400"/>
                <a:gd name="connsiteX19" fmla="*/ 180974 w 180974"/>
                <a:gd name="connsiteY19" fmla="*/ 76199 h 152400"/>
                <a:gd name="connsiteX20" fmla="*/ 170443 w 180974"/>
                <a:gd name="connsiteY20" fmla="*/ 123321 h 152400"/>
                <a:gd name="connsiteX21" fmla="*/ 162996 w 180974"/>
                <a:gd name="connsiteY21" fmla="*/ 135492 h 152400"/>
                <a:gd name="connsiteX22" fmla="*/ 159148 w 180974"/>
                <a:gd name="connsiteY22" fmla="*/ 140071 h 152400"/>
                <a:gd name="connsiteX23" fmla="*/ 145664 w 180974"/>
                <a:gd name="connsiteY23" fmla="*/ 140084 h 152400"/>
                <a:gd name="connsiteX24" fmla="*/ 145616 w 180974"/>
                <a:gd name="connsiteY24" fmla="*/ 126663 h 152400"/>
                <a:gd name="connsiteX25" fmla="*/ 147756 w 180974"/>
                <a:gd name="connsiteY25" fmla="*/ 124062 h 152400"/>
                <a:gd name="connsiteX26" fmla="*/ 153405 w 180974"/>
                <a:gd name="connsiteY26" fmla="*/ 114802 h 152400"/>
                <a:gd name="connsiteX27" fmla="*/ 161924 w 180974"/>
                <a:gd name="connsiteY27" fmla="*/ 76199 h 152400"/>
                <a:gd name="connsiteX28" fmla="*/ 153405 w 180974"/>
                <a:gd name="connsiteY28" fmla="*/ 37597 h 152400"/>
                <a:gd name="connsiteX29" fmla="*/ 145616 w 180974"/>
                <a:gd name="connsiteY29" fmla="*/ 25737 h 152400"/>
                <a:gd name="connsiteX30" fmla="*/ 145664 w 180974"/>
                <a:gd name="connsiteY30" fmla="*/ 12314 h 152400"/>
                <a:gd name="connsiteX31" fmla="*/ 75045 w 180974"/>
                <a:gd name="connsiteY31" fmla="*/ 0 h 152400"/>
                <a:gd name="connsiteX32" fmla="*/ 95250 w 180974"/>
                <a:gd name="connsiteY32" fmla="*/ 76200 h 152400"/>
                <a:gd name="connsiteX33" fmla="*/ 75045 w 180974"/>
                <a:gd name="connsiteY33" fmla="*/ 152400 h 152400"/>
                <a:gd name="connsiteX34" fmla="*/ 60757 w 180974"/>
                <a:gd name="connsiteY34" fmla="*/ 146482 h 152400"/>
                <a:gd name="connsiteX35" fmla="*/ 34493 w 180974"/>
                <a:gd name="connsiteY35" fmla="*/ 120218 h 152400"/>
                <a:gd name="connsiteX36" fmla="*/ 19051 w 180974"/>
                <a:gd name="connsiteY36" fmla="*/ 114300 h 152400"/>
                <a:gd name="connsiteX37" fmla="*/ 0 w 180974"/>
                <a:gd name="connsiteY37" fmla="*/ 76199 h 152400"/>
                <a:gd name="connsiteX38" fmla="*/ 19051 w 180974"/>
                <a:gd name="connsiteY38" fmla="*/ 38100 h 152400"/>
                <a:gd name="connsiteX39" fmla="*/ 34493 w 180974"/>
                <a:gd name="connsiteY39" fmla="*/ 32182 h 152400"/>
                <a:gd name="connsiteX40" fmla="*/ 60757 w 180974"/>
                <a:gd name="connsiteY40" fmla="*/ 5918 h 152400"/>
                <a:gd name="connsiteX41" fmla="*/ 75045 w 180974"/>
                <a:gd name="connsiteY41"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0974" h="152400">
                  <a:moveTo>
                    <a:pt x="117089" y="40890"/>
                  </a:moveTo>
                  <a:cubicBezTo>
                    <a:pt x="120808" y="37170"/>
                    <a:pt x="126867" y="37198"/>
                    <a:pt x="130588" y="40918"/>
                  </a:cubicBezTo>
                  <a:cubicBezTo>
                    <a:pt x="131441" y="41782"/>
                    <a:pt x="132204" y="42725"/>
                    <a:pt x="132933" y="43696"/>
                  </a:cubicBezTo>
                  <a:cubicBezTo>
                    <a:pt x="134128" y="45291"/>
                    <a:pt x="135632" y="47561"/>
                    <a:pt x="137106" y="50509"/>
                  </a:cubicBezTo>
                  <a:cubicBezTo>
                    <a:pt x="140070" y="56436"/>
                    <a:pt x="142874" y="65029"/>
                    <a:pt x="142874" y="76200"/>
                  </a:cubicBezTo>
                  <a:cubicBezTo>
                    <a:pt x="142874" y="87371"/>
                    <a:pt x="140070" y="95963"/>
                    <a:pt x="137106" y="101891"/>
                  </a:cubicBezTo>
                  <a:cubicBezTo>
                    <a:pt x="135632" y="104839"/>
                    <a:pt x="134128" y="107109"/>
                    <a:pt x="132933" y="108704"/>
                  </a:cubicBezTo>
                  <a:cubicBezTo>
                    <a:pt x="132206" y="109672"/>
                    <a:pt x="131439" y="110620"/>
                    <a:pt x="130588" y="111482"/>
                  </a:cubicBezTo>
                  <a:cubicBezTo>
                    <a:pt x="126867" y="115202"/>
                    <a:pt x="120808" y="115230"/>
                    <a:pt x="117089" y="111510"/>
                  </a:cubicBezTo>
                  <a:cubicBezTo>
                    <a:pt x="113401" y="107822"/>
                    <a:pt x="113369" y="101863"/>
                    <a:pt x="116994" y="98136"/>
                  </a:cubicBezTo>
                  <a:cubicBezTo>
                    <a:pt x="118249" y="96727"/>
                    <a:pt x="119228" y="95050"/>
                    <a:pt x="120067" y="93372"/>
                  </a:cubicBezTo>
                  <a:cubicBezTo>
                    <a:pt x="121866" y="89774"/>
                    <a:pt x="123824" y="84079"/>
                    <a:pt x="123824" y="76200"/>
                  </a:cubicBezTo>
                  <a:cubicBezTo>
                    <a:pt x="123824" y="68321"/>
                    <a:pt x="121866" y="62626"/>
                    <a:pt x="120067" y="59028"/>
                  </a:cubicBezTo>
                  <a:cubicBezTo>
                    <a:pt x="118571" y="56036"/>
                    <a:pt x="117139" y="54423"/>
                    <a:pt x="116994" y="54264"/>
                  </a:cubicBezTo>
                  <a:cubicBezTo>
                    <a:pt x="113369" y="50537"/>
                    <a:pt x="113401" y="44578"/>
                    <a:pt x="117089" y="40890"/>
                  </a:cubicBezTo>
                  <a:close/>
                  <a:moveTo>
                    <a:pt x="145664" y="12314"/>
                  </a:moveTo>
                  <a:cubicBezTo>
                    <a:pt x="149383" y="8595"/>
                    <a:pt x="155481" y="8662"/>
                    <a:pt x="159201" y="12382"/>
                  </a:cubicBezTo>
                  <a:cubicBezTo>
                    <a:pt x="160577" y="13788"/>
                    <a:pt x="161816" y="15334"/>
                    <a:pt x="162996" y="16906"/>
                  </a:cubicBezTo>
                  <a:cubicBezTo>
                    <a:pt x="165084" y="19692"/>
                    <a:pt x="167779" y="23748"/>
                    <a:pt x="170443" y="29077"/>
                  </a:cubicBezTo>
                  <a:cubicBezTo>
                    <a:pt x="175789" y="39767"/>
                    <a:pt x="180974" y="55504"/>
                    <a:pt x="180974" y="76199"/>
                  </a:cubicBezTo>
                  <a:cubicBezTo>
                    <a:pt x="180974" y="96895"/>
                    <a:pt x="175789" y="112632"/>
                    <a:pt x="170443" y="123321"/>
                  </a:cubicBezTo>
                  <a:cubicBezTo>
                    <a:pt x="167779" y="128652"/>
                    <a:pt x="165084" y="132707"/>
                    <a:pt x="162996" y="135492"/>
                  </a:cubicBezTo>
                  <a:cubicBezTo>
                    <a:pt x="161802" y="137084"/>
                    <a:pt x="160549" y="138654"/>
                    <a:pt x="159148" y="140071"/>
                  </a:cubicBezTo>
                  <a:cubicBezTo>
                    <a:pt x="155429" y="143791"/>
                    <a:pt x="149383" y="143805"/>
                    <a:pt x="145664" y="140084"/>
                  </a:cubicBezTo>
                  <a:cubicBezTo>
                    <a:pt x="141960" y="136381"/>
                    <a:pt x="141944" y="130386"/>
                    <a:pt x="145616" y="126663"/>
                  </a:cubicBezTo>
                  <a:cubicBezTo>
                    <a:pt x="146388" y="125848"/>
                    <a:pt x="147083" y="124959"/>
                    <a:pt x="147756" y="124062"/>
                  </a:cubicBezTo>
                  <a:cubicBezTo>
                    <a:pt x="149239" y="122086"/>
                    <a:pt x="151307" y="118998"/>
                    <a:pt x="153405" y="114802"/>
                  </a:cubicBezTo>
                  <a:cubicBezTo>
                    <a:pt x="157584" y="106442"/>
                    <a:pt x="161924" y="93604"/>
                    <a:pt x="161924" y="76199"/>
                  </a:cubicBezTo>
                  <a:cubicBezTo>
                    <a:pt x="161924" y="58795"/>
                    <a:pt x="157584" y="45957"/>
                    <a:pt x="153405" y="37597"/>
                  </a:cubicBezTo>
                  <a:cubicBezTo>
                    <a:pt x="151320" y="33426"/>
                    <a:pt x="148852" y="29150"/>
                    <a:pt x="145616" y="25737"/>
                  </a:cubicBezTo>
                  <a:cubicBezTo>
                    <a:pt x="141944" y="22013"/>
                    <a:pt x="141960" y="16018"/>
                    <a:pt x="145664" y="12314"/>
                  </a:cubicBezTo>
                  <a:close/>
                  <a:moveTo>
                    <a:pt x="75045" y="0"/>
                  </a:moveTo>
                  <a:cubicBezTo>
                    <a:pt x="95250" y="0"/>
                    <a:pt x="95250" y="47625"/>
                    <a:pt x="95250" y="76200"/>
                  </a:cubicBezTo>
                  <a:cubicBezTo>
                    <a:pt x="95250" y="104775"/>
                    <a:pt x="95250" y="152400"/>
                    <a:pt x="75045" y="152400"/>
                  </a:cubicBezTo>
                  <a:cubicBezTo>
                    <a:pt x="69686" y="152400"/>
                    <a:pt x="64546" y="150271"/>
                    <a:pt x="60757" y="146482"/>
                  </a:cubicBezTo>
                  <a:lnTo>
                    <a:pt x="34493" y="120218"/>
                  </a:lnTo>
                  <a:cubicBezTo>
                    <a:pt x="30704" y="116429"/>
                    <a:pt x="24409" y="114300"/>
                    <a:pt x="19051" y="114300"/>
                  </a:cubicBezTo>
                  <a:cubicBezTo>
                    <a:pt x="0" y="114300"/>
                    <a:pt x="0" y="91470"/>
                    <a:pt x="0" y="76199"/>
                  </a:cubicBezTo>
                  <a:cubicBezTo>
                    <a:pt x="0" y="60927"/>
                    <a:pt x="0" y="38100"/>
                    <a:pt x="19051" y="38100"/>
                  </a:cubicBezTo>
                  <a:cubicBezTo>
                    <a:pt x="24409" y="38100"/>
                    <a:pt x="30704" y="35971"/>
                    <a:pt x="34493" y="32182"/>
                  </a:cubicBezTo>
                  <a:lnTo>
                    <a:pt x="60757" y="5918"/>
                  </a:lnTo>
                  <a:cubicBezTo>
                    <a:pt x="64546" y="2129"/>
                    <a:pt x="69686" y="0"/>
                    <a:pt x="75045" y="0"/>
                  </a:cubicBezTo>
                  <a:close/>
                </a:path>
              </a:pathLst>
            </a:custGeom>
            <a:solidFill>
              <a:schemeClr val="bg2"/>
            </a:solidFill>
            <a:ln w="9525" cap="flat">
              <a:noFill/>
              <a:prstDash val="solid"/>
              <a:miter/>
            </a:ln>
          </p:spPr>
          <p:txBody>
            <a:bodyPr rtlCol="0" anchor="ctr"/>
            <a:lstStyle/>
            <a:p>
              <a:endParaRPr lang="ru-RU"/>
            </a:p>
          </p:txBody>
        </p:sp>
      </p:grpSp>
      <p:sp>
        <p:nvSpPr>
          <p:cNvPr id="84" name="Прямоугольник: скругленные углы 83">
            <a:extLst>
              <a:ext uri="{FF2B5EF4-FFF2-40B4-BE49-F238E27FC236}">
                <a16:creationId xmlns:a16="http://schemas.microsoft.com/office/drawing/2014/main" id="{C73C71D4-378B-40BA-CE7F-D20526776C10}"/>
              </a:ext>
            </a:extLst>
          </p:cNvPr>
          <p:cNvSpPr/>
          <p:nvPr/>
        </p:nvSpPr>
        <p:spPr>
          <a:xfrm>
            <a:off x="4546803" y="6043908"/>
            <a:ext cx="2174306"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СТАТИСТИКА КАТЕГОРИИ</a:t>
            </a:r>
          </a:p>
        </p:txBody>
      </p:sp>
      <p:grpSp>
        <p:nvGrpSpPr>
          <p:cNvPr id="174" name="Группа 173">
            <a:extLst>
              <a:ext uri="{FF2B5EF4-FFF2-40B4-BE49-F238E27FC236}">
                <a16:creationId xmlns:a16="http://schemas.microsoft.com/office/drawing/2014/main" id="{30580320-E910-B993-CC7B-59CD1C44AAFC}"/>
              </a:ext>
            </a:extLst>
          </p:cNvPr>
          <p:cNvGrpSpPr/>
          <p:nvPr/>
        </p:nvGrpSpPr>
        <p:grpSpPr>
          <a:xfrm>
            <a:off x="4546803" y="5320171"/>
            <a:ext cx="3843944" cy="324000"/>
            <a:chOff x="4309457" y="5320171"/>
            <a:chExt cx="3843944" cy="324000"/>
          </a:xfrm>
        </p:grpSpPr>
        <p:sp>
          <p:nvSpPr>
            <p:cNvPr id="89" name="Прямоугольник: скругленные углы 88">
              <a:extLst>
                <a:ext uri="{FF2B5EF4-FFF2-40B4-BE49-F238E27FC236}">
                  <a16:creationId xmlns:a16="http://schemas.microsoft.com/office/drawing/2014/main" id="{D2AEA6B9-0342-5C5B-24C9-E94396304036}"/>
                </a:ext>
              </a:extLst>
            </p:cNvPr>
            <p:cNvSpPr/>
            <p:nvPr/>
          </p:nvSpPr>
          <p:spPr>
            <a:xfrm>
              <a:off x="4309457" y="5320171"/>
              <a:ext cx="3843944"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dirty="0">
                  <a:latin typeface="+mj-lt"/>
                </a:rPr>
                <a:t>СТАТИСТИКА КАТЕГОРИИ</a:t>
              </a:r>
            </a:p>
          </p:txBody>
        </p:sp>
        <p:sp>
          <p:nvSpPr>
            <p:cNvPr id="212" name="Рисунок 22">
              <a:extLst>
                <a:ext uri="{FF2B5EF4-FFF2-40B4-BE49-F238E27FC236}">
                  <a16:creationId xmlns:a16="http://schemas.microsoft.com/office/drawing/2014/main" id="{6F15B01B-924A-FAF2-15EB-086CFDA8EA28}"/>
                </a:ext>
              </a:extLst>
            </p:cNvPr>
            <p:cNvSpPr/>
            <p:nvPr/>
          </p:nvSpPr>
          <p:spPr>
            <a:xfrm>
              <a:off x="4423501" y="5399553"/>
              <a:ext cx="153561" cy="162134"/>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148825 w 171450"/>
                <a:gd name="connsiteY5" fmla="*/ 74113 h 171450"/>
                <a:gd name="connsiteX6" fmla="*/ 101200 w 171450"/>
                <a:gd name="connsiteY6" fmla="*/ 112213 h 171450"/>
                <a:gd name="connsiteX7" fmla="*/ 88515 w 171450"/>
                <a:gd name="connsiteY7" fmla="*/ 111511 h 171450"/>
                <a:gd name="connsiteX8" fmla="*/ 65781 w 171450"/>
                <a:gd name="connsiteY8" fmla="*/ 88777 h 171450"/>
                <a:gd name="connsiteX9" fmla="*/ 34290 w 171450"/>
                <a:gd name="connsiteY9" fmla="*/ 112395 h 171450"/>
                <a:gd name="connsiteX10" fmla="*/ 20955 w 171450"/>
                <a:gd name="connsiteY10" fmla="*/ 110491 h 171450"/>
                <a:gd name="connsiteX11" fmla="*/ 22860 w 171450"/>
                <a:gd name="connsiteY11" fmla="*/ 97156 h 171450"/>
                <a:gd name="connsiteX12" fmla="*/ 60960 w 171450"/>
                <a:gd name="connsiteY12" fmla="*/ 68581 h 171450"/>
                <a:gd name="connsiteX13" fmla="*/ 73410 w 171450"/>
                <a:gd name="connsiteY13" fmla="*/ 69466 h 171450"/>
                <a:gd name="connsiteX14" fmla="*/ 95957 w 171450"/>
                <a:gd name="connsiteY14" fmla="*/ 92012 h 171450"/>
                <a:gd name="connsiteX15" fmla="*/ 136925 w 171450"/>
                <a:gd name="connsiteY15" fmla="*/ 59237 h 171450"/>
                <a:gd name="connsiteX16" fmla="*/ 150313 w 171450"/>
                <a:gd name="connsiteY16" fmla="*/ 60725 h 171450"/>
                <a:gd name="connsiteX17" fmla="*/ 148825 w 171450"/>
                <a:gd name="connsiteY17" fmla="*/ 7411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71450">
                  <a:moveTo>
                    <a:pt x="85725" y="0"/>
                  </a:moveTo>
                  <a:cubicBezTo>
                    <a:pt x="15130" y="0"/>
                    <a:pt x="0" y="15130"/>
                    <a:pt x="0" y="85725"/>
                  </a:cubicBezTo>
                  <a:cubicBezTo>
                    <a:pt x="0" y="156320"/>
                    <a:pt x="15130" y="171450"/>
                    <a:pt x="85725" y="171450"/>
                  </a:cubicBezTo>
                  <a:cubicBezTo>
                    <a:pt x="156320" y="171450"/>
                    <a:pt x="171450" y="156320"/>
                    <a:pt x="171450" y="85725"/>
                  </a:cubicBezTo>
                  <a:cubicBezTo>
                    <a:pt x="171450" y="15130"/>
                    <a:pt x="156320" y="0"/>
                    <a:pt x="85725" y="0"/>
                  </a:cubicBezTo>
                  <a:close/>
                  <a:moveTo>
                    <a:pt x="148825" y="74113"/>
                  </a:moveTo>
                  <a:lnTo>
                    <a:pt x="101200" y="112213"/>
                  </a:lnTo>
                  <a:cubicBezTo>
                    <a:pt x="97410" y="115245"/>
                    <a:pt x="91947" y="114943"/>
                    <a:pt x="88515" y="111511"/>
                  </a:cubicBezTo>
                  <a:lnTo>
                    <a:pt x="65781" y="88777"/>
                  </a:lnTo>
                  <a:lnTo>
                    <a:pt x="34290" y="112395"/>
                  </a:lnTo>
                  <a:cubicBezTo>
                    <a:pt x="30082" y="115551"/>
                    <a:pt x="24111" y="114699"/>
                    <a:pt x="20955" y="110491"/>
                  </a:cubicBezTo>
                  <a:cubicBezTo>
                    <a:pt x="17799" y="106282"/>
                    <a:pt x="18651" y="100312"/>
                    <a:pt x="22860" y="97156"/>
                  </a:cubicBezTo>
                  <a:lnTo>
                    <a:pt x="60960" y="68581"/>
                  </a:lnTo>
                  <a:cubicBezTo>
                    <a:pt x="64752" y="65737"/>
                    <a:pt x="70058" y="66113"/>
                    <a:pt x="73410" y="69466"/>
                  </a:cubicBezTo>
                  <a:lnTo>
                    <a:pt x="95957" y="92012"/>
                  </a:lnTo>
                  <a:lnTo>
                    <a:pt x="136925" y="59237"/>
                  </a:lnTo>
                  <a:cubicBezTo>
                    <a:pt x="141033" y="55951"/>
                    <a:pt x="147027" y="56617"/>
                    <a:pt x="150313" y="60725"/>
                  </a:cubicBezTo>
                  <a:cubicBezTo>
                    <a:pt x="153599" y="64833"/>
                    <a:pt x="152933" y="70827"/>
                    <a:pt x="148825" y="74113"/>
                  </a:cubicBezTo>
                  <a:close/>
                </a:path>
              </a:pathLst>
            </a:custGeom>
            <a:solidFill>
              <a:schemeClr val="bg1"/>
            </a:solidFill>
            <a:ln w="9525" cap="flat">
              <a:noFill/>
              <a:prstDash val="solid"/>
              <a:miter/>
            </a:ln>
          </p:spPr>
          <p:txBody>
            <a:bodyPr rtlCol="0" anchor="ctr"/>
            <a:lstStyle/>
            <a:p>
              <a:endParaRPr lang="ru-RU" b="1"/>
            </a:p>
          </p:txBody>
        </p:sp>
      </p:grpSp>
      <p:grpSp>
        <p:nvGrpSpPr>
          <p:cNvPr id="95" name="Группа 94">
            <a:extLst>
              <a:ext uri="{FF2B5EF4-FFF2-40B4-BE49-F238E27FC236}">
                <a16:creationId xmlns:a16="http://schemas.microsoft.com/office/drawing/2014/main" id="{8D6358E9-2B05-A4AB-EC11-7DC8A093DD6F}"/>
              </a:ext>
            </a:extLst>
          </p:cNvPr>
          <p:cNvGrpSpPr/>
          <p:nvPr/>
        </p:nvGrpSpPr>
        <p:grpSpPr>
          <a:xfrm>
            <a:off x="4546803" y="5718040"/>
            <a:ext cx="2705684" cy="252000"/>
            <a:chOff x="4304716" y="5718040"/>
            <a:chExt cx="2705684" cy="252000"/>
          </a:xfrm>
        </p:grpSpPr>
        <p:sp>
          <p:nvSpPr>
            <p:cNvPr id="87" name="Прямоугольник: скругленные углы 86">
              <a:extLst>
                <a:ext uri="{FF2B5EF4-FFF2-40B4-BE49-F238E27FC236}">
                  <a16:creationId xmlns:a16="http://schemas.microsoft.com/office/drawing/2014/main" id="{4A737E92-3502-B7D0-0898-B93CD23867B4}"/>
                </a:ext>
              </a:extLst>
            </p:cNvPr>
            <p:cNvSpPr/>
            <p:nvPr/>
          </p:nvSpPr>
          <p:spPr>
            <a:xfrm>
              <a:off x="4304716" y="5718040"/>
              <a:ext cx="2705684"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СТАТИСТИКА КАТЕГОРИИ</a:t>
              </a:r>
            </a:p>
          </p:txBody>
        </p:sp>
        <p:sp>
          <p:nvSpPr>
            <p:cNvPr id="93" name="Рисунок 22">
              <a:extLst>
                <a:ext uri="{FF2B5EF4-FFF2-40B4-BE49-F238E27FC236}">
                  <a16:creationId xmlns:a16="http://schemas.microsoft.com/office/drawing/2014/main" id="{EFB9E159-26B6-3CE8-CD3C-12117A9B8FEC}"/>
                </a:ext>
              </a:extLst>
            </p:cNvPr>
            <p:cNvSpPr/>
            <p:nvPr/>
          </p:nvSpPr>
          <p:spPr>
            <a:xfrm>
              <a:off x="4405312" y="5772717"/>
              <a:ext cx="126527" cy="133591"/>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148825 w 171450"/>
                <a:gd name="connsiteY5" fmla="*/ 74113 h 171450"/>
                <a:gd name="connsiteX6" fmla="*/ 101200 w 171450"/>
                <a:gd name="connsiteY6" fmla="*/ 112213 h 171450"/>
                <a:gd name="connsiteX7" fmla="*/ 88515 w 171450"/>
                <a:gd name="connsiteY7" fmla="*/ 111511 h 171450"/>
                <a:gd name="connsiteX8" fmla="*/ 65781 w 171450"/>
                <a:gd name="connsiteY8" fmla="*/ 88777 h 171450"/>
                <a:gd name="connsiteX9" fmla="*/ 34290 w 171450"/>
                <a:gd name="connsiteY9" fmla="*/ 112395 h 171450"/>
                <a:gd name="connsiteX10" fmla="*/ 20955 w 171450"/>
                <a:gd name="connsiteY10" fmla="*/ 110491 h 171450"/>
                <a:gd name="connsiteX11" fmla="*/ 22860 w 171450"/>
                <a:gd name="connsiteY11" fmla="*/ 97156 h 171450"/>
                <a:gd name="connsiteX12" fmla="*/ 60960 w 171450"/>
                <a:gd name="connsiteY12" fmla="*/ 68581 h 171450"/>
                <a:gd name="connsiteX13" fmla="*/ 73410 w 171450"/>
                <a:gd name="connsiteY13" fmla="*/ 69466 h 171450"/>
                <a:gd name="connsiteX14" fmla="*/ 95957 w 171450"/>
                <a:gd name="connsiteY14" fmla="*/ 92012 h 171450"/>
                <a:gd name="connsiteX15" fmla="*/ 136925 w 171450"/>
                <a:gd name="connsiteY15" fmla="*/ 59237 h 171450"/>
                <a:gd name="connsiteX16" fmla="*/ 150313 w 171450"/>
                <a:gd name="connsiteY16" fmla="*/ 60725 h 171450"/>
                <a:gd name="connsiteX17" fmla="*/ 148825 w 171450"/>
                <a:gd name="connsiteY17" fmla="*/ 7411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71450">
                  <a:moveTo>
                    <a:pt x="85725" y="0"/>
                  </a:moveTo>
                  <a:cubicBezTo>
                    <a:pt x="15130" y="0"/>
                    <a:pt x="0" y="15130"/>
                    <a:pt x="0" y="85725"/>
                  </a:cubicBezTo>
                  <a:cubicBezTo>
                    <a:pt x="0" y="156320"/>
                    <a:pt x="15130" y="171450"/>
                    <a:pt x="85725" y="171450"/>
                  </a:cubicBezTo>
                  <a:cubicBezTo>
                    <a:pt x="156320" y="171450"/>
                    <a:pt x="171450" y="156320"/>
                    <a:pt x="171450" y="85725"/>
                  </a:cubicBezTo>
                  <a:cubicBezTo>
                    <a:pt x="171450" y="15130"/>
                    <a:pt x="156320" y="0"/>
                    <a:pt x="85725" y="0"/>
                  </a:cubicBezTo>
                  <a:close/>
                  <a:moveTo>
                    <a:pt x="148825" y="74113"/>
                  </a:moveTo>
                  <a:lnTo>
                    <a:pt x="101200" y="112213"/>
                  </a:lnTo>
                  <a:cubicBezTo>
                    <a:pt x="97410" y="115245"/>
                    <a:pt x="91947" y="114943"/>
                    <a:pt x="88515" y="111511"/>
                  </a:cubicBezTo>
                  <a:lnTo>
                    <a:pt x="65781" y="88777"/>
                  </a:lnTo>
                  <a:lnTo>
                    <a:pt x="34290" y="112395"/>
                  </a:lnTo>
                  <a:cubicBezTo>
                    <a:pt x="30082" y="115551"/>
                    <a:pt x="24111" y="114699"/>
                    <a:pt x="20955" y="110491"/>
                  </a:cubicBezTo>
                  <a:cubicBezTo>
                    <a:pt x="17799" y="106282"/>
                    <a:pt x="18651" y="100312"/>
                    <a:pt x="22860" y="97156"/>
                  </a:cubicBezTo>
                  <a:lnTo>
                    <a:pt x="60960" y="68581"/>
                  </a:lnTo>
                  <a:cubicBezTo>
                    <a:pt x="64752" y="65737"/>
                    <a:pt x="70058" y="66113"/>
                    <a:pt x="73410" y="69466"/>
                  </a:cubicBezTo>
                  <a:lnTo>
                    <a:pt x="95957" y="92012"/>
                  </a:lnTo>
                  <a:lnTo>
                    <a:pt x="136925" y="59237"/>
                  </a:lnTo>
                  <a:cubicBezTo>
                    <a:pt x="141033" y="55951"/>
                    <a:pt x="147027" y="56617"/>
                    <a:pt x="150313" y="60725"/>
                  </a:cubicBezTo>
                  <a:cubicBezTo>
                    <a:pt x="153599" y="64833"/>
                    <a:pt x="152933" y="70827"/>
                    <a:pt x="148825" y="74113"/>
                  </a:cubicBezTo>
                  <a:close/>
                </a:path>
              </a:pathLst>
            </a:custGeom>
            <a:solidFill>
              <a:schemeClr val="bg1"/>
            </a:solidFill>
            <a:ln w="9525" cap="flat">
              <a:noFill/>
              <a:prstDash val="solid"/>
              <a:miter/>
            </a:ln>
          </p:spPr>
          <p:txBody>
            <a:bodyPr rtlCol="0" anchor="ctr"/>
            <a:lstStyle/>
            <a:p>
              <a:endParaRPr lang="ru-RU" b="1"/>
            </a:p>
          </p:txBody>
        </p:sp>
      </p:grpSp>
      <p:grpSp>
        <p:nvGrpSpPr>
          <p:cNvPr id="171" name="Группа 170">
            <a:extLst>
              <a:ext uri="{FF2B5EF4-FFF2-40B4-BE49-F238E27FC236}">
                <a16:creationId xmlns:a16="http://schemas.microsoft.com/office/drawing/2014/main" id="{16DA1A9C-CF4F-8B5A-15EA-C4C1C25A99A7}"/>
              </a:ext>
            </a:extLst>
          </p:cNvPr>
          <p:cNvGrpSpPr/>
          <p:nvPr/>
        </p:nvGrpSpPr>
        <p:grpSpPr>
          <a:xfrm>
            <a:off x="4104148" y="5320171"/>
            <a:ext cx="324000" cy="324000"/>
            <a:chOff x="3977268" y="4911163"/>
            <a:chExt cx="324000" cy="324000"/>
          </a:xfrm>
        </p:grpSpPr>
        <p:sp>
          <p:nvSpPr>
            <p:cNvPr id="162" name="Прямоугольник: скругленные углы 161">
              <a:extLst>
                <a:ext uri="{FF2B5EF4-FFF2-40B4-BE49-F238E27FC236}">
                  <a16:creationId xmlns:a16="http://schemas.microsoft.com/office/drawing/2014/main" id="{E3B993B1-21D0-13ED-11B0-BE445B188E6B}"/>
                </a:ext>
              </a:extLst>
            </p:cNvPr>
            <p:cNvSpPr/>
            <p:nvPr/>
          </p:nvSpPr>
          <p:spPr>
            <a:xfrm>
              <a:off x="3977268" y="4911163"/>
              <a:ext cx="324000"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endParaRPr lang="en-US">
                <a:latin typeface="+mj-lt"/>
              </a:endParaRPr>
            </a:p>
          </p:txBody>
        </p:sp>
        <p:sp>
          <p:nvSpPr>
            <p:cNvPr id="169" name="Рисунок 22">
              <a:extLst>
                <a:ext uri="{FF2B5EF4-FFF2-40B4-BE49-F238E27FC236}">
                  <a16:creationId xmlns:a16="http://schemas.microsoft.com/office/drawing/2014/main" id="{C2516928-A1D2-B5E9-4D1E-6BE99F3860D7}"/>
                </a:ext>
              </a:extLst>
            </p:cNvPr>
            <p:cNvSpPr/>
            <p:nvPr/>
          </p:nvSpPr>
          <p:spPr>
            <a:xfrm>
              <a:off x="4062488" y="4992096"/>
              <a:ext cx="153561" cy="162134"/>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148825 w 171450"/>
                <a:gd name="connsiteY5" fmla="*/ 74113 h 171450"/>
                <a:gd name="connsiteX6" fmla="*/ 101200 w 171450"/>
                <a:gd name="connsiteY6" fmla="*/ 112213 h 171450"/>
                <a:gd name="connsiteX7" fmla="*/ 88515 w 171450"/>
                <a:gd name="connsiteY7" fmla="*/ 111511 h 171450"/>
                <a:gd name="connsiteX8" fmla="*/ 65781 w 171450"/>
                <a:gd name="connsiteY8" fmla="*/ 88777 h 171450"/>
                <a:gd name="connsiteX9" fmla="*/ 34290 w 171450"/>
                <a:gd name="connsiteY9" fmla="*/ 112395 h 171450"/>
                <a:gd name="connsiteX10" fmla="*/ 20955 w 171450"/>
                <a:gd name="connsiteY10" fmla="*/ 110491 h 171450"/>
                <a:gd name="connsiteX11" fmla="*/ 22860 w 171450"/>
                <a:gd name="connsiteY11" fmla="*/ 97156 h 171450"/>
                <a:gd name="connsiteX12" fmla="*/ 60960 w 171450"/>
                <a:gd name="connsiteY12" fmla="*/ 68581 h 171450"/>
                <a:gd name="connsiteX13" fmla="*/ 73410 w 171450"/>
                <a:gd name="connsiteY13" fmla="*/ 69466 h 171450"/>
                <a:gd name="connsiteX14" fmla="*/ 95957 w 171450"/>
                <a:gd name="connsiteY14" fmla="*/ 92012 h 171450"/>
                <a:gd name="connsiteX15" fmla="*/ 136925 w 171450"/>
                <a:gd name="connsiteY15" fmla="*/ 59237 h 171450"/>
                <a:gd name="connsiteX16" fmla="*/ 150313 w 171450"/>
                <a:gd name="connsiteY16" fmla="*/ 60725 h 171450"/>
                <a:gd name="connsiteX17" fmla="*/ 148825 w 171450"/>
                <a:gd name="connsiteY17" fmla="*/ 7411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71450">
                  <a:moveTo>
                    <a:pt x="85725" y="0"/>
                  </a:moveTo>
                  <a:cubicBezTo>
                    <a:pt x="15130" y="0"/>
                    <a:pt x="0" y="15130"/>
                    <a:pt x="0" y="85725"/>
                  </a:cubicBezTo>
                  <a:cubicBezTo>
                    <a:pt x="0" y="156320"/>
                    <a:pt x="15130" y="171450"/>
                    <a:pt x="85725" y="171450"/>
                  </a:cubicBezTo>
                  <a:cubicBezTo>
                    <a:pt x="156320" y="171450"/>
                    <a:pt x="171450" y="156320"/>
                    <a:pt x="171450" y="85725"/>
                  </a:cubicBezTo>
                  <a:cubicBezTo>
                    <a:pt x="171450" y="15130"/>
                    <a:pt x="156320" y="0"/>
                    <a:pt x="85725" y="0"/>
                  </a:cubicBezTo>
                  <a:close/>
                  <a:moveTo>
                    <a:pt x="148825" y="74113"/>
                  </a:moveTo>
                  <a:lnTo>
                    <a:pt x="101200" y="112213"/>
                  </a:lnTo>
                  <a:cubicBezTo>
                    <a:pt x="97410" y="115245"/>
                    <a:pt x="91947" y="114943"/>
                    <a:pt x="88515" y="111511"/>
                  </a:cubicBezTo>
                  <a:lnTo>
                    <a:pt x="65781" y="88777"/>
                  </a:lnTo>
                  <a:lnTo>
                    <a:pt x="34290" y="112395"/>
                  </a:lnTo>
                  <a:cubicBezTo>
                    <a:pt x="30082" y="115551"/>
                    <a:pt x="24111" y="114699"/>
                    <a:pt x="20955" y="110491"/>
                  </a:cubicBezTo>
                  <a:cubicBezTo>
                    <a:pt x="17799" y="106282"/>
                    <a:pt x="18651" y="100312"/>
                    <a:pt x="22860" y="97156"/>
                  </a:cubicBezTo>
                  <a:lnTo>
                    <a:pt x="60960" y="68581"/>
                  </a:lnTo>
                  <a:cubicBezTo>
                    <a:pt x="64752" y="65737"/>
                    <a:pt x="70058" y="66113"/>
                    <a:pt x="73410" y="69466"/>
                  </a:cubicBezTo>
                  <a:lnTo>
                    <a:pt x="95957" y="92012"/>
                  </a:lnTo>
                  <a:lnTo>
                    <a:pt x="136925" y="59237"/>
                  </a:lnTo>
                  <a:cubicBezTo>
                    <a:pt x="141033" y="55951"/>
                    <a:pt x="147027" y="56617"/>
                    <a:pt x="150313" y="60725"/>
                  </a:cubicBezTo>
                  <a:cubicBezTo>
                    <a:pt x="153599" y="64833"/>
                    <a:pt x="152933" y="70827"/>
                    <a:pt x="148825" y="74113"/>
                  </a:cubicBezTo>
                  <a:close/>
                </a:path>
              </a:pathLst>
            </a:custGeom>
            <a:solidFill>
              <a:schemeClr val="bg1"/>
            </a:solidFill>
            <a:ln w="9525" cap="flat">
              <a:noFill/>
              <a:prstDash val="solid"/>
              <a:miter/>
            </a:ln>
          </p:spPr>
          <p:txBody>
            <a:bodyPr rtlCol="0" anchor="ctr"/>
            <a:lstStyle/>
            <a:p>
              <a:endParaRPr lang="ru-RU" b="1"/>
            </a:p>
          </p:txBody>
        </p:sp>
      </p:grpSp>
    </p:spTree>
    <p:extLst>
      <p:ext uri="{BB962C8B-B14F-4D97-AF65-F5344CB8AC3E}">
        <p14:creationId xmlns:p14="http://schemas.microsoft.com/office/powerpoint/2010/main" val="335550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 name="Группа 150">
            <a:extLst>
              <a:ext uri="{FF2B5EF4-FFF2-40B4-BE49-F238E27FC236}">
                <a16:creationId xmlns:a16="http://schemas.microsoft.com/office/drawing/2014/main" id="{4A7B166E-633A-6A9D-06B1-10D850E20E12}"/>
              </a:ext>
            </a:extLst>
          </p:cNvPr>
          <p:cNvGrpSpPr/>
          <p:nvPr/>
        </p:nvGrpSpPr>
        <p:grpSpPr>
          <a:xfrm>
            <a:off x="2747725" y="5731267"/>
            <a:ext cx="1262300" cy="252000"/>
            <a:chOff x="2747725" y="5731267"/>
            <a:chExt cx="1262300" cy="252000"/>
          </a:xfrm>
        </p:grpSpPr>
        <p:sp>
          <p:nvSpPr>
            <p:cNvPr id="112" name="Прямоугольник: скругленные углы 111">
              <a:extLst>
                <a:ext uri="{FF2B5EF4-FFF2-40B4-BE49-F238E27FC236}">
                  <a16:creationId xmlns:a16="http://schemas.microsoft.com/office/drawing/2014/main" id="{06ABC584-6E18-55CF-EAD1-2A579D51599C}"/>
                </a:ext>
              </a:extLst>
            </p:cNvPr>
            <p:cNvSpPr/>
            <p:nvPr/>
          </p:nvSpPr>
          <p:spPr>
            <a:xfrm>
              <a:off x="2747725" y="5731267"/>
              <a:ext cx="1262300"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ПЕРЕЙТИ</a:t>
              </a:r>
            </a:p>
          </p:txBody>
        </p:sp>
        <p:sp>
          <p:nvSpPr>
            <p:cNvPr id="150" name="Рисунок 508">
              <a:extLst>
                <a:ext uri="{FF2B5EF4-FFF2-40B4-BE49-F238E27FC236}">
                  <a16:creationId xmlns:a16="http://schemas.microsoft.com/office/drawing/2014/main" id="{945B25BD-9858-B907-576C-318462ADB9FE}"/>
                </a:ext>
              </a:extLst>
            </p:cNvPr>
            <p:cNvSpPr/>
            <p:nvPr/>
          </p:nvSpPr>
          <p:spPr>
            <a:xfrm>
              <a:off x="2852052" y="5779707"/>
              <a:ext cx="142035" cy="142035"/>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82935 w 171450"/>
                <a:gd name="connsiteY5" fmla="*/ 54360 h 171450"/>
                <a:gd name="connsiteX6" fmla="*/ 69465 w 171450"/>
                <a:gd name="connsiteY6" fmla="*/ 54360 h 171450"/>
                <a:gd name="connsiteX7" fmla="*/ 69465 w 171450"/>
                <a:gd name="connsiteY7" fmla="*/ 40889 h 171450"/>
                <a:gd name="connsiteX8" fmla="*/ 130722 w 171450"/>
                <a:gd name="connsiteY8" fmla="*/ 41056 h 171450"/>
                <a:gd name="connsiteX9" fmla="*/ 130560 w 171450"/>
                <a:gd name="connsiteY9" fmla="*/ 101985 h 171450"/>
                <a:gd name="connsiteX10" fmla="*/ 117090 w 171450"/>
                <a:gd name="connsiteY10" fmla="*/ 101985 h 171450"/>
                <a:gd name="connsiteX11" fmla="*/ 117090 w 171450"/>
                <a:gd name="connsiteY11" fmla="*/ 88514 h 171450"/>
                <a:gd name="connsiteX12" fmla="*/ 116927 w 171450"/>
                <a:gd name="connsiteY12" fmla="*/ 54193 h 171450"/>
                <a:gd name="connsiteX13" fmla="*/ 82935 w 171450"/>
                <a:gd name="connsiteY13" fmla="*/ 54360 h 171450"/>
                <a:gd name="connsiteX14" fmla="*/ 54500 w 171450"/>
                <a:gd name="connsiteY14" fmla="*/ 82700 h 171450"/>
                <a:gd name="connsiteX15" fmla="*/ 54662 w 171450"/>
                <a:gd name="connsiteY15" fmla="*/ 117020 h 171450"/>
                <a:gd name="connsiteX16" fmla="*/ 88655 w 171450"/>
                <a:gd name="connsiteY16" fmla="*/ 116854 h 171450"/>
                <a:gd name="connsiteX17" fmla="*/ 102125 w 171450"/>
                <a:gd name="connsiteY17" fmla="*/ 116854 h 171450"/>
                <a:gd name="connsiteX18" fmla="*/ 102125 w 171450"/>
                <a:gd name="connsiteY18" fmla="*/ 130325 h 171450"/>
                <a:gd name="connsiteX19" fmla="*/ 40867 w 171450"/>
                <a:gd name="connsiteY19" fmla="*/ 130158 h 171450"/>
                <a:gd name="connsiteX20" fmla="*/ 41030 w 171450"/>
                <a:gd name="connsiteY20" fmla="*/ 69229 h 171450"/>
                <a:gd name="connsiteX21" fmla="*/ 54500 w 171450"/>
                <a:gd name="connsiteY21" fmla="*/ 69229 h 171450"/>
                <a:gd name="connsiteX22" fmla="*/ 54500 w 171450"/>
                <a:gd name="connsiteY22" fmla="*/ 82700 h 171450"/>
                <a:gd name="connsiteX23" fmla="*/ 101985 w 171450"/>
                <a:gd name="connsiteY23" fmla="*/ 82935 h 171450"/>
                <a:gd name="connsiteX24" fmla="*/ 82935 w 171450"/>
                <a:gd name="connsiteY24" fmla="*/ 101985 h 171450"/>
                <a:gd name="connsiteX25" fmla="*/ 69465 w 171450"/>
                <a:gd name="connsiteY25" fmla="*/ 101985 h 171450"/>
                <a:gd name="connsiteX26" fmla="*/ 69465 w 171450"/>
                <a:gd name="connsiteY26" fmla="*/ 88514 h 171450"/>
                <a:gd name="connsiteX27" fmla="*/ 88515 w 171450"/>
                <a:gd name="connsiteY27" fmla="*/ 69464 h 171450"/>
                <a:gd name="connsiteX28" fmla="*/ 101985 w 171450"/>
                <a:gd name="connsiteY28" fmla="*/ 69464 h 171450"/>
                <a:gd name="connsiteX29" fmla="*/ 101985 w 171450"/>
                <a:gd name="connsiteY29" fmla="*/ 8293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82935" y="54360"/>
                  </a:moveTo>
                  <a:cubicBezTo>
                    <a:pt x="79216" y="58079"/>
                    <a:pt x="73184" y="58079"/>
                    <a:pt x="69465" y="54360"/>
                  </a:cubicBezTo>
                  <a:cubicBezTo>
                    <a:pt x="65745" y="50640"/>
                    <a:pt x="65745" y="44609"/>
                    <a:pt x="69465" y="40889"/>
                  </a:cubicBezTo>
                  <a:cubicBezTo>
                    <a:pt x="85916" y="24437"/>
                    <a:pt x="114308" y="23820"/>
                    <a:pt x="130722" y="41056"/>
                  </a:cubicBezTo>
                  <a:cubicBezTo>
                    <a:pt x="146518" y="57642"/>
                    <a:pt x="147755" y="84791"/>
                    <a:pt x="130560" y="101985"/>
                  </a:cubicBezTo>
                  <a:cubicBezTo>
                    <a:pt x="126841" y="105705"/>
                    <a:pt x="120809" y="105705"/>
                    <a:pt x="117090" y="101985"/>
                  </a:cubicBezTo>
                  <a:cubicBezTo>
                    <a:pt x="113369" y="98265"/>
                    <a:pt x="113369" y="92234"/>
                    <a:pt x="117090" y="88514"/>
                  </a:cubicBezTo>
                  <a:cubicBezTo>
                    <a:pt x="126403" y="79200"/>
                    <a:pt x="126161" y="63889"/>
                    <a:pt x="116927" y="54193"/>
                  </a:cubicBezTo>
                  <a:cubicBezTo>
                    <a:pt x="108295" y="45129"/>
                    <a:pt x="92236" y="45058"/>
                    <a:pt x="82935" y="54360"/>
                  </a:cubicBezTo>
                  <a:close/>
                  <a:moveTo>
                    <a:pt x="54500" y="82700"/>
                  </a:moveTo>
                  <a:cubicBezTo>
                    <a:pt x="45186" y="92013"/>
                    <a:pt x="45429" y="107325"/>
                    <a:pt x="54662" y="117020"/>
                  </a:cubicBezTo>
                  <a:cubicBezTo>
                    <a:pt x="63295" y="126084"/>
                    <a:pt x="79353" y="126156"/>
                    <a:pt x="88655" y="116854"/>
                  </a:cubicBezTo>
                  <a:cubicBezTo>
                    <a:pt x="92374" y="113134"/>
                    <a:pt x="98406" y="113134"/>
                    <a:pt x="102125" y="116854"/>
                  </a:cubicBezTo>
                  <a:cubicBezTo>
                    <a:pt x="105845" y="120574"/>
                    <a:pt x="105845" y="126604"/>
                    <a:pt x="102125" y="130325"/>
                  </a:cubicBezTo>
                  <a:cubicBezTo>
                    <a:pt x="85673" y="146776"/>
                    <a:pt x="57282" y="147394"/>
                    <a:pt x="40867" y="130158"/>
                  </a:cubicBezTo>
                  <a:cubicBezTo>
                    <a:pt x="25071" y="113571"/>
                    <a:pt x="23835" y="86423"/>
                    <a:pt x="41030" y="69229"/>
                  </a:cubicBezTo>
                  <a:cubicBezTo>
                    <a:pt x="44750" y="65509"/>
                    <a:pt x="50780" y="65509"/>
                    <a:pt x="54500" y="69229"/>
                  </a:cubicBezTo>
                  <a:cubicBezTo>
                    <a:pt x="58220" y="72949"/>
                    <a:pt x="58220" y="78979"/>
                    <a:pt x="54500" y="82700"/>
                  </a:cubicBezTo>
                  <a:close/>
                  <a:moveTo>
                    <a:pt x="101985" y="82935"/>
                  </a:moveTo>
                  <a:lnTo>
                    <a:pt x="82935" y="101985"/>
                  </a:lnTo>
                  <a:cubicBezTo>
                    <a:pt x="79216" y="105705"/>
                    <a:pt x="73184" y="105705"/>
                    <a:pt x="69465" y="101985"/>
                  </a:cubicBezTo>
                  <a:cubicBezTo>
                    <a:pt x="65745" y="98265"/>
                    <a:pt x="65745" y="92234"/>
                    <a:pt x="69465" y="88514"/>
                  </a:cubicBezTo>
                  <a:lnTo>
                    <a:pt x="88515" y="69464"/>
                  </a:lnTo>
                  <a:cubicBezTo>
                    <a:pt x="92234" y="65745"/>
                    <a:pt x="98266" y="65745"/>
                    <a:pt x="101985" y="69464"/>
                  </a:cubicBezTo>
                  <a:cubicBezTo>
                    <a:pt x="105705" y="73184"/>
                    <a:pt x="105705" y="79215"/>
                    <a:pt x="101985" y="82935"/>
                  </a:cubicBezTo>
                  <a:close/>
                </a:path>
              </a:pathLst>
            </a:custGeom>
            <a:solidFill>
              <a:schemeClr val="bg1"/>
            </a:solidFill>
            <a:ln w="9525" cap="flat">
              <a:noFill/>
              <a:prstDash val="solid"/>
              <a:miter/>
            </a:ln>
          </p:spPr>
          <p:txBody>
            <a:bodyPr rtlCol="0" anchor="ctr"/>
            <a:lstStyle/>
            <a:p>
              <a:endParaRPr lang="ru-RU"/>
            </a:p>
          </p:txBody>
        </p:sp>
      </p:grpSp>
      <p:grpSp>
        <p:nvGrpSpPr>
          <p:cNvPr id="152" name="Группа 151">
            <a:extLst>
              <a:ext uri="{FF2B5EF4-FFF2-40B4-BE49-F238E27FC236}">
                <a16:creationId xmlns:a16="http://schemas.microsoft.com/office/drawing/2014/main" id="{9D59270A-E83A-7454-12E7-94BB09F38C8B}"/>
              </a:ext>
            </a:extLst>
          </p:cNvPr>
          <p:cNvGrpSpPr/>
          <p:nvPr/>
        </p:nvGrpSpPr>
        <p:grpSpPr>
          <a:xfrm>
            <a:off x="2747725" y="5333398"/>
            <a:ext cx="1707410" cy="324000"/>
            <a:chOff x="2747725" y="5333398"/>
            <a:chExt cx="1707410" cy="324000"/>
          </a:xfrm>
        </p:grpSpPr>
        <p:sp>
          <p:nvSpPr>
            <p:cNvPr id="115" name="Прямоугольник: скругленные углы 114">
              <a:extLst>
                <a:ext uri="{FF2B5EF4-FFF2-40B4-BE49-F238E27FC236}">
                  <a16:creationId xmlns:a16="http://schemas.microsoft.com/office/drawing/2014/main" id="{0238500F-2C81-8C0C-F062-DA0FB2EC0954}"/>
                </a:ext>
              </a:extLst>
            </p:cNvPr>
            <p:cNvSpPr/>
            <p:nvPr/>
          </p:nvSpPr>
          <p:spPr>
            <a:xfrm>
              <a:off x="2747725" y="5333398"/>
              <a:ext cx="1707410"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ПЕРЕЙТИ</a:t>
              </a:r>
            </a:p>
          </p:txBody>
        </p:sp>
        <p:sp>
          <p:nvSpPr>
            <p:cNvPr id="148" name="Рисунок 508">
              <a:extLst>
                <a:ext uri="{FF2B5EF4-FFF2-40B4-BE49-F238E27FC236}">
                  <a16:creationId xmlns:a16="http://schemas.microsoft.com/office/drawing/2014/main" id="{AFE6A96E-6253-7BB6-1C4B-C5CAE7DFFA7A}"/>
                </a:ext>
              </a:extLst>
            </p:cNvPr>
            <p:cNvSpPr/>
            <p:nvPr/>
          </p:nvSpPr>
          <p:spPr>
            <a:xfrm>
              <a:off x="2850237" y="5411698"/>
              <a:ext cx="171450" cy="17145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82935 w 171450"/>
                <a:gd name="connsiteY5" fmla="*/ 54360 h 171450"/>
                <a:gd name="connsiteX6" fmla="*/ 69465 w 171450"/>
                <a:gd name="connsiteY6" fmla="*/ 54360 h 171450"/>
                <a:gd name="connsiteX7" fmla="*/ 69465 w 171450"/>
                <a:gd name="connsiteY7" fmla="*/ 40889 h 171450"/>
                <a:gd name="connsiteX8" fmla="*/ 130722 w 171450"/>
                <a:gd name="connsiteY8" fmla="*/ 41056 h 171450"/>
                <a:gd name="connsiteX9" fmla="*/ 130560 w 171450"/>
                <a:gd name="connsiteY9" fmla="*/ 101985 h 171450"/>
                <a:gd name="connsiteX10" fmla="*/ 117090 w 171450"/>
                <a:gd name="connsiteY10" fmla="*/ 101985 h 171450"/>
                <a:gd name="connsiteX11" fmla="*/ 117090 w 171450"/>
                <a:gd name="connsiteY11" fmla="*/ 88514 h 171450"/>
                <a:gd name="connsiteX12" fmla="*/ 116927 w 171450"/>
                <a:gd name="connsiteY12" fmla="*/ 54193 h 171450"/>
                <a:gd name="connsiteX13" fmla="*/ 82935 w 171450"/>
                <a:gd name="connsiteY13" fmla="*/ 54360 h 171450"/>
                <a:gd name="connsiteX14" fmla="*/ 54500 w 171450"/>
                <a:gd name="connsiteY14" fmla="*/ 82700 h 171450"/>
                <a:gd name="connsiteX15" fmla="*/ 54662 w 171450"/>
                <a:gd name="connsiteY15" fmla="*/ 117020 h 171450"/>
                <a:gd name="connsiteX16" fmla="*/ 88655 w 171450"/>
                <a:gd name="connsiteY16" fmla="*/ 116854 h 171450"/>
                <a:gd name="connsiteX17" fmla="*/ 102125 w 171450"/>
                <a:gd name="connsiteY17" fmla="*/ 116854 h 171450"/>
                <a:gd name="connsiteX18" fmla="*/ 102125 w 171450"/>
                <a:gd name="connsiteY18" fmla="*/ 130325 h 171450"/>
                <a:gd name="connsiteX19" fmla="*/ 40867 w 171450"/>
                <a:gd name="connsiteY19" fmla="*/ 130158 h 171450"/>
                <a:gd name="connsiteX20" fmla="*/ 41030 w 171450"/>
                <a:gd name="connsiteY20" fmla="*/ 69229 h 171450"/>
                <a:gd name="connsiteX21" fmla="*/ 54500 w 171450"/>
                <a:gd name="connsiteY21" fmla="*/ 69229 h 171450"/>
                <a:gd name="connsiteX22" fmla="*/ 54500 w 171450"/>
                <a:gd name="connsiteY22" fmla="*/ 82700 h 171450"/>
                <a:gd name="connsiteX23" fmla="*/ 101985 w 171450"/>
                <a:gd name="connsiteY23" fmla="*/ 82935 h 171450"/>
                <a:gd name="connsiteX24" fmla="*/ 82935 w 171450"/>
                <a:gd name="connsiteY24" fmla="*/ 101985 h 171450"/>
                <a:gd name="connsiteX25" fmla="*/ 69465 w 171450"/>
                <a:gd name="connsiteY25" fmla="*/ 101985 h 171450"/>
                <a:gd name="connsiteX26" fmla="*/ 69465 w 171450"/>
                <a:gd name="connsiteY26" fmla="*/ 88514 h 171450"/>
                <a:gd name="connsiteX27" fmla="*/ 88515 w 171450"/>
                <a:gd name="connsiteY27" fmla="*/ 69464 h 171450"/>
                <a:gd name="connsiteX28" fmla="*/ 101985 w 171450"/>
                <a:gd name="connsiteY28" fmla="*/ 69464 h 171450"/>
                <a:gd name="connsiteX29" fmla="*/ 101985 w 171450"/>
                <a:gd name="connsiteY29" fmla="*/ 8293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82935" y="54360"/>
                  </a:moveTo>
                  <a:cubicBezTo>
                    <a:pt x="79216" y="58079"/>
                    <a:pt x="73184" y="58079"/>
                    <a:pt x="69465" y="54360"/>
                  </a:cubicBezTo>
                  <a:cubicBezTo>
                    <a:pt x="65745" y="50640"/>
                    <a:pt x="65745" y="44609"/>
                    <a:pt x="69465" y="40889"/>
                  </a:cubicBezTo>
                  <a:cubicBezTo>
                    <a:pt x="85916" y="24437"/>
                    <a:pt x="114308" y="23820"/>
                    <a:pt x="130722" y="41056"/>
                  </a:cubicBezTo>
                  <a:cubicBezTo>
                    <a:pt x="146518" y="57642"/>
                    <a:pt x="147755" y="84791"/>
                    <a:pt x="130560" y="101985"/>
                  </a:cubicBezTo>
                  <a:cubicBezTo>
                    <a:pt x="126841" y="105705"/>
                    <a:pt x="120809" y="105705"/>
                    <a:pt x="117090" y="101985"/>
                  </a:cubicBezTo>
                  <a:cubicBezTo>
                    <a:pt x="113369" y="98265"/>
                    <a:pt x="113369" y="92234"/>
                    <a:pt x="117090" y="88514"/>
                  </a:cubicBezTo>
                  <a:cubicBezTo>
                    <a:pt x="126403" y="79200"/>
                    <a:pt x="126161" y="63889"/>
                    <a:pt x="116927" y="54193"/>
                  </a:cubicBezTo>
                  <a:cubicBezTo>
                    <a:pt x="108295" y="45129"/>
                    <a:pt x="92236" y="45058"/>
                    <a:pt x="82935" y="54360"/>
                  </a:cubicBezTo>
                  <a:close/>
                  <a:moveTo>
                    <a:pt x="54500" y="82700"/>
                  </a:moveTo>
                  <a:cubicBezTo>
                    <a:pt x="45186" y="92013"/>
                    <a:pt x="45429" y="107325"/>
                    <a:pt x="54662" y="117020"/>
                  </a:cubicBezTo>
                  <a:cubicBezTo>
                    <a:pt x="63295" y="126084"/>
                    <a:pt x="79353" y="126156"/>
                    <a:pt x="88655" y="116854"/>
                  </a:cubicBezTo>
                  <a:cubicBezTo>
                    <a:pt x="92374" y="113134"/>
                    <a:pt x="98406" y="113134"/>
                    <a:pt x="102125" y="116854"/>
                  </a:cubicBezTo>
                  <a:cubicBezTo>
                    <a:pt x="105845" y="120574"/>
                    <a:pt x="105845" y="126604"/>
                    <a:pt x="102125" y="130325"/>
                  </a:cubicBezTo>
                  <a:cubicBezTo>
                    <a:pt x="85673" y="146776"/>
                    <a:pt x="57282" y="147394"/>
                    <a:pt x="40867" y="130158"/>
                  </a:cubicBezTo>
                  <a:cubicBezTo>
                    <a:pt x="25071" y="113571"/>
                    <a:pt x="23835" y="86423"/>
                    <a:pt x="41030" y="69229"/>
                  </a:cubicBezTo>
                  <a:cubicBezTo>
                    <a:pt x="44750" y="65509"/>
                    <a:pt x="50780" y="65509"/>
                    <a:pt x="54500" y="69229"/>
                  </a:cubicBezTo>
                  <a:cubicBezTo>
                    <a:pt x="58220" y="72949"/>
                    <a:pt x="58220" y="78979"/>
                    <a:pt x="54500" y="82700"/>
                  </a:cubicBezTo>
                  <a:close/>
                  <a:moveTo>
                    <a:pt x="101985" y="82935"/>
                  </a:moveTo>
                  <a:lnTo>
                    <a:pt x="82935" y="101985"/>
                  </a:lnTo>
                  <a:cubicBezTo>
                    <a:pt x="79216" y="105705"/>
                    <a:pt x="73184" y="105705"/>
                    <a:pt x="69465" y="101985"/>
                  </a:cubicBezTo>
                  <a:cubicBezTo>
                    <a:pt x="65745" y="98265"/>
                    <a:pt x="65745" y="92234"/>
                    <a:pt x="69465" y="88514"/>
                  </a:cubicBezTo>
                  <a:lnTo>
                    <a:pt x="88515" y="69464"/>
                  </a:lnTo>
                  <a:cubicBezTo>
                    <a:pt x="92234" y="65745"/>
                    <a:pt x="98266" y="65745"/>
                    <a:pt x="101985" y="69464"/>
                  </a:cubicBezTo>
                  <a:cubicBezTo>
                    <a:pt x="105705" y="73184"/>
                    <a:pt x="105705" y="79215"/>
                    <a:pt x="101985" y="82935"/>
                  </a:cubicBezTo>
                  <a:close/>
                </a:path>
              </a:pathLst>
            </a:custGeom>
            <a:solidFill>
              <a:schemeClr val="bg1"/>
            </a:solidFill>
            <a:ln w="9525" cap="flat">
              <a:noFill/>
              <a:prstDash val="solid"/>
              <a:miter/>
            </a:ln>
          </p:spPr>
          <p:txBody>
            <a:bodyPr rtlCol="0" anchor="ctr"/>
            <a:lstStyle/>
            <a:p>
              <a:endParaRPr lang="ru-RU"/>
            </a:p>
          </p:txBody>
        </p:sp>
      </p:grpSp>
      <p:grpSp>
        <p:nvGrpSpPr>
          <p:cNvPr id="145" name="Группа 144">
            <a:extLst>
              <a:ext uri="{FF2B5EF4-FFF2-40B4-BE49-F238E27FC236}">
                <a16:creationId xmlns:a16="http://schemas.microsoft.com/office/drawing/2014/main" id="{D097833F-187B-7106-DA63-7E9DCC9C41DC}"/>
              </a:ext>
            </a:extLst>
          </p:cNvPr>
          <p:cNvGrpSpPr/>
          <p:nvPr/>
        </p:nvGrpSpPr>
        <p:grpSpPr>
          <a:xfrm>
            <a:off x="5131248" y="5731267"/>
            <a:ext cx="1406077" cy="252000"/>
            <a:chOff x="5131248" y="5731267"/>
            <a:chExt cx="1406077" cy="252000"/>
          </a:xfrm>
        </p:grpSpPr>
        <p:sp>
          <p:nvSpPr>
            <p:cNvPr id="124" name="Прямоугольник: скругленные углы 123">
              <a:extLst>
                <a:ext uri="{FF2B5EF4-FFF2-40B4-BE49-F238E27FC236}">
                  <a16:creationId xmlns:a16="http://schemas.microsoft.com/office/drawing/2014/main" id="{19AE3164-8EF1-DF54-B7D3-57561BA49FB4}"/>
                </a:ext>
              </a:extLst>
            </p:cNvPr>
            <p:cNvSpPr/>
            <p:nvPr/>
          </p:nvSpPr>
          <p:spPr>
            <a:xfrm>
              <a:off x="5131248" y="5731267"/>
              <a:ext cx="1406077"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СМОТРЕТЬ</a:t>
              </a:r>
            </a:p>
          </p:txBody>
        </p:sp>
        <p:sp>
          <p:nvSpPr>
            <p:cNvPr id="143" name="Рисунок 700">
              <a:extLst>
                <a:ext uri="{FF2B5EF4-FFF2-40B4-BE49-F238E27FC236}">
                  <a16:creationId xmlns:a16="http://schemas.microsoft.com/office/drawing/2014/main" id="{91E0C5EA-1626-A253-4078-E0FB5CBF9CB5}"/>
                </a:ext>
              </a:extLst>
            </p:cNvPr>
            <p:cNvSpPr/>
            <p:nvPr/>
          </p:nvSpPr>
          <p:spPr>
            <a:xfrm>
              <a:off x="5250708" y="5783448"/>
              <a:ext cx="126674" cy="135119"/>
            </a:xfrm>
            <a:custGeom>
              <a:avLst/>
              <a:gdLst>
                <a:gd name="connsiteX0" fmla="*/ 25539 w 142875"/>
                <a:gd name="connsiteY0" fmla="*/ 0 h 152400"/>
                <a:gd name="connsiteX1" fmla="*/ 10781 w 142875"/>
                <a:gd name="connsiteY1" fmla="*/ 10026 h 152400"/>
                <a:gd name="connsiteX2" fmla="*/ 4491 w 142875"/>
                <a:gd name="connsiteY2" fmla="*/ 27763 h 152400"/>
                <a:gd name="connsiteX3" fmla="*/ 0 w 142875"/>
                <a:gd name="connsiteY3" fmla="*/ 76200 h 152400"/>
                <a:gd name="connsiteX4" fmla="*/ 4491 w 142875"/>
                <a:gd name="connsiteY4" fmla="*/ 124637 h 152400"/>
                <a:gd name="connsiteX5" fmla="*/ 10781 w 142875"/>
                <a:gd name="connsiteY5" fmla="*/ 142374 h 152400"/>
                <a:gd name="connsiteX6" fmla="*/ 25539 w 142875"/>
                <a:gd name="connsiteY6" fmla="*/ 152400 h 152400"/>
                <a:gd name="connsiteX7" fmla="*/ 59885 w 142875"/>
                <a:gd name="connsiteY7" fmla="*/ 143527 h 152400"/>
                <a:gd name="connsiteX8" fmla="*/ 97007 w 142875"/>
                <a:gd name="connsiteY8" fmla="*/ 123556 h 152400"/>
                <a:gd name="connsiteX9" fmla="*/ 127861 w 142875"/>
                <a:gd name="connsiteY9" fmla="*/ 100122 h 152400"/>
                <a:gd name="connsiteX10" fmla="*/ 137995 w 142875"/>
                <a:gd name="connsiteY10" fmla="*/ 88892 h 152400"/>
                <a:gd name="connsiteX11" fmla="*/ 142875 w 142875"/>
                <a:gd name="connsiteY11" fmla="*/ 76200 h 152400"/>
                <a:gd name="connsiteX12" fmla="*/ 137995 w 142875"/>
                <a:gd name="connsiteY12" fmla="*/ 63508 h 152400"/>
                <a:gd name="connsiteX13" fmla="*/ 127861 w 142875"/>
                <a:gd name="connsiteY13" fmla="*/ 52278 h 152400"/>
                <a:gd name="connsiteX14" fmla="*/ 97007 w 142875"/>
                <a:gd name="connsiteY14" fmla="*/ 28844 h 152400"/>
                <a:gd name="connsiteX15" fmla="*/ 59885 w 142875"/>
                <a:gd name="connsiteY15" fmla="*/ 8873 h 152400"/>
                <a:gd name="connsiteX16" fmla="*/ 25539 w 142875"/>
                <a:gd name="connsiteY1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875" h="152400">
                  <a:moveTo>
                    <a:pt x="25539" y="0"/>
                  </a:moveTo>
                  <a:cubicBezTo>
                    <a:pt x="18053" y="0"/>
                    <a:pt x="13362" y="5562"/>
                    <a:pt x="10781" y="10026"/>
                  </a:cubicBezTo>
                  <a:cubicBezTo>
                    <a:pt x="8011" y="14816"/>
                    <a:pt x="5996" y="21073"/>
                    <a:pt x="4491" y="27763"/>
                  </a:cubicBezTo>
                  <a:cubicBezTo>
                    <a:pt x="1450" y="41288"/>
                    <a:pt x="0" y="58899"/>
                    <a:pt x="0" y="76200"/>
                  </a:cubicBezTo>
                  <a:cubicBezTo>
                    <a:pt x="0" y="93501"/>
                    <a:pt x="1450" y="111113"/>
                    <a:pt x="4491" y="124637"/>
                  </a:cubicBezTo>
                  <a:cubicBezTo>
                    <a:pt x="5996" y="131327"/>
                    <a:pt x="8011" y="137584"/>
                    <a:pt x="10781" y="142374"/>
                  </a:cubicBezTo>
                  <a:cubicBezTo>
                    <a:pt x="13362" y="146838"/>
                    <a:pt x="18053" y="152400"/>
                    <a:pt x="25539" y="152400"/>
                  </a:cubicBezTo>
                  <a:cubicBezTo>
                    <a:pt x="35590" y="152400"/>
                    <a:pt x="47826" y="148676"/>
                    <a:pt x="59885" y="143527"/>
                  </a:cubicBezTo>
                  <a:cubicBezTo>
                    <a:pt x="72168" y="138281"/>
                    <a:pt x="85159" y="131165"/>
                    <a:pt x="97007" y="123556"/>
                  </a:cubicBezTo>
                  <a:cubicBezTo>
                    <a:pt x="108835" y="115960"/>
                    <a:pt x="119771" y="107714"/>
                    <a:pt x="127861" y="100122"/>
                  </a:cubicBezTo>
                  <a:cubicBezTo>
                    <a:pt x="131890" y="96341"/>
                    <a:pt x="135413" y="92534"/>
                    <a:pt x="137995" y="88892"/>
                  </a:cubicBezTo>
                  <a:cubicBezTo>
                    <a:pt x="140356" y="85562"/>
                    <a:pt x="142875" y="81081"/>
                    <a:pt x="142875" y="76200"/>
                  </a:cubicBezTo>
                  <a:cubicBezTo>
                    <a:pt x="142875" y="71319"/>
                    <a:pt x="140356" y="66838"/>
                    <a:pt x="137995" y="63508"/>
                  </a:cubicBezTo>
                  <a:cubicBezTo>
                    <a:pt x="135413" y="59866"/>
                    <a:pt x="131890" y="56060"/>
                    <a:pt x="127861" y="52278"/>
                  </a:cubicBezTo>
                  <a:cubicBezTo>
                    <a:pt x="119771" y="44685"/>
                    <a:pt x="108835" y="36440"/>
                    <a:pt x="97007" y="28844"/>
                  </a:cubicBezTo>
                  <a:cubicBezTo>
                    <a:pt x="85159" y="21235"/>
                    <a:pt x="72168" y="14119"/>
                    <a:pt x="59885" y="8873"/>
                  </a:cubicBezTo>
                  <a:cubicBezTo>
                    <a:pt x="47826" y="3724"/>
                    <a:pt x="35590" y="0"/>
                    <a:pt x="25539" y="0"/>
                  </a:cubicBezTo>
                  <a:close/>
                </a:path>
              </a:pathLst>
            </a:custGeom>
            <a:solidFill>
              <a:schemeClr val="bg1"/>
            </a:solidFill>
            <a:ln w="9525" cap="flat">
              <a:noFill/>
              <a:prstDash val="solid"/>
              <a:miter/>
            </a:ln>
          </p:spPr>
          <p:txBody>
            <a:bodyPr rtlCol="0" anchor="ctr"/>
            <a:lstStyle/>
            <a:p>
              <a:endParaRPr lang="ru-RU"/>
            </a:p>
          </p:txBody>
        </p:sp>
      </p:grpSp>
      <p:grpSp>
        <p:nvGrpSpPr>
          <p:cNvPr id="146" name="Группа 145">
            <a:extLst>
              <a:ext uri="{FF2B5EF4-FFF2-40B4-BE49-F238E27FC236}">
                <a16:creationId xmlns:a16="http://schemas.microsoft.com/office/drawing/2014/main" id="{FAF85270-90A6-3986-AA83-CB60BB0D56C9}"/>
              </a:ext>
            </a:extLst>
          </p:cNvPr>
          <p:cNvGrpSpPr/>
          <p:nvPr/>
        </p:nvGrpSpPr>
        <p:grpSpPr>
          <a:xfrm>
            <a:off x="5131248" y="5333398"/>
            <a:ext cx="1872802" cy="324000"/>
            <a:chOff x="5131248" y="5333398"/>
            <a:chExt cx="1872802" cy="324000"/>
          </a:xfrm>
        </p:grpSpPr>
        <p:sp>
          <p:nvSpPr>
            <p:cNvPr id="127" name="Прямоугольник: скругленные углы 126">
              <a:extLst>
                <a:ext uri="{FF2B5EF4-FFF2-40B4-BE49-F238E27FC236}">
                  <a16:creationId xmlns:a16="http://schemas.microsoft.com/office/drawing/2014/main" id="{D8A64F3E-AB78-0D73-B2D3-04ED0A7CCA45}"/>
                </a:ext>
              </a:extLst>
            </p:cNvPr>
            <p:cNvSpPr/>
            <p:nvPr/>
          </p:nvSpPr>
          <p:spPr>
            <a:xfrm>
              <a:off x="5131248" y="5333398"/>
              <a:ext cx="1872802"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СМОТРЕТЬ</a:t>
              </a:r>
            </a:p>
          </p:txBody>
        </p:sp>
        <p:sp>
          <p:nvSpPr>
            <p:cNvPr id="130" name="Рисунок 700">
              <a:extLst>
                <a:ext uri="{FF2B5EF4-FFF2-40B4-BE49-F238E27FC236}">
                  <a16:creationId xmlns:a16="http://schemas.microsoft.com/office/drawing/2014/main" id="{FEBE5845-BCA5-05F5-725C-F266E78C1C69}"/>
                </a:ext>
              </a:extLst>
            </p:cNvPr>
            <p:cNvSpPr/>
            <p:nvPr/>
          </p:nvSpPr>
          <p:spPr>
            <a:xfrm>
              <a:off x="5260232" y="5422870"/>
              <a:ext cx="142875" cy="152400"/>
            </a:xfrm>
            <a:custGeom>
              <a:avLst/>
              <a:gdLst>
                <a:gd name="connsiteX0" fmla="*/ 25539 w 142875"/>
                <a:gd name="connsiteY0" fmla="*/ 0 h 152400"/>
                <a:gd name="connsiteX1" fmla="*/ 10781 w 142875"/>
                <a:gd name="connsiteY1" fmla="*/ 10026 h 152400"/>
                <a:gd name="connsiteX2" fmla="*/ 4491 w 142875"/>
                <a:gd name="connsiteY2" fmla="*/ 27763 h 152400"/>
                <a:gd name="connsiteX3" fmla="*/ 0 w 142875"/>
                <a:gd name="connsiteY3" fmla="*/ 76200 h 152400"/>
                <a:gd name="connsiteX4" fmla="*/ 4491 w 142875"/>
                <a:gd name="connsiteY4" fmla="*/ 124637 h 152400"/>
                <a:gd name="connsiteX5" fmla="*/ 10781 w 142875"/>
                <a:gd name="connsiteY5" fmla="*/ 142374 h 152400"/>
                <a:gd name="connsiteX6" fmla="*/ 25539 w 142875"/>
                <a:gd name="connsiteY6" fmla="*/ 152400 h 152400"/>
                <a:gd name="connsiteX7" fmla="*/ 59885 w 142875"/>
                <a:gd name="connsiteY7" fmla="*/ 143527 h 152400"/>
                <a:gd name="connsiteX8" fmla="*/ 97007 w 142875"/>
                <a:gd name="connsiteY8" fmla="*/ 123556 h 152400"/>
                <a:gd name="connsiteX9" fmla="*/ 127861 w 142875"/>
                <a:gd name="connsiteY9" fmla="*/ 100122 h 152400"/>
                <a:gd name="connsiteX10" fmla="*/ 137995 w 142875"/>
                <a:gd name="connsiteY10" fmla="*/ 88892 h 152400"/>
                <a:gd name="connsiteX11" fmla="*/ 142875 w 142875"/>
                <a:gd name="connsiteY11" fmla="*/ 76200 h 152400"/>
                <a:gd name="connsiteX12" fmla="*/ 137995 w 142875"/>
                <a:gd name="connsiteY12" fmla="*/ 63508 h 152400"/>
                <a:gd name="connsiteX13" fmla="*/ 127861 w 142875"/>
                <a:gd name="connsiteY13" fmla="*/ 52278 h 152400"/>
                <a:gd name="connsiteX14" fmla="*/ 97007 w 142875"/>
                <a:gd name="connsiteY14" fmla="*/ 28844 h 152400"/>
                <a:gd name="connsiteX15" fmla="*/ 59885 w 142875"/>
                <a:gd name="connsiteY15" fmla="*/ 8873 h 152400"/>
                <a:gd name="connsiteX16" fmla="*/ 25539 w 142875"/>
                <a:gd name="connsiteY1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875" h="152400">
                  <a:moveTo>
                    <a:pt x="25539" y="0"/>
                  </a:moveTo>
                  <a:cubicBezTo>
                    <a:pt x="18053" y="0"/>
                    <a:pt x="13362" y="5562"/>
                    <a:pt x="10781" y="10026"/>
                  </a:cubicBezTo>
                  <a:cubicBezTo>
                    <a:pt x="8011" y="14816"/>
                    <a:pt x="5996" y="21073"/>
                    <a:pt x="4491" y="27763"/>
                  </a:cubicBezTo>
                  <a:cubicBezTo>
                    <a:pt x="1450" y="41288"/>
                    <a:pt x="0" y="58899"/>
                    <a:pt x="0" y="76200"/>
                  </a:cubicBezTo>
                  <a:cubicBezTo>
                    <a:pt x="0" y="93501"/>
                    <a:pt x="1450" y="111113"/>
                    <a:pt x="4491" y="124637"/>
                  </a:cubicBezTo>
                  <a:cubicBezTo>
                    <a:pt x="5996" y="131327"/>
                    <a:pt x="8011" y="137584"/>
                    <a:pt x="10781" y="142374"/>
                  </a:cubicBezTo>
                  <a:cubicBezTo>
                    <a:pt x="13362" y="146838"/>
                    <a:pt x="18053" y="152400"/>
                    <a:pt x="25539" y="152400"/>
                  </a:cubicBezTo>
                  <a:cubicBezTo>
                    <a:pt x="35590" y="152400"/>
                    <a:pt x="47826" y="148676"/>
                    <a:pt x="59885" y="143527"/>
                  </a:cubicBezTo>
                  <a:cubicBezTo>
                    <a:pt x="72168" y="138281"/>
                    <a:pt x="85159" y="131165"/>
                    <a:pt x="97007" y="123556"/>
                  </a:cubicBezTo>
                  <a:cubicBezTo>
                    <a:pt x="108835" y="115960"/>
                    <a:pt x="119771" y="107714"/>
                    <a:pt x="127861" y="100122"/>
                  </a:cubicBezTo>
                  <a:cubicBezTo>
                    <a:pt x="131890" y="96341"/>
                    <a:pt x="135413" y="92534"/>
                    <a:pt x="137995" y="88892"/>
                  </a:cubicBezTo>
                  <a:cubicBezTo>
                    <a:pt x="140356" y="85562"/>
                    <a:pt x="142875" y="81081"/>
                    <a:pt x="142875" y="76200"/>
                  </a:cubicBezTo>
                  <a:cubicBezTo>
                    <a:pt x="142875" y="71319"/>
                    <a:pt x="140356" y="66838"/>
                    <a:pt x="137995" y="63508"/>
                  </a:cubicBezTo>
                  <a:cubicBezTo>
                    <a:pt x="135413" y="59866"/>
                    <a:pt x="131890" y="56060"/>
                    <a:pt x="127861" y="52278"/>
                  </a:cubicBezTo>
                  <a:cubicBezTo>
                    <a:pt x="119771" y="44685"/>
                    <a:pt x="108835" y="36440"/>
                    <a:pt x="97007" y="28844"/>
                  </a:cubicBezTo>
                  <a:cubicBezTo>
                    <a:pt x="85159" y="21235"/>
                    <a:pt x="72168" y="14119"/>
                    <a:pt x="59885" y="8873"/>
                  </a:cubicBezTo>
                  <a:cubicBezTo>
                    <a:pt x="47826" y="3724"/>
                    <a:pt x="35590" y="0"/>
                    <a:pt x="25539" y="0"/>
                  </a:cubicBezTo>
                  <a:close/>
                </a:path>
              </a:pathLst>
            </a:custGeom>
            <a:solidFill>
              <a:schemeClr val="bg1"/>
            </a:solidFill>
            <a:ln w="9525" cap="flat">
              <a:noFill/>
              <a:prstDash val="solid"/>
              <a:miter/>
            </a:ln>
          </p:spPr>
          <p:txBody>
            <a:bodyPr rtlCol="0" anchor="ctr"/>
            <a:lstStyle/>
            <a:p>
              <a:endParaRPr lang="ru-RU"/>
            </a:p>
          </p:txBody>
        </p:sp>
      </p:grpSp>
      <p:grpSp>
        <p:nvGrpSpPr>
          <p:cNvPr id="136" name="Группа 135">
            <a:extLst>
              <a:ext uri="{FF2B5EF4-FFF2-40B4-BE49-F238E27FC236}">
                <a16:creationId xmlns:a16="http://schemas.microsoft.com/office/drawing/2014/main" id="{375AB62A-6233-1AD0-FB6E-48DAFFC4A583}"/>
              </a:ext>
            </a:extLst>
          </p:cNvPr>
          <p:cNvGrpSpPr/>
          <p:nvPr/>
        </p:nvGrpSpPr>
        <p:grpSpPr>
          <a:xfrm>
            <a:off x="649817" y="5731267"/>
            <a:ext cx="1245657" cy="252000"/>
            <a:chOff x="649817" y="5731267"/>
            <a:chExt cx="1245657" cy="252000"/>
          </a:xfrm>
        </p:grpSpPr>
        <p:sp>
          <p:nvSpPr>
            <p:cNvPr id="37" name="Прямоугольник: скругленные углы 36">
              <a:extLst>
                <a:ext uri="{FF2B5EF4-FFF2-40B4-BE49-F238E27FC236}">
                  <a16:creationId xmlns:a16="http://schemas.microsoft.com/office/drawing/2014/main" id="{4C0DE15B-EA55-5866-69E1-A8FF60189C53}"/>
                </a:ext>
              </a:extLst>
            </p:cNvPr>
            <p:cNvSpPr/>
            <p:nvPr/>
          </p:nvSpPr>
          <p:spPr>
            <a:xfrm>
              <a:off x="649817" y="5731267"/>
              <a:ext cx="1245657"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СКАЧАТЬ</a:t>
              </a:r>
            </a:p>
          </p:txBody>
        </p:sp>
        <p:sp>
          <p:nvSpPr>
            <p:cNvPr id="134" name="Рисунок 341">
              <a:extLst>
                <a:ext uri="{FF2B5EF4-FFF2-40B4-BE49-F238E27FC236}">
                  <a16:creationId xmlns:a16="http://schemas.microsoft.com/office/drawing/2014/main" id="{7356C122-8B4E-7342-4268-0C95132A674C}"/>
                </a:ext>
              </a:extLst>
            </p:cNvPr>
            <p:cNvSpPr/>
            <p:nvPr/>
          </p:nvSpPr>
          <p:spPr>
            <a:xfrm>
              <a:off x="747274" y="5783098"/>
              <a:ext cx="135932" cy="136690"/>
            </a:xfrm>
            <a:custGeom>
              <a:avLst/>
              <a:gdLst>
                <a:gd name="connsiteX0" fmla="*/ 66675 w 171450"/>
                <a:gd name="connsiteY0" fmla="*/ 238 h 171466"/>
                <a:gd name="connsiteX1" fmla="*/ 0 w 171450"/>
                <a:gd name="connsiteY1" fmla="*/ 85742 h 171466"/>
                <a:gd name="connsiteX2" fmla="*/ 85725 w 171450"/>
                <a:gd name="connsiteY2" fmla="*/ 171467 h 171466"/>
                <a:gd name="connsiteX3" fmla="*/ 171450 w 171450"/>
                <a:gd name="connsiteY3" fmla="*/ 85742 h 171466"/>
                <a:gd name="connsiteX4" fmla="*/ 104775 w 171450"/>
                <a:gd name="connsiteY4" fmla="*/ 238 h 171466"/>
                <a:gd name="connsiteX5" fmla="*/ 100013 w 171450"/>
                <a:gd name="connsiteY5" fmla="*/ 17 h 171466"/>
                <a:gd name="connsiteX6" fmla="*/ 95250 w 171450"/>
                <a:gd name="connsiteY6" fmla="*/ 9542 h 171466"/>
                <a:gd name="connsiteX7" fmla="*/ 95250 w 171450"/>
                <a:gd name="connsiteY7" fmla="*/ 95267 h 171466"/>
                <a:gd name="connsiteX8" fmla="*/ 118110 w 171450"/>
                <a:gd name="connsiteY8" fmla="*/ 78122 h 171466"/>
                <a:gd name="connsiteX9" fmla="*/ 131445 w 171450"/>
                <a:gd name="connsiteY9" fmla="*/ 80027 h 171466"/>
                <a:gd name="connsiteX10" fmla="*/ 129540 w 171450"/>
                <a:gd name="connsiteY10" fmla="*/ 93362 h 171466"/>
                <a:gd name="connsiteX11" fmla="*/ 91440 w 171450"/>
                <a:gd name="connsiteY11" fmla="*/ 121937 h 171466"/>
                <a:gd name="connsiteX12" fmla="*/ 80010 w 171450"/>
                <a:gd name="connsiteY12" fmla="*/ 121937 h 171466"/>
                <a:gd name="connsiteX13" fmla="*/ 41910 w 171450"/>
                <a:gd name="connsiteY13" fmla="*/ 93362 h 171466"/>
                <a:gd name="connsiteX14" fmla="*/ 40005 w 171450"/>
                <a:gd name="connsiteY14" fmla="*/ 80027 h 171466"/>
                <a:gd name="connsiteX15" fmla="*/ 53340 w 171450"/>
                <a:gd name="connsiteY15" fmla="*/ 78122 h 171466"/>
                <a:gd name="connsiteX16" fmla="*/ 76200 w 171450"/>
                <a:gd name="connsiteY16" fmla="*/ 95267 h 171466"/>
                <a:gd name="connsiteX17" fmla="*/ 76200 w 171450"/>
                <a:gd name="connsiteY17" fmla="*/ 9542 h 171466"/>
                <a:gd name="connsiteX18" fmla="*/ 71438 w 171450"/>
                <a:gd name="connsiteY18" fmla="*/ 17 h 171466"/>
                <a:gd name="connsiteX19" fmla="*/ 66675 w 171450"/>
                <a:gd name="connsiteY19" fmla="*/ 238 h 171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6">
                  <a:moveTo>
                    <a:pt x="66675" y="238"/>
                  </a:moveTo>
                  <a:cubicBezTo>
                    <a:pt x="24872" y="7224"/>
                    <a:pt x="0" y="39236"/>
                    <a:pt x="0" y="85742"/>
                  </a:cubicBezTo>
                  <a:cubicBezTo>
                    <a:pt x="0" y="138931"/>
                    <a:pt x="32535" y="171467"/>
                    <a:pt x="85725" y="171467"/>
                  </a:cubicBezTo>
                  <a:cubicBezTo>
                    <a:pt x="138915" y="171467"/>
                    <a:pt x="171450" y="138931"/>
                    <a:pt x="171450" y="85742"/>
                  </a:cubicBezTo>
                  <a:cubicBezTo>
                    <a:pt x="171450" y="39236"/>
                    <a:pt x="146577" y="7224"/>
                    <a:pt x="104775" y="238"/>
                  </a:cubicBezTo>
                  <a:cubicBezTo>
                    <a:pt x="102810" y="-90"/>
                    <a:pt x="100013" y="17"/>
                    <a:pt x="100013" y="17"/>
                  </a:cubicBezTo>
                  <a:cubicBezTo>
                    <a:pt x="95250" y="17"/>
                    <a:pt x="95250" y="5762"/>
                    <a:pt x="95250" y="9542"/>
                  </a:cubicBezTo>
                  <a:lnTo>
                    <a:pt x="95250" y="95267"/>
                  </a:lnTo>
                  <a:lnTo>
                    <a:pt x="118110" y="78122"/>
                  </a:lnTo>
                  <a:cubicBezTo>
                    <a:pt x="122318" y="74965"/>
                    <a:pt x="128288" y="75819"/>
                    <a:pt x="131445" y="80027"/>
                  </a:cubicBezTo>
                  <a:cubicBezTo>
                    <a:pt x="134602" y="84235"/>
                    <a:pt x="133748" y="90205"/>
                    <a:pt x="129540" y="93362"/>
                  </a:cubicBezTo>
                  <a:lnTo>
                    <a:pt x="91440" y="121937"/>
                  </a:lnTo>
                  <a:cubicBezTo>
                    <a:pt x="88053" y="124477"/>
                    <a:pt x="83397" y="124477"/>
                    <a:pt x="80010" y="121937"/>
                  </a:cubicBezTo>
                  <a:lnTo>
                    <a:pt x="41910" y="93362"/>
                  </a:lnTo>
                  <a:cubicBezTo>
                    <a:pt x="37702" y="90205"/>
                    <a:pt x="36849" y="84235"/>
                    <a:pt x="40005" y="80027"/>
                  </a:cubicBezTo>
                  <a:cubicBezTo>
                    <a:pt x="43161" y="75819"/>
                    <a:pt x="49132" y="74965"/>
                    <a:pt x="53340" y="78122"/>
                  </a:cubicBezTo>
                  <a:lnTo>
                    <a:pt x="76200" y="95267"/>
                  </a:lnTo>
                  <a:cubicBezTo>
                    <a:pt x="76200" y="95267"/>
                    <a:pt x="76200" y="43019"/>
                    <a:pt x="76200" y="9542"/>
                  </a:cubicBezTo>
                  <a:cubicBezTo>
                    <a:pt x="76200" y="5762"/>
                    <a:pt x="76200" y="17"/>
                    <a:pt x="71438" y="17"/>
                  </a:cubicBezTo>
                  <a:cubicBezTo>
                    <a:pt x="71438" y="17"/>
                    <a:pt x="68640" y="-90"/>
                    <a:pt x="66675" y="238"/>
                  </a:cubicBezTo>
                  <a:close/>
                </a:path>
              </a:pathLst>
            </a:custGeom>
            <a:solidFill>
              <a:schemeClr val="bg1"/>
            </a:solidFill>
            <a:ln w="9525" cap="flat">
              <a:noFill/>
              <a:prstDash val="solid"/>
              <a:miter/>
            </a:ln>
          </p:spPr>
          <p:txBody>
            <a:bodyPr rtlCol="0" anchor="ctr"/>
            <a:lstStyle/>
            <a:p>
              <a:endParaRPr lang="ru-RU"/>
            </a:p>
          </p:txBody>
        </p:sp>
      </p:grpSp>
      <p:grpSp>
        <p:nvGrpSpPr>
          <p:cNvPr id="137" name="Группа 136">
            <a:extLst>
              <a:ext uri="{FF2B5EF4-FFF2-40B4-BE49-F238E27FC236}">
                <a16:creationId xmlns:a16="http://schemas.microsoft.com/office/drawing/2014/main" id="{9B0F8209-C987-A574-9D65-496B10AB2791}"/>
              </a:ext>
            </a:extLst>
          </p:cNvPr>
          <p:cNvGrpSpPr/>
          <p:nvPr/>
        </p:nvGrpSpPr>
        <p:grpSpPr>
          <a:xfrm>
            <a:off x="649817" y="5333398"/>
            <a:ext cx="1679045" cy="324000"/>
            <a:chOff x="649817" y="5333398"/>
            <a:chExt cx="1679045" cy="324000"/>
          </a:xfrm>
        </p:grpSpPr>
        <p:sp>
          <p:nvSpPr>
            <p:cNvPr id="63" name="Прямоугольник: скругленные углы 62">
              <a:extLst>
                <a:ext uri="{FF2B5EF4-FFF2-40B4-BE49-F238E27FC236}">
                  <a16:creationId xmlns:a16="http://schemas.microsoft.com/office/drawing/2014/main" id="{EDB03B9B-6EFC-18AD-B5E4-D43C44C3B31D}"/>
                </a:ext>
              </a:extLst>
            </p:cNvPr>
            <p:cNvSpPr/>
            <p:nvPr/>
          </p:nvSpPr>
          <p:spPr>
            <a:xfrm>
              <a:off x="649817" y="5333398"/>
              <a:ext cx="1679045"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СКАЧАТЬ</a:t>
              </a:r>
            </a:p>
          </p:txBody>
        </p:sp>
        <p:sp>
          <p:nvSpPr>
            <p:cNvPr id="133" name="Рисунок 341">
              <a:extLst>
                <a:ext uri="{FF2B5EF4-FFF2-40B4-BE49-F238E27FC236}">
                  <a16:creationId xmlns:a16="http://schemas.microsoft.com/office/drawing/2014/main" id="{280DB10E-A918-8819-C98A-060948560C0D}"/>
                </a:ext>
              </a:extLst>
            </p:cNvPr>
            <p:cNvSpPr/>
            <p:nvPr/>
          </p:nvSpPr>
          <p:spPr>
            <a:xfrm>
              <a:off x="755847" y="5415887"/>
              <a:ext cx="171450" cy="171466"/>
            </a:xfrm>
            <a:custGeom>
              <a:avLst/>
              <a:gdLst>
                <a:gd name="connsiteX0" fmla="*/ 66675 w 171450"/>
                <a:gd name="connsiteY0" fmla="*/ 238 h 171466"/>
                <a:gd name="connsiteX1" fmla="*/ 0 w 171450"/>
                <a:gd name="connsiteY1" fmla="*/ 85742 h 171466"/>
                <a:gd name="connsiteX2" fmla="*/ 85725 w 171450"/>
                <a:gd name="connsiteY2" fmla="*/ 171467 h 171466"/>
                <a:gd name="connsiteX3" fmla="*/ 171450 w 171450"/>
                <a:gd name="connsiteY3" fmla="*/ 85742 h 171466"/>
                <a:gd name="connsiteX4" fmla="*/ 104775 w 171450"/>
                <a:gd name="connsiteY4" fmla="*/ 238 h 171466"/>
                <a:gd name="connsiteX5" fmla="*/ 100013 w 171450"/>
                <a:gd name="connsiteY5" fmla="*/ 17 h 171466"/>
                <a:gd name="connsiteX6" fmla="*/ 95250 w 171450"/>
                <a:gd name="connsiteY6" fmla="*/ 9542 h 171466"/>
                <a:gd name="connsiteX7" fmla="*/ 95250 w 171450"/>
                <a:gd name="connsiteY7" fmla="*/ 95267 h 171466"/>
                <a:gd name="connsiteX8" fmla="*/ 118110 w 171450"/>
                <a:gd name="connsiteY8" fmla="*/ 78122 h 171466"/>
                <a:gd name="connsiteX9" fmla="*/ 131445 w 171450"/>
                <a:gd name="connsiteY9" fmla="*/ 80027 h 171466"/>
                <a:gd name="connsiteX10" fmla="*/ 129540 w 171450"/>
                <a:gd name="connsiteY10" fmla="*/ 93362 h 171466"/>
                <a:gd name="connsiteX11" fmla="*/ 91440 w 171450"/>
                <a:gd name="connsiteY11" fmla="*/ 121937 h 171466"/>
                <a:gd name="connsiteX12" fmla="*/ 80010 w 171450"/>
                <a:gd name="connsiteY12" fmla="*/ 121937 h 171466"/>
                <a:gd name="connsiteX13" fmla="*/ 41910 w 171450"/>
                <a:gd name="connsiteY13" fmla="*/ 93362 h 171466"/>
                <a:gd name="connsiteX14" fmla="*/ 40005 w 171450"/>
                <a:gd name="connsiteY14" fmla="*/ 80027 h 171466"/>
                <a:gd name="connsiteX15" fmla="*/ 53340 w 171450"/>
                <a:gd name="connsiteY15" fmla="*/ 78122 h 171466"/>
                <a:gd name="connsiteX16" fmla="*/ 76200 w 171450"/>
                <a:gd name="connsiteY16" fmla="*/ 95267 h 171466"/>
                <a:gd name="connsiteX17" fmla="*/ 76200 w 171450"/>
                <a:gd name="connsiteY17" fmla="*/ 9542 h 171466"/>
                <a:gd name="connsiteX18" fmla="*/ 71438 w 171450"/>
                <a:gd name="connsiteY18" fmla="*/ 17 h 171466"/>
                <a:gd name="connsiteX19" fmla="*/ 66675 w 171450"/>
                <a:gd name="connsiteY19" fmla="*/ 238 h 171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6">
                  <a:moveTo>
                    <a:pt x="66675" y="238"/>
                  </a:moveTo>
                  <a:cubicBezTo>
                    <a:pt x="24872" y="7224"/>
                    <a:pt x="0" y="39236"/>
                    <a:pt x="0" y="85742"/>
                  </a:cubicBezTo>
                  <a:cubicBezTo>
                    <a:pt x="0" y="138931"/>
                    <a:pt x="32535" y="171467"/>
                    <a:pt x="85725" y="171467"/>
                  </a:cubicBezTo>
                  <a:cubicBezTo>
                    <a:pt x="138915" y="171467"/>
                    <a:pt x="171450" y="138931"/>
                    <a:pt x="171450" y="85742"/>
                  </a:cubicBezTo>
                  <a:cubicBezTo>
                    <a:pt x="171450" y="39236"/>
                    <a:pt x="146577" y="7224"/>
                    <a:pt x="104775" y="238"/>
                  </a:cubicBezTo>
                  <a:cubicBezTo>
                    <a:pt x="102810" y="-90"/>
                    <a:pt x="100013" y="17"/>
                    <a:pt x="100013" y="17"/>
                  </a:cubicBezTo>
                  <a:cubicBezTo>
                    <a:pt x="95250" y="17"/>
                    <a:pt x="95250" y="5762"/>
                    <a:pt x="95250" y="9542"/>
                  </a:cubicBezTo>
                  <a:lnTo>
                    <a:pt x="95250" y="95267"/>
                  </a:lnTo>
                  <a:lnTo>
                    <a:pt x="118110" y="78122"/>
                  </a:lnTo>
                  <a:cubicBezTo>
                    <a:pt x="122318" y="74965"/>
                    <a:pt x="128288" y="75819"/>
                    <a:pt x="131445" y="80027"/>
                  </a:cubicBezTo>
                  <a:cubicBezTo>
                    <a:pt x="134602" y="84235"/>
                    <a:pt x="133748" y="90205"/>
                    <a:pt x="129540" y="93362"/>
                  </a:cubicBezTo>
                  <a:lnTo>
                    <a:pt x="91440" y="121937"/>
                  </a:lnTo>
                  <a:cubicBezTo>
                    <a:pt x="88053" y="124477"/>
                    <a:pt x="83397" y="124477"/>
                    <a:pt x="80010" y="121937"/>
                  </a:cubicBezTo>
                  <a:lnTo>
                    <a:pt x="41910" y="93362"/>
                  </a:lnTo>
                  <a:cubicBezTo>
                    <a:pt x="37702" y="90205"/>
                    <a:pt x="36849" y="84235"/>
                    <a:pt x="40005" y="80027"/>
                  </a:cubicBezTo>
                  <a:cubicBezTo>
                    <a:pt x="43161" y="75819"/>
                    <a:pt x="49132" y="74965"/>
                    <a:pt x="53340" y="78122"/>
                  </a:cubicBezTo>
                  <a:lnTo>
                    <a:pt x="76200" y="95267"/>
                  </a:lnTo>
                  <a:cubicBezTo>
                    <a:pt x="76200" y="95267"/>
                    <a:pt x="76200" y="43019"/>
                    <a:pt x="76200" y="9542"/>
                  </a:cubicBezTo>
                  <a:cubicBezTo>
                    <a:pt x="76200" y="5762"/>
                    <a:pt x="76200" y="17"/>
                    <a:pt x="71438" y="17"/>
                  </a:cubicBezTo>
                  <a:cubicBezTo>
                    <a:pt x="71438" y="17"/>
                    <a:pt x="68640" y="-90"/>
                    <a:pt x="66675" y="238"/>
                  </a:cubicBezTo>
                  <a:close/>
                </a:path>
              </a:pathLst>
            </a:custGeom>
            <a:solidFill>
              <a:schemeClr val="bg1"/>
            </a:solidFill>
            <a:ln w="9525" cap="flat">
              <a:noFill/>
              <a:prstDash val="solid"/>
              <a:miter/>
            </a:ln>
          </p:spPr>
          <p:txBody>
            <a:bodyPr rtlCol="0" anchor="ctr"/>
            <a:lstStyle/>
            <a:p>
              <a:endParaRPr lang="ru-RU"/>
            </a:p>
          </p:txBody>
        </p:sp>
      </p:grpSp>
      <p:sp>
        <p:nvSpPr>
          <p:cNvPr id="3" name="Номер слайда 2">
            <a:extLst>
              <a:ext uri="{FF2B5EF4-FFF2-40B4-BE49-F238E27FC236}">
                <a16:creationId xmlns:a16="http://schemas.microsoft.com/office/drawing/2014/main" id="{AA861F94-DF12-0915-281F-D4C5CB618676}"/>
              </a:ext>
            </a:extLst>
          </p:cNvPr>
          <p:cNvSpPr>
            <a:spLocks noGrp="1"/>
          </p:cNvSpPr>
          <p:nvPr>
            <p:ph type="sldNum" sz="quarter" idx="12"/>
          </p:nvPr>
        </p:nvSpPr>
        <p:spPr/>
        <p:txBody>
          <a:bodyPr/>
          <a:lstStyle/>
          <a:p>
            <a:fld id="{EB5249F5-0093-48B0-B996-C4E44A87EAFB}" type="slidenum">
              <a:rPr lang="ru-RU" smtClean="0"/>
              <a:pPr/>
              <a:t>9</a:t>
            </a:fld>
            <a:endParaRPr lang="ru-RU"/>
          </a:p>
        </p:txBody>
      </p:sp>
      <p:sp>
        <p:nvSpPr>
          <p:cNvPr id="298" name="Прямоугольник: скругленные углы 297">
            <a:extLst>
              <a:ext uri="{FF2B5EF4-FFF2-40B4-BE49-F238E27FC236}">
                <a16:creationId xmlns:a16="http://schemas.microsoft.com/office/drawing/2014/main" id="{A75A10A0-6EC5-FA77-B7EF-BEC3DD681284}"/>
              </a:ext>
            </a:extLst>
          </p:cNvPr>
          <p:cNvSpPr/>
          <p:nvPr/>
        </p:nvSpPr>
        <p:spPr>
          <a:xfrm>
            <a:off x="8816410" y="1846497"/>
            <a:ext cx="2728427" cy="3774980"/>
          </a:xfrm>
          <a:prstGeom prst="roundRect">
            <a:avLst>
              <a:gd name="adj" fmla="val 1039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299" name="Рисунок 7">
            <a:extLst>
              <a:ext uri="{FF2B5EF4-FFF2-40B4-BE49-F238E27FC236}">
                <a16:creationId xmlns:a16="http://schemas.microsoft.com/office/drawing/2014/main" id="{44C0D2AD-19F3-F144-8E83-6FBAB15717F5}"/>
              </a:ext>
            </a:extLst>
          </p:cNvPr>
          <p:cNvSpPr/>
          <p:nvPr/>
        </p:nvSpPr>
        <p:spPr>
          <a:xfrm>
            <a:off x="11188974" y="2018166"/>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1">
              <a:lumMod val="40000"/>
              <a:lumOff val="60000"/>
            </a:schemeClr>
          </a:solidFill>
          <a:ln w="9525" cap="flat">
            <a:noFill/>
            <a:prstDash val="solid"/>
            <a:miter/>
          </a:ln>
        </p:spPr>
        <p:txBody>
          <a:bodyPr rtlCol="0" anchor="ctr"/>
          <a:lstStyle/>
          <a:p>
            <a:endParaRPr lang="ru-RU"/>
          </a:p>
        </p:txBody>
      </p:sp>
      <p:sp>
        <p:nvSpPr>
          <p:cNvPr id="300" name="TextBox 299">
            <a:extLst>
              <a:ext uri="{FF2B5EF4-FFF2-40B4-BE49-F238E27FC236}">
                <a16:creationId xmlns:a16="http://schemas.microsoft.com/office/drawing/2014/main" id="{6826AC98-6EFA-AEFB-68FE-F0C0DD094974}"/>
              </a:ext>
            </a:extLst>
          </p:cNvPr>
          <p:cNvSpPr txBox="1"/>
          <p:nvPr/>
        </p:nvSpPr>
        <p:spPr>
          <a:xfrm>
            <a:off x="9108255" y="2094690"/>
            <a:ext cx="1982071" cy="968502"/>
          </a:xfrm>
          <a:prstGeom prst="rect">
            <a:avLst/>
          </a:prstGeom>
          <a:noFill/>
        </p:spPr>
        <p:txBody>
          <a:bodyPr wrap="square" lIns="0" tIns="0" rIns="0" bIns="0" rtlCol="0">
            <a:noAutofit/>
          </a:bodyPr>
          <a:lstStyle/>
          <a:p>
            <a:pPr algn="l">
              <a:lnSpc>
                <a:spcPct val="85000"/>
              </a:lnSpc>
            </a:pPr>
            <a:r>
              <a:rPr lang="ru-RU" b="1">
                <a:solidFill>
                  <a:schemeClr val="bg1"/>
                </a:solidFill>
              </a:rPr>
              <a:t>Стикеры </a:t>
            </a:r>
            <a:br>
              <a:rPr lang="ru-RU" b="1">
                <a:solidFill>
                  <a:schemeClr val="bg1"/>
                </a:solidFill>
              </a:rPr>
            </a:br>
            <a:r>
              <a:rPr lang="ru-RU" b="1">
                <a:solidFill>
                  <a:schemeClr val="bg1"/>
                </a:solidFill>
              </a:rPr>
              <a:t>для контентных слайдов</a:t>
            </a:r>
          </a:p>
        </p:txBody>
      </p:sp>
      <p:sp>
        <p:nvSpPr>
          <p:cNvPr id="301" name="TextBox 300">
            <a:extLst>
              <a:ext uri="{FF2B5EF4-FFF2-40B4-BE49-F238E27FC236}">
                <a16:creationId xmlns:a16="http://schemas.microsoft.com/office/drawing/2014/main" id="{50251BCE-5960-7D11-6951-ED84B4749CD3}"/>
              </a:ext>
            </a:extLst>
          </p:cNvPr>
          <p:cNvSpPr txBox="1"/>
          <p:nvPr/>
        </p:nvSpPr>
        <p:spPr>
          <a:xfrm>
            <a:off x="9108255" y="2902376"/>
            <a:ext cx="2247937" cy="1106157"/>
          </a:xfrm>
          <a:prstGeom prst="rect">
            <a:avLst/>
          </a:prstGeom>
          <a:noFill/>
        </p:spPr>
        <p:txBody>
          <a:bodyPr wrap="square" lIns="0" tIns="0" rIns="0" bIns="0" rtlCol="0">
            <a:noAutofit/>
          </a:bodyPr>
          <a:lstStyle/>
          <a:p>
            <a:pPr algn="l">
              <a:spcAft>
                <a:spcPts val="600"/>
              </a:spcAft>
            </a:pPr>
            <a:r>
              <a:rPr lang="ru-RU" sz="1200">
                <a:solidFill>
                  <a:schemeClr val="bg1"/>
                </a:solidFill>
              </a:rPr>
              <a:t>Подсвети статус проекта </a:t>
            </a:r>
            <a:br>
              <a:rPr lang="ru-RU" sz="1200">
                <a:solidFill>
                  <a:schemeClr val="bg1"/>
                </a:solidFill>
              </a:rPr>
            </a:br>
            <a:r>
              <a:rPr lang="ru-RU" sz="1200">
                <a:solidFill>
                  <a:schemeClr val="bg1"/>
                </a:solidFill>
              </a:rPr>
              <a:t>или задачи. </a:t>
            </a:r>
          </a:p>
          <a:p>
            <a:pPr algn="l">
              <a:spcAft>
                <a:spcPts val="600"/>
              </a:spcAft>
            </a:pPr>
            <a:r>
              <a:rPr lang="ru-RU" sz="1200">
                <a:solidFill>
                  <a:schemeClr val="bg1"/>
                </a:solidFill>
              </a:rPr>
              <a:t>Выбирай размер стикера </a:t>
            </a:r>
            <a:br>
              <a:rPr lang="ru-RU" sz="1200">
                <a:solidFill>
                  <a:schemeClr val="bg1"/>
                </a:solidFill>
              </a:rPr>
            </a:br>
            <a:r>
              <a:rPr lang="ru-RU" sz="1200">
                <a:solidFill>
                  <a:schemeClr val="bg1"/>
                </a:solidFill>
              </a:rPr>
              <a:t>по принципу: чем больше контента, тем меньше стикер. </a:t>
            </a:r>
          </a:p>
        </p:txBody>
      </p:sp>
      <p:sp>
        <p:nvSpPr>
          <p:cNvPr id="241" name="Прямоугольник: скругленные углы 240">
            <a:extLst>
              <a:ext uri="{FF2B5EF4-FFF2-40B4-BE49-F238E27FC236}">
                <a16:creationId xmlns:a16="http://schemas.microsoft.com/office/drawing/2014/main" id="{A3F8D0CE-1090-B093-22F6-7E946F5FC21C}"/>
              </a:ext>
            </a:extLst>
          </p:cNvPr>
          <p:cNvSpPr/>
          <p:nvPr/>
        </p:nvSpPr>
        <p:spPr>
          <a:xfrm>
            <a:off x="639763" y="2377566"/>
            <a:ext cx="642937" cy="216000"/>
          </a:xfrm>
          <a:prstGeom prst="roundRect">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ПЛАН</a:t>
            </a:r>
          </a:p>
        </p:txBody>
      </p:sp>
      <p:grpSp>
        <p:nvGrpSpPr>
          <p:cNvPr id="44" name="Группа 43">
            <a:extLst>
              <a:ext uri="{FF2B5EF4-FFF2-40B4-BE49-F238E27FC236}">
                <a16:creationId xmlns:a16="http://schemas.microsoft.com/office/drawing/2014/main" id="{C8A8BF33-9D9D-60A0-7F17-A84087A14685}"/>
              </a:ext>
            </a:extLst>
          </p:cNvPr>
          <p:cNvGrpSpPr/>
          <p:nvPr/>
        </p:nvGrpSpPr>
        <p:grpSpPr>
          <a:xfrm>
            <a:off x="639763" y="1653829"/>
            <a:ext cx="1195387" cy="324000"/>
            <a:chOff x="639763" y="1845451"/>
            <a:chExt cx="1195387" cy="324000"/>
          </a:xfrm>
        </p:grpSpPr>
        <p:sp>
          <p:nvSpPr>
            <p:cNvPr id="246" name="Прямоугольник: скругленные углы 245">
              <a:extLst>
                <a:ext uri="{FF2B5EF4-FFF2-40B4-BE49-F238E27FC236}">
                  <a16:creationId xmlns:a16="http://schemas.microsoft.com/office/drawing/2014/main" id="{1C431982-5BBF-CD4B-7AFD-00326EF95FEC}"/>
                </a:ext>
              </a:extLst>
            </p:cNvPr>
            <p:cNvSpPr/>
            <p:nvPr/>
          </p:nvSpPr>
          <p:spPr>
            <a:xfrm>
              <a:off x="639763" y="1845451"/>
              <a:ext cx="1195387" cy="324000"/>
            </a:xfrm>
            <a:prstGeom prst="roundRect">
              <a:avLst>
                <a:gd name="adj" fmla="val 28032"/>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ПЛАН</a:t>
              </a:r>
            </a:p>
          </p:txBody>
        </p:sp>
        <p:sp>
          <p:nvSpPr>
            <p:cNvPr id="41" name="Полилиния: фигура 40">
              <a:extLst>
                <a:ext uri="{FF2B5EF4-FFF2-40B4-BE49-F238E27FC236}">
                  <a16:creationId xmlns:a16="http://schemas.microsoft.com/office/drawing/2014/main" id="{E43AF506-E26E-0789-ACA3-11A62E109B6B}"/>
                </a:ext>
              </a:extLst>
            </p:cNvPr>
            <p:cNvSpPr/>
            <p:nvPr/>
          </p:nvSpPr>
          <p:spPr>
            <a:xfrm>
              <a:off x="731735" y="1927139"/>
              <a:ext cx="192606" cy="171176"/>
            </a:xfrm>
            <a:custGeom>
              <a:avLst/>
              <a:gdLst>
                <a:gd name="connsiteX0" fmla="*/ 89966 w 171450"/>
                <a:gd name="connsiteY0" fmla="*/ 58723 h 152374"/>
                <a:gd name="connsiteX1" fmla="*/ 87324 w 171450"/>
                <a:gd name="connsiteY1" fmla="*/ 71933 h 152374"/>
                <a:gd name="connsiteX2" fmla="*/ 96503 w 171450"/>
                <a:gd name="connsiteY2" fmla="*/ 85699 h 152374"/>
                <a:gd name="connsiteX3" fmla="*/ 47625 w 171450"/>
                <a:gd name="connsiteY3" fmla="*/ 85699 h 152374"/>
                <a:gd name="connsiteX4" fmla="*/ 38100 w 171450"/>
                <a:gd name="connsiteY4" fmla="*/ 95224 h 152374"/>
                <a:gd name="connsiteX5" fmla="*/ 47625 w 171450"/>
                <a:gd name="connsiteY5" fmla="*/ 104749 h 152374"/>
                <a:gd name="connsiteX6" fmla="*/ 96503 w 171450"/>
                <a:gd name="connsiteY6" fmla="*/ 104749 h 152374"/>
                <a:gd name="connsiteX7" fmla="*/ 87324 w 171450"/>
                <a:gd name="connsiteY7" fmla="*/ 118515 h 152374"/>
                <a:gd name="connsiteX8" fmla="*/ 89966 w 171450"/>
                <a:gd name="connsiteY8" fmla="*/ 131724 h 152374"/>
                <a:gd name="connsiteX9" fmla="*/ 103176 w 171450"/>
                <a:gd name="connsiteY9" fmla="*/ 129083 h 152374"/>
                <a:gd name="connsiteX10" fmla="*/ 122226 w 171450"/>
                <a:gd name="connsiteY10" fmla="*/ 100508 h 152374"/>
                <a:gd name="connsiteX11" fmla="*/ 122226 w 171450"/>
                <a:gd name="connsiteY11" fmla="*/ 89940 h 152374"/>
                <a:gd name="connsiteX12" fmla="*/ 103176 w 171450"/>
                <a:gd name="connsiteY12" fmla="*/ 61365 h 152374"/>
                <a:gd name="connsiteX13" fmla="*/ 89966 w 171450"/>
                <a:gd name="connsiteY13" fmla="*/ 58723 h 152374"/>
                <a:gd name="connsiteX14" fmla="*/ 85725 w 171450"/>
                <a:gd name="connsiteY14" fmla="*/ 38074 h 152374"/>
                <a:gd name="connsiteX15" fmla="*/ 138806 w 171450"/>
                <a:gd name="connsiteY15" fmla="*/ 39364 h 152374"/>
                <a:gd name="connsiteX16" fmla="*/ 152400 w 171450"/>
                <a:gd name="connsiteY16" fmla="*/ 40220 h 152374"/>
                <a:gd name="connsiteX17" fmla="*/ 171062 w 171450"/>
                <a:gd name="connsiteY17" fmla="*/ 57125 h 152374"/>
                <a:gd name="connsiteX18" fmla="*/ 171450 w 171450"/>
                <a:gd name="connsiteY18" fmla="*/ 95224 h 152374"/>
                <a:gd name="connsiteX19" fmla="*/ 171449 w 171450"/>
                <a:gd name="connsiteY19" fmla="*/ 95539 h 152374"/>
                <a:gd name="connsiteX20" fmla="*/ 171450 w 171450"/>
                <a:gd name="connsiteY20" fmla="*/ 99987 h 152374"/>
                <a:gd name="connsiteX21" fmla="*/ 85725 w 171450"/>
                <a:gd name="connsiteY21" fmla="*/ 152374 h 152374"/>
                <a:gd name="connsiteX22" fmla="*/ 0 w 171450"/>
                <a:gd name="connsiteY22" fmla="*/ 99987 h 152374"/>
                <a:gd name="connsiteX23" fmla="*/ 1 w 171450"/>
                <a:gd name="connsiteY23" fmla="*/ 95539 h 152374"/>
                <a:gd name="connsiteX24" fmla="*/ 0 w 171450"/>
                <a:gd name="connsiteY24" fmla="*/ 95224 h 152374"/>
                <a:gd name="connsiteX25" fmla="*/ 387 w 171450"/>
                <a:gd name="connsiteY25" fmla="*/ 57125 h 152374"/>
                <a:gd name="connsiteX26" fmla="*/ 19050 w 171450"/>
                <a:gd name="connsiteY26" fmla="*/ 40220 h 152374"/>
                <a:gd name="connsiteX27" fmla="*/ 32644 w 171450"/>
                <a:gd name="connsiteY27" fmla="*/ 39364 h 152374"/>
                <a:gd name="connsiteX28" fmla="*/ 85725 w 171450"/>
                <a:gd name="connsiteY28" fmla="*/ 38074 h 152374"/>
                <a:gd name="connsiteX29" fmla="*/ 109714 w 171450"/>
                <a:gd name="connsiteY29" fmla="*/ 15 h 152374"/>
                <a:gd name="connsiteX30" fmla="*/ 153452 w 171450"/>
                <a:gd name="connsiteY30" fmla="*/ 13917 h 152374"/>
                <a:gd name="connsiteX31" fmla="*/ 157162 w 171450"/>
                <a:gd name="connsiteY31" fmla="*/ 19023 h 152374"/>
                <a:gd name="connsiteX32" fmla="*/ 152400 w 171450"/>
                <a:gd name="connsiteY32" fmla="*/ 30669 h 152374"/>
                <a:gd name="connsiteX33" fmla="*/ 109718 w 171450"/>
                <a:gd name="connsiteY33" fmla="*/ 28699 h 152374"/>
                <a:gd name="connsiteX34" fmla="*/ 109537 w 171450"/>
                <a:gd name="connsiteY34" fmla="*/ 28696 h 152374"/>
                <a:gd name="connsiteX35" fmla="*/ 95430 w 171450"/>
                <a:gd name="connsiteY35" fmla="*/ 14269 h 152374"/>
                <a:gd name="connsiteX36" fmla="*/ 109714 w 171450"/>
                <a:gd name="connsiteY36" fmla="*/ 15 h 152374"/>
                <a:gd name="connsiteX37" fmla="*/ 61912 w 171450"/>
                <a:gd name="connsiteY37" fmla="*/ 12 h 152374"/>
                <a:gd name="connsiteX38" fmla="*/ 76199 w 171450"/>
                <a:gd name="connsiteY38" fmla="*/ 14266 h 152374"/>
                <a:gd name="connsiteX39" fmla="*/ 62092 w 171450"/>
                <a:gd name="connsiteY39" fmla="*/ 28693 h 152374"/>
                <a:gd name="connsiteX40" fmla="*/ 61912 w 171450"/>
                <a:gd name="connsiteY40" fmla="*/ 28696 h 152374"/>
                <a:gd name="connsiteX41" fmla="*/ 19049 w 171450"/>
                <a:gd name="connsiteY41" fmla="*/ 30669 h 152374"/>
                <a:gd name="connsiteX42" fmla="*/ 14287 w 171450"/>
                <a:gd name="connsiteY42" fmla="*/ 19023 h 152374"/>
                <a:gd name="connsiteX43" fmla="*/ 17899 w 171450"/>
                <a:gd name="connsiteY43" fmla="*/ 14062 h 152374"/>
                <a:gd name="connsiteX44" fmla="*/ 61912 w 171450"/>
                <a:gd name="connsiteY44" fmla="*/ 12 h 15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52374">
                  <a:moveTo>
                    <a:pt x="89966" y="58723"/>
                  </a:moveTo>
                  <a:cubicBezTo>
                    <a:pt x="85590" y="61642"/>
                    <a:pt x="84407" y="67556"/>
                    <a:pt x="87324" y="71933"/>
                  </a:cubicBezTo>
                  <a:lnTo>
                    <a:pt x="96503" y="85699"/>
                  </a:lnTo>
                  <a:lnTo>
                    <a:pt x="47625" y="85699"/>
                  </a:lnTo>
                  <a:cubicBezTo>
                    <a:pt x="42365" y="85699"/>
                    <a:pt x="38100" y="89963"/>
                    <a:pt x="38100" y="95224"/>
                  </a:cubicBezTo>
                  <a:cubicBezTo>
                    <a:pt x="38100" y="100485"/>
                    <a:pt x="42365" y="104749"/>
                    <a:pt x="47625" y="104749"/>
                  </a:cubicBezTo>
                  <a:lnTo>
                    <a:pt x="96503" y="104749"/>
                  </a:lnTo>
                  <a:lnTo>
                    <a:pt x="87324" y="118515"/>
                  </a:lnTo>
                  <a:cubicBezTo>
                    <a:pt x="84407" y="122892"/>
                    <a:pt x="85590" y="128806"/>
                    <a:pt x="89966" y="131724"/>
                  </a:cubicBezTo>
                  <a:cubicBezTo>
                    <a:pt x="94343" y="134642"/>
                    <a:pt x="100257" y="133459"/>
                    <a:pt x="103176" y="129083"/>
                  </a:cubicBezTo>
                  <a:lnTo>
                    <a:pt x="122226" y="100508"/>
                  </a:lnTo>
                  <a:cubicBezTo>
                    <a:pt x="124358" y="97308"/>
                    <a:pt x="124358" y="93140"/>
                    <a:pt x="122226" y="89940"/>
                  </a:cubicBezTo>
                  <a:lnTo>
                    <a:pt x="103176" y="61365"/>
                  </a:lnTo>
                  <a:cubicBezTo>
                    <a:pt x="100257" y="56988"/>
                    <a:pt x="94343" y="55806"/>
                    <a:pt x="89966" y="58723"/>
                  </a:cubicBezTo>
                  <a:close/>
                  <a:moveTo>
                    <a:pt x="85725" y="38074"/>
                  </a:moveTo>
                  <a:cubicBezTo>
                    <a:pt x="109315" y="38074"/>
                    <a:pt x="126413" y="38074"/>
                    <a:pt x="138806" y="39364"/>
                  </a:cubicBezTo>
                  <a:cubicBezTo>
                    <a:pt x="143652" y="39622"/>
                    <a:pt x="148179" y="39911"/>
                    <a:pt x="152400" y="40220"/>
                  </a:cubicBezTo>
                  <a:cubicBezTo>
                    <a:pt x="167908" y="41355"/>
                    <a:pt x="171450" y="42837"/>
                    <a:pt x="171062" y="57125"/>
                  </a:cubicBezTo>
                  <a:cubicBezTo>
                    <a:pt x="171450" y="66044"/>
                    <a:pt x="171450" y="78055"/>
                    <a:pt x="171450" y="95224"/>
                  </a:cubicBezTo>
                  <a:lnTo>
                    <a:pt x="171449" y="95539"/>
                  </a:lnTo>
                  <a:lnTo>
                    <a:pt x="171450" y="99987"/>
                  </a:lnTo>
                  <a:cubicBezTo>
                    <a:pt x="171450" y="141446"/>
                    <a:pt x="171450" y="152374"/>
                    <a:pt x="85725" y="152374"/>
                  </a:cubicBezTo>
                  <a:cubicBezTo>
                    <a:pt x="0" y="152374"/>
                    <a:pt x="0" y="141446"/>
                    <a:pt x="0" y="99987"/>
                  </a:cubicBezTo>
                  <a:lnTo>
                    <a:pt x="1" y="95539"/>
                  </a:lnTo>
                  <a:lnTo>
                    <a:pt x="0" y="95224"/>
                  </a:lnTo>
                  <a:cubicBezTo>
                    <a:pt x="0" y="78055"/>
                    <a:pt x="0" y="66044"/>
                    <a:pt x="387" y="57125"/>
                  </a:cubicBezTo>
                  <a:cubicBezTo>
                    <a:pt x="387" y="42837"/>
                    <a:pt x="3542" y="41355"/>
                    <a:pt x="19050" y="40220"/>
                  </a:cubicBezTo>
                  <a:cubicBezTo>
                    <a:pt x="23272" y="39911"/>
                    <a:pt x="27798" y="39622"/>
                    <a:pt x="32644" y="39364"/>
                  </a:cubicBezTo>
                  <a:cubicBezTo>
                    <a:pt x="45037" y="38074"/>
                    <a:pt x="62135" y="38074"/>
                    <a:pt x="85725" y="38074"/>
                  </a:cubicBezTo>
                  <a:close/>
                  <a:moveTo>
                    <a:pt x="109714" y="15"/>
                  </a:moveTo>
                  <a:cubicBezTo>
                    <a:pt x="143711" y="250"/>
                    <a:pt x="144906" y="1927"/>
                    <a:pt x="153452" y="13917"/>
                  </a:cubicBezTo>
                  <a:cubicBezTo>
                    <a:pt x="154542" y="15445"/>
                    <a:pt x="155751" y="17141"/>
                    <a:pt x="157162" y="19023"/>
                  </a:cubicBezTo>
                  <a:cubicBezTo>
                    <a:pt x="164417" y="28696"/>
                    <a:pt x="161925" y="31356"/>
                    <a:pt x="152400" y="30669"/>
                  </a:cubicBezTo>
                  <a:cubicBezTo>
                    <a:pt x="139407" y="29732"/>
                    <a:pt x="128610" y="29000"/>
                    <a:pt x="109718" y="28699"/>
                  </a:cubicBezTo>
                  <a:lnTo>
                    <a:pt x="109537" y="28696"/>
                  </a:lnTo>
                  <a:cubicBezTo>
                    <a:pt x="95517" y="28473"/>
                    <a:pt x="95430" y="28472"/>
                    <a:pt x="95430" y="14269"/>
                  </a:cubicBezTo>
                  <a:cubicBezTo>
                    <a:pt x="95430" y="116"/>
                    <a:pt x="95521" y="-84"/>
                    <a:pt x="109714" y="15"/>
                  </a:cubicBezTo>
                  <a:close/>
                  <a:moveTo>
                    <a:pt x="61912" y="12"/>
                  </a:moveTo>
                  <a:cubicBezTo>
                    <a:pt x="76106" y="-87"/>
                    <a:pt x="76199" y="111"/>
                    <a:pt x="76199" y="14266"/>
                  </a:cubicBezTo>
                  <a:cubicBezTo>
                    <a:pt x="76199" y="28469"/>
                    <a:pt x="76112" y="28470"/>
                    <a:pt x="62092" y="28693"/>
                  </a:cubicBezTo>
                  <a:lnTo>
                    <a:pt x="61912" y="28696"/>
                  </a:lnTo>
                  <a:cubicBezTo>
                    <a:pt x="43019" y="28997"/>
                    <a:pt x="32042" y="29732"/>
                    <a:pt x="19049" y="30669"/>
                  </a:cubicBezTo>
                  <a:cubicBezTo>
                    <a:pt x="9524" y="31356"/>
                    <a:pt x="7032" y="28696"/>
                    <a:pt x="14287" y="19023"/>
                  </a:cubicBezTo>
                  <a:cubicBezTo>
                    <a:pt x="15654" y="17201"/>
                    <a:pt x="16833" y="15552"/>
                    <a:pt x="17899" y="14062"/>
                  </a:cubicBezTo>
                  <a:cubicBezTo>
                    <a:pt x="26571" y="1939"/>
                    <a:pt x="27781" y="248"/>
                    <a:pt x="61912" y="12"/>
                  </a:cubicBezTo>
                  <a:close/>
                </a:path>
              </a:pathLst>
            </a:custGeom>
            <a:solidFill>
              <a:schemeClr val="bg2"/>
            </a:solidFill>
            <a:ln w="9525" cap="flat">
              <a:noFill/>
              <a:prstDash val="solid"/>
              <a:miter/>
            </a:ln>
          </p:spPr>
          <p:txBody>
            <a:bodyPr rtlCol="0" anchor="ctr"/>
            <a:lstStyle/>
            <a:p>
              <a:endParaRPr lang="ru-RU"/>
            </a:p>
          </p:txBody>
        </p:sp>
      </p:grpSp>
      <p:grpSp>
        <p:nvGrpSpPr>
          <p:cNvPr id="43" name="Группа 42">
            <a:extLst>
              <a:ext uri="{FF2B5EF4-FFF2-40B4-BE49-F238E27FC236}">
                <a16:creationId xmlns:a16="http://schemas.microsoft.com/office/drawing/2014/main" id="{CD8E4BC2-29E3-F1CE-ED5B-4A74A4343513}"/>
              </a:ext>
            </a:extLst>
          </p:cNvPr>
          <p:cNvGrpSpPr/>
          <p:nvPr/>
        </p:nvGrpSpPr>
        <p:grpSpPr>
          <a:xfrm>
            <a:off x="639762" y="2051698"/>
            <a:ext cx="928687" cy="252000"/>
            <a:chOff x="639762" y="2243320"/>
            <a:chExt cx="928687" cy="252000"/>
          </a:xfrm>
        </p:grpSpPr>
        <p:sp>
          <p:nvSpPr>
            <p:cNvPr id="244" name="Прямоугольник: скругленные углы 243">
              <a:extLst>
                <a:ext uri="{FF2B5EF4-FFF2-40B4-BE49-F238E27FC236}">
                  <a16:creationId xmlns:a16="http://schemas.microsoft.com/office/drawing/2014/main" id="{2103097D-5272-5487-A270-7C0E663702E8}"/>
                </a:ext>
              </a:extLst>
            </p:cNvPr>
            <p:cNvSpPr/>
            <p:nvPr/>
          </p:nvSpPr>
          <p:spPr>
            <a:xfrm>
              <a:off x="639762" y="2243320"/>
              <a:ext cx="928687"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ПЛАН</a:t>
              </a:r>
            </a:p>
          </p:txBody>
        </p:sp>
        <p:sp>
          <p:nvSpPr>
            <p:cNvPr id="42" name="Полилиния: фигура 41">
              <a:extLst>
                <a:ext uri="{FF2B5EF4-FFF2-40B4-BE49-F238E27FC236}">
                  <a16:creationId xmlns:a16="http://schemas.microsoft.com/office/drawing/2014/main" id="{8D096145-8479-0CF4-ADD5-48DD9120ADBA}"/>
                </a:ext>
              </a:extLst>
            </p:cNvPr>
            <p:cNvSpPr/>
            <p:nvPr/>
          </p:nvSpPr>
          <p:spPr>
            <a:xfrm>
              <a:off x="733281" y="2296824"/>
              <a:ext cx="152815" cy="135812"/>
            </a:xfrm>
            <a:custGeom>
              <a:avLst/>
              <a:gdLst>
                <a:gd name="connsiteX0" fmla="*/ 89966 w 171450"/>
                <a:gd name="connsiteY0" fmla="*/ 58723 h 152374"/>
                <a:gd name="connsiteX1" fmla="*/ 87324 w 171450"/>
                <a:gd name="connsiteY1" fmla="*/ 71933 h 152374"/>
                <a:gd name="connsiteX2" fmla="*/ 96503 w 171450"/>
                <a:gd name="connsiteY2" fmla="*/ 85699 h 152374"/>
                <a:gd name="connsiteX3" fmla="*/ 47625 w 171450"/>
                <a:gd name="connsiteY3" fmla="*/ 85699 h 152374"/>
                <a:gd name="connsiteX4" fmla="*/ 38100 w 171450"/>
                <a:gd name="connsiteY4" fmla="*/ 95224 h 152374"/>
                <a:gd name="connsiteX5" fmla="*/ 47625 w 171450"/>
                <a:gd name="connsiteY5" fmla="*/ 104749 h 152374"/>
                <a:gd name="connsiteX6" fmla="*/ 96503 w 171450"/>
                <a:gd name="connsiteY6" fmla="*/ 104749 h 152374"/>
                <a:gd name="connsiteX7" fmla="*/ 87324 w 171450"/>
                <a:gd name="connsiteY7" fmla="*/ 118515 h 152374"/>
                <a:gd name="connsiteX8" fmla="*/ 89966 w 171450"/>
                <a:gd name="connsiteY8" fmla="*/ 131724 h 152374"/>
                <a:gd name="connsiteX9" fmla="*/ 103176 w 171450"/>
                <a:gd name="connsiteY9" fmla="*/ 129083 h 152374"/>
                <a:gd name="connsiteX10" fmla="*/ 122226 w 171450"/>
                <a:gd name="connsiteY10" fmla="*/ 100508 h 152374"/>
                <a:gd name="connsiteX11" fmla="*/ 122226 w 171450"/>
                <a:gd name="connsiteY11" fmla="*/ 89940 h 152374"/>
                <a:gd name="connsiteX12" fmla="*/ 103176 w 171450"/>
                <a:gd name="connsiteY12" fmla="*/ 61365 h 152374"/>
                <a:gd name="connsiteX13" fmla="*/ 89966 w 171450"/>
                <a:gd name="connsiteY13" fmla="*/ 58723 h 152374"/>
                <a:gd name="connsiteX14" fmla="*/ 85725 w 171450"/>
                <a:gd name="connsiteY14" fmla="*/ 38074 h 152374"/>
                <a:gd name="connsiteX15" fmla="*/ 138806 w 171450"/>
                <a:gd name="connsiteY15" fmla="*/ 39364 h 152374"/>
                <a:gd name="connsiteX16" fmla="*/ 152400 w 171450"/>
                <a:gd name="connsiteY16" fmla="*/ 40220 h 152374"/>
                <a:gd name="connsiteX17" fmla="*/ 171062 w 171450"/>
                <a:gd name="connsiteY17" fmla="*/ 57125 h 152374"/>
                <a:gd name="connsiteX18" fmla="*/ 171450 w 171450"/>
                <a:gd name="connsiteY18" fmla="*/ 95224 h 152374"/>
                <a:gd name="connsiteX19" fmla="*/ 171449 w 171450"/>
                <a:gd name="connsiteY19" fmla="*/ 95539 h 152374"/>
                <a:gd name="connsiteX20" fmla="*/ 171450 w 171450"/>
                <a:gd name="connsiteY20" fmla="*/ 99987 h 152374"/>
                <a:gd name="connsiteX21" fmla="*/ 85725 w 171450"/>
                <a:gd name="connsiteY21" fmla="*/ 152374 h 152374"/>
                <a:gd name="connsiteX22" fmla="*/ 0 w 171450"/>
                <a:gd name="connsiteY22" fmla="*/ 99987 h 152374"/>
                <a:gd name="connsiteX23" fmla="*/ 1 w 171450"/>
                <a:gd name="connsiteY23" fmla="*/ 95539 h 152374"/>
                <a:gd name="connsiteX24" fmla="*/ 0 w 171450"/>
                <a:gd name="connsiteY24" fmla="*/ 95224 h 152374"/>
                <a:gd name="connsiteX25" fmla="*/ 387 w 171450"/>
                <a:gd name="connsiteY25" fmla="*/ 57125 h 152374"/>
                <a:gd name="connsiteX26" fmla="*/ 19050 w 171450"/>
                <a:gd name="connsiteY26" fmla="*/ 40220 h 152374"/>
                <a:gd name="connsiteX27" fmla="*/ 32644 w 171450"/>
                <a:gd name="connsiteY27" fmla="*/ 39364 h 152374"/>
                <a:gd name="connsiteX28" fmla="*/ 85725 w 171450"/>
                <a:gd name="connsiteY28" fmla="*/ 38074 h 152374"/>
                <a:gd name="connsiteX29" fmla="*/ 109714 w 171450"/>
                <a:gd name="connsiteY29" fmla="*/ 15 h 152374"/>
                <a:gd name="connsiteX30" fmla="*/ 153452 w 171450"/>
                <a:gd name="connsiteY30" fmla="*/ 13917 h 152374"/>
                <a:gd name="connsiteX31" fmla="*/ 157162 w 171450"/>
                <a:gd name="connsiteY31" fmla="*/ 19023 h 152374"/>
                <a:gd name="connsiteX32" fmla="*/ 152400 w 171450"/>
                <a:gd name="connsiteY32" fmla="*/ 30669 h 152374"/>
                <a:gd name="connsiteX33" fmla="*/ 109718 w 171450"/>
                <a:gd name="connsiteY33" fmla="*/ 28699 h 152374"/>
                <a:gd name="connsiteX34" fmla="*/ 109537 w 171450"/>
                <a:gd name="connsiteY34" fmla="*/ 28696 h 152374"/>
                <a:gd name="connsiteX35" fmla="*/ 95430 w 171450"/>
                <a:gd name="connsiteY35" fmla="*/ 14269 h 152374"/>
                <a:gd name="connsiteX36" fmla="*/ 109714 w 171450"/>
                <a:gd name="connsiteY36" fmla="*/ 15 h 152374"/>
                <a:gd name="connsiteX37" fmla="*/ 61912 w 171450"/>
                <a:gd name="connsiteY37" fmla="*/ 12 h 152374"/>
                <a:gd name="connsiteX38" fmla="*/ 76199 w 171450"/>
                <a:gd name="connsiteY38" fmla="*/ 14266 h 152374"/>
                <a:gd name="connsiteX39" fmla="*/ 62092 w 171450"/>
                <a:gd name="connsiteY39" fmla="*/ 28693 h 152374"/>
                <a:gd name="connsiteX40" fmla="*/ 61912 w 171450"/>
                <a:gd name="connsiteY40" fmla="*/ 28696 h 152374"/>
                <a:gd name="connsiteX41" fmla="*/ 19049 w 171450"/>
                <a:gd name="connsiteY41" fmla="*/ 30669 h 152374"/>
                <a:gd name="connsiteX42" fmla="*/ 14287 w 171450"/>
                <a:gd name="connsiteY42" fmla="*/ 19023 h 152374"/>
                <a:gd name="connsiteX43" fmla="*/ 17899 w 171450"/>
                <a:gd name="connsiteY43" fmla="*/ 14062 h 152374"/>
                <a:gd name="connsiteX44" fmla="*/ 61912 w 171450"/>
                <a:gd name="connsiteY44" fmla="*/ 12 h 15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52374">
                  <a:moveTo>
                    <a:pt x="89966" y="58723"/>
                  </a:moveTo>
                  <a:cubicBezTo>
                    <a:pt x="85590" y="61642"/>
                    <a:pt x="84407" y="67556"/>
                    <a:pt x="87324" y="71933"/>
                  </a:cubicBezTo>
                  <a:lnTo>
                    <a:pt x="96503" y="85699"/>
                  </a:lnTo>
                  <a:lnTo>
                    <a:pt x="47625" y="85699"/>
                  </a:lnTo>
                  <a:cubicBezTo>
                    <a:pt x="42365" y="85699"/>
                    <a:pt x="38100" y="89963"/>
                    <a:pt x="38100" y="95224"/>
                  </a:cubicBezTo>
                  <a:cubicBezTo>
                    <a:pt x="38100" y="100485"/>
                    <a:pt x="42365" y="104749"/>
                    <a:pt x="47625" y="104749"/>
                  </a:cubicBezTo>
                  <a:lnTo>
                    <a:pt x="96503" y="104749"/>
                  </a:lnTo>
                  <a:lnTo>
                    <a:pt x="87324" y="118515"/>
                  </a:lnTo>
                  <a:cubicBezTo>
                    <a:pt x="84407" y="122892"/>
                    <a:pt x="85590" y="128806"/>
                    <a:pt x="89966" y="131724"/>
                  </a:cubicBezTo>
                  <a:cubicBezTo>
                    <a:pt x="94343" y="134642"/>
                    <a:pt x="100257" y="133459"/>
                    <a:pt x="103176" y="129083"/>
                  </a:cubicBezTo>
                  <a:lnTo>
                    <a:pt x="122226" y="100508"/>
                  </a:lnTo>
                  <a:cubicBezTo>
                    <a:pt x="124358" y="97308"/>
                    <a:pt x="124358" y="93140"/>
                    <a:pt x="122226" y="89940"/>
                  </a:cubicBezTo>
                  <a:lnTo>
                    <a:pt x="103176" y="61365"/>
                  </a:lnTo>
                  <a:cubicBezTo>
                    <a:pt x="100257" y="56988"/>
                    <a:pt x="94343" y="55806"/>
                    <a:pt x="89966" y="58723"/>
                  </a:cubicBezTo>
                  <a:close/>
                  <a:moveTo>
                    <a:pt x="85725" y="38074"/>
                  </a:moveTo>
                  <a:cubicBezTo>
                    <a:pt x="109315" y="38074"/>
                    <a:pt x="126413" y="38074"/>
                    <a:pt x="138806" y="39364"/>
                  </a:cubicBezTo>
                  <a:cubicBezTo>
                    <a:pt x="143652" y="39622"/>
                    <a:pt x="148179" y="39911"/>
                    <a:pt x="152400" y="40220"/>
                  </a:cubicBezTo>
                  <a:cubicBezTo>
                    <a:pt x="167908" y="41355"/>
                    <a:pt x="171450" y="42837"/>
                    <a:pt x="171062" y="57125"/>
                  </a:cubicBezTo>
                  <a:cubicBezTo>
                    <a:pt x="171450" y="66044"/>
                    <a:pt x="171450" y="78055"/>
                    <a:pt x="171450" y="95224"/>
                  </a:cubicBezTo>
                  <a:lnTo>
                    <a:pt x="171449" y="95539"/>
                  </a:lnTo>
                  <a:lnTo>
                    <a:pt x="171450" y="99987"/>
                  </a:lnTo>
                  <a:cubicBezTo>
                    <a:pt x="171450" y="141446"/>
                    <a:pt x="171450" y="152374"/>
                    <a:pt x="85725" y="152374"/>
                  </a:cubicBezTo>
                  <a:cubicBezTo>
                    <a:pt x="0" y="152374"/>
                    <a:pt x="0" y="141446"/>
                    <a:pt x="0" y="99987"/>
                  </a:cubicBezTo>
                  <a:lnTo>
                    <a:pt x="1" y="95539"/>
                  </a:lnTo>
                  <a:lnTo>
                    <a:pt x="0" y="95224"/>
                  </a:lnTo>
                  <a:cubicBezTo>
                    <a:pt x="0" y="78055"/>
                    <a:pt x="0" y="66044"/>
                    <a:pt x="387" y="57125"/>
                  </a:cubicBezTo>
                  <a:cubicBezTo>
                    <a:pt x="387" y="42837"/>
                    <a:pt x="3542" y="41355"/>
                    <a:pt x="19050" y="40220"/>
                  </a:cubicBezTo>
                  <a:cubicBezTo>
                    <a:pt x="23272" y="39911"/>
                    <a:pt x="27798" y="39622"/>
                    <a:pt x="32644" y="39364"/>
                  </a:cubicBezTo>
                  <a:cubicBezTo>
                    <a:pt x="45037" y="38074"/>
                    <a:pt x="62135" y="38074"/>
                    <a:pt x="85725" y="38074"/>
                  </a:cubicBezTo>
                  <a:close/>
                  <a:moveTo>
                    <a:pt x="109714" y="15"/>
                  </a:moveTo>
                  <a:cubicBezTo>
                    <a:pt x="143711" y="250"/>
                    <a:pt x="144906" y="1927"/>
                    <a:pt x="153452" y="13917"/>
                  </a:cubicBezTo>
                  <a:cubicBezTo>
                    <a:pt x="154542" y="15445"/>
                    <a:pt x="155751" y="17141"/>
                    <a:pt x="157162" y="19023"/>
                  </a:cubicBezTo>
                  <a:cubicBezTo>
                    <a:pt x="164417" y="28696"/>
                    <a:pt x="161925" y="31356"/>
                    <a:pt x="152400" y="30669"/>
                  </a:cubicBezTo>
                  <a:cubicBezTo>
                    <a:pt x="139407" y="29732"/>
                    <a:pt x="128610" y="29000"/>
                    <a:pt x="109718" y="28699"/>
                  </a:cubicBezTo>
                  <a:lnTo>
                    <a:pt x="109537" y="28696"/>
                  </a:lnTo>
                  <a:cubicBezTo>
                    <a:pt x="95517" y="28473"/>
                    <a:pt x="95430" y="28472"/>
                    <a:pt x="95430" y="14269"/>
                  </a:cubicBezTo>
                  <a:cubicBezTo>
                    <a:pt x="95430" y="116"/>
                    <a:pt x="95521" y="-84"/>
                    <a:pt x="109714" y="15"/>
                  </a:cubicBezTo>
                  <a:close/>
                  <a:moveTo>
                    <a:pt x="61912" y="12"/>
                  </a:moveTo>
                  <a:cubicBezTo>
                    <a:pt x="76106" y="-87"/>
                    <a:pt x="76199" y="111"/>
                    <a:pt x="76199" y="14266"/>
                  </a:cubicBezTo>
                  <a:cubicBezTo>
                    <a:pt x="76199" y="28469"/>
                    <a:pt x="76112" y="28470"/>
                    <a:pt x="62092" y="28693"/>
                  </a:cubicBezTo>
                  <a:lnTo>
                    <a:pt x="61912" y="28696"/>
                  </a:lnTo>
                  <a:cubicBezTo>
                    <a:pt x="43019" y="28997"/>
                    <a:pt x="32042" y="29732"/>
                    <a:pt x="19049" y="30669"/>
                  </a:cubicBezTo>
                  <a:cubicBezTo>
                    <a:pt x="9524" y="31356"/>
                    <a:pt x="7032" y="28696"/>
                    <a:pt x="14287" y="19023"/>
                  </a:cubicBezTo>
                  <a:cubicBezTo>
                    <a:pt x="15654" y="17201"/>
                    <a:pt x="16833" y="15552"/>
                    <a:pt x="17899" y="14062"/>
                  </a:cubicBezTo>
                  <a:cubicBezTo>
                    <a:pt x="26571" y="1939"/>
                    <a:pt x="27781" y="248"/>
                    <a:pt x="61912" y="12"/>
                  </a:cubicBezTo>
                  <a:close/>
                </a:path>
              </a:pathLst>
            </a:custGeom>
            <a:solidFill>
              <a:schemeClr val="bg2"/>
            </a:solidFill>
            <a:ln w="9525" cap="flat">
              <a:noFill/>
              <a:prstDash val="solid"/>
              <a:miter/>
            </a:ln>
          </p:spPr>
          <p:txBody>
            <a:bodyPr rtlCol="0" anchor="ctr"/>
            <a:lstStyle/>
            <a:p>
              <a:endParaRPr lang="ru-RU"/>
            </a:p>
          </p:txBody>
        </p:sp>
      </p:grpSp>
      <p:sp>
        <p:nvSpPr>
          <p:cNvPr id="249" name="Прямоугольник: скругленные углы 248">
            <a:extLst>
              <a:ext uri="{FF2B5EF4-FFF2-40B4-BE49-F238E27FC236}">
                <a16:creationId xmlns:a16="http://schemas.microsoft.com/office/drawing/2014/main" id="{4E47AEF0-4BB9-B32B-F709-DCACA2BB5DFB}"/>
              </a:ext>
            </a:extLst>
          </p:cNvPr>
          <p:cNvSpPr/>
          <p:nvPr/>
        </p:nvSpPr>
        <p:spPr>
          <a:xfrm>
            <a:off x="2880920" y="2377566"/>
            <a:ext cx="642937" cy="216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ФАКТ</a:t>
            </a:r>
          </a:p>
        </p:txBody>
      </p:sp>
      <p:grpSp>
        <p:nvGrpSpPr>
          <p:cNvPr id="76" name="Группа 75">
            <a:extLst>
              <a:ext uri="{FF2B5EF4-FFF2-40B4-BE49-F238E27FC236}">
                <a16:creationId xmlns:a16="http://schemas.microsoft.com/office/drawing/2014/main" id="{A8EA9DC9-6508-DD39-C872-450175457A17}"/>
              </a:ext>
            </a:extLst>
          </p:cNvPr>
          <p:cNvGrpSpPr/>
          <p:nvPr/>
        </p:nvGrpSpPr>
        <p:grpSpPr>
          <a:xfrm>
            <a:off x="2880920" y="1653829"/>
            <a:ext cx="1182284" cy="324000"/>
            <a:chOff x="2900766" y="1845451"/>
            <a:chExt cx="1182284" cy="324000"/>
          </a:xfrm>
        </p:grpSpPr>
        <p:sp>
          <p:nvSpPr>
            <p:cNvPr id="254" name="Прямоугольник: скругленные углы 253">
              <a:extLst>
                <a:ext uri="{FF2B5EF4-FFF2-40B4-BE49-F238E27FC236}">
                  <a16:creationId xmlns:a16="http://schemas.microsoft.com/office/drawing/2014/main" id="{BB3ECAF6-4B5A-FF7F-28C4-80C5E58382F5}"/>
                </a:ext>
              </a:extLst>
            </p:cNvPr>
            <p:cNvSpPr/>
            <p:nvPr/>
          </p:nvSpPr>
          <p:spPr>
            <a:xfrm>
              <a:off x="2900766" y="1845451"/>
              <a:ext cx="1182284"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ФАКТ</a:t>
              </a:r>
            </a:p>
          </p:txBody>
        </p:sp>
        <p:sp>
          <p:nvSpPr>
            <p:cNvPr id="73" name="Полилиния: фигура 72">
              <a:extLst>
                <a:ext uri="{FF2B5EF4-FFF2-40B4-BE49-F238E27FC236}">
                  <a16:creationId xmlns:a16="http://schemas.microsoft.com/office/drawing/2014/main" id="{F5D52CF4-BB32-5CAC-911C-5FE22BCD1A2F}"/>
                </a:ext>
              </a:extLst>
            </p:cNvPr>
            <p:cNvSpPr/>
            <p:nvPr/>
          </p:nvSpPr>
          <p:spPr>
            <a:xfrm>
              <a:off x="2997137" y="1927940"/>
              <a:ext cx="186824" cy="166037"/>
            </a:xfrm>
            <a:custGeom>
              <a:avLst/>
              <a:gdLst>
                <a:gd name="connsiteX0" fmla="*/ 107565 w 171450"/>
                <a:gd name="connsiteY0" fmla="*/ 69439 h 152374"/>
                <a:gd name="connsiteX1" fmla="*/ 85725 w 171450"/>
                <a:gd name="connsiteY1" fmla="*/ 91279 h 152374"/>
                <a:gd name="connsiteX2" fmla="*/ 73410 w 171450"/>
                <a:gd name="connsiteY2" fmla="*/ 78964 h 152374"/>
                <a:gd name="connsiteX3" fmla="*/ 59940 w 171450"/>
                <a:gd name="connsiteY3" fmla="*/ 78964 h 152374"/>
                <a:gd name="connsiteX4" fmla="*/ 59940 w 171450"/>
                <a:gd name="connsiteY4" fmla="*/ 92434 h 152374"/>
                <a:gd name="connsiteX5" fmla="*/ 78990 w 171450"/>
                <a:gd name="connsiteY5" fmla="*/ 111484 h 152374"/>
                <a:gd name="connsiteX6" fmla="*/ 92460 w 171450"/>
                <a:gd name="connsiteY6" fmla="*/ 111484 h 152374"/>
                <a:gd name="connsiteX7" fmla="*/ 121035 w 171450"/>
                <a:gd name="connsiteY7" fmla="*/ 82909 h 152374"/>
                <a:gd name="connsiteX8" fmla="*/ 121035 w 171450"/>
                <a:gd name="connsiteY8" fmla="*/ 69439 h 152374"/>
                <a:gd name="connsiteX9" fmla="*/ 107565 w 171450"/>
                <a:gd name="connsiteY9" fmla="*/ 69439 h 152374"/>
                <a:gd name="connsiteX10" fmla="*/ 85725 w 171450"/>
                <a:gd name="connsiteY10" fmla="*/ 38074 h 152374"/>
                <a:gd name="connsiteX11" fmla="*/ 138806 w 171450"/>
                <a:gd name="connsiteY11" fmla="*/ 39364 h 152374"/>
                <a:gd name="connsiteX12" fmla="*/ 152400 w 171450"/>
                <a:gd name="connsiteY12" fmla="*/ 40220 h 152374"/>
                <a:gd name="connsiteX13" fmla="*/ 171062 w 171450"/>
                <a:gd name="connsiteY13" fmla="*/ 57125 h 152374"/>
                <a:gd name="connsiteX14" fmla="*/ 171450 w 171450"/>
                <a:gd name="connsiteY14" fmla="*/ 95224 h 152374"/>
                <a:gd name="connsiteX15" fmla="*/ 171449 w 171450"/>
                <a:gd name="connsiteY15" fmla="*/ 95539 h 152374"/>
                <a:gd name="connsiteX16" fmla="*/ 171450 w 171450"/>
                <a:gd name="connsiteY16" fmla="*/ 99987 h 152374"/>
                <a:gd name="connsiteX17" fmla="*/ 85725 w 171450"/>
                <a:gd name="connsiteY17" fmla="*/ 152374 h 152374"/>
                <a:gd name="connsiteX18" fmla="*/ 0 w 171450"/>
                <a:gd name="connsiteY18" fmla="*/ 99987 h 152374"/>
                <a:gd name="connsiteX19" fmla="*/ 1 w 171450"/>
                <a:gd name="connsiteY19" fmla="*/ 95539 h 152374"/>
                <a:gd name="connsiteX20" fmla="*/ 0 w 171450"/>
                <a:gd name="connsiteY20" fmla="*/ 95224 h 152374"/>
                <a:gd name="connsiteX21" fmla="*/ 387 w 171450"/>
                <a:gd name="connsiteY21" fmla="*/ 57125 h 152374"/>
                <a:gd name="connsiteX22" fmla="*/ 19050 w 171450"/>
                <a:gd name="connsiteY22" fmla="*/ 40220 h 152374"/>
                <a:gd name="connsiteX23" fmla="*/ 32644 w 171450"/>
                <a:gd name="connsiteY23" fmla="*/ 39364 h 152374"/>
                <a:gd name="connsiteX24" fmla="*/ 85725 w 171450"/>
                <a:gd name="connsiteY24" fmla="*/ 38074 h 152374"/>
                <a:gd name="connsiteX25" fmla="*/ 109714 w 171450"/>
                <a:gd name="connsiteY25" fmla="*/ 15 h 152374"/>
                <a:gd name="connsiteX26" fmla="*/ 153452 w 171450"/>
                <a:gd name="connsiteY26" fmla="*/ 13917 h 152374"/>
                <a:gd name="connsiteX27" fmla="*/ 157162 w 171450"/>
                <a:gd name="connsiteY27" fmla="*/ 19023 h 152374"/>
                <a:gd name="connsiteX28" fmla="*/ 152400 w 171450"/>
                <a:gd name="connsiteY28" fmla="*/ 30669 h 152374"/>
                <a:gd name="connsiteX29" fmla="*/ 109718 w 171450"/>
                <a:gd name="connsiteY29" fmla="*/ 28699 h 152374"/>
                <a:gd name="connsiteX30" fmla="*/ 109537 w 171450"/>
                <a:gd name="connsiteY30" fmla="*/ 28696 h 152374"/>
                <a:gd name="connsiteX31" fmla="*/ 95430 w 171450"/>
                <a:gd name="connsiteY31" fmla="*/ 14269 h 152374"/>
                <a:gd name="connsiteX32" fmla="*/ 109714 w 171450"/>
                <a:gd name="connsiteY32" fmla="*/ 15 h 152374"/>
                <a:gd name="connsiteX33" fmla="*/ 61912 w 171450"/>
                <a:gd name="connsiteY33" fmla="*/ 12 h 152374"/>
                <a:gd name="connsiteX34" fmla="*/ 76199 w 171450"/>
                <a:gd name="connsiteY34" fmla="*/ 14266 h 152374"/>
                <a:gd name="connsiteX35" fmla="*/ 62092 w 171450"/>
                <a:gd name="connsiteY35" fmla="*/ 28693 h 152374"/>
                <a:gd name="connsiteX36" fmla="*/ 61912 w 171450"/>
                <a:gd name="connsiteY36" fmla="*/ 28696 h 152374"/>
                <a:gd name="connsiteX37" fmla="*/ 19049 w 171450"/>
                <a:gd name="connsiteY37" fmla="*/ 30669 h 152374"/>
                <a:gd name="connsiteX38" fmla="*/ 14287 w 171450"/>
                <a:gd name="connsiteY38" fmla="*/ 19023 h 152374"/>
                <a:gd name="connsiteX39" fmla="*/ 17899 w 171450"/>
                <a:gd name="connsiteY39" fmla="*/ 14062 h 152374"/>
                <a:gd name="connsiteX40" fmla="*/ 61912 w 171450"/>
                <a:gd name="connsiteY40" fmla="*/ 12 h 15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1450" h="152374">
                  <a:moveTo>
                    <a:pt x="107565" y="69439"/>
                  </a:moveTo>
                  <a:lnTo>
                    <a:pt x="85725" y="91279"/>
                  </a:lnTo>
                  <a:lnTo>
                    <a:pt x="73410" y="78964"/>
                  </a:lnTo>
                  <a:cubicBezTo>
                    <a:pt x="69691" y="75244"/>
                    <a:pt x="63660" y="75244"/>
                    <a:pt x="59940" y="78964"/>
                  </a:cubicBezTo>
                  <a:cubicBezTo>
                    <a:pt x="56220" y="82683"/>
                    <a:pt x="56220" y="88715"/>
                    <a:pt x="59940" y="92434"/>
                  </a:cubicBezTo>
                  <a:lnTo>
                    <a:pt x="78990" y="111484"/>
                  </a:lnTo>
                  <a:cubicBezTo>
                    <a:pt x="82709" y="115204"/>
                    <a:pt x="88741" y="115204"/>
                    <a:pt x="92460" y="111484"/>
                  </a:cubicBezTo>
                  <a:lnTo>
                    <a:pt x="121035" y="82909"/>
                  </a:lnTo>
                  <a:cubicBezTo>
                    <a:pt x="124755" y="79190"/>
                    <a:pt x="124755" y="73158"/>
                    <a:pt x="121035" y="69439"/>
                  </a:cubicBezTo>
                  <a:cubicBezTo>
                    <a:pt x="117316" y="65719"/>
                    <a:pt x="111284" y="65719"/>
                    <a:pt x="107565" y="69439"/>
                  </a:cubicBezTo>
                  <a:close/>
                  <a:moveTo>
                    <a:pt x="85725" y="38074"/>
                  </a:moveTo>
                  <a:cubicBezTo>
                    <a:pt x="109315" y="38074"/>
                    <a:pt x="126413" y="38074"/>
                    <a:pt x="138806" y="39364"/>
                  </a:cubicBezTo>
                  <a:cubicBezTo>
                    <a:pt x="143652" y="39622"/>
                    <a:pt x="148179" y="39911"/>
                    <a:pt x="152400" y="40220"/>
                  </a:cubicBezTo>
                  <a:cubicBezTo>
                    <a:pt x="167908" y="41355"/>
                    <a:pt x="171450" y="42837"/>
                    <a:pt x="171062" y="57125"/>
                  </a:cubicBezTo>
                  <a:cubicBezTo>
                    <a:pt x="171450" y="66044"/>
                    <a:pt x="171450" y="78055"/>
                    <a:pt x="171450" y="95224"/>
                  </a:cubicBezTo>
                  <a:lnTo>
                    <a:pt x="171449" y="95539"/>
                  </a:lnTo>
                  <a:lnTo>
                    <a:pt x="171450" y="99987"/>
                  </a:lnTo>
                  <a:cubicBezTo>
                    <a:pt x="171450" y="141446"/>
                    <a:pt x="171450" y="152374"/>
                    <a:pt x="85725" y="152374"/>
                  </a:cubicBezTo>
                  <a:cubicBezTo>
                    <a:pt x="0" y="152374"/>
                    <a:pt x="0" y="141446"/>
                    <a:pt x="0" y="99987"/>
                  </a:cubicBezTo>
                  <a:lnTo>
                    <a:pt x="1" y="95539"/>
                  </a:lnTo>
                  <a:lnTo>
                    <a:pt x="0" y="95224"/>
                  </a:lnTo>
                  <a:cubicBezTo>
                    <a:pt x="0" y="78055"/>
                    <a:pt x="0" y="66044"/>
                    <a:pt x="387" y="57125"/>
                  </a:cubicBezTo>
                  <a:cubicBezTo>
                    <a:pt x="387" y="42837"/>
                    <a:pt x="3542" y="41355"/>
                    <a:pt x="19050" y="40220"/>
                  </a:cubicBezTo>
                  <a:cubicBezTo>
                    <a:pt x="23272" y="39911"/>
                    <a:pt x="27798" y="39622"/>
                    <a:pt x="32644" y="39364"/>
                  </a:cubicBezTo>
                  <a:cubicBezTo>
                    <a:pt x="45037" y="38074"/>
                    <a:pt x="62135" y="38074"/>
                    <a:pt x="85725" y="38074"/>
                  </a:cubicBezTo>
                  <a:close/>
                  <a:moveTo>
                    <a:pt x="109714" y="15"/>
                  </a:moveTo>
                  <a:cubicBezTo>
                    <a:pt x="143711" y="250"/>
                    <a:pt x="144906" y="1927"/>
                    <a:pt x="153452" y="13917"/>
                  </a:cubicBezTo>
                  <a:cubicBezTo>
                    <a:pt x="154542" y="15445"/>
                    <a:pt x="155751" y="17141"/>
                    <a:pt x="157162" y="19023"/>
                  </a:cubicBezTo>
                  <a:cubicBezTo>
                    <a:pt x="164417" y="28696"/>
                    <a:pt x="161925" y="31356"/>
                    <a:pt x="152400" y="30669"/>
                  </a:cubicBezTo>
                  <a:cubicBezTo>
                    <a:pt x="139407" y="29732"/>
                    <a:pt x="128610" y="29000"/>
                    <a:pt x="109718" y="28699"/>
                  </a:cubicBezTo>
                  <a:lnTo>
                    <a:pt x="109537" y="28696"/>
                  </a:lnTo>
                  <a:cubicBezTo>
                    <a:pt x="95517" y="28473"/>
                    <a:pt x="95430" y="28472"/>
                    <a:pt x="95430" y="14269"/>
                  </a:cubicBezTo>
                  <a:cubicBezTo>
                    <a:pt x="95430" y="116"/>
                    <a:pt x="95521" y="-84"/>
                    <a:pt x="109714" y="15"/>
                  </a:cubicBezTo>
                  <a:close/>
                  <a:moveTo>
                    <a:pt x="61912" y="12"/>
                  </a:moveTo>
                  <a:cubicBezTo>
                    <a:pt x="76106" y="-87"/>
                    <a:pt x="76199" y="111"/>
                    <a:pt x="76199" y="14266"/>
                  </a:cubicBezTo>
                  <a:cubicBezTo>
                    <a:pt x="76199" y="28469"/>
                    <a:pt x="76112" y="28470"/>
                    <a:pt x="62092" y="28693"/>
                  </a:cubicBezTo>
                  <a:lnTo>
                    <a:pt x="61912" y="28696"/>
                  </a:lnTo>
                  <a:cubicBezTo>
                    <a:pt x="43019" y="28997"/>
                    <a:pt x="32042" y="29732"/>
                    <a:pt x="19049" y="30669"/>
                  </a:cubicBezTo>
                  <a:cubicBezTo>
                    <a:pt x="9524" y="31356"/>
                    <a:pt x="7032" y="28696"/>
                    <a:pt x="14287" y="19023"/>
                  </a:cubicBezTo>
                  <a:cubicBezTo>
                    <a:pt x="15654" y="17201"/>
                    <a:pt x="16833" y="15552"/>
                    <a:pt x="17899" y="14062"/>
                  </a:cubicBezTo>
                  <a:cubicBezTo>
                    <a:pt x="26571" y="1939"/>
                    <a:pt x="27781" y="248"/>
                    <a:pt x="61912" y="12"/>
                  </a:cubicBezTo>
                  <a:close/>
                </a:path>
              </a:pathLst>
            </a:custGeom>
            <a:solidFill>
              <a:schemeClr val="bg1"/>
            </a:solidFill>
            <a:ln w="9525" cap="flat">
              <a:noFill/>
              <a:prstDash val="solid"/>
              <a:miter/>
            </a:ln>
          </p:spPr>
          <p:txBody>
            <a:bodyPr rtlCol="0" anchor="ctr"/>
            <a:lstStyle/>
            <a:p>
              <a:endParaRPr lang="ru-RU"/>
            </a:p>
          </p:txBody>
        </p:sp>
      </p:grpSp>
      <p:grpSp>
        <p:nvGrpSpPr>
          <p:cNvPr id="75" name="Группа 74">
            <a:extLst>
              <a:ext uri="{FF2B5EF4-FFF2-40B4-BE49-F238E27FC236}">
                <a16:creationId xmlns:a16="http://schemas.microsoft.com/office/drawing/2014/main" id="{4A86085C-B606-8556-0461-68F45BAC6060}"/>
              </a:ext>
            </a:extLst>
          </p:cNvPr>
          <p:cNvGrpSpPr/>
          <p:nvPr/>
        </p:nvGrpSpPr>
        <p:grpSpPr>
          <a:xfrm>
            <a:off x="2880920" y="2051698"/>
            <a:ext cx="902884" cy="252000"/>
            <a:chOff x="2900766" y="2243320"/>
            <a:chExt cx="902884" cy="252000"/>
          </a:xfrm>
        </p:grpSpPr>
        <p:sp>
          <p:nvSpPr>
            <p:cNvPr id="252" name="Прямоугольник: скругленные углы 251">
              <a:extLst>
                <a:ext uri="{FF2B5EF4-FFF2-40B4-BE49-F238E27FC236}">
                  <a16:creationId xmlns:a16="http://schemas.microsoft.com/office/drawing/2014/main" id="{A4AC738B-88F5-049D-C41D-EF51393C75D0}"/>
                </a:ext>
              </a:extLst>
            </p:cNvPr>
            <p:cNvSpPr/>
            <p:nvPr/>
          </p:nvSpPr>
          <p:spPr>
            <a:xfrm>
              <a:off x="2900766" y="2243320"/>
              <a:ext cx="902884"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ФАКТ</a:t>
              </a:r>
            </a:p>
          </p:txBody>
        </p:sp>
        <p:sp>
          <p:nvSpPr>
            <p:cNvPr id="74" name="Полилиния: фигура 73">
              <a:extLst>
                <a:ext uri="{FF2B5EF4-FFF2-40B4-BE49-F238E27FC236}">
                  <a16:creationId xmlns:a16="http://schemas.microsoft.com/office/drawing/2014/main" id="{2B86AB4C-7F56-F450-A280-FAB5211AE5E9}"/>
                </a:ext>
              </a:extLst>
            </p:cNvPr>
            <p:cNvSpPr/>
            <p:nvPr/>
          </p:nvSpPr>
          <p:spPr>
            <a:xfrm>
              <a:off x="2990292" y="2295151"/>
              <a:ext cx="154699" cy="137486"/>
            </a:xfrm>
            <a:custGeom>
              <a:avLst/>
              <a:gdLst>
                <a:gd name="connsiteX0" fmla="*/ 107565 w 171450"/>
                <a:gd name="connsiteY0" fmla="*/ 69439 h 152374"/>
                <a:gd name="connsiteX1" fmla="*/ 85725 w 171450"/>
                <a:gd name="connsiteY1" fmla="*/ 91279 h 152374"/>
                <a:gd name="connsiteX2" fmla="*/ 73410 w 171450"/>
                <a:gd name="connsiteY2" fmla="*/ 78964 h 152374"/>
                <a:gd name="connsiteX3" fmla="*/ 59940 w 171450"/>
                <a:gd name="connsiteY3" fmla="*/ 78964 h 152374"/>
                <a:gd name="connsiteX4" fmla="*/ 59940 w 171450"/>
                <a:gd name="connsiteY4" fmla="*/ 92434 h 152374"/>
                <a:gd name="connsiteX5" fmla="*/ 78990 w 171450"/>
                <a:gd name="connsiteY5" fmla="*/ 111484 h 152374"/>
                <a:gd name="connsiteX6" fmla="*/ 92460 w 171450"/>
                <a:gd name="connsiteY6" fmla="*/ 111484 h 152374"/>
                <a:gd name="connsiteX7" fmla="*/ 121035 w 171450"/>
                <a:gd name="connsiteY7" fmla="*/ 82909 h 152374"/>
                <a:gd name="connsiteX8" fmla="*/ 121035 w 171450"/>
                <a:gd name="connsiteY8" fmla="*/ 69439 h 152374"/>
                <a:gd name="connsiteX9" fmla="*/ 107565 w 171450"/>
                <a:gd name="connsiteY9" fmla="*/ 69439 h 152374"/>
                <a:gd name="connsiteX10" fmla="*/ 85725 w 171450"/>
                <a:gd name="connsiteY10" fmla="*/ 38074 h 152374"/>
                <a:gd name="connsiteX11" fmla="*/ 138806 w 171450"/>
                <a:gd name="connsiteY11" fmla="*/ 39364 h 152374"/>
                <a:gd name="connsiteX12" fmla="*/ 152400 w 171450"/>
                <a:gd name="connsiteY12" fmla="*/ 40220 h 152374"/>
                <a:gd name="connsiteX13" fmla="*/ 171062 w 171450"/>
                <a:gd name="connsiteY13" fmla="*/ 57125 h 152374"/>
                <a:gd name="connsiteX14" fmla="*/ 171450 w 171450"/>
                <a:gd name="connsiteY14" fmla="*/ 95224 h 152374"/>
                <a:gd name="connsiteX15" fmla="*/ 171449 w 171450"/>
                <a:gd name="connsiteY15" fmla="*/ 95539 h 152374"/>
                <a:gd name="connsiteX16" fmla="*/ 171450 w 171450"/>
                <a:gd name="connsiteY16" fmla="*/ 99987 h 152374"/>
                <a:gd name="connsiteX17" fmla="*/ 85725 w 171450"/>
                <a:gd name="connsiteY17" fmla="*/ 152374 h 152374"/>
                <a:gd name="connsiteX18" fmla="*/ 0 w 171450"/>
                <a:gd name="connsiteY18" fmla="*/ 99987 h 152374"/>
                <a:gd name="connsiteX19" fmla="*/ 1 w 171450"/>
                <a:gd name="connsiteY19" fmla="*/ 95539 h 152374"/>
                <a:gd name="connsiteX20" fmla="*/ 0 w 171450"/>
                <a:gd name="connsiteY20" fmla="*/ 95224 h 152374"/>
                <a:gd name="connsiteX21" fmla="*/ 387 w 171450"/>
                <a:gd name="connsiteY21" fmla="*/ 57125 h 152374"/>
                <a:gd name="connsiteX22" fmla="*/ 19050 w 171450"/>
                <a:gd name="connsiteY22" fmla="*/ 40220 h 152374"/>
                <a:gd name="connsiteX23" fmla="*/ 32644 w 171450"/>
                <a:gd name="connsiteY23" fmla="*/ 39364 h 152374"/>
                <a:gd name="connsiteX24" fmla="*/ 85725 w 171450"/>
                <a:gd name="connsiteY24" fmla="*/ 38074 h 152374"/>
                <a:gd name="connsiteX25" fmla="*/ 109714 w 171450"/>
                <a:gd name="connsiteY25" fmla="*/ 15 h 152374"/>
                <a:gd name="connsiteX26" fmla="*/ 153452 w 171450"/>
                <a:gd name="connsiteY26" fmla="*/ 13917 h 152374"/>
                <a:gd name="connsiteX27" fmla="*/ 157162 w 171450"/>
                <a:gd name="connsiteY27" fmla="*/ 19023 h 152374"/>
                <a:gd name="connsiteX28" fmla="*/ 152400 w 171450"/>
                <a:gd name="connsiteY28" fmla="*/ 30669 h 152374"/>
                <a:gd name="connsiteX29" fmla="*/ 109718 w 171450"/>
                <a:gd name="connsiteY29" fmla="*/ 28699 h 152374"/>
                <a:gd name="connsiteX30" fmla="*/ 109537 w 171450"/>
                <a:gd name="connsiteY30" fmla="*/ 28696 h 152374"/>
                <a:gd name="connsiteX31" fmla="*/ 95430 w 171450"/>
                <a:gd name="connsiteY31" fmla="*/ 14269 h 152374"/>
                <a:gd name="connsiteX32" fmla="*/ 109714 w 171450"/>
                <a:gd name="connsiteY32" fmla="*/ 15 h 152374"/>
                <a:gd name="connsiteX33" fmla="*/ 61912 w 171450"/>
                <a:gd name="connsiteY33" fmla="*/ 12 h 152374"/>
                <a:gd name="connsiteX34" fmla="*/ 76199 w 171450"/>
                <a:gd name="connsiteY34" fmla="*/ 14266 h 152374"/>
                <a:gd name="connsiteX35" fmla="*/ 62092 w 171450"/>
                <a:gd name="connsiteY35" fmla="*/ 28693 h 152374"/>
                <a:gd name="connsiteX36" fmla="*/ 61912 w 171450"/>
                <a:gd name="connsiteY36" fmla="*/ 28696 h 152374"/>
                <a:gd name="connsiteX37" fmla="*/ 19049 w 171450"/>
                <a:gd name="connsiteY37" fmla="*/ 30669 h 152374"/>
                <a:gd name="connsiteX38" fmla="*/ 14287 w 171450"/>
                <a:gd name="connsiteY38" fmla="*/ 19023 h 152374"/>
                <a:gd name="connsiteX39" fmla="*/ 17899 w 171450"/>
                <a:gd name="connsiteY39" fmla="*/ 14062 h 152374"/>
                <a:gd name="connsiteX40" fmla="*/ 61912 w 171450"/>
                <a:gd name="connsiteY40" fmla="*/ 12 h 15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1450" h="152374">
                  <a:moveTo>
                    <a:pt x="107565" y="69439"/>
                  </a:moveTo>
                  <a:lnTo>
                    <a:pt x="85725" y="91279"/>
                  </a:lnTo>
                  <a:lnTo>
                    <a:pt x="73410" y="78964"/>
                  </a:lnTo>
                  <a:cubicBezTo>
                    <a:pt x="69691" y="75244"/>
                    <a:pt x="63660" y="75244"/>
                    <a:pt x="59940" y="78964"/>
                  </a:cubicBezTo>
                  <a:cubicBezTo>
                    <a:pt x="56220" y="82683"/>
                    <a:pt x="56220" y="88715"/>
                    <a:pt x="59940" y="92434"/>
                  </a:cubicBezTo>
                  <a:lnTo>
                    <a:pt x="78990" y="111484"/>
                  </a:lnTo>
                  <a:cubicBezTo>
                    <a:pt x="82709" y="115204"/>
                    <a:pt x="88741" y="115204"/>
                    <a:pt x="92460" y="111484"/>
                  </a:cubicBezTo>
                  <a:lnTo>
                    <a:pt x="121035" y="82909"/>
                  </a:lnTo>
                  <a:cubicBezTo>
                    <a:pt x="124755" y="79190"/>
                    <a:pt x="124755" y="73158"/>
                    <a:pt x="121035" y="69439"/>
                  </a:cubicBezTo>
                  <a:cubicBezTo>
                    <a:pt x="117316" y="65719"/>
                    <a:pt x="111284" y="65719"/>
                    <a:pt x="107565" y="69439"/>
                  </a:cubicBezTo>
                  <a:close/>
                  <a:moveTo>
                    <a:pt x="85725" y="38074"/>
                  </a:moveTo>
                  <a:cubicBezTo>
                    <a:pt x="109315" y="38074"/>
                    <a:pt x="126413" y="38074"/>
                    <a:pt x="138806" y="39364"/>
                  </a:cubicBezTo>
                  <a:cubicBezTo>
                    <a:pt x="143652" y="39622"/>
                    <a:pt x="148179" y="39911"/>
                    <a:pt x="152400" y="40220"/>
                  </a:cubicBezTo>
                  <a:cubicBezTo>
                    <a:pt x="167908" y="41355"/>
                    <a:pt x="171450" y="42837"/>
                    <a:pt x="171062" y="57125"/>
                  </a:cubicBezTo>
                  <a:cubicBezTo>
                    <a:pt x="171450" y="66044"/>
                    <a:pt x="171450" y="78055"/>
                    <a:pt x="171450" y="95224"/>
                  </a:cubicBezTo>
                  <a:lnTo>
                    <a:pt x="171449" y="95539"/>
                  </a:lnTo>
                  <a:lnTo>
                    <a:pt x="171450" y="99987"/>
                  </a:lnTo>
                  <a:cubicBezTo>
                    <a:pt x="171450" y="141446"/>
                    <a:pt x="171450" y="152374"/>
                    <a:pt x="85725" y="152374"/>
                  </a:cubicBezTo>
                  <a:cubicBezTo>
                    <a:pt x="0" y="152374"/>
                    <a:pt x="0" y="141446"/>
                    <a:pt x="0" y="99987"/>
                  </a:cubicBezTo>
                  <a:lnTo>
                    <a:pt x="1" y="95539"/>
                  </a:lnTo>
                  <a:lnTo>
                    <a:pt x="0" y="95224"/>
                  </a:lnTo>
                  <a:cubicBezTo>
                    <a:pt x="0" y="78055"/>
                    <a:pt x="0" y="66044"/>
                    <a:pt x="387" y="57125"/>
                  </a:cubicBezTo>
                  <a:cubicBezTo>
                    <a:pt x="387" y="42837"/>
                    <a:pt x="3542" y="41355"/>
                    <a:pt x="19050" y="40220"/>
                  </a:cubicBezTo>
                  <a:cubicBezTo>
                    <a:pt x="23272" y="39911"/>
                    <a:pt x="27798" y="39622"/>
                    <a:pt x="32644" y="39364"/>
                  </a:cubicBezTo>
                  <a:cubicBezTo>
                    <a:pt x="45037" y="38074"/>
                    <a:pt x="62135" y="38074"/>
                    <a:pt x="85725" y="38074"/>
                  </a:cubicBezTo>
                  <a:close/>
                  <a:moveTo>
                    <a:pt x="109714" y="15"/>
                  </a:moveTo>
                  <a:cubicBezTo>
                    <a:pt x="143711" y="250"/>
                    <a:pt x="144906" y="1927"/>
                    <a:pt x="153452" y="13917"/>
                  </a:cubicBezTo>
                  <a:cubicBezTo>
                    <a:pt x="154542" y="15445"/>
                    <a:pt x="155751" y="17141"/>
                    <a:pt x="157162" y="19023"/>
                  </a:cubicBezTo>
                  <a:cubicBezTo>
                    <a:pt x="164417" y="28696"/>
                    <a:pt x="161925" y="31356"/>
                    <a:pt x="152400" y="30669"/>
                  </a:cubicBezTo>
                  <a:cubicBezTo>
                    <a:pt x="139407" y="29732"/>
                    <a:pt x="128610" y="29000"/>
                    <a:pt x="109718" y="28699"/>
                  </a:cubicBezTo>
                  <a:lnTo>
                    <a:pt x="109537" y="28696"/>
                  </a:lnTo>
                  <a:cubicBezTo>
                    <a:pt x="95517" y="28473"/>
                    <a:pt x="95430" y="28472"/>
                    <a:pt x="95430" y="14269"/>
                  </a:cubicBezTo>
                  <a:cubicBezTo>
                    <a:pt x="95430" y="116"/>
                    <a:pt x="95521" y="-84"/>
                    <a:pt x="109714" y="15"/>
                  </a:cubicBezTo>
                  <a:close/>
                  <a:moveTo>
                    <a:pt x="61912" y="12"/>
                  </a:moveTo>
                  <a:cubicBezTo>
                    <a:pt x="76106" y="-87"/>
                    <a:pt x="76199" y="111"/>
                    <a:pt x="76199" y="14266"/>
                  </a:cubicBezTo>
                  <a:cubicBezTo>
                    <a:pt x="76199" y="28469"/>
                    <a:pt x="76112" y="28470"/>
                    <a:pt x="62092" y="28693"/>
                  </a:cubicBezTo>
                  <a:lnTo>
                    <a:pt x="61912" y="28696"/>
                  </a:lnTo>
                  <a:cubicBezTo>
                    <a:pt x="43019" y="28997"/>
                    <a:pt x="32042" y="29732"/>
                    <a:pt x="19049" y="30669"/>
                  </a:cubicBezTo>
                  <a:cubicBezTo>
                    <a:pt x="9524" y="31356"/>
                    <a:pt x="7032" y="28696"/>
                    <a:pt x="14287" y="19023"/>
                  </a:cubicBezTo>
                  <a:cubicBezTo>
                    <a:pt x="15654" y="17201"/>
                    <a:pt x="16833" y="15552"/>
                    <a:pt x="17899" y="14062"/>
                  </a:cubicBezTo>
                  <a:cubicBezTo>
                    <a:pt x="26571" y="1939"/>
                    <a:pt x="27781" y="248"/>
                    <a:pt x="61912" y="12"/>
                  </a:cubicBezTo>
                  <a:close/>
                </a:path>
              </a:pathLst>
            </a:custGeom>
            <a:solidFill>
              <a:schemeClr val="bg1"/>
            </a:solidFill>
            <a:ln w="9525" cap="flat">
              <a:noFill/>
              <a:prstDash val="solid"/>
              <a:miter/>
            </a:ln>
          </p:spPr>
          <p:txBody>
            <a:bodyPr rtlCol="0" anchor="ctr"/>
            <a:lstStyle/>
            <a:p>
              <a:endParaRPr lang="ru-RU"/>
            </a:p>
          </p:txBody>
        </p:sp>
      </p:grpSp>
      <p:sp>
        <p:nvSpPr>
          <p:cNvPr id="257" name="Прямоугольник: скругленные углы 256">
            <a:extLst>
              <a:ext uri="{FF2B5EF4-FFF2-40B4-BE49-F238E27FC236}">
                <a16:creationId xmlns:a16="http://schemas.microsoft.com/office/drawing/2014/main" id="{16B3E008-E73E-F0A0-6F68-D5917AB64255}"/>
              </a:ext>
            </a:extLst>
          </p:cNvPr>
          <p:cNvSpPr/>
          <p:nvPr/>
        </p:nvSpPr>
        <p:spPr>
          <a:xfrm>
            <a:off x="4981976" y="2377566"/>
            <a:ext cx="439888" cy="216000"/>
          </a:xfrm>
          <a:prstGeom prst="roundRect">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ДО</a:t>
            </a:r>
          </a:p>
        </p:txBody>
      </p:sp>
      <p:grpSp>
        <p:nvGrpSpPr>
          <p:cNvPr id="98" name="Группа 97">
            <a:extLst>
              <a:ext uri="{FF2B5EF4-FFF2-40B4-BE49-F238E27FC236}">
                <a16:creationId xmlns:a16="http://schemas.microsoft.com/office/drawing/2014/main" id="{74745CF9-2A52-FEE9-9083-7C580F3D5748}"/>
              </a:ext>
            </a:extLst>
          </p:cNvPr>
          <p:cNvGrpSpPr/>
          <p:nvPr/>
        </p:nvGrpSpPr>
        <p:grpSpPr>
          <a:xfrm>
            <a:off x="4981975" y="1653829"/>
            <a:ext cx="836123" cy="324000"/>
            <a:chOff x="5023656" y="1845451"/>
            <a:chExt cx="836123" cy="324000"/>
          </a:xfrm>
        </p:grpSpPr>
        <p:sp>
          <p:nvSpPr>
            <p:cNvPr id="262" name="Прямоугольник: скругленные углы 261">
              <a:extLst>
                <a:ext uri="{FF2B5EF4-FFF2-40B4-BE49-F238E27FC236}">
                  <a16:creationId xmlns:a16="http://schemas.microsoft.com/office/drawing/2014/main" id="{69DA2779-B040-FF31-7A84-13F781E2FB5C}"/>
                </a:ext>
              </a:extLst>
            </p:cNvPr>
            <p:cNvSpPr/>
            <p:nvPr/>
          </p:nvSpPr>
          <p:spPr>
            <a:xfrm>
              <a:off x="5023656" y="1845451"/>
              <a:ext cx="836123" cy="324000"/>
            </a:xfrm>
            <a:prstGeom prst="roundRect">
              <a:avLst>
                <a:gd name="adj" fmla="val 28032"/>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ДО</a:t>
              </a:r>
            </a:p>
          </p:txBody>
        </p:sp>
        <p:sp>
          <p:nvSpPr>
            <p:cNvPr id="82" name="Рисунок 17">
              <a:extLst>
                <a:ext uri="{FF2B5EF4-FFF2-40B4-BE49-F238E27FC236}">
                  <a16:creationId xmlns:a16="http://schemas.microsoft.com/office/drawing/2014/main" id="{C4839786-D07B-B820-8A3C-91CE752964B2}"/>
                </a:ext>
              </a:extLst>
            </p:cNvPr>
            <p:cNvSpPr/>
            <p:nvPr/>
          </p:nvSpPr>
          <p:spPr>
            <a:xfrm>
              <a:off x="5128994" y="1926016"/>
              <a:ext cx="164764" cy="164764"/>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57150 w 171450"/>
                <a:gd name="connsiteY5" fmla="*/ 85725 h 171450"/>
                <a:gd name="connsiteX6" fmla="*/ 47625 w 171450"/>
                <a:gd name="connsiteY6" fmla="*/ 95250 h 171450"/>
                <a:gd name="connsiteX7" fmla="*/ 38100 w 171450"/>
                <a:gd name="connsiteY7" fmla="*/ 85725 h 171450"/>
                <a:gd name="connsiteX8" fmla="*/ 47625 w 171450"/>
                <a:gd name="connsiteY8" fmla="*/ 76200 h 171450"/>
                <a:gd name="connsiteX9" fmla="*/ 57150 w 171450"/>
                <a:gd name="connsiteY9" fmla="*/ 85725 h 171450"/>
                <a:gd name="connsiteX10" fmla="*/ 95250 w 171450"/>
                <a:gd name="connsiteY10" fmla="*/ 85725 h 171450"/>
                <a:gd name="connsiteX11" fmla="*/ 85725 w 171450"/>
                <a:gd name="connsiteY11" fmla="*/ 95250 h 171450"/>
                <a:gd name="connsiteX12" fmla="*/ 76200 w 171450"/>
                <a:gd name="connsiteY12" fmla="*/ 85725 h 171450"/>
                <a:gd name="connsiteX13" fmla="*/ 85725 w 171450"/>
                <a:gd name="connsiteY13" fmla="*/ 76200 h 171450"/>
                <a:gd name="connsiteX14" fmla="*/ 95250 w 171450"/>
                <a:gd name="connsiteY14" fmla="*/ 85725 h 171450"/>
                <a:gd name="connsiteX15" fmla="*/ 123825 w 171450"/>
                <a:gd name="connsiteY15" fmla="*/ 95250 h 171450"/>
                <a:gd name="connsiteX16" fmla="*/ 114300 w 171450"/>
                <a:gd name="connsiteY16" fmla="*/ 85725 h 171450"/>
                <a:gd name="connsiteX17" fmla="*/ 123825 w 171450"/>
                <a:gd name="connsiteY17" fmla="*/ 76200 h 171450"/>
                <a:gd name="connsiteX18" fmla="*/ 133350 w 171450"/>
                <a:gd name="connsiteY18" fmla="*/ 85725 h 171450"/>
                <a:gd name="connsiteX19" fmla="*/ 123825 w 171450"/>
                <a:gd name="connsiteY19" fmla="*/ 952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57150" y="85725"/>
                  </a:moveTo>
                  <a:cubicBezTo>
                    <a:pt x="57150" y="90986"/>
                    <a:pt x="52886" y="95250"/>
                    <a:pt x="47625" y="95250"/>
                  </a:cubicBezTo>
                  <a:cubicBezTo>
                    <a:pt x="42365" y="95250"/>
                    <a:pt x="38100" y="90986"/>
                    <a:pt x="38100" y="85725"/>
                  </a:cubicBezTo>
                  <a:cubicBezTo>
                    <a:pt x="38100" y="80464"/>
                    <a:pt x="42365" y="76200"/>
                    <a:pt x="47625" y="76200"/>
                  </a:cubicBezTo>
                  <a:cubicBezTo>
                    <a:pt x="52886" y="76200"/>
                    <a:pt x="57150" y="80464"/>
                    <a:pt x="57150" y="85725"/>
                  </a:cubicBezTo>
                  <a:close/>
                  <a:moveTo>
                    <a:pt x="95250" y="85725"/>
                  </a:moveTo>
                  <a:cubicBezTo>
                    <a:pt x="95250" y="90986"/>
                    <a:pt x="90986" y="95250"/>
                    <a:pt x="85725" y="95250"/>
                  </a:cubicBezTo>
                  <a:cubicBezTo>
                    <a:pt x="80464" y="95250"/>
                    <a:pt x="76200" y="90986"/>
                    <a:pt x="76200" y="85725"/>
                  </a:cubicBezTo>
                  <a:cubicBezTo>
                    <a:pt x="76200" y="80464"/>
                    <a:pt x="80464" y="76200"/>
                    <a:pt x="85725" y="76200"/>
                  </a:cubicBezTo>
                  <a:cubicBezTo>
                    <a:pt x="90986" y="76200"/>
                    <a:pt x="95250" y="80464"/>
                    <a:pt x="95250" y="85725"/>
                  </a:cubicBezTo>
                  <a:close/>
                  <a:moveTo>
                    <a:pt x="123825" y="95250"/>
                  </a:moveTo>
                  <a:cubicBezTo>
                    <a:pt x="118564" y="95250"/>
                    <a:pt x="114300" y="90986"/>
                    <a:pt x="114300" y="85725"/>
                  </a:cubicBezTo>
                  <a:cubicBezTo>
                    <a:pt x="114300" y="80464"/>
                    <a:pt x="118564" y="76200"/>
                    <a:pt x="123825" y="76200"/>
                  </a:cubicBezTo>
                  <a:cubicBezTo>
                    <a:pt x="129086" y="76200"/>
                    <a:pt x="133350" y="80464"/>
                    <a:pt x="133350" y="85725"/>
                  </a:cubicBezTo>
                  <a:cubicBezTo>
                    <a:pt x="133350" y="90986"/>
                    <a:pt x="129086" y="95250"/>
                    <a:pt x="123825" y="95250"/>
                  </a:cubicBezTo>
                  <a:close/>
                </a:path>
              </a:pathLst>
            </a:custGeom>
            <a:solidFill>
              <a:schemeClr val="bg1"/>
            </a:solidFill>
            <a:ln w="9525" cap="flat">
              <a:noFill/>
              <a:prstDash val="solid"/>
              <a:miter/>
            </a:ln>
          </p:spPr>
          <p:txBody>
            <a:bodyPr rtlCol="0" anchor="ctr"/>
            <a:lstStyle/>
            <a:p>
              <a:endParaRPr lang="ru-RU"/>
            </a:p>
          </p:txBody>
        </p:sp>
      </p:grpSp>
      <p:grpSp>
        <p:nvGrpSpPr>
          <p:cNvPr id="99" name="Группа 98">
            <a:extLst>
              <a:ext uri="{FF2B5EF4-FFF2-40B4-BE49-F238E27FC236}">
                <a16:creationId xmlns:a16="http://schemas.microsoft.com/office/drawing/2014/main" id="{1C559058-6D62-4BC6-C98E-4D93F27F4985}"/>
              </a:ext>
            </a:extLst>
          </p:cNvPr>
          <p:cNvGrpSpPr/>
          <p:nvPr/>
        </p:nvGrpSpPr>
        <p:grpSpPr>
          <a:xfrm>
            <a:off x="4981975" y="2051698"/>
            <a:ext cx="683723" cy="252000"/>
            <a:chOff x="5023656" y="2243320"/>
            <a:chExt cx="683723" cy="252000"/>
          </a:xfrm>
        </p:grpSpPr>
        <p:sp>
          <p:nvSpPr>
            <p:cNvPr id="260" name="Прямоугольник: скругленные углы 259">
              <a:extLst>
                <a:ext uri="{FF2B5EF4-FFF2-40B4-BE49-F238E27FC236}">
                  <a16:creationId xmlns:a16="http://schemas.microsoft.com/office/drawing/2014/main" id="{D087462B-CD41-665B-74A5-A5B9250ED964}"/>
                </a:ext>
              </a:extLst>
            </p:cNvPr>
            <p:cNvSpPr/>
            <p:nvPr/>
          </p:nvSpPr>
          <p:spPr>
            <a:xfrm>
              <a:off x="5023656" y="2243320"/>
              <a:ext cx="683723"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ДО</a:t>
              </a:r>
            </a:p>
          </p:txBody>
        </p:sp>
        <p:sp>
          <p:nvSpPr>
            <p:cNvPr id="83" name="Рисунок 17">
              <a:extLst>
                <a:ext uri="{FF2B5EF4-FFF2-40B4-BE49-F238E27FC236}">
                  <a16:creationId xmlns:a16="http://schemas.microsoft.com/office/drawing/2014/main" id="{CDDDB300-86B8-C0EF-7D5C-8A78B716C434}"/>
                </a:ext>
              </a:extLst>
            </p:cNvPr>
            <p:cNvSpPr/>
            <p:nvPr/>
          </p:nvSpPr>
          <p:spPr>
            <a:xfrm>
              <a:off x="5119872" y="2291660"/>
              <a:ext cx="136214" cy="136214"/>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57150 w 171450"/>
                <a:gd name="connsiteY5" fmla="*/ 85725 h 171450"/>
                <a:gd name="connsiteX6" fmla="*/ 47625 w 171450"/>
                <a:gd name="connsiteY6" fmla="*/ 95250 h 171450"/>
                <a:gd name="connsiteX7" fmla="*/ 38100 w 171450"/>
                <a:gd name="connsiteY7" fmla="*/ 85725 h 171450"/>
                <a:gd name="connsiteX8" fmla="*/ 47625 w 171450"/>
                <a:gd name="connsiteY8" fmla="*/ 76200 h 171450"/>
                <a:gd name="connsiteX9" fmla="*/ 57150 w 171450"/>
                <a:gd name="connsiteY9" fmla="*/ 85725 h 171450"/>
                <a:gd name="connsiteX10" fmla="*/ 95250 w 171450"/>
                <a:gd name="connsiteY10" fmla="*/ 85725 h 171450"/>
                <a:gd name="connsiteX11" fmla="*/ 85725 w 171450"/>
                <a:gd name="connsiteY11" fmla="*/ 95250 h 171450"/>
                <a:gd name="connsiteX12" fmla="*/ 76200 w 171450"/>
                <a:gd name="connsiteY12" fmla="*/ 85725 h 171450"/>
                <a:gd name="connsiteX13" fmla="*/ 85725 w 171450"/>
                <a:gd name="connsiteY13" fmla="*/ 76200 h 171450"/>
                <a:gd name="connsiteX14" fmla="*/ 95250 w 171450"/>
                <a:gd name="connsiteY14" fmla="*/ 85725 h 171450"/>
                <a:gd name="connsiteX15" fmla="*/ 123825 w 171450"/>
                <a:gd name="connsiteY15" fmla="*/ 95250 h 171450"/>
                <a:gd name="connsiteX16" fmla="*/ 114300 w 171450"/>
                <a:gd name="connsiteY16" fmla="*/ 85725 h 171450"/>
                <a:gd name="connsiteX17" fmla="*/ 123825 w 171450"/>
                <a:gd name="connsiteY17" fmla="*/ 76200 h 171450"/>
                <a:gd name="connsiteX18" fmla="*/ 133350 w 171450"/>
                <a:gd name="connsiteY18" fmla="*/ 85725 h 171450"/>
                <a:gd name="connsiteX19" fmla="*/ 123825 w 171450"/>
                <a:gd name="connsiteY19" fmla="*/ 952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57150" y="85725"/>
                  </a:moveTo>
                  <a:cubicBezTo>
                    <a:pt x="57150" y="90986"/>
                    <a:pt x="52886" y="95250"/>
                    <a:pt x="47625" y="95250"/>
                  </a:cubicBezTo>
                  <a:cubicBezTo>
                    <a:pt x="42365" y="95250"/>
                    <a:pt x="38100" y="90986"/>
                    <a:pt x="38100" y="85725"/>
                  </a:cubicBezTo>
                  <a:cubicBezTo>
                    <a:pt x="38100" y="80464"/>
                    <a:pt x="42365" y="76200"/>
                    <a:pt x="47625" y="76200"/>
                  </a:cubicBezTo>
                  <a:cubicBezTo>
                    <a:pt x="52886" y="76200"/>
                    <a:pt x="57150" y="80464"/>
                    <a:pt x="57150" y="85725"/>
                  </a:cubicBezTo>
                  <a:close/>
                  <a:moveTo>
                    <a:pt x="95250" y="85725"/>
                  </a:moveTo>
                  <a:cubicBezTo>
                    <a:pt x="95250" y="90986"/>
                    <a:pt x="90986" y="95250"/>
                    <a:pt x="85725" y="95250"/>
                  </a:cubicBezTo>
                  <a:cubicBezTo>
                    <a:pt x="80464" y="95250"/>
                    <a:pt x="76200" y="90986"/>
                    <a:pt x="76200" y="85725"/>
                  </a:cubicBezTo>
                  <a:cubicBezTo>
                    <a:pt x="76200" y="80464"/>
                    <a:pt x="80464" y="76200"/>
                    <a:pt x="85725" y="76200"/>
                  </a:cubicBezTo>
                  <a:cubicBezTo>
                    <a:pt x="90986" y="76200"/>
                    <a:pt x="95250" y="80464"/>
                    <a:pt x="95250" y="85725"/>
                  </a:cubicBezTo>
                  <a:close/>
                  <a:moveTo>
                    <a:pt x="123825" y="95250"/>
                  </a:moveTo>
                  <a:cubicBezTo>
                    <a:pt x="118564" y="95250"/>
                    <a:pt x="114300" y="90986"/>
                    <a:pt x="114300" y="85725"/>
                  </a:cubicBezTo>
                  <a:cubicBezTo>
                    <a:pt x="114300" y="80464"/>
                    <a:pt x="118564" y="76200"/>
                    <a:pt x="123825" y="76200"/>
                  </a:cubicBezTo>
                  <a:cubicBezTo>
                    <a:pt x="129086" y="76200"/>
                    <a:pt x="133350" y="80464"/>
                    <a:pt x="133350" y="85725"/>
                  </a:cubicBezTo>
                  <a:cubicBezTo>
                    <a:pt x="133350" y="90986"/>
                    <a:pt x="129086" y="95250"/>
                    <a:pt x="123825" y="95250"/>
                  </a:cubicBezTo>
                  <a:close/>
                </a:path>
              </a:pathLst>
            </a:custGeom>
            <a:solidFill>
              <a:schemeClr val="bg1"/>
            </a:solidFill>
            <a:ln w="9525" cap="flat">
              <a:noFill/>
              <a:prstDash val="solid"/>
              <a:miter/>
            </a:ln>
          </p:spPr>
          <p:txBody>
            <a:bodyPr rtlCol="0" anchor="ctr"/>
            <a:lstStyle/>
            <a:p>
              <a:endParaRPr lang="ru-RU"/>
            </a:p>
          </p:txBody>
        </p:sp>
      </p:grpSp>
      <p:sp>
        <p:nvSpPr>
          <p:cNvPr id="265" name="Прямоугольник: скругленные углы 264">
            <a:extLst>
              <a:ext uri="{FF2B5EF4-FFF2-40B4-BE49-F238E27FC236}">
                <a16:creationId xmlns:a16="http://schemas.microsoft.com/office/drawing/2014/main" id="{C8F8D314-6E4A-ECB5-36DE-57D03A3CD169}"/>
              </a:ext>
            </a:extLst>
          </p:cNvPr>
          <p:cNvSpPr/>
          <p:nvPr/>
        </p:nvSpPr>
        <p:spPr>
          <a:xfrm>
            <a:off x="6950336" y="2377566"/>
            <a:ext cx="753194" cy="216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ПОСЛЕ</a:t>
            </a:r>
          </a:p>
        </p:txBody>
      </p:sp>
      <p:grpSp>
        <p:nvGrpSpPr>
          <p:cNvPr id="89" name="Группа 88">
            <a:extLst>
              <a:ext uri="{FF2B5EF4-FFF2-40B4-BE49-F238E27FC236}">
                <a16:creationId xmlns:a16="http://schemas.microsoft.com/office/drawing/2014/main" id="{18950377-DC6B-8079-FABC-EB326B68B2C9}"/>
              </a:ext>
            </a:extLst>
          </p:cNvPr>
          <p:cNvGrpSpPr/>
          <p:nvPr/>
        </p:nvGrpSpPr>
        <p:grpSpPr>
          <a:xfrm>
            <a:off x="6947690" y="1653829"/>
            <a:ext cx="1359356" cy="324000"/>
            <a:chOff x="7022644" y="1845451"/>
            <a:chExt cx="1359356" cy="324000"/>
          </a:xfrm>
        </p:grpSpPr>
        <p:sp>
          <p:nvSpPr>
            <p:cNvPr id="270" name="Прямоугольник: скругленные углы 269">
              <a:extLst>
                <a:ext uri="{FF2B5EF4-FFF2-40B4-BE49-F238E27FC236}">
                  <a16:creationId xmlns:a16="http://schemas.microsoft.com/office/drawing/2014/main" id="{F6C83C3D-AC71-95E2-9EE5-637E392FF35D}"/>
                </a:ext>
              </a:extLst>
            </p:cNvPr>
            <p:cNvSpPr/>
            <p:nvPr/>
          </p:nvSpPr>
          <p:spPr>
            <a:xfrm>
              <a:off x="7022644" y="1845451"/>
              <a:ext cx="1359356"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ПОСЛЕ</a:t>
              </a:r>
            </a:p>
          </p:txBody>
        </p:sp>
        <p:sp>
          <p:nvSpPr>
            <p:cNvPr id="7" name="Рисунок 267">
              <a:extLst>
                <a:ext uri="{FF2B5EF4-FFF2-40B4-BE49-F238E27FC236}">
                  <a16:creationId xmlns:a16="http://schemas.microsoft.com/office/drawing/2014/main" id="{F8056F51-0961-03CE-5460-0FB8CDDD5E6B}"/>
                </a:ext>
              </a:extLst>
            </p:cNvPr>
            <p:cNvSpPr/>
            <p:nvPr/>
          </p:nvSpPr>
          <p:spPr>
            <a:xfrm>
              <a:off x="7124419" y="1926016"/>
              <a:ext cx="165600" cy="1656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5" y="124755"/>
                    <a:pt x="73185" y="124755"/>
                    <a:pt x="69465" y="121035"/>
                  </a:cubicBezTo>
                  <a:lnTo>
                    <a:pt x="40890" y="92460"/>
                  </a:lnTo>
                  <a:cubicBezTo>
                    <a:pt x="37170" y="88740"/>
                    <a:pt x="37170" y="82710"/>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0"/>
                    <a:pt x="130560" y="73410"/>
                  </a:cubicBezTo>
                  <a:close/>
                </a:path>
              </a:pathLst>
            </a:custGeom>
            <a:solidFill>
              <a:schemeClr val="bg1"/>
            </a:solidFill>
            <a:ln w="9525" cap="flat">
              <a:noFill/>
              <a:prstDash val="solid"/>
              <a:miter/>
            </a:ln>
          </p:spPr>
          <p:txBody>
            <a:bodyPr rtlCol="0" anchor="ctr"/>
            <a:lstStyle/>
            <a:p>
              <a:endParaRPr lang="ru-RU"/>
            </a:p>
          </p:txBody>
        </p:sp>
      </p:grpSp>
      <p:grpSp>
        <p:nvGrpSpPr>
          <p:cNvPr id="88" name="Группа 87">
            <a:extLst>
              <a:ext uri="{FF2B5EF4-FFF2-40B4-BE49-F238E27FC236}">
                <a16:creationId xmlns:a16="http://schemas.microsoft.com/office/drawing/2014/main" id="{E16D8012-6D36-AA23-7494-B957868CCF58}"/>
              </a:ext>
            </a:extLst>
          </p:cNvPr>
          <p:cNvGrpSpPr/>
          <p:nvPr/>
        </p:nvGrpSpPr>
        <p:grpSpPr>
          <a:xfrm>
            <a:off x="6947690" y="2051698"/>
            <a:ext cx="1048206" cy="252000"/>
            <a:chOff x="7022644" y="2243320"/>
            <a:chExt cx="1048206" cy="252000"/>
          </a:xfrm>
        </p:grpSpPr>
        <p:sp>
          <p:nvSpPr>
            <p:cNvPr id="268" name="Прямоугольник: скругленные углы 267">
              <a:extLst>
                <a:ext uri="{FF2B5EF4-FFF2-40B4-BE49-F238E27FC236}">
                  <a16:creationId xmlns:a16="http://schemas.microsoft.com/office/drawing/2014/main" id="{38534547-94AB-277E-FD90-4F3EB8F6609A}"/>
                </a:ext>
              </a:extLst>
            </p:cNvPr>
            <p:cNvSpPr/>
            <p:nvPr/>
          </p:nvSpPr>
          <p:spPr>
            <a:xfrm>
              <a:off x="7022644" y="2243320"/>
              <a:ext cx="1048206"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ПОСЛЕ</a:t>
              </a:r>
            </a:p>
          </p:txBody>
        </p:sp>
        <p:sp>
          <p:nvSpPr>
            <p:cNvPr id="87" name="Рисунок 267">
              <a:extLst>
                <a:ext uri="{FF2B5EF4-FFF2-40B4-BE49-F238E27FC236}">
                  <a16:creationId xmlns:a16="http://schemas.microsoft.com/office/drawing/2014/main" id="{205E72EE-7712-431F-A63B-2DAD648FBFEB}"/>
                </a:ext>
              </a:extLst>
            </p:cNvPr>
            <p:cNvSpPr/>
            <p:nvPr/>
          </p:nvSpPr>
          <p:spPr>
            <a:xfrm>
              <a:off x="7124419" y="2291660"/>
              <a:ext cx="136800" cy="1368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5" y="124755"/>
                    <a:pt x="73185" y="124755"/>
                    <a:pt x="69465" y="121035"/>
                  </a:cubicBezTo>
                  <a:lnTo>
                    <a:pt x="40890" y="92460"/>
                  </a:lnTo>
                  <a:cubicBezTo>
                    <a:pt x="37170" y="88740"/>
                    <a:pt x="37170" y="82710"/>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0"/>
                    <a:pt x="130560" y="73410"/>
                  </a:cubicBezTo>
                  <a:close/>
                </a:path>
              </a:pathLst>
            </a:custGeom>
            <a:solidFill>
              <a:schemeClr val="bg1"/>
            </a:solidFill>
            <a:ln w="9525" cap="flat">
              <a:noFill/>
              <a:prstDash val="solid"/>
              <a:miter/>
            </a:ln>
          </p:spPr>
          <p:txBody>
            <a:bodyPr rtlCol="0" anchor="ctr"/>
            <a:lstStyle/>
            <a:p>
              <a:endParaRPr lang="ru-RU"/>
            </a:p>
          </p:txBody>
        </p:sp>
      </p:grpSp>
      <p:sp>
        <p:nvSpPr>
          <p:cNvPr id="84" name="Прямоугольник: скругленные углы 83">
            <a:extLst>
              <a:ext uri="{FF2B5EF4-FFF2-40B4-BE49-F238E27FC236}">
                <a16:creationId xmlns:a16="http://schemas.microsoft.com/office/drawing/2014/main" id="{CC17BA19-56A9-7852-699B-F69835C13507}"/>
              </a:ext>
            </a:extLst>
          </p:cNvPr>
          <p:cNvSpPr/>
          <p:nvPr/>
        </p:nvSpPr>
        <p:spPr>
          <a:xfrm>
            <a:off x="639763" y="1151043"/>
            <a:ext cx="728662" cy="216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en-US" sz="1200" b="1"/>
              <a:t>DRAFT</a:t>
            </a:r>
            <a:endParaRPr lang="ru-RU" sz="1200" b="1"/>
          </a:p>
        </p:txBody>
      </p:sp>
      <p:grpSp>
        <p:nvGrpSpPr>
          <p:cNvPr id="33" name="Группа 32">
            <a:extLst>
              <a:ext uri="{FF2B5EF4-FFF2-40B4-BE49-F238E27FC236}">
                <a16:creationId xmlns:a16="http://schemas.microsoft.com/office/drawing/2014/main" id="{28611AD5-CF02-9DFF-8624-34D2300A233E}"/>
              </a:ext>
            </a:extLst>
          </p:cNvPr>
          <p:cNvGrpSpPr/>
          <p:nvPr/>
        </p:nvGrpSpPr>
        <p:grpSpPr>
          <a:xfrm>
            <a:off x="639762" y="427306"/>
            <a:ext cx="1309687" cy="324000"/>
            <a:chOff x="639762" y="427306"/>
            <a:chExt cx="1309687" cy="324000"/>
          </a:xfrm>
        </p:grpSpPr>
        <p:sp>
          <p:nvSpPr>
            <p:cNvPr id="180" name="Прямоугольник: скругленные углы 179">
              <a:extLst>
                <a:ext uri="{FF2B5EF4-FFF2-40B4-BE49-F238E27FC236}">
                  <a16:creationId xmlns:a16="http://schemas.microsoft.com/office/drawing/2014/main" id="{6AD73AF1-5652-8EEF-799B-DF09791BC7C0}"/>
                </a:ext>
              </a:extLst>
            </p:cNvPr>
            <p:cNvSpPr/>
            <p:nvPr/>
          </p:nvSpPr>
          <p:spPr>
            <a:xfrm>
              <a:off x="639762" y="427306"/>
              <a:ext cx="1309687"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en-US">
                  <a:latin typeface="+mj-lt"/>
                </a:rPr>
                <a:t>DRAFT</a:t>
              </a:r>
              <a:endParaRPr lang="ru-RU">
                <a:latin typeface="+mj-lt"/>
              </a:endParaRPr>
            </a:p>
          </p:txBody>
        </p:sp>
        <p:sp>
          <p:nvSpPr>
            <p:cNvPr id="28" name="Полилиния: фигура 27">
              <a:extLst>
                <a:ext uri="{FF2B5EF4-FFF2-40B4-BE49-F238E27FC236}">
                  <a16:creationId xmlns:a16="http://schemas.microsoft.com/office/drawing/2014/main" id="{58793AB9-435D-9B4E-5404-0DF0FADB4CD8}"/>
                </a:ext>
              </a:extLst>
            </p:cNvPr>
            <p:cNvSpPr/>
            <p:nvPr/>
          </p:nvSpPr>
          <p:spPr>
            <a:xfrm>
              <a:off x="748261" y="513083"/>
              <a:ext cx="159554" cy="159551"/>
            </a:xfrm>
            <a:custGeom>
              <a:avLst/>
              <a:gdLst>
                <a:gd name="connsiteX0" fmla="*/ 91694 w 152401"/>
                <a:gd name="connsiteY0" fmla="*/ 41561 h 152398"/>
                <a:gd name="connsiteX1" fmla="*/ 110731 w 152401"/>
                <a:gd name="connsiteY1" fmla="*/ 60618 h 152398"/>
                <a:gd name="connsiteX2" fmla="*/ 110731 w 152401"/>
                <a:gd name="connsiteY2" fmla="*/ 79675 h 152398"/>
                <a:gd name="connsiteX3" fmla="*/ 47591 w 152401"/>
                <a:gd name="connsiteY3" fmla="*/ 142870 h 152398"/>
                <a:gd name="connsiteX4" fmla="*/ 9518 w 152401"/>
                <a:gd name="connsiteY4" fmla="*/ 152398 h 152398"/>
                <a:gd name="connsiteX5" fmla="*/ 0 w 152401"/>
                <a:gd name="connsiteY5" fmla="*/ 142870 h 152398"/>
                <a:gd name="connsiteX6" fmla="*/ 9518 w 152401"/>
                <a:gd name="connsiteY6" fmla="*/ 104757 h 152398"/>
                <a:gd name="connsiteX7" fmla="*/ 72435 w 152401"/>
                <a:gd name="connsiteY7" fmla="*/ 41785 h 152398"/>
                <a:gd name="connsiteX8" fmla="*/ 91694 w 152401"/>
                <a:gd name="connsiteY8" fmla="*/ 41561 h 152398"/>
                <a:gd name="connsiteX9" fmla="*/ 120359 w 152401"/>
                <a:gd name="connsiteY9" fmla="*/ 298 h 152398"/>
                <a:gd name="connsiteX10" fmla="*/ 142870 w 152401"/>
                <a:gd name="connsiteY10" fmla="*/ 9528 h 152398"/>
                <a:gd name="connsiteX11" fmla="*/ 142870 w 152401"/>
                <a:gd name="connsiteY11" fmla="*/ 47711 h 152398"/>
                <a:gd name="connsiteX12" fmla="*/ 114242 w 152401"/>
                <a:gd name="connsiteY12" fmla="*/ 47710 h 152398"/>
                <a:gd name="connsiteX13" fmla="*/ 104700 w 152401"/>
                <a:gd name="connsiteY13" fmla="*/ 38165 h 152398"/>
                <a:gd name="connsiteX14" fmla="*/ 104700 w 152401"/>
                <a:gd name="connsiteY14" fmla="*/ 9527 h 152398"/>
                <a:gd name="connsiteX15" fmla="*/ 120359 w 152401"/>
                <a:gd name="connsiteY15" fmla="*/ 298 h 152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401" h="152398">
                  <a:moveTo>
                    <a:pt x="91694" y="41561"/>
                  </a:moveTo>
                  <a:lnTo>
                    <a:pt x="110731" y="60618"/>
                  </a:lnTo>
                  <a:cubicBezTo>
                    <a:pt x="115490" y="65381"/>
                    <a:pt x="115490" y="74910"/>
                    <a:pt x="110731" y="79675"/>
                  </a:cubicBezTo>
                  <a:cubicBezTo>
                    <a:pt x="98238" y="92180"/>
                    <a:pt x="65394" y="125049"/>
                    <a:pt x="47591" y="142870"/>
                  </a:cubicBezTo>
                  <a:cubicBezTo>
                    <a:pt x="40693" y="149776"/>
                    <a:pt x="23796" y="152398"/>
                    <a:pt x="9518" y="152398"/>
                  </a:cubicBezTo>
                  <a:cubicBezTo>
                    <a:pt x="4759" y="152398"/>
                    <a:pt x="0" y="147635"/>
                    <a:pt x="0" y="142870"/>
                  </a:cubicBezTo>
                  <a:cubicBezTo>
                    <a:pt x="0" y="128578"/>
                    <a:pt x="2620" y="111662"/>
                    <a:pt x="9518" y="104757"/>
                  </a:cubicBezTo>
                  <a:cubicBezTo>
                    <a:pt x="27321" y="86936"/>
                    <a:pt x="59942" y="54291"/>
                    <a:pt x="72435" y="41785"/>
                  </a:cubicBezTo>
                  <a:cubicBezTo>
                    <a:pt x="77193" y="37021"/>
                    <a:pt x="86935" y="36797"/>
                    <a:pt x="91694" y="41561"/>
                  </a:cubicBezTo>
                  <a:close/>
                  <a:moveTo>
                    <a:pt x="120359" y="298"/>
                  </a:moveTo>
                  <a:cubicBezTo>
                    <a:pt x="126826" y="-844"/>
                    <a:pt x="134435" y="1090"/>
                    <a:pt x="142870" y="9528"/>
                  </a:cubicBezTo>
                  <a:cubicBezTo>
                    <a:pt x="159739" y="26402"/>
                    <a:pt x="150624" y="39955"/>
                    <a:pt x="142870" y="47711"/>
                  </a:cubicBezTo>
                  <a:cubicBezTo>
                    <a:pt x="130309" y="60277"/>
                    <a:pt x="126431" y="60313"/>
                    <a:pt x="114242" y="47710"/>
                  </a:cubicBezTo>
                  <a:lnTo>
                    <a:pt x="104700" y="38165"/>
                  </a:lnTo>
                  <a:cubicBezTo>
                    <a:pt x="92103" y="25449"/>
                    <a:pt x="92100" y="22130"/>
                    <a:pt x="104700" y="9527"/>
                  </a:cubicBezTo>
                  <a:cubicBezTo>
                    <a:pt x="108567" y="5658"/>
                    <a:pt x="113892" y="1440"/>
                    <a:pt x="120359" y="298"/>
                  </a:cubicBezTo>
                  <a:close/>
                </a:path>
              </a:pathLst>
            </a:custGeom>
            <a:solidFill>
              <a:schemeClr val="bg1"/>
            </a:solidFill>
            <a:ln w="9525" cap="flat">
              <a:noFill/>
              <a:prstDash val="solid"/>
              <a:miter/>
            </a:ln>
          </p:spPr>
          <p:txBody>
            <a:bodyPr rtlCol="0" anchor="ctr"/>
            <a:lstStyle/>
            <a:p>
              <a:endParaRPr lang="ru-RU"/>
            </a:p>
          </p:txBody>
        </p:sp>
      </p:grpSp>
      <p:grpSp>
        <p:nvGrpSpPr>
          <p:cNvPr id="31" name="Группа 30">
            <a:extLst>
              <a:ext uri="{FF2B5EF4-FFF2-40B4-BE49-F238E27FC236}">
                <a16:creationId xmlns:a16="http://schemas.microsoft.com/office/drawing/2014/main" id="{404B5AA3-BCAE-FEE8-1BD7-F71E62301280}"/>
              </a:ext>
            </a:extLst>
          </p:cNvPr>
          <p:cNvGrpSpPr/>
          <p:nvPr/>
        </p:nvGrpSpPr>
        <p:grpSpPr>
          <a:xfrm>
            <a:off x="639763" y="825175"/>
            <a:ext cx="1023937" cy="252000"/>
            <a:chOff x="639763" y="825175"/>
            <a:chExt cx="1023937" cy="252000"/>
          </a:xfrm>
        </p:grpSpPr>
        <p:sp>
          <p:nvSpPr>
            <p:cNvPr id="178" name="Прямоугольник: скругленные углы 177">
              <a:extLst>
                <a:ext uri="{FF2B5EF4-FFF2-40B4-BE49-F238E27FC236}">
                  <a16:creationId xmlns:a16="http://schemas.microsoft.com/office/drawing/2014/main" id="{6D0584D8-9AD1-D15E-F4D2-05B3870E7978}"/>
                </a:ext>
              </a:extLst>
            </p:cNvPr>
            <p:cNvSpPr/>
            <p:nvPr/>
          </p:nvSpPr>
          <p:spPr>
            <a:xfrm>
              <a:off x="639763" y="825175"/>
              <a:ext cx="1023937"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en-US" sz="1400" b="1"/>
                <a:t>DRAFT</a:t>
              </a:r>
              <a:endParaRPr lang="ru-RU" sz="1400" b="1"/>
            </a:p>
          </p:txBody>
        </p:sp>
        <p:sp>
          <p:nvSpPr>
            <p:cNvPr id="29" name="Полилиния: фигура 28">
              <a:extLst>
                <a:ext uri="{FF2B5EF4-FFF2-40B4-BE49-F238E27FC236}">
                  <a16:creationId xmlns:a16="http://schemas.microsoft.com/office/drawing/2014/main" id="{F343BAEE-6991-F5EF-B7E3-EA265EC7C6F5}"/>
                </a:ext>
              </a:extLst>
            </p:cNvPr>
            <p:cNvSpPr/>
            <p:nvPr/>
          </p:nvSpPr>
          <p:spPr>
            <a:xfrm>
              <a:off x="746438" y="884527"/>
              <a:ext cx="125126" cy="125124"/>
            </a:xfrm>
            <a:custGeom>
              <a:avLst/>
              <a:gdLst>
                <a:gd name="connsiteX0" fmla="*/ 91694 w 152401"/>
                <a:gd name="connsiteY0" fmla="*/ 41561 h 152398"/>
                <a:gd name="connsiteX1" fmla="*/ 110731 w 152401"/>
                <a:gd name="connsiteY1" fmla="*/ 60618 h 152398"/>
                <a:gd name="connsiteX2" fmla="*/ 110731 w 152401"/>
                <a:gd name="connsiteY2" fmla="*/ 79675 h 152398"/>
                <a:gd name="connsiteX3" fmla="*/ 47591 w 152401"/>
                <a:gd name="connsiteY3" fmla="*/ 142870 h 152398"/>
                <a:gd name="connsiteX4" fmla="*/ 9518 w 152401"/>
                <a:gd name="connsiteY4" fmla="*/ 152398 h 152398"/>
                <a:gd name="connsiteX5" fmla="*/ 0 w 152401"/>
                <a:gd name="connsiteY5" fmla="*/ 142870 h 152398"/>
                <a:gd name="connsiteX6" fmla="*/ 9518 w 152401"/>
                <a:gd name="connsiteY6" fmla="*/ 104757 h 152398"/>
                <a:gd name="connsiteX7" fmla="*/ 72435 w 152401"/>
                <a:gd name="connsiteY7" fmla="*/ 41785 h 152398"/>
                <a:gd name="connsiteX8" fmla="*/ 91694 w 152401"/>
                <a:gd name="connsiteY8" fmla="*/ 41561 h 152398"/>
                <a:gd name="connsiteX9" fmla="*/ 120359 w 152401"/>
                <a:gd name="connsiteY9" fmla="*/ 298 h 152398"/>
                <a:gd name="connsiteX10" fmla="*/ 142870 w 152401"/>
                <a:gd name="connsiteY10" fmla="*/ 9528 h 152398"/>
                <a:gd name="connsiteX11" fmla="*/ 142870 w 152401"/>
                <a:gd name="connsiteY11" fmla="*/ 47711 h 152398"/>
                <a:gd name="connsiteX12" fmla="*/ 114242 w 152401"/>
                <a:gd name="connsiteY12" fmla="*/ 47710 h 152398"/>
                <a:gd name="connsiteX13" fmla="*/ 104700 w 152401"/>
                <a:gd name="connsiteY13" fmla="*/ 38165 h 152398"/>
                <a:gd name="connsiteX14" fmla="*/ 104700 w 152401"/>
                <a:gd name="connsiteY14" fmla="*/ 9527 h 152398"/>
                <a:gd name="connsiteX15" fmla="*/ 120359 w 152401"/>
                <a:gd name="connsiteY15" fmla="*/ 298 h 152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401" h="152398">
                  <a:moveTo>
                    <a:pt x="91694" y="41561"/>
                  </a:moveTo>
                  <a:lnTo>
                    <a:pt x="110731" y="60618"/>
                  </a:lnTo>
                  <a:cubicBezTo>
                    <a:pt x="115490" y="65381"/>
                    <a:pt x="115490" y="74910"/>
                    <a:pt x="110731" y="79675"/>
                  </a:cubicBezTo>
                  <a:cubicBezTo>
                    <a:pt x="98238" y="92180"/>
                    <a:pt x="65394" y="125049"/>
                    <a:pt x="47591" y="142870"/>
                  </a:cubicBezTo>
                  <a:cubicBezTo>
                    <a:pt x="40693" y="149776"/>
                    <a:pt x="23796" y="152398"/>
                    <a:pt x="9518" y="152398"/>
                  </a:cubicBezTo>
                  <a:cubicBezTo>
                    <a:pt x="4759" y="152398"/>
                    <a:pt x="0" y="147635"/>
                    <a:pt x="0" y="142870"/>
                  </a:cubicBezTo>
                  <a:cubicBezTo>
                    <a:pt x="0" y="128578"/>
                    <a:pt x="2620" y="111662"/>
                    <a:pt x="9518" y="104757"/>
                  </a:cubicBezTo>
                  <a:cubicBezTo>
                    <a:pt x="27321" y="86936"/>
                    <a:pt x="59942" y="54291"/>
                    <a:pt x="72435" y="41785"/>
                  </a:cubicBezTo>
                  <a:cubicBezTo>
                    <a:pt x="77193" y="37021"/>
                    <a:pt x="86935" y="36797"/>
                    <a:pt x="91694" y="41561"/>
                  </a:cubicBezTo>
                  <a:close/>
                  <a:moveTo>
                    <a:pt x="120359" y="298"/>
                  </a:moveTo>
                  <a:cubicBezTo>
                    <a:pt x="126826" y="-844"/>
                    <a:pt x="134435" y="1090"/>
                    <a:pt x="142870" y="9528"/>
                  </a:cubicBezTo>
                  <a:cubicBezTo>
                    <a:pt x="159739" y="26402"/>
                    <a:pt x="150624" y="39955"/>
                    <a:pt x="142870" y="47711"/>
                  </a:cubicBezTo>
                  <a:cubicBezTo>
                    <a:pt x="130309" y="60277"/>
                    <a:pt x="126431" y="60313"/>
                    <a:pt x="114242" y="47710"/>
                  </a:cubicBezTo>
                  <a:lnTo>
                    <a:pt x="104700" y="38165"/>
                  </a:lnTo>
                  <a:cubicBezTo>
                    <a:pt x="92103" y="25449"/>
                    <a:pt x="92100" y="22130"/>
                    <a:pt x="104700" y="9527"/>
                  </a:cubicBezTo>
                  <a:cubicBezTo>
                    <a:pt x="108567" y="5658"/>
                    <a:pt x="113892" y="1440"/>
                    <a:pt x="120359" y="298"/>
                  </a:cubicBezTo>
                  <a:close/>
                </a:path>
              </a:pathLst>
            </a:custGeom>
            <a:solidFill>
              <a:schemeClr val="bg1"/>
            </a:solidFill>
            <a:ln w="9525" cap="flat">
              <a:noFill/>
              <a:prstDash val="solid"/>
              <a:miter/>
            </a:ln>
          </p:spPr>
          <p:txBody>
            <a:bodyPr rtlCol="0" anchor="ctr"/>
            <a:lstStyle/>
            <a:p>
              <a:endParaRPr lang="ru-RU"/>
            </a:p>
          </p:txBody>
        </p:sp>
      </p:grpSp>
      <p:sp>
        <p:nvSpPr>
          <p:cNvPr id="184" name="Прямоугольник: скругленные углы 183">
            <a:extLst>
              <a:ext uri="{FF2B5EF4-FFF2-40B4-BE49-F238E27FC236}">
                <a16:creationId xmlns:a16="http://schemas.microsoft.com/office/drawing/2014/main" id="{6913B577-3FE7-D84F-BD67-5D75CC206B5F}"/>
              </a:ext>
            </a:extLst>
          </p:cNvPr>
          <p:cNvSpPr/>
          <p:nvPr/>
        </p:nvSpPr>
        <p:spPr>
          <a:xfrm>
            <a:off x="2880920" y="1151043"/>
            <a:ext cx="647384" cy="216000"/>
          </a:xfrm>
          <a:prstGeom prst="roundRect">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en-US" sz="1200" b="1"/>
              <a:t>HOLD</a:t>
            </a:r>
            <a:endParaRPr lang="ru-RU" sz="1200" b="1"/>
          </a:p>
        </p:txBody>
      </p:sp>
      <p:grpSp>
        <p:nvGrpSpPr>
          <p:cNvPr id="68" name="Группа 67">
            <a:extLst>
              <a:ext uri="{FF2B5EF4-FFF2-40B4-BE49-F238E27FC236}">
                <a16:creationId xmlns:a16="http://schemas.microsoft.com/office/drawing/2014/main" id="{A071B4ED-F49F-7A42-B226-97AFFAC66A0D}"/>
              </a:ext>
            </a:extLst>
          </p:cNvPr>
          <p:cNvGrpSpPr/>
          <p:nvPr/>
        </p:nvGrpSpPr>
        <p:grpSpPr>
          <a:xfrm>
            <a:off x="2880920" y="427306"/>
            <a:ext cx="1169584" cy="324000"/>
            <a:chOff x="2900766" y="427306"/>
            <a:chExt cx="1169584" cy="324000"/>
          </a:xfrm>
        </p:grpSpPr>
        <p:sp>
          <p:nvSpPr>
            <p:cNvPr id="189" name="Прямоугольник: скругленные углы 188">
              <a:extLst>
                <a:ext uri="{FF2B5EF4-FFF2-40B4-BE49-F238E27FC236}">
                  <a16:creationId xmlns:a16="http://schemas.microsoft.com/office/drawing/2014/main" id="{67798DA0-1465-FD9A-4ABF-AB67D9CED3CB}"/>
                </a:ext>
              </a:extLst>
            </p:cNvPr>
            <p:cNvSpPr/>
            <p:nvPr/>
          </p:nvSpPr>
          <p:spPr>
            <a:xfrm>
              <a:off x="2900766" y="427306"/>
              <a:ext cx="1169584" cy="324000"/>
            </a:xfrm>
            <a:prstGeom prst="roundRect">
              <a:avLst>
                <a:gd name="adj" fmla="val 28032"/>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en-US">
                  <a:latin typeface="+mj-lt"/>
                </a:rPr>
                <a:t>HOLD</a:t>
              </a:r>
              <a:endParaRPr lang="ru-RU">
                <a:latin typeface="+mj-lt"/>
              </a:endParaRPr>
            </a:p>
          </p:txBody>
        </p:sp>
        <p:sp>
          <p:nvSpPr>
            <p:cNvPr id="65" name="Полилиния: фигура 64">
              <a:extLst>
                <a:ext uri="{FF2B5EF4-FFF2-40B4-BE49-F238E27FC236}">
                  <a16:creationId xmlns:a16="http://schemas.microsoft.com/office/drawing/2014/main" id="{45913295-0BEE-6E3F-7A59-42F1B9D0E18A}"/>
                </a:ext>
              </a:extLst>
            </p:cNvPr>
            <p:cNvSpPr/>
            <p:nvPr/>
          </p:nvSpPr>
          <p:spPr>
            <a:xfrm>
              <a:off x="3007519" y="510701"/>
              <a:ext cx="166061" cy="166061"/>
            </a:xfrm>
            <a:custGeom>
              <a:avLst/>
              <a:gdLst>
                <a:gd name="connsiteX0" fmla="*/ 119063 w 152400"/>
                <a:gd name="connsiteY0" fmla="*/ 0 h 152400"/>
                <a:gd name="connsiteX1" fmla="*/ 152400 w 152400"/>
                <a:gd name="connsiteY1" fmla="*/ 76200 h 152400"/>
                <a:gd name="connsiteX2" fmla="*/ 119063 w 152400"/>
                <a:gd name="connsiteY2" fmla="*/ 152400 h 152400"/>
                <a:gd name="connsiteX3" fmla="*/ 85725 w 152400"/>
                <a:gd name="connsiteY3" fmla="*/ 76200 h 152400"/>
                <a:gd name="connsiteX4" fmla="*/ 119063 w 152400"/>
                <a:gd name="connsiteY4" fmla="*/ 0 h 152400"/>
                <a:gd name="connsiteX5" fmla="*/ 33338 w 152400"/>
                <a:gd name="connsiteY5" fmla="*/ 0 h 152400"/>
                <a:gd name="connsiteX6" fmla="*/ 66675 w 152400"/>
                <a:gd name="connsiteY6" fmla="*/ 76200 h 152400"/>
                <a:gd name="connsiteX7" fmla="*/ 33338 w 152400"/>
                <a:gd name="connsiteY7" fmla="*/ 152400 h 152400"/>
                <a:gd name="connsiteX8" fmla="*/ 0 w 152400"/>
                <a:gd name="connsiteY8" fmla="*/ 76200 h 152400"/>
                <a:gd name="connsiteX9" fmla="*/ 33338 w 152400"/>
                <a:gd name="connsiteY9"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400" h="152400">
                  <a:moveTo>
                    <a:pt x="119063" y="0"/>
                  </a:moveTo>
                  <a:cubicBezTo>
                    <a:pt x="146515" y="0"/>
                    <a:pt x="152400" y="9525"/>
                    <a:pt x="152400" y="76200"/>
                  </a:cubicBezTo>
                  <a:cubicBezTo>
                    <a:pt x="152400" y="142875"/>
                    <a:pt x="146515" y="152400"/>
                    <a:pt x="119063" y="152400"/>
                  </a:cubicBezTo>
                  <a:cubicBezTo>
                    <a:pt x="91610" y="152400"/>
                    <a:pt x="85725" y="142875"/>
                    <a:pt x="85725" y="76200"/>
                  </a:cubicBezTo>
                  <a:cubicBezTo>
                    <a:pt x="85725" y="9525"/>
                    <a:pt x="91610" y="0"/>
                    <a:pt x="119063" y="0"/>
                  </a:cubicBezTo>
                  <a:close/>
                  <a:moveTo>
                    <a:pt x="33338" y="0"/>
                  </a:moveTo>
                  <a:cubicBezTo>
                    <a:pt x="60790" y="0"/>
                    <a:pt x="66675" y="9525"/>
                    <a:pt x="66675" y="76200"/>
                  </a:cubicBezTo>
                  <a:cubicBezTo>
                    <a:pt x="66675" y="142875"/>
                    <a:pt x="60790" y="152400"/>
                    <a:pt x="33338" y="152400"/>
                  </a:cubicBezTo>
                  <a:cubicBezTo>
                    <a:pt x="5884" y="152400"/>
                    <a:pt x="0" y="142875"/>
                    <a:pt x="0" y="76200"/>
                  </a:cubicBezTo>
                  <a:cubicBezTo>
                    <a:pt x="0" y="9525"/>
                    <a:pt x="5884" y="0"/>
                    <a:pt x="33338" y="0"/>
                  </a:cubicBezTo>
                  <a:close/>
                </a:path>
              </a:pathLst>
            </a:custGeom>
            <a:solidFill>
              <a:schemeClr val="bg2"/>
            </a:solidFill>
            <a:ln w="9525" cap="flat">
              <a:noFill/>
              <a:prstDash val="solid"/>
              <a:miter/>
            </a:ln>
          </p:spPr>
          <p:txBody>
            <a:bodyPr rtlCol="0" anchor="ctr"/>
            <a:lstStyle/>
            <a:p>
              <a:endParaRPr lang="ru-RU"/>
            </a:p>
          </p:txBody>
        </p:sp>
      </p:grpSp>
      <p:grpSp>
        <p:nvGrpSpPr>
          <p:cNvPr id="67" name="Группа 66">
            <a:extLst>
              <a:ext uri="{FF2B5EF4-FFF2-40B4-BE49-F238E27FC236}">
                <a16:creationId xmlns:a16="http://schemas.microsoft.com/office/drawing/2014/main" id="{D393052C-0710-273E-E465-10CD4F82AAC3}"/>
              </a:ext>
            </a:extLst>
          </p:cNvPr>
          <p:cNvGrpSpPr/>
          <p:nvPr/>
        </p:nvGrpSpPr>
        <p:grpSpPr>
          <a:xfrm>
            <a:off x="2880920" y="825175"/>
            <a:ext cx="915584" cy="252000"/>
            <a:chOff x="2900766" y="825175"/>
            <a:chExt cx="915584" cy="252000"/>
          </a:xfrm>
        </p:grpSpPr>
        <p:sp>
          <p:nvSpPr>
            <p:cNvPr id="187" name="Прямоугольник: скругленные углы 186">
              <a:extLst>
                <a:ext uri="{FF2B5EF4-FFF2-40B4-BE49-F238E27FC236}">
                  <a16:creationId xmlns:a16="http://schemas.microsoft.com/office/drawing/2014/main" id="{351EE96E-F916-5326-82DA-588A375BD782}"/>
                </a:ext>
              </a:extLst>
            </p:cNvPr>
            <p:cNvSpPr/>
            <p:nvPr/>
          </p:nvSpPr>
          <p:spPr>
            <a:xfrm>
              <a:off x="2900766" y="825175"/>
              <a:ext cx="915584"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en-US" sz="1400" b="1"/>
                <a:t>HOLD</a:t>
              </a:r>
              <a:endParaRPr lang="ru-RU" sz="1400" b="1"/>
            </a:p>
          </p:txBody>
        </p:sp>
        <p:sp>
          <p:nvSpPr>
            <p:cNvPr id="66" name="Полилиния: фигура 65">
              <a:extLst>
                <a:ext uri="{FF2B5EF4-FFF2-40B4-BE49-F238E27FC236}">
                  <a16:creationId xmlns:a16="http://schemas.microsoft.com/office/drawing/2014/main" id="{6569C2C6-491E-0DCA-32D6-D01C73498F71}"/>
                </a:ext>
              </a:extLst>
            </p:cNvPr>
            <p:cNvSpPr/>
            <p:nvPr/>
          </p:nvSpPr>
          <p:spPr>
            <a:xfrm>
              <a:off x="2997980" y="879769"/>
              <a:ext cx="135105" cy="135105"/>
            </a:xfrm>
            <a:custGeom>
              <a:avLst/>
              <a:gdLst>
                <a:gd name="connsiteX0" fmla="*/ 119063 w 152400"/>
                <a:gd name="connsiteY0" fmla="*/ 0 h 152400"/>
                <a:gd name="connsiteX1" fmla="*/ 152400 w 152400"/>
                <a:gd name="connsiteY1" fmla="*/ 76200 h 152400"/>
                <a:gd name="connsiteX2" fmla="*/ 119063 w 152400"/>
                <a:gd name="connsiteY2" fmla="*/ 152400 h 152400"/>
                <a:gd name="connsiteX3" fmla="*/ 85725 w 152400"/>
                <a:gd name="connsiteY3" fmla="*/ 76200 h 152400"/>
                <a:gd name="connsiteX4" fmla="*/ 119063 w 152400"/>
                <a:gd name="connsiteY4" fmla="*/ 0 h 152400"/>
                <a:gd name="connsiteX5" fmla="*/ 33338 w 152400"/>
                <a:gd name="connsiteY5" fmla="*/ 0 h 152400"/>
                <a:gd name="connsiteX6" fmla="*/ 66675 w 152400"/>
                <a:gd name="connsiteY6" fmla="*/ 76200 h 152400"/>
                <a:gd name="connsiteX7" fmla="*/ 33338 w 152400"/>
                <a:gd name="connsiteY7" fmla="*/ 152400 h 152400"/>
                <a:gd name="connsiteX8" fmla="*/ 0 w 152400"/>
                <a:gd name="connsiteY8" fmla="*/ 76200 h 152400"/>
                <a:gd name="connsiteX9" fmla="*/ 33338 w 152400"/>
                <a:gd name="connsiteY9"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400" h="152400">
                  <a:moveTo>
                    <a:pt x="119063" y="0"/>
                  </a:moveTo>
                  <a:cubicBezTo>
                    <a:pt x="146515" y="0"/>
                    <a:pt x="152400" y="9525"/>
                    <a:pt x="152400" y="76200"/>
                  </a:cubicBezTo>
                  <a:cubicBezTo>
                    <a:pt x="152400" y="142875"/>
                    <a:pt x="146515" y="152400"/>
                    <a:pt x="119063" y="152400"/>
                  </a:cubicBezTo>
                  <a:cubicBezTo>
                    <a:pt x="91610" y="152400"/>
                    <a:pt x="85725" y="142875"/>
                    <a:pt x="85725" y="76200"/>
                  </a:cubicBezTo>
                  <a:cubicBezTo>
                    <a:pt x="85725" y="9525"/>
                    <a:pt x="91610" y="0"/>
                    <a:pt x="119063" y="0"/>
                  </a:cubicBezTo>
                  <a:close/>
                  <a:moveTo>
                    <a:pt x="33338" y="0"/>
                  </a:moveTo>
                  <a:cubicBezTo>
                    <a:pt x="60790" y="0"/>
                    <a:pt x="66675" y="9525"/>
                    <a:pt x="66675" y="76200"/>
                  </a:cubicBezTo>
                  <a:cubicBezTo>
                    <a:pt x="66675" y="142875"/>
                    <a:pt x="60790" y="152400"/>
                    <a:pt x="33338" y="152400"/>
                  </a:cubicBezTo>
                  <a:cubicBezTo>
                    <a:pt x="5884" y="152400"/>
                    <a:pt x="0" y="142875"/>
                    <a:pt x="0" y="76200"/>
                  </a:cubicBezTo>
                  <a:cubicBezTo>
                    <a:pt x="0" y="9525"/>
                    <a:pt x="5884" y="0"/>
                    <a:pt x="33338" y="0"/>
                  </a:cubicBezTo>
                  <a:close/>
                </a:path>
              </a:pathLst>
            </a:custGeom>
            <a:solidFill>
              <a:schemeClr val="bg2"/>
            </a:solidFill>
            <a:ln w="9525" cap="flat">
              <a:noFill/>
              <a:prstDash val="solid"/>
              <a:miter/>
            </a:ln>
          </p:spPr>
          <p:txBody>
            <a:bodyPr rtlCol="0" anchor="ctr"/>
            <a:lstStyle/>
            <a:p>
              <a:endParaRPr lang="ru-RU"/>
            </a:p>
          </p:txBody>
        </p:sp>
      </p:grpSp>
      <p:sp>
        <p:nvSpPr>
          <p:cNvPr id="192" name="Прямоугольник: скругленные углы 191">
            <a:extLst>
              <a:ext uri="{FF2B5EF4-FFF2-40B4-BE49-F238E27FC236}">
                <a16:creationId xmlns:a16="http://schemas.microsoft.com/office/drawing/2014/main" id="{E9ACD9E3-6079-359E-51CB-9DE2DF1D83B1}"/>
              </a:ext>
            </a:extLst>
          </p:cNvPr>
          <p:cNvSpPr/>
          <p:nvPr/>
        </p:nvSpPr>
        <p:spPr>
          <a:xfrm>
            <a:off x="4981976" y="1151043"/>
            <a:ext cx="565618"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en-US" sz="1200" b="1"/>
              <a:t>NEW</a:t>
            </a:r>
            <a:endParaRPr lang="ru-RU" sz="1200" b="1"/>
          </a:p>
        </p:txBody>
      </p:sp>
      <p:grpSp>
        <p:nvGrpSpPr>
          <p:cNvPr id="81" name="Группа 80">
            <a:extLst>
              <a:ext uri="{FF2B5EF4-FFF2-40B4-BE49-F238E27FC236}">
                <a16:creationId xmlns:a16="http://schemas.microsoft.com/office/drawing/2014/main" id="{1A36B65E-4FFE-20A7-CD8B-4FEDC30E7F90}"/>
              </a:ext>
            </a:extLst>
          </p:cNvPr>
          <p:cNvGrpSpPr/>
          <p:nvPr/>
        </p:nvGrpSpPr>
        <p:grpSpPr>
          <a:xfrm>
            <a:off x="4981975" y="427306"/>
            <a:ext cx="1034244" cy="324000"/>
            <a:chOff x="5023656" y="427306"/>
            <a:chExt cx="1034244" cy="324000"/>
          </a:xfrm>
        </p:grpSpPr>
        <p:sp>
          <p:nvSpPr>
            <p:cNvPr id="197" name="Прямоугольник: скругленные углы 196">
              <a:extLst>
                <a:ext uri="{FF2B5EF4-FFF2-40B4-BE49-F238E27FC236}">
                  <a16:creationId xmlns:a16="http://schemas.microsoft.com/office/drawing/2014/main" id="{7660DAA1-A216-36C9-4F67-E9115231E052}"/>
                </a:ext>
              </a:extLst>
            </p:cNvPr>
            <p:cNvSpPr/>
            <p:nvPr/>
          </p:nvSpPr>
          <p:spPr>
            <a:xfrm>
              <a:off x="5023656" y="427306"/>
              <a:ext cx="1034244"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en-US">
                  <a:latin typeface="+mj-lt"/>
                </a:rPr>
                <a:t>NEW</a:t>
              </a:r>
              <a:endParaRPr lang="ru-RU">
                <a:latin typeface="+mj-lt"/>
              </a:endParaRPr>
            </a:p>
          </p:txBody>
        </p:sp>
        <p:sp>
          <p:nvSpPr>
            <p:cNvPr id="77" name="Рисунок 18">
              <a:extLst>
                <a:ext uri="{FF2B5EF4-FFF2-40B4-BE49-F238E27FC236}">
                  <a16:creationId xmlns:a16="http://schemas.microsoft.com/office/drawing/2014/main" id="{3966BFAE-38DD-E7AE-B1FB-DE8AA770F0F5}"/>
                </a:ext>
              </a:extLst>
            </p:cNvPr>
            <p:cNvSpPr/>
            <p:nvPr/>
          </p:nvSpPr>
          <p:spPr>
            <a:xfrm>
              <a:off x="5133665" y="514532"/>
              <a:ext cx="162320" cy="162320"/>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grpSp>
        <p:nvGrpSpPr>
          <p:cNvPr id="79" name="Группа 78">
            <a:extLst>
              <a:ext uri="{FF2B5EF4-FFF2-40B4-BE49-F238E27FC236}">
                <a16:creationId xmlns:a16="http://schemas.microsoft.com/office/drawing/2014/main" id="{AB795B49-7902-588B-F97D-9B9879606235}"/>
              </a:ext>
            </a:extLst>
          </p:cNvPr>
          <p:cNvGrpSpPr/>
          <p:nvPr/>
        </p:nvGrpSpPr>
        <p:grpSpPr>
          <a:xfrm>
            <a:off x="4981975" y="825175"/>
            <a:ext cx="820883" cy="252000"/>
            <a:chOff x="5023656" y="825175"/>
            <a:chExt cx="820883" cy="252000"/>
          </a:xfrm>
        </p:grpSpPr>
        <p:sp>
          <p:nvSpPr>
            <p:cNvPr id="195" name="Прямоугольник: скругленные углы 194">
              <a:extLst>
                <a:ext uri="{FF2B5EF4-FFF2-40B4-BE49-F238E27FC236}">
                  <a16:creationId xmlns:a16="http://schemas.microsoft.com/office/drawing/2014/main" id="{4997BD5E-7E7E-04AD-68B2-51474E679A0E}"/>
                </a:ext>
              </a:extLst>
            </p:cNvPr>
            <p:cNvSpPr/>
            <p:nvPr/>
          </p:nvSpPr>
          <p:spPr>
            <a:xfrm>
              <a:off x="5023656" y="825175"/>
              <a:ext cx="820883"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en-US" sz="1400" b="1"/>
                <a:t>NEW</a:t>
              </a:r>
              <a:endParaRPr lang="ru-RU" sz="1400" b="1"/>
            </a:p>
          </p:txBody>
        </p:sp>
        <p:sp>
          <p:nvSpPr>
            <p:cNvPr id="78" name="Рисунок 18">
              <a:extLst>
                <a:ext uri="{FF2B5EF4-FFF2-40B4-BE49-F238E27FC236}">
                  <a16:creationId xmlns:a16="http://schemas.microsoft.com/office/drawing/2014/main" id="{7EF8E449-A320-A5D8-F17F-08BE7B4C4454}"/>
                </a:ext>
              </a:extLst>
            </p:cNvPr>
            <p:cNvSpPr/>
            <p:nvPr/>
          </p:nvSpPr>
          <p:spPr>
            <a:xfrm>
              <a:off x="5119887" y="878910"/>
              <a:ext cx="130741" cy="130741"/>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sp>
        <p:nvSpPr>
          <p:cNvPr id="200" name="Прямоугольник: скругленные углы 199">
            <a:extLst>
              <a:ext uri="{FF2B5EF4-FFF2-40B4-BE49-F238E27FC236}">
                <a16:creationId xmlns:a16="http://schemas.microsoft.com/office/drawing/2014/main" id="{D508B579-95AB-3119-E715-FEC7D84890DA}"/>
              </a:ext>
            </a:extLst>
          </p:cNvPr>
          <p:cNvSpPr/>
          <p:nvPr/>
        </p:nvSpPr>
        <p:spPr>
          <a:xfrm>
            <a:off x="6947690" y="1151043"/>
            <a:ext cx="1096276"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ПРОБЛЕМА</a:t>
            </a:r>
          </a:p>
        </p:txBody>
      </p:sp>
      <p:grpSp>
        <p:nvGrpSpPr>
          <p:cNvPr id="96" name="Группа 95">
            <a:extLst>
              <a:ext uri="{FF2B5EF4-FFF2-40B4-BE49-F238E27FC236}">
                <a16:creationId xmlns:a16="http://schemas.microsoft.com/office/drawing/2014/main" id="{B3B954C3-FC9D-0629-8201-8218CEA33E43}"/>
              </a:ext>
            </a:extLst>
          </p:cNvPr>
          <p:cNvGrpSpPr/>
          <p:nvPr/>
        </p:nvGrpSpPr>
        <p:grpSpPr>
          <a:xfrm>
            <a:off x="6947690" y="427306"/>
            <a:ext cx="1918156" cy="324000"/>
            <a:chOff x="7022644" y="427306"/>
            <a:chExt cx="1918156" cy="324000"/>
          </a:xfrm>
        </p:grpSpPr>
        <p:sp>
          <p:nvSpPr>
            <p:cNvPr id="205" name="Прямоугольник: скругленные углы 204">
              <a:extLst>
                <a:ext uri="{FF2B5EF4-FFF2-40B4-BE49-F238E27FC236}">
                  <a16:creationId xmlns:a16="http://schemas.microsoft.com/office/drawing/2014/main" id="{25A8E0D9-7C27-979B-CA6F-77FDC7640673}"/>
                </a:ext>
              </a:extLst>
            </p:cNvPr>
            <p:cNvSpPr/>
            <p:nvPr/>
          </p:nvSpPr>
          <p:spPr>
            <a:xfrm>
              <a:off x="7022644" y="427306"/>
              <a:ext cx="1918156"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ПРОБЛЕМА</a:t>
              </a:r>
            </a:p>
          </p:txBody>
        </p:sp>
        <p:sp>
          <p:nvSpPr>
            <p:cNvPr id="90" name="Рисунок 11">
              <a:extLst>
                <a:ext uri="{FF2B5EF4-FFF2-40B4-BE49-F238E27FC236}">
                  <a16:creationId xmlns:a16="http://schemas.microsoft.com/office/drawing/2014/main" id="{25BE1342-AA90-97C6-549A-001238D5D5DE}"/>
                </a:ext>
              </a:extLst>
            </p:cNvPr>
            <p:cNvSpPr/>
            <p:nvPr/>
          </p:nvSpPr>
          <p:spPr>
            <a:xfrm>
              <a:off x="7117151" y="510701"/>
              <a:ext cx="165600" cy="1656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47625 w 171450"/>
                <a:gd name="connsiteY5" fmla="*/ 57150 h 171450"/>
                <a:gd name="connsiteX6" fmla="*/ 57150 w 171450"/>
                <a:gd name="connsiteY6" fmla="*/ 66675 h 171450"/>
                <a:gd name="connsiteX7" fmla="*/ 47625 w 171450"/>
                <a:gd name="connsiteY7" fmla="*/ 76200 h 171450"/>
                <a:gd name="connsiteX8" fmla="*/ 38100 w 171450"/>
                <a:gd name="connsiteY8" fmla="*/ 66675 h 171450"/>
                <a:gd name="connsiteX9" fmla="*/ 47625 w 171450"/>
                <a:gd name="connsiteY9" fmla="*/ 57150 h 171450"/>
                <a:gd name="connsiteX10" fmla="*/ 123825 w 171450"/>
                <a:gd name="connsiteY10" fmla="*/ 57150 h 171450"/>
                <a:gd name="connsiteX11" fmla="*/ 133350 w 171450"/>
                <a:gd name="connsiteY11" fmla="*/ 66675 h 171450"/>
                <a:gd name="connsiteX12" fmla="*/ 123825 w 171450"/>
                <a:gd name="connsiteY12" fmla="*/ 76200 h 171450"/>
                <a:gd name="connsiteX13" fmla="*/ 114300 w 171450"/>
                <a:gd name="connsiteY13" fmla="*/ 66675 h 171450"/>
                <a:gd name="connsiteX14" fmla="*/ 123825 w 171450"/>
                <a:gd name="connsiteY14" fmla="*/ 57150 h 171450"/>
                <a:gd name="connsiteX15" fmla="*/ 109035 w 171450"/>
                <a:gd name="connsiteY15" fmla="*/ 122820 h 171450"/>
                <a:gd name="connsiteX16" fmla="*/ 89985 w 171450"/>
                <a:gd name="connsiteY16" fmla="*/ 132345 h 171450"/>
                <a:gd name="connsiteX17" fmla="*/ 77206 w 171450"/>
                <a:gd name="connsiteY17" fmla="*/ 128086 h 171450"/>
                <a:gd name="connsiteX18" fmla="*/ 81465 w 171450"/>
                <a:gd name="connsiteY18" fmla="*/ 115306 h 171450"/>
                <a:gd name="connsiteX19" fmla="*/ 100515 w 171450"/>
                <a:gd name="connsiteY19" fmla="*/ 105781 h 171450"/>
                <a:gd name="connsiteX20" fmla="*/ 113294 w 171450"/>
                <a:gd name="connsiteY20" fmla="*/ 110042 h 171450"/>
                <a:gd name="connsiteX21" fmla="*/ 109035 w 171450"/>
                <a:gd name="connsiteY21" fmla="*/ 12282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47625" y="57150"/>
                  </a:moveTo>
                  <a:cubicBezTo>
                    <a:pt x="52885" y="57150"/>
                    <a:pt x="57150" y="61415"/>
                    <a:pt x="57150" y="66675"/>
                  </a:cubicBezTo>
                  <a:cubicBezTo>
                    <a:pt x="57150" y="71935"/>
                    <a:pt x="52885" y="76200"/>
                    <a:pt x="47625" y="76200"/>
                  </a:cubicBezTo>
                  <a:cubicBezTo>
                    <a:pt x="42365" y="76200"/>
                    <a:pt x="38100" y="71935"/>
                    <a:pt x="38100" y="66675"/>
                  </a:cubicBezTo>
                  <a:cubicBezTo>
                    <a:pt x="38100" y="61415"/>
                    <a:pt x="42365" y="57150"/>
                    <a:pt x="47625" y="57150"/>
                  </a:cubicBezTo>
                  <a:close/>
                  <a:moveTo>
                    <a:pt x="123825" y="57150"/>
                  </a:moveTo>
                  <a:cubicBezTo>
                    <a:pt x="129085" y="57150"/>
                    <a:pt x="133350" y="61415"/>
                    <a:pt x="133350" y="66675"/>
                  </a:cubicBezTo>
                  <a:cubicBezTo>
                    <a:pt x="133350" y="71935"/>
                    <a:pt x="129085" y="76200"/>
                    <a:pt x="123825" y="76200"/>
                  </a:cubicBezTo>
                  <a:cubicBezTo>
                    <a:pt x="118565" y="76200"/>
                    <a:pt x="114300" y="71935"/>
                    <a:pt x="114300" y="66675"/>
                  </a:cubicBezTo>
                  <a:cubicBezTo>
                    <a:pt x="114300" y="61415"/>
                    <a:pt x="118565" y="57150"/>
                    <a:pt x="123825" y="57150"/>
                  </a:cubicBezTo>
                  <a:close/>
                  <a:moveTo>
                    <a:pt x="109035" y="122820"/>
                  </a:moveTo>
                  <a:lnTo>
                    <a:pt x="89985" y="132345"/>
                  </a:lnTo>
                  <a:cubicBezTo>
                    <a:pt x="85279" y="134698"/>
                    <a:pt x="79559" y="132791"/>
                    <a:pt x="77206" y="128086"/>
                  </a:cubicBezTo>
                  <a:cubicBezTo>
                    <a:pt x="74853" y="123380"/>
                    <a:pt x="76760" y="117659"/>
                    <a:pt x="81465" y="115306"/>
                  </a:cubicBezTo>
                  <a:lnTo>
                    <a:pt x="100515" y="105781"/>
                  </a:lnTo>
                  <a:cubicBezTo>
                    <a:pt x="105221" y="103429"/>
                    <a:pt x="110941" y="105336"/>
                    <a:pt x="113294" y="110042"/>
                  </a:cubicBezTo>
                  <a:cubicBezTo>
                    <a:pt x="115647" y="114746"/>
                    <a:pt x="113740" y="120468"/>
                    <a:pt x="109035" y="122820"/>
                  </a:cubicBezTo>
                  <a:close/>
                </a:path>
              </a:pathLst>
            </a:custGeom>
            <a:solidFill>
              <a:schemeClr val="bg2"/>
            </a:solidFill>
            <a:ln w="9525" cap="flat">
              <a:noFill/>
              <a:prstDash val="solid"/>
              <a:miter/>
            </a:ln>
          </p:spPr>
          <p:txBody>
            <a:bodyPr rtlCol="0" anchor="ctr"/>
            <a:lstStyle/>
            <a:p>
              <a:endParaRPr lang="ru-RU"/>
            </a:p>
          </p:txBody>
        </p:sp>
      </p:grpSp>
      <p:grpSp>
        <p:nvGrpSpPr>
          <p:cNvPr id="97" name="Группа 96">
            <a:extLst>
              <a:ext uri="{FF2B5EF4-FFF2-40B4-BE49-F238E27FC236}">
                <a16:creationId xmlns:a16="http://schemas.microsoft.com/office/drawing/2014/main" id="{865DB1E3-8A02-639A-32E6-9CB7A66B983C}"/>
              </a:ext>
            </a:extLst>
          </p:cNvPr>
          <p:cNvGrpSpPr/>
          <p:nvPr/>
        </p:nvGrpSpPr>
        <p:grpSpPr>
          <a:xfrm>
            <a:off x="6947690" y="825175"/>
            <a:ext cx="1441906" cy="252000"/>
            <a:chOff x="7022644" y="825175"/>
            <a:chExt cx="1441906" cy="252000"/>
          </a:xfrm>
        </p:grpSpPr>
        <p:sp>
          <p:nvSpPr>
            <p:cNvPr id="203" name="Прямоугольник: скругленные углы 202">
              <a:extLst>
                <a:ext uri="{FF2B5EF4-FFF2-40B4-BE49-F238E27FC236}">
                  <a16:creationId xmlns:a16="http://schemas.microsoft.com/office/drawing/2014/main" id="{9CA390A6-108C-A38F-53CC-F4ECD68B2AE1}"/>
                </a:ext>
              </a:extLst>
            </p:cNvPr>
            <p:cNvSpPr/>
            <p:nvPr/>
          </p:nvSpPr>
          <p:spPr>
            <a:xfrm>
              <a:off x="7022644" y="825175"/>
              <a:ext cx="1441906"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ПРОБЛЕМА</a:t>
              </a:r>
            </a:p>
          </p:txBody>
        </p:sp>
        <p:sp>
          <p:nvSpPr>
            <p:cNvPr id="92" name="Рисунок 11">
              <a:extLst>
                <a:ext uri="{FF2B5EF4-FFF2-40B4-BE49-F238E27FC236}">
                  <a16:creationId xmlns:a16="http://schemas.microsoft.com/office/drawing/2014/main" id="{964770B0-AA99-4813-1E3B-2605E9AFCDA5}"/>
                </a:ext>
              </a:extLst>
            </p:cNvPr>
            <p:cNvSpPr/>
            <p:nvPr/>
          </p:nvSpPr>
          <p:spPr>
            <a:xfrm>
              <a:off x="7117151" y="875575"/>
              <a:ext cx="136800" cy="1368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47625 w 171450"/>
                <a:gd name="connsiteY5" fmla="*/ 57150 h 171450"/>
                <a:gd name="connsiteX6" fmla="*/ 57150 w 171450"/>
                <a:gd name="connsiteY6" fmla="*/ 66675 h 171450"/>
                <a:gd name="connsiteX7" fmla="*/ 47625 w 171450"/>
                <a:gd name="connsiteY7" fmla="*/ 76200 h 171450"/>
                <a:gd name="connsiteX8" fmla="*/ 38100 w 171450"/>
                <a:gd name="connsiteY8" fmla="*/ 66675 h 171450"/>
                <a:gd name="connsiteX9" fmla="*/ 47625 w 171450"/>
                <a:gd name="connsiteY9" fmla="*/ 57150 h 171450"/>
                <a:gd name="connsiteX10" fmla="*/ 123825 w 171450"/>
                <a:gd name="connsiteY10" fmla="*/ 57150 h 171450"/>
                <a:gd name="connsiteX11" fmla="*/ 133350 w 171450"/>
                <a:gd name="connsiteY11" fmla="*/ 66675 h 171450"/>
                <a:gd name="connsiteX12" fmla="*/ 123825 w 171450"/>
                <a:gd name="connsiteY12" fmla="*/ 76200 h 171450"/>
                <a:gd name="connsiteX13" fmla="*/ 114300 w 171450"/>
                <a:gd name="connsiteY13" fmla="*/ 66675 h 171450"/>
                <a:gd name="connsiteX14" fmla="*/ 123825 w 171450"/>
                <a:gd name="connsiteY14" fmla="*/ 57150 h 171450"/>
                <a:gd name="connsiteX15" fmla="*/ 109035 w 171450"/>
                <a:gd name="connsiteY15" fmla="*/ 122820 h 171450"/>
                <a:gd name="connsiteX16" fmla="*/ 89985 w 171450"/>
                <a:gd name="connsiteY16" fmla="*/ 132345 h 171450"/>
                <a:gd name="connsiteX17" fmla="*/ 77206 w 171450"/>
                <a:gd name="connsiteY17" fmla="*/ 128086 h 171450"/>
                <a:gd name="connsiteX18" fmla="*/ 81465 w 171450"/>
                <a:gd name="connsiteY18" fmla="*/ 115306 h 171450"/>
                <a:gd name="connsiteX19" fmla="*/ 100515 w 171450"/>
                <a:gd name="connsiteY19" fmla="*/ 105781 h 171450"/>
                <a:gd name="connsiteX20" fmla="*/ 113294 w 171450"/>
                <a:gd name="connsiteY20" fmla="*/ 110042 h 171450"/>
                <a:gd name="connsiteX21" fmla="*/ 109035 w 171450"/>
                <a:gd name="connsiteY21" fmla="*/ 12282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47625" y="57150"/>
                  </a:moveTo>
                  <a:cubicBezTo>
                    <a:pt x="52885" y="57150"/>
                    <a:pt x="57150" y="61415"/>
                    <a:pt x="57150" y="66675"/>
                  </a:cubicBezTo>
                  <a:cubicBezTo>
                    <a:pt x="57150" y="71935"/>
                    <a:pt x="52885" y="76200"/>
                    <a:pt x="47625" y="76200"/>
                  </a:cubicBezTo>
                  <a:cubicBezTo>
                    <a:pt x="42365" y="76200"/>
                    <a:pt x="38100" y="71935"/>
                    <a:pt x="38100" y="66675"/>
                  </a:cubicBezTo>
                  <a:cubicBezTo>
                    <a:pt x="38100" y="61415"/>
                    <a:pt x="42365" y="57150"/>
                    <a:pt x="47625" y="57150"/>
                  </a:cubicBezTo>
                  <a:close/>
                  <a:moveTo>
                    <a:pt x="123825" y="57150"/>
                  </a:moveTo>
                  <a:cubicBezTo>
                    <a:pt x="129085" y="57150"/>
                    <a:pt x="133350" y="61415"/>
                    <a:pt x="133350" y="66675"/>
                  </a:cubicBezTo>
                  <a:cubicBezTo>
                    <a:pt x="133350" y="71935"/>
                    <a:pt x="129085" y="76200"/>
                    <a:pt x="123825" y="76200"/>
                  </a:cubicBezTo>
                  <a:cubicBezTo>
                    <a:pt x="118565" y="76200"/>
                    <a:pt x="114300" y="71935"/>
                    <a:pt x="114300" y="66675"/>
                  </a:cubicBezTo>
                  <a:cubicBezTo>
                    <a:pt x="114300" y="61415"/>
                    <a:pt x="118565" y="57150"/>
                    <a:pt x="123825" y="57150"/>
                  </a:cubicBezTo>
                  <a:close/>
                  <a:moveTo>
                    <a:pt x="109035" y="122820"/>
                  </a:moveTo>
                  <a:lnTo>
                    <a:pt x="89985" y="132345"/>
                  </a:lnTo>
                  <a:cubicBezTo>
                    <a:pt x="85279" y="134698"/>
                    <a:pt x="79559" y="132791"/>
                    <a:pt x="77206" y="128086"/>
                  </a:cubicBezTo>
                  <a:cubicBezTo>
                    <a:pt x="74853" y="123380"/>
                    <a:pt x="76760" y="117659"/>
                    <a:pt x="81465" y="115306"/>
                  </a:cubicBezTo>
                  <a:lnTo>
                    <a:pt x="100515" y="105781"/>
                  </a:lnTo>
                  <a:cubicBezTo>
                    <a:pt x="105221" y="103429"/>
                    <a:pt x="110941" y="105336"/>
                    <a:pt x="113294" y="110042"/>
                  </a:cubicBezTo>
                  <a:cubicBezTo>
                    <a:pt x="115647" y="114746"/>
                    <a:pt x="113740" y="120468"/>
                    <a:pt x="109035" y="122820"/>
                  </a:cubicBezTo>
                  <a:close/>
                </a:path>
              </a:pathLst>
            </a:custGeom>
            <a:solidFill>
              <a:schemeClr val="bg2"/>
            </a:solidFill>
            <a:ln w="9525" cap="flat">
              <a:noFill/>
              <a:prstDash val="solid"/>
              <a:miter/>
            </a:ln>
          </p:spPr>
          <p:txBody>
            <a:bodyPr rtlCol="0" anchor="ctr"/>
            <a:lstStyle/>
            <a:p>
              <a:endParaRPr lang="ru-RU"/>
            </a:p>
          </p:txBody>
        </p:sp>
      </p:grpSp>
      <p:sp>
        <p:nvSpPr>
          <p:cNvPr id="233" name="Прямоугольник: скругленные углы 232">
            <a:extLst>
              <a:ext uri="{FF2B5EF4-FFF2-40B4-BE49-F238E27FC236}">
                <a16:creationId xmlns:a16="http://schemas.microsoft.com/office/drawing/2014/main" id="{918F4167-F856-CB8C-15DA-342BC5079A04}"/>
              </a:ext>
            </a:extLst>
          </p:cNvPr>
          <p:cNvSpPr/>
          <p:nvPr/>
        </p:nvSpPr>
        <p:spPr>
          <a:xfrm>
            <a:off x="9797320" y="1151043"/>
            <a:ext cx="988673" cy="216000"/>
          </a:xfrm>
          <a:prstGeom prst="roundRect">
            <a:avLst>
              <a:gd name="adj" fmla="val 50000"/>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РЕШЕНИЕ</a:t>
            </a:r>
          </a:p>
        </p:txBody>
      </p:sp>
      <p:grpSp>
        <p:nvGrpSpPr>
          <p:cNvPr id="95" name="Группа 94">
            <a:extLst>
              <a:ext uri="{FF2B5EF4-FFF2-40B4-BE49-F238E27FC236}">
                <a16:creationId xmlns:a16="http://schemas.microsoft.com/office/drawing/2014/main" id="{CB62EF91-3A93-7BBD-0BC1-15251E067F2E}"/>
              </a:ext>
            </a:extLst>
          </p:cNvPr>
          <p:cNvGrpSpPr/>
          <p:nvPr/>
        </p:nvGrpSpPr>
        <p:grpSpPr>
          <a:xfrm>
            <a:off x="9797319" y="427306"/>
            <a:ext cx="1762518" cy="324000"/>
            <a:chOff x="9924657" y="427306"/>
            <a:chExt cx="1762518" cy="324000"/>
          </a:xfrm>
        </p:grpSpPr>
        <p:sp>
          <p:nvSpPr>
            <p:cNvPr id="238" name="Прямоугольник: скругленные углы 237">
              <a:extLst>
                <a:ext uri="{FF2B5EF4-FFF2-40B4-BE49-F238E27FC236}">
                  <a16:creationId xmlns:a16="http://schemas.microsoft.com/office/drawing/2014/main" id="{CCDC485D-E75F-191A-544E-FEFF14503FA2}"/>
                </a:ext>
              </a:extLst>
            </p:cNvPr>
            <p:cNvSpPr/>
            <p:nvPr/>
          </p:nvSpPr>
          <p:spPr>
            <a:xfrm>
              <a:off x="9924657" y="427306"/>
              <a:ext cx="1762518" cy="324000"/>
            </a:xfrm>
            <a:prstGeom prst="roundRect">
              <a:avLst>
                <a:gd name="adj" fmla="val 28032"/>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РЕШЕНИЕ</a:t>
              </a:r>
            </a:p>
          </p:txBody>
        </p:sp>
        <p:sp>
          <p:nvSpPr>
            <p:cNvPr id="91" name="Рисунок 12">
              <a:extLst>
                <a:ext uri="{FF2B5EF4-FFF2-40B4-BE49-F238E27FC236}">
                  <a16:creationId xmlns:a16="http://schemas.microsoft.com/office/drawing/2014/main" id="{3BA18DD4-04CD-1A96-E315-10EA688155DD}"/>
                </a:ext>
              </a:extLst>
            </p:cNvPr>
            <p:cNvSpPr/>
            <p:nvPr/>
          </p:nvSpPr>
          <p:spPr>
            <a:xfrm>
              <a:off x="10034757" y="510701"/>
              <a:ext cx="165600" cy="16560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57150 w 171450"/>
                <a:gd name="connsiteY5" fmla="*/ 66675 h 171450"/>
                <a:gd name="connsiteX6" fmla="*/ 47625 w 171450"/>
                <a:gd name="connsiteY6" fmla="*/ 57150 h 171450"/>
                <a:gd name="connsiteX7" fmla="*/ 38100 w 171450"/>
                <a:gd name="connsiteY7" fmla="*/ 66675 h 171450"/>
                <a:gd name="connsiteX8" fmla="*/ 47625 w 171450"/>
                <a:gd name="connsiteY8" fmla="*/ 76200 h 171450"/>
                <a:gd name="connsiteX9" fmla="*/ 57150 w 171450"/>
                <a:gd name="connsiteY9" fmla="*/ 66675 h 171450"/>
                <a:gd name="connsiteX10" fmla="*/ 63817 w 171450"/>
                <a:gd name="connsiteY10" fmla="*/ 107498 h 171450"/>
                <a:gd name="connsiteX11" fmla="*/ 50414 w 171450"/>
                <a:gd name="connsiteY11" fmla="*/ 107565 h 171450"/>
                <a:gd name="connsiteX12" fmla="*/ 50414 w 171450"/>
                <a:gd name="connsiteY12" fmla="*/ 121034 h 171450"/>
                <a:gd name="connsiteX13" fmla="*/ 85725 w 171450"/>
                <a:gd name="connsiteY13" fmla="*/ 133350 h 171450"/>
                <a:gd name="connsiteX14" fmla="*/ 121036 w 171450"/>
                <a:gd name="connsiteY14" fmla="*/ 121034 h 171450"/>
                <a:gd name="connsiteX15" fmla="*/ 121036 w 171450"/>
                <a:gd name="connsiteY15" fmla="*/ 107565 h 171450"/>
                <a:gd name="connsiteX16" fmla="*/ 107633 w 171450"/>
                <a:gd name="connsiteY16" fmla="*/ 107498 h 171450"/>
                <a:gd name="connsiteX17" fmla="*/ 102869 w 171450"/>
                <a:gd name="connsiteY17" fmla="*/ 110575 h 171450"/>
                <a:gd name="connsiteX18" fmla="*/ 85725 w 171450"/>
                <a:gd name="connsiteY18" fmla="*/ 114300 h 171450"/>
                <a:gd name="connsiteX19" fmla="*/ 68581 w 171450"/>
                <a:gd name="connsiteY19" fmla="*/ 110575 h 171450"/>
                <a:gd name="connsiteX20" fmla="*/ 63817 w 171450"/>
                <a:gd name="connsiteY20" fmla="*/ 107498 h 171450"/>
                <a:gd name="connsiteX21" fmla="*/ 133350 w 171450"/>
                <a:gd name="connsiteY21" fmla="*/ 66675 h 171450"/>
                <a:gd name="connsiteX22" fmla="*/ 123825 w 171450"/>
                <a:gd name="connsiteY22" fmla="*/ 57150 h 171450"/>
                <a:gd name="connsiteX23" fmla="*/ 114300 w 171450"/>
                <a:gd name="connsiteY23" fmla="*/ 66675 h 171450"/>
                <a:gd name="connsiteX24" fmla="*/ 123825 w 171450"/>
                <a:gd name="connsiteY24" fmla="*/ 76200 h 171450"/>
                <a:gd name="connsiteX25" fmla="*/ 133350 w 171450"/>
                <a:gd name="connsiteY25" fmla="*/ 666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57150" y="66675"/>
                  </a:moveTo>
                  <a:cubicBezTo>
                    <a:pt x="57150" y="61415"/>
                    <a:pt x="52885" y="57150"/>
                    <a:pt x="47625" y="57150"/>
                  </a:cubicBezTo>
                  <a:cubicBezTo>
                    <a:pt x="42365" y="57150"/>
                    <a:pt x="38100" y="61415"/>
                    <a:pt x="38100" y="66675"/>
                  </a:cubicBezTo>
                  <a:cubicBezTo>
                    <a:pt x="38100" y="71935"/>
                    <a:pt x="42365" y="76200"/>
                    <a:pt x="47625" y="76200"/>
                  </a:cubicBezTo>
                  <a:cubicBezTo>
                    <a:pt x="52885" y="76200"/>
                    <a:pt x="57150" y="71935"/>
                    <a:pt x="57150" y="66675"/>
                  </a:cubicBezTo>
                  <a:close/>
                  <a:moveTo>
                    <a:pt x="63817" y="107498"/>
                  </a:moveTo>
                  <a:cubicBezTo>
                    <a:pt x="60093" y="103845"/>
                    <a:pt x="54112" y="103868"/>
                    <a:pt x="50414" y="107565"/>
                  </a:cubicBezTo>
                  <a:cubicBezTo>
                    <a:pt x="46695" y="111284"/>
                    <a:pt x="46695" y="117316"/>
                    <a:pt x="50414" y="121034"/>
                  </a:cubicBezTo>
                  <a:cubicBezTo>
                    <a:pt x="51560" y="122181"/>
                    <a:pt x="63269" y="133350"/>
                    <a:pt x="85725" y="133350"/>
                  </a:cubicBezTo>
                  <a:cubicBezTo>
                    <a:pt x="108180" y="133350"/>
                    <a:pt x="119890" y="122181"/>
                    <a:pt x="121036" y="121034"/>
                  </a:cubicBezTo>
                  <a:cubicBezTo>
                    <a:pt x="124756" y="117316"/>
                    <a:pt x="124756" y="111284"/>
                    <a:pt x="121036" y="107565"/>
                  </a:cubicBezTo>
                  <a:cubicBezTo>
                    <a:pt x="117338" y="103868"/>
                    <a:pt x="111357" y="103845"/>
                    <a:pt x="107633" y="107498"/>
                  </a:cubicBezTo>
                  <a:cubicBezTo>
                    <a:pt x="106249" y="108770"/>
                    <a:pt x="104539" y="109742"/>
                    <a:pt x="102869" y="110575"/>
                  </a:cubicBezTo>
                  <a:cubicBezTo>
                    <a:pt x="99292" y="112358"/>
                    <a:pt x="93620" y="114300"/>
                    <a:pt x="85725" y="114300"/>
                  </a:cubicBezTo>
                  <a:cubicBezTo>
                    <a:pt x="77830" y="114300"/>
                    <a:pt x="72158" y="112358"/>
                    <a:pt x="68581" y="110575"/>
                  </a:cubicBezTo>
                  <a:cubicBezTo>
                    <a:pt x="65575" y="109075"/>
                    <a:pt x="63972" y="107640"/>
                    <a:pt x="63817" y="107498"/>
                  </a:cubicBezTo>
                  <a:close/>
                  <a:moveTo>
                    <a:pt x="133350" y="66675"/>
                  </a:moveTo>
                  <a:cubicBezTo>
                    <a:pt x="133350" y="61415"/>
                    <a:pt x="129085" y="57150"/>
                    <a:pt x="123825" y="57150"/>
                  </a:cubicBezTo>
                  <a:cubicBezTo>
                    <a:pt x="118565" y="57150"/>
                    <a:pt x="114300" y="61415"/>
                    <a:pt x="114300" y="66675"/>
                  </a:cubicBezTo>
                  <a:cubicBezTo>
                    <a:pt x="114300" y="71935"/>
                    <a:pt x="118565" y="76200"/>
                    <a:pt x="123825" y="76200"/>
                  </a:cubicBezTo>
                  <a:cubicBezTo>
                    <a:pt x="129085" y="76200"/>
                    <a:pt x="133350" y="71935"/>
                    <a:pt x="133350" y="66675"/>
                  </a:cubicBezTo>
                  <a:close/>
                </a:path>
              </a:pathLst>
            </a:custGeom>
            <a:solidFill>
              <a:schemeClr val="bg2"/>
            </a:solidFill>
            <a:ln w="9525" cap="flat">
              <a:noFill/>
              <a:prstDash val="solid"/>
              <a:miter/>
            </a:ln>
          </p:spPr>
          <p:txBody>
            <a:bodyPr rtlCol="0" anchor="ctr"/>
            <a:lstStyle/>
            <a:p>
              <a:endParaRPr lang="ru-RU"/>
            </a:p>
          </p:txBody>
        </p:sp>
      </p:grpSp>
      <p:grpSp>
        <p:nvGrpSpPr>
          <p:cNvPr id="94" name="Группа 93">
            <a:extLst>
              <a:ext uri="{FF2B5EF4-FFF2-40B4-BE49-F238E27FC236}">
                <a16:creationId xmlns:a16="http://schemas.microsoft.com/office/drawing/2014/main" id="{0148B6B1-4CB0-FB57-2C02-BB44BE0183FC}"/>
              </a:ext>
            </a:extLst>
          </p:cNvPr>
          <p:cNvGrpSpPr/>
          <p:nvPr/>
        </p:nvGrpSpPr>
        <p:grpSpPr>
          <a:xfrm>
            <a:off x="9797320" y="825175"/>
            <a:ext cx="1324367" cy="252000"/>
            <a:chOff x="9924658" y="825175"/>
            <a:chExt cx="1324367" cy="252000"/>
          </a:xfrm>
        </p:grpSpPr>
        <p:sp>
          <p:nvSpPr>
            <p:cNvPr id="236" name="Прямоугольник: скругленные углы 235">
              <a:extLst>
                <a:ext uri="{FF2B5EF4-FFF2-40B4-BE49-F238E27FC236}">
                  <a16:creationId xmlns:a16="http://schemas.microsoft.com/office/drawing/2014/main" id="{74175E10-2625-97F2-C569-2CE3918F4844}"/>
                </a:ext>
              </a:extLst>
            </p:cNvPr>
            <p:cNvSpPr/>
            <p:nvPr/>
          </p:nvSpPr>
          <p:spPr>
            <a:xfrm>
              <a:off x="9924658" y="825175"/>
              <a:ext cx="1324367" cy="252000"/>
            </a:xfrm>
            <a:prstGeom prst="roundRect">
              <a:avLst>
                <a:gd name="adj" fmla="val 29435"/>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РЕШЕНИЕ</a:t>
              </a:r>
            </a:p>
          </p:txBody>
        </p:sp>
        <p:sp>
          <p:nvSpPr>
            <p:cNvPr id="93" name="Рисунок 12">
              <a:extLst>
                <a:ext uri="{FF2B5EF4-FFF2-40B4-BE49-F238E27FC236}">
                  <a16:creationId xmlns:a16="http://schemas.microsoft.com/office/drawing/2014/main" id="{83667E4C-6D7C-670F-DBF9-0FD47B200615}"/>
                </a:ext>
              </a:extLst>
            </p:cNvPr>
            <p:cNvSpPr/>
            <p:nvPr/>
          </p:nvSpPr>
          <p:spPr>
            <a:xfrm>
              <a:off x="10034757" y="875387"/>
              <a:ext cx="136800" cy="13680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 name="connsiteX5" fmla="*/ 57150 w 171450"/>
                <a:gd name="connsiteY5" fmla="*/ 66675 h 171450"/>
                <a:gd name="connsiteX6" fmla="*/ 47625 w 171450"/>
                <a:gd name="connsiteY6" fmla="*/ 57150 h 171450"/>
                <a:gd name="connsiteX7" fmla="*/ 38100 w 171450"/>
                <a:gd name="connsiteY7" fmla="*/ 66675 h 171450"/>
                <a:gd name="connsiteX8" fmla="*/ 47625 w 171450"/>
                <a:gd name="connsiteY8" fmla="*/ 76200 h 171450"/>
                <a:gd name="connsiteX9" fmla="*/ 57150 w 171450"/>
                <a:gd name="connsiteY9" fmla="*/ 66675 h 171450"/>
                <a:gd name="connsiteX10" fmla="*/ 63817 w 171450"/>
                <a:gd name="connsiteY10" fmla="*/ 107498 h 171450"/>
                <a:gd name="connsiteX11" fmla="*/ 50414 w 171450"/>
                <a:gd name="connsiteY11" fmla="*/ 107565 h 171450"/>
                <a:gd name="connsiteX12" fmla="*/ 50414 w 171450"/>
                <a:gd name="connsiteY12" fmla="*/ 121034 h 171450"/>
                <a:gd name="connsiteX13" fmla="*/ 85725 w 171450"/>
                <a:gd name="connsiteY13" fmla="*/ 133350 h 171450"/>
                <a:gd name="connsiteX14" fmla="*/ 121036 w 171450"/>
                <a:gd name="connsiteY14" fmla="*/ 121034 h 171450"/>
                <a:gd name="connsiteX15" fmla="*/ 121036 w 171450"/>
                <a:gd name="connsiteY15" fmla="*/ 107565 h 171450"/>
                <a:gd name="connsiteX16" fmla="*/ 107633 w 171450"/>
                <a:gd name="connsiteY16" fmla="*/ 107498 h 171450"/>
                <a:gd name="connsiteX17" fmla="*/ 102869 w 171450"/>
                <a:gd name="connsiteY17" fmla="*/ 110575 h 171450"/>
                <a:gd name="connsiteX18" fmla="*/ 85725 w 171450"/>
                <a:gd name="connsiteY18" fmla="*/ 114300 h 171450"/>
                <a:gd name="connsiteX19" fmla="*/ 68581 w 171450"/>
                <a:gd name="connsiteY19" fmla="*/ 110575 h 171450"/>
                <a:gd name="connsiteX20" fmla="*/ 63817 w 171450"/>
                <a:gd name="connsiteY20" fmla="*/ 107498 h 171450"/>
                <a:gd name="connsiteX21" fmla="*/ 133350 w 171450"/>
                <a:gd name="connsiteY21" fmla="*/ 66675 h 171450"/>
                <a:gd name="connsiteX22" fmla="*/ 123825 w 171450"/>
                <a:gd name="connsiteY22" fmla="*/ 57150 h 171450"/>
                <a:gd name="connsiteX23" fmla="*/ 114300 w 171450"/>
                <a:gd name="connsiteY23" fmla="*/ 66675 h 171450"/>
                <a:gd name="connsiteX24" fmla="*/ 123825 w 171450"/>
                <a:gd name="connsiteY24" fmla="*/ 76200 h 171450"/>
                <a:gd name="connsiteX25" fmla="*/ 133350 w 171450"/>
                <a:gd name="connsiteY25" fmla="*/ 666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1450" h="171450">
                  <a:moveTo>
                    <a:pt x="171450" y="85725"/>
                  </a:moveTo>
                  <a:cubicBezTo>
                    <a:pt x="171450" y="138915"/>
                    <a:pt x="138915" y="171450"/>
                    <a:pt x="85725" y="171450"/>
                  </a:cubicBezTo>
                  <a:cubicBezTo>
                    <a:pt x="32535" y="171450"/>
                    <a:pt x="0" y="138915"/>
                    <a:pt x="0" y="85725"/>
                  </a:cubicBezTo>
                  <a:cubicBezTo>
                    <a:pt x="0" y="32535"/>
                    <a:pt x="32535" y="0"/>
                    <a:pt x="85725" y="0"/>
                  </a:cubicBezTo>
                  <a:cubicBezTo>
                    <a:pt x="138915" y="0"/>
                    <a:pt x="171450" y="32535"/>
                    <a:pt x="171450" y="85725"/>
                  </a:cubicBezTo>
                  <a:close/>
                  <a:moveTo>
                    <a:pt x="57150" y="66675"/>
                  </a:moveTo>
                  <a:cubicBezTo>
                    <a:pt x="57150" y="61415"/>
                    <a:pt x="52885" y="57150"/>
                    <a:pt x="47625" y="57150"/>
                  </a:cubicBezTo>
                  <a:cubicBezTo>
                    <a:pt x="42365" y="57150"/>
                    <a:pt x="38100" y="61415"/>
                    <a:pt x="38100" y="66675"/>
                  </a:cubicBezTo>
                  <a:cubicBezTo>
                    <a:pt x="38100" y="71935"/>
                    <a:pt x="42365" y="76200"/>
                    <a:pt x="47625" y="76200"/>
                  </a:cubicBezTo>
                  <a:cubicBezTo>
                    <a:pt x="52885" y="76200"/>
                    <a:pt x="57150" y="71935"/>
                    <a:pt x="57150" y="66675"/>
                  </a:cubicBezTo>
                  <a:close/>
                  <a:moveTo>
                    <a:pt x="63817" y="107498"/>
                  </a:moveTo>
                  <a:cubicBezTo>
                    <a:pt x="60093" y="103845"/>
                    <a:pt x="54112" y="103868"/>
                    <a:pt x="50414" y="107565"/>
                  </a:cubicBezTo>
                  <a:cubicBezTo>
                    <a:pt x="46695" y="111284"/>
                    <a:pt x="46695" y="117316"/>
                    <a:pt x="50414" y="121034"/>
                  </a:cubicBezTo>
                  <a:cubicBezTo>
                    <a:pt x="51560" y="122181"/>
                    <a:pt x="63269" y="133350"/>
                    <a:pt x="85725" y="133350"/>
                  </a:cubicBezTo>
                  <a:cubicBezTo>
                    <a:pt x="108180" y="133350"/>
                    <a:pt x="119890" y="122181"/>
                    <a:pt x="121036" y="121034"/>
                  </a:cubicBezTo>
                  <a:cubicBezTo>
                    <a:pt x="124756" y="117316"/>
                    <a:pt x="124756" y="111284"/>
                    <a:pt x="121036" y="107565"/>
                  </a:cubicBezTo>
                  <a:cubicBezTo>
                    <a:pt x="117338" y="103868"/>
                    <a:pt x="111357" y="103845"/>
                    <a:pt x="107633" y="107498"/>
                  </a:cubicBezTo>
                  <a:cubicBezTo>
                    <a:pt x="106249" y="108770"/>
                    <a:pt x="104539" y="109742"/>
                    <a:pt x="102869" y="110575"/>
                  </a:cubicBezTo>
                  <a:cubicBezTo>
                    <a:pt x="99292" y="112358"/>
                    <a:pt x="93620" y="114300"/>
                    <a:pt x="85725" y="114300"/>
                  </a:cubicBezTo>
                  <a:cubicBezTo>
                    <a:pt x="77830" y="114300"/>
                    <a:pt x="72158" y="112358"/>
                    <a:pt x="68581" y="110575"/>
                  </a:cubicBezTo>
                  <a:cubicBezTo>
                    <a:pt x="65575" y="109075"/>
                    <a:pt x="63972" y="107640"/>
                    <a:pt x="63817" y="107498"/>
                  </a:cubicBezTo>
                  <a:close/>
                  <a:moveTo>
                    <a:pt x="133350" y="66675"/>
                  </a:moveTo>
                  <a:cubicBezTo>
                    <a:pt x="133350" y="61415"/>
                    <a:pt x="129085" y="57150"/>
                    <a:pt x="123825" y="57150"/>
                  </a:cubicBezTo>
                  <a:cubicBezTo>
                    <a:pt x="118565" y="57150"/>
                    <a:pt x="114300" y="61415"/>
                    <a:pt x="114300" y="66675"/>
                  </a:cubicBezTo>
                  <a:cubicBezTo>
                    <a:pt x="114300" y="71935"/>
                    <a:pt x="118565" y="76200"/>
                    <a:pt x="123825" y="76200"/>
                  </a:cubicBezTo>
                  <a:cubicBezTo>
                    <a:pt x="129085" y="76200"/>
                    <a:pt x="133350" y="71935"/>
                    <a:pt x="133350" y="66675"/>
                  </a:cubicBezTo>
                  <a:close/>
                </a:path>
              </a:pathLst>
            </a:custGeom>
            <a:solidFill>
              <a:schemeClr val="bg2"/>
            </a:solidFill>
            <a:ln w="9525" cap="flat">
              <a:noFill/>
              <a:prstDash val="solid"/>
              <a:miter/>
            </a:ln>
          </p:spPr>
          <p:txBody>
            <a:bodyPr rtlCol="0" anchor="ctr"/>
            <a:lstStyle/>
            <a:p>
              <a:endParaRPr lang="ru-RU"/>
            </a:p>
          </p:txBody>
        </p:sp>
      </p:grpSp>
      <p:sp>
        <p:nvSpPr>
          <p:cNvPr id="35" name="Прямоугольник: скругленные углы 34">
            <a:extLst>
              <a:ext uri="{FF2B5EF4-FFF2-40B4-BE49-F238E27FC236}">
                <a16:creationId xmlns:a16="http://schemas.microsoft.com/office/drawing/2014/main" id="{A97CDAB7-C105-F0BA-DB66-6DBE4C50C690}"/>
              </a:ext>
            </a:extLst>
          </p:cNvPr>
          <p:cNvSpPr/>
          <p:nvPr/>
        </p:nvSpPr>
        <p:spPr>
          <a:xfrm>
            <a:off x="647162" y="4830612"/>
            <a:ext cx="1547813" cy="216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en-US" sz="1200" b="1"/>
              <a:t>Q1 2023 – Q2 2024</a:t>
            </a:r>
            <a:endParaRPr lang="ru-RU" sz="1200" b="1"/>
          </a:p>
        </p:txBody>
      </p:sp>
      <p:grpSp>
        <p:nvGrpSpPr>
          <p:cNvPr id="56" name="Группа 55">
            <a:extLst>
              <a:ext uri="{FF2B5EF4-FFF2-40B4-BE49-F238E27FC236}">
                <a16:creationId xmlns:a16="http://schemas.microsoft.com/office/drawing/2014/main" id="{2923CB19-8445-E1B8-1450-F87468ABAADE}"/>
              </a:ext>
            </a:extLst>
          </p:cNvPr>
          <p:cNvGrpSpPr/>
          <p:nvPr/>
        </p:nvGrpSpPr>
        <p:grpSpPr>
          <a:xfrm>
            <a:off x="647163" y="4106875"/>
            <a:ext cx="2781837" cy="324000"/>
            <a:chOff x="647163" y="4681740"/>
            <a:chExt cx="2781837" cy="324000"/>
          </a:xfrm>
        </p:grpSpPr>
        <p:sp>
          <p:nvSpPr>
            <p:cNvPr id="40" name="Прямоугольник: скругленные углы 39">
              <a:extLst>
                <a:ext uri="{FF2B5EF4-FFF2-40B4-BE49-F238E27FC236}">
                  <a16:creationId xmlns:a16="http://schemas.microsoft.com/office/drawing/2014/main" id="{515823CD-EBD0-445D-CC1A-735D30C945E2}"/>
                </a:ext>
              </a:extLst>
            </p:cNvPr>
            <p:cNvSpPr/>
            <p:nvPr/>
          </p:nvSpPr>
          <p:spPr>
            <a:xfrm>
              <a:off x="647163" y="4681740"/>
              <a:ext cx="2781837"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en-US">
                  <a:latin typeface="+mj-lt"/>
                </a:rPr>
                <a:t>Q1 2023 – Q2 2024</a:t>
              </a:r>
            </a:p>
          </p:txBody>
        </p:sp>
        <p:sp>
          <p:nvSpPr>
            <p:cNvPr id="304" name="Полилиния: фигура 303">
              <a:extLst>
                <a:ext uri="{FF2B5EF4-FFF2-40B4-BE49-F238E27FC236}">
                  <a16:creationId xmlns:a16="http://schemas.microsoft.com/office/drawing/2014/main" id="{AF32041B-7E46-ECF5-F45A-AF56A5D85F56}"/>
                </a:ext>
              </a:extLst>
            </p:cNvPr>
            <p:cNvSpPr/>
            <p:nvPr/>
          </p:nvSpPr>
          <p:spPr>
            <a:xfrm>
              <a:off x="755847" y="4759529"/>
              <a:ext cx="159921" cy="173026"/>
            </a:xfrm>
            <a:custGeom>
              <a:avLst/>
              <a:gdLst>
                <a:gd name="connsiteX0" fmla="*/ 42863 w 171450"/>
                <a:gd name="connsiteY0" fmla="*/ 85725 h 171450"/>
                <a:gd name="connsiteX1" fmla="*/ 34455 w 171450"/>
                <a:gd name="connsiteY1" fmla="*/ 86450 h 171450"/>
                <a:gd name="connsiteX2" fmla="*/ 29300 w 171450"/>
                <a:gd name="connsiteY2" fmla="*/ 91605 h 171450"/>
                <a:gd name="connsiteX3" fmla="*/ 28575 w 171450"/>
                <a:gd name="connsiteY3" fmla="*/ 100013 h 171450"/>
                <a:gd name="connsiteX4" fmla="*/ 29300 w 171450"/>
                <a:gd name="connsiteY4" fmla="*/ 108420 h 171450"/>
                <a:gd name="connsiteX5" fmla="*/ 34455 w 171450"/>
                <a:gd name="connsiteY5" fmla="*/ 113575 h 171450"/>
                <a:gd name="connsiteX6" fmla="*/ 42863 w 171450"/>
                <a:gd name="connsiteY6" fmla="*/ 114300 h 171450"/>
                <a:gd name="connsiteX7" fmla="*/ 51270 w 171450"/>
                <a:gd name="connsiteY7" fmla="*/ 113575 h 171450"/>
                <a:gd name="connsiteX8" fmla="*/ 56425 w 171450"/>
                <a:gd name="connsiteY8" fmla="*/ 108420 h 171450"/>
                <a:gd name="connsiteX9" fmla="*/ 57150 w 171450"/>
                <a:gd name="connsiteY9" fmla="*/ 100013 h 171450"/>
                <a:gd name="connsiteX10" fmla="*/ 56425 w 171450"/>
                <a:gd name="connsiteY10" fmla="*/ 91605 h 171450"/>
                <a:gd name="connsiteX11" fmla="*/ 51270 w 171450"/>
                <a:gd name="connsiteY11" fmla="*/ 86450 h 171450"/>
                <a:gd name="connsiteX12" fmla="*/ 42863 w 171450"/>
                <a:gd name="connsiteY12" fmla="*/ 85725 h 171450"/>
                <a:gd name="connsiteX13" fmla="*/ 9525 w 171450"/>
                <a:gd name="connsiteY13" fmla="*/ 66675 h 171450"/>
                <a:gd name="connsiteX14" fmla="*/ 161925 w 171450"/>
                <a:gd name="connsiteY14" fmla="*/ 66675 h 171450"/>
                <a:gd name="connsiteX15" fmla="*/ 170751 w 171450"/>
                <a:gd name="connsiteY15" fmla="*/ 76200 h 171450"/>
                <a:gd name="connsiteX16" fmla="*/ 171450 w 171450"/>
                <a:gd name="connsiteY16" fmla="*/ 95250 h 171450"/>
                <a:gd name="connsiteX17" fmla="*/ 85725 w 171450"/>
                <a:gd name="connsiteY17" fmla="*/ 171450 h 171450"/>
                <a:gd name="connsiteX18" fmla="*/ 0 w 171450"/>
                <a:gd name="connsiteY18" fmla="*/ 95250 h 171450"/>
                <a:gd name="connsiteX19" fmla="*/ 699 w 171450"/>
                <a:gd name="connsiteY19" fmla="*/ 76200 h 171450"/>
                <a:gd name="connsiteX20" fmla="*/ 9525 w 171450"/>
                <a:gd name="connsiteY20" fmla="*/ 66675 h 171450"/>
                <a:gd name="connsiteX21" fmla="*/ 47625 w 171450"/>
                <a:gd name="connsiteY21" fmla="*/ 0 h 171450"/>
                <a:gd name="connsiteX22" fmla="*/ 57150 w 171450"/>
                <a:gd name="connsiteY22" fmla="*/ 19050 h 171450"/>
                <a:gd name="connsiteX23" fmla="*/ 114300 w 171450"/>
                <a:gd name="connsiteY23" fmla="*/ 19050 h 171450"/>
                <a:gd name="connsiteX24" fmla="*/ 123825 w 171450"/>
                <a:gd name="connsiteY24" fmla="*/ 0 h 171450"/>
                <a:gd name="connsiteX25" fmla="*/ 133350 w 171450"/>
                <a:gd name="connsiteY25" fmla="*/ 19050 h 171450"/>
                <a:gd name="connsiteX26" fmla="*/ 171450 w 171450"/>
                <a:gd name="connsiteY26" fmla="*/ 47625 h 171450"/>
                <a:gd name="connsiteX27" fmla="*/ 155168 w 171450"/>
                <a:gd name="connsiteY27" fmla="*/ 57166 h 171450"/>
                <a:gd name="connsiteX28" fmla="*/ 152400 w 171450"/>
                <a:gd name="connsiteY28" fmla="*/ 57150 h 171450"/>
                <a:gd name="connsiteX29" fmla="*/ 19050 w 171450"/>
                <a:gd name="connsiteY29" fmla="*/ 57150 h 171450"/>
                <a:gd name="connsiteX30" fmla="*/ 0 w 171450"/>
                <a:gd name="connsiteY30" fmla="*/ 47625 h 171450"/>
                <a:gd name="connsiteX31" fmla="*/ 38100 w 171450"/>
                <a:gd name="connsiteY31" fmla="*/ 19050 h 171450"/>
                <a:gd name="connsiteX32" fmla="*/ 47625 w 171450"/>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chemeClr val="bg1"/>
            </a:solidFill>
            <a:ln w="9525" cap="flat">
              <a:noFill/>
              <a:prstDash val="solid"/>
              <a:miter/>
            </a:ln>
          </p:spPr>
          <p:txBody>
            <a:bodyPr wrap="none" rtlCol="0" anchor="ctr"/>
            <a:lstStyle/>
            <a:p>
              <a:endParaRPr lang="ru-RU" sz="1400" b="1"/>
            </a:p>
          </p:txBody>
        </p:sp>
      </p:grpSp>
      <p:grpSp>
        <p:nvGrpSpPr>
          <p:cNvPr id="57" name="Группа 56">
            <a:extLst>
              <a:ext uri="{FF2B5EF4-FFF2-40B4-BE49-F238E27FC236}">
                <a16:creationId xmlns:a16="http://schemas.microsoft.com/office/drawing/2014/main" id="{0F053601-62A2-30AB-C8DC-73E4679CE265}"/>
              </a:ext>
            </a:extLst>
          </p:cNvPr>
          <p:cNvGrpSpPr/>
          <p:nvPr/>
        </p:nvGrpSpPr>
        <p:grpSpPr>
          <a:xfrm>
            <a:off x="647162" y="4504744"/>
            <a:ext cx="1962687" cy="252000"/>
            <a:chOff x="647162" y="5079609"/>
            <a:chExt cx="1962687" cy="252000"/>
          </a:xfrm>
        </p:grpSpPr>
        <p:sp>
          <p:nvSpPr>
            <p:cNvPr id="38" name="Прямоугольник: скругленные углы 37">
              <a:extLst>
                <a:ext uri="{FF2B5EF4-FFF2-40B4-BE49-F238E27FC236}">
                  <a16:creationId xmlns:a16="http://schemas.microsoft.com/office/drawing/2014/main" id="{C26EA2D4-4FDD-A91B-1D7A-10CF00E9FB5E}"/>
                </a:ext>
              </a:extLst>
            </p:cNvPr>
            <p:cNvSpPr/>
            <p:nvPr/>
          </p:nvSpPr>
          <p:spPr>
            <a:xfrm>
              <a:off x="647162" y="5079609"/>
              <a:ext cx="1962687"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en-US" sz="1400" b="1"/>
                <a:t>Q1 2023 – Q2 2024</a:t>
              </a:r>
            </a:p>
          </p:txBody>
        </p:sp>
        <p:sp>
          <p:nvSpPr>
            <p:cNvPr id="49" name="Полилиния: фигура 48">
              <a:extLst>
                <a:ext uri="{FF2B5EF4-FFF2-40B4-BE49-F238E27FC236}">
                  <a16:creationId xmlns:a16="http://schemas.microsoft.com/office/drawing/2014/main" id="{08F8C8EF-A601-FC21-8A4E-0E95838722D9}"/>
                </a:ext>
              </a:extLst>
            </p:cNvPr>
            <p:cNvSpPr/>
            <p:nvPr/>
          </p:nvSpPr>
          <p:spPr>
            <a:xfrm>
              <a:off x="755847" y="5136356"/>
              <a:ext cx="121049" cy="130969"/>
            </a:xfrm>
            <a:custGeom>
              <a:avLst/>
              <a:gdLst>
                <a:gd name="connsiteX0" fmla="*/ 42863 w 171450"/>
                <a:gd name="connsiteY0" fmla="*/ 85725 h 171450"/>
                <a:gd name="connsiteX1" fmla="*/ 34455 w 171450"/>
                <a:gd name="connsiteY1" fmla="*/ 86450 h 171450"/>
                <a:gd name="connsiteX2" fmla="*/ 29300 w 171450"/>
                <a:gd name="connsiteY2" fmla="*/ 91605 h 171450"/>
                <a:gd name="connsiteX3" fmla="*/ 28575 w 171450"/>
                <a:gd name="connsiteY3" fmla="*/ 100013 h 171450"/>
                <a:gd name="connsiteX4" fmla="*/ 29300 w 171450"/>
                <a:gd name="connsiteY4" fmla="*/ 108420 h 171450"/>
                <a:gd name="connsiteX5" fmla="*/ 34455 w 171450"/>
                <a:gd name="connsiteY5" fmla="*/ 113575 h 171450"/>
                <a:gd name="connsiteX6" fmla="*/ 42863 w 171450"/>
                <a:gd name="connsiteY6" fmla="*/ 114300 h 171450"/>
                <a:gd name="connsiteX7" fmla="*/ 51270 w 171450"/>
                <a:gd name="connsiteY7" fmla="*/ 113575 h 171450"/>
                <a:gd name="connsiteX8" fmla="*/ 56425 w 171450"/>
                <a:gd name="connsiteY8" fmla="*/ 108420 h 171450"/>
                <a:gd name="connsiteX9" fmla="*/ 57150 w 171450"/>
                <a:gd name="connsiteY9" fmla="*/ 100013 h 171450"/>
                <a:gd name="connsiteX10" fmla="*/ 56425 w 171450"/>
                <a:gd name="connsiteY10" fmla="*/ 91605 h 171450"/>
                <a:gd name="connsiteX11" fmla="*/ 51270 w 171450"/>
                <a:gd name="connsiteY11" fmla="*/ 86450 h 171450"/>
                <a:gd name="connsiteX12" fmla="*/ 42863 w 171450"/>
                <a:gd name="connsiteY12" fmla="*/ 85725 h 171450"/>
                <a:gd name="connsiteX13" fmla="*/ 9525 w 171450"/>
                <a:gd name="connsiteY13" fmla="*/ 66675 h 171450"/>
                <a:gd name="connsiteX14" fmla="*/ 161925 w 171450"/>
                <a:gd name="connsiteY14" fmla="*/ 66675 h 171450"/>
                <a:gd name="connsiteX15" fmla="*/ 170751 w 171450"/>
                <a:gd name="connsiteY15" fmla="*/ 76200 h 171450"/>
                <a:gd name="connsiteX16" fmla="*/ 171450 w 171450"/>
                <a:gd name="connsiteY16" fmla="*/ 95250 h 171450"/>
                <a:gd name="connsiteX17" fmla="*/ 85725 w 171450"/>
                <a:gd name="connsiteY17" fmla="*/ 171450 h 171450"/>
                <a:gd name="connsiteX18" fmla="*/ 0 w 171450"/>
                <a:gd name="connsiteY18" fmla="*/ 95250 h 171450"/>
                <a:gd name="connsiteX19" fmla="*/ 699 w 171450"/>
                <a:gd name="connsiteY19" fmla="*/ 76200 h 171450"/>
                <a:gd name="connsiteX20" fmla="*/ 9525 w 171450"/>
                <a:gd name="connsiteY20" fmla="*/ 66675 h 171450"/>
                <a:gd name="connsiteX21" fmla="*/ 47625 w 171450"/>
                <a:gd name="connsiteY21" fmla="*/ 0 h 171450"/>
                <a:gd name="connsiteX22" fmla="*/ 57150 w 171450"/>
                <a:gd name="connsiteY22" fmla="*/ 19050 h 171450"/>
                <a:gd name="connsiteX23" fmla="*/ 114300 w 171450"/>
                <a:gd name="connsiteY23" fmla="*/ 19050 h 171450"/>
                <a:gd name="connsiteX24" fmla="*/ 123825 w 171450"/>
                <a:gd name="connsiteY24" fmla="*/ 0 h 171450"/>
                <a:gd name="connsiteX25" fmla="*/ 133350 w 171450"/>
                <a:gd name="connsiteY25" fmla="*/ 19050 h 171450"/>
                <a:gd name="connsiteX26" fmla="*/ 171450 w 171450"/>
                <a:gd name="connsiteY26" fmla="*/ 47625 h 171450"/>
                <a:gd name="connsiteX27" fmla="*/ 155168 w 171450"/>
                <a:gd name="connsiteY27" fmla="*/ 57166 h 171450"/>
                <a:gd name="connsiteX28" fmla="*/ 152400 w 171450"/>
                <a:gd name="connsiteY28" fmla="*/ 57150 h 171450"/>
                <a:gd name="connsiteX29" fmla="*/ 19050 w 171450"/>
                <a:gd name="connsiteY29" fmla="*/ 57150 h 171450"/>
                <a:gd name="connsiteX30" fmla="*/ 0 w 171450"/>
                <a:gd name="connsiteY30" fmla="*/ 47625 h 171450"/>
                <a:gd name="connsiteX31" fmla="*/ 38100 w 171450"/>
                <a:gd name="connsiteY31" fmla="*/ 19050 h 171450"/>
                <a:gd name="connsiteX32" fmla="*/ 47625 w 171450"/>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chemeClr val="bg1"/>
            </a:solidFill>
            <a:ln w="9525" cap="flat">
              <a:noFill/>
              <a:prstDash val="solid"/>
              <a:miter/>
            </a:ln>
          </p:spPr>
          <p:txBody>
            <a:bodyPr wrap="none" rtlCol="0" anchor="ctr"/>
            <a:lstStyle/>
            <a:p>
              <a:endParaRPr lang="ru-RU" sz="1400" b="1"/>
            </a:p>
          </p:txBody>
        </p:sp>
      </p:grpSp>
      <p:sp>
        <p:nvSpPr>
          <p:cNvPr id="5" name="Прямоугольник: скругленные углы 4">
            <a:extLst>
              <a:ext uri="{FF2B5EF4-FFF2-40B4-BE49-F238E27FC236}">
                <a16:creationId xmlns:a16="http://schemas.microsoft.com/office/drawing/2014/main" id="{055FFF12-6AD2-8E36-3E19-424F1C00CFD3}"/>
              </a:ext>
            </a:extLst>
          </p:cNvPr>
          <p:cNvSpPr/>
          <p:nvPr/>
        </p:nvSpPr>
        <p:spPr>
          <a:xfrm>
            <a:off x="4144021" y="4830612"/>
            <a:ext cx="1150267" cy="216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en-US" sz="1200" b="1"/>
              <a:t>12.06 – 15.07 </a:t>
            </a:r>
          </a:p>
        </p:txBody>
      </p:sp>
      <p:grpSp>
        <p:nvGrpSpPr>
          <p:cNvPr id="58" name="Группа 57">
            <a:extLst>
              <a:ext uri="{FF2B5EF4-FFF2-40B4-BE49-F238E27FC236}">
                <a16:creationId xmlns:a16="http://schemas.microsoft.com/office/drawing/2014/main" id="{B6617D35-3E5D-A798-2953-DCD180DEA8A0}"/>
              </a:ext>
            </a:extLst>
          </p:cNvPr>
          <p:cNvGrpSpPr/>
          <p:nvPr/>
        </p:nvGrpSpPr>
        <p:grpSpPr>
          <a:xfrm>
            <a:off x="4144021" y="4106875"/>
            <a:ext cx="2095147" cy="324000"/>
            <a:chOff x="4237073" y="4681740"/>
            <a:chExt cx="2095147" cy="324000"/>
          </a:xfrm>
        </p:grpSpPr>
        <p:sp>
          <p:nvSpPr>
            <p:cNvPr id="21" name="Прямоугольник: скругленные углы 20">
              <a:extLst>
                <a:ext uri="{FF2B5EF4-FFF2-40B4-BE49-F238E27FC236}">
                  <a16:creationId xmlns:a16="http://schemas.microsoft.com/office/drawing/2014/main" id="{738D4995-E6CC-7720-7C02-203161B7F297}"/>
                </a:ext>
              </a:extLst>
            </p:cNvPr>
            <p:cNvSpPr/>
            <p:nvPr/>
          </p:nvSpPr>
          <p:spPr>
            <a:xfrm>
              <a:off x="4237073" y="4681740"/>
              <a:ext cx="2095147"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en-US">
                  <a:latin typeface="+mj-lt"/>
                </a:rPr>
                <a:t>12.06 – 15.07 </a:t>
              </a:r>
            </a:p>
          </p:txBody>
        </p:sp>
        <p:sp>
          <p:nvSpPr>
            <p:cNvPr id="50" name="Полилиния: фигура 49">
              <a:extLst>
                <a:ext uri="{FF2B5EF4-FFF2-40B4-BE49-F238E27FC236}">
                  <a16:creationId xmlns:a16="http://schemas.microsoft.com/office/drawing/2014/main" id="{543EEACE-C4BC-6FE0-1FC0-F3331F6D8281}"/>
                </a:ext>
              </a:extLst>
            </p:cNvPr>
            <p:cNvSpPr/>
            <p:nvPr/>
          </p:nvSpPr>
          <p:spPr>
            <a:xfrm>
              <a:off x="4344050" y="4759529"/>
              <a:ext cx="159921" cy="173026"/>
            </a:xfrm>
            <a:custGeom>
              <a:avLst/>
              <a:gdLst>
                <a:gd name="connsiteX0" fmla="*/ 42863 w 171450"/>
                <a:gd name="connsiteY0" fmla="*/ 85725 h 171450"/>
                <a:gd name="connsiteX1" fmla="*/ 34455 w 171450"/>
                <a:gd name="connsiteY1" fmla="*/ 86450 h 171450"/>
                <a:gd name="connsiteX2" fmla="*/ 29300 w 171450"/>
                <a:gd name="connsiteY2" fmla="*/ 91605 h 171450"/>
                <a:gd name="connsiteX3" fmla="*/ 28575 w 171450"/>
                <a:gd name="connsiteY3" fmla="*/ 100013 h 171450"/>
                <a:gd name="connsiteX4" fmla="*/ 29300 w 171450"/>
                <a:gd name="connsiteY4" fmla="*/ 108420 h 171450"/>
                <a:gd name="connsiteX5" fmla="*/ 34455 w 171450"/>
                <a:gd name="connsiteY5" fmla="*/ 113575 h 171450"/>
                <a:gd name="connsiteX6" fmla="*/ 42863 w 171450"/>
                <a:gd name="connsiteY6" fmla="*/ 114300 h 171450"/>
                <a:gd name="connsiteX7" fmla="*/ 51270 w 171450"/>
                <a:gd name="connsiteY7" fmla="*/ 113575 h 171450"/>
                <a:gd name="connsiteX8" fmla="*/ 56425 w 171450"/>
                <a:gd name="connsiteY8" fmla="*/ 108420 h 171450"/>
                <a:gd name="connsiteX9" fmla="*/ 57150 w 171450"/>
                <a:gd name="connsiteY9" fmla="*/ 100013 h 171450"/>
                <a:gd name="connsiteX10" fmla="*/ 56425 w 171450"/>
                <a:gd name="connsiteY10" fmla="*/ 91605 h 171450"/>
                <a:gd name="connsiteX11" fmla="*/ 51270 w 171450"/>
                <a:gd name="connsiteY11" fmla="*/ 86450 h 171450"/>
                <a:gd name="connsiteX12" fmla="*/ 42863 w 171450"/>
                <a:gd name="connsiteY12" fmla="*/ 85725 h 171450"/>
                <a:gd name="connsiteX13" fmla="*/ 9525 w 171450"/>
                <a:gd name="connsiteY13" fmla="*/ 66675 h 171450"/>
                <a:gd name="connsiteX14" fmla="*/ 161925 w 171450"/>
                <a:gd name="connsiteY14" fmla="*/ 66675 h 171450"/>
                <a:gd name="connsiteX15" fmla="*/ 170751 w 171450"/>
                <a:gd name="connsiteY15" fmla="*/ 76200 h 171450"/>
                <a:gd name="connsiteX16" fmla="*/ 171450 w 171450"/>
                <a:gd name="connsiteY16" fmla="*/ 95250 h 171450"/>
                <a:gd name="connsiteX17" fmla="*/ 85725 w 171450"/>
                <a:gd name="connsiteY17" fmla="*/ 171450 h 171450"/>
                <a:gd name="connsiteX18" fmla="*/ 0 w 171450"/>
                <a:gd name="connsiteY18" fmla="*/ 95250 h 171450"/>
                <a:gd name="connsiteX19" fmla="*/ 699 w 171450"/>
                <a:gd name="connsiteY19" fmla="*/ 76200 h 171450"/>
                <a:gd name="connsiteX20" fmla="*/ 9525 w 171450"/>
                <a:gd name="connsiteY20" fmla="*/ 66675 h 171450"/>
                <a:gd name="connsiteX21" fmla="*/ 47625 w 171450"/>
                <a:gd name="connsiteY21" fmla="*/ 0 h 171450"/>
                <a:gd name="connsiteX22" fmla="*/ 57150 w 171450"/>
                <a:gd name="connsiteY22" fmla="*/ 19050 h 171450"/>
                <a:gd name="connsiteX23" fmla="*/ 114300 w 171450"/>
                <a:gd name="connsiteY23" fmla="*/ 19050 h 171450"/>
                <a:gd name="connsiteX24" fmla="*/ 123825 w 171450"/>
                <a:gd name="connsiteY24" fmla="*/ 0 h 171450"/>
                <a:gd name="connsiteX25" fmla="*/ 133350 w 171450"/>
                <a:gd name="connsiteY25" fmla="*/ 19050 h 171450"/>
                <a:gd name="connsiteX26" fmla="*/ 171450 w 171450"/>
                <a:gd name="connsiteY26" fmla="*/ 47625 h 171450"/>
                <a:gd name="connsiteX27" fmla="*/ 155168 w 171450"/>
                <a:gd name="connsiteY27" fmla="*/ 57166 h 171450"/>
                <a:gd name="connsiteX28" fmla="*/ 152400 w 171450"/>
                <a:gd name="connsiteY28" fmla="*/ 57150 h 171450"/>
                <a:gd name="connsiteX29" fmla="*/ 19050 w 171450"/>
                <a:gd name="connsiteY29" fmla="*/ 57150 h 171450"/>
                <a:gd name="connsiteX30" fmla="*/ 0 w 171450"/>
                <a:gd name="connsiteY30" fmla="*/ 47625 h 171450"/>
                <a:gd name="connsiteX31" fmla="*/ 38100 w 171450"/>
                <a:gd name="connsiteY31" fmla="*/ 19050 h 171450"/>
                <a:gd name="connsiteX32" fmla="*/ 47625 w 171450"/>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chemeClr val="bg1"/>
            </a:solidFill>
            <a:ln w="9525" cap="flat">
              <a:noFill/>
              <a:prstDash val="solid"/>
              <a:miter/>
            </a:ln>
          </p:spPr>
          <p:txBody>
            <a:bodyPr wrap="none" rtlCol="0" anchor="ctr"/>
            <a:lstStyle/>
            <a:p>
              <a:endParaRPr lang="ru-RU" sz="1400" b="1"/>
            </a:p>
          </p:txBody>
        </p:sp>
      </p:grpSp>
      <p:grpSp>
        <p:nvGrpSpPr>
          <p:cNvPr id="59" name="Группа 58">
            <a:extLst>
              <a:ext uri="{FF2B5EF4-FFF2-40B4-BE49-F238E27FC236}">
                <a16:creationId xmlns:a16="http://schemas.microsoft.com/office/drawing/2014/main" id="{2F027782-AB05-EA6F-8BC2-B5AEA8A33527}"/>
              </a:ext>
            </a:extLst>
          </p:cNvPr>
          <p:cNvGrpSpPr/>
          <p:nvPr/>
        </p:nvGrpSpPr>
        <p:grpSpPr>
          <a:xfrm>
            <a:off x="4144021" y="4504744"/>
            <a:ext cx="1508407" cy="252000"/>
            <a:chOff x="4237073" y="5079609"/>
            <a:chExt cx="1508407" cy="252000"/>
          </a:xfrm>
        </p:grpSpPr>
        <p:sp>
          <p:nvSpPr>
            <p:cNvPr id="22" name="Прямоугольник: скругленные углы 21">
              <a:extLst>
                <a:ext uri="{FF2B5EF4-FFF2-40B4-BE49-F238E27FC236}">
                  <a16:creationId xmlns:a16="http://schemas.microsoft.com/office/drawing/2014/main" id="{13D1A94B-0442-D010-C1FB-73B9D98CE3B3}"/>
                </a:ext>
              </a:extLst>
            </p:cNvPr>
            <p:cNvSpPr/>
            <p:nvPr/>
          </p:nvSpPr>
          <p:spPr>
            <a:xfrm>
              <a:off x="4237073" y="5079609"/>
              <a:ext cx="1508407"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en-US" sz="1400" b="1"/>
                <a:t>12.06 – 15.07 </a:t>
              </a:r>
            </a:p>
          </p:txBody>
        </p:sp>
        <p:sp>
          <p:nvSpPr>
            <p:cNvPr id="52" name="Полилиния: фигура 51">
              <a:extLst>
                <a:ext uri="{FF2B5EF4-FFF2-40B4-BE49-F238E27FC236}">
                  <a16:creationId xmlns:a16="http://schemas.microsoft.com/office/drawing/2014/main" id="{6C287F80-39BE-1758-F93D-CCBAA9AD93A4}"/>
                </a:ext>
              </a:extLst>
            </p:cNvPr>
            <p:cNvSpPr/>
            <p:nvPr/>
          </p:nvSpPr>
          <p:spPr>
            <a:xfrm>
              <a:off x="4344050" y="5136356"/>
              <a:ext cx="121049" cy="130969"/>
            </a:xfrm>
            <a:custGeom>
              <a:avLst/>
              <a:gdLst>
                <a:gd name="connsiteX0" fmla="*/ 42863 w 171450"/>
                <a:gd name="connsiteY0" fmla="*/ 85725 h 171450"/>
                <a:gd name="connsiteX1" fmla="*/ 34455 w 171450"/>
                <a:gd name="connsiteY1" fmla="*/ 86450 h 171450"/>
                <a:gd name="connsiteX2" fmla="*/ 29300 w 171450"/>
                <a:gd name="connsiteY2" fmla="*/ 91605 h 171450"/>
                <a:gd name="connsiteX3" fmla="*/ 28575 w 171450"/>
                <a:gd name="connsiteY3" fmla="*/ 100013 h 171450"/>
                <a:gd name="connsiteX4" fmla="*/ 29300 w 171450"/>
                <a:gd name="connsiteY4" fmla="*/ 108420 h 171450"/>
                <a:gd name="connsiteX5" fmla="*/ 34455 w 171450"/>
                <a:gd name="connsiteY5" fmla="*/ 113575 h 171450"/>
                <a:gd name="connsiteX6" fmla="*/ 42863 w 171450"/>
                <a:gd name="connsiteY6" fmla="*/ 114300 h 171450"/>
                <a:gd name="connsiteX7" fmla="*/ 51270 w 171450"/>
                <a:gd name="connsiteY7" fmla="*/ 113575 h 171450"/>
                <a:gd name="connsiteX8" fmla="*/ 56425 w 171450"/>
                <a:gd name="connsiteY8" fmla="*/ 108420 h 171450"/>
                <a:gd name="connsiteX9" fmla="*/ 57150 w 171450"/>
                <a:gd name="connsiteY9" fmla="*/ 100013 h 171450"/>
                <a:gd name="connsiteX10" fmla="*/ 56425 w 171450"/>
                <a:gd name="connsiteY10" fmla="*/ 91605 h 171450"/>
                <a:gd name="connsiteX11" fmla="*/ 51270 w 171450"/>
                <a:gd name="connsiteY11" fmla="*/ 86450 h 171450"/>
                <a:gd name="connsiteX12" fmla="*/ 42863 w 171450"/>
                <a:gd name="connsiteY12" fmla="*/ 85725 h 171450"/>
                <a:gd name="connsiteX13" fmla="*/ 9525 w 171450"/>
                <a:gd name="connsiteY13" fmla="*/ 66675 h 171450"/>
                <a:gd name="connsiteX14" fmla="*/ 161925 w 171450"/>
                <a:gd name="connsiteY14" fmla="*/ 66675 h 171450"/>
                <a:gd name="connsiteX15" fmla="*/ 170751 w 171450"/>
                <a:gd name="connsiteY15" fmla="*/ 76200 h 171450"/>
                <a:gd name="connsiteX16" fmla="*/ 171450 w 171450"/>
                <a:gd name="connsiteY16" fmla="*/ 95250 h 171450"/>
                <a:gd name="connsiteX17" fmla="*/ 85725 w 171450"/>
                <a:gd name="connsiteY17" fmla="*/ 171450 h 171450"/>
                <a:gd name="connsiteX18" fmla="*/ 0 w 171450"/>
                <a:gd name="connsiteY18" fmla="*/ 95250 h 171450"/>
                <a:gd name="connsiteX19" fmla="*/ 699 w 171450"/>
                <a:gd name="connsiteY19" fmla="*/ 76200 h 171450"/>
                <a:gd name="connsiteX20" fmla="*/ 9525 w 171450"/>
                <a:gd name="connsiteY20" fmla="*/ 66675 h 171450"/>
                <a:gd name="connsiteX21" fmla="*/ 47625 w 171450"/>
                <a:gd name="connsiteY21" fmla="*/ 0 h 171450"/>
                <a:gd name="connsiteX22" fmla="*/ 57150 w 171450"/>
                <a:gd name="connsiteY22" fmla="*/ 19050 h 171450"/>
                <a:gd name="connsiteX23" fmla="*/ 114300 w 171450"/>
                <a:gd name="connsiteY23" fmla="*/ 19050 h 171450"/>
                <a:gd name="connsiteX24" fmla="*/ 123825 w 171450"/>
                <a:gd name="connsiteY24" fmla="*/ 0 h 171450"/>
                <a:gd name="connsiteX25" fmla="*/ 133350 w 171450"/>
                <a:gd name="connsiteY25" fmla="*/ 19050 h 171450"/>
                <a:gd name="connsiteX26" fmla="*/ 171450 w 171450"/>
                <a:gd name="connsiteY26" fmla="*/ 47625 h 171450"/>
                <a:gd name="connsiteX27" fmla="*/ 155168 w 171450"/>
                <a:gd name="connsiteY27" fmla="*/ 57166 h 171450"/>
                <a:gd name="connsiteX28" fmla="*/ 152400 w 171450"/>
                <a:gd name="connsiteY28" fmla="*/ 57150 h 171450"/>
                <a:gd name="connsiteX29" fmla="*/ 19050 w 171450"/>
                <a:gd name="connsiteY29" fmla="*/ 57150 h 171450"/>
                <a:gd name="connsiteX30" fmla="*/ 0 w 171450"/>
                <a:gd name="connsiteY30" fmla="*/ 47625 h 171450"/>
                <a:gd name="connsiteX31" fmla="*/ 38100 w 171450"/>
                <a:gd name="connsiteY31" fmla="*/ 19050 h 171450"/>
                <a:gd name="connsiteX32" fmla="*/ 47625 w 171450"/>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chemeClr val="bg1"/>
            </a:solidFill>
            <a:ln w="9525" cap="flat">
              <a:noFill/>
              <a:prstDash val="solid"/>
              <a:miter/>
            </a:ln>
          </p:spPr>
          <p:txBody>
            <a:bodyPr wrap="none" rtlCol="0" anchor="ctr"/>
            <a:lstStyle/>
            <a:p>
              <a:endParaRPr lang="ru-RU" sz="1400" b="1"/>
            </a:p>
          </p:txBody>
        </p:sp>
      </p:grpSp>
      <p:sp>
        <p:nvSpPr>
          <p:cNvPr id="51" name="Прямоугольник: скругленные углы 50">
            <a:extLst>
              <a:ext uri="{FF2B5EF4-FFF2-40B4-BE49-F238E27FC236}">
                <a16:creationId xmlns:a16="http://schemas.microsoft.com/office/drawing/2014/main" id="{98D6DB7B-2A89-1FFD-A887-F4FAC1369496}"/>
              </a:ext>
            </a:extLst>
          </p:cNvPr>
          <p:cNvSpPr/>
          <p:nvPr/>
        </p:nvSpPr>
        <p:spPr>
          <a:xfrm>
            <a:off x="6947690" y="4830612"/>
            <a:ext cx="549253" cy="216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2023</a:t>
            </a:r>
          </a:p>
        </p:txBody>
      </p:sp>
      <p:grpSp>
        <p:nvGrpSpPr>
          <p:cNvPr id="60" name="Группа 59">
            <a:extLst>
              <a:ext uri="{FF2B5EF4-FFF2-40B4-BE49-F238E27FC236}">
                <a16:creationId xmlns:a16="http://schemas.microsoft.com/office/drawing/2014/main" id="{3C4FEB34-19FC-5A8A-2297-8ECBB4411923}"/>
              </a:ext>
            </a:extLst>
          </p:cNvPr>
          <p:cNvGrpSpPr/>
          <p:nvPr/>
        </p:nvGrpSpPr>
        <p:grpSpPr>
          <a:xfrm>
            <a:off x="6947690" y="4106875"/>
            <a:ext cx="1070344" cy="324000"/>
            <a:chOff x="7419606" y="4681740"/>
            <a:chExt cx="1070344" cy="324000"/>
          </a:xfrm>
        </p:grpSpPr>
        <p:sp>
          <p:nvSpPr>
            <p:cNvPr id="80" name="Прямоугольник: скругленные углы 79">
              <a:extLst>
                <a:ext uri="{FF2B5EF4-FFF2-40B4-BE49-F238E27FC236}">
                  <a16:creationId xmlns:a16="http://schemas.microsoft.com/office/drawing/2014/main" id="{C382C5D2-D4B4-0E4D-3759-ACCD34243D2A}"/>
                </a:ext>
              </a:extLst>
            </p:cNvPr>
            <p:cNvSpPr/>
            <p:nvPr/>
          </p:nvSpPr>
          <p:spPr>
            <a:xfrm>
              <a:off x="7419606" y="4681740"/>
              <a:ext cx="1070344"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2023</a:t>
              </a:r>
            </a:p>
          </p:txBody>
        </p:sp>
        <p:sp>
          <p:nvSpPr>
            <p:cNvPr id="53" name="Полилиния: фигура 52">
              <a:extLst>
                <a:ext uri="{FF2B5EF4-FFF2-40B4-BE49-F238E27FC236}">
                  <a16:creationId xmlns:a16="http://schemas.microsoft.com/office/drawing/2014/main" id="{ED5C1365-815D-A8CD-28DD-F65DAAB3D66E}"/>
                </a:ext>
              </a:extLst>
            </p:cNvPr>
            <p:cNvSpPr/>
            <p:nvPr/>
          </p:nvSpPr>
          <p:spPr>
            <a:xfrm>
              <a:off x="7529697" y="4759529"/>
              <a:ext cx="159921" cy="173026"/>
            </a:xfrm>
            <a:custGeom>
              <a:avLst/>
              <a:gdLst>
                <a:gd name="connsiteX0" fmla="*/ 42863 w 171450"/>
                <a:gd name="connsiteY0" fmla="*/ 85725 h 171450"/>
                <a:gd name="connsiteX1" fmla="*/ 34455 w 171450"/>
                <a:gd name="connsiteY1" fmla="*/ 86450 h 171450"/>
                <a:gd name="connsiteX2" fmla="*/ 29300 w 171450"/>
                <a:gd name="connsiteY2" fmla="*/ 91605 h 171450"/>
                <a:gd name="connsiteX3" fmla="*/ 28575 w 171450"/>
                <a:gd name="connsiteY3" fmla="*/ 100013 h 171450"/>
                <a:gd name="connsiteX4" fmla="*/ 29300 w 171450"/>
                <a:gd name="connsiteY4" fmla="*/ 108420 h 171450"/>
                <a:gd name="connsiteX5" fmla="*/ 34455 w 171450"/>
                <a:gd name="connsiteY5" fmla="*/ 113575 h 171450"/>
                <a:gd name="connsiteX6" fmla="*/ 42863 w 171450"/>
                <a:gd name="connsiteY6" fmla="*/ 114300 h 171450"/>
                <a:gd name="connsiteX7" fmla="*/ 51270 w 171450"/>
                <a:gd name="connsiteY7" fmla="*/ 113575 h 171450"/>
                <a:gd name="connsiteX8" fmla="*/ 56425 w 171450"/>
                <a:gd name="connsiteY8" fmla="*/ 108420 h 171450"/>
                <a:gd name="connsiteX9" fmla="*/ 57150 w 171450"/>
                <a:gd name="connsiteY9" fmla="*/ 100013 h 171450"/>
                <a:gd name="connsiteX10" fmla="*/ 56425 w 171450"/>
                <a:gd name="connsiteY10" fmla="*/ 91605 h 171450"/>
                <a:gd name="connsiteX11" fmla="*/ 51270 w 171450"/>
                <a:gd name="connsiteY11" fmla="*/ 86450 h 171450"/>
                <a:gd name="connsiteX12" fmla="*/ 42863 w 171450"/>
                <a:gd name="connsiteY12" fmla="*/ 85725 h 171450"/>
                <a:gd name="connsiteX13" fmla="*/ 9525 w 171450"/>
                <a:gd name="connsiteY13" fmla="*/ 66675 h 171450"/>
                <a:gd name="connsiteX14" fmla="*/ 161925 w 171450"/>
                <a:gd name="connsiteY14" fmla="*/ 66675 h 171450"/>
                <a:gd name="connsiteX15" fmla="*/ 170751 w 171450"/>
                <a:gd name="connsiteY15" fmla="*/ 76200 h 171450"/>
                <a:gd name="connsiteX16" fmla="*/ 171450 w 171450"/>
                <a:gd name="connsiteY16" fmla="*/ 95250 h 171450"/>
                <a:gd name="connsiteX17" fmla="*/ 85725 w 171450"/>
                <a:gd name="connsiteY17" fmla="*/ 171450 h 171450"/>
                <a:gd name="connsiteX18" fmla="*/ 0 w 171450"/>
                <a:gd name="connsiteY18" fmla="*/ 95250 h 171450"/>
                <a:gd name="connsiteX19" fmla="*/ 699 w 171450"/>
                <a:gd name="connsiteY19" fmla="*/ 76200 h 171450"/>
                <a:gd name="connsiteX20" fmla="*/ 9525 w 171450"/>
                <a:gd name="connsiteY20" fmla="*/ 66675 h 171450"/>
                <a:gd name="connsiteX21" fmla="*/ 47625 w 171450"/>
                <a:gd name="connsiteY21" fmla="*/ 0 h 171450"/>
                <a:gd name="connsiteX22" fmla="*/ 57150 w 171450"/>
                <a:gd name="connsiteY22" fmla="*/ 19050 h 171450"/>
                <a:gd name="connsiteX23" fmla="*/ 114300 w 171450"/>
                <a:gd name="connsiteY23" fmla="*/ 19050 h 171450"/>
                <a:gd name="connsiteX24" fmla="*/ 123825 w 171450"/>
                <a:gd name="connsiteY24" fmla="*/ 0 h 171450"/>
                <a:gd name="connsiteX25" fmla="*/ 133350 w 171450"/>
                <a:gd name="connsiteY25" fmla="*/ 19050 h 171450"/>
                <a:gd name="connsiteX26" fmla="*/ 171450 w 171450"/>
                <a:gd name="connsiteY26" fmla="*/ 47625 h 171450"/>
                <a:gd name="connsiteX27" fmla="*/ 155168 w 171450"/>
                <a:gd name="connsiteY27" fmla="*/ 57166 h 171450"/>
                <a:gd name="connsiteX28" fmla="*/ 152400 w 171450"/>
                <a:gd name="connsiteY28" fmla="*/ 57150 h 171450"/>
                <a:gd name="connsiteX29" fmla="*/ 19050 w 171450"/>
                <a:gd name="connsiteY29" fmla="*/ 57150 h 171450"/>
                <a:gd name="connsiteX30" fmla="*/ 0 w 171450"/>
                <a:gd name="connsiteY30" fmla="*/ 47625 h 171450"/>
                <a:gd name="connsiteX31" fmla="*/ 38100 w 171450"/>
                <a:gd name="connsiteY31" fmla="*/ 19050 h 171450"/>
                <a:gd name="connsiteX32" fmla="*/ 47625 w 171450"/>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chemeClr val="bg1"/>
            </a:solidFill>
            <a:ln w="9525" cap="flat">
              <a:noFill/>
              <a:prstDash val="solid"/>
              <a:miter/>
            </a:ln>
          </p:spPr>
          <p:txBody>
            <a:bodyPr wrap="none" rtlCol="0" anchor="ctr"/>
            <a:lstStyle/>
            <a:p>
              <a:endParaRPr lang="ru-RU" sz="1400" b="1"/>
            </a:p>
          </p:txBody>
        </p:sp>
      </p:grpSp>
      <p:grpSp>
        <p:nvGrpSpPr>
          <p:cNvPr id="61" name="Группа 60">
            <a:extLst>
              <a:ext uri="{FF2B5EF4-FFF2-40B4-BE49-F238E27FC236}">
                <a16:creationId xmlns:a16="http://schemas.microsoft.com/office/drawing/2014/main" id="{C88A985C-DF9C-D111-F36E-54DECACCAE29}"/>
              </a:ext>
            </a:extLst>
          </p:cNvPr>
          <p:cNvGrpSpPr/>
          <p:nvPr/>
        </p:nvGrpSpPr>
        <p:grpSpPr>
          <a:xfrm>
            <a:off x="6947690" y="4504744"/>
            <a:ext cx="803644" cy="252000"/>
            <a:chOff x="7419606" y="5079609"/>
            <a:chExt cx="803644" cy="252000"/>
          </a:xfrm>
        </p:grpSpPr>
        <p:sp>
          <p:nvSpPr>
            <p:cNvPr id="54" name="Прямоугольник: скругленные углы 53">
              <a:extLst>
                <a:ext uri="{FF2B5EF4-FFF2-40B4-BE49-F238E27FC236}">
                  <a16:creationId xmlns:a16="http://schemas.microsoft.com/office/drawing/2014/main" id="{00CBFF8E-7E79-3AFA-CEE0-00D4A763ECBA}"/>
                </a:ext>
              </a:extLst>
            </p:cNvPr>
            <p:cNvSpPr/>
            <p:nvPr/>
          </p:nvSpPr>
          <p:spPr>
            <a:xfrm>
              <a:off x="7419606" y="5079609"/>
              <a:ext cx="803644"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2023</a:t>
              </a:r>
            </a:p>
          </p:txBody>
        </p:sp>
        <p:sp>
          <p:nvSpPr>
            <p:cNvPr id="55" name="Полилиния: фигура 54">
              <a:extLst>
                <a:ext uri="{FF2B5EF4-FFF2-40B4-BE49-F238E27FC236}">
                  <a16:creationId xmlns:a16="http://schemas.microsoft.com/office/drawing/2014/main" id="{18F51313-80EA-14A7-BDB6-DD7311E82001}"/>
                </a:ext>
              </a:extLst>
            </p:cNvPr>
            <p:cNvSpPr/>
            <p:nvPr/>
          </p:nvSpPr>
          <p:spPr>
            <a:xfrm>
              <a:off x="7529697" y="5136356"/>
              <a:ext cx="121049" cy="130969"/>
            </a:xfrm>
            <a:custGeom>
              <a:avLst/>
              <a:gdLst>
                <a:gd name="connsiteX0" fmla="*/ 42863 w 171450"/>
                <a:gd name="connsiteY0" fmla="*/ 85725 h 171450"/>
                <a:gd name="connsiteX1" fmla="*/ 34455 w 171450"/>
                <a:gd name="connsiteY1" fmla="*/ 86450 h 171450"/>
                <a:gd name="connsiteX2" fmla="*/ 29300 w 171450"/>
                <a:gd name="connsiteY2" fmla="*/ 91605 h 171450"/>
                <a:gd name="connsiteX3" fmla="*/ 28575 w 171450"/>
                <a:gd name="connsiteY3" fmla="*/ 100013 h 171450"/>
                <a:gd name="connsiteX4" fmla="*/ 29300 w 171450"/>
                <a:gd name="connsiteY4" fmla="*/ 108420 h 171450"/>
                <a:gd name="connsiteX5" fmla="*/ 34455 w 171450"/>
                <a:gd name="connsiteY5" fmla="*/ 113575 h 171450"/>
                <a:gd name="connsiteX6" fmla="*/ 42863 w 171450"/>
                <a:gd name="connsiteY6" fmla="*/ 114300 h 171450"/>
                <a:gd name="connsiteX7" fmla="*/ 51270 w 171450"/>
                <a:gd name="connsiteY7" fmla="*/ 113575 h 171450"/>
                <a:gd name="connsiteX8" fmla="*/ 56425 w 171450"/>
                <a:gd name="connsiteY8" fmla="*/ 108420 h 171450"/>
                <a:gd name="connsiteX9" fmla="*/ 57150 w 171450"/>
                <a:gd name="connsiteY9" fmla="*/ 100013 h 171450"/>
                <a:gd name="connsiteX10" fmla="*/ 56425 w 171450"/>
                <a:gd name="connsiteY10" fmla="*/ 91605 h 171450"/>
                <a:gd name="connsiteX11" fmla="*/ 51270 w 171450"/>
                <a:gd name="connsiteY11" fmla="*/ 86450 h 171450"/>
                <a:gd name="connsiteX12" fmla="*/ 42863 w 171450"/>
                <a:gd name="connsiteY12" fmla="*/ 85725 h 171450"/>
                <a:gd name="connsiteX13" fmla="*/ 9525 w 171450"/>
                <a:gd name="connsiteY13" fmla="*/ 66675 h 171450"/>
                <a:gd name="connsiteX14" fmla="*/ 161925 w 171450"/>
                <a:gd name="connsiteY14" fmla="*/ 66675 h 171450"/>
                <a:gd name="connsiteX15" fmla="*/ 170751 w 171450"/>
                <a:gd name="connsiteY15" fmla="*/ 76200 h 171450"/>
                <a:gd name="connsiteX16" fmla="*/ 171450 w 171450"/>
                <a:gd name="connsiteY16" fmla="*/ 95250 h 171450"/>
                <a:gd name="connsiteX17" fmla="*/ 85725 w 171450"/>
                <a:gd name="connsiteY17" fmla="*/ 171450 h 171450"/>
                <a:gd name="connsiteX18" fmla="*/ 0 w 171450"/>
                <a:gd name="connsiteY18" fmla="*/ 95250 h 171450"/>
                <a:gd name="connsiteX19" fmla="*/ 699 w 171450"/>
                <a:gd name="connsiteY19" fmla="*/ 76200 h 171450"/>
                <a:gd name="connsiteX20" fmla="*/ 9525 w 171450"/>
                <a:gd name="connsiteY20" fmla="*/ 66675 h 171450"/>
                <a:gd name="connsiteX21" fmla="*/ 47625 w 171450"/>
                <a:gd name="connsiteY21" fmla="*/ 0 h 171450"/>
                <a:gd name="connsiteX22" fmla="*/ 57150 w 171450"/>
                <a:gd name="connsiteY22" fmla="*/ 19050 h 171450"/>
                <a:gd name="connsiteX23" fmla="*/ 114300 w 171450"/>
                <a:gd name="connsiteY23" fmla="*/ 19050 h 171450"/>
                <a:gd name="connsiteX24" fmla="*/ 123825 w 171450"/>
                <a:gd name="connsiteY24" fmla="*/ 0 h 171450"/>
                <a:gd name="connsiteX25" fmla="*/ 133350 w 171450"/>
                <a:gd name="connsiteY25" fmla="*/ 19050 h 171450"/>
                <a:gd name="connsiteX26" fmla="*/ 171450 w 171450"/>
                <a:gd name="connsiteY26" fmla="*/ 47625 h 171450"/>
                <a:gd name="connsiteX27" fmla="*/ 155168 w 171450"/>
                <a:gd name="connsiteY27" fmla="*/ 57166 h 171450"/>
                <a:gd name="connsiteX28" fmla="*/ 152400 w 171450"/>
                <a:gd name="connsiteY28" fmla="*/ 57150 h 171450"/>
                <a:gd name="connsiteX29" fmla="*/ 19050 w 171450"/>
                <a:gd name="connsiteY29" fmla="*/ 57150 h 171450"/>
                <a:gd name="connsiteX30" fmla="*/ 0 w 171450"/>
                <a:gd name="connsiteY30" fmla="*/ 47625 h 171450"/>
                <a:gd name="connsiteX31" fmla="*/ 38100 w 171450"/>
                <a:gd name="connsiteY31" fmla="*/ 19050 h 171450"/>
                <a:gd name="connsiteX32" fmla="*/ 47625 w 171450"/>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chemeClr val="bg1"/>
            </a:solidFill>
            <a:ln w="9525" cap="flat">
              <a:noFill/>
              <a:prstDash val="solid"/>
              <a:miter/>
            </a:ln>
          </p:spPr>
          <p:txBody>
            <a:bodyPr wrap="none" rtlCol="0" anchor="ctr"/>
            <a:lstStyle/>
            <a:p>
              <a:endParaRPr lang="ru-RU" sz="1400" b="1"/>
            </a:p>
          </p:txBody>
        </p:sp>
      </p:grpSp>
      <p:sp>
        <p:nvSpPr>
          <p:cNvPr id="12" name="TextBox 11">
            <a:extLst>
              <a:ext uri="{FF2B5EF4-FFF2-40B4-BE49-F238E27FC236}">
                <a16:creationId xmlns:a16="http://schemas.microsoft.com/office/drawing/2014/main" id="{6AE0A5A1-CB6C-8BE4-0B58-F90A96CA9B9B}"/>
              </a:ext>
            </a:extLst>
          </p:cNvPr>
          <p:cNvSpPr txBox="1"/>
          <p:nvPr/>
        </p:nvSpPr>
        <p:spPr>
          <a:xfrm>
            <a:off x="9439360" y="4051172"/>
            <a:ext cx="1858624" cy="717061"/>
          </a:xfrm>
          <a:prstGeom prst="rect">
            <a:avLst/>
          </a:prstGeom>
          <a:noFill/>
        </p:spPr>
        <p:txBody>
          <a:bodyPr wrap="square" lIns="0" tIns="0" rIns="0" bIns="0" rtlCol="0">
            <a:noAutofit/>
          </a:bodyPr>
          <a:lstStyle/>
          <a:p>
            <a:pPr algn="l">
              <a:spcAft>
                <a:spcPts val="600"/>
              </a:spcAft>
            </a:pPr>
            <a:r>
              <a:rPr lang="ru-RU" sz="1200">
                <a:solidFill>
                  <a:schemeClr val="bg1"/>
                </a:solidFill>
              </a:rPr>
              <a:t>Пользуйся готовым набором или подбери цвет плашек самостоятельно</a:t>
            </a:r>
          </a:p>
        </p:txBody>
      </p:sp>
      <p:sp>
        <p:nvSpPr>
          <p:cNvPr id="14" name="TextBox 13">
            <a:extLst>
              <a:ext uri="{FF2B5EF4-FFF2-40B4-BE49-F238E27FC236}">
                <a16:creationId xmlns:a16="http://schemas.microsoft.com/office/drawing/2014/main" id="{F96160B6-D193-83CF-933F-989AE9A734E8}"/>
              </a:ext>
            </a:extLst>
          </p:cNvPr>
          <p:cNvSpPr txBox="1"/>
          <p:nvPr/>
        </p:nvSpPr>
        <p:spPr>
          <a:xfrm>
            <a:off x="9439360" y="4926535"/>
            <a:ext cx="1858624" cy="578909"/>
          </a:xfrm>
          <a:prstGeom prst="rect">
            <a:avLst/>
          </a:prstGeom>
          <a:noFill/>
        </p:spPr>
        <p:txBody>
          <a:bodyPr wrap="square" lIns="0" tIns="0" rIns="0" bIns="0" rtlCol="0">
            <a:noAutofit/>
          </a:bodyPr>
          <a:lstStyle/>
          <a:p>
            <a:pPr algn="l">
              <a:spcAft>
                <a:spcPts val="600"/>
              </a:spcAft>
            </a:pPr>
            <a:r>
              <a:rPr lang="ru-RU" sz="1200">
                <a:solidFill>
                  <a:schemeClr val="bg1"/>
                </a:solidFill>
              </a:rPr>
              <a:t>Меняй иконки </a:t>
            </a:r>
            <a:br>
              <a:rPr lang="ru-RU" sz="1200">
                <a:solidFill>
                  <a:schemeClr val="bg1"/>
                </a:solidFill>
              </a:rPr>
            </a:br>
            <a:r>
              <a:rPr lang="ru-RU" sz="1200">
                <a:solidFill>
                  <a:schemeClr val="bg1"/>
                </a:solidFill>
              </a:rPr>
              <a:t>под контекст</a:t>
            </a:r>
          </a:p>
        </p:txBody>
      </p:sp>
      <p:sp>
        <p:nvSpPr>
          <p:cNvPr id="18" name="Рисунок 18">
            <a:extLst>
              <a:ext uri="{FF2B5EF4-FFF2-40B4-BE49-F238E27FC236}">
                <a16:creationId xmlns:a16="http://schemas.microsoft.com/office/drawing/2014/main" id="{725B8A9C-6E69-0E26-F09F-E0B86B0C3ADC}"/>
              </a:ext>
            </a:extLst>
          </p:cNvPr>
          <p:cNvSpPr/>
          <p:nvPr/>
        </p:nvSpPr>
        <p:spPr>
          <a:xfrm>
            <a:off x="9147049" y="4926535"/>
            <a:ext cx="162320" cy="162320"/>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sp>
        <p:nvSpPr>
          <p:cNvPr id="224" name="Прямоугольник: скругленные углы 223">
            <a:extLst>
              <a:ext uri="{FF2B5EF4-FFF2-40B4-BE49-F238E27FC236}">
                <a16:creationId xmlns:a16="http://schemas.microsoft.com/office/drawing/2014/main" id="{A0AD8699-EA43-4ADD-6C11-015C563A4292}"/>
              </a:ext>
            </a:extLst>
          </p:cNvPr>
          <p:cNvSpPr/>
          <p:nvPr/>
        </p:nvSpPr>
        <p:spPr>
          <a:xfrm>
            <a:off x="622852" y="3604089"/>
            <a:ext cx="1640039" cy="216000"/>
          </a:xfrm>
          <a:prstGeom prst="roundRect">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В ПРОИЗВОДСТВЕ</a:t>
            </a:r>
          </a:p>
        </p:txBody>
      </p:sp>
      <p:grpSp>
        <p:nvGrpSpPr>
          <p:cNvPr id="48" name="Группа 47">
            <a:extLst>
              <a:ext uri="{FF2B5EF4-FFF2-40B4-BE49-F238E27FC236}">
                <a16:creationId xmlns:a16="http://schemas.microsoft.com/office/drawing/2014/main" id="{4797EE73-BEDE-5564-4148-71237E6BFF45}"/>
              </a:ext>
            </a:extLst>
          </p:cNvPr>
          <p:cNvGrpSpPr/>
          <p:nvPr/>
        </p:nvGrpSpPr>
        <p:grpSpPr>
          <a:xfrm>
            <a:off x="622852" y="2880352"/>
            <a:ext cx="2850598" cy="324000"/>
            <a:chOff x="622852" y="3263596"/>
            <a:chExt cx="2850598" cy="324000"/>
          </a:xfrm>
        </p:grpSpPr>
        <p:sp>
          <p:nvSpPr>
            <p:cNvPr id="229" name="Прямоугольник: скругленные углы 228">
              <a:extLst>
                <a:ext uri="{FF2B5EF4-FFF2-40B4-BE49-F238E27FC236}">
                  <a16:creationId xmlns:a16="http://schemas.microsoft.com/office/drawing/2014/main" id="{370402FB-9592-8836-45F0-DF423E694A89}"/>
                </a:ext>
              </a:extLst>
            </p:cNvPr>
            <p:cNvSpPr/>
            <p:nvPr/>
          </p:nvSpPr>
          <p:spPr>
            <a:xfrm>
              <a:off x="622852" y="3263596"/>
              <a:ext cx="2850598" cy="324000"/>
            </a:xfrm>
            <a:prstGeom prst="roundRect">
              <a:avLst>
                <a:gd name="adj" fmla="val 28032"/>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В ПРОИЗВОДСТВЕ</a:t>
              </a:r>
            </a:p>
          </p:txBody>
        </p:sp>
        <p:sp>
          <p:nvSpPr>
            <p:cNvPr id="45" name="Рисунок 16">
              <a:extLst>
                <a:ext uri="{FF2B5EF4-FFF2-40B4-BE49-F238E27FC236}">
                  <a16:creationId xmlns:a16="http://schemas.microsoft.com/office/drawing/2014/main" id="{5F315611-0FD6-7766-EB19-C1E898EF1A5E}"/>
                </a:ext>
              </a:extLst>
            </p:cNvPr>
            <p:cNvSpPr/>
            <p:nvPr/>
          </p:nvSpPr>
          <p:spPr>
            <a:xfrm>
              <a:off x="736939" y="3346316"/>
              <a:ext cx="149157" cy="157431"/>
            </a:xfrm>
            <a:custGeom>
              <a:avLst/>
              <a:gdLst>
                <a:gd name="connsiteX0" fmla="*/ 50546 w 162439"/>
                <a:gd name="connsiteY0" fmla="*/ 32597 h 171450"/>
                <a:gd name="connsiteX1" fmla="*/ 39319 w 162439"/>
                <a:gd name="connsiteY1" fmla="*/ 29281 h 171450"/>
                <a:gd name="connsiteX2" fmla="*/ 6979 w 162439"/>
                <a:gd name="connsiteY2" fmla="*/ 42862 h 171450"/>
                <a:gd name="connsiteX3" fmla="*/ 11388 w 162439"/>
                <a:gd name="connsiteY3" fmla="*/ 77659 h 171450"/>
                <a:gd name="connsiteX4" fmla="*/ 19873 w 162439"/>
                <a:gd name="connsiteY4" fmla="*/ 85725 h 171450"/>
                <a:gd name="connsiteX5" fmla="*/ 11390 w 162439"/>
                <a:gd name="connsiteY5" fmla="*/ 93788 h 171450"/>
                <a:gd name="connsiteX6" fmla="*/ 6979 w 162439"/>
                <a:gd name="connsiteY6" fmla="*/ 128588 h 171450"/>
                <a:gd name="connsiteX7" fmla="*/ 39322 w 162439"/>
                <a:gd name="connsiteY7" fmla="*/ 142167 h 171450"/>
                <a:gd name="connsiteX8" fmla="*/ 50546 w 162439"/>
                <a:gd name="connsiteY8" fmla="*/ 138853 h 171450"/>
                <a:gd name="connsiteX9" fmla="*/ 53288 w 162439"/>
                <a:gd name="connsiteY9" fmla="*/ 150233 h 171450"/>
                <a:gd name="connsiteX10" fmla="*/ 81219 w 162439"/>
                <a:gd name="connsiteY10" fmla="*/ 171450 h 171450"/>
                <a:gd name="connsiteX11" fmla="*/ 109151 w 162439"/>
                <a:gd name="connsiteY11" fmla="*/ 150233 h 171450"/>
                <a:gd name="connsiteX12" fmla="*/ 111893 w 162439"/>
                <a:gd name="connsiteY12" fmla="*/ 138853 h 171450"/>
                <a:gd name="connsiteX13" fmla="*/ 123091 w 162439"/>
                <a:gd name="connsiteY13" fmla="*/ 142160 h 171450"/>
                <a:gd name="connsiteX14" fmla="*/ 155459 w 162439"/>
                <a:gd name="connsiteY14" fmla="*/ 128588 h 171450"/>
                <a:gd name="connsiteX15" fmla="*/ 151051 w 162439"/>
                <a:gd name="connsiteY15" fmla="*/ 93790 h 171450"/>
                <a:gd name="connsiteX16" fmla="*/ 142566 w 162439"/>
                <a:gd name="connsiteY16" fmla="*/ 85725 h 171450"/>
                <a:gd name="connsiteX17" fmla="*/ 151051 w 162439"/>
                <a:gd name="connsiteY17" fmla="*/ 77659 h 171450"/>
                <a:gd name="connsiteX18" fmla="*/ 155460 w 162439"/>
                <a:gd name="connsiteY18" fmla="*/ 42862 h 171450"/>
                <a:gd name="connsiteX19" fmla="*/ 123120 w 162439"/>
                <a:gd name="connsiteY19" fmla="*/ 29281 h 171450"/>
                <a:gd name="connsiteX20" fmla="*/ 111893 w 162439"/>
                <a:gd name="connsiteY20" fmla="*/ 32597 h 171450"/>
                <a:gd name="connsiteX21" fmla="*/ 109151 w 162439"/>
                <a:gd name="connsiteY21" fmla="*/ 21217 h 171450"/>
                <a:gd name="connsiteX22" fmla="*/ 81219 w 162439"/>
                <a:gd name="connsiteY22" fmla="*/ 0 h 171450"/>
                <a:gd name="connsiteX23" fmla="*/ 53285 w 162439"/>
                <a:gd name="connsiteY23" fmla="*/ 21229 h 171450"/>
                <a:gd name="connsiteX24" fmla="*/ 50546 w 162439"/>
                <a:gd name="connsiteY24" fmla="*/ 32597 h 171450"/>
                <a:gd name="connsiteX25" fmla="*/ 81219 w 162439"/>
                <a:gd name="connsiteY25" fmla="*/ 114300 h 171450"/>
                <a:gd name="connsiteX26" fmla="*/ 52644 w 162439"/>
                <a:gd name="connsiteY26" fmla="*/ 85725 h 171450"/>
                <a:gd name="connsiteX27" fmla="*/ 81219 w 162439"/>
                <a:gd name="connsiteY27" fmla="*/ 57150 h 171450"/>
                <a:gd name="connsiteX28" fmla="*/ 109794 w 162439"/>
                <a:gd name="connsiteY28" fmla="*/ 85725 h 171450"/>
                <a:gd name="connsiteX29" fmla="*/ 81219 w 162439"/>
                <a:gd name="connsiteY29"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439" h="171450">
                  <a:moveTo>
                    <a:pt x="50546" y="32597"/>
                  </a:moveTo>
                  <a:cubicBezTo>
                    <a:pt x="46820" y="31438"/>
                    <a:pt x="43068" y="30365"/>
                    <a:pt x="39319" y="29281"/>
                  </a:cubicBezTo>
                  <a:cubicBezTo>
                    <a:pt x="22605" y="24448"/>
                    <a:pt x="18325" y="23211"/>
                    <a:pt x="6979" y="42862"/>
                  </a:cubicBezTo>
                  <a:cubicBezTo>
                    <a:pt x="-4366" y="62514"/>
                    <a:pt x="-1155" y="65601"/>
                    <a:pt x="11388" y="77659"/>
                  </a:cubicBezTo>
                  <a:cubicBezTo>
                    <a:pt x="14201" y="80364"/>
                    <a:pt x="17006" y="83077"/>
                    <a:pt x="19873" y="85725"/>
                  </a:cubicBezTo>
                  <a:cubicBezTo>
                    <a:pt x="17007" y="88372"/>
                    <a:pt x="14203" y="91084"/>
                    <a:pt x="11390" y="93788"/>
                  </a:cubicBezTo>
                  <a:cubicBezTo>
                    <a:pt x="-1153" y="105846"/>
                    <a:pt x="-4366" y="108936"/>
                    <a:pt x="6979" y="128588"/>
                  </a:cubicBezTo>
                  <a:cubicBezTo>
                    <a:pt x="18325" y="148239"/>
                    <a:pt x="22607" y="147000"/>
                    <a:pt x="39322" y="142167"/>
                  </a:cubicBezTo>
                  <a:cubicBezTo>
                    <a:pt x="43059" y="141086"/>
                    <a:pt x="46831" y="140008"/>
                    <a:pt x="50546" y="138853"/>
                  </a:cubicBezTo>
                  <a:cubicBezTo>
                    <a:pt x="51405" y="142655"/>
                    <a:pt x="52354" y="146450"/>
                    <a:pt x="53288" y="150233"/>
                  </a:cubicBezTo>
                  <a:cubicBezTo>
                    <a:pt x="57460" y="167126"/>
                    <a:pt x="58528" y="171450"/>
                    <a:pt x="81219" y="171450"/>
                  </a:cubicBezTo>
                  <a:cubicBezTo>
                    <a:pt x="103912" y="171450"/>
                    <a:pt x="104980" y="167126"/>
                    <a:pt x="109151" y="150233"/>
                  </a:cubicBezTo>
                  <a:cubicBezTo>
                    <a:pt x="110087" y="146445"/>
                    <a:pt x="111034" y="142660"/>
                    <a:pt x="111893" y="138853"/>
                  </a:cubicBezTo>
                  <a:cubicBezTo>
                    <a:pt x="115610" y="140009"/>
                    <a:pt x="119352" y="141079"/>
                    <a:pt x="123091" y="142160"/>
                  </a:cubicBezTo>
                  <a:cubicBezTo>
                    <a:pt x="139806" y="146994"/>
                    <a:pt x="144113" y="148239"/>
                    <a:pt x="155459" y="128588"/>
                  </a:cubicBezTo>
                  <a:cubicBezTo>
                    <a:pt x="166805" y="108936"/>
                    <a:pt x="163594" y="105848"/>
                    <a:pt x="151051" y="93790"/>
                  </a:cubicBezTo>
                  <a:cubicBezTo>
                    <a:pt x="148237" y="91086"/>
                    <a:pt x="145433" y="88373"/>
                    <a:pt x="142566" y="85725"/>
                  </a:cubicBezTo>
                  <a:cubicBezTo>
                    <a:pt x="145433" y="83077"/>
                    <a:pt x="148238" y="80364"/>
                    <a:pt x="151051" y="77659"/>
                  </a:cubicBezTo>
                  <a:cubicBezTo>
                    <a:pt x="163595" y="65601"/>
                    <a:pt x="166805" y="62514"/>
                    <a:pt x="155460" y="42862"/>
                  </a:cubicBezTo>
                  <a:cubicBezTo>
                    <a:pt x="144114" y="23211"/>
                    <a:pt x="139834" y="24448"/>
                    <a:pt x="123120" y="29281"/>
                  </a:cubicBezTo>
                  <a:cubicBezTo>
                    <a:pt x="119371" y="30365"/>
                    <a:pt x="115620" y="31438"/>
                    <a:pt x="111893" y="32597"/>
                  </a:cubicBezTo>
                  <a:cubicBezTo>
                    <a:pt x="111033" y="28790"/>
                    <a:pt x="110086" y="25005"/>
                    <a:pt x="109151" y="21217"/>
                  </a:cubicBezTo>
                  <a:cubicBezTo>
                    <a:pt x="104980" y="4325"/>
                    <a:pt x="103912" y="0"/>
                    <a:pt x="81219" y="0"/>
                  </a:cubicBezTo>
                  <a:cubicBezTo>
                    <a:pt x="58528" y="0"/>
                    <a:pt x="57457" y="4337"/>
                    <a:pt x="53285" y="21229"/>
                  </a:cubicBezTo>
                  <a:cubicBezTo>
                    <a:pt x="52351" y="25013"/>
                    <a:pt x="51405" y="28794"/>
                    <a:pt x="50546" y="32597"/>
                  </a:cubicBezTo>
                  <a:close/>
                  <a:moveTo>
                    <a:pt x="81219" y="114300"/>
                  </a:moveTo>
                  <a:cubicBezTo>
                    <a:pt x="65437" y="114300"/>
                    <a:pt x="52644" y="101507"/>
                    <a:pt x="52644" y="85725"/>
                  </a:cubicBezTo>
                  <a:cubicBezTo>
                    <a:pt x="52644" y="69943"/>
                    <a:pt x="65437" y="57150"/>
                    <a:pt x="81219" y="57150"/>
                  </a:cubicBezTo>
                  <a:cubicBezTo>
                    <a:pt x="97001" y="57150"/>
                    <a:pt x="109794" y="69943"/>
                    <a:pt x="109794" y="85725"/>
                  </a:cubicBezTo>
                  <a:cubicBezTo>
                    <a:pt x="109794" y="101507"/>
                    <a:pt x="97001" y="114300"/>
                    <a:pt x="81219" y="114300"/>
                  </a:cubicBezTo>
                  <a:close/>
                </a:path>
              </a:pathLst>
            </a:custGeom>
            <a:solidFill>
              <a:schemeClr val="bg1"/>
            </a:solidFill>
            <a:ln w="9525" cap="flat">
              <a:noFill/>
              <a:prstDash val="solid"/>
              <a:miter/>
            </a:ln>
          </p:spPr>
          <p:txBody>
            <a:bodyPr rtlCol="0" anchor="ctr"/>
            <a:lstStyle/>
            <a:p>
              <a:endParaRPr lang="ru-RU"/>
            </a:p>
          </p:txBody>
        </p:sp>
      </p:grpSp>
      <p:grpSp>
        <p:nvGrpSpPr>
          <p:cNvPr id="47" name="Группа 46">
            <a:extLst>
              <a:ext uri="{FF2B5EF4-FFF2-40B4-BE49-F238E27FC236}">
                <a16:creationId xmlns:a16="http://schemas.microsoft.com/office/drawing/2014/main" id="{B22C768C-6FF2-7B0A-F1B9-584119AAD84F}"/>
              </a:ext>
            </a:extLst>
          </p:cNvPr>
          <p:cNvGrpSpPr/>
          <p:nvPr/>
        </p:nvGrpSpPr>
        <p:grpSpPr>
          <a:xfrm>
            <a:off x="622853" y="3278221"/>
            <a:ext cx="2075897" cy="252000"/>
            <a:chOff x="622853" y="3661465"/>
            <a:chExt cx="2075897" cy="252000"/>
          </a:xfrm>
        </p:grpSpPr>
        <p:sp>
          <p:nvSpPr>
            <p:cNvPr id="227" name="Прямоугольник: скругленные углы 226">
              <a:extLst>
                <a:ext uri="{FF2B5EF4-FFF2-40B4-BE49-F238E27FC236}">
                  <a16:creationId xmlns:a16="http://schemas.microsoft.com/office/drawing/2014/main" id="{33E6AC15-FA19-0230-5000-1AD9D96D9161}"/>
                </a:ext>
              </a:extLst>
            </p:cNvPr>
            <p:cNvSpPr/>
            <p:nvPr/>
          </p:nvSpPr>
          <p:spPr>
            <a:xfrm>
              <a:off x="622853" y="3661465"/>
              <a:ext cx="2075897"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В ПРОИЗВОДСТВЕ</a:t>
              </a:r>
            </a:p>
          </p:txBody>
        </p:sp>
        <p:sp>
          <p:nvSpPr>
            <p:cNvPr id="46" name="Рисунок 16">
              <a:extLst>
                <a:ext uri="{FF2B5EF4-FFF2-40B4-BE49-F238E27FC236}">
                  <a16:creationId xmlns:a16="http://schemas.microsoft.com/office/drawing/2014/main" id="{BFCBA8E6-6C48-BF0A-9C9B-C57860BD0979}"/>
                </a:ext>
              </a:extLst>
            </p:cNvPr>
            <p:cNvSpPr/>
            <p:nvPr/>
          </p:nvSpPr>
          <p:spPr>
            <a:xfrm>
              <a:off x="724581" y="3716633"/>
              <a:ext cx="121715" cy="128467"/>
            </a:xfrm>
            <a:custGeom>
              <a:avLst/>
              <a:gdLst>
                <a:gd name="connsiteX0" fmla="*/ 50546 w 162439"/>
                <a:gd name="connsiteY0" fmla="*/ 32597 h 171450"/>
                <a:gd name="connsiteX1" fmla="*/ 39319 w 162439"/>
                <a:gd name="connsiteY1" fmla="*/ 29281 h 171450"/>
                <a:gd name="connsiteX2" fmla="*/ 6979 w 162439"/>
                <a:gd name="connsiteY2" fmla="*/ 42862 h 171450"/>
                <a:gd name="connsiteX3" fmla="*/ 11388 w 162439"/>
                <a:gd name="connsiteY3" fmla="*/ 77659 h 171450"/>
                <a:gd name="connsiteX4" fmla="*/ 19873 w 162439"/>
                <a:gd name="connsiteY4" fmla="*/ 85725 h 171450"/>
                <a:gd name="connsiteX5" fmla="*/ 11390 w 162439"/>
                <a:gd name="connsiteY5" fmla="*/ 93788 h 171450"/>
                <a:gd name="connsiteX6" fmla="*/ 6979 w 162439"/>
                <a:gd name="connsiteY6" fmla="*/ 128588 h 171450"/>
                <a:gd name="connsiteX7" fmla="*/ 39322 w 162439"/>
                <a:gd name="connsiteY7" fmla="*/ 142167 h 171450"/>
                <a:gd name="connsiteX8" fmla="*/ 50546 w 162439"/>
                <a:gd name="connsiteY8" fmla="*/ 138853 h 171450"/>
                <a:gd name="connsiteX9" fmla="*/ 53288 w 162439"/>
                <a:gd name="connsiteY9" fmla="*/ 150233 h 171450"/>
                <a:gd name="connsiteX10" fmla="*/ 81219 w 162439"/>
                <a:gd name="connsiteY10" fmla="*/ 171450 h 171450"/>
                <a:gd name="connsiteX11" fmla="*/ 109151 w 162439"/>
                <a:gd name="connsiteY11" fmla="*/ 150233 h 171450"/>
                <a:gd name="connsiteX12" fmla="*/ 111893 w 162439"/>
                <a:gd name="connsiteY12" fmla="*/ 138853 h 171450"/>
                <a:gd name="connsiteX13" fmla="*/ 123091 w 162439"/>
                <a:gd name="connsiteY13" fmla="*/ 142160 h 171450"/>
                <a:gd name="connsiteX14" fmla="*/ 155459 w 162439"/>
                <a:gd name="connsiteY14" fmla="*/ 128588 h 171450"/>
                <a:gd name="connsiteX15" fmla="*/ 151051 w 162439"/>
                <a:gd name="connsiteY15" fmla="*/ 93790 h 171450"/>
                <a:gd name="connsiteX16" fmla="*/ 142566 w 162439"/>
                <a:gd name="connsiteY16" fmla="*/ 85725 h 171450"/>
                <a:gd name="connsiteX17" fmla="*/ 151051 w 162439"/>
                <a:gd name="connsiteY17" fmla="*/ 77659 h 171450"/>
                <a:gd name="connsiteX18" fmla="*/ 155460 w 162439"/>
                <a:gd name="connsiteY18" fmla="*/ 42862 h 171450"/>
                <a:gd name="connsiteX19" fmla="*/ 123120 w 162439"/>
                <a:gd name="connsiteY19" fmla="*/ 29281 h 171450"/>
                <a:gd name="connsiteX20" fmla="*/ 111893 w 162439"/>
                <a:gd name="connsiteY20" fmla="*/ 32597 h 171450"/>
                <a:gd name="connsiteX21" fmla="*/ 109151 w 162439"/>
                <a:gd name="connsiteY21" fmla="*/ 21217 h 171450"/>
                <a:gd name="connsiteX22" fmla="*/ 81219 w 162439"/>
                <a:gd name="connsiteY22" fmla="*/ 0 h 171450"/>
                <a:gd name="connsiteX23" fmla="*/ 53285 w 162439"/>
                <a:gd name="connsiteY23" fmla="*/ 21229 h 171450"/>
                <a:gd name="connsiteX24" fmla="*/ 50546 w 162439"/>
                <a:gd name="connsiteY24" fmla="*/ 32597 h 171450"/>
                <a:gd name="connsiteX25" fmla="*/ 81219 w 162439"/>
                <a:gd name="connsiteY25" fmla="*/ 114300 h 171450"/>
                <a:gd name="connsiteX26" fmla="*/ 52644 w 162439"/>
                <a:gd name="connsiteY26" fmla="*/ 85725 h 171450"/>
                <a:gd name="connsiteX27" fmla="*/ 81219 w 162439"/>
                <a:gd name="connsiteY27" fmla="*/ 57150 h 171450"/>
                <a:gd name="connsiteX28" fmla="*/ 109794 w 162439"/>
                <a:gd name="connsiteY28" fmla="*/ 85725 h 171450"/>
                <a:gd name="connsiteX29" fmla="*/ 81219 w 162439"/>
                <a:gd name="connsiteY29"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439" h="171450">
                  <a:moveTo>
                    <a:pt x="50546" y="32597"/>
                  </a:moveTo>
                  <a:cubicBezTo>
                    <a:pt x="46820" y="31438"/>
                    <a:pt x="43068" y="30365"/>
                    <a:pt x="39319" y="29281"/>
                  </a:cubicBezTo>
                  <a:cubicBezTo>
                    <a:pt x="22605" y="24448"/>
                    <a:pt x="18325" y="23211"/>
                    <a:pt x="6979" y="42862"/>
                  </a:cubicBezTo>
                  <a:cubicBezTo>
                    <a:pt x="-4366" y="62514"/>
                    <a:pt x="-1155" y="65601"/>
                    <a:pt x="11388" y="77659"/>
                  </a:cubicBezTo>
                  <a:cubicBezTo>
                    <a:pt x="14201" y="80364"/>
                    <a:pt x="17006" y="83077"/>
                    <a:pt x="19873" y="85725"/>
                  </a:cubicBezTo>
                  <a:cubicBezTo>
                    <a:pt x="17007" y="88372"/>
                    <a:pt x="14203" y="91084"/>
                    <a:pt x="11390" y="93788"/>
                  </a:cubicBezTo>
                  <a:cubicBezTo>
                    <a:pt x="-1153" y="105846"/>
                    <a:pt x="-4366" y="108936"/>
                    <a:pt x="6979" y="128588"/>
                  </a:cubicBezTo>
                  <a:cubicBezTo>
                    <a:pt x="18325" y="148239"/>
                    <a:pt x="22607" y="147000"/>
                    <a:pt x="39322" y="142167"/>
                  </a:cubicBezTo>
                  <a:cubicBezTo>
                    <a:pt x="43059" y="141086"/>
                    <a:pt x="46831" y="140008"/>
                    <a:pt x="50546" y="138853"/>
                  </a:cubicBezTo>
                  <a:cubicBezTo>
                    <a:pt x="51405" y="142655"/>
                    <a:pt x="52354" y="146450"/>
                    <a:pt x="53288" y="150233"/>
                  </a:cubicBezTo>
                  <a:cubicBezTo>
                    <a:pt x="57460" y="167126"/>
                    <a:pt x="58528" y="171450"/>
                    <a:pt x="81219" y="171450"/>
                  </a:cubicBezTo>
                  <a:cubicBezTo>
                    <a:pt x="103912" y="171450"/>
                    <a:pt x="104980" y="167126"/>
                    <a:pt x="109151" y="150233"/>
                  </a:cubicBezTo>
                  <a:cubicBezTo>
                    <a:pt x="110087" y="146445"/>
                    <a:pt x="111034" y="142660"/>
                    <a:pt x="111893" y="138853"/>
                  </a:cubicBezTo>
                  <a:cubicBezTo>
                    <a:pt x="115610" y="140009"/>
                    <a:pt x="119352" y="141079"/>
                    <a:pt x="123091" y="142160"/>
                  </a:cubicBezTo>
                  <a:cubicBezTo>
                    <a:pt x="139806" y="146994"/>
                    <a:pt x="144113" y="148239"/>
                    <a:pt x="155459" y="128588"/>
                  </a:cubicBezTo>
                  <a:cubicBezTo>
                    <a:pt x="166805" y="108936"/>
                    <a:pt x="163594" y="105848"/>
                    <a:pt x="151051" y="93790"/>
                  </a:cubicBezTo>
                  <a:cubicBezTo>
                    <a:pt x="148237" y="91086"/>
                    <a:pt x="145433" y="88373"/>
                    <a:pt x="142566" y="85725"/>
                  </a:cubicBezTo>
                  <a:cubicBezTo>
                    <a:pt x="145433" y="83077"/>
                    <a:pt x="148238" y="80364"/>
                    <a:pt x="151051" y="77659"/>
                  </a:cubicBezTo>
                  <a:cubicBezTo>
                    <a:pt x="163595" y="65601"/>
                    <a:pt x="166805" y="62514"/>
                    <a:pt x="155460" y="42862"/>
                  </a:cubicBezTo>
                  <a:cubicBezTo>
                    <a:pt x="144114" y="23211"/>
                    <a:pt x="139834" y="24448"/>
                    <a:pt x="123120" y="29281"/>
                  </a:cubicBezTo>
                  <a:cubicBezTo>
                    <a:pt x="119371" y="30365"/>
                    <a:pt x="115620" y="31438"/>
                    <a:pt x="111893" y="32597"/>
                  </a:cubicBezTo>
                  <a:cubicBezTo>
                    <a:pt x="111033" y="28790"/>
                    <a:pt x="110086" y="25005"/>
                    <a:pt x="109151" y="21217"/>
                  </a:cubicBezTo>
                  <a:cubicBezTo>
                    <a:pt x="104980" y="4325"/>
                    <a:pt x="103912" y="0"/>
                    <a:pt x="81219" y="0"/>
                  </a:cubicBezTo>
                  <a:cubicBezTo>
                    <a:pt x="58528" y="0"/>
                    <a:pt x="57457" y="4337"/>
                    <a:pt x="53285" y="21229"/>
                  </a:cubicBezTo>
                  <a:cubicBezTo>
                    <a:pt x="52351" y="25013"/>
                    <a:pt x="51405" y="28794"/>
                    <a:pt x="50546" y="32597"/>
                  </a:cubicBezTo>
                  <a:close/>
                  <a:moveTo>
                    <a:pt x="81219" y="114300"/>
                  </a:moveTo>
                  <a:cubicBezTo>
                    <a:pt x="65437" y="114300"/>
                    <a:pt x="52644" y="101507"/>
                    <a:pt x="52644" y="85725"/>
                  </a:cubicBezTo>
                  <a:cubicBezTo>
                    <a:pt x="52644" y="69943"/>
                    <a:pt x="65437" y="57150"/>
                    <a:pt x="81219" y="57150"/>
                  </a:cubicBezTo>
                  <a:cubicBezTo>
                    <a:pt x="97001" y="57150"/>
                    <a:pt x="109794" y="69943"/>
                    <a:pt x="109794" y="85725"/>
                  </a:cubicBezTo>
                  <a:cubicBezTo>
                    <a:pt x="109794" y="101507"/>
                    <a:pt x="97001" y="114300"/>
                    <a:pt x="81219" y="114300"/>
                  </a:cubicBezTo>
                  <a:close/>
                </a:path>
              </a:pathLst>
            </a:custGeom>
            <a:solidFill>
              <a:schemeClr val="bg1"/>
            </a:solidFill>
            <a:ln w="9525" cap="flat">
              <a:noFill/>
              <a:prstDash val="solid"/>
              <a:miter/>
            </a:ln>
          </p:spPr>
          <p:txBody>
            <a:bodyPr rtlCol="0" anchor="ctr"/>
            <a:lstStyle/>
            <a:p>
              <a:endParaRPr lang="ru-RU"/>
            </a:p>
          </p:txBody>
        </p:sp>
      </p:grpSp>
      <p:sp>
        <p:nvSpPr>
          <p:cNvPr id="216" name="Прямоугольник: скругленные углы 215">
            <a:extLst>
              <a:ext uri="{FF2B5EF4-FFF2-40B4-BE49-F238E27FC236}">
                <a16:creationId xmlns:a16="http://schemas.microsoft.com/office/drawing/2014/main" id="{110E1B02-A713-FB04-9FD5-7C0CD2753F0C}"/>
              </a:ext>
            </a:extLst>
          </p:cNvPr>
          <p:cNvSpPr/>
          <p:nvPr/>
        </p:nvSpPr>
        <p:spPr>
          <a:xfrm>
            <a:off x="4144022" y="3604089"/>
            <a:ext cx="1223962" cy="216000"/>
          </a:xfrm>
          <a:prstGeom prst="roundRect">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В ПРОЦЕССЕ</a:t>
            </a:r>
          </a:p>
        </p:txBody>
      </p:sp>
      <p:grpSp>
        <p:nvGrpSpPr>
          <p:cNvPr id="19" name="Группа 18">
            <a:extLst>
              <a:ext uri="{FF2B5EF4-FFF2-40B4-BE49-F238E27FC236}">
                <a16:creationId xmlns:a16="http://schemas.microsoft.com/office/drawing/2014/main" id="{8254FC42-9CE3-3F7D-F94B-2C72830CC44E}"/>
              </a:ext>
            </a:extLst>
          </p:cNvPr>
          <p:cNvGrpSpPr/>
          <p:nvPr/>
        </p:nvGrpSpPr>
        <p:grpSpPr>
          <a:xfrm>
            <a:off x="4144022" y="2880352"/>
            <a:ext cx="2133097" cy="324000"/>
            <a:chOff x="4144022" y="3263596"/>
            <a:chExt cx="2133097" cy="324000"/>
          </a:xfrm>
        </p:grpSpPr>
        <p:sp>
          <p:nvSpPr>
            <p:cNvPr id="221" name="Прямоугольник: скругленные углы 220">
              <a:extLst>
                <a:ext uri="{FF2B5EF4-FFF2-40B4-BE49-F238E27FC236}">
                  <a16:creationId xmlns:a16="http://schemas.microsoft.com/office/drawing/2014/main" id="{2AB9579B-99EA-9D65-40C5-F2B83B1DA348}"/>
                </a:ext>
              </a:extLst>
            </p:cNvPr>
            <p:cNvSpPr/>
            <p:nvPr/>
          </p:nvSpPr>
          <p:spPr>
            <a:xfrm>
              <a:off x="4144022" y="3263596"/>
              <a:ext cx="2133097" cy="324000"/>
            </a:xfrm>
            <a:prstGeom prst="roundRect">
              <a:avLst>
                <a:gd name="adj" fmla="val 28032"/>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В ПРОЦЕССЕ</a:t>
              </a:r>
            </a:p>
          </p:txBody>
        </p:sp>
        <p:sp>
          <p:nvSpPr>
            <p:cNvPr id="100" name="Рисунок 14">
              <a:extLst>
                <a:ext uri="{FF2B5EF4-FFF2-40B4-BE49-F238E27FC236}">
                  <a16:creationId xmlns:a16="http://schemas.microsoft.com/office/drawing/2014/main" id="{8849E767-A497-31FE-2F5E-E72A5E99F056}"/>
                </a:ext>
              </a:extLst>
            </p:cNvPr>
            <p:cNvSpPr/>
            <p:nvPr/>
          </p:nvSpPr>
          <p:spPr>
            <a:xfrm>
              <a:off x="4255608" y="3348697"/>
              <a:ext cx="165600" cy="165600"/>
            </a:xfrm>
            <a:custGeom>
              <a:avLst/>
              <a:gdLst>
                <a:gd name="connsiteX0" fmla="*/ 165600 w 165600"/>
                <a:gd name="connsiteY0" fmla="*/ 82800 h 165600"/>
                <a:gd name="connsiteX1" fmla="*/ 82800 w 165600"/>
                <a:gd name="connsiteY1" fmla="*/ 165600 h 165600"/>
                <a:gd name="connsiteX2" fmla="*/ 0 w 165600"/>
                <a:gd name="connsiteY2" fmla="*/ 82800 h 165600"/>
                <a:gd name="connsiteX3" fmla="*/ 82800 w 165600"/>
                <a:gd name="connsiteY3" fmla="*/ 0 h 165600"/>
                <a:gd name="connsiteX4" fmla="*/ 165600 w 165600"/>
                <a:gd name="connsiteY4" fmla="*/ 82800 h 165600"/>
                <a:gd name="connsiteX5" fmla="*/ 82800 w 165600"/>
                <a:gd name="connsiteY5" fmla="*/ 36800 h 165600"/>
                <a:gd name="connsiteX6" fmla="*/ 73600 w 165600"/>
                <a:gd name="connsiteY6" fmla="*/ 46000 h 165600"/>
                <a:gd name="connsiteX7" fmla="*/ 73600 w 165600"/>
                <a:gd name="connsiteY7" fmla="*/ 82800 h 165600"/>
                <a:gd name="connsiteX8" fmla="*/ 76295 w 165600"/>
                <a:gd name="connsiteY8" fmla="*/ 89305 h 165600"/>
                <a:gd name="connsiteX9" fmla="*/ 103895 w 165600"/>
                <a:gd name="connsiteY9" fmla="*/ 116905 h 165600"/>
                <a:gd name="connsiteX10" fmla="*/ 116905 w 165600"/>
                <a:gd name="connsiteY10" fmla="*/ 116905 h 165600"/>
                <a:gd name="connsiteX11" fmla="*/ 116905 w 165600"/>
                <a:gd name="connsiteY11" fmla="*/ 103895 h 165600"/>
                <a:gd name="connsiteX12" fmla="*/ 92000 w 165600"/>
                <a:gd name="connsiteY12" fmla="*/ 78989 h 165600"/>
                <a:gd name="connsiteX13" fmla="*/ 92000 w 165600"/>
                <a:gd name="connsiteY13" fmla="*/ 46000 h 165600"/>
                <a:gd name="connsiteX14" fmla="*/ 82800 w 165600"/>
                <a:gd name="connsiteY14" fmla="*/ 36800 h 16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5600" h="165600">
                  <a:moveTo>
                    <a:pt x="165600" y="82800"/>
                  </a:moveTo>
                  <a:cubicBezTo>
                    <a:pt x="165600" y="134175"/>
                    <a:pt x="134175" y="165600"/>
                    <a:pt x="82800" y="165600"/>
                  </a:cubicBezTo>
                  <a:cubicBezTo>
                    <a:pt x="31425" y="165600"/>
                    <a:pt x="0" y="134175"/>
                    <a:pt x="0" y="82800"/>
                  </a:cubicBezTo>
                  <a:cubicBezTo>
                    <a:pt x="0" y="31425"/>
                    <a:pt x="31425" y="0"/>
                    <a:pt x="82800" y="0"/>
                  </a:cubicBezTo>
                  <a:cubicBezTo>
                    <a:pt x="134175" y="0"/>
                    <a:pt x="165600" y="31425"/>
                    <a:pt x="165600" y="82800"/>
                  </a:cubicBezTo>
                  <a:close/>
                  <a:moveTo>
                    <a:pt x="82800" y="36800"/>
                  </a:moveTo>
                  <a:cubicBezTo>
                    <a:pt x="77719" y="36800"/>
                    <a:pt x="73600" y="40919"/>
                    <a:pt x="73600" y="46000"/>
                  </a:cubicBezTo>
                  <a:lnTo>
                    <a:pt x="73600" y="82800"/>
                  </a:lnTo>
                  <a:cubicBezTo>
                    <a:pt x="73600" y="85240"/>
                    <a:pt x="74569" y="87580"/>
                    <a:pt x="76295" y="89305"/>
                  </a:cubicBezTo>
                  <a:lnTo>
                    <a:pt x="103895" y="116905"/>
                  </a:lnTo>
                  <a:cubicBezTo>
                    <a:pt x="107487" y="120498"/>
                    <a:pt x="113313" y="120498"/>
                    <a:pt x="116905" y="116905"/>
                  </a:cubicBezTo>
                  <a:cubicBezTo>
                    <a:pt x="120498" y="113313"/>
                    <a:pt x="120498" y="107487"/>
                    <a:pt x="116905" y="103895"/>
                  </a:cubicBezTo>
                  <a:lnTo>
                    <a:pt x="92000" y="78989"/>
                  </a:lnTo>
                  <a:lnTo>
                    <a:pt x="92000" y="46000"/>
                  </a:lnTo>
                  <a:cubicBezTo>
                    <a:pt x="92000" y="40919"/>
                    <a:pt x="87881" y="36800"/>
                    <a:pt x="82800" y="36800"/>
                  </a:cubicBezTo>
                  <a:close/>
                </a:path>
              </a:pathLst>
            </a:custGeom>
            <a:solidFill>
              <a:schemeClr val="bg2"/>
            </a:solidFill>
            <a:ln w="8996" cap="flat">
              <a:noFill/>
              <a:prstDash val="solid"/>
              <a:miter/>
            </a:ln>
          </p:spPr>
          <p:txBody>
            <a:bodyPr rtlCol="0" anchor="ctr"/>
            <a:lstStyle/>
            <a:p>
              <a:endParaRPr lang="ru-RU"/>
            </a:p>
          </p:txBody>
        </p:sp>
      </p:grpSp>
      <p:grpSp>
        <p:nvGrpSpPr>
          <p:cNvPr id="102" name="Группа 101">
            <a:extLst>
              <a:ext uri="{FF2B5EF4-FFF2-40B4-BE49-F238E27FC236}">
                <a16:creationId xmlns:a16="http://schemas.microsoft.com/office/drawing/2014/main" id="{CAF42A83-90CD-D3CB-B943-2D2E8582FED8}"/>
              </a:ext>
            </a:extLst>
          </p:cNvPr>
          <p:cNvGrpSpPr/>
          <p:nvPr/>
        </p:nvGrpSpPr>
        <p:grpSpPr>
          <a:xfrm>
            <a:off x="4144021" y="3278221"/>
            <a:ext cx="1599697" cy="252000"/>
            <a:chOff x="4267702" y="3661465"/>
            <a:chExt cx="1599697" cy="252000"/>
          </a:xfrm>
        </p:grpSpPr>
        <p:sp>
          <p:nvSpPr>
            <p:cNvPr id="219" name="Прямоугольник: скругленные углы 218">
              <a:extLst>
                <a:ext uri="{FF2B5EF4-FFF2-40B4-BE49-F238E27FC236}">
                  <a16:creationId xmlns:a16="http://schemas.microsoft.com/office/drawing/2014/main" id="{5AADE37B-3B2F-FA7F-9DB3-08F5B328D9CD}"/>
                </a:ext>
              </a:extLst>
            </p:cNvPr>
            <p:cNvSpPr/>
            <p:nvPr/>
          </p:nvSpPr>
          <p:spPr>
            <a:xfrm>
              <a:off x="4267702" y="3661465"/>
              <a:ext cx="1599697"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В ПРОЦЕССЕ</a:t>
              </a:r>
            </a:p>
          </p:txBody>
        </p:sp>
        <p:sp>
          <p:nvSpPr>
            <p:cNvPr id="101" name="Рисунок 14">
              <a:extLst>
                <a:ext uri="{FF2B5EF4-FFF2-40B4-BE49-F238E27FC236}">
                  <a16:creationId xmlns:a16="http://schemas.microsoft.com/office/drawing/2014/main" id="{C1B759A6-0759-881C-1CB2-A88DD5980E99}"/>
                </a:ext>
              </a:extLst>
            </p:cNvPr>
            <p:cNvSpPr/>
            <p:nvPr/>
          </p:nvSpPr>
          <p:spPr>
            <a:xfrm>
              <a:off x="4364021" y="3711403"/>
              <a:ext cx="136800" cy="136800"/>
            </a:xfrm>
            <a:custGeom>
              <a:avLst/>
              <a:gdLst>
                <a:gd name="connsiteX0" fmla="*/ 165600 w 165600"/>
                <a:gd name="connsiteY0" fmla="*/ 82800 h 165600"/>
                <a:gd name="connsiteX1" fmla="*/ 82800 w 165600"/>
                <a:gd name="connsiteY1" fmla="*/ 165600 h 165600"/>
                <a:gd name="connsiteX2" fmla="*/ 0 w 165600"/>
                <a:gd name="connsiteY2" fmla="*/ 82800 h 165600"/>
                <a:gd name="connsiteX3" fmla="*/ 82800 w 165600"/>
                <a:gd name="connsiteY3" fmla="*/ 0 h 165600"/>
                <a:gd name="connsiteX4" fmla="*/ 165600 w 165600"/>
                <a:gd name="connsiteY4" fmla="*/ 82800 h 165600"/>
                <a:gd name="connsiteX5" fmla="*/ 82800 w 165600"/>
                <a:gd name="connsiteY5" fmla="*/ 36800 h 165600"/>
                <a:gd name="connsiteX6" fmla="*/ 73600 w 165600"/>
                <a:gd name="connsiteY6" fmla="*/ 46000 h 165600"/>
                <a:gd name="connsiteX7" fmla="*/ 73600 w 165600"/>
                <a:gd name="connsiteY7" fmla="*/ 82800 h 165600"/>
                <a:gd name="connsiteX8" fmla="*/ 76295 w 165600"/>
                <a:gd name="connsiteY8" fmla="*/ 89305 h 165600"/>
                <a:gd name="connsiteX9" fmla="*/ 103895 w 165600"/>
                <a:gd name="connsiteY9" fmla="*/ 116905 h 165600"/>
                <a:gd name="connsiteX10" fmla="*/ 116905 w 165600"/>
                <a:gd name="connsiteY10" fmla="*/ 116905 h 165600"/>
                <a:gd name="connsiteX11" fmla="*/ 116905 w 165600"/>
                <a:gd name="connsiteY11" fmla="*/ 103895 h 165600"/>
                <a:gd name="connsiteX12" fmla="*/ 92000 w 165600"/>
                <a:gd name="connsiteY12" fmla="*/ 78989 h 165600"/>
                <a:gd name="connsiteX13" fmla="*/ 92000 w 165600"/>
                <a:gd name="connsiteY13" fmla="*/ 46000 h 165600"/>
                <a:gd name="connsiteX14" fmla="*/ 82800 w 165600"/>
                <a:gd name="connsiteY14" fmla="*/ 36800 h 16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5600" h="165600">
                  <a:moveTo>
                    <a:pt x="165600" y="82800"/>
                  </a:moveTo>
                  <a:cubicBezTo>
                    <a:pt x="165600" y="134175"/>
                    <a:pt x="134175" y="165600"/>
                    <a:pt x="82800" y="165600"/>
                  </a:cubicBezTo>
                  <a:cubicBezTo>
                    <a:pt x="31425" y="165600"/>
                    <a:pt x="0" y="134175"/>
                    <a:pt x="0" y="82800"/>
                  </a:cubicBezTo>
                  <a:cubicBezTo>
                    <a:pt x="0" y="31425"/>
                    <a:pt x="31425" y="0"/>
                    <a:pt x="82800" y="0"/>
                  </a:cubicBezTo>
                  <a:cubicBezTo>
                    <a:pt x="134175" y="0"/>
                    <a:pt x="165600" y="31425"/>
                    <a:pt x="165600" y="82800"/>
                  </a:cubicBezTo>
                  <a:close/>
                  <a:moveTo>
                    <a:pt x="82800" y="36800"/>
                  </a:moveTo>
                  <a:cubicBezTo>
                    <a:pt x="77719" y="36800"/>
                    <a:pt x="73600" y="40919"/>
                    <a:pt x="73600" y="46000"/>
                  </a:cubicBezTo>
                  <a:lnTo>
                    <a:pt x="73600" y="82800"/>
                  </a:lnTo>
                  <a:cubicBezTo>
                    <a:pt x="73600" y="85240"/>
                    <a:pt x="74569" y="87580"/>
                    <a:pt x="76295" y="89305"/>
                  </a:cubicBezTo>
                  <a:lnTo>
                    <a:pt x="103895" y="116905"/>
                  </a:lnTo>
                  <a:cubicBezTo>
                    <a:pt x="107487" y="120498"/>
                    <a:pt x="113313" y="120498"/>
                    <a:pt x="116905" y="116905"/>
                  </a:cubicBezTo>
                  <a:cubicBezTo>
                    <a:pt x="120498" y="113313"/>
                    <a:pt x="120498" y="107487"/>
                    <a:pt x="116905" y="103895"/>
                  </a:cubicBezTo>
                  <a:lnTo>
                    <a:pt x="92000" y="78989"/>
                  </a:lnTo>
                  <a:lnTo>
                    <a:pt x="92000" y="46000"/>
                  </a:lnTo>
                  <a:cubicBezTo>
                    <a:pt x="92000" y="40919"/>
                    <a:pt x="87881" y="36800"/>
                    <a:pt x="82800" y="36800"/>
                  </a:cubicBezTo>
                  <a:close/>
                </a:path>
              </a:pathLst>
            </a:custGeom>
            <a:solidFill>
              <a:schemeClr val="bg2"/>
            </a:solidFill>
            <a:ln w="8996" cap="flat">
              <a:noFill/>
              <a:prstDash val="solid"/>
              <a:miter/>
            </a:ln>
          </p:spPr>
          <p:txBody>
            <a:bodyPr rtlCol="0" anchor="ctr"/>
            <a:lstStyle/>
            <a:p>
              <a:endParaRPr lang="ru-RU"/>
            </a:p>
          </p:txBody>
        </p:sp>
      </p:grpSp>
      <p:sp>
        <p:nvSpPr>
          <p:cNvPr id="208" name="Прямоугольник: скругленные углы 207">
            <a:extLst>
              <a:ext uri="{FF2B5EF4-FFF2-40B4-BE49-F238E27FC236}">
                <a16:creationId xmlns:a16="http://schemas.microsoft.com/office/drawing/2014/main" id="{47C22EE8-B159-0EA7-D56A-CB2E62DE9DAF}"/>
              </a:ext>
            </a:extLst>
          </p:cNvPr>
          <p:cNvSpPr/>
          <p:nvPr/>
        </p:nvSpPr>
        <p:spPr>
          <a:xfrm>
            <a:off x="6947690" y="3604089"/>
            <a:ext cx="848254" cy="216000"/>
          </a:xfrm>
          <a:prstGeom prst="roundRect">
            <a:avLst>
              <a:gd name="adj" fmla="val 50000"/>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ГОТОВО</a:t>
            </a:r>
          </a:p>
        </p:txBody>
      </p:sp>
      <p:grpSp>
        <p:nvGrpSpPr>
          <p:cNvPr id="106" name="Группа 105">
            <a:extLst>
              <a:ext uri="{FF2B5EF4-FFF2-40B4-BE49-F238E27FC236}">
                <a16:creationId xmlns:a16="http://schemas.microsoft.com/office/drawing/2014/main" id="{D2A24A29-C10C-31C8-685B-DAE26155CE23}"/>
              </a:ext>
            </a:extLst>
          </p:cNvPr>
          <p:cNvGrpSpPr/>
          <p:nvPr/>
        </p:nvGrpSpPr>
        <p:grpSpPr>
          <a:xfrm>
            <a:off x="6947690" y="2880352"/>
            <a:ext cx="1521194" cy="324000"/>
            <a:chOff x="7419606" y="3263596"/>
            <a:chExt cx="1521194" cy="324000"/>
          </a:xfrm>
        </p:grpSpPr>
        <p:sp>
          <p:nvSpPr>
            <p:cNvPr id="213" name="Прямоугольник: скругленные углы 212">
              <a:extLst>
                <a:ext uri="{FF2B5EF4-FFF2-40B4-BE49-F238E27FC236}">
                  <a16:creationId xmlns:a16="http://schemas.microsoft.com/office/drawing/2014/main" id="{4DBBB539-798E-E83D-8A7E-698226EEF25A}"/>
                </a:ext>
              </a:extLst>
            </p:cNvPr>
            <p:cNvSpPr/>
            <p:nvPr/>
          </p:nvSpPr>
          <p:spPr>
            <a:xfrm>
              <a:off x="7419606" y="3263596"/>
              <a:ext cx="1521194" cy="324000"/>
            </a:xfrm>
            <a:prstGeom prst="roundRect">
              <a:avLst>
                <a:gd name="adj" fmla="val 28032"/>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ГОТОВО</a:t>
              </a:r>
            </a:p>
          </p:txBody>
        </p:sp>
        <p:sp>
          <p:nvSpPr>
            <p:cNvPr id="6" name="Рисунок 267">
              <a:extLst>
                <a:ext uri="{FF2B5EF4-FFF2-40B4-BE49-F238E27FC236}">
                  <a16:creationId xmlns:a16="http://schemas.microsoft.com/office/drawing/2014/main" id="{171216EF-4867-0F1F-876A-8DD86779DF3B}"/>
                </a:ext>
              </a:extLst>
            </p:cNvPr>
            <p:cNvSpPr/>
            <p:nvPr/>
          </p:nvSpPr>
          <p:spPr>
            <a:xfrm>
              <a:off x="7528760" y="3348697"/>
              <a:ext cx="165600" cy="1656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5" y="124755"/>
                    <a:pt x="73185" y="124755"/>
                    <a:pt x="69465" y="121035"/>
                  </a:cubicBezTo>
                  <a:lnTo>
                    <a:pt x="40890" y="92460"/>
                  </a:lnTo>
                  <a:cubicBezTo>
                    <a:pt x="37170" y="88740"/>
                    <a:pt x="37170" y="82710"/>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0"/>
                    <a:pt x="130560" y="73410"/>
                  </a:cubicBezTo>
                  <a:close/>
                </a:path>
              </a:pathLst>
            </a:custGeom>
            <a:solidFill>
              <a:schemeClr val="bg1"/>
            </a:solidFill>
            <a:ln w="9525" cap="flat">
              <a:noFill/>
              <a:prstDash val="solid"/>
              <a:miter/>
            </a:ln>
          </p:spPr>
          <p:txBody>
            <a:bodyPr rtlCol="0" anchor="ctr"/>
            <a:lstStyle/>
            <a:p>
              <a:endParaRPr lang="ru-RU"/>
            </a:p>
          </p:txBody>
        </p:sp>
      </p:grpSp>
      <p:grpSp>
        <p:nvGrpSpPr>
          <p:cNvPr id="105" name="Группа 104">
            <a:extLst>
              <a:ext uri="{FF2B5EF4-FFF2-40B4-BE49-F238E27FC236}">
                <a16:creationId xmlns:a16="http://schemas.microsoft.com/office/drawing/2014/main" id="{A496CAD3-F2C3-2996-5D4F-ADD31418044E}"/>
              </a:ext>
            </a:extLst>
          </p:cNvPr>
          <p:cNvGrpSpPr/>
          <p:nvPr/>
        </p:nvGrpSpPr>
        <p:grpSpPr>
          <a:xfrm>
            <a:off x="6947690" y="3278221"/>
            <a:ext cx="1146544" cy="252000"/>
            <a:chOff x="7419606" y="3661465"/>
            <a:chExt cx="1146544" cy="252000"/>
          </a:xfrm>
        </p:grpSpPr>
        <p:sp>
          <p:nvSpPr>
            <p:cNvPr id="211" name="Прямоугольник: скругленные углы 210">
              <a:extLst>
                <a:ext uri="{FF2B5EF4-FFF2-40B4-BE49-F238E27FC236}">
                  <a16:creationId xmlns:a16="http://schemas.microsoft.com/office/drawing/2014/main" id="{7E6ED4F4-F766-8729-0A6E-0DDD0D83E007}"/>
                </a:ext>
              </a:extLst>
            </p:cNvPr>
            <p:cNvSpPr/>
            <p:nvPr/>
          </p:nvSpPr>
          <p:spPr>
            <a:xfrm>
              <a:off x="7419606" y="3661465"/>
              <a:ext cx="1146544" cy="252000"/>
            </a:xfrm>
            <a:prstGeom prst="roundRect">
              <a:avLst>
                <a:gd name="adj" fmla="val 29435"/>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ГОТОВО</a:t>
              </a:r>
            </a:p>
          </p:txBody>
        </p:sp>
        <p:sp>
          <p:nvSpPr>
            <p:cNvPr id="104" name="Рисунок 267">
              <a:extLst>
                <a:ext uri="{FF2B5EF4-FFF2-40B4-BE49-F238E27FC236}">
                  <a16:creationId xmlns:a16="http://schemas.microsoft.com/office/drawing/2014/main" id="{C14889BD-8BF2-9640-3351-F3DBFE198DB9}"/>
                </a:ext>
              </a:extLst>
            </p:cNvPr>
            <p:cNvSpPr/>
            <p:nvPr/>
          </p:nvSpPr>
          <p:spPr>
            <a:xfrm>
              <a:off x="7521617" y="3711403"/>
              <a:ext cx="136800" cy="1368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5" y="124755"/>
                    <a:pt x="73185" y="124755"/>
                    <a:pt x="69465" y="121035"/>
                  </a:cubicBezTo>
                  <a:lnTo>
                    <a:pt x="40890" y="92460"/>
                  </a:lnTo>
                  <a:cubicBezTo>
                    <a:pt x="37170" y="88740"/>
                    <a:pt x="37170" y="82710"/>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0"/>
                    <a:pt x="130560" y="73410"/>
                  </a:cubicBezTo>
                  <a:close/>
                </a:path>
              </a:pathLst>
            </a:custGeom>
            <a:solidFill>
              <a:schemeClr val="bg1"/>
            </a:solidFill>
            <a:ln w="9525" cap="flat">
              <a:noFill/>
              <a:prstDash val="solid"/>
              <a:miter/>
            </a:ln>
          </p:spPr>
          <p:txBody>
            <a:bodyPr rtlCol="0" anchor="ctr"/>
            <a:lstStyle/>
            <a:p>
              <a:endParaRPr lang="ru-RU"/>
            </a:p>
          </p:txBody>
        </p:sp>
      </p:grpSp>
      <p:grpSp>
        <p:nvGrpSpPr>
          <p:cNvPr id="9" name="Группа 8">
            <a:extLst>
              <a:ext uri="{FF2B5EF4-FFF2-40B4-BE49-F238E27FC236}">
                <a16:creationId xmlns:a16="http://schemas.microsoft.com/office/drawing/2014/main" id="{39F3FFAE-2705-20C0-5457-5C8052A6E6A5}"/>
              </a:ext>
            </a:extLst>
          </p:cNvPr>
          <p:cNvGrpSpPr/>
          <p:nvPr/>
        </p:nvGrpSpPr>
        <p:grpSpPr>
          <a:xfrm>
            <a:off x="9156541" y="4038953"/>
            <a:ext cx="188347" cy="223638"/>
            <a:chOff x="9130914" y="4772026"/>
            <a:chExt cx="188347" cy="223638"/>
          </a:xfrm>
        </p:grpSpPr>
        <p:pic>
          <p:nvPicPr>
            <p:cNvPr id="4" name="Рисунок 3">
              <a:extLst>
                <a:ext uri="{FF2B5EF4-FFF2-40B4-BE49-F238E27FC236}">
                  <a16:creationId xmlns:a16="http://schemas.microsoft.com/office/drawing/2014/main" id="{93B6B2C9-B344-3938-96DE-3E4E283C9C0B}"/>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38957" y="4772026"/>
              <a:ext cx="180304" cy="180304"/>
            </a:xfrm>
            <a:prstGeom prst="rect">
              <a:avLst/>
            </a:prstGeom>
          </p:spPr>
        </p:pic>
        <p:sp>
          <p:nvSpPr>
            <p:cNvPr id="8" name="Прямоугольник: скругленные углы 7">
              <a:extLst>
                <a:ext uri="{FF2B5EF4-FFF2-40B4-BE49-F238E27FC236}">
                  <a16:creationId xmlns:a16="http://schemas.microsoft.com/office/drawing/2014/main" id="{31C6BF4A-599B-8E3C-FD6A-08A400F32E1C}"/>
                </a:ext>
              </a:extLst>
            </p:cNvPr>
            <p:cNvSpPr/>
            <p:nvPr/>
          </p:nvSpPr>
          <p:spPr>
            <a:xfrm>
              <a:off x="9130914" y="4970464"/>
              <a:ext cx="187980" cy="252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sp>
        <p:nvSpPr>
          <p:cNvPr id="2" name="Нижний колонтитул 1">
            <a:extLst>
              <a:ext uri="{FF2B5EF4-FFF2-40B4-BE49-F238E27FC236}">
                <a16:creationId xmlns:a16="http://schemas.microsoft.com/office/drawing/2014/main" id="{AA82E373-C511-91B9-7410-549B5ACCDAE0}"/>
              </a:ext>
            </a:extLst>
          </p:cNvPr>
          <p:cNvSpPr>
            <a:spLocks noGrp="1"/>
          </p:cNvSpPr>
          <p:nvPr>
            <p:ph type="ftr" sz="quarter" idx="11"/>
          </p:nvPr>
        </p:nvSpPr>
        <p:spPr/>
        <p:txBody>
          <a:bodyPr/>
          <a:lstStyle/>
          <a:p>
            <a:endParaRPr lang="ru-RU"/>
          </a:p>
        </p:txBody>
      </p:sp>
      <p:sp>
        <p:nvSpPr>
          <p:cNvPr id="30" name="Прямоугольник: скругленные углы 29">
            <a:extLst>
              <a:ext uri="{FF2B5EF4-FFF2-40B4-BE49-F238E27FC236}">
                <a16:creationId xmlns:a16="http://schemas.microsoft.com/office/drawing/2014/main" id="{11853EB8-78A6-4D78-B98E-4C850AC0F0CE}"/>
              </a:ext>
            </a:extLst>
          </p:cNvPr>
          <p:cNvSpPr/>
          <p:nvPr/>
        </p:nvSpPr>
        <p:spPr>
          <a:xfrm>
            <a:off x="649818" y="6057135"/>
            <a:ext cx="921807" cy="216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СКАЧАТЬ</a:t>
            </a:r>
          </a:p>
        </p:txBody>
      </p:sp>
      <p:sp>
        <p:nvSpPr>
          <p:cNvPr id="108" name="Прямоугольник: скругленные углы 107">
            <a:extLst>
              <a:ext uri="{FF2B5EF4-FFF2-40B4-BE49-F238E27FC236}">
                <a16:creationId xmlns:a16="http://schemas.microsoft.com/office/drawing/2014/main" id="{D8828BEF-0F7E-39C9-E511-A5AB48902603}"/>
              </a:ext>
            </a:extLst>
          </p:cNvPr>
          <p:cNvSpPr/>
          <p:nvPr/>
        </p:nvSpPr>
        <p:spPr>
          <a:xfrm>
            <a:off x="2747726" y="6057135"/>
            <a:ext cx="943212" cy="216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ПЕРЕЙТИ</a:t>
            </a:r>
          </a:p>
        </p:txBody>
      </p:sp>
      <p:sp>
        <p:nvSpPr>
          <p:cNvPr id="119" name="Прямоугольник: скругленные углы 118">
            <a:extLst>
              <a:ext uri="{FF2B5EF4-FFF2-40B4-BE49-F238E27FC236}">
                <a16:creationId xmlns:a16="http://schemas.microsoft.com/office/drawing/2014/main" id="{FA037C67-B0C6-6B9D-1F2A-F8BE0B9AC564}"/>
              </a:ext>
            </a:extLst>
          </p:cNvPr>
          <p:cNvSpPr/>
          <p:nvPr/>
        </p:nvSpPr>
        <p:spPr>
          <a:xfrm>
            <a:off x="5131249" y="6057135"/>
            <a:ext cx="1063176" cy="216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СМОТРЕТЬ</a:t>
            </a:r>
          </a:p>
        </p:txBody>
      </p:sp>
    </p:spTree>
    <p:extLst>
      <p:ext uri="{BB962C8B-B14F-4D97-AF65-F5344CB8AC3E}">
        <p14:creationId xmlns:p14="http://schemas.microsoft.com/office/powerpoint/2010/main" val="1039655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скругленные углы 3">
            <a:extLst>
              <a:ext uri="{FF2B5EF4-FFF2-40B4-BE49-F238E27FC236}">
                <a16:creationId xmlns:a16="http://schemas.microsoft.com/office/drawing/2014/main" id="{3477BB5A-C57C-8838-262E-DF3A633EFA07}"/>
              </a:ext>
            </a:extLst>
          </p:cNvPr>
          <p:cNvSpPr/>
          <p:nvPr/>
        </p:nvSpPr>
        <p:spPr>
          <a:xfrm>
            <a:off x="7558236" y="1085056"/>
            <a:ext cx="3140023" cy="4622800"/>
          </a:xfrm>
          <a:prstGeom prst="roundRect">
            <a:avLst>
              <a:gd name="adj" fmla="val 205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Подзаголовок 1">
            <a:extLst>
              <a:ext uri="{FF2B5EF4-FFF2-40B4-BE49-F238E27FC236}">
                <a16:creationId xmlns:a16="http://schemas.microsoft.com/office/drawing/2014/main" id="{9C24A582-A6A5-744D-9136-7FA28387591D}"/>
              </a:ext>
            </a:extLst>
          </p:cNvPr>
          <p:cNvSpPr>
            <a:spLocks noGrp="1"/>
          </p:cNvSpPr>
          <p:nvPr>
            <p:ph type="subTitle" idx="1"/>
          </p:nvPr>
        </p:nvSpPr>
        <p:spPr/>
        <p:txBody>
          <a:bodyPr/>
          <a:lstStyle/>
          <a:p>
            <a:r>
              <a:rPr lang="ru-RU"/>
              <a:t>Подзаголовок презентации, имя спикера</a:t>
            </a:r>
            <a:br>
              <a:rPr lang="ru-RU"/>
            </a:br>
            <a:r>
              <a:rPr lang="ru-RU"/>
              <a:t>и другая информация о проекте</a:t>
            </a:r>
          </a:p>
          <a:p>
            <a:endParaRPr lang="ru-RU"/>
          </a:p>
        </p:txBody>
      </p:sp>
      <p:sp>
        <p:nvSpPr>
          <p:cNvPr id="3" name="Заголовок 2">
            <a:extLst>
              <a:ext uri="{FF2B5EF4-FFF2-40B4-BE49-F238E27FC236}">
                <a16:creationId xmlns:a16="http://schemas.microsoft.com/office/drawing/2014/main" id="{31BF7EFF-4268-A886-3979-690FFC2B95CF}"/>
              </a:ext>
            </a:extLst>
          </p:cNvPr>
          <p:cNvSpPr>
            <a:spLocks noGrp="1"/>
          </p:cNvSpPr>
          <p:nvPr>
            <p:ph type="ctrTitle"/>
          </p:nvPr>
        </p:nvSpPr>
        <p:spPr/>
        <p:txBody>
          <a:bodyPr/>
          <a:lstStyle/>
          <a:p>
            <a:r>
              <a:rPr lang="ru-RU"/>
              <a:t>Заголовок</a:t>
            </a:r>
            <a:br>
              <a:rPr lang="ru-RU"/>
            </a:br>
            <a:r>
              <a:rPr lang="ru-RU"/>
              <a:t>презентации</a:t>
            </a:r>
            <a:br>
              <a:rPr lang="ru-RU"/>
            </a:br>
            <a:r>
              <a:rPr lang="ru-RU"/>
              <a:t>в 1–3 строки</a:t>
            </a:r>
          </a:p>
        </p:txBody>
      </p:sp>
      <p:grpSp>
        <p:nvGrpSpPr>
          <p:cNvPr id="7" name="Группа 6">
            <a:extLst>
              <a:ext uri="{FF2B5EF4-FFF2-40B4-BE49-F238E27FC236}">
                <a16:creationId xmlns:a16="http://schemas.microsoft.com/office/drawing/2014/main" id="{9ED4092B-2A77-437C-A77C-6A0E0CE319B2}"/>
              </a:ext>
            </a:extLst>
          </p:cNvPr>
          <p:cNvGrpSpPr/>
          <p:nvPr/>
        </p:nvGrpSpPr>
        <p:grpSpPr>
          <a:xfrm>
            <a:off x="9206881" y="1230557"/>
            <a:ext cx="1739260" cy="437635"/>
            <a:chOff x="9199597" y="1405236"/>
            <a:chExt cx="1739260" cy="437635"/>
          </a:xfrm>
        </p:grpSpPr>
        <p:sp>
          <p:nvSpPr>
            <p:cNvPr id="38" name="Прямоугольник: скругленные углы 37">
              <a:extLst>
                <a:ext uri="{FF2B5EF4-FFF2-40B4-BE49-F238E27FC236}">
                  <a16:creationId xmlns:a16="http://schemas.microsoft.com/office/drawing/2014/main" id="{3E3574E4-4BC4-7020-8E17-EEAE36247EA8}"/>
                </a:ext>
              </a:extLst>
            </p:cNvPr>
            <p:cNvSpPr/>
            <p:nvPr/>
          </p:nvSpPr>
          <p:spPr>
            <a:xfrm rot="21339044">
              <a:off x="9199597" y="1405236"/>
              <a:ext cx="1739260" cy="437635"/>
            </a:xfrm>
            <a:prstGeom prst="roundRect">
              <a:avLst>
                <a:gd name="adj" fmla="val 2312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32000" tIns="36000" rIns="36000" bIns="36000" rtlCol="0" anchor="ctr">
              <a:spAutoFit/>
            </a:bodyPr>
            <a:lstStyle/>
            <a:p>
              <a:r>
                <a:rPr lang="ru-RU" b="1" dirty="0"/>
                <a:t>НОВОСТИ</a:t>
              </a:r>
            </a:p>
          </p:txBody>
        </p:sp>
        <p:sp>
          <p:nvSpPr>
            <p:cNvPr id="39" name="Рисунок 13">
              <a:extLst>
                <a:ext uri="{FF2B5EF4-FFF2-40B4-BE49-F238E27FC236}">
                  <a16:creationId xmlns:a16="http://schemas.microsoft.com/office/drawing/2014/main" id="{3B416E6A-7A09-6861-672E-1D6209CBF9CB}"/>
                </a:ext>
              </a:extLst>
            </p:cNvPr>
            <p:cNvSpPr/>
            <p:nvPr/>
          </p:nvSpPr>
          <p:spPr>
            <a:xfrm rot="21339044">
              <a:off x="9290594" y="1525070"/>
              <a:ext cx="287133" cy="276806"/>
            </a:xfrm>
            <a:custGeom>
              <a:avLst/>
              <a:gdLst>
                <a:gd name="connsiteX0" fmla="*/ 85725 w 171450"/>
                <a:gd name="connsiteY0" fmla="*/ 924 h 171449"/>
                <a:gd name="connsiteX1" fmla="*/ 57150 w 171450"/>
                <a:gd name="connsiteY1" fmla="*/ 53932 h 171449"/>
                <a:gd name="connsiteX2" fmla="*/ 38021 w 171450"/>
                <a:gd name="connsiteY2" fmla="*/ 35964 h 171449"/>
                <a:gd name="connsiteX3" fmla="*/ 0 w 171450"/>
                <a:gd name="connsiteY3" fmla="*/ 101860 h 171449"/>
                <a:gd name="connsiteX4" fmla="*/ 57150 w 171450"/>
                <a:gd name="connsiteY4" fmla="*/ 171450 h 171449"/>
                <a:gd name="connsiteX5" fmla="*/ 66080 w 171450"/>
                <a:gd name="connsiteY5" fmla="*/ 162584 h 171449"/>
                <a:gd name="connsiteX6" fmla="*/ 57076 w 171450"/>
                <a:gd name="connsiteY6" fmla="*/ 108188 h 171449"/>
                <a:gd name="connsiteX7" fmla="*/ 93613 w 171450"/>
                <a:gd name="connsiteY7" fmla="*/ 88886 h 171449"/>
                <a:gd name="connsiteX8" fmla="*/ 111703 w 171450"/>
                <a:gd name="connsiteY8" fmla="*/ 88886 h 171449"/>
                <a:gd name="connsiteX9" fmla="*/ 106561 w 171450"/>
                <a:gd name="connsiteY9" fmla="*/ 162584 h 171449"/>
                <a:gd name="connsiteX10" fmla="*/ 121147 w 171450"/>
                <a:gd name="connsiteY10" fmla="*/ 171450 h 171449"/>
                <a:gd name="connsiteX11" fmla="*/ 171450 w 171450"/>
                <a:gd name="connsiteY11" fmla="*/ 101860 h 171449"/>
                <a:gd name="connsiteX12" fmla="*/ 85725 w 171450"/>
                <a:gd name="connsiteY12" fmla="*/ 924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49">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0" y="133596"/>
                    <a:pt x="93613" y="88886"/>
                  </a:cubicBezTo>
                  <a:cubicBezTo>
                    <a:pt x="96267" y="76792"/>
                    <a:pt x="102936" y="80004"/>
                    <a:pt x="111703" y="88886"/>
                  </a:cubicBezTo>
                  <a:cubicBezTo>
                    <a:pt x="124861" y="102218"/>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grpSp>
        <p:nvGrpSpPr>
          <p:cNvPr id="40" name="Группа 39">
            <a:extLst>
              <a:ext uri="{FF2B5EF4-FFF2-40B4-BE49-F238E27FC236}">
                <a16:creationId xmlns:a16="http://schemas.microsoft.com/office/drawing/2014/main" id="{09B5E731-A9DF-22C0-6EC3-EA7CD5B861E3}"/>
              </a:ext>
            </a:extLst>
          </p:cNvPr>
          <p:cNvGrpSpPr/>
          <p:nvPr/>
        </p:nvGrpSpPr>
        <p:grpSpPr>
          <a:xfrm rot="20285596">
            <a:off x="7907859" y="1434714"/>
            <a:ext cx="432000" cy="432000"/>
            <a:chOff x="8188767" y="2217967"/>
            <a:chExt cx="432000" cy="432000"/>
          </a:xfrm>
        </p:grpSpPr>
        <p:sp>
          <p:nvSpPr>
            <p:cNvPr id="41" name="Прямоугольник: скругленные углы 40">
              <a:extLst>
                <a:ext uri="{FF2B5EF4-FFF2-40B4-BE49-F238E27FC236}">
                  <a16:creationId xmlns:a16="http://schemas.microsoft.com/office/drawing/2014/main" id="{C2FFEF9E-1731-DBCD-750A-42D9A3D7FA3D}"/>
                </a:ext>
              </a:extLst>
            </p:cNvPr>
            <p:cNvSpPr/>
            <p:nvPr/>
          </p:nvSpPr>
          <p:spPr>
            <a:xfrm>
              <a:off x="8188767" y="2217967"/>
              <a:ext cx="432000" cy="432000"/>
            </a:xfrm>
            <a:prstGeom prst="roundRect">
              <a:avLst>
                <a:gd name="adj" fmla="val 277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2" name="Рисунок 19">
              <a:extLst>
                <a:ext uri="{FF2B5EF4-FFF2-40B4-BE49-F238E27FC236}">
                  <a16:creationId xmlns:a16="http://schemas.microsoft.com/office/drawing/2014/main" id="{1EDA5913-A6AD-7E0E-B892-0303F5EA1927}"/>
                </a:ext>
              </a:extLst>
            </p:cNvPr>
            <p:cNvSpPr/>
            <p:nvPr/>
          </p:nvSpPr>
          <p:spPr>
            <a:xfrm>
              <a:off x="8273542" y="2324613"/>
              <a:ext cx="262451" cy="218709"/>
            </a:xfrm>
            <a:custGeom>
              <a:avLst/>
              <a:gdLst>
                <a:gd name="connsiteX0" fmla="*/ 129265 w 317289"/>
                <a:gd name="connsiteY0" fmla="*/ 255329 h 264407"/>
                <a:gd name="connsiteX1" fmla="*/ 77467 w 317289"/>
                <a:gd name="connsiteY1" fmla="*/ 222213 h 264407"/>
                <a:gd name="connsiteX2" fmla="*/ 0 w 317289"/>
                <a:gd name="connsiteY2" fmla="*/ 84488 h 264407"/>
                <a:gd name="connsiteX3" fmla="*/ 86533 w 317289"/>
                <a:gd name="connsiteY3" fmla="*/ 0 h 264407"/>
                <a:gd name="connsiteX4" fmla="*/ 158645 w 317289"/>
                <a:gd name="connsiteY4" fmla="*/ 36160 h 264407"/>
                <a:gd name="connsiteX5" fmla="*/ 230755 w 317289"/>
                <a:gd name="connsiteY5" fmla="*/ 0 h 264407"/>
                <a:gd name="connsiteX6" fmla="*/ 317289 w 317289"/>
                <a:gd name="connsiteY6" fmla="*/ 84488 h 264407"/>
                <a:gd name="connsiteX7" fmla="*/ 239765 w 317289"/>
                <a:gd name="connsiteY7" fmla="*/ 222216 h 264407"/>
                <a:gd name="connsiteX8" fmla="*/ 187966 w 317289"/>
                <a:gd name="connsiteY8" fmla="*/ 255327 h 264407"/>
                <a:gd name="connsiteX9" fmla="*/ 158645 w 317289"/>
                <a:gd name="connsiteY9" fmla="*/ 264407 h 264407"/>
                <a:gd name="connsiteX10" fmla="*/ 129265 w 317289"/>
                <a:gd name="connsiteY10" fmla="*/ 255329 h 26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7289" h="264407">
                  <a:moveTo>
                    <a:pt x="129265" y="255329"/>
                  </a:moveTo>
                  <a:cubicBezTo>
                    <a:pt x="115187" y="248003"/>
                    <a:pt x="96363" y="236981"/>
                    <a:pt x="77467" y="222213"/>
                  </a:cubicBezTo>
                  <a:cubicBezTo>
                    <a:pt x="40054" y="192977"/>
                    <a:pt x="0" y="147120"/>
                    <a:pt x="0" y="84488"/>
                  </a:cubicBezTo>
                  <a:cubicBezTo>
                    <a:pt x="0" y="37849"/>
                    <a:pt x="38740" y="0"/>
                    <a:pt x="86533" y="0"/>
                  </a:cubicBezTo>
                  <a:cubicBezTo>
                    <a:pt x="115756" y="0"/>
                    <a:pt x="142512" y="14205"/>
                    <a:pt x="158645" y="36160"/>
                  </a:cubicBezTo>
                  <a:cubicBezTo>
                    <a:pt x="174777" y="14205"/>
                    <a:pt x="201533" y="0"/>
                    <a:pt x="230755" y="0"/>
                  </a:cubicBezTo>
                  <a:cubicBezTo>
                    <a:pt x="278550" y="0"/>
                    <a:pt x="317289" y="37849"/>
                    <a:pt x="317289" y="84488"/>
                  </a:cubicBezTo>
                  <a:cubicBezTo>
                    <a:pt x="317289" y="147125"/>
                    <a:pt x="277192" y="192982"/>
                    <a:pt x="239765" y="222216"/>
                  </a:cubicBezTo>
                  <a:cubicBezTo>
                    <a:pt x="220860" y="236983"/>
                    <a:pt x="202034" y="248003"/>
                    <a:pt x="187966" y="255327"/>
                  </a:cubicBezTo>
                  <a:cubicBezTo>
                    <a:pt x="176353" y="261375"/>
                    <a:pt x="167498" y="264402"/>
                    <a:pt x="158645" y="264407"/>
                  </a:cubicBezTo>
                  <a:cubicBezTo>
                    <a:pt x="149772" y="264412"/>
                    <a:pt x="140903" y="261387"/>
                    <a:pt x="129265" y="255329"/>
                  </a:cubicBezTo>
                  <a:close/>
                </a:path>
              </a:pathLst>
            </a:custGeom>
            <a:solidFill>
              <a:schemeClr val="bg1"/>
            </a:solidFill>
            <a:ln w="17463" cap="flat">
              <a:noFill/>
              <a:prstDash val="solid"/>
              <a:miter/>
            </a:ln>
          </p:spPr>
          <p:txBody>
            <a:bodyPr rtlCol="0" anchor="ctr"/>
            <a:lstStyle/>
            <a:p>
              <a:endParaRPr lang="ru-RU"/>
            </a:p>
          </p:txBody>
        </p:sp>
      </p:grpSp>
      <p:pic>
        <p:nvPicPr>
          <p:cNvPr id="6" name="Рисунок 5">
            <a:extLst>
              <a:ext uri="{FF2B5EF4-FFF2-40B4-BE49-F238E27FC236}">
                <a16:creationId xmlns:a16="http://schemas.microsoft.com/office/drawing/2014/main" id="{81D90EDA-3497-472F-8BA4-356508721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4340" y="2312897"/>
            <a:ext cx="4834661" cy="3205201"/>
          </a:xfrm>
          <a:prstGeom prst="rect">
            <a:avLst/>
          </a:prstGeom>
        </p:spPr>
      </p:pic>
    </p:spTree>
    <p:extLst>
      <p:ext uri="{BB962C8B-B14F-4D97-AF65-F5344CB8AC3E}">
        <p14:creationId xmlns:p14="http://schemas.microsoft.com/office/powerpoint/2010/main" val="1948498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скругленные углы 9">
            <a:extLst>
              <a:ext uri="{FF2B5EF4-FFF2-40B4-BE49-F238E27FC236}">
                <a16:creationId xmlns:a16="http://schemas.microsoft.com/office/drawing/2014/main" id="{3D444357-C1EA-4FD1-8F1B-8EB1DE816AAB}"/>
              </a:ext>
            </a:extLst>
          </p:cNvPr>
          <p:cNvSpPr/>
          <p:nvPr/>
        </p:nvSpPr>
        <p:spPr>
          <a:xfrm>
            <a:off x="6956354" y="415729"/>
            <a:ext cx="4626864" cy="5851255"/>
          </a:xfrm>
          <a:prstGeom prst="roundRect">
            <a:avLst>
              <a:gd name="adj" fmla="val 14016"/>
            </a:avLst>
          </a:prstGeom>
          <a:gradFill flip="none" rotWithShape="1">
            <a:gsLst>
              <a:gs pos="11000">
                <a:schemeClr val="accent3">
                  <a:alpha val="0"/>
                </a:schemeClr>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dirty="0" err="1"/>
          </a:p>
        </p:txBody>
      </p:sp>
      <p:pic>
        <p:nvPicPr>
          <p:cNvPr id="5" name="Рисунок 4">
            <a:extLst>
              <a:ext uri="{FF2B5EF4-FFF2-40B4-BE49-F238E27FC236}">
                <a16:creationId xmlns:a16="http://schemas.microsoft.com/office/drawing/2014/main" id="{8071750E-02FF-45CC-A887-24718B9DA7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2671" y="1156339"/>
            <a:ext cx="4545322" cy="4545322"/>
          </a:xfrm>
          <a:prstGeom prst="rect">
            <a:avLst/>
          </a:prstGeom>
        </p:spPr>
      </p:pic>
      <p:sp>
        <p:nvSpPr>
          <p:cNvPr id="2" name="Подзаголовок 1">
            <a:extLst>
              <a:ext uri="{FF2B5EF4-FFF2-40B4-BE49-F238E27FC236}">
                <a16:creationId xmlns:a16="http://schemas.microsoft.com/office/drawing/2014/main" id="{5A0867A7-8111-4B67-54AA-A2A85E0D53DC}"/>
              </a:ext>
            </a:extLst>
          </p:cNvPr>
          <p:cNvSpPr>
            <a:spLocks noGrp="1"/>
          </p:cNvSpPr>
          <p:nvPr>
            <p:ph type="subTitle" idx="1"/>
          </p:nvPr>
        </p:nvSpPr>
        <p:spPr/>
        <p:txBody>
          <a:bodyPr/>
          <a:lstStyle/>
          <a:p>
            <a:r>
              <a:rPr lang="ru-RU"/>
              <a:t>Подзаголовок презентации, имя спикера</a:t>
            </a:r>
            <a:br>
              <a:rPr lang="ru-RU"/>
            </a:br>
            <a:r>
              <a:rPr lang="ru-RU"/>
              <a:t>и другая информация о проекте</a:t>
            </a:r>
          </a:p>
        </p:txBody>
      </p:sp>
      <p:sp>
        <p:nvSpPr>
          <p:cNvPr id="3" name="Заголовок 2">
            <a:extLst>
              <a:ext uri="{FF2B5EF4-FFF2-40B4-BE49-F238E27FC236}">
                <a16:creationId xmlns:a16="http://schemas.microsoft.com/office/drawing/2014/main" id="{4CBD3B23-55E3-290A-8835-2B7737E722BB}"/>
              </a:ext>
            </a:extLst>
          </p:cNvPr>
          <p:cNvSpPr>
            <a:spLocks noGrp="1"/>
          </p:cNvSpPr>
          <p:nvPr>
            <p:ph type="ctrTitle"/>
          </p:nvPr>
        </p:nvSpPr>
        <p:spPr/>
        <p:txBody>
          <a:bodyPr/>
          <a:lstStyle/>
          <a:p>
            <a:r>
              <a:rPr lang="ru-RU"/>
              <a:t>Заголовок</a:t>
            </a:r>
            <a:br>
              <a:rPr lang="ru-RU"/>
            </a:br>
            <a:r>
              <a:rPr lang="ru-RU"/>
              <a:t>презентации</a:t>
            </a:r>
            <a:br>
              <a:rPr lang="ru-RU"/>
            </a:br>
            <a:r>
              <a:rPr lang="ru-RU"/>
              <a:t>в 1–3 строки</a:t>
            </a:r>
          </a:p>
        </p:txBody>
      </p:sp>
      <p:pic>
        <p:nvPicPr>
          <p:cNvPr id="9" name="Рисунок 8">
            <a:extLst>
              <a:ext uri="{FF2B5EF4-FFF2-40B4-BE49-F238E27FC236}">
                <a16:creationId xmlns:a16="http://schemas.microsoft.com/office/drawing/2014/main" id="{B22CB41F-DDFD-4EE6-9B5D-21A3C36D5E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1019349">
            <a:off x="7481490" y="1227676"/>
            <a:ext cx="4127684" cy="4127684"/>
          </a:xfrm>
          <a:prstGeom prst="rect">
            <a:avLst/>
          </a:prstGeom>
        </p:spPr>
      </p:pic>
    </p:spTree>
    <p:extLst>
      <p:ext uri="{BB962C8B-B14F-4D97-AF65-F5344CB8AC3E}">
        <p14:creationId xmlns:p14="http://schemas.microsoft.com/office/powerpoint/2010/main" val="1143346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1EDDAA-0BE9-A1E3-19D9-5FE30FDE4493}"/>
              </a:ext>
            </a:extLst>
          </p:cNvPr>
          <p:cNvSpPr>
            <a:spLocks noGrp="1"/>
          </p:cNvSpPr>
          <p:nvPr>
            <p:ph type="ctrTitle"/>
          </p:nvPr>
        </p:nvSpPr>
        <p:spPr>
          <a:xfrm>
            <a:off x="1526718" y="2152745"/>
            <a:ext cx="5477331" cy="2277549"/>
          </a:xfrm>
        </p:spPr>
        <p:txBody>
          <a:bodyPr/>
          <a:lstStyle/>
          <a:p>
            <a:r>
              <a:rPr lang="ru-RU"/>
              <a:t>Заголовок </a:t>
            </a:r>
            <a:br>
              <a:rPr lang="ru-RU"/>
            </a:br>
            <a:r>
              <a:rPr lang="ru-RU"/>
              <a:t>презентации </a:t>
            </a:r>
            <a:br>
              <a:rPr lang="ru-RU"/>
            </a:br>
            <a:r>
              <a:rPr lang="ru-RU"/>
              <a:t>в 1-3 строки</a:t>
            </a:r>
          </a:p>
        </p:txBody>
      </p:sp>
      <p:sp>
        <p:nvSpPr>
          <p:cNvPr id="3" name="Подзаголовок 2">
            <a:extLst>
              <a:ext uri="{FF2B5EF4-FFF2-40B4-BE49-F238E27FC236}">
                <a16:creationId xmlns:a16="http://schemas.microsoft.com/office/drawing/2014/main" id="{2684C761-5459-6425-A273-B95F43BEE8B6}"/>
              </a:ext>
            </a:extLst>
          </p:cNvPr>
          <p:cNvSpPr>
            <a:spLocks noGrp="1"/>
          </p:cNvSpPr>
          <p:nvPr>
            <p:ph type="subTitle" idx="1"/>
          </p:nvPr>
        </p:nvSpPr>
        <p:spPr>
          <a:xfrm>
            <a:off x="1549400" y="4705255"/>
            <a:ext cx="5477330" cy="817562"/>
          </a:xfrm>
        </p:spPr>
        <p:txBody>
          <a:bodyPr/>
          <a:lstStyle/>
          <a:p>
            <a:r>
              <a:rPr lang="ru-RU"/>
              <a:t>Напиши подзаголовок презентации, имя спикера </a:t>
            </a:r>
            <a:br>
              <a:rPr lang="ru-RU"/>
            </a:br>
            <a:r>
              <a:rPr lang="ru-RU"/>
              <a:t>и другую дополнительную информацию</a:t>
            </a:r>
          </a:p>
        </p:txBody>
      </p:sp>
      <p:grpSp>
        <p:nvGrpSpPr>
          <p:cNvPr id="5" name="Группа 4">
            <a:extLst>
              <a:ext uri="{FF2B5EF4-FFF2-40B4-BE49-F238E27FC236}">
                <a16:creationId xmlns:a16="http://schemas.microsoft.com/office/drawing/2014/main" id="{82B5E0F7-2800-C8F3-942F-AFECC5B1BAC6}"/>
              </a:ext>
            </a:extLst>
          </p:cNvPr>
          <p:cNvGrpSpPr/>
          <p:nvPr/>
        </p:nvGrpSpPr>
        <p:grpSpPr>
          <a:xfrm>
            <a:off x="4172696" y="998149"/>
            <a:ext cx="288000" cy="288000"/>
            <a:chOff x="3004126" y="1069589"/>
            <a:chExt cx="288000" cy="288000"/>
          </a:xfrm>
        </p:grpSpPr>
        <p:sp>
          <p:nvSpPr>
            <p:cNvPr id="6" name="Прямоугольник: скругленные углы 5">
              <a:extLst>
                <a:ext uri="{FF2B5EF4-FFF2-40B4-BE49-F238E27FC236}">
                  <a16:creationId xmlns:a16="http://schemas.microsoft.com/office/drawing/2014/main" id="{F9287E78-AA6F-0B86-E5CA-A00C669122FB}"/>
                </a:ext>
              </a:extLst>
            </p:cNvPr>
            <p:cNvSpPr/>
            <p:nvPr/>
          </p:nvSpPr>
          <p:spPr>
            <a:xfrm>
              <a:off x="3004126" y="1069589"/>
              <a:ext cx="288000" cy="288000"/>
            </a:xfrm>
            <a:prstGeom prst="roundRect">
              <a:avLst>
                <a:gd name="adj" fmla="val 31862"/>
              </a:avLst>
            </a:prstGeom>
            <a:solidFill>
              <a:schemeClr val="accent1">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 name="Полилиния: фигура 6">
              <a:extLst>
                <a:ext uri="{FF2B5EF4-FFF2-40B4-BE49-F238E27FC236}">
                  <a16:creationId xmlns:a16="http://schemas.microsoft.com/office/drawing/2014/main" id="{CF9519A7-A4CF-35FB-B84F-856F4D0A2C35}"/>
                </a:ext>
              </a:extLst>
            </p:cNvPr>
            <p:cNvSpPr/>
            <p:nvPr/>
          </p:nvSpPr>
          <p:spPr>
            <a:xfrm>
              <a:off x="3069835" y="1152696"/>
              <a:ext cx="156583" cy="121787"/>
            </a:xfrm>
            <a:custGeom>
              <a:avLst/>
              <a:gdLst>
                <a:gd name="connsiteX0" fmla="*/ 9525 w 171450"/>
                <a:gd name="connsiteY0" fmla="*/ 114300 h 133350"/>
                <a:gd name="connsiteX1" fmla="*/ 104775 w 171450"/>
                <a:gd name="connsiteY1" fmla="*/ 114300 h 133350"/>
                <a:gd name="connsiteX2" fmla="*/ 114300 w 171450"/>
                <a:gd name="connsiteY2" fmla="*/ 123825 h 133350"/>
                <a:gd name="connsiteX3" fmla="*/ 104775 w 171450"/>
                <a:gd name="connsiteY3" fmla="*/ 133350 h 133350"/>
                <a:gd name="connsiteX4" fmla="*/ 9525 w 171450"/>
                <a:gd name="connsiteY4" fmla="*/ 133350 h 133350"/>
                <a:gd name="connsiteX5" fmla="*/ 0 w 171450"/>
                <a:gd name="connsiteY5" fmla="*/ 123825 h 133350"/>
                <a:gd name="connsiteX6" fmla="*/ 9525 w 171450"/>
                <a:gd name="connsiteY6" fmla="*/ 114300 h 133350"/>
                <a:gd name="connsiteX7" fmla="*/ 9525 w 171450"/>
                <a:gd name="connsiteY7" fmla="*/ 57150 h 133350"/>
                <a:gd name="connsiteX8" fmla="*/ 161925 w 171450"/>
                <a:gd name="connsiteY8" fmla="*/ 57150 h 133350"/>
                <a:gd name="connsiteX9" fmla="*/ 171450 w 171450"/>
                <a:gd name="connsiteY9" fmla="*/ 66675 h 133350"/>
                <a:gd name="connsiteX10" fmla="*/ 161925 w 171450"/>
                <a:gd name="connsiteY10" fmla="*/ 76200 h 133350"/>
                <a:gd name="connsiteX11" fmla="*/ 9525 w 171450"/>
                <a:gd name="connsiteY11" fmla="*/ 76200 h 133350"/>
                <a:gd name="connsiteX12" fmla="*/ 0 w 171450"/>
                <a:gd name="connsiteY12" fmla="*/ 66675 h 133350"/>
                <a:gd name="connsiteX13" fmla="*/ 9525 w 171450"/>
                <a:gd name="connsiteY13" fmla="*/ 57150 h 133350"/>
                <a:gd name="connsiteX14" fmla="*/ 9525 w 171450"/>
                <a:gd name="connsiteY14" fmla="*/ 0 h 133350"/>
                <a:gd name="connsiteX15" fmla="*/ 161925 w 171450"/>
                <a:gd name="connsiteY15" fmla="*/ 0 h 133350"/>
                <a:gd name="connsiteX16" fmla="*/ 171450 w 171450"/>
                <a:gd name="connsiteY16" fmla="*/ 9525 h 133350"/>
                <a:gd name="connsiteX17" fmla="*/ 161925 w 171450"/>
                <a:gd name="connsiteY17" fmla="*/ 19050 h 133350"/>
                <a:gd name="connsiteX18" fmla="*/ 9525 w 171450"/>
                <a:gd name="connsiteY18" fmla="*/ 19050 h 133350"/>
                <a:gd name="connsiteX19" fmla="*/ 0 w 171450"/>
                <a:gd name="connsiteY19" fmla="*/ 9525 h 133350"/>
                <a:gd name="connsiteX20" fmla="*/ 9525 w 171450"/>
                <a:gd name="connsiteY20"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1450" h="133350">
                  <a:moveTo>
                    <a:pt x="9525" y="114300"/>
                  </a:moveTo>
                  <a:lnTo>
                    <a:pt x="104775" y="114300"/>
                  </a:lnTo>
                  <a:cubicBezTo>
                    <a:pt x="110036" y="114300"/>
                    <a:pt x="114300" y="118564"/>
                    <a:pt x="114300" y="123825"/>
                  </a:cubicBezTo>
                  <a:cubicBezTo>
                    <a:pt x="114300" y="129086"/>
                    <a:pt x="110036" y="133350"/>
                    <a:pt x="104775" y="133350"/>
                  </a:cubicBezTo>
                  <a:lnTo>
                    <a:pt x="9525" y="133350"/>
                  </a:lnTo>
                  <a:cubicBezTo>
                    <a:pt x="4264" y="133350"/>
                    <a:pt x="0" y="129086"/>
                    <a:pt x="0" y="123825"/>
                  </a:cubicBezTo>
                  <a:cubicBezTo>
                    <a:pt x="0" y="118564"/>
                    <a:pt x="4264" y="114300"/>
                    <a:pt x="9525" y="114300"/>
                  </a:cubicBezTo>
                  <a:close/>
                  <a:moveTo>
                    <a:pt x="9525" y="57150"/>
                  </a:moveTo>
                  <a:lnTo>
                    <a:pt x="161925" y="57150"/>
                  </a:lnTo>
                  <a:cubicBezTo>
                    <a:pt x="167186" y="57150"/>
                    <a:pt x="171450" y="61415"/>
                    <a:pt x="171450" y="66675"/>
                  </a:cubicBezTo>
                  <a:cubicBezTo>
                    <a:pt x="171450" y="71935"/>
                    <a:pt x="167186" y="76200"/>
                    <a:pt x="161925" y="76200"/>
                  </a:cubicBezTo>
                  <a:lnTo>
                    <a:pt x="9525" y="76200"/>
                  </a:lnTo>
                  <a:cubicBezTo>
                    <a:pt x="4264" y="76200"/>
                    <a:pt x="0" y="71935"/>
                    <a:pt x="0" y="66675"/>
                  </a:cubicBezTo>
                  <a:cubicBezTo>
                    <a:pt x="0" y="61415"/>
                    <a:pt x="4264" y="57150"/>
                    <a:pt x="9525" y="57150"/>
                  </a:cubicBezTo>
                  <a:close/>
                  <a:moveTo>
                    <a:pt x="9525" y="0"/>
                  </a:moveTo>
                  <a:lnTo>
                    <a:pt x="161925" y="0"/>
                  </a:lnTo>
                  <a:cubicBezTo>
                    <a:pt x="167186" y="0"/>
                    <a:pt x="171450" y="4264"/>
                    <a:pt x="171450" y="9525"/>
                  </a:cubicBezTo>
                  <a:cubicBezTo>
                    <a:pt x="171450" y="14785"/>
                    <a:pt x="167186" y="19050"/>
                    <a:pt x="161925" y="19050"/>
                  </a:cubicBezTo>
                  <a:lnTo>
                    <a:pt x="9525" y="19050"/>
                  </a:lnTo>
                  <a:cubicBezTo>
                    <a:pt x="4264" y="19050"/>
                    <a:pt x="0" y="14785"/>
                    <a:pt x="0" y="9525"/>
                  </a:cubicBezTo>
                  <a:cubicBezTo>
                    <a:pt x="0" y="4264"/>
                    <a:pt x="4264" y="0"/>
                    <a:pt x="9525" y="0"/>
                  </a:cubicBezTo>
                  <a:close/>
                </a:path>
              </a:pathLst>
            </a:custGeom>
            <a:solidFill>
              <a:schemeClr val="bg2"/>
            </a:solidFill>
            <a:ln w="9525" cap="flat">
              <a:noFill/>
              <a:prstDash val="solid"/>
              <a:miter/>
            </a:ln>
          </p:spPr>
          <p:txBody>
            <a:bodyPr rtlCol="0" anchor="ctr"/>
            <a:lstStyle/>
            <a:p>
              <a:endParaRPr lang="ru-RU"/>
            </a:p>
          </p:txBody>
        </p:sp>
      </p:grpSp>
      <p:sp>
        <p:nvSpPr>
          <p:cNvPr id="9" name="Прямоугольник: скругленные углы 8">
            <a:extLst>
              <a:ext uri="{FF2B5EF4-FFF2-40B4-BE49-F238E27FC236}">
                <a16:creationId xmlns:a16="http://schemas.microsoft.com/office/drawing/2014/main" id="{C124FF37-73F5-9FBD-EE1D-B9C51DF0C302}"/>
              </a:ext>
            </a:extLst>
          </p:cNvPr>
          <p:cNvSpPr/>
          <p:nvPr/>
        </p:nvSpPr>
        <p:spPr>
          <a:xfrm>
            <a:off x="4563168" y="998149"/>
            <a:ext cx="4954273" cy="288000"/>
          </a:xfrm>
          <a:prstGeom prst="roundRect">
            <a:avLst>
              <a:gd name="adj" fmla="val 32523"/>
            </a:avLst>
          </a:prstGeom>
          <a:solidFill>
            <a:schemeClr val="accent1">
              <a:lumMod val="60000"/>
              <a:lumOff val="40000"/>
            </a:schemeClr>
          </a:solidFill>
          <a:ln w="9525">
            <a:solidFill>
              <a:schemeClr val="accent1">
                <a:lumMod val="7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 name="Рисунок 15">
            <a:extLst>
              <a:ext uri="{FF2B5EF4-FFF2-40B4-BE49-F238E27FC236}">
                <a16:creationId xmlns:a16="http://schemas.microsoft.com/office/drawing/2014/main" id="{2F44E7AA-F247-09E6-69AE-2DB983CAA354}"/>
              </a:ext>
            </a:extLst>
          </p:cNvPr>
          <p:cNvSpPr/>
          <p:nvPr/>
        </p:nvSpPr>
        <p:spPr>
          <a:xfrm>
            <a:off x="9258645" y="1055317"/>
            <a:ext cx="173664" cy="173664"/>
          </a:xfrm>
          <a:custGeom>
            <a:avLst/>
            <a:gdLst>
              <a:gd name="connsiteX0" fmla="*/ 141850 w 171450"/>
              <a:gd name="connsiteY0" fmla="*/ 114909 h 171450"/>
              <a:gd name="connsiteX1" fmla="*/ 152400 w 171450"/>
              <a:gd name="connsiteY1" fmla="*/ 76200 h 171450"/>
              <a:gd name="connsiteX2" fmla="*/ 76200 w 171450"/>
              <a:gd name="connsiteY2" fmla="*/ 0 h 171450"/>
              <a:gd name="connsiteX3" fmla="*/ 0 w 171450"/>
              <a:gd name="connsiteY3" fmla="*/ 76200 h 171450"/>
              <a:gd name="connsiteX4" fmla="*/ 76200 w 171450"/>
              <a:gd name="connsiteY4" fmla="*/ 152400 h 171450"/>
              <a:gd name="connsiteX5" fmla="*/ 114910 w 171450"/>
              <a:gd name="connsiteY5" fmla="*/ 141849 h 171450"/>
              <a:gd name="connsiteX6" fmla="*/ 138930 w 171450"/>
              <a:gd name="connsiteY6" fmla="*/ 165870 h 171450"/>
              <a:gd name="connsiteX7" fmla="*/ 165871 w 171450"/>
              <a:gd name="connsiteY7" fmla="*/ 165870 h 171450"/>
              <a:gd name="connsiteX8" fmla="*/ 165871 w 171450"/>
              <a:gd name="connsiteY8" fmla="*/ 138930 h 171450"/>
              <a:gd name="connsiteX9" fmla="*/ 141850 w 171450"/>
              <a:gd name="connsiteY9" fmla="*/ 114909 h 171450"/>
              <a:gd name="connsiteX10" fmla="*/ 76200 w 171450"/>
              <a:gd name="connsiteY10" fmla="*/ 123825 h 171450"/>
              <a:gd name="connsiteX11" fmla="*/ 28575 w 171450"/>
              <a:gd name="connsiteY11" fmla="*/ 76200 h 171450"/>
              <a:gd name="connsiteX12" fmla="*/ 76200 w 171450"/>
              <a:gd name="connsiteY12" fmla="*/ 28575 h 171450"/>
              <a:gd name="connsiteX13" fmla="*/ 123825 w 171450"/>
              <a:gd name="connsiteY13" fmla="*/ 76200 h 171450"/>
              <a:gd name="connsiteX14" fmla="*/ 76200 w 171450"/>
              <a:gd name="connsiteY14"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141850" y="114909"/>
                </a:moveTo>
                <a:cubicBezTo>
                  <a:pt x="148554" y="103564"/>
                  <a:pt x="152400" y="90331"/>
                  <a:pt x="152400" y="76200"/>
                </a:cubicBezTo>
                <a:cubicBezTo>
                  <a:pt x="152400" y="34116"/>
                  <a:pt x="118284" y="0"/>
                  <a:pt x="76200" y="0"/>
                </a:cubicBezTo>
                <a:cubicBezTo>
                  <a:pt x="34116" y="0"/>
                  <a:pt x="0" y="34116"/>
                  <a:pt x="0" y="76200"/>
                </a:cubicBezTo>
                <a:cubicBezTo>
                  <a:pt x="0" y="118284"/>
                  <a:pt x="34116" y="152400"/>
                  <a:pt x="76200" y="152400"/>
                </a:cubicBezTo>
                <a:cubicBezTo>
                  <a:pt x="90332" y="152400"/>
                  <a:pt x="103564" y="148553"/>
                  <a:pt x="114910" y="141849"/>
                </a:cubicBezTo>
                <a:lnTo>
                  <a:pt x="138930" y="165870"/>
                </a:lnTo>
                <a:cubicBezTo>
                  <a:pt x="146370" y="173310"/>
                  <a:pt x="158431" y="173310"/>
                  <a:pt x="165871" y="165870"/>
                </a:cubicBezTo>
                <a:cubicBezTo>
                  <a:pt x="173310" y="158431"/>
                  <a:pt x="173310" y="146369"/>
                  <a:pt x="165871" y="138930"/>
                </a:cubicBezTo>
                <a:lnTo>
                  <a:pt x="141850" y="114909"/>
                </a:lnTo>
                <a:close/>
                <a:moveTo>
                  <a:pt x="76200" y="123825"/>
                </a:moveTo>
                <a:cubicBezTo>
                  <a:pt x="49897" y="123825"/>
                  <a:pt x="28575" y="102502"/>
                  <a:pt x="28575" y="76200"/>
                </a:cubicBezTo>
                <a:cubicBezTo>
                  <a:pt x="28575" y="49897"/>
                  <a:pt x="49897" y="28575"/>
                  <a:pt x="76200" y="28575"/>
                </a:cubicBezTo>
                <a:cubicBezTo>
                  <a:pt x="102502" y="28575"/>
                  <a:pt x="123825" y="49897"/>
                  <a:pt x="123825" y="76200"/>
                </a:cubicBezTo>
                <a:cubicBezTo>
                  <a:pt x="123825" y="102502"/>
                  <a:pt x="102502" y="123825"/>
                  <a:pt x="76200" y="123825"/>
                </a:cubicBezTo>
                <a:close/>
              </a:path>
            </a:pathLst>
          </a:custGeom>
          <a:solidFill>
            <a:schemeClr val="accent1">
              <a:lumMod val="75000"/>
            </a:schemeClr>
          </a:solidFill>
          <a:ln w="9525" cap="flat">
            <a:noFill/>
            <a:prstDash val="solid"/>
            <a:miter/>
          </a:ln>
        </p:spPr>
        <p:txBody>
          <a:bodyPr rtlCol="0" anchor="ctr"/>
          <a:lstStyle/>
          <a:p>
            <a:endParaRPr lang="ru-RU"/>
          </a:p>
        </p:txBody>
      </p:sp>
      <p:grpSp>
        <p:nvGrpSpPr>
          <p:cNvPr id="11" name="Группа 10">
            <a:extLst>
              <a:ext uri="{FF2B5EF4-FFF2-40B4-BE49-F238E27FC236}">
                <a16:creationId xmlns:a16="http://schemas.microsoft.com/office/drawing/2014/main" id="{FEF57695-3596-5DC2-FFBA-D03CAB33CEFC}"/>
              </a:ext>
            </a:extLst>
          </p:cNvPr>
          <p:cNvGrpSpPr/>
          <p:nvPr/>
        </p:nvGrpSpPr>
        <p:grpSpPr>
          <a:xfrm>
            <a:off x="9619912" y="998149"/>
            <a:ext cx="288000" cy="288000"/>
            <a:chOff x="9548362" y="1069589"/>
            <a:chExt cx="288000" cy="288000"/>
          </a:xfrm>
        </p:grpSpPr>
        <p:sp>
          <p:nvSpPr>
            <p:cNvPr id="12" name="Прямоугольник: скругленные углы 11">
              <a:extLst>
                <a:ext uri="{FF2B5EF4-FFF2-40B4-BE49-F238E27FC236}">
                  <a16:creationId xmlns:a16="http://schemas.microsoft.com/office/drawing/2014/main" id="{0EA98F97-3B92-7773-6F51-E0EF8D65FF4E}"/>
                </a:ext>
              </a:extLst>
            </p:cNvPr>
            <p:cNvSpPr/>
            <p:nvPr/>
          </p:nvSpPr>
          <p:spPr>
            <a:xfrm>
              <a:off x="9548362" y="1069589"/>
              <a:ext cx="288000" cy="288000"/>
            </a:xfrm>
            <a:prstGeom prst="roundRect">
              <a:avLst>
                <a:gd name="adj" fmla="val 31862"/>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 name="Рисунок 24">
              <a:extLst>
                <a:ext uri="{FF2B5EF4-FFF2-40B4-BE49-F238E27FC236}">
                  <a16:creationId xmlns:a16="http://schemas.microsoft.com/office/drawing/2014/main" id="{C9568B3E-1F3A-6406-94AD-05BD580D8BDA}"/>
                </a:ext>
              </a:extLst>
            </p:cNvPr>
            <p:cNvSpPr/>
            <p:nvPr/>
          </p:nvSpPr>
          <p:spPr>
            <a:xfrm>
              <a:off x="9614039" y="1148320"/>
              <a:ext cx="156647" cy="130539"/>
            </a:xfrm>
            <a:custGeom>
              <a:avLst/>
              <a:gdLst>
                <a:gd name="connsiteX0" fmla="*/ 87999 w 216000"/>
                <a:gd name="connsiteY0" fmla="*/ 173820 h 180000"/>
                <a:gd name="connsiteX1" fmla="*/ 52737 w 216000"/>
                <a:gd name="connsiteY1" fmla="*/ 151276 h 180000"/>
                <a:gd name="connsiteX2" fmla="*/ 0 w 216000"/>
                <a:gd name="connsiteY2" fmla="*/ 57517 h 180000"/>
                <a:gd name="connsiteX3" fmla="*/ 58909 w 216000"/>
                <a:gd name="connsiteY3" fmla="*/ 0 h 180000"/>
                <a:gd name="connsiteX4" fmla="*/ 108000 w 216000"/>
                <a:gd name="connsiteY4" fmla="*/ 24616 h 180000"/>
                <a:gd name="connsiteX5" fmla="*/ 157091 w 216000"/>
                <a:gd name="connsiteY5" fmla="*/ 0 h 180000"/>
                <a:gd name="connsiteX6" fmla="*/ 216000 w 216000"/>
                <a:gd name="connsiteY6" fmla="*/ 57517 h 180000"/>
                <a:gd name="connsiteX7" fmla="*/ 163224 w 216000"/>
                <a:gd name="connsiteY7" fmla="*/ 151278 h 180000"/>
                <a:gd name="connsiteX8" fmla="*/ 127961 w 216000"/>
                <a:gd name="connsiteY8" fmla="*/ 173819 h 180000"/>
                <a:gd name="connsiteX9" fmla="*/ 108000 w 216000"/>
                <a:gd name="connsiteY9" fmla="*/ 180000 h 180000"/>
                <a:gd name="connsiteX10" fmla="*/ 87999 w 216000"/>
                <a:gd name="connsiteY10" fmla="*/ 173820 h 1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000" h="180000">
                  <a:moveTo>
                    <a:pt x="87999" y="173820"/>
                  </a:moveTo>
                  <a:cubicBezTo>
                    <a:pt x="78416" y="168833"/>
                    <a:pt x="65601" y="161329"/>
                    <a:pt x="52737" y="151276"/>
                  </a:cubicBezTo>
                  <a:cubicBezTo>
                    <a:pt x="27268" y="131372"/>
                    <a:pt x="0" y="100155"/>
                    <a:pt x="0" y="57517"/>
                  </a:cubicBezTo>
                  <a:cubicBezTo>
                    <a:pt x="0" y="25767"/>
                    <a:pt x="26373" y="0"/>
                    <a:pt x="58909" y="0"/>
                  </a:cubicBezTo>
                  <a:cubicBezTo>
                    <a:pt x="78803" y="0"/>
                    <a:pt x="97018" y="9670"/>
                    <a:pt x="108000" y="24616"/>
                  </a:cubicBezTo>
                  <a:cubicBezTo>
                    <a:pt x="118982" y="9670"/>
                    <a:pt x="137197" y="0"/>
                    <a:pt x="157091" y="0"/>
                  </a:cubicBezTo>
                  <a:cubicBezTo>
                    <a:pt x="189628" y="0"/>
                    <a:pt x="216000" y="25767"/>
                    <a:pt x="216000" y="57517"/>
                  </a:cubicBezTo>
                  <a:cubicBezTo>
                    <a:pt x="216000" y="100158"/>
                    <a:pt x="188704" y="131376"/>
                    <a:pt x="163224" y="151278"/>
                  </a:cubicBezTo>
                  <a:cubicBezTo>
                    <a:pt x="150354" y="161330"/>
                    <a:pt x="137538" y="168833"/>
                    <a:pt x="127961" y="173819"/>
                  </a:cubicBezTo>
                  <a:cubicBezTo>
                    <a:pt x="120055" y="177936"/>
                    <a:pt x="114027" y="179996"/>
                    <a:pt x="108000" y="180000"/>
                  </a:cubicBezTo>
                  <a:cubicBezTo>
                    <a:pt x="101960" y="180004"/>
                    <a:pt x="95922" y="177944"/>
                    <a:pt x="87999" y="173820"/>
                  </a:cubicBezTo>
                  <a:close/>
                </a:path>
              </a:pathLst>
            </a:custGeom>
            <a:solidFill>
              <a:schemeClr val="bg1">
                <a:alpha val="80000"/>
              </a:schemeClr>
            </a:solidFill>
            <a:ln w="11642" cap="flat">
              <a:noFill/>
              <a:prstDash val="solid"/>
              <a:miter/>
            </a:ln>
          </p:spPr>
          <p:txBody>
            <a:bodyPr rtlCol="0" anchor="ctr"/>
            <a:lstStyle/>
            <a:p>
              <a:endParaRPr lang="ru-RU"/>
            </a:p>
          </p:txBody>
        </p:sp>
      </p:grpSp>
      <p:grpSp>
        <p:nvGrpSpPr>
          <p:cNvPr id="14" name="Группа 13">
            <a:extLst>
              <a:ext uri="{FF2B5EF4-FFF2-40B4-BE49-F238E27FC236}">
                <a16:creationId xmlns:a16="http://schemas.microsoft.com/office/drawing/2014/main" id="{ACE10634-CA63-79F5-1E92-023B7F7C1EF4}"/>
              </a:ext>
            </a:extLst>
          </p:cNvPr>
          <p:cNvGrpSpPr/>
          <p:nvPr/>
        </p:nvGrpSpPr>
        <p:grpSpPr>
          <a:xfrm>
            <a:off x="9991886" y="998149"/>
            <a:ext cx="288000" cy="288000"/>
            <a:chOff x="9955229" y="1069589"/>
            <a:chExt cx="288000" cy="288000"/>
          </a:xfrm>
        </p:grpSpPr>
        <p:sp>
          <p:nvSpPr>
            <p:cNvPr id="15" name="Прямоугольник: скругленные углы 14">
              <a:extLst>
                <a:ext uri="{FF2B5EF4-FFF2-40B4-BE49-F238E27FC236}">
                  <a16:creationId xmlns:a16="http://schemas.microsoft.com/office/drawing/2014/main" id="{B15423B6-5B52-92A6-1B9D-79C8307677A3}"/>
                </a:ext>
              </a:extLst>
            </p:cNvPr>
            <p:cNvSpPr/>
            <p:nvPr/>
          </p:nvSpPr>
          <p:spPr>
            <a:xfrm>
              <a:off x="9955229" y="1069589"/>
              <a:ext cx="288000" cy="288000"/>
            </a:xfrm>
            <a:prstGeom prst="roundRect">
              <a:avLst>
                <a:gd name="adj" fmla="val 31862"/>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 name="Полилиния: фигура 15">
              <a:extLst>
                <a:ext uri="{FF2B5EF4-FFF2-40B4-BE49-F238E27FC236}">
                  <a16:creationId xmlns:a16="http://schemas.microsoft.com/office/drawing/2014/main" id="{6A20D595-8147-A2B2-026E-09524E5096A0}"/>
                </a:ext>
              </a:extLst>
            </p:cNvPr>
            <p:cNvSpPr/>
            <p:nvPr/>
          </p:nvSpPr>
          <p:spPr>
            <a:xfrm>
              <a:off x="10027877" y="1133318"/>
              <a:ext cx="142704" cy="160542"/>
            </a:xfrm>
            <a:custGeom>
              <a:avLst/>
              <a:gdLst>
                <a:gd name="connsiteX0" fmla="*/ 33338 w 152400"/>
                <a:gd name="connsiteY0" fmla="*/ 104774 h 171449"/>
                <a:gd name="connsiteX1" fmla="*/ 76200 w 152400"/>
                <a:gd name="connsiteY1" fmla="*/ 114299 h 171449"/>
                <a:gd name="connsiteX2" fmla="*/ 119063 w 152400"/>
                <a:gd name="connsiteY2" fmla="*/ 104774 h 171449"/>
                <a:gd name="connsiteX3" fmla="*/ 152400 w 152400"/>
                <a:gd name="connsiteY3" fmla="*/ 138112 h 171449"/>
                <a:gd name="connsiteX4" fmla="*/ 76117 w 152400"/>
                <a:gd name="connsiteY4" fmla="*/ 171449 h 171449"/>
                <a:gd name="connsiteX5" fmla="*/ 0 w 152400"/>
                <a:gd name="connsiteY5" fmla="*/ 138112 h 171449"/>
                <a:gd name="connsiteX6" fmla="*/ 33338 w 152400"/>
                <a:gd name="connsiteY6" fmla="*/ 104774 h 171449"/>
                <a:gd name="connsiteX7" fmla="*/ 76200 w 152400"/>
                <a:gd name="connsiteY7" fmla="*/ 0 h 171449"/>
                <a:gd name="connsiteX8" fmla="*/ 123825 w 152400"/>
                <a:gd name="connsiteY8" fmla="*/ 47625 h 171449"/>
                <a:gd name="connsiteX9" fmla="*/ 76200 w 152400"/>
                <a:gd name="connsiteY9" fmla="*/ 95250 h 171449"/>
                <a:gd name="connsiteX10" fmla="*/ 28575 w 152400"/>
                <a:gd name="connsiteY10" fmla="*/ 47625 h 171449"/>
                <a:gd name="connsiteX11" fmla="*/ 76200 w 152400"/>
                <a:gd name="connsiteY11"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71449">
                  <a:moveTo>
                    <a:pt x="33338" y="104774"/>
                  </a:moveTo>
                  <a:cubicBezTo>
                    <a:pt x="47625" y="104821"/>
                    <a:pt x="47625" y="114299"/>
                    <a:pt x="76200" y="114299"/>
                  </a:cubicBezTo>
                  <a:cubicBezTo>
                    <a:pt x="104775" y="114299"/>
                    <a:pt x="104775" y="104774"/>
                    <a:pt x="119063" y="104774"/>
                  </a:cubicBezTo>
                  <a:cubicBezTo>
                    <a:pt x="128588" y="104774"/>
                    <a:pt x="152400" y="128587"/>
                    <a:pt x="152400" y="138112"/>
                  </a:cubicBezTo>
                  <a:cubicBezTo>
                    <a:pt x="152400" y="147637"/>
                    <a:pt x="12842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chemeClr val="bg1">
                <a:alpha val="80000"/>
              </a:schemeClr>
            </a:solidFill>
            <a:ln w="1164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ru-RU"/>
            </a:p>
          </p:txBody>
        </p:sp>
      </p:grpSp>
      <p:grpSp>
        <p:nvGrpSpPr>
          <p:cNvPr id="18" name="Группа 17">
            <a:extLst>
              <a:ext uri="{FF2B5EF4-FFF2-40B4-BE49-F238E27FC236}">
                <a16:creationId xmlns:a16="http://schemas.microsoft.com/office/drawing/2014/main" id="{8D1AFC18-2BAA-3E9C-8F4F-BA3EC6C1551B}"/>
              </a:ext>
            </a:extLst>
          </p:cNvPr>
          <p:cNvGrpSpPr/>
          <p:nvPr/>
        </p:nvGrpSpPr>
        <p:grpSpPr>
          <a:xfrm>
            <a:off x="10362095" y="998149"/>
            <a:ext cx="288000" cy="288000"/>
            <a:chOff x="10362095" y="1069589"/>
            <a:chExt cx="288000" cy="288000"/>
          </a:xfrm>
        </p:grpSpPr>
        <p:sp>
          <p:nvSpPr>
            <p:cNvPr id="19" name="Прямоугольник: скругленные углы 18">
              <a:extLst>
                <a:ext uri="{FF2B5EF4-FFF2-40B4-BE49-F238E27FC236}">
                  <a16:creationId xmlns:a16="http://schemas.microsoft.com/office/drawing/2014/main" id="{78463D93-DB90-09F6-6BF0-F073E3FC793B}"/>
                </a:ext>
              </a:extLst>
            </p:cNvPr>
            <p:cNvSpPr/>
            <p:nvPr/>
          </p:nvSpPr>
          <p:spPr>
            <a:xfrm>
              <a:off x="10362095" y="1069589"/>
              <a:ext cx="288000" cy="288000"/>
            </a:xfrm>
            <a:prstGeom prst="roundRect">
              <a:avLst>
                <a:gd name="adj" fmla="val 31862"/>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0" name="Рисунок 29">
              <a:extLst>
                <a:ext uri="{FF2B5EF4-FFF2-40B4-BE49-F238E27FC236}">
                  <a16:creationId xmlns:a16="http://schemas.microsoft.com/office/drawing/2014/main" id="{30F6696E-FCFC-5F20-761F-4951A9FF6DCA}"/>
                </a:ext>
              </a:extLst>
            </p:cNvPr>
            <p:cNvSpPr/>
            <p:nvPr/>
          </p:nvSpPr>
          <p:spPr>
            <a:xfrm>
              <a:off x="10431368" y="1129521"/>
              <a:ext cx="149455" cy="168137"/>
            </a:xfrm>
            <a:custGeom>
              <a:avLst/>
              <a:gdLst>
                <a:gd name="connsiteX0" fmla="*/ 28916 w 152400"/>
                <a:gd name="connsiteY0" fmla="*/ 47625 h 171450"/>
                <a:gd name="connsiteX1" fmla="*/ 39948 w 152400"/>
                <a:gd name="connsiteY1" fmla="*/ 14894 h 171450"/>
                <a:gd name="connsiteX2" fmla="*/ 76200 w 152400"/>
                <a:gd name="connsiteY2" fmla="*/ 0 h 171450"/>
                <a:gd name="connsiteX3" fmla="*/ 112452 w 152400"/>
                <a:gd name="connsiteY3" fmla="*/ 14894 h 171450"/>
                <a:gd name="connsiteX4" fmla="*/ 123483 w 152400"/>
                <a:gd name="connsiteY4" fmla="*/ 47625 h 171450"/>
                <a:gd name="connsiteX5" fmla="*/ 123825 w 152400"/>
                <a:gd name="connsiteY5" fmla="*/ 47625 h 171450"/>
                <a:gd name="connsiteX6" fmla="*/ 152400 w 152400"/>
                <a:gd name="connsiteY6" fmla="*/ 76498 h 171450"/>
                <a:gd name="connsiteX7" fmla="*/ 76200 w 152400"/>
                <a:gd name="connsiteY7" fmla="*/ 171450 h 171450"/>
                <a:gd name="connsiteX8" fmla="*/ 0 w 152400"/>
                <a:gd name="connsiteY8" fmla="*/ 76200 h 171450"/>
                <a:gd name="connsiteX9" fmla="*/ 3572 w 152400"/>
                <a:gd name="connsiteY9" fmla="*/ 51197 h 171450"/>
                <a:gd name="connsiteX10" fmla="*/ 28575 w 152400"/>
                <a:gd name="connsiteY10" fmla="*/ 47625 h 171450"/>
                <a:gd name="connsiteX11" fmla="*/ 28916 w 152400"/>
                <a:gd name="connsiteY11" fmla="*/ 47625 h 171450"/>
                <a:gd name="connsiteX12" fmla="*/ 48033 w 152400"/>
                <a:gd name="connsiteY12" fmla="*/ 47625 h 171450"/>
                <a:gd name="connsiteX13" fmla="*/ 104367 w 152400"/>
                <a:gd name="connsiteY13" fmla="*/ 47625 h 171450"/>
                <a:gd name="connsiteX14" fmla="*/ 97631 w 152400"/>
                <a:gd name="connsiteY14" fmla="*/ 26862 h 171450"/>
                <a:gd name="connsiteX15" fmla="*/ 76200 w 152400"/>
                <a:gd name="connsiteY15" fmla="*/ 19050 h 171450"/>
                <a:gd name="connsiteX16" fmla="*/ 54769 w 152400"/>
                <a:gd name="connsiteY16" fmla="*/ 26862 h 171450"/>
                <a:gd name="connsiteX17" fmla="*/ 48033 w 152400"/>
                <a:gd name="connsiteY17" fmla="*/ 476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171450">
                  <a:moveTo>
                    <a:pt x="28916" y="47625"/>
                  </a:moveTo>
                  <a:cubicBezTo>
                    <a:pt x="29919" y="34401"/>
                    <a:pt x="33214" y="23233"/>
                    <a:pt x="39948" y="14894"/>
                  </a:cubicBezTo>
                  <a:cubicBezTo>
                    <a:pt x="48622" y="4154"/>
                    <a:pt x="61389" y="0"/>
                    <a:pt x="76200" y="0"/>
                  </a:cubicBezTo>
                  <a:cubicBezTo>
                    <a:pt x="91011" y="0"/>
                    <a:pt x="103779" y="4154"/>
                    <a:pt x="112452" y="14894"/>
                  </a:cubicBezTo>
                  <a:cubicBezTo>
                    <a:pt x="119186" y="23233"/>
                    <a:pt x="122481" y="34401"/>
                    <a:pt x="123483" y="47625"/>
                  </a:cubicBezTo>
                  <a:lnTo>
                    <a:pt x="123825" y="47625"/>
                  </a:lnTo>
                  <a:cubicBezTo>
                    <a:pt x="152400" y="47625"/>
                    <a:pt x="152400" y="47625"/>
                    <a:pt x="152400" y="76498"/>
                  </a:cubicBezTo>
                  <a:cubicBezTo>
                    <a:pt x="152400" y="152400"/>
                    <a:pt x="152400" y="171450"/>
                    <a:pt x="76200" y="171450"/>
                  </a:cubicBezTo>
                  <a:cubicBezTo>
                    <a:pt x="0" y="171450"/>
                    <a:pt x="0" y="152400"/>
                    <a:pt x="0" y="76200"/>
                  </a:cubicBezTo>
                  <a:cubicBezTo>
                    <a:pt x="0" y="61913"/>
                    <a:pt x="0" y="54769"/>
                    <a:pt x="3572" y="51197"/>
                  </a:cubicBezTo>
                  <a:cubicBezTo>
                    <a:pt x="7144" y="47625"/>
                    <a:pt x="14288" y="47625"/>
                    <a:pt x="28575" y="47625"/>
                  </a:cubicBezTo>
                  <a:lnTo>
                    <a:pt x="28916" y="47625"/>
                  </a:lnTo>
                  <a:close/>
                  <a:moveTo>
                    <a:pt x="48033" y="47625"/>
                  </a:moveTo>
                  <a:lnTo>
                    <a:pt x="104367" y="47625"/>
                  </a:lnTo>
                  <a:cubicBezTo>
                    <a:pt x="103425" y="37460"/>
                    <a:pt x="100925" y="30941"/>
                    <a:pt x="97631" y="26862"/>
                  </a:cubicBezTo>
                  <a:cubicBezTo>
                    <a:pt x="93782" y="22096"/>
                    <a:pt x="87500" y="19050"/>
                    <a:pt x="76200" y="19050"/>
                  </a:cubicBezTo>
                  <a:cubicBezTo>
                    <a:pt x="64900" y="19050"/>
                    <a:pt x="58618" y="22096"/>
                    <a:pt x="54769" y="26862"/>
                  </a:cubicBezTo>
                  <a:cubicBezTo>
                    <a:pt x="51475" y="30941"/>
                    <a:pt x="48975" y="37460"/>
                    <a:pt x="48033" y="47625"/>
                  </a:cubicBezTo>
                  <a:close/>
                </a:path>
              </a:pathLst>
            </a:custGeom>
            <a:solidFill>
              <a:schemeClr val="bg1">
                <a:alpha val="80000"/>
              </a:schemeClr>
            </a:solidFill>
            <a:ln w="1164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ru-RU"/>
            </a:p>
          </p:txBody>
        </p:sp>
      </p:grpSp>
      <p:sp>
        <p:nvSpPr>
          <p:cNvPr id="23" name="Прямоугольник: скругленные углы 22">
            <a:extLst>
              <a:ext uri="{FF2B5EF4-FFF2-40B4-BE49-F238E27FC236}">
                <a16:creationId xmlns:a16="http://schemas.microsoft.com/office/drawing/2014/main" id="{06959398-1D49-6703-6AD4-F127ED110FEA}"/>
              </a:ext>
            </a:extLst>
          </p:cNvPr>
          <p:cNvSpPr/>
          <p:nvPr/>
        </p:nvSpPr>
        <p:spPr>
          <a:xfrm>
            <a:off x="7913687" y="1662124"/>
            <a:ext cx="2728913" cy="4133998"/>
          </a:xfrm>
          <a:prstGeom prst="roundRect">
            <a:avLst>
              <a:gd name="adj" fmla="val 1034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pic>
        <p:nvPicPr>
          <p:cNvPr id="30" name="Рисунок 29" descr="Изображение выглядит как текст, электроника&#10;&#10;Автоматически созданное описание">
            <a:extLst>
              <a:ext uri="{FF2B5EF4-FFF2-40B4-BE49-F238E27FC236}">
                <a16:creationId xmlns:a16="http://schemas.microsoft.com/office/drawing/2014/main" id="{BA64BE42-AB5D-B30D-F3A1-C38D00E73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2487" y="1937517"/>
            <a:ext cx="3825088" cy="3236612"/>
          </a:xfrm>
          <a:prstGeom prst="rect">
            <a:avLst/>
          </a:prstGeom>
        </p:spPr>
      </p:pic>
      <p:sp>
        <p:nvSpPr>
          <p:cNvPr id="28" name="Прямоугольник: скругленные углы 27">
            <a:extLst>
              <a:ext uri="{FF2B5EF4-FFF2-40B4-BE49-F238E27FC236}">
                <a16:creationId xmlns:a16="http://schemas.microsoft.com/office/drawing/2014/main" id="{BDCC937B-179E-4879-E7B8-23A68C210FFD}"/>
              </a:ext>
            </a:extLst>
          </p:cNvPr>
          <p:cNvSpPr/>
          <p:nvPr/>
        </p:nvSpPr>
        <p:spPr>
          <a:xfrm>
            <a:off x="8079339" y="5168867"/>
            <a:ext cx="1548494" cy="471920"/>
          </a:xfrm>
          <a:prstGeom prst="roundRect">
            <a:avLst>
              <a:gd name="adj" fmla="val 297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4" name="TextBox 3">
            <a:extLst>
              <a:ext uri="{FF2B5EF4-FFF2-40B4-BE49-F238E27FC236}">
                <a16:creationId xmlns:a16="http://schemas.microsoft.com/office/drawing/2014/main" id="{490C964E-A2F6-8511-4700-DBB0CF283D7B}"/>
              </a:ext>
            </a:extLst>
          </p:cNvPr>
          <p:cNvSpPr txBox="1"/>
          <p:nvPr/>
        </p:nvSpPr>
        <p:spPr>
          <a:xfrm>
            <a:off x="8189776" y="5297105"/>
            <a:ext cx="1490213" cy="215444"/>
          </a:xfrm>
          <a:prstGeom prst="rect">
            <a:avLst/>
          </a:prstGeom>
          <a:noFill/>
        </p:spPr>
        <p:txBody>
          <a:bodyPr wrap="square" lIns="0" tIns="0" rIns="0" bIns="0" rtlCol="0">
            <a:spAutoFit/>
          </a:bodyPr>
          <a:lstStyle/>
          <a:p>
            <a:r>
              <a:rPr lang="ru-RU" sz="1400">
                <a:solidFill>
                  <a:schemeClr val="lt1"/>
                </a:solidFill>
              </a:rPr>
              <a:t>Заказать</a:t>
            </a:r>
          </a:p>
        </p:txBody>
      </p:sp>
      <p:sp>
        <p:nvSpPr>
          <p:cNvPr id="24" name="Прямоугольник: скругленные углы 23">
            <a:extLst>
              <a:ext uri="{FF2B5EF4-FFF2-40B4-BE49-F238E27FC236}">
                <a16:creationId xmlns:a16="http://schemas.microsoft.com/office/drawing/2014/main" id="{9AB3C911-B459-291F-7585-1D35DA29DB51}"/>
              </a:ext>
            </a:extLst>
          </p:cNvPr>
          <p:cNvSpPr/>
          <p:nvPr/>
        </p:nvSpPr>
        <p:spPr>
          <a:xfrm>
            <a:off x="9241698" y="5255430"/>
            <a:ext cx="298592" cy="298794"/>
          </a:xfrm>
          <a:prstGeom prst="roundRect">
            <a:avLst>
              <a:gd name="adj" fmla="val 2363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22" name="Рисунок 389">
            <a:extLst>
              <a:ext uri="{FF2B5EF4-FFF2-40B4-BE49-F238E27FC236}">
                <a16:creationId xmlns:a16="http://schemas.microsoft.com/office/drawing/2014/main" id="{3911AA2B-2957-F0C1-5DA9-36A966075735}"/>
              </a:ext>
            </a:extLst>
          </p:cNvPr>
          <p:cNvSpPr/>
          <p:nvPr/>
        </p:nvSpPr>
        <p:spPr>
          <a:xfrm>
            <a:off x="9314794" y="5319102"/>
            <a:ext cx="152400" cy="171450"/>
          </a:xfrm>
          <a:custGeom>
            <a:avLst/>
            <a:gdLst>
              <a:gd name="connsiteX0" fmla="*/ 28916 w 152400"/>
              <a:gd name="connsiteY0" fmla="*/ 47625 h 171450"/>
              <a:gd name="connsiteX1" fmla="*/ 39948 w 152400"/>
              <a:gd name="connsiteY1" fmla="*/ 14894 h 171450"/>
              <a:gd name="connsiteX2" fmla="*/ 76200 w 152400"/>
              <a:gd name="connsiteY2" fmla="*/ 0 h 171450"/>
              <a:gd name="connsiteX3" fmla="*/ 112452 w 152400"/>
              <a:gd name="connsiteY3" fmla="*/ 14894 h 171450"/>
              <a:gd name="connsiteX4" fmla="*/ 123483 w 152400"/>
              <a:gd name="connsiteY4" fmla="*/ 47625 h 171450"/>
              <a:gd name="connsiteX5" fmla="*/ 123825 w 152400"/>
              <a:gd name="connsiteY5" fmla="*/ 47625 h 171450"/>
              <a:gd name="connsiteX6" fmla="*/ 152400 w 152400"/>
              <a:gd name="connsiteY6" fmla="*/ 76498 h 171450"/>
              <a:gd name="connsiteX7" fmla="*/ 76200 w 152400"/>
              <a:gd name="connsiteY7" fmla="*/ 171450 h 171450"/>
              <a:gd name="connsiteX8" fmla="*/ 0 w 152400"/>
              <a:gd name="connsiteY8" fmla="*/ 76200 h 171450"/>
              <a:gd name="connsiteX9" fmla="*/ 3572 w 152400"/>
              <a:gd name="connsiteY9" fmla="*/ 51197 h 171450"/>
              <a:gd name="connsiteX10" fmla="*/ 28575 w 152400"/>
              <a:gd name="connsiteY10" fmla="*/ 47625 h 171450"/>
              <a:gd name="connsiteX11" fmla="*/ 28916 w 152400"/>
              <a:gd name="connsiteY11" fmla="*/ 47625 h 171450"/>
              <a:gd name="connsiteX12" fmla="*/ 48033 w 152400"/>
              <a:gd name="connsiteY12" fmla="*/ 47625 h 171450"/>
              <a:gd name="connsiteX13" fmla="*/ 104367 w 152400"/>
              <a:gd name="connsiteY13" fmla="*/ 47625 h 171450"/>
              <a:gd name="connsiteX14" fmla="*/ 97631 w 152400"/>
              <a:gd name="connsiteY14" fmla="*/ 26862 h 171450"/>
              <a:gd name="connsiteX15" fmla="*/ 76200 w 152400"/>
              <a:gd name="connsiteY15" fmla="*/ 19050 h 171450"/>
              <a:gd name="connsiteX16" fmla="*/ 54769 w 152400"/>
              <a:gd name="connsiteY16" fmla="*/ 26862 h 171450"/>
              <a:gd name="connsiteX17" fmla="*/ 48033 w 152400"/>
              <a:gd name="connsiteY17" fmla="*/ 476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171450">
                <a:moveTo>
                  <a:pt x="28916" y="47625"/>
                </a:moveTo>
                <a:cubicBezTo>
                  <a:pt x="29919" y="34401"/>
                  <a:pt x="33214" y="23233"/>
                  <a:pt x="39948" y="14894"/>
                </a:cubicBezTo>
                <a:cubicBezTo>
                  <a:pt x="48622" y="4154"/>
                  <a:pt x="61390" y="0"/>
                  <a:pt x="76200" y="0"/>
                </a:cubicBezTo>
                <a:cubicBezTo>
                  <a:pt x="91010" y="0"/>
                  <a:pt x="103779" y="4154"/>
                  <a:pt x="112452" y="14894"/>
                </a:cubicBezTo>
                <a:cubicBezTo>
                  <a:pt x="119186" y="23233"/>
                  <a:pt x="122481" y="34401"/>
                  <a:pt x="123483" y="47625"/>
                </a:cubicBezTo>
                <a:lnTo>
                  <a:pt x="123825" y="47625"/>
                </a:lnTo>
                <a:cubicBezTo>
                  <a:pt x="152400" y="47625"/>
                  <a:pt x="152400" y="47625"/>
                  <a:pt x="152400" y="76498"/>
                </a:cubicBezTo>
                <a:cubicBezTo>
                  <a:pt x="152400" y="152400"/>
                  <a:pt x="152400" y="171450"/>
                  <a:pt x="76200" y="171450"/>
                </a:cubicBezTo>
                <a:cubicBezTo>
                  <a:pt x="0" y="171450"/>
                  <a:pt x="0" y="152400"/>
                  <a:pt x="0" y="76200"/>
                </a:cubicBezTo>
                <a:cubicBezTo>
                  <a:pt x="0" y="61913"/>
                  <a:pt x="0" y="54769"/>
                  <a:pt x="3572" y="51197"/>
                </a:cubicBezTo>
                <a:cubicBezTo>
                  <a:pt x="7144" y="47625"/>
                  <a:pt x="14288" y="47625"/>
                  <a:pt x="28575" y="47625"/>
                </a:cubicBezTo>
                <a:lnTo>
                  <a:pt x="28916" y="47625"/>
                </a:lnTo>
                <a:close/>
                <a:moveTo>
                  <a:pt x="48033" y="47625"/>
                </a:moveTo>
                <a:lnTo>
                  <a:pt x="104367" y="47625"/>
                </a:lnTo>
                <a:cubicBezTo>
                  <a:pt x="103425" y="37460"/>
                  <a:pt x="100925" y="30941"/>
                  <a:pt x="97631" y="26862"/>
                </a:cubicBezTo>
                <a:cubicBezTo>
                  <a:pt x="93782" y="22096"/>
                  <a:pt x="87500" y="19050"/>
                  <a:pt x="76200" y="19050"/>
                </a:cubicBezTo>
                <a:cubicBezTo>
                  <a:pt x="64900" y="19050"/>
                  <a:pt x="58618" y="22096"/>
                  <a:pt x="54769" y="26862"/>
                </a:cubicBezTo>
                <a:cubicBezTo>
                  <a:pt x="51475" y="30941"/>
                  <a:pt x="48975" y="37460"/>
                  <a:pt x="48033" y="47625"/>
                </a:cubicBezTo>
                <a:close/>
              </a:path>
            </a:pathLst>
          </a:custGeom>
          <a:solidFill>
            <a:schemeClr val="bg1"/>
          </a:solidFill>
          <a:ln w="9525" cap="flat">
            <a:noFill/>
            <a:prstDash val="solid"/>
            <a:miter/>
          </a:ln>
        </p:spPr>
        <p:txBody>
          <a:bodyPr rtlCol="0" anchor="ctr"/>
          <a:lstStyle/>
          <a:p>
            <a:endParaRPr lang="ru-RU"/>
          </a:p>
        </p:txBody>
      </p:sp>
      <p:sp>
        <p:nvSpPr>
          <p:cNvPr id="25" name="Прямоугольник: скругленные углы 24">
            <a:extLst>
              <a:ext uri="{FF2B5EF4-FFF2-40B4-BE49-F238E27FC236}">
                <a16:creationId xmlns:a16="http://schemas.microsoft.com/office/drawing/2014/main" id="{BC14894F-46E3-A790-E439-709AB5A05981}"/>
              </a:ext>
            </a:extLst>
          </p:cNvPr>
          <p:cNvSpPr/>
          <p:nvPr/>
        </p:nvSpPr>
        <p:spPr>
          <a:xfrm>
            <a:off x="9752557" y="5168867"/>
            <a:ext cx="724391" cy="47192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0" rtlCol="0" anchor="ctr">
            <a:noAutofit/>
          </a:bodyPr>
          <a:lstStyle/>
          <a:p>
            <a:pPr algn="ctr"/>
            <a:r>
              <a:rPr lang="ru-RU" sz="1400">
                <a:latin typeface="+mj-lt"/>
              </a:rPr>
              <a:t>-56%</a:t>
            </a:r>
          </a:p>
        </p:txBody>
      </p:sp>
    </p:spTree>
    <p:extLst>
      <p:ext uri="{BB962C8B-B14F-4D97-AF65-F5344CB8AC3E}">
        <p14:creationId xmlns:p14="http://schemas.microsoft.com/office/powerpoint/2010/main" val="3962862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скругленные углы 3">
            <a:extLst>
              <a:ext uri="{FF2B5EF4-FFF2-40B4-BE49-F238E27FC236}">
                <a16:creationId xmlns:a16="http://schemas.microsoft.com/office/drawing/2014/main" id="{08F6D3D3-00A8-DC83-7965-53F70CFDCF77}"/>
              </a:ext>
            </a:extLst>
          </p:cNvPr>
          <p:cNvSpPr/>
          <p:nvPr/>
        </p:nvSpPr>
        <p:spPr>
          <a:xfrm>
            <a:off x="8170553" y="873954"/>
            <a:ext cx="2472047" cy="4706058"/>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 name="Заголовок 1">
            <a:extLst>
              <a:ext uri="{FF2B5EF4-FFF2-40B4-BE49-F238E27FC236}">
                <a16:creationId xmlns:a16="http://schemas.microsoft.com/office/drawing/2014/main" id="{429ACE72-51D3-F3DD-29D1-4694AB7B0DFA}"/>
              </a:ext>
            </a:extLst>
          </p:cNvPr>
          <p:cNvSpPr>
            <a:spLocks noGrp="1"/>
          </p:cNvSpPr>
          <p:nvPr>
            <p:ph type="ctrTitle"/>
          </p:nvPr>
        </p:nvSpPr>
        <p:spPr>
          <a:xfrm>
            <a:off x="1526718" y="2152745"/>
            <a:ext cx="5454651" cy="2277549"/>
          </a:xfrm>
        </p:spPr>
        <p:txBody>
          <a:bodyPr/>
          <a:lstStyle/>
          <a:p>
            <a:r>
              <a:rPr lang="ru-RU"/>
              <a:t>Заголовок </a:t>
            </a:r>
            <a:br>
              <a:rPr lang="ru-RU"/>
            </a:br>
            <a:r>
              <a:rPr lang="ru-RU"/>
              <a:t>презентации </a:t>
            </a:r>
            <a:br>
              <a:rPr lang="ru-RU"/>
            </a:br>
            <a:r>
              <a:rPr lang="ru-RU"/>
              <a:t>в 1-3 строки</a:t>
            </a:r>
          </a:p>
        </p:txBody>
      </p:sp>
      <p:sp>
        <p:nvSpPr>
          <p:cNvPr id="15" name="Подзаголовок 2">
            <a:extLst>
              <a:ext uri="{FF2B5EF4-FFF2-40B4-BE49-F238E27FC236}">
                <a16:creationId xmlns:a16="http://schemas.microsoft.com/office/drawing/2014/main" id="{44597512-9717-83C0-1D13-57674232CCA1}"/>
              </a:ext>
            </a:extLst>
          </p:cNvPr>
          <p:cNvSpPr>
            <a:spLocks noGrp="1"/>
          </p:cNvSpPr>
          <p:nvPr>
            <p:ph type="subTitle" idx="1"/>
          </p:nvPr>
        </p:nvSpPr>
        <p:spPr>
          <a:xfrm>
            <a:off x="1549400" y="4705255"/>
            <a:ext cx="5454650" cy="817562"/>
          </a:xfrm>
        </p:spPr>
        <p:txBody>
          <a:bodyPr/>
          <a:lstStyle/>
          <a:p>
            <a:r>
              <a:rPr lang="ru-RU"/>
              <a:t>Напиши подзаголовок презентации, имя спикера </a:t>
            </a:r>
            <a:br>
              <a:rPr lang="ru-RU"/>
            </a:br>
            <a:r>
              <a:rPr lang="ru-RU"/>
              <a:t>и другую дополнительную информацию</a:t>
            </a:r>
          </a:p>
        </p:txBody>
      </p:sp>
      <p:grpSp>
        <p:nvGrpSpPr>
          <p:cNvPr id="11" name="Группа 10">
            <a:extLst>
              <a:ext uri="{FF2B5EF4-FFF2-40B4-BE49-F238E27FC236}">
                <a16:creationId xmlns:a16="http://schemas.microsoft.com/office/drawing/2014/main" id="{264F1AB0-B163-A0D8-17ED-16D145B0216F}"/>
              </a:ext>
            </a:extLst>
          </p:cNvPr>
          <p:cNvGrpSpPr/>
          <p:nvPr/>
        </p:nvGrpSpPr>
        <p:grpSpPr>
          <a:xfrm>
            <a:off x="9732963" y="1116354"/>
            <a:ext cx="616414" cy="616414"/>
            <a:chOff x="9763154" y="1720158"/>
            <a:chExt cx="616414" cy="616414"/>
          </a:xfrm>
        </p:grpSpPr>
        <p:sp>
          <p:nvSpPr>
            <p:cNvPr id="10" name="Прямоугольник: скругленные углы 9">
              <a:extLst>
                <a:ext uri="{FF2B5EF4-FFF2-40B4-BE49-F238E27FC236}">
                  <a16:creationId xmlns:a16="http://schemas.microsoft.com/office/drawing/2014/main" id="{69D162E6-D7CF-375E-E7E7-39AB975C58EF}"/>
                </a:ext>
              </a:extLst>
            </p:cNvPr>
            <p:cNvSpPr/>
            <p:nvPr/>
          </p:nvSpPr>
          <p:spPr>
            <a:xfrm rot="916040">
              <a:off x="9763154" y="1720158"/>
              <a:ext cx="616414" cy="616414"/>
            </a:xfrm>
            <a:prstGeom prst="roundRect">
              <a:avLst>
                <a:gd name="adj" fmla="val 277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 name="Полилиния: фигура 8">
              <a:extLst>
                <a:ext uri="{FF2B5EF4-FFF2-40B4-BE49-F238E27FC236}">
                  <a16:creationId xmlns:a16="http://schemas.microsoft.com/office/drawing/2014/main" id="{61270C54-288E-F3B9-9C8A-87C314380354}"/>
                </a:ext>
              </a:extLst>
            </p:cNvPr>
            <p:cNvSpPr/>
            <p:nvPr/>
          </p:nvSpPr>
          <p:spPr>
            <a:xfrm rot="900000">
              <a:off x="9898449" y="1855454"/>
              <a:ext cx="345826" cy="345824"/>
            </a:xfrm>
            <a:custGeom>
              <a:avLst/>
              <a:gdLst>
                <a:gd name="connsiteX0" fmla="*/ 142875 w 180975"/>
                <a:gd name="connsiteY0" fmla="*/ 133350 h 180975"/>
                <a:gd name="connsiteX1" fmla="*/ 133350 w 180975"/>
                <a:gd name="connsiteY1" fmla="*/ 142875 h 180975"/>
                <a:gd name="connsiteX2" fmla="*/ 142875 w 180975"/>
                <a:gd name="connsiteY2" fmla="*/ 152400 h 180975"/>
                <a:gd name="connsiteX3" fmla="*/ 149545 w 180975"/>
                <a:gd name="connsiteY3" fmla="*/ 149674 h 180975"/>
                <a:gd name="connsiteX4" fmla="*/ 149610 w 180975"/>
                <a:gd name="connsiteY4" fmla="*/ 149609 h 180975"/>
                <a:gd name="connsiteX5" fmla="*/ 149675 w 180975"/>
                <a:gd name="connsiteY5" fmla="*/ 149545 h 180975"/>
                <a:gd name="connsiteX6" fmla="*/ 152400 w 180975"/>
                <a:gd name="connsiteY6" fmla="*/ 142875 h 180975"/>
                <a:gd name="connsiteX7" fmla="*/ 149624 w 180975"/>
                <a:gd name="connsiteY7" fmla="*/ 136154 h 180975"/>
                <a:gd name="connsiteX8" fmla="*/ 142875 w 180975"/>
                <a:gd name="connsiteY8" fmla="*/ 133350 h 180975"/>
                <a:gd name="connsiteX9" fmla="*/ 142875 w 180975"/>
                <a:gd name="connsiteY9" fmla="*/ 104775 h 180975"/>
                <a:gd name="connsiteX10" fmla="*/ 152400 w 180975"/>
                <a:gd name="connsiteY10" fmla="*/ 114300 h 180975"/>
                <a:gd name="connsiteX11" fmla="*/ 152400 w 180975"/>
                <a:gd name="connsiteY11" fmla="*/ 115926 h 180975"/>
                <a:gd name="connsiteX12" fmla="*/ 155195 w 180975"/>
                <a:gd name="connsiteY12" fmla="*/ 117085 h 180975"/>
                <a:gd name="connsiteX13" fmla="*/ 156345 w 180975"/>
                <a:gd name="connsiteY13" fmla="*/ 115934 h 180975"/>
                <a:gd name="connsiteX14" fmla="*/ 169816 w 180975"/>
                <a:gd name="connsiteY14" fmla="*/ 115934 h 180975"/>
                <a:gd name="connsiteX15" fmla="*/ 169816 w 180975"/>
                <a:gd name="connsiteY15" fmla="*/ 129405 h 180975"/>
                <a:gd name="connsiteX16" fmla="*/ 168665 w 180975"/>
                <a:gd name="connsiteY16" fmla="*/ 130555 h 180975"/>
                <a:gd name="connsiteX17" fmla="*/ 169824 w 180975"/>
                <a:gd name="connsiteY17" fmla="*/ 133350 h 180975"/>
                <a:gd name="connsiteX18" fmla="*/ 171450 w 180975"/>
                <a:gd name="connsiteY18" fmla="*/ 133350 h 180975"/>
                <a:gd name="connsiteX19" fmla="*/ 180975 w 180975"/>
                <a:gd name="connsiteY19" fmla="*/ 142875 h 180975"/>
                <a:gd name="connsiteX20" fmla="*/ 171450 w 180975"/>
                <a:gd name="connsiteY20" fmla="*/ 152400 h 180975"/>
                <a:gd name="connsiteX21" fmla="*/ 169824 w 180975"/>
                <a:gd name="connsiteY21" fmla="*/ 152400 h 180975"/>
                <a:gd name="connsiteX22" fmla="*/ 168666 w 180975"/>
                <a:gd name="connsiteY22" fmla="*/ 155195 h 180975"/>
                <a:gd name="connsiteX23" fmla="*/ 169816 w 180975"/>
                <a:gd name="connsiteY23" fmla="*/ 156344 h 180975"/>
                <a:gd name="connsiteX24" fmla="*/ 169816 w 180975"/>
                <a:gd name="connsiteY24" fmla="*/ 169815 h 180975"/>
                <a:gd name="connsiteX25" fmla="*/ 156345 w 180975"/>
                <a:gd name="connsiteY25" fmla="*/ 169815 h 180975"/>
                <a:gd name="connsiteX26" fmla="*/ 155196 w 180975"/>
                <a:gd name="connsiteY26" fmla="*/ 168665 h 180975"/>
                <a:gd name="connsiteX27" fmla="*/ 152400 w 180975"/>
                <a:gd name="connsiteY27" fmla="*/ 169824 h 180975"/>
                <a:gd name="connsiteX28" fmla="*/ 152400 w 180975"/>
                <a:gd name="connsiteY28" fmla="*/ 171450 h 180975"/>
                <a:gd name="connsiteX29" fmla="*/ 142875 w 180975"/>
                <a:gd name="connsiteY29" fmla="*/ 180975 h 180975"/>
                <a:gd name="connsiteX30" fmla="*/ 133350 w 180975"/>
                <a:gd name="connsiteY30" fmla="*/ 171450 h 180975"/>
                <a:gd name="connsiteX31" fmla="*/ 133350 w 180975"/>
                <a:gd name="connsiteY31" fmla="*/ 169824 h 180975"/>
                <a:gd name="connsiteX32" fmla="*/ 130555 w 180975"/>
                <a:gd name="connsiteY32" fmla="*/ 168665 h 180975"/>
                <a:gd name="connsiteX33" fmla="*/ 129405 w 180975"/>
                <a:gd name="connsiteY33" fmla="*/ 169816 h 180975"/>
                <a:gd name="connsiteX34" fmla="*/ 115934 w 180975"/>
                <a:gd name="connsiteY34" fmla="*/ 169816 h 180975"/>
                <a:gd name="connsiteX35" fmla="*/ 115934 w 180975"/>
                <a:gd name="connsiteY35" fmla="*/ 156345 h 180975"/>
                <a:gd name="connsiteX36" fmla="*/ 117085 w 180975"/>
                <a:gd name="connsiteY36" fmla="*/ 155195 h 180975"/>
                <a:gd name="connsiteX37" fmla="*/ 115926 w 180975"/>
                <a:gd name="connsiteY37" fmla="*/ 152400 h 180975"/>
                <a:gd name="connsiteX38" fmla="*/ 114300 w 180975"/>
                <a:gd name="connsiteY38" fmla="*/ 152400 h 180975"/>
                <a:gd name="connsiteX39" fmla="*/ 104775 w 180975"/>
                <a:gd name="connsiteY39" fmla="*/ 142875 h 180975"/>
                <a:gd name="connsiteX40" fmla="*/ 114300 w 180975"/>
                <a:gd name="connsiteY40" fmla="*/ 133350 h 180975"/>
                <a:gd name="connsiteX41" fmla="*/ 115926 w 180975"/>
                <a:gd name="connsiteY41" fmla="*/ 133350 h 180975"/>
                <a:gd name="connsiteX42" fmla="*/ 117085 w 180975"/>
                <a:gd name="connsiteY42" fmla="*/ 130554 h 180975"/>
                <a:gd name="connsiteX43" fmla="*/ 115934 w 180975"/>
                <a:gd name="connsiteY43" fmla="*/ 129404 h 180975"/>
                <a:gd name="connsiteX44" fmla="*/ 115934 w 180975"/>
                <a:gd name="connsiteY44" fmla="*/ 115934 h 180975"/>
                <a:gd name="connsiteX45" fmla="*/ 129405 w 180975"/>
                <a:gd name="connsiteY45" fmla="*/ 115934 h 180975"/>
                <a:gd name="connsiteX46" fmla="*/ 130555 w 180975"/>
                <a:gd name="connsiteY46" fmla="*/ 117084 h 180975"/>
                <a:gd name="connsiteX47" fmla="*/ 133350 w 180975"/>
                <a:gd name="connsiteY47" fmla="*/ 115926 h 180975"/>
                <a:gd name="connsiteX48" fmla="*/ 133350 w 180975"/>
                <a:gd name="connsiteY48" fmla="*/ 114300 h 180975"/>
                <a:gd name="connsiteX49" fmla="*/ 142875 w 180975"/>
                <a:gd name="connsiteY49" fmla="*/ 104775 h 180975"/>
                <a:gd name="connsiteX50" fmla="*/ 85725 w 180975"/>
                <a:gd name="connsiteY50" fmla="*/ 38100 h 180975"/>
                <a:gd name="connsiteX51" fmla="*/ 76200 w 180975"/>
                <a:gd name="connsiteY51" fmla="*/ 47625 h 180975"/>
                <a:gd name="connsiteX52" fmla="*/ 76200 w 180975"/>
                <a:gd name="connsiteY52" fmla="*/ 81780 h 180975"/>
                <a:gd name="connsiteX53" fmla="*/ 50415 w 180975"/>
                <a:gd name="connsiteY53" fmla="*/ 107565 h 180975"/>
                <a:gd name="connsiteX54" fmla="*/ 50415 w 180975"/>
                <a:gd name="connsiteY54" fmla="*/ 121035 h 180975"/>
                <a:gd name="connsiteX55" fmla="*/ 63885 w 180975"/>
                <a:gd name="connsiteY55" fmla="*/ 121035 h 180975"/>
                <a:gd name="connsiteX56" fmla="*/ 92460 w 180975"/>
                <a:gd name="connsiteY56" fmla="*/ 92460 h 180975"/>
                <a:gd name="connsiteX57" fmla="*/ 95250 w 180975"/>
                <a:gd name="connsiteY57" fmla="*/ 85725 h 180975"/>
                <a:gd name="connsiteX58" fmla="*/ 95250 w 180975"/>
                <a:gd name="connsiteY58" fmla="*/ 47625 h 180975"/>
                <a:gd name="connsiteX59" fmla="*/ 85725 w 180975"/>
                <a:gd name="connsiteY59" fmla="*/ 38100 h 180975"/>
                <a:gd name="connsiteX60" fmla="*/ 85725 w 180975"/>
                <a:gd name="connsiteY60" fmla="*/ 0 h 180975"/>
                <a:gd name="connsiteX61" fmla="*/ 171450 w 180975"/>
                <a:gd name="connsiteY61" fmla="*/ 85725 h 180975"/>
                <a:gd name="connsiteX62" fmla="*/ 157163 w 180975"/>
                <a:gd name="connsiteY62" fmla="*/ 97430 h 180975"/>
                <a:gd name="connsiteX63" fmla="*/ 142875 w 180975"/>
                <a:gd name="connsiteY63" fmla="*/ 95250 h 180975"/>
                <a:gd name="connsiteX64" fmla="*/ 95250 w 180975"/>
                <a:gd name="connsiteY64" fmla="*/ 142875 h 180975"/>
                <a:gd name="connsiteX65" fmla="*/ 97430 w 180975"/>
                <a:gd name="connsiteY65" fmla="*/ 157163 h 180975"/>
                <a:gd name="connsiteX66" fmla="*/ 85725 w 180975"/>
                <a:gd name="connsiteY66" fmla="*/ 171450 h 180975"/>
                <a:gd name="connsiteX67" fmla="*/ 0 w 180975"/>
                <a:gd name="connsiteY67" fmla="*/ 85725 h 180975"/>
                <a:gd name="connsiteX68" fmla="*/ 85725 w 180975"/>
                <a:gd name="connsiteY68"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80975" h="180975">
                  <a:moveTo>
                    <a:pt x="142875" y="133350"/>
                  </a:moveTo>
                  <a:cubicBezTo>
                    <a:pt x="137614" y="133350"/>
                    <a:pt x="133350" y="137614"/>
                    <a:pt x="133350" y="142875"/>
                  </a:cubicBezTo>
                  <a:cubicBezTo>
                    <a:pt x="133350" y="148136"/>
                    <a:pt x="137614" y="152400"/>
                    <a:pt x="142875" y="152400"/>
                  </a:cubicBezTo>
                  <a:cubicBezTo>
                    <a:pt x="145472" y="152400"/>
                    <a:pt x="147827" y="151360"/>
                    <a:pt x="149545" y="149674"/>
                  </a:cubicBezTo>
                  <a:lnTo>
                    <a:pt x="149610" y="149609"/>
                  </a:lnTo>
                  <a:lnTo>
                    <a:pt x="149675" y="149545"/>
                  </a:lnTo>
                  <a:cubicBezTo>
                    <a:pt x="151361" y="147827"/>
                    <a:pt x="152400" y="145472"/>
                    <a:pt x="152400" y="142875"/>
                  </a:cubicBezTo>
                  <a:cubicBezTo>
                    <a:pt x="152400" y="140252"/>
                    <a:pt x="151340" y="137877"/>
                    <a:pt x="149624" y="136154"/>
                  </a:cubicBezTo>
                  <a:cubicBezTo>
                    <a:pt x="147899" y="134423"/>
                    <a:pt x="145512" y="133350"/>
                    <a:pt x="142875" y="133350"/>
                  </a:cubicBezTo>
                  <a:close/>
                  <a:moveTo>
                    <a:pt x="142875" y="104775"/>
                  </a:moveTo>
                  <a:cubicBezTo>
                    <a:pt x="148136" y="104775"/>
                    <a:pt x="152400" y="109039"/>
                    <a:pt x="152400" y="114300"/>
                  </a:cubicBezTo>
                  <a:lnTo>
                    <a:pt x="152400" y="115926"/>
                  </a:lnTo>
                  <a:cubicBezTo>
                    <a:pt x="153356" y="116264"/>
                    <a:pt x="154289" y="116651"/>
                    <a:pt x="155195" y="117085"/>
                  </a:cubicBezTo>
                  <a:lnTo>
                    <a:pt x="156345" y="115934"/>
                  </a:lnTo>
                  <a:cubicBezTo>
                    <a:pt x="160065" y="112215"/>
                    <a:pt x="166096" y="112215"/>
                    <a:pt x="169816" y="115934"/>
                  </a:cubicBezTo>
                  <a:cubicBezTo>
                    <a:pt x="173536" y="119654"/>
                    <a:pt x="173536" y="125685"/>
                    <a:pt x="169816" y="129405"/>
                  </a:cubicBezTo>
                  <a:lnTo>
                    <a:pt x="168665" y="130555"/>
                  </a:lnTo>
                  <a:cubicBezTo>
                    <a:pt x="169099" y="131461"/>
                    <a:pt x="169486" y="132394"/>
                    <a:pt x="169824" y="133350"/>
                  </a:cubicBezTo>
                  <a:lnTo>
                    <a:pt x="171450" y="133350"/>
                  </a:lnTo>
                  <a:cubicBezTo>
                    <a:pt x="176711" y="133350"/>
                    <a:pt x="180975" y="137614"/>
                    <a:pt x="180975" y="142875"/>
                  </a:cubicBezTo>
                  <a:cubicBezTo>
                    <a:pt x="180975" y="148136"/>
                    <a:pt x="176711" y="152400"/>
                    <a:pt x="171450" y="152400"/>
                  </a:cubicBezTo>
                  <a:lnTo>
                    <a:pt x="169824" y="152400"/>
                  </a:lnTo>
                  <a:cubicBezTo>
                    <a:pt x="169486" y="153355"/>
                    <a:pt x="169099" y="154288"/>
                    <a:pt x="168666" y="155195"/>
                  </a:cubicBezTo>
                  <a:lnTo>
                    <a:pt x="169816" y="156344"/>
                  </a:lnTo>
                  <a:cubicBezTo>
                    <a:pt x="173535" y="160064"/>
                    <a:pt x="173535" y="166095"/>
                    <a:pt x="169816" y="169815"/>
                  </a:cubicBezTo>
                  <a:cubicBezTo>
                    <a:pt x="166096" y="173534"/>
                    <a:pt x="160065" y="173534"/>
                    <a:pt x="156345" y="169815"/>
                  </a:cubicBezTo>
                  <a:lnTo>
                    <a:pt x="155196" y="168665"/>
                  </a:lnTo>
                  <a:cubicBezTo>
                    <a:pt x="154289" y="169098"/>
                    <a:pt x="153356" y="169486"/>
                    <a:pt x="152400" y="169824"/>
                  </a:cubicBezTo>
                  <a:lnTo>
                    <a:pt x="152400" y="171450"/>
                  </a:lnTo>
                  <a:cubicBezTo>
                    <a:pt x="152400" y="176711"/>
                    <a:pt x="148136" y="180975"/>
                    <a:pt x="142875" y="180975"/>
                  </a:cubicBezTo>
                  <a:cubicBezTo>
                    <a:pt x="137614" y="180975"/>
                    <a:pt x="133350" y="176711"/>
                    <a:pt x="133350" y="171450"/>
                  </a:cubicBezTo>
                  <a:lnTo>
                    <a:pt x="133350" y="169824"/>
                  </a:lnTo>
                  <a:cubicBezTo>
                    <a:pt x="132394" y="169486"/>
                    <a:pt x="131461" y="169099"/>
                    <a:pt x="130555" y="168665"/>
                  </a:cubicBezTo>
                  <a:lnTo>
                    <a:pt x="129405" y="169816"/>
                  </a:lnTo>
                  <a:cubicBezTo>
                    <a:pt x="125685" y="173536"/>
                    <a:pt x="119654" y="173536"/>
                    <a:pt x="115934" y="169816"/>
                  </a:cubicBezTo>
                  <a:cubicBezTo>
                    <a:pt x="112215" y="166096"/>
                    <a:pt x="112215" y="160066"/>
                    <a:pt x="115934" y="156345"/>
                  </a:cubicBezTo>
                  <a:lnTo>
                    <a:pt x="117085" y="155195"/>
                  </a:lnTo>
                  <a:cubicBezTo>
                    <a:pt x="116651" y="154289"/>
                    <a:pt x="116264" y="153356"/>
                    <a:pt x="115926" y="152400"/>
                  </a:cubicBezTo>
                  <a:lnTo>
                    <a:pt x="114300" y="152400"/>
                  </a:lnTo>
                  <a:cubicBezTo>
                    <a:pt x="109039" y="152400"/>
                    <a:pt x="104775" y="148136"/>
                    <a:pt x="104775" y="142875"/>
                  </a:cubicBezTo>
                  <a:cubicBezTo>
                    <a:pt x="104775" y="137614"/>
                    <a:pt x="109039" y="133350"/>
                    <a:pt x="114300" y="133350"/>
                  </a:cubicBezTo>
                  <a:lnTo>
                    <a:pt x="115926" y="133350"/>
                  </a:lnTo>
                  <a:cubicBezTo>
                    <a:pt x="116264" y="132394"/>
                    <a:pt x="116652" y="131461"/>
                    <a:pt x="117085" y="130554"/>
                  </a:cubicBezTo>
                  <a:lnTo>
                    <a:pt x="115934" y="129404"/>
                  </a:lnTo>
                  <a:cubicBezTo>
                    <a:pt x="112214" y="125684"/>
                    <a:pt x="112214" y="119653"/>
                    <a:pt x="115934" y="115934"/>
                  </a:cubicBezTo>
                  <a:cubicBezTo>
                    <a:pt x="119654" y="112213"/>
                    <a:pt x="125684" y="112213"/>
                    <a:pt x="129405" y="115934"/>
                  </a:cubicBezTo>
                  <a:lnTo>
                    <a:pt x="130555" y="117084"/>
                  </a:lnTo>
                  <a:cubicBezTo>
                    <a:pt x="131462" y="116651"/>
                    <a:pt x="132395" y="116264"/>
                    <a:pt x="133350" y="115926"/>
                  </a:cubicBezTo>
                  <a:lnTo>
                    <a:pt x="133350" y="114300"/>
                  </a:lnTo>
                  <a:cubicBezTo>
                    <a:pt x="133350" y="109039"/>
                    <a:pt x="137614" y="104775"/>
                    <a:pt x="142875" y="104775"/>
                  </a:cubicBezTo>
                  <a:close/>
                  <a:moveTo>
                    <a:pt x="85725" y="38100"/>
                  </a:moveTo>
                  <a:cubicBezTo>
                    <a:pt x="80464" y="38100"/>
                    <a:pt x="76200" y="42365"/>
                    <a:pt x="76200" y="47625"/>
                  </a:cubicBezTo>
                  <a:lnTo>
                    <a:pt x="76200" y="81780"/>
                  </a:lnTo>
                  <a:lnTo>
                    <a:pt x="50415" y="107565"/>
                  </a:lnTo>
                  <a:cubicBezTo>
                    <a:pt x="46695" y="111284"/>
                    <a:pt x="46695" y="117316"/>
                    <a:pt x="50415" y="121035"/>
                  </a:cubicBezTo>
                  <a:cubicBezTo>
                    <a:pt x="54135" y="124755"/>
                    <a:pt x="60165" y="124755"/>
                    <a:pt x="63885" y="121035"/>
                  </a:cubicBezTo>
                  <a:lnTo>
                    <a:pt x="92460" y="92460"/>
                  </a:lnTo>
                  <a:cubicBezTo>
                    <a:pt x="94246" y="90674"/>
                    <a:pt x="95250" y="88251"/>
                    <a:pt x="95250" y="85725"/>
                  </a:cubicBezTo>
                  <a:lnTo>
                    <a:pt x="95250" y="47625"/>
                  </a:lnTo>
                  <a:cubicBezTo>
                    <a:pt x="95250" y="42365"/>
                    <a:pt x="90986" y="38100"/>
                    <a:pt x="85725" y="38100"/>
                  </a:cubicBezTo>
                  <a:close/>
                  <a:moveTo>
                    <a:pt x="85725" y="0"/>
                  </a:moveTo>
                  <a:cubicBezTo>
                    <a:pt x="138915" y="0"/>
                    <a:pt x="171450" y="32535"/>
                    <a:pt x="171450" y="85725"/>
                  </a:cubicBezTo>
                  <a:cubicBezTo>
                    <a:pt x="171450" y="100013"/>
                    <a:pt x="166688" y="100013"/>
                    <a:pt x="157163" y="97430"/>
                  </a:cubicBezTo>
                  <a:cubicBezTo>
                    <a:pt x="152652" y="96014"/>
                    <a:pt x="147853" y="95250"/>
                    <a:pt x="142875" y="95250"/>
                  </a:cubicBezTo>
                  <a:cubicBezTo>
                    <a:pt x="116573" y="95250"/>
                    <a:pt x="95250" y="116573"/>
                    <a:pt x="95250" y="142875"/>
                  </a:cubicBezTo>
                  <a:cubicBezTo>
                    <a:pt x="95250" y="147853"/>
                    <a:pt x="96193" y="152600"/>
                    <a:pt x="97430" y="157163"/>
                  </a:cubicBezTo>
                  <a:cubicBezTo>
                    <a:pt x="100013" y="166688"/>
                    <a:pt x="100013" y="171450"/>
                    <a:pt x="85725" y="171450"/>
                  </a:cubicBezTo>
                  <a:cubicBezTo>
                    <a:pt x="32535" y="171450"/>
                    <a:pt x="0" y="138915"/>
                    <a:pt x="0" y="85725"/>
                  </a:cubicBezTo>
                  <a:cubicBezTo>
                    <a:pt x="0" y="32535"/>
                    <a:pt x="32535" y="0"/>
                    <a:pt x="85725" y="0"/>
                  </a:cubicBezTo>
                  <a:close/>
                </a:path>
              </a:pathLst>
            </a:custGeom>
            <a:solidFill>
              <a:schemeClr val="bg1"/>
            </a:solidFill>
            <a:ln w="9525" cap="flat">
              <a:noFill/>
              <a:prstDash val="solid"/>
              <a:miter/>
            </a:ln>
          </p:spPr>
          <p:txBody>
            <a:bodyPr rtlCol="0" anchor="ctr"/>
            <a:lstStyle/>
            <a:p>
              <a:endParaRPr lang="ru-RU"/>
            </a:p>
          </p:txBody>
        </p:sp>
      </p:grpSp>
      <p:grpSp>
        <p:nvGrpSpPr>
          <p:cNvPr id="21" name="Группа 20">
            <a:extLst>
              <a:ext uri="{FF2B5EF4-FFF2-40B4-BE49-F238E27FC236}">
                <a16:creationId xmlns:a16="http://schemas.microsoft.com/office/drawing/2014/main" id="{70A8B5FF-E140-DAFC-7EBE-B3341D51FA95}"/>
              </a:ext>
            </a:extLst>
          </p:cNvPr>
          <p:cNvGrpSpPr/>
          <p:nvPr/>
        </p:nvGrpSpPr>
        <p:grpSpPr>
          <a:xfrm rot="20560230">
            <a:off x="8488299" y="1587048"/>
            <a:ext cx="432000" cy="432000"/>
            <a:chOff x="8530285" y="2177799"/>
            <a:chExt cx="432000" cy="432000"/>
          </a:xfrm>
        </p:grpSpPr>
        <p:sp>
          <p:nvSpPr>
            <p:cNvPr id="18" name="Прямоугольник: скругленные углы 17">
              <a:extLst>
                <a:ext uri="{FF2B5EF4-FFF2-40B4-BE49-F238E27FC236}">
                  <a16:creationId xmlns:a16="http://schemas.microsoft.com/office/drawing/2014/main" id="{DE0A6109-60D8-31B3-5D8C-CC6AF7223B10}"/>
                </a:ext>
              </a:extLst>
            </p:cNvPr>
            <p:cNvSpPr/>
            <p:nvPr/>
          </p:nvSpPr>
          <p:spPr>
            <a:xfrm>
              <a:off x="8530285" y="2177799"/>
              <a:ext cx="432000" cy="432000"/>
            </a:xfrm>
            <a:prstGeom prst="roundRect">
              <a:avLst>
                <a:gd name="adj" fmla="val 277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dirty="0"/>
            </a:p>
          </p:txBody>
        </p:sp>
        <p:sp>
          <p:nvSpPr>
            <p:cNvPr id="20" name="Рисунок 494">
              <a:extLst>
                <a:ext uri="{FF2B5EF4-FFF2-40B4-BE49-F238E27FC236}">
                  <a16:creationId xmlns:a16="http://schemas.microsoft.com/office/drawing/2014/main" id="{F3626DD3-66F1-EFE7-D924-2E550BC18376}"/>
                </a:ext>
              </a:extLst>
            </p:cNvPr>
            <p:cNvSpPr/>
            <p:nvPr/>
          </p:nvSpPr>
          <p:spPr>
            <a:xfrm>
              <a:off x="8649447" y="2296961"/>
              <a:ext cx="193676" cy="193676"/>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pic>
        <p:nvPicPr>
          <p:cNvPr id="3" name="Рисунок 2">
            <a:extLst>
              <a:ext uri="{FF2B5EF4-FFF2-40B4-BE49-F238E27FC236}">
                <a16:creationId xmlns:a16="http://schemas.microsoft.com/office/drawing/2014/main" id="{F715D1FE-7368-40DB-A091-3097B31C9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1298650">
            <a:off x="7721913" y="2110278"/>
            <a:ext cx="3551286" cy="2787947"/>
          </a:xfrm>
          <a:prstGeom prst="rect">
            <a:avLst/>
          </a:prstGeom>
        </p:spPr>
      </p:pic>
    </p:spTree>
    <p:extLst>
      <p:ext uri="{BB962C8B-B14F-4D97-AF65-F5344CB8AC3E}">
        <p14:creationId xmlns:p14="http://schemas.microsoft.com/office/powerpoint/2010/main" val="1493502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429ACE72-51D3-F3DD-29D1-4694AB7B0DFA}"/>
              </a:ext>
            </a:extLst>
          </p:cNvPr>
          <p:cNvSpPr>
            <a:spLocks noGrp="1"/>
          </p:cNvSpPr>
          <p:nvPr>
            <p:ph type="ctrTitle"/>
          </p:nvPr>
        </p:nvSpPr>
        <p:spPr>
          <a:xfrm>
            <a:off x="1526718" y="2152745"/>
            <a:ext cx="5454651" cy="2277549"/>
          </a:xfrm>
        </p:spPr>
        <p:txBody>
          <a:bodyPr/>
          <a:lstStyle/>
          <a:p>
            <a:r>
              <a:rPr lang="ru-RU"/>
              <a:t>Заголовок </a:t>
            </a:r>
            <a:br>
              <a:rPr lang="ru-RU"/>
            </a:br>
            <a:r>
              <a:rPr lang="ru-RU"/>
              <a:t>презентации </a:t>
            </a:r>
            <a:br>
              <a:rPr lang="ru-RU"/>
            </a:br>
            <a:r>
              <a:rPr lang="ru-RU"/>
              <a:t>в 1-3 строки</a:t>
            </a:r>
          </a:p>
        </p:txBody>
      </p:sp>
      <p:sp>
        <p:nvSpPr>
          <p:cNvPr id="15" name="Подзаголовок 2">
            <a:extLst>
              <a:ext uri="{FF2B5EF4-FFF2-40B4-BE49-F238E27FC236}">
                <a16:creationId xmlns:a16="http://schemas.microsoft.com/office/drawing/2014/main" id="{44597512-9717-83C0-1D13-57674232CCA1}"/>
              </a:ext>
            </a:extLst>
          </p:cNvPr>
          <p:cNvSpPr>
            <a:spLocks noGrp="1"/>
          </p:cNvSpPr>
          <p:nvPr>
            <p:ph type="subTitle" idx="1"/>
          </p:nvPr>
        </p:nvSpPr>
        <p:spPr>
          <a:xfrm>
            <a:off x="1549400" y="4705255"/>
            <a:ext cx="5454650" cy="817562"/>
          </a:xfrm>
        </p:spPr>
        <p:txBody>
          <a:bodyPr/>
          <a:lstStyle/>
          <a:p>
            <a:r>
              <a:rPr lang="ru-RU"/>
              <a:t>Напиши подзаголовок презентации, имя спикера </a:t>
            </a:r>
            <a:br>
              <a:rPr lang="ru-RU"/>
            </a:br>
            <a:r>
              <a:rPr lang="ru-RU"/>
              <a:t>и другую дополнительную информацию</a:t>
            </a:r>
          </a:p>
        </p:txBody>
      </p:sp>
      <p:sp>
        <p:nvSpPr>
          <p:cNvPr id="16" name="Прямоугольник: скругленные углы 15">
            <a:extLst>
              <a:ext uri="{FF2B5EF4-FFF2-40B4-BE49-F238E27FC236}">
                <a16:creationId xmlns:a16="http://schemas.microsoft.com/office/drawing/2014/main" id="{423F50D3-0C2A-4CC5-AB9E-50D20A21144D}"/>
              </a:ext>
            </a:extLst>
          </p:cNvPr>
          <p:cNvSpPr/>
          <p:nvPr/>
        </p:nvSpPr>
        <p:spPr>
          <a:xfrm>
            <a:off x="7140316" y="415729"/>
            <a:ext cx="4412106" cy="5851255"/>
          </a:xfrm>
          <a:prstGeom prst="roundRect">
            <a:avLst>
              <a:gd name="adj" fmla="val 11278"/>
            </a:avLst>
          </a:prstGeom>
          <a:gradFill flip="none" rotWithShape="1">
            <a:gsLst>
              <a:gs pos="11000">
                <a:schemeClr val="accent3">
                  <a:alpha val="0"/>
                </a:schemeClr>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dirty="0" err="1"/>
          </a:p>
        </p:txBody>
      </p:sp>
      <p:pic>
        <p:nvPicPr>
          <p:cNvPr id="3" name="Рисунок 2">
            <a:extLst>
              <a:ext uri="{FF2B5EF4-FFF2-40B4-BE49-F238E27FC236}">
                <a16:creationId xmlns:a16="http://schemas.microsoft.com/office/drawing/2014/main" id="{F336E36E-842D-477A-9946-5EA5DF5A12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1404494">
            <a:off x="7045762" y="851208"/>
            <a:ext cx="5007961" cy="5007961"/>
          </a:xfrm>
          <a:prstGeom prst="rect">
            <a:avLst/>
          </a:prstGeom>
        </p:spPr>
      </p:pic>
    </p:spTree>
    <p:extLst>
      <p:ext uri="{BB962C8B-B14F-4D97-AF65-F5344CB8AC3E}">
        <p14:creationId xmlns:p14="http://schemas.microsoft.com/office/powerpoint/2010/main" val="1766201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B1E505-DEC2-61B2-717A-4D46063D9E61}"/>
              </a:ext>
            </a:extLst>
          </p:cNvPr>
          <p:cNvSpPr>
            <a:spLocks noGrp="1"/>
          </p:cNvSpPr>
          <p:nvPr>
            <p:ph type="body" sz="quarter" idx="10"/>
          </p:nvPr>
        </p:nvSpPr>
        <p:spPr/>
        <p:txBody>
          <a:bodyPr/>
          <a:lstStyle/>
          <a:p>
            <a:endParaRPr lang="ru-RU"/>
          </a:p>
        </p:txBody>
      </p:sp>
      <p:sp>
        <p:nvSpPr>
          <p:cNvPr id="3" name="Текст 2">
            <a:extLst>
              <a:ext uri="{FF2B5EF4-FFF2-40B4-BE49-F238E27FC236}">
                <a16:creationId xmlns:a16="http://schemas.microsoft.com/office/drawing/2014/main" id="{E7931DB3-EA83-4279-595B-86B505983ACF}"/>
              </a:ext>
            </a:extLst>
          </p:cNvPr>
          <p:cNvSpPr>
            <a:spLocks noGrp="1"/>
          </p:cNvSpPr>
          <p:nvPr>
            <p:ph type="body" sz="quarter" idx="11"/>
          </p:nvPr>
        </p:nvSpPr>
        <p:spPr/>
        <p:txBody>
          <a:bodyPr/>
          <a:lstStyle/>
          <a:p>
            <a:r>
              <a:rPr lang="ru-RU"/>
              <a:t>Заголовок раздела презентации</a:t>
            </a:r>
            <a:br>
              <a:rPr lang="ru-RU"/>
            </a:br>
            <a:r>
              <a:rPr lang="ru-RU"/>
              <a:t>в 1–3 строки</a:t>
            </a:r>
          </a:p>
          <a:p>
            <a:endParaRPr lang="ru-RU"/>
          </a:p>
        </p:txBody>
      </p:sp>
      <p:sp>
        <p:nvSpPr>
          <p:cNvPr id="9" name="Полилиния: фигура 8">
            <a:extLst>
              <a:ext uri="{FF2B5EF4-FFF2-40B4-BE49-F238E27FC236}">
                <a16:creationId xmlns:a16="http://schemas.microsoft.com/office/drawing/2014/main" id="{1B8D5FD9-19BA-F0BE-5B8B-61D9AB22B319}"/>
              </a:ext>
            </a:extLst>
          </p:cNvPr>
          <p:cNvSpPr/>
          <p:nvPr/>
        </p:nvSpPr>
        <p:spPr>
          <a:xfrm>
            <a:off x="9092034" y="2933700"/>
            <a:ext cx="1550566" cy="1357462"/>
          </a:xfrm>
          <a:custGeom>
            <a:avLst/>
            <a:gdLst>
              <a:gd name="connsiteX0" fmla="*/ 0 w 1819275"/>
              <a:gd name="connsiteY0" fmla="*/ 796352 h 1592706"/>
              <a:gd name="connsiteX1" fmla="*/ 0 w 1819275"/>
              <a:gd name="connsiteY1" fmla="*/ 796353 h 1592706"/>
              <a:gd name="connsiteX2" fmla="*/ 0 w 1819275"/>
              <a:gd name="connsiteY2" fmla="*/ 796353 h 1592706"/>
              <a:gd name="connsiteX3" fmla="*/ 796353 w 1819275"/>
              <a:gd name="connsiteY3" fmla="*/ 0 h 1592706"/>
              <a:gd name="connsiteX4" fmla="*/ 1819275 w 1819275"/>
              <a:gd name="connsiteY4" fmla="*/ 0 h 1592706"/>
              <a:gd name="connsiteX5" fmla="*/ 1819275 w 1819275"/>
              <a:gd name="connsiteY5" fmla="*/ 1592706 h 1592706"/>
              <a:gd name="connsiteX6" fmla="*/ 796353 w 1819275"/>
              <a:gd name="connsiteY6" fmla="*/ 1592705 h 1592706"/>
              <a:gd name="connsiteX7" fmla="*/ 16179 w 1819275"/>
              <a:gd name="connsiteY7" fmla="*/ 956845 h 1592706"/>
              <a:gd name="connsiteX8" fmla="*/ 0 w 1819275"/>
              <a:gd name="connsiteY8" fmla="*/ 796353 h 1592706"/>
              <a:gd name="connsiteX9" fmla="*/ 16179 w 1819275"/>
              <a:gd name="connsiteY9" fmla="*/ 635860 h 1592706"/>
              <a:gd name="connsiteX10" fmla="*/ 796353 w 1819275"/>
              <a:gd name="connsiteY10" fmla="*/ 0 h 159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9275" h="1592706">
                <a:moveTo>
                  <a:pt x="0" y="796352"/>
                </a:moveTo>
                <a:lnTo>
                  <a:pt x="0" y="796353"/>
                </a:lnTo>
                <a:lnTo>
                  <a:pt x="0" y="796353"/>
                </a:lnTo>
                <a:close/>
                <a:moveTo>
                  <a:pt x="796353" y="0"/>
                </a:moveTo>
                <a:lnTo>
                  <a:pt x="1819275" y="0"/>
                </a:lnTo>
                <a:lnTo>
                  <a:pt x="1819275" y="1592706"/>
                </a:lnTo>
                <a:lnTo>
                  <a:pt x="796353" y="1592705"/>
                </a:lnTo>
                <a:cubicBezTo>
                  <a:pt x="411516" y="1592705"/>
                  <a:pt x="90436" y="1319730"/>
                  <a:pt x="16179" y="956845"/>
                </a:cubicBezTo>
                <a:lnTo>
                  <a:pt x="0" y="796353"/>
                </a:lnTo>
                <a:lnTo>
                  <a:pt x="16179" y="635860"/>
                </a:lnTo>
                <a:cubicBezTo>
                  <a:pt x="90436" y="272975"/>
                  <a:pt x="411516" y="0"/>
                  <a:pt x="796353"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cxnSp>
        <p:nvCxnSpPr>
          <p:cNvPr id="10" name="Прямая со стрелкой 9">
            <a:extLst>
              <a:ext uri="{FF2B5EF4-FFF2-40B4-BE49-F238E27FC236}">
                <a16:creationId xmlns:a16="http://schemas.microsoft.com/office/drawing/2014/main" id="{0EB5A65B-9443-8E12-778A-1B22BD76AD66}"/>
              </a:ext>
            </a:extLst>
          </p:cNvPr>
          <p:cNvCxnSpPr>
            <a:cxnSpLocks/>
          </p:cNvCxnSpPr>
          <p:nvPr/>
        </p:nvCxnSpPr>
        <p:spPr>
          <a:xfrm flipH="1">
            <a:off x="9636852" y="3612431"/>
            <a:ext cx="326391" cy="0"/>
          </a:xfrm>
          <a:prstGeom prst="straightConnector1">
            <a:avLst/>
          </a:prstGeom>
          <a:ln w="9525">
            <a:solidFill>
              <a:schemeClr val="accent1">
                <a:lumMod val="20000"/>
                <a:lumOff val="80000"/>
              </a:schemeClr>
            </a:solidFill>
            <a:headEnd type="arrow" w="med" len="med"/>
            <a:tailEnd type="none"/>
          </a:ln>
        </p:spPr>
        <p:style>
          <a:lnRef idx="1">
            <a:schemeClr val="accent1"/>
          </a:lnRef>
          <a:fillRef idx="0">
            <a:schemeClr val="accent1"/>
          </a:fillRef>
          <a:effectRef idx="0">
            <a:schemeClr val="accent1"/>
          </a:effectRef>
          <a:fontRef idx="minor">
            <a:schemeClr val="tx1"/>
          </a:fontRef>
        </p:style>
      </p:cxnSp>
      <p:sp>
        <p:nvSpPr>
          <p:cNvPr id="11" name="Овал 10">
            <a:extLst>
              <a:ext uri="{FF2B5EF4-FFF2-40B4-BE49-F238E27FC236}">
                <a16:creationId xmlns:a16="http://schemas.microsoft.com/office/drawing/2014/main" id="{AE64FF94-9F2D-D624-1360-D0AA015EEA5D}"/>
              </a:ext>
            </a:extLst>
          </p:cNvPr>
          <p:cNvSpPr/>
          <p:nvPr/>
        </p:nvSpPr>
        <p:spPr>
          <a:xfrm>
            <a:off x="9492790" y="3305175"/>
            <a:ext cx="614514" cy="614512"/>
          </a:xfrm>
          <a:prstGeom prst="ellipse">
            <a:avLst/>
          </a:prstGeom>
          <a:ln w="9525">
            <a:solidFill>
              <a:schemeClr val="accent1">
                <a:lumMod val="20000"/>
                <a:lumOff val="80000"/>
              </a:schemeClr>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algn="ctr"/>
            <a:endParaRPr lang="ru-RU" sz="1400" err="1"/>
          </a:p>
        </p:txBody>
      </p:sp>
    </p:spTree>
    <p:extLst>
      <p:ext uri="{BB962C8B-B14F-4D97-AF65-F5344CB8AC3E}">
        <p14:creationId xmlns:p14="http://schemas.microsoft.com/office/powerpoint/2010/main" val="833774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Текст 3">
            <a:extLst>
              <a:ext uri="{FF2B5EF4-FFF2-40B4-BE49-F238E27FC236}">
                <a16:creationId xmlns:a16="http://schemas.microsoft.com/office/drawing/2014/main" id="{56CC5DE6-1689-27B7-E21F-E36B2887668D}"/>
              </a:ext>
            </a:extLst>
          </p:cNvPr>
          <p:cNvSpPr>
            <a:spLocks noGrp="1"/>
          </p:cNvSpPr>
          <p:nvPr>
            <p:ph type="body" sz="quarter" idx="10"/>
          </p:nvPr>
        </p:nvSpPr>
        <p:spPr/>
        <p:txBody>
          <a:bodyPr/>
          <a:lstStyle/>
          <a:p>
            <a:r>
              <a:rPr lang="ru-RU"/>
              <a:t>02</a:t>
            </a:r>
          </a:p>
        </p:txBody>
      </p:sp>
      <p:sp>
        <p:nvSpPr>
          <p:cNvPr id="5" name="Текст 4">
            <a:extLst>
              <a:ext uri="{FF2B5EF4-FFF2-40B4-BE49-F238E27FC236}">
                <a16:creationId xmlns:a16="http://schemas.microsoft.com/office/drawing/2014/main" id="{A56C8524-BF25-313F-12DA-08B90E2B8D1B}"/>
              </a:ext>
            </a:extLst>
          </p:cNvPr>
          <p:cNvSpPr>
            <a:spLocks noGrp="1"/>
          </p:cNvSpPr>
          <p:nvPr>
            <p:ph type="body" sz="quarter" idx="11"/>
          </p:nvPr>
        </p:nvSpPr>
        <p:spPr>
          <a:xfrm>
            <a:off x="3379573" y="1767569"/>
            <a:ext cx="4292348" cy="2341562"/>
          </a:xfrm>
        </p:spPr>
        <p:txBody>
          <a:bodyPr/>
          <a:lstStyle/>
          <a:p>
            <a:r>
              <a:rPr lang="ru-RU"/>
              <a:t>Заголовок раздела презентации</a:t>
            </a:r>
            <a:br>
              <a:rPr lang="ru-RU"/>
            </a:br>
            <a:r>
              <a:rPr lang="ru-RU"/>
              <a:t>в 1–4 строки</a:t>
            </a:r>
          </a:p>
        </p:txBody>
      </p:sp>
      <p:sp>
        <p:nvSpPr>
          <p:cNvPr id="11" name="Полилиния: фигура 10">
            <a:extLst>
              <a:ext uri="{FF2B5EF4-FFF2-40B4-BE49-F238E27FC236}">
                <a16:creationId xmlns:a16="http://schemas.microsoft.com/office/drawing/2014/main" id="{B6633437-EA30-2FA8-586A-4B808F270395}"/>
              </a:ext>
            </a:extLst>
          </p:cNvPr>
          <p:cNvSpPr/>
          <p:nvPr/>
        </p:nvSpPr>
        <p:spPr>
          <a:xfrm>
            <a:off x="7913688" y="411157"/>
            <a:ext cx="2728912" cy="5851527"/>
          </a:xfrm>
          <a:custGeom>
            <a:avLst/>
            <a:gdLst>
              <a:gd name="connsiteX0" fmla="*/ 0 w 2728912"/>
              <a:gd name="connsiteY0" fmla="*/ 0 h 5851527"/>
              <a:gd name="connsiteX1" fmla="*/ 2365514 w 2728912"/>
              <a:gd name="connsiteY1" fmla="*/ 0 h 5851527"/>
              <a:gd name="connsiteX2" fmla="*/ 2728912 w 2728912"/>
              <a:gd name="connsiteY2" fmla="*/ 363398 h 5851527"/>
              <a:gd name="connsiteX3" fmla="*/ 2728912 w 2728912"/>
              <a:gd name="connsiteY3" fmla="*/ 5488129 h 5851527"/>
              <a:gd name="connsiteX4" fmla="*/ 2365514 w 2728912"/>
              <a:gd name="connsiteY4" fmla="*/ 5851527 h 5851527"/>
              <a:gd name="connsiteX5" fmla="*/ 0 w 2728912"/>
              <a:gd name="connsiteY5" fmla="*/ 5851527 h 585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8912" h="5851527">
                <a:moveTo>
                  <a:pt x="0" y="0"/>
                </a:moveTo>
                <a:lnTo>
                  <a:pt x="2365514" y="0"/>
                </a:lnTo>
                <a:cubicBezTo>
                  <a:pt x="2566213" y="0"/>
                  <a:pt x="2728912" y="162699"/>
                  <a:pt x="2728912" y="363398"/>
                </a:cubicBezTo>
                <a:lnTo>
                  <a:pt x="2728912" y="5488129"/>
                </a:lnTo>
                <a:cubicBezTo>
                  <a:pt x="2728912" y="5688828"/>
                  <a:pt x="2566213" y="5851527"/>
                  <a:pt x="2365514" y="5851527"/>
                </a:cubicBezTo>
                <a:lnTo>
                  <a:pt x="0" y="5851527"/>
                </a:lnTo>
                <a:close/>
              </a:path>
            </a:pathLst>
          </a:cu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spTree>
    <p:extLst>
      <p:ext uri="{BB962C8B-B14F-4D97-AF65-F5344CB8AC3E}">
        <p14:creationId xmlns:p14="http://schemas.microsoft.com/office/powerpoint/2010/main" val="1659522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FC37C351-38D0-4737-95B1-A7E52ADA1F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7500" y="-889829"/>
            <a:ext cx="8154635" cy="8870365"/>
          </a:xfrm>
          <a:prstGeom prst="rect">
            <a:avLst/>
          </a:prstGeom>
        </p:spPr>
      </p:pic>
      <p:sp>
        <p:nvSpPr>
          <p:cNvPr id="3" name="Прямоугольник: скругленные углы 2">
            <a:extLst>
              <a:ext uri="{FF2B5EF4-FFF2-40B4-BE49-F238E27FC236}">
                <a16:creationId xmlns:a16="http://schemas.microsoft.com/office/drawing/2014/main" id="{9898A2D8-6BA4-ACC2-C661-0F23457AABA6}"/>
              </a:ext>
            </a:extLst>
          </p:cNvPr>
          <p:cNvSpPr/>
          <p:nvPr/>
        </p:nvSpPr>
        <p:spPr>
          <a:xfrm>
            <a:off x="639763" y="1585720"/>
            <a:ext cx="5456238" cy="618003"/>
          </a:xfrm>
          <a:prstGeom prst="roundRect">
            <a:avLst>
              <a:gd name="adj" fmla="val 258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b="1">
                <a:solidFill>
                  <a:schemeClr val="bg1"/>
                </a:solidFill>
              </a:rPr>
              <a:t>Первый раздел презентации</a:t>
            </a:r>
          </a:p>
        </p:txBody>
      </p:sp>
      <p:sp>
        <p:nvSpPr>
          <p:cNvPr id="4" name="Прямоугольник: скругленные углы 3">
            <a:extLst>
              <a:ext uri="{FF2B5EF4-FFF2-40B4-BE49-F238E27FC236}">
                <a16:creationId xmlns:a16="http://schemas.microsoft.com/office/drawing/2014/main" id="{2AF7B423-4577-CA1F-61FF-98F8B8A174C2}"/>
              </a:ext>
            </a:extLst>
          </p:cNvPr>
          <p:cNvSpPr/>
          <p:nvPr/>
        </p:nvSpPr>
        <p:spPr>
          <a:xfrm>
            <a:off x="639763" y="2352859"/>
            <a:ext cx="5456238" cy="618003"/>
          </a:xfrm>
          <a:prstGeom prst="roundRect">
            <a:avLst>
              <a:gd name="adj" fmla="val 258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lumMod val="75000"/>
                  </a:schemeClr>
                </a:solidFill>
              </a:rPr>
              <a:t>Второй раздел презентации</a:t>
            </a:r>
          </a:p>
        </p:txBody>
      </p:sp>
      <p:sp>
        <p:nvSpPr>
          <p:cNvPr id="5" name="Прямоугольник: скругленные углы 4">
            <a:extLst>
              <a:ext uri="{FF2B5EF4-FFF2-40B4-BE49-F238E27FC236}">
                <a16:creationId xmlns:a16="http://schemas.microsoft.com/office/drawing/2014/main" id="{6838E0F4-84AF-907F-C945-960DA9C2B0AF}"/>
              </a:ext>
            </a:extLst>
          </p:cNvPr>
          <p:cNvSpPr/>
          <p:nvPr/>
        </p:nvSpPr>
        <p:spPr>
          <a:xfrm>
            <a:off x="639763" y="3119998"/>
            <a:ext cx="5456238" cy="618003"/>
          </a:xfrm>
          <a:prstGeom prst="roundRect">
            <a:avLst>
              <a:gd name="adj" fmla="val 258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lumMod val="75000"/>
                  </a:schemeClr>
                </a:solidFill>
              </a:rPr>
              <a:t>Третий раздел презентации</a:t>
            </a:r>
          </a:p>
        </p:txBody>
      </p:sp>
      <p:sp>
        <p:nvSpPr>
          <p:cNvPr id="6" name="Прямоугольник: скругленные углы 5">
            <a:extLst>
              <a:ext uri="{FF2B5EF4-FFF2-40B4-BE49-F238E27FC236}">
                <a16:creationId xmlns:a16="http://schemas.microsoft.com/office/drawing/2014/main" id="{95F4E9B5-D0AC-E26A-4F88-73ED7E67E22A}"/>
              </a:ext>
            </a:extLst>
          </p:cNvPr>
          <p:cNvSpPr/>
          <p:nvPr/>
        </p:nvSpPr>
        <p:spPr>
          <a:xfrm>
            <a:off x="639763" y="3887137"/>
            <a:ext cx="5456238" cy="618003"/>
          </a:xfrm>
          <a:prstGeom prst="roundRect">
            <a:avLst>
              <a:gd name="adj" fmla="val 258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lumMod val="75000"/>
                  </a:schemeClr>
                </a:solidFill>
              </a:rPr>
              <a:t>Четвёртый раздел презентации</a:t>
            </a:r>
          </a:p>
        </p:txBody>
      </p:sp>
      <p:sp>
        <p:nvSpPr>
          <p:cNvPr id="7" name="Прямоугольник: скругленные углы 6">
            <a:extLst>
              <a:ext uri="{FF2B5EF4-FFF2-40B4-BE49-F238E27FC236}">
                <a16:creationId xmlns:a16="http://schemas.microsoft.com/office/drawing/2014/main" id="{0A49FE8C-BBB8-9DAA-2D9D-DA2E3467C2EE}"/>
              </a:ext>
            </a:extLst>
          </p:cNvPr>
          <p:cNvSpPr/>
          <p:nvPr/>
        </p:nvSpPr>
        <p:spPr>
          <a:xfrm>
            <a:off x="639763" y="4654276"/>
            <a:ext cx="5456238" cy="618003"/>
          </a:xfrm>
          <a:prstGeom prst="roundRect">
            <a:avLst>
              <a:gd name="adj" fmla="val 258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lumMod val="75000"/>
                  </a:schemeClr>
                </a:solidFill>
              </a:rPr>
              <a:t>Пятый раздел презентации</a:t>
            </a:r>
          </a:p>
        </p:txBody>
      </p:sp>
      <p:sp>
        <p:nvSpPr>
          <p:cNvPr id="8" name="Прямоугольник: скругленные углы 7">
            <a:extLst>
              <a:ext uri="{FF2B5EF4-FFF2-40B4-BE49-F238E27FC236}">
                <a16:creationId xmlns:a16="http://schemas.microsoft.com/office/drawing/2014/main" id="{61B070F9-7F57-6346-C1FF-F17CCFF895C9}"/>
              </a:ext>
            </a:extLst>
          </p:cNvPr>
          <p:cNvSpPr/>
          <p:nvPr/>
        </p:nvSpPr>
        <p:spPr>
          <a:xfrm>
            <a:off x="639763" y="5421416"/>
            <a:ext cx="5456238" cy="618003"/>
          </a:xfrm>
          <a:prstGeom prst="roundRect">
            <a:avLst>
              <a:gd name="adj" fmla="val 258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lumMod val="75000"/>
                  </a:schemeClr>
                </a:solidFill>
              </a:rPr>
              <a:t>Шестой раздел презентации</a:t>
            </a:r>
          </a:p>
        </p:txBody>
      </p:sp>
      <p:sp>
        <p:nvSpPr>
          <p:cNvPr id="12" name="TextBox 11">
            <a:extLst>
              <a:ext uri="{FF2B5EF4-FFF2-40B4-BE49-F238E27FC236}">
                <a16:creationId xmlns:a16="http://schemas.microsoft.com/office/drawing/2014/main" id="{54EC5F3F-B545-28C1-7756-E71182975EB8}"/>
              </a:ext>
            </a:extLst>
          </p:cNvPr>
          <p:cNvSpPr txBox="1"/>
          <p:nvPr/>
        </p:nvSpPr>
        <p:spPr>
          <a:xfrm>
            <a:off x="639763" y="274743"/>
            <a:ext cx="6579184" cy="822972"/>
          </a:xfrm>
          <a:prstGeom prst="rect">
            <a:avLst/>
          </a:prstGeom>
          <a:noFill/>
        </p:spPr>
        <p:txBody>
          <a:bodyPr wrap="square" lIns="0" tIns="0" rIns="0" bIns="0" rtlCol="0">
            <a:noAutofit/>
          </a:bodyPr>
          <a:lstStyle/>
          <a:p>
            <a:pPr algn="l"/>
            <a:r>
              <a:rPr lang="en-US" sz="5400">
                <a:solidFill>
                  <a:schemeClr val="accent6">
                    <a:lumMod val="60000"/>
                    <a:lumOff val="40000"/>
                  </a:schemeClr>
                </a:solidFill>
                <a:latin typeface="+mj-lt"/>
              </a:rPr>
              <a:t>AGENDA</a:t>
            </a:r>
            <a:endParaRPr lang="ru-RU" sz="5400">
              <a:solidFill>
                <a:schemeClr val="accent6">
                  <a:lumMod val="60000"/>
                  <a:lumOff val="40000"/>
                </a:schemeClr>
              </a:solidFill>
              <a:latin typeface="+mj-lt"/>
            </a:endParaRPr>
          </a:p>
        </p:txBody>
      </p:sp>
      <p:sp>
        <p:nvSpPr>
          <p:cNvPr id="17" name="Рисунок 15">
            <a:extLst>
              <a:ext uri="{FF2B5EF4-FFF2-40B4-BE49-F238E27FC236}">
                <a16:creationId xmlns:a16="http://schemas.microsoft.com/office/drawing/2014/main" id="{CA4D52FB-6D2F-29BD-DD1C-9CB540D9E34E}"/>
              </a:ext>
            </a:extLst>
          </p:cNvPr>
          <p:cNvSpPr/>
          <p:nvPr/>
        </p:nvSpPr>
        <p:spPr>
          <a:xfrm rot="5400000">
            <a:off x="5619946" y="1753163"/>
            <a:ext cx="283088" cy="283116"/>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accent3"/>
          </a:solidFill>
          <a:ln w="9525" cap="flat">
            <a:noFill/>
            <a:prstDash val="solid"/>
            <a:miter/>
          </a:ln>
        </p:spPr>
        <p:txBody>
          <a:bodyPr rtlCol="0" anchor="ctr"/>
          <a:lstStyle/>
          <a:p>
            <a:endParaRPr lang="ru-RU"/>
          </a:p>
        </p:txBody>
      </p:sp>
      <p:sp>
        <p:nvSpPr>
          <p:cNvPr id="2" name="Нижний колонтитул 1">
            <a:extLst>
              <a:ext uri="{FF2B5EF4-FFF2-40B4-BE49-F238E27FC236}">
                <a16:creationId xmlns:a16="http://schemas.microsoft.com/office/drawing/2014/main" id="{E4962CEB-8F5C-D7D2-696A-1FC5EEC9DD62}"/>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52A985F9-1B53-AC8D-8B73-C3B74AA0FF65}"/>
              </a:ext>
            </a:extLst>
          </p:cNvPr>
          <p:cNvSpPr>
            <a:spLocks noGrp="1"/>
          </p:cNvSpPr>
          <p:nvPr>
            <p:ph type="sldNum" sz="quarter" idx="12"/>
          </p:nvPr>
        </p:nvSpPr>
        <p:spPr/>
        <p:txBody>
          <a:bodyPr/>
          <a:lstStyle/>
          <a:p>
            <a:fld id="{EB5249F5-0093-48B0-B996-C4E44A87EAFB}" type="slidenum">
              <a:rPr lang="ru-RU" smtClean="0"/>
              <a:pPr/>
              <a:t>17</a:t>
            </a:fld>
            <a:endParaRPr lang="ru-RU"/>
          </a:p>
        </p:txBody>
      </p:sp>
    </p:spTree>
    <p:extLst>
      <p:ext uri="{BB962C8B-B14F-4D97-AF65-F5344CB8AC3E}">
        <p14:creationId xmlns:p14="http://schemas.microsoft.com/office/powerpoint/2010/main" val="1309799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скругленные углы 2">
            <a:extLst>
              <a:ext uri="{FF2B5EF4-FFF2-40B4-BE49-F238E27FC236}">
                <a16:creationId xmlns:a16="http://schemas.microsoft.com/office/drawing/2014/main" id="{9898A2D8-6BA4-ACC2-C661-0F23457AABA6}"/>
              </a:ext>
            </a:extLst>
          </p:cNvPr>
          <p:cNvSpPr/>
          <p:nvPr/>
        </p:nvSpPr>
        <p:spPr>
          <a:xfrm>
            <a:off x="639763" y="1585720"/>
            <a:ext cx="5456238" cy="618003"/>
          </a:xfrm>
          <a:prstGeom prst="roundRect">
            <a:avLst>
              <a:gd name="adj" fmla="val 258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b="1">
                <a:solidFill>
                  <a:schemeClr val="bg1"/>
                </a:solidFill>
              </a:rPr>
              <a:t>Первый раздел презентации</a:t>
            </a:r>
          </a:p>
        </p:txBody>
      </p:sp>
      <p:sp>
        <p:nvSpPr>
          <p:cNvPr id="4" name="Прямоугольник: скругленные углы 3">
            <a:extLst>
              <a:ext uri="{FF2B5EF4-FFF2-40B4-BE49-F238E27FC236}">
                <a16:creationId xmlns:a16="http://schemas.microsoft.com/office/drawing/2014/main" id="{2AF7B423-4577-CA1F-61FF-98F8B8A174C2}"/>
              </a:ext>
            </a:extLst>
          </p:cNvPr>
          <p:cNvSpPr/>
          <p:nvPr/>
        </p:nvSpPr>
        <p:spPr>
          <a:xfrm>
            <a:off x="639763" y="2352859"/>
            <a:ext cx="5456238" cy="618003"/>
          </a:xfrm>
          <a:prstGeom prst="roundRect">
            <a:avLst>
              <a:gd name="adj" fmla="val 25852"/>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solidFill>
              </a:rPr>
              <a:t>Второй раздел презентации</a:t>
            </a:r>
          </a:p>
        </p:txBody>
      </p:sp>
      <p:sp>
        <p:nvSpPr>
          <p:cNvPr id="5" name="Прямоугольник: скругленные углы 4">
            <a:extLst>
              <a:ext uri="{FF2B5EF4-FFF2-40B4-BE49-F238E27FC236}">
                <a16:creationId xmlns:a16="http://schemas.microsoft.com/office/drawing/2014/main" id="{6838E0F4-84AF-907F-C945-960DA9C2B0AF}"/>
              </a:ext>
            </a:extLst>
          </p:cNvPr>
          <p:cNvSpPr/>
          <p:nvPr/>
        </p:nvSpPr>
        <p:spPr>
          <a:xfrm>
            <a:off x="639763" y="3119998"/>
            <a:ext cx="5456238" cy="618003"/>
          </a:xfrm>
          <a:prstGeom prst="roundRect">
            <a:avLst>
              <a:gd name="adj" fmla="val 25852"/>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solidFill>
              </a:rPr>
              <a:t>Третий раздел презентации</a:t>
            </a:r>
          </a:p>
        </p:txBody>
      </p:sp>
      <p:sp>
        <p:nvSpPr>
          <p:cNvPr id="6" name="Прямоугольник: скругленные углы 5">
            <a:extLst>
              <a:ext uri="{FF2B5EF4-FFF2-40B4-BE49-F238E27FC236}">
                <a16:creationId xmlns:a16="http://schemas.microsoft.com/office/drawing/2014/main" id="{95F4E9B5-D0AC-E26A-4F88-73ED7E67E22A}"/>
              </a:ext>
            </a:extLst>
          </p:cNvPr>
          <p:cNvSpPr/>
          <p:nvPr/>
        </p:nvSpPr>
        <p:spPr>
          <a:xfrm>
            <a:off x="639763" y="3887137"/>
            <a:ext cx="5456238" cy="618003"/>
          </a:xfrm>
          <a:prstGeom prst="roundRect">
            <a:avLst>
              <a:gd name="adj" fmla="val 25852"/>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solidFill>
              </a:rPr>
              <a:t>Четвёртый раздел презентации</a:t>
            </a:r>
          </a:p>
        </p:txBody>
      </p:sp>
      <p:sp>
        <p:nvSpPr>
          <p:cNvPr id="7" name="Прямоугольник: скругленные углы 6">
            <a:extLst>
              <a:ext uri="{FF2B5EF4-FFF2-40B4-BE49-F238E27FC236}">
                <a16:creationId xmlns:a16="http://schemas.microsoft.com/office/drawing/2014/main" id="{0A49FE8C-BBB8-9DAA-2D9D-DA2E3467C2EE}"/>
              </a:ext>
            </a:extLst>
          </p:cNvPr>
          <p:cNvSpPr/>
          <p:nvPr/>
        </p:nvSpPr>
        <p:spPr>
          <a:xfrm>
            <a:off x="639763" y="4654276"/>
            <a:ext cx="5456238" cy="618003"/>
          </a:xfrm>
          <a:prstGeom prst="roundRect">
            <a:avLst>
              <a:gd name="adj" fmla="val 25852"/>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solidFill>
              </a:rPr>
              <a:t>Пятый раздел презентации</a:t>
            </a:r>
          </a:p>
        </p:txBody>
      </p:sp>
      <p:sp>
        <p:nvSpPr>
          <p:cNvPr id="8" name="Прямоугольник: скругленные углы 7">
            <a:extLst>
              <a:ext uri="{FF2B5EF4-FFF2-40B4-BE49-F238E27FC236}">
                <a16:creationId xmlns:a16="http://schemas.microsoft.com/office/drawing/2014/main" id="{61B070F9-7F57-6346-C1FF-F17CCFF895C9}"/>
              </a:ext>
            </a:extLst>
          </p:cNvPr>
          <p:cNvSpPr/>
          <p:nvPr/>
        </p:nvSpPr>
        <p:spPr>
          <a:xfrm>
            <a:off x="639763" y="5421416"/>
            <a:ext cx="5456238" cy="618003"/>
          </a:xfrm>
          <a:prstGeom prst="roundRect">
            <a:avLst>
              <a:gd name="adj" fmla="val 25852"/>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a:solidFill>
                  <a:schemeClr val="accent6"/>
                </a:solidFill>
              </a:rPr>
              <a:t>Шестой раздел презентации</a:t>
            </a:r>
          </a:p>
        </p:txBody>
      </p:sp>
      <p:sp>
        <p:nvSpPr>
          <p:cNvPr id="12" name="TextBox 11">
            <a:extLst>
              <a:ext uri="{FF2B5EF4-FFF2-40B4-BE49-F238E27FC236}">
                <a16:creationId xmlns:a16="http://schemas.microsoft.com/office/drawing/2014/main" id="{54EC5F3F-B545-28C1-7756-E71182975EB8}"/>
              </a:ext>
            </a:extLst>
          </p:cNvPr>
          <p:cNvSpPr txBox="1"/>
          <p:nvPr/>
        </p:nvSpPr>
        <p:spPr>
          <a:xfrm>
            <a:off x="639763" y="274743"/>
            <a:ext cx="6579184" cy="822972"/>
          </a:xfrm>
          <a:prstGeom prst="rect">
            <a:avLst/>
          </a:prstGeom>
          <a:noFill/>
        </p:spPr>
        <p:txBody>
          <a:bodyPr wrap="square" lIns="0" tIns="0" rIns="0" bIns="0" rtlCol="0">
            <a:noAutofit/>
          </a:bodyPr>
          <a:lstStyle/>
          <a:p>
            <a:pPr algn="l"/>
            <a:r>
              <a:rPr lang="en-US" sz="5400">
                <a:solidFill>
                  <a:schemeClr val="accent6">
                    <a:lumMod val="50000"/>
                  </a:schemeClr>
                </a:solidFill>
                <a:latin typeface="+mj-lt"/>
              </a:rPr>
              <a:t>AGENDA</a:t>
            </a:r>
            <a:endParaRPr lang="ru-RU" sz="5400">
              <a:solidFill>
                <a:schemeClr val="accent6">
                  <a:lumMod val="50000"/>
                </a:schemeClr>
              </a:solidFill>
              <a:latin typeface="+mj-lt"/>
            </a:endParaRPr>
          </a:p>
        </p:txBody>
      </p:sp>
      <p:sp>
        <p:nvSpPr>
          <p:cNvPr id="17" name="Рисунок 15">
            <a:extLst>
              <a:ext uri="{FF2B5EF4-FFF2-40B4-BE49-F238E27FC236}">
                <a16:creationId xmlns:a16="http://schemas.microsoft.com/office/drawing/2014/main" id="{CA4D52FB-6D2F-29BD-DD1C-9CB540D9E34E}"/>
              </a:ext>
            </a:extLst>
          </p:cNvPr>
          <p:cNvSpPr/>
          <p:nvPr/>
        </p:nvSpPr>
        <p:spPr>
          <a:xfrm rot="5400000">
            <a:off x="5619946" y="1753163"/>
            <a:ext cx="283088" cy="283116"/>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accent3"/>
          </a:solidFill>
          <a:ln w="9525" cap="flat">
            <a:noFill/>
            <a:prstDash val="solid"/>
            <a:miter/>
          </a:ln>
        </p:spPr>
        <p:txBody>
          <a:bodyPr rtlCol="0" anchor="ctr"/>
          <a:lstStyle/>
          <a:p>
            <a:endParaRPr lang="ru-RU"/>
          </a:p>
        </p:txBody>
      </p:sp>
      <p:pic>
        <p:nvPicPr>
          <p:cNvPr id="11" name="Рисунок 10">
            <a:extLst>
              <a:ext uri="{FF2B5EF4-FFF2-40B4-BE49-F238E27FC236}">
                <a16:creationId xmlns:a16="http://schemas.microsoft.com/office/drawing/2014/main" id="{1992D3C8-189B-4A87-5596-F60F4399DC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49484" y="738482"/>
            <a:ext cx="5999038" cy="5999038"/>
          </a:xfrm>
          <a:prstGeom prst="rect">
            <a:avLst/>
          </a:prstGeom>
        </p:spPr>
      </p:pic>
      <p:sp>
        <p:nvSpPr>
          <p:cNvPr id="2" name="Нижний колонтитул 1">
            <a:extLst>
              <a:ext uri="{FF2B5EF4-FFF2-40B4-BE49-F238E27FC236}">
                <a16:creationId xmlns:a16="http://schemas.microsoft.com/office/drawing/2014/main" id="{8E707CC6-69FD-2C11-26C6-38169A9353DD}"/>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1666A9D3-829D-BF7F-AC59-E545CC433BD7}"/>
              </a:ext>
            </a:extLst>
          </p:cNvPr>
          <p:cNvSpPr>
            <a:spLocks noGrp="1"/>
          </p:cNvSpPr>
          <p:nvPr>
            <p:ph type="sldNum" sz="quarter" idx="12"/>
          </p:nvPr>
        </p:nvSpPr>
        <p:spPr/>
        <p:txBody>
          <a:bodyPr/>
          <a:lstStyle/>
          <a:p>
            <a:fld id="{EB5249F5-0093-48B0-B996-C4E44A87EAFB}" type="slidenum">
              <a:rPr lang="ru-RU" smtClean="0"/>
              <a:pPr/>
              <a:t>18</a:t>
            </a:fld>
            <a:endParaRPr lang="ru-RU"/>
          </a:p>
        </p:txBody>
      </p:sp>
    </p:spTree>
    <p:extLst>
      <p:ext uri="{BB962C8B-B14F-4D97-AF65-F5344CB8AC3E}">
        <p14:creationId xmlns:p14="http://schemas.microsoft.com/office/powerpoint/2010/main" val="4138455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3C6B7375-6A7A-5B38-B50C-7471A1A4B8EB}"/>
              </a:ext>
            </a:extLst>
          </p:cNvPr>
          <p:cNvSpPr>
            <a:spLocks noGrp="1"/>
          </p:cNvSpPr>
          <p:nvPr>
            <p:ph type="sldNum" sz="quarter" idx="12"/>
          </p:nvPr>
        </p:nvSpPr>
        <p:spPr/>
        <p:txBody>
          <a:bodyPr/>
          <a:lstStyle/>
          <a:p>
            <a:fld id="{EB5249F5-0093-48B0-B996-C4E44A87EAFB}" type="slidenum">
              <a:rPr lang="ru-RU" smtClean="0"/>
              <a:pPr/>
              <a:t>19</a:t>
            </a:fld>
            <a:endParaRPr lang="ru-RU"/>
          </a:p>
        </p:txBody>
      </p:sp>
      <p:sp>
        <p:nvSpPr>
          <p:cNvPr id="5" name="TextBox 4">
            <a:extLst>
              <a:ext uri="{FF2B5EF4-FFF2-40B4-BE49-F238E27FC236}">
                <a16:creationId xmlns:a16="http://schemas.microsoft.com/office/drawing/2014/main" id="{78049FB8-51B4-19AF-FD0B-158AB93080CD}"/>
              </a:ext>
            </a:extLst>
          </p:cNvPr>
          <p:cNvSpPr txBox="1"/>
          <p:nvPr/>
        </p:nvSpPr>
        <p:spPr>
          <a:xfrm>
            <a:off x="639763" y="274743"/>
            <a:ext cx="6579184" cy="822972"/>
          </a:xfrm>
          <a:prstGeom prst="rect">
            <a:avLst/>
          </a:prstGeom>
          <a:noFill/>
        </p:spPr>
        <p:txBody>
          <a:bodyPr wrap="square" lIns="0" tIns="0" rIns="0" bIns="0" rtlCol="0">
            <a:noAutofit/>
          </a:bodyPr>
          <a:lstStyle/>
          <a:p>
            <a:pPr algn="l"/>
            <a:r>
              <a:rPr lang="en-US" sz="5400">
                <a:solidFill>
                  <a:schemeClr val="accent6">
                    <a:lumMod val="60000"/>
                    <a:lumOff val="40000"/>
                  </a:schemeClr>
                </a:solidFill>
                <a:latin typeface="+mj-lt"/>
              </a:rPr>
              <a:t>AGENDA</a:t>
            </a:r>
            <a:endParaRPr lang="ru-RU" sz="5400">
              <a:solidFill>
                <a:schemeClr val="accent6">
                  <a:lumMod val="60000"/>
                  <a:lumOff val="40000"/>
                </a:schemeClr>
              </a:solidFill>
              <a:latin typeface="+mj-lt"/>
            </a:endParaRPr>
          </a:p>
        </p:txBody>
      </p:sp>
      <p:grpSp>
        <p:nvGrpSpPr>
          <p:cNvPr id="19" name="Группа 18">
            <a:extLst>
              <a:ext uri="{FF2B5EF4-FFF2-40B4-BE49-F238E27FC236}">
                <a16:creationId xmlns:a16="http://schemas.microsoft.com/office/drawing/2014/main" id="{1AB3E155-DA11-D0B8-692B-DA3DC0A87D8D}"/>
              </a:ext>
            </a:extLst>
          </p:cNvPr>
          <p:cNvGrpSpPr/>
          <p:nvPr/>
        </p:nvGrpSpPr>
        <p:grpSpPr>
          <a:xfrm>
            <a:off x="647520" y="1999415"/>
            <a:ext cx="4811571" cy="955792"/>
            <a:chOff x="647520" y="1714837"/>
            <a:chExt cx="4811571" cy="955792"/>
          </a:xfrm>
        </p:grpSpPr>
        <p:sp>
          <p:nvSpPr>
            <p:cNvPr id="24" name="Скругленный прямоугольник 76">
              <a:extLst>
                <a:ext uri="{FF2B5EF4-FFF2-40B4-BE49-F238E27FC236}">
                  <a16:creationId xmlns:a16="http://schemas.microsoft.com/office/drawing/2014/main" id="{9B6801C7-44FF-460C-8CAC-FEE1C5997F98}"/>
                </a:ext>
              </a:extLst>
            </p:cNvPr>
            <p:cNvSpPr/>
            <p:nvPr/>
          </p:nvSpPr>
          <p:spPr>
            <a:xfrm>
              <a:off x="647520" y="1714837"/>
              <a:ext cx="4811571" cy="955792"/>
            </a:xfrm>
            <a:prstGeom prst="roundRect">
              <a:avLst>
                <a:gd name="adj" fmla="val 131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8" name="Объект 1">
              <a:extLst>
                <a:ext uri="{FF2B5EF4-FFF2-40B4-BE49-F238E27FC236}">
                  <a16:creationId xmlns:a16="http://schemas.microsoft.com/office/drawing/2014/main" id="{1E231511-5CE3-734E-13A1-F7158A145D49}"/>
                </a:ext>
              </a:extLst>
            </p:cNvPr>
            <p:cNvSpPr txBox="1">
              <a:spLocks/>
            </p:cNvSpPr>
            <p:nvPr/>
          </p:nvSpPr>
          <p:spPr>
            <a:xfrm>
              <a:off x="892826" y="1902227"/>
              <a:ext cx="876427"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5000">
                  <a:ln w="38100">
                    <a:noFill/>
                  </a:ln>
                  <a:solidFill>
                    <a:schemeClr val="bg1"/>
                  </a:solidFill>
                  <a:latin typeface="+mj-lt"/>
                </a:rPr>
                <a:t>01</a:t>
              </a:r>
            </a:p>
          </p:txBody>
        </p:sp>
        <p:sp>
          <p:nvSpPr>
            <p:cNvPr id="16" name="Объект 1">
              <a:extLst>
                <a:ext uri="{FF2B5EF4-FFF2-40B4-BE49-F238E27FC236}">
                  <a16:creationId xmlns:a16="http://schemas.microsoft.com/office/drawing/2014/main" id="{F5EA58D2-BFA2-0202-E256-28979DF90197}"/>
                </a:ext>
              </a:extLst>
            </p:cNvPr>
            <p:cNvSpPr txBox="1">
              <a:spLocks/>
            </p:cNvSpPr>
            <p:nvPr/>
          </p:nvSpPr>
          <p:spPr>
            <a:xfrm>
              <a:off x="1948759" y="1926041"/>
              <a:ext cx="3212985"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bg1"/>
                  </a:solidFill>
                </a:rPr>
                <a:t>Заголовок</a:t>
              </a:r>
            </a:p>
            <a:p>
              <a:pPr>
                <a:lnSpc>
                  <a:spcPct val="100000"/>
                </a:lnSpc>
              </a:pPr>
              <a:r>
                <a:rPr lang="ru-RU" sz="1400">
                  <a:solidFill>
                    <a:schemeClr val="bg1"/>
                  </a:solidFill>
                </a:rPr>
                <a:t>Кратко сформулируй свою мысль</a:t>
              </a:r>
              <a:r>
                <a:rPr lang="en-US" sz="1400">
                  <a:solidFill>
                    <a:schemeClr val="bg1"/>
                  </a:solidFill>
                </a:rPr>
                <a:t>. </a:t>
              </a:r>
              <a:endParaRPr lang="ru-RU" sz="1400">
                <a:solidFill>
                  <a:schemeClr val="bg1"/>
                </a:solidFill>
              </a:endParaRPr>
            </a:p>
          </p:txBody>
        </p:sp>
      </p:grpSp>
      <p:sp>
        <p:nvSpPr>
          <p:cNvPr id="25" name="Скругленный прямоугольник 76">
            <a:extLst>
              <a:ext uri="{FF2B5EF4-FFF2-40B4-BE49-F238E27FC236}">
                <a16:creationId xmlns:a16="http://schemas.microsoft.com/office/drawing/2014/main" id="{FEB90DDD-E6A7-3C2C-AD4C-66AC1CCF3C42}"/>
              </a:ext>
            </a:extLst>
          </p:cNvPr>
          <p:cNvSpPr/>
          <p:nvPr/>
        </p:nvSpPr>
        <p:spPr>
          <a:xfrm>
            <a:off x="647520" y="3467039"/>
            <a:ext cx="4811571" cy="955792"/>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12" name="Объект 1">
            <a:extLst>
              <a:ext uri="{FF2B5EF4-FFF2-40B4-BE49-F238E27FC236}">
                <a16:creationId xmlns:a16="http://schemas.microsoft.com/office/drawing/2014/main" id="{0E2B5BEE-D901-9087-247B-2930FE0FBBDF}"/>
              </a:ext>
            </a:extLst>
          </p:cNvPr>
          <p:cNvSpPr txBox="1">
            <a:spLocks/>
          </p:cNvSpPr>
          <p:nvPr/>
        </p:nvSpPr>
        <p:spPr>
          <a:xfrm>
            <a:off x="892825" y="3663301"/>
            <a:ext cx="876427"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5000">
                <a:ln w="38100">
                  <a:noFill/>
                </a:ln>
                <a:latin typeface="+mj-lt"/>
              </a:rPr>
              <a:t>02</a:t>
            </a:r>
          </a:p>
        </p:txBody>
      </p:sp>
      <p:sp>
        <p:nvSpPr>
          <p:cNvPr id="17" name="Объект 1">
            <a:extLst>
              <a:ext uri="{FF2B5EF4-FFF2-40B4-BE49-F238E27FC236}">
                <a16:creationId xmlns:a16="http://schemas.microsoft.com/office/drawing/2014/main" id="{A52C384E-A638-354E-4E8F-2198D956C73F}"/>
              </a:ext>
            </a:extLst>
          </p:cNvPr>
          <p:cNvSpPr txBox="1">
            <a:spLocks/>
          </p:cNvSpPr>
          <p:nvPr/>
        </p:nvSpPr>
        <p:spPr>
          <a:xfrm>
            <a:off x="1948759" y="3682432"/>
            <a:ext cx="3212985"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Заголовок</a:t>
            </a:r>
          </a:p>
          <a:p>
            <a:pPr>
              <a:lnSpc>
                <a:spcPct val="100000"/>
              </a:lnSpc>
            </a:pPr>
            <a:r>
              <a:rPr lang="ru-RU" sz="1400"/>
              <a:t>Кратко сформулируй свою мысль</a:t>
            </a:r>
            <a:r>
              <a:rPr lang="en-US" sz="1400"/>
              <a:t>. </a:t>
            </a:r>
            <a:endParaRPr lang="ru-RU" sz="1400"/>
          </a:p>
        </p:txBody>
      </p:sp>
      <p:sp>
        <p:nvSpPr>
          <p:cNvPr id="36" name="Рисунок 20">
            <a:extLst>
              <a:ext uri="{FF2B5EF4-FFF2-40B4-BE49-F238E27FC236}">
                <a16:creationId xmlns:a16="http://schemas.microsoft.com/office/drawing/2014/main" id="{59D81798-9CE2-B079-E55C-49FED95F5458}"/>
              </a:ext>
            </a:extLst>
          </p:cNvPr>
          <p:cNvSpPr/>
          <p:nvPr/>
        </p:nvSpPr>
        <p:spPr>
          <a:xfrm>
            <a:off x="5006714" y="3594399"/>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sp>
        <p:nvSpPr>
          <p:cNvPr id="26" name="Скругленный прямоугольник 76">
            <a:extLst>
              <a:ext uri="{FF2B5EF4-FFF2-40B4-BE49-F238E27FC236}">
                <a16:creationId xmlns:a16="http://schemas.microsoft.com/office/drawing/2014/main" id="{77F8D851-935D-2130-DEE3-1C84245F2BD0}"/>
              </a:ext>
            </a:extLst>
          </p:cNvPr>
          <p:cNvSpPr/>
          <p:nvPr/>
        </p:nvSpPr>
        <p:spPr>
          <a:xfrm>
            <a:off x="647520" y="4934663"/>
            <a:ext cx="4811571" cy="955792"/>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9" name="Объект 1">
            <a:extLst>
              <a:ext uri="{FF2B5EF4-FFF2-40B4-BE49-F238E27FC236}">
                <a16:creationId xmlns:a16="http://schemas.microsoft.com/office/drawing/2014/main" id="{05304D15-2946-9914-A731-E9B0EF23CA37}"/>
              </a:ext>
            </a:extLst>
          </p:cNvPr>
          <p:cNvSpPr txBox="1">
            <a:spLocks/>
          </p:cNvSpPr>
          <p:nvPr/>
        </p:nvSpPr>
        <p:spPr>
          <a:xfrm>
            <a:off x="892824" y="5138090"/>
            <a:ext cx="876427"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5000">
                <a:ln w="38100">
                  <a:noFill/>
                </a:ln>
                <a:latin typeface="+mj-lt"/>
              </a:rPr>
              <a:t>03</a:t>
            </a:r>
          </a:p>
        </p:txBody>
      </p:sp>
      <p:sp>
        <p:nvSpPr>
          <p:cNvPr id="18" name="Объект 1">
            <a:extLst>
              <a:ext uri="{FF2B5EF4-FFF2-40B4-BE49-F238E27FC236}">
                <a16:creationId xmlns:a16="http://schemas.microsoft.com/office/drawing/2014/main" id="{0003344B-99DA-A3B9-F8B4-E0EE1E970F3C}"/>
              </a:ext>
            </a:extLst>
          </p:cNvPr>
          <p:cNvSpPr txBox="1">
            <a:spLocks/>
          </p:cNvSpPr>
          <p:nvPr/>
        </p:nvSpPr>
        <p:spPr>
          <a:xfrm>
            <a:off x="1948759" y="5152379"/>
            <a:ext cx="3212985"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Заголовок</a:t>
            </a:r>
          </a:p>
          <a:p>
            <a:pPr>
              <a:lnSpc>
                <a:spcPct val="100000"/>
              </a:lnSpc>
            </a:pPr>
            <a:r>
              <a:rPr lang="ru-RU" sz="1400"/>
              <a:t>Кратко сформулируй свою мысль</a:t>
            </a:r>
            <a:r>
              <a:rPr lang="en-US" sz="1400"/>
              <a:t>. </a:t>
            </a:r>
            <a:endParaRPr lang="ru-RU" sz="1400"/>
          </a:p>
        </p:txBody>
      </p:sp>
      <p:sp>
        <p:nvSpPr>
          <p:cNvPr id="37" name="Рисунок 20">
            <a:extLst>
              <a:ext uri="{FF2B5EF4-FFF2-40B4-BE49-F238E27FC236}">
                <a16:creationId xmlns:a16="http://schemas.microsoft.com/office/drawing/2014/main" id="{00A93DBC-1ADD-2086-A1BE-DE63FFCC405F}"/>
              </a:ext>
            </a:extLst>
          </p:cNvPr>
          <p:cNvSpPr/>
          <p:nvPr/>
        </p:nvSpPr>
        <p:spPr>
          <a:xfrm>
            <a:off x="5006714" y="5069188"/>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sp>
        <p:nvSpPr>
          <p:cNvPr id="28" name="Скругленный прямоугольник 76">
            <a:extLst>
              <a:ext uri="{FF2B5EF4-FFF2-40B4-BE49-F238E27FC236}">
                <a16:creationId xmlns:a16="http://schemas.microsoft.com/office/drawing/2014/main" id="{82663EAC-9AC9-34E5-152A-0017DC780705}"/>
              </a:ext>
            </a:extLst>
          </p:cNvPr>
          <p:cNvSpPr/>
          <p:nvPr/>
        </p:nvSpPr>
        <p:spPr>
          <a:xfrm>
            <a:off x="6487603" y="3467039"/>
            <a:ext cx="4811571" cy="955792"/>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13" name="Объект 1">
            <a:extLst>
              <a:ext uri="{FF2B5EF4-FFF2-40B4-BE49-F238E27FC236}">
                <a16:creationId xmlns:a16="http://schemas.microsoft.com/office/drawing/2014/main" id="{959A8327-5641-98B0-E88C-668F6B836B80}"/>
              </a:ext>
            </a:extLst>
          </p:cNvPr>
          <p:cNvSpPr txBox="1">
            <a:spLocks/>
          </p:cNvSpPr>
          <p:nvPr/>
        </p:nvSpPr>
        <p:spPr>
          <a:xfrm>
            <a:off x="6732908" y="3663301"/>
            <a:ext cx="876427"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5000">
                <a:ln w="38100">
                  <a:noFill/>
                </a:ln>
                <a:latin typeface="+mj-lt"/>
              </a:rPr>
              <a:t>05</a:t>
            </a:r>
          </a:p>
        </p:txBody>
      </p:sp>
      <p:sp>
        <p:nvSpPr>
          <p:cNvPr id="22" name="Объект 1">
            <a:extLst>
              <a:ext uri="{FF2B5EF4-FFF2-40B4-BE49-F238E27FC236}">
                <a16:creationId xmlns:a16="http://schemas.microsoft.com/office/drawing/2014/main" id="{B2D072C6-BE85-71E0-FF01-78D38E73CBB5}"/>
              </a:ext>
            </a:extLst>
          </p:cNvPr>
          <p:cNvSpPr txBox="1">
            <a:spLocks/>
          </p:cNvSpPr>
          <p:nvPr/>
        </p:nvSpPr>
        <p:spPr>
          <a:xfrm>
            <a:off x="7788843" y="3682432"/>
            <a:ext cx="3212985"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Заголовок</a:t>
            </a:r>
          </a:p>
          <a:p>
            <a:pPr>
              <a:lnSpc>
                <a:spcPct val="100000"/>
              </a:lnSpc>
            </a:pPr>
            <a:r>
              <a:rPr lang="ru-RU" sz="1400"/>
              <a:t>Кратко сформулируй свою мысль</a:t>
            </a:r>
            <a:r>
              <a:rPr lang="en-US" sz="1400"/>
              <a:t>. </a:t>
            </a:r>
            <a:endParaRPr lang="ru-RU" sz="1400"/>
          </a:p>
        </p:txBody>
      </p:sp>
      <p:sp>
        <p:nvSpPr>
          <p:cNvPr id="38" name="Рисунок 20">
            <a:extLst>
              <a:ext uri="{FF2B5EF4-FFF2-40B4-BE49-F238E27FC236}">
                <a16:creationId xmlns:a16="http://schemas.microsoft.com/office/drawing/2014/main" id="{097B2ADD-B288-8F58-E521-A99EA9D37682}"/>
              </a:ext>
            </a:extLst>
          </p:cNvPr>
          <p:cNvSpPr/>
          <p:nvPr/>
        </p:nvSpPr>
        <p:spPr>
          <a:xfrm>
            <a:off x="10840442" y="3594399"/>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sp>
        <p:nvSpPr>
          <p:cNvPr id="29" name="Скругленный прямоугольник 76">
            <a:extLst>
              <a:ext uri="{FF2B5EF4-FFF2-40B4-BE49-F238E27FC236}">
                <a16:creationId xmlns:a16="http://schemas.microsoft.com/office/drawing/2014/main" id="{A39E9FF8-609C-A4B1-0E58-53D057E8C895}"/>
              </a:ext>
            </a:extLst>
          </p:cNvPr>
          <p:cNvSpPr/>
          <p:nvPr/>
        </p:nvSpPr>
        <p:spPr>
          <a:xfrm>
            <a:off x="6487603" y="4934663"/>
            <a:ext cx="4811571" cy="955792"/>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15" name="Объект 1">
            <a:extLst>
              <a:ext uri="{FF2B5EF4-FFF2-40B4-BE49-F238E27FC236}">
                <a16:creationId xmlns:a16="http://schemas.microsoft.com/office/drawing/2014/main" id="{442AE415-5E8E-65A2-C657-2FD5480A4219}"/>
              </a:ext>
            </a:extLst>
          </p:cNvPr>
          <p:cNvSpPr txBox="1">
            <a:spLocks/>
          </p:cNvSpPr>
          <p:nvPr/>
        </p:nvSpPr>
        <p:spPr>
          <a:xfrm>
            <a:off x="6728145" y="5138090"/>
            <a:ext cx="876427"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5000">
                <a:ln w="38100">
                  <a:noFill/>
                </a:ln>
                <a:latin typeface="+mj-lt"/>
              </a:rPr>
              <a:t>06</a:t>
            </a:r>
          </a:p>
        </p:txBody>
      </p:sp>
      <p:sp>
        <p:nvSpPr>
          <p:cNvPr id="23" name="Объект 1">
            <a:extLst>
              <a:ext uri="{FF2B5EF4-FFF2-40B4-BE49-F238E27FC236}">
                <a16:creationId xmlns:a16="http://schemas.microsoft.com/office/drawing/2014/main" id="{329D5F64-D3B8-5BAD-2465-3E08E7E44A71}"/>
              </a:ext>
            </a:extLst>
          </p:cNvPr>
          <p:cNvSpPr txBox="1">
            <a:spLocks/>
          </p:cNvSpPr>
          <p:nvPr/>
        </p:nvSpPr>
        <p:spPr>
          <a:xfrm>
            <a:off x="7788887" y="5152379"/>
            <a:ext cx="3212985"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Заголовок</a:t>
            </a:r>
          </a:p>
          <a:p>
            <a:pPr>
              <a:lnSpc>
                <a:spcPct val="100000"/>
              </a:lnSpc>
            </a:pPr>
            <a:r>
              <a:rPr lang="ru-RU" sz="1400"/>
              <a:t>Кратко сформулируй свою мысль</a:t>
            </a:r>
            <a:r>
              <a:rPr lang="en-US" sz="1400"/>
              <a:t>. </a:t>
            </a:r>
            <a:endParaRPr lang="ru-RU" sz="1400"/>
          </a:p>
        </p:txBody>
      </p:sp>
      <p:sp>
        <p:nvSpPr>
          <p:cNvPr id="39" name="Рисунок 20">
            <a:extLst>
              <a:ext uri="{FF2B5EF4-FFF2-40B4-BE49-F238E27FC236}">
                <a16:creationId xmlns:a16="http://schemas.microsoft.com/office/drawing/2014/main" id="{5615F4E9-0A85-EC5B-5A93-866667B6E890}"/>
              </a:ext>
            </a:extLst>
          </p:cNvPr>
          <p:cNvSpPr/>
          <p:nvPr/>
        </p:nvSpPr>
        <p:spPr>
          <a:xfrm>
            <a:off x="10840442" y="5069188"/>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sp>
        <p:nvSpPr>
          <p:cNvPr id="27" name="Скругленный прямоугольник 76">
            <a:extLst>
              <a:ext uri="{FF2B5EF4-FFF2-40B4-BE49-F238E27FC236}">
                <a16:creationId xmlns:a16="http://schemas.microsoft.com/office/drawing/2014/main" id="{FFE1DB22-063C-4503-BF8B-C8395412FA2D}"/>
              </a:ext>
            </a:extLst>
          </p:cNvPr>
          <p:cNvSpPr/>
          <p:nvPr/>
        </p:nvSpPr>
        <p:spPr>
          <a:xfrm>
            <a:off x="6487603" y="1999415"/>
            <a:ext cx="4811571" cy="955792"/>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10" name="Объект 1">
            <a:extLst>
              <a:ext uri="{FF2B5EF4-FFF2-40B4-BE49-F238E27FC236}">
                <a16:creationId xmlns:a16="http://schemas.microsoft.com/office/drawing/2014/main" id="{45624E74-413F-23D1-53B9-761ED9E5B6AF}"/>
              </a:ext>
            </a:extLst>
          </p:cNvPr>
          <p:cNvSpPr txBox="1">
            <a:spLocks/>
          </p:cNvSpPr>
          <p:nvPr/>
        </p:nvSpPr>
        <p:spPr>
          <a:xfrm>
            <a:off x="6732908" y="2186805"/>
            <a:ext cx="876427"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5000">
                <a:ln w="38100">
                  <a:noFill/>
                </a:ln>
                <a:latin typeface="+mj-lt"/>
              </a:rPr>
              <a:t>04</a:t>
            </a:r>
          </a:p>
        </p:txBody>
      </p:sp>
      <p:sp>
        <p:nvSpPr>
          <p:cNvPr id="21" name="Объект 1">
            <a:extLst>
              <a:ext uri="{FF2B5EF4-FFF2-40B4-BE49-F238E27FC236}">
                <a16:creationId xmlns:a16="http://schemas.microsoft.com/office/drawing/2014/main" id="{BDFF2CBE-C3BF-245F-2064-5AD0BC48A8CA}"/>
              </a:ext>
            </a:extLst>
          </p:cNvPr>
          <p:cNvSpPr txBox="1">
            <a:spLocks/>
          </p:cNvSpPr>
          <p:nvPr/>
        </p:nvSpPr>
        <p:spPr>
          <a:xfrm>
            <a:off x="7788843" y="2210619"/>
            <a:ext cx="3212985" cy="6012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Заголовок</a:t>
            </a:r>
          </a:p>
          <a:p>
            <a:pPr>
              <a:lnSpc>
                <a:spcPct val="100000"/>
              </a:lnSpc>
            </a:pPr>
            <a:r>
              <a:rPr lang="ru-RU" sz="1400"/>
              <a:t>Кратко сформулируй свою мысль</a:t>
            </a:r>
            <a:r>
              <a:rPr lang="en-US" sz="1400"/>
              <a:t>. </a:t>
            </a:r>
            <a:endParaRPr lang="ru-RU" sz="1400"/>
          </a:p>
        </p:txBody>
      </p:sp>
      <p:sp>
        <p:nvSpPr>
          <p:cNvPr id="40" name="Рисунок 20">
            <a:extLst>
              <a:ext uri="{FF2B5EF4-FFF2-40B4-BE49-F238E27FC236}">
                <a16:creationId xmlns:a16="http://schemas.microsoft.com/office/drawing/2014/main" id="{52EC9354-B2F8-4AE6-2A96-8982F146F619}"/>
              </a:ext>
            </a:extLst>
          </p:cNvPr>
          <p:cNvSpPr/>
          <p:nvPr/>
        </p:nvSpPr>
        <p:spPr>
          <a:xfrm>
            <a:off x="10840442" y="2122208"/>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pic>
        <p:nvPicPr>
          <p:cNvPr id="7" name="Рисунок 6">
            <a:extLst>
              <a:ext uri="{FF2B5EF4-FFF2-40B4-BE49-F238E27FC236}">
                <a16:creationId xmlns:a16="http://schemas.microsoft.com/office/drawing/2014/main" id="{4D372644-0239-23AD-52F8-AE013DDC98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819285">
            <a:off x="4599944" y="1408078"/>
            <a:ext cx="1182675" cy="1182675"/>
          </a:xfrm>
          <a:prstGeom prst="rect">
            <a:avLst/>
          </a:prstGeom>
        </p:spPr>
      </p:pic>
      <p:sp>
        <p:nvSpPr>
          <p:cNvPr id="2" name="Нижний колонтитул 1">
            <a:extLst>
              <a:ext uri="{FF2B5EF4-FFF2-40B4-BE49-F238E27FC236}">
                <a16:creationId xmlns:a16="http://schemas.microsoft.com/office/drawing/2014/main" id="{13C2F46B-CDC7-4F09-8019-E4D0A838FE53}"/>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4210544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3C6B7375-6A7A-5B38-B50C-7471A1A4B8EB}"/>
              </a:ext>
            </a:extLst>
          </p:cNvPr>
          <p:cNvSpPr>
            <a:spLocks noGrp="1"/>
          </p:cNvSpPr>
          <p:nvPr>
            <p:ph type="sldNum" sz="quarter" idx="12"/>
          </p:nvPr>
        </p:nvSpPr>
        <p:spPr/>
        <p:txBody>
          <a:bodyPr/>
          <a:lstStyle/>
          <a:p>
            <a:fld id="{EB5249F5-0093-48B0-B996-C4E44A87EAFB}" type="slidenum">
              <a:rPr lang="ru-RU" smtClean="0"/>
              <a:pPr/>
              <a:t>20</a:t>
            </a:fld>
            <a:endParaRPr lang="ru-RU"/>
          </a:p>
        </p:txBody>
      </p:sp>
      <p:sp>
        <p:nvSpPr>
          <p:cNvPr id="5" name="TextBox 4">
            <a:extLst>
              <a:ext uri="{FF2B5EF4-FFF2-40B4-BE49-F238E27FC236}">
                <a16:creationId xmlns:a16="http://schemas.microsoft.com/office/drawing/2014/main" id="{78049FB8-51B4-19AF-FD0B-158AB93080CD}"/>
              </a:ext>
            </a:extLst>
          </p:cNvPr>
          <p:cNvSpPr txBox="1"/>
          <p:nvPr/>
        </p:nvSpPr>
        <p:spPr>
          <a:xfrm>
            <a:off x="639763" y="274743"/>
            <a:ext cx="6579184" cy="822972"/>
          </a:xfrm>
          <a:prstGeom prst="rect">
            <a:avLst/>
          </a:prstGeom>
          <a:noFill/>
        </p:spPr>
        <p:txBody>
          <a:bodyPr wrap="square" lIns="0" tIns="0" rIns="0" bIns="0" rtlCol="0">
            <a:noAutofit/>
          </a:bodyPr>
          <a:lstStyle/>
          <a:p>
            <a:pPr algn="l"/>
            <a:r>
              <a:rPr lang="en-US" sz="5400">
                <a:solidFill>
                  <a:schemeClr val="accent6">
                    <a:lumMod val="60000"/>
                    <a:lumOff val="40000"/>
                  </a:schemeClr>
                </a:solidFill>
                <a:latin typeface="+mj-lt"/>
              </a:rPr>
              <a:t>AGENDA</a:t>
            </a:r>
            <a:endParaRPr lang="ru-RU" sz="5400">
              <a:solidFill>
                <a:schemeClr val="accent6">
                  <a:lumMod val="60000"/>
                  <a:lumOff val="40000"/>
                </a:schemeClr>
              </a:solidFill>
              <a:latin typeface="+mj-lt"/>
            </a:endParaRPr>
          </a:p>
        </p:txBody>
      </p:sp>
      <p:sp>
        <p:nvSpPr>
          <p:cNvPr id="24" name="Скругленный прямоугольник 76">
            <a:extLst>
              <a:ext uri="{FF2B5EF4-FFF2-40B4-BE49-F238E27FC236}">
                <a16:creationId xmlns:a16="http://schemas.microsoft.com/office/drawing/2014/main" id="{9B6801C7-44FF-460C-8CAC-FEE1C5997F98}"/>
              </a:ext>
            </a:extLst>
          </p:cNvPr>
          <p:cNvSpPr/>
          <p:nvPr/>
        </p:nvSpPr>
        <p:spPr>
          <a:xfrm>
            <a:off x="647520" y="1691514"/>
            <a:ext cx="4811571" cy="1170169"/>
          </a:xfrm>
          <a:prstGeom prst="roundRect">
            <a:avLst>
              <a:gd name="adj" fmla="val 131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16" name="Объект 1">
            <a:extLst>
              <a:ext uri="{FF2B5EF4-FFF2-40B4-BE49-F238E27FC236}">
                <a16:creationId xmlns:a16="http://schemas.microsoft.com/office/drawing/2014/main" id="{F5EA58D2-BFA2-0202-E256-28979DF90197}"/>
              </a:ext>
            </a:extLst>
          </p:cNvPr>
          <p:cNvSpPr txBox="1">
            <a:spLocks/>
          </p:cNvSpPr>
          <p:nvPr/>
        </p:nvSpPr>
        <p:spPr>
          <a:xfrm>
            <a:off x="1849156" y="1902719"/>
            <a:ext cx="2953360" cy="79683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bg1"/>
                </a:solidFill>
              </a:rPr>
              <a:t>Заголовок</a:t>
            </a:r>
          </a:p>
          <a:p>
            <a:pPr>
              <a:lnSpc>
                <a:spcPct val="100000"/>
              </a:lnSpc>
            </a:pPr>
            <a:r>
              <a:rPr lang="ru-RU" sz="1400">
                <a:solidFill>
                  <a:schemeClr val="bg1"/>
                </a:solidFill>
              </a:rPr>
              <a:t>Кратко сформулируй свою мысль</a:t>
            </a:r>
            <a:r>
              <a:rPr lang="en-US" sz="1400">
                <a:solidFill>
                  <a:schemeClr val="bg1"/>
                </a:solidFill>
              </a:rPr>
              <a:t>.</a:t>
            </a:r>
            <a:r>
              <a:rPr lang="ru-RU" sz="1400">
                <a:solidFill>
                  <a:schemeClr val="bg1"/>
                </a:solidFill>
              </a:rPr>
              <a:t> Размести здесь свой текст. </a:t>
            </a:r>
          </a:p>
        </p:txBody>
      </p:sp>
      <p:grpSp>
        <p:nvGrpSpPr>
          <p:cNvPr id="41" name="Группа 40">
            <a:extLst>
              <a:ext uri="{FF2B5EF4-FFF2-40B4-BE49-F238E27FC236}">
                <a16:creationId xmlns:a16="http://schemas.microsoft.com/office/drawing/2014/main" id="{23765E90-D6D9-F14C-1CFF-BC4239314D44}"/>
              </a:ext>
            </a:extLst>
          </p:cNvPr>
          <p:cNvGrpSpPr/>
          <p:nvPr/>
        </p:nvGrpSpPr>
        <p:grpSpPr>
          <a:xfrm>
            <a:off x="820644" y="1857867"/>
            <a:ext cx="789081" cy="837464"/>
            <a:chOff x="820644" y="1881189"/>
            <a:chExt cx="789081" cy="837464"/>
          </a:xfrm>
        </p:grpSpPr>
        <p:sp>
          <p:nvSpPr>
            <p:cNvPr id="19" name="Прямоугольник: скругленные углы 18">
              <a:extLst>
                <a:ext uri="{FF2B5EF4-FFF2-40B4-BE49-F238E27FC236}">
                  <a16:creationId xmlns:a16="http://schemas.microsoft.com/office/drawing/2014/main" id="{2994BDD2-0218-3317-9765-0AD3DCE6D2AE}"/>
                </a:ext>
              </a:extLst>
            </p:cNvPr>
            <p:cNvSpPr/>
            <p:nvPr/>
          </p:nvSpPr>
          <p:spPr>
            <a:xfrm>
              <a:off x="820644" y="1881189"/>
              <a:ext cx="789081" cy="83746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8" name="Объект 1">
              <a:extLst>
                <a:ext uri="{FF2B5EF4-FFF2-40B4-BE49-F238E27FC236}">
                  <a16:creationId xmlns:a16="http://schemas.microsoft.com/office/drawing/2014/main" id="{1E231511-5CE3-734E-13A1-F7158A145D49}"/>
                </a:ext>
              </a:extLst>
            </p:cNvPr>
            <p:cNvSpPr txBox="1">
              <a:spLocks/>
            </p:cNvSpPr>
            <p:nvPr/>
          </p:nvSpPr>
          <p:spPr>
            <a:xfrm>
              <a:off x="937697" y="2109556"/>
              <a:ext cx="554974" cy="38073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solidFill>
                    <a:schemeClr val="accent1"/>
                  </a:solidFill>
                  <a:latin typeface="+mj-lt"/>
                </a:rPr>
                <a:t>01</a:t>
              </a:r>
            </a:p>
          </p:txBody>
        </p:sp>
      </p:grpSp>
      <p:sp>
        <p:nvSpPr>
          <p:cNvPr id="20" name="Рисунок 15">
            <a:extLst>
              <a:ext uri="{FF2B5EF4-FFF2-40B4-BE49-F238E27FC236}">
                <a16:creationId xmlns:a16="http://schemas.microsoft.com/office/drawing/2014/main" id="{EB08F057-0FB2-7A25-FD06-3A65CE7DA887}"/>
              </a:ext>
            </a:extLst>
          </p:cNvPr>
          <p:cNvSpPr/>
          <p:nvPr/>
        </p:nvSpPr>
        <p:spPr>
          <a:xfrm rot="5400000">
            <a:off x="5033671" y="1814294"/>
            <a:ext cx="283088" cy="283116"/>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bg1"/>
          </a:solidFill>
          <a:ln w="9525" cap="flat">
            <a:noFill/>
            <a:prstDash val="solid"/>
            <a:miter/>
          </a:ln>
        </p:spPr>
        <p:txBody>
          <a:bodyPr rtlCol="0" anchor="ctr"/>
          <a:lstStyle/>
          <a:p>
            <a:endParaRPr lang="ru-RU"/>
          </a:p>
        </p:txBody>
      </p:sp>
      <p:sp>
        <p:nvSpPr>
          <p:cNvPr id="27" name="Скругленный прямоугольник 76">
            <a:extLst>
              <a:ext uri="{FF2B5EF4-FFF2-40B4-BE49-F238E27FC236}">
                <a16:creationId xmlns:a16="http://schemas.microsoft.com/office/drawing/2014/main" id="{FFE1DB22-063C-4503-BF8B-C8395412FA2D}"/>
              </a:ext>
            </a:extLst>
          </p:cNvPr>
          <p:cNvSpPr/>
          <p:nvPr/>
        </p:nvSpPr>
        <p:spPr>
          <a:xfrm>
            <a:off x="6487603" y="1691514"/>
            <a:ext cx="4811571" cy="1170169"/>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21" name="Объект 1">
            <a:extLst>
              <a:ext uri="{FF2B5EF4-FFF2-40B4-BE49-F238E27FC236}">
                <a16:creationId xmlns:a16="http://schemas.microsoft.com/office/drawing/2014/main" id="{BDFF2CBE-C3BF-245F-2064-5AD0BC48A8CA}"/>
              </a:ext>
            </a:extLst>
          </p:cNvPr>
          <p:cNvSpPr txBox="1">
            <a:spLocks/>
          </p:cNvSpPr>
          <p:nvPr/>
        </p:nvSpPr>
        <p:spPr>
          <a:xfrm>
            <a:off x="7689240" y="1902719"/>
            <a:ext cx="2953360" cy="7956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6">
                    <a:lumMod val="75000"/>
                  </a:schemeClr>
                </a:solidFill>
              </a:rPr>
              <a:t>Заголовок</a:t>
            </a:r>
          </a:p>
          <a:p>
            <a:pPr>
              <a:lnSpc>
                <a:spcPct val="100000"/>
              </a:lnSpc>
            </a:pPr>
            <a:r>
              <a:rPr lang="ru-RU" sz="1400">
                <a:solidFill>
                  <a:schemeClr val="accent6">
                    <a:lumMod val="75000"/>
                  </a:schemeClr>
                </a:solidFill>
              </a:rPr>
              <a:t>Кратко сформулируй свою мысль</a:t>
            </a:r>
            <a:r>
              <a:rPr lang="en-US" sz="1400">
                <a:solidFill>
                  <a:schemeClr val="accent6">
                    <a:lumMod val="75000"/>
                  </a:schemeClr>
                </a:solidFill>
              </a:rPr>
              <a:t>. </a:t>
            </a:r>
            <a:r>
              <a:rPr lang="ru-RU" sz="1400">
                <a:solidFill>
                  <a:schemeClr val="accent6">
                    <a:lumMod val="75000"/>
                  </a:schemeClr>
                </a:solidFill>
              </a:rPr>
              <a:t>Размести здесь свой текст. </a:t>
            </a:r>
          </a:p>
        </p:txBody>
      </p:sp>
      <p:sp>
        <p:nvSpPr>
          <p:cNvPr id="40" name="Рисунок 20">
            <a:extLst>
              <a:ext uri="{FF2B5EF4-FFF2-40B4-BE49-F238E27FC236}">
                <a16:creationId xmlns:a16="http://schemas.microsoft.com/office/drawing/2014/main" id="{52EC9354-B2F8-4AE6-2A96-8982F146F619}"/>
              </a:ext>
            </a:extLst>
          </p:cNvPr>
          <p:cNvSpPr/>
          <p:nvPr/>
        </p:nvSpPr>
        <p:spPr>
          <a:xfrm>
            <a:off x="10840442" y="1814308"/>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grpSp>
        <p:nvGrpSpPr>
          <p:cNvPr id="43" name="Группа 42">
            <a:extLst>
              <a:ext uri="{FF2B5EF4-FFF2-40B4-BE49-F238E27FC236}">
                <a16:creationId xmlns:a16="http://schemas.microsoft.com/office/drawing/2014/main" id="{5C2EF16F-BCD5-7BBE-C945-608245B6A508}"/>
              </a:ext>
            </a:extLst>
          </p:cNvPr>
          <p:cNvGrpSpPr/>
          <p:nvPr/>
        </p:nvGrpSpPr>
        <p:grpSpPr>
          <a:xfrm>
            <a:off x="6660727" y="1857867"/>
            <a:ext cx="789081" cy="837464"/>
            <a:chOff x="6660727" y="1881189"/>
            <a:chExt cx="789081" cy="837464"/>
          </a:xfrm>
        </p:grpSpPr>
        <p:sp>
          <p:nvSpPr>
            <p:cNvPr id="32" name="Прямоугольник: скругленные углы 31">
              <a:extLst>
                <a:ext uri="{FF2B5EF4-FFF2-40B4-BE49-F238E27FC236}">
                  <a16:creationId xmlns:a16="http://schemas.microsoft.com/office/drawing/2014/main" id="{E8785563-A276-49F3-5AC3-4B1F5AA55CD9}"/>
                </a:ext>
              </a:extLst>
            </p:cNvPr>
            <p:cNvSpPr/>
            <p:nvPr/>
          </p:nvSpPr>
          <p:spPr>
            <a:xfrm>
              <a:off x="6660727" y="1881189"/>
              <a:ext cx="789081" cy="83746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 name="Объект 1">
              <a:extLst>
                <a:ext uri="{FF2B5EF4-FFF2-40B4-BE49-F238E27FC236}">
                  <a16:creationId xmlns:a16="http://schemas.microsoft.com/office/drawing/2014/main" id="{45624E74-413F-23D1-53B9-761ED9E5B6AF}"/>
                </a:ext>
              </a:extLst>
            </p:cNvPr>
            <p:cNvSpPr txBox="1">
              <a:spLocks/>
            </p:cNvSpPr>
            <p:nvPr/>
          </p:nvSpPr>
          <p:spPr>
            <a:xfrm>
              <a:off x="6777780" y="2109556"/>
              <a:ext cx="554974" cy="38073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solidFill>
                    <a:schemeClr val="accent6"/>
                  </a:solidFill>
                  <a:latin typeface="+mj-lt"/>
                </a:rPr>
                <a:t>04</a:t>
              </a:r>
            </a:p>
          </p:txBody>
        </p:sp>
      </p:grpSp>
      <p:sp>
        <p:nvSpPr>
          <p:cNvPr id="25" name="Скругленный прямоугольник 76">
            <a:extLst>
              <a:ext uri="{FF2B5EF4-FFF2-40B4-BE49-F238E27FC236}">
                <a16:creationId xmlns:a16="http://schemas.microsoft.com/office/drawing/2014/main" id="{FEB90DDD-E6A7-3C2C-AD4C-66AC1CCF3C42}"/>
              </a:ext>
            </a:extLst>
          </p:cNvPr>
          <p:cNvSpPr/>
          <p:nvPr/>
        </p:nvSpPr>
        <p:spPr>
          <a:xfrm>
            <a:off x="647520" y="3197449"/>
            <a:ext cx="4811571" cy="1170169"/>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17" name="Объект 1">
            <a:extLst>
              <a:ext uri="{FF2B5EF4-FFF2-40B4-BE49-F238E27FC236}">
                <a16:creationId xmlns:a16="http://schemas.microsoft.com/office/drawing/2014/main" id="{A52C384E-A638-354E-4E8F-2198D956C73F}"/>
              </a:ext>
            </a:extLst>
          </p:cNvPr>
          <p:cNvSpPr txBox="1">
            <a:spLocks/>
          </p:cNvSpPr>
          <p:nvPr/>
        </p:nvSpPr>
        <p:spPr>
          <a:xfrm>
            <a:off x="1849156" y="3412843"/>
            <a:ext cx="2953360" cy="7956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6">
                    <a:lumMod val="75000"/>
                  </a:schemeClr>
                </a:solidFill>
              </a:rPr>
              <a:t>Заголовок</a:t>
            </a:r>
          </a:p>
          <a:p>
            <a:pPr>
              <a:lnSpc>
                <a:spcPct val="100000"/>
              </a:lnSpc>
            </a:pPr>
            <a:r>
              <a:rPr lang="ru-RU" sz="1400">
                <a:solidFill>
                  <a:schemeClr val="accent6">
                    <a:lumMod val="75000"/>
                  </a:schemeClr>
                </a:solidFill>
              </a:rPr>
              <a:t>Кратко сформулируй свою мысль</a:t>
            </a:r>
            <a:r>
              <a:rPr lang="en-US" sz="1400">
                <a:solidFill>
                  <a:schemeClr val="accent6">
                    <a:lumMod val="75000"/>
                  </a:schemeClr>
                </a:solidFill>
              </a:rPr>
              <a:t>. </a:t>
            </a:r>
            <a:r>
              <a:rPr lang="ru-RU" sz="1400">
                <a:solidFill>
                  <a:schemeClr val="accent6">
                    <a:lumMod val="75000"/>
                  </a:schemeClr>
                </a:solidFill>
              </a:rPr>
              <a:t>Размести здесь свой текст. </a:t>
            </a:r>
          </a:p>
        </p:txBody>
      </p:sp>
      <p:sp>
        <p:nvSpPr>
          <p:cNvPr id="36" name="Рисунок 20">
            <a:extLst>
              <a:ext uri="{FF2B5EF4-FFF2-40B4-BE49-F238E27FC236}">
                <a16:creationId xmlns:a16="http://schemas.microsoft.com/office/drawing/2014/main" id="{59D81798-9CE2-B079-E55C-49FED95F5458}"/>
              </a:ext>
            </a:extLst>
          </p:cNvPr>
          <p:cNvSpPr/>
          <p:nvPr/>
        </p:nvSpPr>
        <p:spPr>
          <a:xfrm>
            <a:off x="5006714" y="3324810"/>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grpSp>
        <p:nvGrpSpPr>
          <p:cNvPr id="35" name="Группа 34">
            <a:extLst>
              <a:ext uri="{FF2B5EF4-FFF2-40B4-BE49-F238E27FC236}">
                <a16:creationId xmlns:a16="http://schemas.microsoft.com/office/drawing/2014/main" id="{38C87245-7B3D-FA08-6F53-07A8DBD4CD4D}"/>
              </a:ext>
            </a:extLst>
          </p:cNvPr>
          <p:cNvGrpSpPr/>
          <p:nvPr/>
        </p:nvGrpSpPr>
        <p:grpSpPr>
          <a:xfrm>
            <a:off x="820644" y="3363801"/>
            <a:ext cx="789081" cy="837464"/>
            <a:chOff x="820644" y="3242742"/>
            <a:chExt cx="789081" cy="837464"/>
          </a:xfrm>
        </p:grpSpPr>
        <p:sp>
          <p:nvSpPr>
            <p:cNvPr id="30" name="Прямоугольник: скругленные углы 29">
              <a:extLst>
                <a:ext uri="{FF2B5EF4-FFF2-40B4-BE49-F238E27FC236}">
                  <a16:creationId xmlns:a16="http://schemas.microsoft.com/office/drawing/2014/main" id="{573D7E5E-08BC-ACE6-A61D-212AFBCC6E0C}"/>
                </a:ext>
              </a:extLst>
            </p:cNvPr>
            <p:cNvSpPr/>
            <p:nvPr/>
          </p:nvSpPr>
          <p:spPr>
            <a:xfrm>
              <a:off x="820644" y="3242742"/>
              <a:ext cx="789081" cy="83746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 name="Объект 1">
              <a:extLst>
                <a:ext uri="{FF2B5EF4-FFF2-40B4-BE49-F238E27FC236}">
                  <a16:creationId xmlns:a16="http://schemas.microsoft.com/office/drawing/2014/main" id="{0E2B5BEE-D901-9087-247B-2930FE0FBBDF}"/>
                </a:ext>
              </a:extLst>
            </p:cNvPr>
            <p:cNvSpPr txBox="1">
              <a:spLocks/>
            </p:cNvSpPr>
            <p:nvPr/>
          </p:nvSpPr>
          <p:spPr>
            <a:xfrm>
              <a:off x="937697" y="3471109"/>
              <a:ext cx="554974" cy="38073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solidFill>
                    <a:schemeClr val="accent6"/>
                  </a:solidFill>
                  <a:latin typeface="+mj-lt"/>
                </a:rPr>
                <a:t>02</a:t>
              </a:r>
            </a:p>
          </p:txBody>
        </p:sp>
      </p:grpSp>
      <p:sp>
        <p:nvSpPr>
          <p:cNvPr id="28" name="Скругленный прямоугольник 76">
            <a:extLst>
              <a:ext uri="{FF2B5EF4-FFF2-40B4-BE49-F238E27FC236}">
                <a16:creationId xmlns:a16="http://schemas.microsoft.com/office/drawing/2014/main" id="{82663EAC-9AC9-34E5-152A-0017DC780705}"/>
              </a:ext>
            </a:extLst>
          </p:cNvPr>
          <p:cNvSpPr/>
          <p:nvPr/>
        </p:nvSpPr>
        <p:spPr>
          <a:xfrm>
            <a:off x="6487603" y="3197449"/>
            <a:ext cx="4811571" cy="1170169"/>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22" name="Объект 1">
            <a:extLst>
              <a:ext uri="{FF2B5EF4-FFF2-40B4-BE49-F238E27FC236}">
                <a16:creationId xmlns:a16="http://schemas.microsoft.com/office/drawing/2014/main" id="{B2D072C6-BE85-71E0-FF01-78D38E73CBB5}"/>
              </a:ext>
            </a:extLst>
          </p:cNvPr>
          <p:cNvSpPr txBox="1">
            <a:spLocks/>
          </p:cNvSpPr>
          <p:nvPr/>
        </p:nvSpPr>
        <p:spPr>
          <a:xfrm>
            <a:off x="7689240" y="3412843"/>
            <a:ext cx="2953360" cy="7956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6">
                    <a:lumMod val="75000"/>
                  </a:schemeClr>
                </a:solidFill>
              </a:rPr>
              <a:t>Заголовок</a:t>
            </a:r>
          </a:p>
          <a:p>
            <a:pPr>
              <a:lnSpc>
                <a:spcPct val="100000"/>
              </a:lnSpc>
            </a:pPr>
            <a:r>
              <a:rPr lang="ru-RU" sz="1400">
                <a:solidFill>
                  <a:schemeClr val="accent6">
                    <a:lumMod val="75000"/>
                  </a:schemeClr>
                </a:solidFill>
              </a:rPr>
              <a:t>Кратко сформулируй свою мысль</a:t>
            </a:r>
            <a:r>
              <a:rPr lang="en-US" sz="1400">
                <a:solidFill>
                  <a:schemeClr val="accent6">
                    <a:lumMod val="75000"/>
                  </a:schemeClr>
                </a:solidFill>
              </a:rPr>
              <a:t>. </a:t>
            </a:r>
            <a:r>
              <a:rPr lang="ru-RU" sz="1400">
                <a:solidFill>
                  <a:schemeClr val="accent6">
                    <a:lumMod val="75000"/>
                  </a:schemeClr>
                </a:solidFill>
              </a:rPr>
              <a:t>Размести здесь свой текст. </a:t>
            </a:r>
          </a:p>
        </p:txBody>
      </p:sp>
      <p:sp>
        <p:nvSpPr>
          <p:cNvPr id="38" name="Рисунок 20">
            <a:extLst>
              <a:ext uri="{FF2B5EF4-FFF2-40B4-BE49-F238E27FC236}">
                <a16:creationId xmlns:a16="http://schemas.microsoft.com/office/drawing/2014/main" id="{097B2ADD-B288-8F58-E521-A99EA9D37682}"/>
              </a:ext>
            </a:extLst>
          </p:cNvPr>
          <p:cNvSpPr/>
          <p:nvPr/>
        </p:nvSpPr>
        <p:spPr>
          <a:xfrm>
            <a:off x="10840442" y="3324810"/>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grpSp>
        <p:nvGrpSpPr>
          <p:cNvPr id="44" name="Группа 43">
            <a:extLst>
              <a:ext uri="{FF2B5EF4-FFF2-40B4-BE49-F238E27FC236}">
                <a16:creationId xmlns:a16="http://schemas.microsoft.com/office/drawing/2014/main" id="{861CEB76-DCC9-4BDB-8491-38C4441A9FB3}"/>
              </a:ext>
            </a:extLst>
          </p:cNvPr>
          <p:cNvGrpSpPr/>
          <p:nvPr/>
        </p:nvGrpSpPr>
        <p:grpSpPr>
          <a:xfrm>
            <a:off x="6660727" y="3363801"/>
            <a:ext cx="789081" cy="837464"/>
            <a:chOff x="6660727" y="3242742"/>
            <a:chExt cx="789081" cy="837464"/>
          </a:xfrm>
        </p:grpSpPr>
        <p:sp>
          <p:nvSpPr>
            <p:cNvPr id="33" name="Прямоугольник: скругленные углы 32">
              <a:extLst>
                <a:ext uri="{FF2B5EF4-FFF2-40B4-BE49-F238E27FC236}">
                  <a16:creationId xmlns:a16="http://schemas.microsoft.com/office/drawing/2014/main" id="{81678701-F08B-B7DB-2831-FA0EDCACAFAE}"/>
                </a:ext>
              </a:extLst>
            </p:cNvPr>
            <p:cNvSpPr/>
            <p:nvPr/>
          </p:nvSpPr>
          <p:spPr>
            <a:xfrm>
              <a:off x="6660727" y="3242742"/>
              <a:ext cx="789081" cy="83746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 name="Объект 1">
              <a:extLst>
                <a:ext uri="{FF2B5EF4-FFF2-40B4-BE49-F238E27FC236}">
                  <a16:creationId xmlns:a16="http://schemas.microsoft.com/office/drawing/2014/main" id="{959A8327-5641-98B0-E88C-668F6B836B80}"/>
                </a:ext>
              </a:extLst>
            </p:cNvPr>
            <p:cNvSpPr txBox="1">
              <a:spLocks/>
            </p:cNvSpPr>
            <p:nvPr/>
          </p:nvSpPr>
          <p:spPr>
            <a:xfrm>
              <a:off x="6777780" y="3471109"/>
              <a:ext cx="554974" cy="38073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solidFill>
                    <a:schemeClr val="accent6"/>
                  </a:solidFill>
                  <a:latin typeface="+mj-lt"/>
                </a:rPr>
                <a:t>05</a:t>
              </a:r>
            </a:p>
          </p:txBody>
        </p:sp>
      </p:grpSp>
      <p:sp>
        <p:nvSpPr>
          <p:cNvPr id="26" name="Скругленный прямоугольник 76">
            <a:extLst>
              <a:ext uri="{FF2B5EF4-FFF2-40B4-BE49-F238E27FC236}">
                <a16:creationId xmlns:a16="http://schemas.microsoft.com/office/drawing/2014/main" id="{77F8D851-935D-2130-DEE3-1C84245F2BD0}"/>
              </a:ext>
            </a:extLst>
          </p:cNvPr>
          <p:cNvSpPr/>
          <p:nvPr/>
        </p:nvSpPr>
        <p:spPr>
          <a:xfrm>
            <a:off x="647520" y="4703384"/>
            <a:ext cx="4811571" cy="1170169"/>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18" name="Объект 1">
            <a:extLst>
              <a:ext uri="{FF2B5EF4-FFF2-40B4-BE49-F238E27FC236}">
                <a16:creationId xmlns:a16="http://schemas.microsoft.com/office/drawing/2014/main" id="{0003344B-99DA-A3B9-F8B4-E0EE1E970F3C}"/>
              </a:ext>
            </a:extLst>
          </p:cNvPr>
          <p:cNvSpPr txBox="1">
            <a:spLocks/>
          </p:cNvSpPr>
          <p:nvPr/>
        </p:nvSpPr>
        <p:spPr>
          <a:xfrm>
            <a:off x="1849156" y="4921101"/>
            <a:ext cx="2953360" cy="7956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6">
                    <a:lumMod val="75000"/>
                  </a:schemeClr>
                </a:solidFill>
              </a:rPr>
              <a:t>Заголовок</a:t>
            </a:r>
          </a:p>
          <a:p>
            <a:pPr>
              <a:lnSpc>
                <a:spcPct val="100000"/>
              </a:lnSpc>
            </a:pPr>
            <a:r>
              <a:rPr lang="ru-RU" sz="1400">
                <a:solidFill>
                  <a:schemeClr val="accent6">
                    <a:lumMod val="75000"/>
                  </a:schemeClr>
                </a:solidFill>
              </a:rPr>
              <a:t>Кратко сформулируй свою мысль</a:t>
            </a:r>
            <a:r>
              <a:rPr lang="en-US" sz="1400">
                <a:solidFill>
                  <a:schemeClr val="accent6">
                    <a:lumMod val="75000"/>
                  </a:schemeClr>
                </a:solidFill>
              </a:rPr>
              <a:t>. </a:t>
            </a:r>
            <a:r>
              <a:rPr lang="ru-RU" sz="1400">
                <a:solidFill>
                  <a:schemeClr val="accent6">
                    <a:lumMod val="75000"/>
                  </a:schemeClr>
                </a:solidFill>
              </a:rPr>
              <a:t>Размести здесь свой текст. </a:t>
            </a:r>
          </a:p>
        </p:txBody>
      </p:sp>
      <p:sp>
        <p:nvSpPr>
          <p:cNvPr id="37" name="Рисунок 20">
            <a:extLst>
              <a:ext uri="{FF2B5EF4-FFF2-40B4-BE49-F238E27FC236}">
                <a16:creationId xmlns:a16="http://schemas.microsoft.com/office/drawing/2014/main" id="{00A93DBC-1ADD-2086-A1BE-DE63FFCC405F}"/>
              </a:ext>
            </a:extLst>
          </p:cNvPr>
          <p:cNvSpPr/>
          <p:nvPr/>
        </p:nvSpPr>
        <p:spPr>
          <a:xfrm>
            <a:off x="5006714" y="4837910"/>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grpSp>
        <p:nvGrpSpPr>
          <p:cNvPr id="42" name="Группа 41">
            <a:extLst>
              <a:ext uri="{FF2B5EF4-FFF2-40B4-BE49-F238E27FC236}">
                <a16:creationId xmlns:a16="http://schemas.microsoft.com/office/drawing/2014/main" id="{43934889-D530-5037-EB7A-0925BA6CF827}"/>
              </a:ext>
            </a:extLst>
          </p:cNvPr>
          <p:cNvGrpSpPr/>
          <p:nvPr/>
        </p:nvGrpSpPr>
        <p:grpSpPr>
          <a:xfrm>
            <a:off x="820644" y="4872361"/>
            <a:ext cx="789081" cy="837464"/>
            <a:chOff x="820644" y="4608628"/>
            <a:chExt cx="789081" cy="837464"/>
          </a:xfrm>
        </p:grpSpPr>
        <p:sp>
          <p:nvSpPr>
            <p:cNvPr id="31" name="Прямоугольник: скругленные углы 30">
              <a:extLst>
                <a:ext uri="{FF2B5EF4-FFF2-40B4-BE49-F238E27FC236}">
                  <a16:creationId xmlns:a16="http://schemas.microsoft.com/office/drawing/2014/main" id="{B8F96739-32A6-8AED-0AC7-FF46372EC4D8}"/>
                </a:ext>
              </a:extLst>
            </p:cNvPr>
            <p:cNvSpPr/>
            <p:nvPr/>
          </p:nvSpPr>
          <p:spPr>
            <a:xfrm>
              <a:off x="820644" y="4608628"/>
              <a:ext cx="789081" cy="83746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 name="Объект 1">
              <a:extLst>
                <a:ext uri="{FF2B5EF4-FFF2-40B4-BE49-F238E27FC236}">
                  <a16:creationId xmlns:a16="http://schemas.microsoft.com/office/drawing/2014/main" id="{05304D15-2946-9914-A731-E9B0EF23CA37}"/>
                </a:ext>
              </a:extLst>
            </p:cNvPr>
            <p:cNvSpPr txBox="1">
              <a:spLocks/>
            </p:cNvSpPr>
            <p:nvPr/>
          </p:nvSpPr>
          <p:spPr>
            <a:xfrm>
              <a:off x="937697" y="4836995"/>
              <a:ext cx="554974" cy="38073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solidFill>
                    <a:schemeClr val="accent6"/>
                  </a:solidFill>
                  <a:latin typeface="+mj-lt"/>
                </a:rPr>
                <a:t>03</a:t>
              </a:r>
            </a:p>
          </p:txBody>
        </p:sp>
      </p:grpSp>
      <p:sp>
        <p:nvSpPr>
          <p:cNvPr id="29" name="Скругленный прямоугольник 76">
            <a:extLst>
              <a:ext uri="{FF2B5EF4-FFF2-40B4-BE49-F238E27FC236}">
                <a16:creationId xmlns:a16="http://schemas.microsoft.com/office/drawing/2014/main" id="{A39E9FF8-609C-A4B1-0E58-53D057E8C895}"/>
              </a:ext>
            </a:extLst>
          </p:cNvPr>
          <p:cNvSpPr/>
          <p:nvPr/>
        </p:nvSpPr>
        <p:spPr>
          <a:xfrm>
            <a:off x="6487603" y="4703384"/>
            <a:ext cx="4811571" cy="1170169"/>
          </a:xfrm>
          <a:prstGeom prst="roundRect">
            <a:avLst>
              <a:gd name="adj" fmla="val 131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23" name="Объект 1">
            <a:extLst>
              <a:ext uri="{FF2B5EF4-FFF2-40B4-BE49-F238E27FC236}">
                <a16:creationId xmlns:a16="http://schemas.microsoft.com/office/drawing/2014/main" id="{329D5F64-D3B8-5BAD-2465-3E08E7E44A71}"/>
              </a:ext>
            </a:extLst>
          </p:cNvPr>
          <p:cNvSpPr txBox="1">
            <a:spLocks/>
          </p:cNvSpPr>
          <p:nvPr/>
        </p:nvSpPr>
        <p:spPr>
          <a:xfrm>
            <a:off x="7689284" y="4921101"/>
            <a:ext cx="2953360" cy="7956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6">
                    <a:lumMod val="75000"/>
                  </a:schemeClr>
                </a:solidFill>
              </a:rPr>
              <a:t>Заголовок</a:t>
            </a:r>
          </a:p>
          <a:p>
            <a:pPr>
              <a:lnSpc>
                <a:spcPct val="100000"/>
              </a:lnSpc>
            </a:pPr>
            <a:r>
              <a:rPr lang="ru-RU" sz="1400">
                <a:solidFill>
                  <a:schemeClr val="accent6">
                    <a:lumMod val="75000"/>
                  </a:schemeClr>
                </a:solidFill>
              </a:rPr>
              <a:t>Кратко сформулируй свою мысль</a:t>
            </a:r>
            <a:r>
              <a:rPr lang="en-US" sz="1400">
                <a:solidFill>
                  <a:schemeClr val="accent6">
                    <a:lumMod val="75000"/>
                  </a:schemeClr>
                </a:solidFill>
              </a:rPr>
              <a:t>. </a:t>
            </a:r>
            <a:r>
              <a:rPr lang="ru-RU" sz="1400">
                <a:solidFill>
                  <a:schemeClr val="accent6">
                    <a:lumMod val="75000"/>
                  </a:schemeClr>
                </a:solidFill>
              </a:rPr>
              <a:t>Размести здесь свой текст. </a:t>
            </a:r>
          </a:p>
        </p:txBody>
      </p:sp>
      <p:sp>
        <p:nvSpPr>
          <p:cNvPr id="39" name="Рисунок 20">
            <a:extLst>
              <a:ext uri="{FF2B5EF4-FFF2-40B4-BE49-F238E27FC236}">
                <a16:creationId xmlns:a16="http://schemas.microsoft.com/office/drawing/2014/main" id="{5615F4E9-0A85-EC5B-5A93-866667B6E890}"/>
              </a:ext>
            </a:extLst>
          </p:cNvPr>
          <p:cNvSpPr/>
          <p:nvPr/>
        </p:nvSpPr>
        <p:spPr>
          <a:xfrm>
            <a:off x="10840442" y="4837910"/>
            <a:ext cx="310059" cy="68902"/>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lumMod val="60000"/>
              <a:lumOff val="40000"/>
            </a:schemeClr>
          </a:solidFill>
          <a:ln w="16933" cap="flat">
            <a:noFill/>
            <a:prstDash val="solid"/>
            <a:miter/>
          </a:ln>
        </p:spPr>
        <p:txBody>
          <a:bodyPr rtlCol="0" anchor="ctr"/>
          <a:lstStyle/>
          <a:p>
            <a:endParaRPr lang="ru-RU"/>
          </a:p>
        </p:txBody>
      </p:sp>
      <p:grpSp>
        <p:nvGrpSpPr>
          <p:cNvPr id="45" name="Группа 44">
            <a:extLst>
              <a:ext uri="{FF2B5EF4-FFF2-40B4-BE49-F238E27FC236}">
                <a16:creationId xmlns:a16="http://schemas.microsoft.com/office/drawing/2014/main" id="{28D0DD94-C0AD-96CA-720E-A5843472FAC7}"/>
              </a:ext>
            </a:extLst>
          </p:cNvPr>
          <p:cNvGrpSpPr/>
          <p:nvPr/>
        </p:nvGrpSpPr>
        <p:grpSpPr>
          <a:xfrm>
            <a:off x="6660727" y="4872361"/>
            <a:ext cx="789081" cy="837464"/>
            <a:chOff x="6660727" y="4608628"/>
            <a:chExt cx="789081" cy="837464"/>
          </a:xfrm>
        </p:grpSpPr>
        <p:sp>
          <p:nvSpPr>
            <p:cNvPr id="34" name="Прямоугольник: скругленные углы 33">
              <a:extLst>
                <a:ext uri="{FF2B5EF4-FFF2-40B4-BE49-F238E27FC236}">
                  <a16:creationId xmlns:a16="http://schemas.microsoft.com/office/drawing/2014/main" id="{8D3C64CB-4BB8-EDC8-A377-79D459547F85}"/>
                </a:ext>
              </a:extLst>
            </p:cNvPr>
            <p:cNvSpPr/>
            <p:nvPr/>
          </p:nvSpPr>
          <p:spPr>
            <a:xfrm>
              <a:off x="6660727" y="4608628"/>
              <a:ext cx="789081" cy="83746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 name="Объект 1">
              <a:extLst>
                <a:ext uri="{FF2B5EF4-FFF2-40B4-BE49-F238E27FC236}">
                  <a16:creationId xmlns:a16="http://schemas.microsoft.com/office/drawing/2014/main" id="{442AE415-5E8E-65A2-C657-2FD5480A4219}"/>
                </a:ext>
              </a:extLst>
            </p:cNvPr>
            <p:cNvSpPr txBox="1">
              <a:spLocks/>
            </p:cNvSpPr>
            <p:nvPr/>
          </p:nvSpPr>
          <p:spPr>
            <a:xfrm>
              <a:off x="6777780" y="4836995"/>
              <a:ext cx="554974" cy="38073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solidFill>
                    <a:schemeClr val="accent6"/>
                  </a:solidFill>
                  <a:latin typeface="+mj-lt"/>
                </a:rPr>
                <a:t>06</a:t>
              </a:r>
            </a:p>
          </p:txBody>
        </p:sp>
      </p:grpSp>
      <p:sp>
        <p:nvSpPr>
          <p:cNvPr id="2" name="Нижний колонтитул 1">
            <a:extLst>
              <a:ext uri="{FF2B5EF4-FFF2-40B4-BE49-F238E27FC236}">
                <a16:creationId xmlns:a16="http://schemas.microsoft.com/office/drawing/2014/main" id="{5D55BCF3-E27E-E2A2-8218-9156E9B0719B}"/>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2312185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Скругленный прямоугольник 76">
            <a:extLst>
              <a:ext uri="{FF2B5EF4-FFF2-40B4-BE49-F238E27FC236}">
                <a16:creationId xmlns:a16="http://schemas.microsoft.com/office/drawing/2014/main" id="{B2E6C78E-B2B4-7849-2C51-6EF50A3C951B}"/>
              </a:ext>
            </a:extLst>
          </p:cNvPr>
          <p:cNvSpPr/>
          <p:nvPr/>
        </p:nvSpPr>
        <p:spPr>
          <a:xfrm>
            <a:off x="647520" y="1700322"/>
            <a:ext cx="2624459" cy="1728677"/>
          </a:xfrm>
          <a:prstGeom prst="roundRect">
            <a:avLst>
              <a:gd name="adj" fmla="val 131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endParaRPr lang="ru-RU">
              <a:solidFill>
                <a:schemeClr val="accent6">
                  <a:lumMod val="75000"/>
                </a:schemeClr>
              </a:solidFill>
            </a:endParaRPr>
          </a:p>
        </p:txBody>
      </p:sp>
      <p:sp>
        <p:nvSpPr>
          <p:cNvPr id="3" name="Номер слайда 2">
            <a:extLst>
              <a:ext uri="{FF2B5EF4-FFF2-40B4-BE49-F238E27FC236}">
                <a16:creationId xmlns:a16="http://schemas.microsoft.com/office/drawing/2014/main" id="{C7071D9B-1F2D-D807-0262-C732C4245E26}"/>
              </a:ext>
            </a:extLst>
          </p:cNvPr>
          <p:cNvSpPr>
            <a:spLocks noGrp="1"/>
          </p:cNvSpPr>
          <p:nvPr>
            <p:ph type="sldNum" sz="quarter" idx="12"/>
          </p:nvPr>
        </p:nvSpPr>
        <p:spPr/>
        <p:txBody>
          <a:bodyPr/>
          <a:lstStyle/>
          <a:p>
            <a:fld id="{EB5249F5-0093-48B0-B996-C4E44A87EAFB}" type="slidenum">
              <a:rPr lang="ru-RU" smtClean="0"/>
              <a:pPr/>
              <a:t>21</a:t>
            </a:fld>
            <a:endParaRPr lang="ru-RU"/>
          </a:p>
        </p:txBody>
      </p:sp>
      <p:sp>
        <p:nvSpPr>
          <p:cNvPr id="13" name="TextBox 12">
            <a:extLst>
              <a:ext uri="{FF2B5EF4-FFF2-40B4-BE49-F238E27FC236}">
                <a16:creationId xmlns:a16="http://schemas.microsoft.com/office/drawing/2014/main" id="{5F00CD20-6611-450B-A3B0-BEF04354F823}"/>
              </a:ext>
            </a:extLst>
          </p:cNvPr>
          <p:cNvSpPr txBox="1"/>
          <p:nvPr/>
        </p:nvSpPr>
        <p:spPr>
          <a:xfrm>
            <a:off x="639763" y="274743"/>
            <a:ext cx="6579184" cy="822972"/>
          </a:xfrm>
          <a:prstGeom prst="rect">
            <a:avLst/>
          </a:prstGeom>
          <a:noFill/>
        </p:spPr>
        <p:txBody>
          <a:bodyPr wrap="square" lIns="0" tIns="0" rIns="0" bIns="0" rtlCol="0">
            <a:noAutofit/>
          </a:bodyPr>
          <a:lstStyle/>
          <a:p>
            <a:pPr algn="l"/>
            <a:r>
              <a:rPr lang="en-US" sz="5400">
                <a:solidFill>
                  <a:schemeClr val="accent6">
                    <a:lumMod val="60000"/>
                    <a:lumOff val="40000"/>
                  </a:schemeClr>
                </a:solidFill>
                <a:latin typeface="+mj-lt"/>
              </a:rPr>
              <a:t>AGENDA</a:t>
            </a:r>
            <a:endParaRPr lang="ru-RU" sz="5400">
              <a:solidFill>
                <a:schemeClr val="accent6">
                  <a:lumMod val="60000"/>
                  <a:lumOff val="40000"/>
                </a:schemeClr>
              </a:solidFill>
              <a:latin typeface="+mj-lt"/>
            </a:endParaRPr>
          </a:p>
        </p:txBody>
      </p:sp>
      <p:sp>
        <p:nvSpPr>
          <p:cNvPr id="21" name="Объект 1">
            <a:extLst>
              <a:ext uri="{FF2B5EF4-FFF2-40B4-BE49-F238E27FC236}">
                <a16:creationId xmlns:a16="http://schemas.microsoft.com/office/drawing/2014/main" id="{B1D84007-D661-62F0-7CA3-D65686C36A8B}"/>
              </a:ext>
            </a:extLst>
          </p:cNvPr>
          <p:cNvSpPr txBox="1">
            <a:spLocks/>
          </p:cNvSpPr>
          <p:nvPr/>
        </p:nvSpPr>
        <p:spPr>
          <a:xfrm>
            <a:off x="6271267" y="2554307"/>
            <a:ext cx="2447816" cy="8229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800"/>
              <a:t>Размести здесь свой текст. Добавь ещё текст. </a:t>
            </a:r>
            <a:endParaRPr lang="ru-RU"/>
          </a:p>
        </p:txBody>
      </p:sp>
      <p:sp>
        <p:nvSpPr>
          <p:cNvPr id="25" name="Объект 1">
            <a:extLst>
              <a:ext uri="{FF2B5EF4-FFF2-40B4-BE49-F238E27FC236}">
                <a16:creationId xmlns:a16="http://schemas.microsoft.com/office/drawing/2014/main" id="{7CCD7321-7E25-49D5-D4C2-A702B7A3454D}"/>
              </a:ext>
            </a:extLst>
          </p:cNvPr>
          <p:cNvSpPr txBox="1">
            <a:spLocks/>
          </p:cNvSpPr>
          <p:nvPr/>
        </p:nvSpPr>
        <p:spPr>
          <a:xfrm>
            <a:off x="8994819" y="2554307"/>
            <a:ext cx="2447816" cy="8229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800"/>
              <a:t>Размести здесь свой текст. Добавь ещё текст. </a:t>
            </a:r>
            <a:endParaRPr lang="ru-RU"/>
          </a:p>
        </p:txBody>
      </p:sp>
      <p:sp>
        <p:nvSpPr>
          <p:cNvPr id="27" name="Объект 1">
            <a:extLst>
              <a:ext uri="{FF2B5EF4-FFF2-40B4-BE49-F238E27FC236}">
                <a16:creationId xmlns:a16="http://schemas.microsoft.com/office/drawing/2014/main" id="{D13E71E8-6ECD-2D42-F539-DEF66BE08E99}"/>
              </a:ext>
            </a:extLst>
          </p:cNvPr>
          <p:cNvSpPr txBox="1">
            <a:spLocks/>
          </p:cNvSpPr>
          <p:nvPr/>
        </p:nvSpPr>
        <p:spPr>
          <a:xfrm>
            <a:off x="8994819" y="4737668"/>
            <a:ext cx="2447816" cy="8229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800"/>
              <a:t>Размести здесь свой текст. Добавь ещё текст. </a:t>
            </a:r>
            <a:endParaRPr lang="ru-RU"/>
          </a:p>
        </p:txBody>
      </p:sp>
      <p:sp>
        <p:nvSpPr>
          <p:cNvPr id="17" name="Объект 1">
            <a:extLst>
              <a:ext uri="{FF2B5EF4-FFF2-40B4-BE49-F238E27FC236}">
                <a16:creationId xmlns:a16="http://schemas.microsoft.com/office/drawing/2014/main" id="{8602991A-732B-D428-AFAF-D3CDFE0742DC}"/>
              </a:ext>
            </a:extLst>
          </p:cNvPr>
          <p:cNvSpPr txBox="1">
            <a:spLocks/>
          </p:cNvSpPr>
          <p:nvPr/>
        </p:nvSpPr>
        <p:spPr>
          <a:xfrm>
            <a:off x="3547715" y="2554307"/>
            <a:ext cx="2447816" cy="8229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800"/>
              <a:t>Размести здесь свой текст. Добавь ещё текст. </a:t>
            </a:r>
            <a:endParaRPr lang="ru-RU"/>
          </a:p>
        </p:txBody>
      </p:sp>
      <p:sp>
        <p:nvSpPr>
          <p:cNvPr id="14" name="Объект 1">
            <a:extLst>
              <a:ext uri="{FF2B5EF4-FFF2-40B4-BE49-F238E27FC236}">
                <a16:creationId xmlns:a16="http://schemas.microsoft.com/office/drawing/2014/main" id="{23AC846F-D70B-BB55-936F-0A95CD267AD1}"/>
              </a:ext>
            </a:extLst>
          </p:cNvPr>
          <p:cNvSpPr txBox="1">
            <a:spLocks/>
          </p:cNvSpPr>
          <p:nvPr/>
        </p:nvSpPr>
        <p:spPr>
          <a:xfrm>
            <a:off x="1446344" y="4150584"/>
            <a:ext cx="868431" cy="4002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latin typeface="+mj-lt"/>
              </a:rPr>
              <a:t>05</a:t>
            </a:r>
          </a:p>
        </p:txBody>
      </p:sp>
      <p:sp>
        <p:nvSpPr>
          <p:cNvPr id="15" name="Объект 1">
            <a:extLst>
              <a:ext uri="{FF2B5EF4-FFF2-40B4-BE49-F238E27FC236}">
                <a16:creationId xmlns:a16="http://schemas.microsoft.com/office/drawing/2014/main" id="{FFBCDB8B-2DBE-58B2-EEA8-DF7B9D8F7B1E}"/>
              </a:ext>
            </a:extLst>
          </p:cNvPr>
          <p:cNvSpPr txBox="1">
            <a:spLocks/>
          </p:cNvSpPr>
          <p:nvPr/>
        </p:nvSpPr>
        <p:spPr>
          <a:xfrm>
            <a:off x="824163" y="4737668"/>
            <a:ext cx="2447816" cy="8229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800"/>
              <a:t>Размести здесь свой текст. Добавь ещё текст. </a:t>
            </a:r>
            <a:endParaRPr lang="ru-RU"/>
          </a:p>
        </p:txBody>
      </p:sp>
      <p:sp>
        <p:nvSpPr>
          <p:cNvPr id="23" name="Объект 1">
            <a:extLst>
              <a:ext uri="{FF2B5EF4-FFF2-40B4-BE49-F238E27FC236}">
                <a16:creationId xmlns:a16="http://schemas.microsoft.com/office/drawing/2014/main" id="{7932FCFA-A21B-51E7-85D8-20CE220D3954}"/>
              </a:ext>
            </a:extLst>
          </p:cNvPr>
          <p:cNvSpPr txBox="1">
            <a:spLocks/>
          </p:cNvSpPr>
          <p:nvPr/>
        </p:nvSpPr>
        <p:spPr>
          <a:xfrm>
            <a:off x="6271267" y="4737668"/>
            <a:ext cx="2447816" cy="8229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800"/>
              <a:t>Размести здесь свой текст. Добавь ещё текст. </a:t>
            </a:r>
            <a:endParaRPr lang="ru-RU"/>
          </a:p>
        </p:txBody>
      </p:sp>
      <p:sp>
        <p:nvSpPr>
          <p:cNvPr id="19" name="Объект 1">
            <a:extLst>
              <a:ext uri="{FF2B5EF4-FFF2-40B4-BE49-F238E27FC236}">
                <a16:creationId xmlns:a16="http://schemas.microsoft.com/office/drawing/2014/main" id="{2945A62F-EB1C-DCD2-60D9-35F1D8F66FFA}"/>
              </a:ext>
            </a:extLst>
          </p:cNvPr>
          <p:cNvSpPr txBox="1">
            <a:spLocks/>
          </p:cNvSpPr>
          <p:nvPr/>
        </p:nvSpPr>
        <p:spPr>
          <a:xfrm>
            <a:off x="3547715" y="4737668"/>
            <a:ext cx="2447816" cy="8229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800"/>
              <a:t>Размести здесь свой текст. Добавь ещё текст. </a:t>
            </a:r>
            <a:endParaRPr lang="ru-RU"/>
          </a:p>
        </p:txBody>
      </p:sp>
      <p:sp>
        <p:nvSpPr>
          <p:cNvPr id="4" name="Объект 1">
            <a:extLst>
              <a:ext uri="{FF2B5EF4-FFF2-40B4-BE49-F238E27FC236}">
                <a16:creationId xmlns:a16="http://schemas.microsoft.com/office/drawing/2014/main" id="{2AFD428E-E5C9-07E1-1AF4-9DD2C4CE408D}"/>
              </a:ext>
            </a:extLst>
          </p:cNvPr>
          <p:cNvSpPr txBox="1">
            <a:spLocks/>
          </p:cNvSpPr>
          <p:nvPr/>
        </p:nvSpPr>
        <p:spPr>
          <a:xfrm>
            <a:off x="1446344" y="1958368"/>
            <a:ext cx="868431" cy="4002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solidFill>
                  <a:schemeClr val="bg1"/>
                </a:solidFill>
                <a:latin typeface="+mj-lt"/>
              </a:rPr>
              <a:t>01</a:t>
            </a:r>
          </a:p>
        </p:txBody>
      </p:sp>
      <p:sp>
        <p:nvSpPr>
          <p:cNvPr id="7" name="Объект 1">
            <a:extLst>
              <a:ext uri="{FF2B5EF4-FFF2-40B4-BE49-F238E27FC236}">
                <a16:creationId xmlns:a16="http://schemas.microsoft.com/office/drawing/2014/main" id="{7D0173BD-110A-90BA-E773-4EFE5B39F79A}"/>
              </a:ext>
            </a:extLst>
          </p:cNvPr>
          <p:cNvSpPr txBox="1">
            <a:spLocks/>
          </p:cNvSpPr>
          <p:nvPr/>
        </p:nvSpPr>
        <p:spPr>
          <a:xfrm>
            <a:off x="824163" y="2554307"/>
            <a:ext cx="2447816" cy="8229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800">
                <a:solidFill>
                  <a:schemeClr val="bg1"/>
                </a:solidFill>
              </a:rPr>
              <a:t>Размести здесь свой текст. Добавь ещё текст. </a:t>
            </a:r>
            <a:endParaRPr lang="ru-RU">
              <a:solidFill>
                <a:schemeClr val="bg1"/>
              </a:solidFill>
            </a:endParaRPr>
          </a:p>
        </p:txBody>
      </p:sp>
      <p:grpSp>
        <p:nvGrpSpPr>
          <p:cNvPr id="80" name="Группа 79">
            <a:extLst>
              <a:ext uri="{FF2B5EF4-FFF2-40B4-BE49-F238E27FC236}">
                <a16:creationId xmlns:a16="http://schemas.microsoft.com/office/drawing/2014/main" id="{4EF581AD-C846-94DF-1FF2-0EC3A37AFE30}"/>
              </a:ext>
            </a:extLst>
          </p:cNvPr>
          <p:cNvGrpSpPr/>
          <p:nvPr/>
        </p:nvGrpSpPr>
        <p:grpSpPr>
          <a:xfrm>
            <a:off x="835033" y="1929898"/>
            <a:ext cx="457192" cy="457192"/>
            <a:chOff x="866783" y="1929898"/>
            <a:chExt cx="457192" cy="457192"/>
          </a:xfrm>
        </p:grpSpPr>
        <p:sp>
          <p:nvSpPr>
            <p:cNvPr id="38" name="Прямоугольник: скругленные углы 37">
              <a:extLst>
                <a:ext uri="{FF2B5EF4-FFF2-40B4-BE49-F238E27FC236}">
                  <a16:creationId xmlns:a16="http://schemas.microsoft.com/office/drawing/2014/main" id="{7CA39A03-01A2-E447-785F-009922C01D9D}"/>
                </a:ext>
              </a:extLst>
            </p:cNvPr>
            <p:cNvSpPr/>
            <p:nvPr/>
          </p:nvSpPr>
          <p:spPr>
            <a:xfrm>
              <a:off x="866783" y="1929898"/>
              <a:ext cx="457192" cy="457192"/>
            </a:xfrm>
            <a:prstGeom prst="roundRect">
              <a:avLst>
                <a:gd name="adj" fmla="val 20902"/>
              </a:avLst>
            </a:prstGeom>
            <a:solidFill>
              <a:schemeClr val="accent1">
                <a:lumMod val="60000"/>
                <a:lumOff val="4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88">
                  <a:solidFill>
                    <a:schemeClr val="bg1"/>
                  </a:solidFill>
                </a:rPr>
                <a:t> </a:t>
              </a:r>
            </a:p>
          </p:txBody>
        </p:sp>
        <p:sp>
          <p:nvSpPr>
            <p:cNvPr id="10" name="Рисунок 24">
              <a:extLst>
                <a:ext uri="{FF2B5EF4-FFF2-40B4-BE49-F238E27FC236}">
                  <a16:creationId xmlns:a16="http://schemas.microsoft.com/office/drawing/2014/main" id="{9C0DCEB2-59DF-1F19-EDCE-F63331E0FE80}"/>
                </a:ext>
              </a:extLst>
            </p:cNvPr>
            <p:cNvSpPr/>
            <p:nvPr/>
          </p:nvSpPr>
          <p:spPr>
            <a:xfrm>
              <a:off x="953487" y="2040251"/>
              <a:ext cx="283786" cy="236486"/>
            </a:xfrm>
            <a:custGeom>
              <a:avLst/>
              <a:gdLst>
                <a:gd name="connsiteX0" fmla="*/ 87999 w 216000"/>
                <a:gd name="connsiteY0" fmla="*/ 173820 h 180000"/>
                <a:gd name="connsiteX1" fmla="*/ 52737 w 216000"/>
                <a:gd name="connsiteY1" fmla="*/ 151276 h 180000"/>
                <a:gd name="connsiteX2" fmla="*/ 0 w 216000"/>
                <a:gd name="connsiteY2" fmla="*/ 57517 h 180000"/>
                <a:gd name="connsiteX3" fmla="*/ 58909 w 216000"/>
                <a:gd name="connsiteY3" fmla="*/ 0 h 180000"/>
                <a:gd name="connsiteX4" fmla="*/ 108000 w 216000"/>
                <a:gd name="connsiteY4" fmla="*/ 24616 h 180000"/>
                <a:gd name="connsiteX5" fmla="*/ 157091 w 216000"/>
                <a:gd name="connsiteY5" fmla="*/ 0 h 180000"/>
                <a:gd name="connsiteX6" fmla="*/ 216000 w 216000"/>
                <a:gd name="connsiteY6" fmla="*/ 57517 h 180000"/>
                <a:gd name="connsiteX7" fmla="*/ 163224 w 216000"/>
                <a:gd name="connsiteY7" fmla="*/ 151278 h 180000"/>
                <a:gd name="connsiteX8" fmla="*/ 127961 w 216000"/>
                <a:gd name="connsiteY8" fmla="*/ 173819 h 180000"/>
                <a:gd name="connsiteX9" fmla="*/ 108000 w 216000"/>
                <a:gd name="connsiteY9" fmla="*/ 180000 h 180000"/>
                <a:gd name="connsiteX10" fmla="*/ 87999 w 216000"/>
                <a:gd name="connsiteY10" fmla="*/ 173820 h 1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000" h="180000">
                  <a:moveTo>
                    <a:pt x="87999" y="173820"/>
                  </a:moveTo>
                  <a:cubicBezTo>
                    <a:pt x="78416" y="168833"/>
                    <a:pt x="65601" y="161329"/>
                    <a:pt x="52737" y="151276"/>
                  </a:cubicBezTo>
                  <a:cubicBezTo>
                    <a:pt x="27268" y="131372"/>
                    <a:pt x="0" y="100155"/>
                    <a:pt x="0" y="57517"/>
                  </a:cubicBezTo>
                  <a:cubicBezTo>
                    <a:pt x="0" y="25767"/>
                    <a:pt x="26373" y="0"/>
                    <a:pt x="58909" y="0"/>
                  </a:cubicBezTo>
                  <a:cubicBezTo>
                    <a:pt x="78803" y="0"/>
                    <a:pt x="97018" y="9670"/>
                    <a:pt x="108000" y="24616"/>
                  </a:cubicBezTo>
                  <a:cubicBezTo>
                    <a:pt x="118982" y="9670"/>
                    <a:pt x="137197" y="0"/>
                    <a:pt x="157091" y="0"/>
                  </a:cubicBezTo>
                  <a:cubicBezTo>
                    <a:pt x="189628" y="0"/>
                    <a:pt x="216000" y="25767"/>
                    <a:pt x="216000" y="57517"/>
                  </a:cubicBezTo>
                  <a:cubicBezTo>
                    <a:pt x="216000" y="100158"/>
                    <a:pt x="188704" y="131376"/>
                    <a:pt x="163224" y="151278"/>
                  </a:cubicBezTo>
                  <a:cubicBezTo>
                    <a:pt x="150354" y="161330"/>
                    <a:pt x="137538" y="168833"/>
                    <a:pt x="127961" y="173819"/>
                  </a:cubicBezTo>
                  <a:cubicBezTo>
                    <a:pt x="120055" y="177936"/>
                    <a:pt x="114027" y="179996"/>
                    <a:pt x="108000" y="180000"/>
                  </a:cubicBezTo>
                  <a:cubicBezTo>
                    <a:pt x="101960" y="180004"/>
                    <a:pt x="95922" y="177944"/>
                    <a:pt x="87999" y="173820"/>
                  </a:cubicBezTo>
                  <a:close/>
                </a:path>
              </a:pathLst>
            </a:custGeom>
            <a:solidFill>
              <a:schemeClr val="accent1">
                <a:lumMod val="20000"/>
                <a:lumOff val="80000"/>
                <a:alpha val="80000"/>
              </a:schemeClr>
            </a:solidFill>
            <a:ln w="11642" cap="flat">
              <a:noFill/>
              <a:prstDash val="solid"/>
              <a:miter/>
            </a:ln>
          </p:spPr>
          <p:txBody>
            <a:bodyPr rtlCol="0" anchor="ctr"/>
            <a:lstStyle/>
            <a:p>
              <a:endParaRPr lang="ru-RU"/>
            </a:p>
          </p:txBody>
        </p:sp>
      </p:grpSp>
      <p:grpSp>
        <p:nvGrpSpPr>
          <p:cNvPr id="81" name="Группа 80">
            <a:extLst>
              <a:ext uri="{FF2B5EF4-FFF2-40B4-BE49-F238E27FC236}">
                <a16:creationId xmlns:a16="http://schemas.microsoft.com/office/drawing/2014/main" id="{7DF9F96B-4939-815F-F132-67C8877FC109}"/>
              </a:ext>
            </a:extLst>
          </p:cNvPr>
          <p:cNvGrpSpPr/>
          <p:nvPr/>
        </p:nvGrpSpPr>
        <p:grpSpPr>
          <a:xfrm>
            <a:off x="835033" y="4122114"/>
            <a:ext cx="457192" cy="457192"/>
            <a:chOff x="866783" y="4122114"/>
            <a:chExt cx="457192" cy="457192"/>
          </a:xfrm>
        </p:grpSpPr>
        <p:sp>
          <p:nvSpPr>
            <p:cNvPr id="65" name="Прямоугольник: скругленные углы 37">
              <a:extLst>
                <a:ext uri="{FF2B5EF4-FFF2-40B4-BE49-F238E27FC236}">
                  <a16:creationId xmlns:a16="http://schemas.microsoft.com/office/drawing/2014/main" id="{2AFFCF86-A245-7DF9-B3D1-12297477612E}"/>
                </a:ext>
              </a:extLst>
            </p:cNvPr>
            <p:cNvSpPr/>
            <p:nvPr/>
          </p:nvSpPr>
          <p:spPr>
            <a:xfrm>
              <a:off x="866783" y="4122114"/>
              <a:ext cx="457192" cy="457192"/>
            </a:xfrm>
            <a:prstGeom prst="roundRect">
              <a:avLst>
                <a:gd name="adj" fmla="val 20902"/>
              </a:avLst>
            </a:prstGeom>
            <a:solidFill>
              <a:schemeClr val="accent6">
                <a:lumMod val="60000"/>
                <a:lumOff val="4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88">
                  <a:solidFill>
                    <a:schemeClr val="bg1"/>
                  </a:solidFill>
                </a:rPr>
                <a:t> </a:t>
              </a:r>
            </a:p>
          </p:txBody>
        </p:sp>
        <p:sp>
          <p:nvSpPr>
            <p:cNvPr id="66" name="Рисунок 39">
              <a:extLst>
                <a:ext uri="{FF2B5EF4-FFF2-40B4-BE49-F238E27FC236}">
                  <a16:creationId xmlns:a16="http://schemas.microsoft.com/office/drawing/2014/main" id="{8236C625-577D-639B-B9CB-262F5C84F4BF}"/>
                </a:ext>
              </a:extLst>
            </p:cNvPr>
            <p:cNvSpPr/>
            <p:nvPr/>
          </p:nvSpPr>
          <p:spPr>
            <a:xfrm>
              <a:off x="973673" y="4229005"/>
              <a:ext cx="243414" cy="24341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lumMod val="20000"/>
                <a:lumOff val="80000"/>
              </a:schemeClr>
            </a:solidFill>
            <a:ln w="9525" cap="flat">
              <a:noFill/>
              <a:prstDash val="solid"/>
              <a:miter/>
            </a:ln>
          </p:spPr>
          <p:txBody>
            <a:bodyPr rtlCol="0" anchor="ctr"/>
            <a:lstStyle/>
            <a:p>
              <a:endParaRPr lang="ru-RU"/>
            </a:p>
          </p:txBody>
        </p:sp>
      </p:grpSp>
      <p:grpSp>
        <p:nvGrpSpPr>
          <p:cNvPr id="73" name="Группа 72">
            <a:extLst>
              <a:ext uri="{FF2B5EF4-FFF2-40B4-BE49-F238E27FC236}">
                <a16:creationId xmlns:a16="http://schemas.microsoft.com/office/drawing/2014/main" id="{F05995E1-DBED-3E88-5FDF-F03F15EC03CF}"/>
              </a:ext>
            </a:extLst>
          </p:cNvPr>
          <p:cNvGrpSpPr/>
          <p:nvPr/>
        </p:nvGrpSpPr>
        <p:grpSpPr>
          <a:xfrm rot="798985">
            <a:off x="1916278" y="1700944"/>
            <a:ext cx="1447573" cy="324000"/>
            <a:chOff x="3642586" y="2746982"/>
            <a:chExt cx="1447573" cy="324000"/>
          </a:xfrm>
        </p:grpSpPr>
        <p:sp>
          <p:nvSpPr>
            <p:cNvPr id="74" name="Прямоугольник: скругленные углы 73">
              <a:extLst>
                <a:ext uri="{FF2B5EF4-FFF2-40B4-BE49-F238E27FC236}">
                  <a16:creationId xmlns:a16="http://schemas.microsoft.com/office/drawing/2014/main" id="{1CA39DF4-02F0-BECE-4C49-B36435EC2FCE}"/>
                </a:ext>
              </a:extLst>
            </p:cNvPr>
            <p:cNvSpPr/>
            <p:nvPr/>
          </p:nvSpPr>
          <p:spPr>
            <a:xfrm>
              <a:off x="3642586" y="2746982"/>
              <a:ext cx="1447573"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ВАЖНО</a:t>
              </a:r>
            </a:p>
          </p:txBody>
        </p:sp>
        <p:sp>
          <p:nvSpPr>
            <p:cNvPr id="75" name="Рисунок 279">
              <a:extLst>
                <a:ext uri="{FF2B5EF4-FFF2-40B4-BE49-F238E27FC236}">
                  <a16:creationId xmlns:a16="http://schemas.microsoft.com/office/drawing/2014/main" id="{D15EBECB-76E7-0BF4-0234-2CF6143BDED2}"/>
                </a:ext>
              </a:extLst>
            </p:cNvPr>
            <p:cNvSpPr/>
            <p:nvPr/>
          </p:nvSpPr>
          <p:spPr>
            <a:xfrm>
              <a:off x="3766546" y="2820648"/>
              <a:ext cx="148229" cy="173531"/>
            </a:xfrm>
            <a:custGeom>
              <a:avLst/>
              <a:gdLst>
                <a:gd name="connsiteX0" fmla="*/ 31612 w 133349"/>
                <a:gd name="connsiteY0" fmla="*/ 35891 h 171449"/>
                <a:gd name="connsiteX1" fmla="*/ 10574 w 133349"/>
                <a:gd name="connsiteY1" fmla="*/ 97115 h 171449"/>
                <a:gd name="connsiteX2" fmla="*/ 38625 w 133349"/>
                <a:gd name="connsiteY2" fmla="*/ 108505 h 171449"/>
                <a:gd name="connsiteX3" fmla="*/ 49845 w 133349"/>
                <a:gd name="connsiteY3" fmla="*/ 128438 h 171449"/>
                <a:gd name="connsiteX4" fmla="*/ 45637 w 133349"/>
                <a:gd name="connsiteY4" fmla="*/ 149795 h 171449"/>
                <a:gd name="connsiteX5" fmla="*/ 101738 w 133349"/>
                <a:gd name="connsiteY5" fmla="*/ 135558 h 171449"/>
                <a:gd name="connsiteX6" fmla="*/ 122775 w 133349"/>
                <a:gd name="connsiteY6" fmla="*/ 74334 h 171449"/>
                <a:gd name="connsiteX7" fmla="*/ 94725 w 133349"/>
                <a:gd name="connsiteY7" fmla="*/ 62944 h 171449"/>
                <a:gd name="connsiteX8" fmla="*/ 83038 w 133349"/>
                <a:gd name="connsiteY8" fmla="*/ 43010 h 171449"/>
                <a:gd name="connsiteX9" fmla="*/ 87713 w 133349"/>
                <a:gd name="connsiteY9" fmla="*/ 21654 h 171449"/>
                <a:gd name="connsiteX10" fmla="*/ 31612 w 133349"/>
                <a:gd name="connsiteY10" fmla="*/ 35891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349" h="171449">
                  <a:moveTo>
                    <a:pt x="31612" y="35891"/>
                  </a:moveTo>
                  <a:cubicBezTo>
                    <a:pt x="17587" y="50127"/>
                    <a:pt x="-17476" y="85726"/>
                    <a:pt x="10574" y="97115"/>
                  </a:cubicBezTo>
                  <a:lnTo>
                    <a:pt x="38625" y="108505"/>
                  </a:lnTo>
                  <a:cubicBezTo>
                    <a:pt x="52650" y="114200"/>
                    <a:pt x="52650" y="114201"/>
                    <a:pt x="49845" y="128438"/>
                  </a:cubicBezTo>
                  <a:lnTo>
                    <a:pt x="45637" y="149795"/>
                  </a:lnTo>
                  <a:cubicBezTo>
                    <a:pt x="35820" y="199628"/>
                    <a:pt x="87713" y="149796"/>
                    <a:pt x="101738" y="135558"/>
                  </a:cubicBezTo>
                  <a:cubicBezTo>
                    <a:pt x="115764" y="121318"/>
                    <a:pt x="150825" y="85724"/>
                    <a:pt x="122775" y="74334"/>
                  </a:cubicBezTo>
                  <a:lnTo>
                    <a:pt x="94725" y="62944"/>
                  </a:lnTo>
                  <a:cubicBezTo>
                    <a:pt x="80700" y="57249"/>
                    <a:pt x="80700" y="57248"/>
                    <a:pt x="83038" y="43010"/>
                  </a:cubicBezTo>
                  <a:cubicBezTo>
                    <a:pt x="84049" y="36851"/>
                    <a:pt x="86147" y="28773"/>
                    <a:pt x="87713" y="21654"/>
                  </a:cubicBezTo>
                  <a:cubicBezTo>
                    <a:pt x="98670" y="-28178"/>
                    <a:pt x="45637" y="21656"/>
                    <a:pt x="31612" y="35891"/>
                  </a:cubicBezTo>
                  <a:close/>
                </a:path>
              </a:pathLst>
            </a:custGeom>
            <a:solidFill>
              <a:schemeClr val="bg1"/>
            </a:solidFill>
            <a:ln w="9525" cap="flat">
              <a:noFill/>
              <a:prstDash val="solid"/>
              <a:miter/>
            </a:ln>
          </p:spPr>
          <p:txBody>
            <a:bodyPr rtlCol="0" anchor="ctr"/>
            <a:lstStyle/>
            <a:p>
              <a:endParaRPr lang="ru-RU"/>
            </a:p>
          </p:txBody>
        </p:sp>
      </p:grpSp>
      <p:sp>
        <p:nvSpPr>
          <p:cNvPr id="52" name="Объект 1">
            <a:extLst>
              <a:ext uri="{FF2B5EF4-FFF2-40B4-BE49-F238E27FC236}">
                <a16:creationId xmlns:a16="http://schemas.microsoft.com/office/drawing/2014/main" id="{28EB7B01-5168-31F1-8E6B-302DFB1CC1D9}"/>
              </a:ext>
            </a:extLst>
          </p:cNvPr>
          <p:cNvSpPr txBox="1">
            <a:spLocks/>
          </p:cNvSpPr>
          <p:nvPr/>
        </p:nvSpPr>
        <p:spPr>
          <a:xfrm>
            <a:off x="4168815" y="4150584"/>
            <a:ext cx="868431" cy="4002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latin typeface="+mj-lt"/>
              </a:rPr>
              <a:t>06</a:t>
            </a:r>
          </a:p>
        </p:txBody>
      </p:sp>
      <p:sp>
        <p:nvSpPr>
          <p:cNvPr id="53" name="Объект 1">
            <a:extLst>
              <a:ext uri="{FF2B5EF4-FFF2-40B4-BE49-F238E27FC236}">
                <a16:creationId xmlns:a16="http://schemas.microsoft.com/office/drawing/2014/main" id="{A932501B-FD9C-B713-2605-D5AA5D56EB30}"/>
              </a:ext>
            </a:extLst>
          </p:cNvPr>
          <p:cNvSpPr txBox="1">
            <a:spLocks/>
          </p:cNvSpPr>
          <p:nvPr/>
        </p:nvSpPr>
        <p:spPr>
          <a:xfrm>
            <a:off x="4168815" y="1958368"/>
            <a:ext cx="868431" cy="4002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latin typeface="+mj-lt"/>
              </a:rPr>
              <a:t>02</a:t>
            </a:r>
          </a:p>
        </p:txBody>
      </p:sp>
      <p:grpSp>
        <p:nvGrpSpPr>
          <p:cNvPr id="82" name="Группа 81">
            <a:extLst>
              <a:ext uri="{FF2B5EF4-FFF2-40B4-BE49-F238E27FC236}">
                <a16:creationId xmlns:a16="http://schemas.microsoft.com/office/drawing/2014/main" id="{A06AAE7D-789B-4B27-2F1A-CCF3BD8FDE17}"/>
              </a:ext>
            </a:extLst>
          </p:cNvPr>
          <p:cNvGrpSpPr/>
          <p:nvPr/>
        </p:nvGrpSpPr>
        <p:grpSpPr>
          <a:xfrm>
            <a:off x="3557504" y="4122114"/>
            <a:ext cx="457192" cy="457192"/>
            <a:chOff x="3532104" y="4122114"/>
            <a:chExt cx="457192" cy="457192"/>
          </a:xfrm>
        </p:grpSpPr>
        <p:sp>
          <p:nvSpPr>
            <p:cNvPr id="56" name="Прямоугольник: скругленные углы 37">
              <a:extLst>
                <a:ext uri="{FF2B5EF4-FFF2-40B4-BE49-F238E27FC236}">
                  <a16:creationId xmlns:a16="http://schemas.microsoft.com/office/drawing/2014/main" id="{168824B2-3689-FDA9-8680-C9E61116EB5E}"/>
                </a:ext>
              </a:extLst>
            </p:cNvPr>
            <p:cNvSpPr/>
            <p:nvPr/>
          </p:nvSpPr>
          <p:spPr>
            <a:xfrm>
              <a:off x="3532104" y="4122114"/>
              <a:ext cx="457192" cy="457192"/>
            </a:xfrm>
            <a:prstGeom prst="roundRect">
              <a:avLst>
                <a:gd name="adj" fmla="val 20902"/>
              </a:avLst>
            </a:prstGeom>
            <a:solidFill>
              <a:schemeClr val="accent6">
                <a:lumMod val="60000"/>
                <a:lumOff val="4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88">
                  <a:solidFill>
                    <a:schemeClr val="bg1"/>
                  </a:solidFill>
                </a:rPr>
                <a:t> </a:t>
              </a:r>
            </a:p>
          </p:txBody>
        </p:sp>
        <p:sp>
          <p:nvSpPr>
            <p:cNvPr id="58" name="Рисунок 39">
              <a:extLst>
                <a:ext uri="{FF2B5EF4-FFF2-40B4-BE49-F238E27FC236}">
                  <a16:creationId xmlns:a16="http://schemas.microsoft.com/office/drawing/2014/main" id="{579ECA61-D768-AFDA-414C-3AD019669C36}"/>
                </a:ext>
              </a:extLst>
            </p:cNvPr>
            <p:cNvSpPr/>
            <p:nvPr/>
          </p:nvSpPr>
          <p:spPr>
            <a:xfrm>
              <a:off x="3638994" y="4229005"/>
              <a:ext cx="243414" cy="24341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lumMod val="20000"/>
                <a:lumOff val="80000"/>
              </a:schemeClr>
            </a:solidFill>
            <a:ln w="9525" cap="flat">
              <a:noFill/>
              <a:prstDash val="solid"/>
              <a:miter/>
            </a:ln>
          </p:spPr>
          <p:txBody>
            <a:bodyPr rtlCol="0" anchor="ctr"/>
            <a:lstStyle/>
            <a:p>
              <a:endParaRPr lang="ru-RU"/>
            </a:p>
          </p:txBody>
        </p:sp>
      </p:grpSp>
      <p:sp>
        <p:nvSpPr>
          <p:cNvPr id="59" name="Объект 1">
            <a:extLst>
              <a:ext uri="{FF2B5EF4-FFF2-40B4-BE49-F238E27FC236}">
                <a16:creationId xmlns:a16="http://schemas.microsoft.com/office/drawing/2014/main" id="{51CF9E0E-0396-AC62-D138-83C3B8C78DB8}"/>
              </a:ext>
            </a:extLst>
          </p:cNvPr>
          <p:cNvSpPr txBox="1">
            <a:spLocks/>
          </p:cNvSpPr>
          <p:nvPr/>
        </p:nvSpPr>
        <p:spPr>
          <a:xfrm>
            <a:off x="6882578" y="4150584"/>
            <a:ext cx="868431" cy="4002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latin typeface="+mj-lt"/>
              </a:rPr>
              <a:t>07</a:t>
            </a:r>
          </a:p>
        </p:txBody>
      </p:sp>
      <p:sp>
        <p:nvSpPr>
          <p:cNvPr id="60" name="Объект 1">
            <a:extLst>
              <a:ext uri="{FF2B5EF4-FFF2-40B4-BE49-F238E27FC236}">
                <a16:creationId xmlns:a16="http://schemas.microsoft.com/office/drawing/2014/main" id="{D53708B3-3E79-6A07-76F9-8362A9DF62C5}"/>
              </a:ext>
            </a:extLst>
          </p:cNvPr>
          <p:cNvSpPr txBox="1">
            <a:spLocks/>
          </p:cNvSpPr>
          <p:nvPr/>
        </p:nvSpPr>
        <p:spPr>
          <a:xfrm>
            <a:off x="6882578" y="1958368"/>
            <a:ext cx="868431" cy="4002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latin typeface="+mj-lt"/>
              </a:rPr>
              <a:t>03</a:t>
            </a:r>
          </a:p>
        </p:txBody>
      </p:sp>
      <p:grpSp>
        <p:nvGrpSpPr>
          <p:cNvPr id="87" name="Группа 86">
            <a:extLst>
              <a:ext uri="{FF2B5EF4-FFF2-40B4-BE49-F238E27FC236}">
                <a16:creationId xmlns:a16="http://schemas.microsoft.com/office/drawing/2014/main" id="{B93A4AC3-0280-A500-53CC-933317049551}"/>
              </a:ext>
            </a:extLst>
          </p:cNvPr>
          <p:cNvGrpSpPr/>
          <p:nvPr/>
        </p:nvGrpSpPr>
        <p:grpSpPr>
          <a:xfrm>
            <a:off x="6271267" y="4122114"/>
            <a:ext cx="457192" cy="457192"/>
            <a:chOff x="6271267" y="4122114"/>
            <a:chExt cx="457192" cy="457192"/>
          </a:xfrm>
        </p:grpSpPr>
        <p:sp>
          <p:nvSpPr>
            <p:cNvPr id="63" name="Прямоугольник: скругленные углы 37">
              <a:extLst>
                <a:ext uri="{FF2B5EF4-FFF2-40B4-BE49-F238E27FC236}">
                  <a16:creationId xmlns:a16="http://schemas.microsoft.com/office/drawing/2014/main" id="{72E00107-8CFC-1FC3-F9B5-04C95F1CDDD7}"/>
                </a:ext>
              </a:extLst>
            </p:cNvPr>
            <p:cNvSpPr/>
            <p:nvPr/>
          </p:nvSpPr>
          <p:spPr>
            <a:xfrm>
              <a:off x="6271267" y="4122114"/>
              <a:ext cx="457192" cy="457192"/>
            </a:xfrm>
            <a:prstGeom prst="roundRect">
              <a:avLst>
                <a:gd name="adj" fmla="val 20902"/>
              </a:avLst>
            </a:prstGeom>
            <a:solidFill>
              <a:schemeClr val="accent6">
                <a:lumMod val="60000"/>
                <a:lumOff val="4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88">
                  <a:solidFill>
                    <a:schemeClr val="bg1"/>
                  </a:solidFill>
                </a:rPr>
                <a:t> </a:t>
              </a:r>
            </a:p>
          </p:txBody>
        </p:sp>
        <p:sp>
          <p:nvSpPr>
            <p:cNvPr id="64" name="Рисунок 39">
              <a:extLst>
                <a:ext uri="{FF2B5EF4-FFF2-40B4-BE49-F238E27FC236}">
                  <a16:creationId xmlns:a16="http://schemas.microsoft.com/office/drawing/2014/main" id="{5B7144DB-6184-01F2-BE37-662698439463}"/>
                </a:ext>
              </a:extLst>
            </p:cNvPr>
            <p:cNvSpPr/>
            <p:nvPr/>
          </p:nvSpPr>
          <p:spPr>
            <a:xfrm>
              <a:off x="6378157" y="4229005"/>
              <a:ext cx="243414" cy="24341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lumMod val="20000"/>
                <a:lumOff val="80000"/>
              </a:schemeClr>
            </a:solidFill>
            <a:ln w="9525" cap="flat">
              <a:noFill/>
              <a:prstDash val="solid"/>
              <a:miter/>
            </a:ln>
          </p:spPr>
          <p:txBody>
            <a:bodyPr rtlCol="0" anchor="ctr"/>
            <a:lstStyle/>
            <a:p>
              <a:endParaRPr lang="ru-RU"/>
            </a:p>
          </p:txBody>
        </p:sp>
      </p:grpSp>
      <p:sp>
        <p:nvSpPr>
          <p:cNvPr id="67" name="Объект 1">
            <a:extLst>
              <a:ext uri="{FF2B5EF4-FFF2-40B4-BE49-F238E27FC236}">
                <a16:creationId xmlns:a16="http://schemas.microsoft.com/office/drawing/2014/main" id="{CEB34AAB-9EA6-1041-0AF9-43BDB5085A98}"/>
              </a:ext>
            </a:extLst>
          </p:cNvPr>
          <p:cNvSpPr txBox="1">
            <a:spLocks/>
          </p:cNvSpPr>
          <p:nvPr/>
        </p:nvSpPr>
        <p:spPr>
          <a:xfrm>
            <a:off x="9607227" y="4150584"/>
            <a:ext cx="868431" cy="4002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latin typeface="+mj-lt"/>
              </a:rPr>
              <a:t>08</a:t>
            </a:r>
          </a:p>
        </p:txBody>
      </p:sp>
      <p:sp>
        <p:nvSpPr>
          <p:cNvPr id="68" name="Объект 1">
            <a:extLst>
              <a:ext uri="{FF2B5EF4-FFF2-40B4-BE49-F238E27FC236}">
                <a16:creationId xmlns:a16="http://schemas.microsoft.com/office/drawing/2014/main" id="{45983095-FD1D-871A-6E42-6819993387B5}"/>
              </a:ext>
            </a:extLst>
          </p:cNvPr>
          <p:cNvSpPr txBox="1">
            <a:spLocks/>
          </p:cNvSpPr>
          <p:nvPr/>
        </p:nvSpPr>
        <p:spPr>
          <a:xfrm>
            <a:off x="9607227" y="1958368"/>
            <a:ext cx="868431" cy="4002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3200">
                <a:ln w="38100">
                  <a:noFill/>
                </a:ln>
                <a:latin typeface="+mj-lt"/>
              </a:rPr>
              <a:t>04</a:t>
            </a:r>
          </a:p>
        </p:txBody>
      </p:sp>
      <p:grpSp>
        <p:nvGrpSpPr>
          <p:cNvPr id="86" name="Группа 85">
            <a:extLst>
              <a:ext uri="{FF2B5EF4-FFF2-40B4-BE49-F238E27FC236}">
                <a16:creationId xmlns:a16="http://schemas.microsoft.com/office/drawing/2014/main" id="{4CCC23F4-1F00-FA40-CA91-EC044767FA88}"/>
              </a:ext>
            </a:extLst>
          </p:cNvPr>
          <p:cNvGrpSpPr/>
          <p:nvPr/>
        </p:nvGrpSpPr>
        <p:grpSpPr>
          <a:xfrm>
            <a:off x="8995916" y="4122114"/>
            <a:ext cx="457192" cy="457192"/>
            <a:chOff x="9010430" y="4122114"/>
            <a:chExt cx="457192" cy="457192"/>
          </a:xfrm>
        </p:grpSpPr>
        <p:sp>
          <p:nvSpPr>
            <p:cNvPr id="72" name="Прямоугольник: скругленные углы 37">
              <a:extLst>
                <a:ext uri="{FF2B5EF4-FFF2-40B4-BE49-F238E27FC236}">
                  <a16:creationId xmlns:a16="http://schemas.microsoft.com/office/drawing/2014/main" id="{FD1BBBF2-3165-75A1-0EC6-BAF435C5967C}"/>
                </a:ext>
              </a:extLst>
            </p:cNvPr>
            <p:cNvSpPr/>
            <p:nvPr/>
          </p:nvSpPr>
          <p:spPr>
            <a:xfrm>
              <a:off x="9010430" y="4122114"/>
              <a:ext cx="457192" cy="457192"/>
            </a:xfrm>
            <a:prstGeom prst="roundRect">
              <a:avLst>
                <a:gd name="adj" fmla="val 20902"/>
              </a:avLst>
            </a:prstGeom>
            <a:solidFill>
              <a:schemeClr val="accent6">
                <a:lumMod val="60000"/>
                <a:lumOff val="4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88">
                  <a:solidFill>
                    <a:schemeClr val="bg1"/>
                  </a:solidFill>
                </a:rPr>
                <a:t> </a:t>
              </a:r>
            </a:p>
          </p:txBody>
        </p:sp>
        <p:sp>
          <p:nvSpPr>
            <p:cNvPr id="76" name="Рисунок 39">
              <a:extLst>
                <a:ext uri="{FF2B5EF4-FFF2-40B4-BE49-F238E27FC236}">
                  <a16:creationId xmlns:a16="http://schemas.microsoft.com/office/drawing/2014/main" id="{643D1999-0EE4-EFCF-2F7E-7BA5E5766891}"/>
                </a:ext>
              </a:extLst>
            </p:cNvPr>
            <p:cNvSpPr/>
            <p:nvPr/>
          </p:nvSpPr>
          <p:spPr>
            <a:xfrm>
              <a:off x="9117320" y="4229005"/>
              <a:ext cx="243414" cy="24341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lumMod val="20000"/>
                <a:lumOff val="80000"/>
              </a:schemeClr>
            </a:solidFill>
            <a:ln w="9525" cap="flat">
              <a:noFill/>
              <a:prstDash val="solid"/>
              <a:miter/>
            </a:ln>
          </p:spPr>
          <p:txBody>
            <a:bodyPr rtlCol="0" anchor="ctr"/>
            <a:lstStyle/>
            <a:p>
              <a:endParaRPr lang="ru-RU"/>
            </a:p>
          </p:txBody>
        </p:sp>
      </p:grpSp>
      <p:grpSp>
        <p:nvGrpSpPr>
          <p:cNvPr id="83" name="Группа 82">
            <a:extLst>
              <a:ext uri="{FF2B5EF4-FFF2-40B4-BE49-F238E27FC236}">
                <a16:creationId xmlns:a16="http://schemas.microsoft.com/office/drawing/2014/main" id="{B4D1835C-ABD6-0D7F-69A1-7DEAB05468A9}"/>
              </a:ext>
            </a:extLst>
          </p:cNvPr>
          <p:cNvGrpSpPr/>
          <p:nvPr/>
        </p:nvGrpSpPr>
        <p:grpSpPr>
          <a:xfrm>
            <a:off x="3557504" y="1929898"/>
            <a:ext cx="457192" cy="457192"/>
            <a:chOff x="3532104" y="1929898"/>
            <a:chExt cx="457192" cy="457192"/>
          </a:xfrm>
        </p:grpSpPr>
        <p:sp>
          <p:nvSpPr>
            <p:cNvPr id="54" name="Прямоугольник: скругленные углы 53">
              <a:extLst>
                <a:ext uri="{FF2B5EF4-FFF2-40B4-BE49-F238E27FC236}">
                  <a16:creationId xmlns:a16="http://schemas.microsoft.com/office/drawing/2014/main" id="{4F64644D-6BB7-E93B-75A0-22D447E04E87}"/>
                </a:ext>
              </a:extLst>
            </p:cNvPr>
            <p:cNvSpPr/>
            <p:nvPr/>
          </p:nvSpPr>
          <p:spPr>
            <a:xfrm>
              <a:off x="3532104" y="1929898"/>
              <a:ext cx="457192" cy="457192"/>
            </a:xfrm>
            <a:prstGeom prst="roundRect">
              <a:avLst>
                <a:gd name="adj" fmla="val 20902"/>
              </a:avLst>
            </a:prstGeom>
            <a:solidFill>
              <a:schemeClr val="accent6">
                <a:lumMod val="60000"/>
                <a:lumOff val="4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88">
                  <a:solidFill>
                    <a:schemeClr val="bg1"/>
                  </a:solidFill>
                </a:rPr>
                <a:t> </a:t>
              </a:r>
            </a:p>
          </p:txBody>
        </p:sp>
        <p:sp>
          <p:nvSpPr>
            <p:cNvPr id="77" name="Рисунок 39">
              <a:extLst>
                <a:ext uri="{FF2B5EF4-FFF2-40B4-BE49-F238E27FC236}">
                  <a16:creationId xmlns:a16="http://schemas.microsoft.com/office/drawing/2014/main" id="{C4F5D06F-FA9A-0A2B-C786-9A35A6480116}"/>
                </a:ext>
              </a:extLst>
            </p:cNvPr>
            <p:cNvSpPr/>
            <p:nvPr/>
          </p:nvSpPr>
          <p:spPr>
            <a:xfrm>
              <a:off x="3638994" y="2033325"/>
              <a:ext cx="243414" cy="24341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lumMod val="20000"/>
                <a:lumOff val="80000"/>
              </a:schemeClr>
            </a:solidFill>
            <a:ln w="9525" cap="flat">
              <a:noFill/>
              <a:prstDash val="solid"/>
              <a:miter/>
            </a:ln>
          </p:spPr>
          <p:txBody>
            <a:bodyPr rtlCol="0" anchor="ctr"/>
            <a:lstStyle/>
            <a:p>
              <a:endParaRPr lang="ru-RU"/>
            </a:p>
          </p:txBody>
        </p:sp>
      </p:grpSp>
      <p:grpSp>
        <p:nvGrpSpPr>
          <p:cNvPr id="84" name="Группа 83">
            <a:extLst>
              <a:ext uri="{FF2B5EF4-FFF2-40B4-BE49-F238E27FC236}">
                <a16:creationId xmlns:a16="http://schemas.microsoft.com/office/drawing/2014/main" id="{14478BE6-D7E6-4868-1978-66BADA76CB11}"/>
              </a:ext>
            </a:extLst>
          </p:cNvPr>
          <p:cNvGrpSpPr/>
          <p:nvPr/>
        </p:nvGrpSpPr>
        <p:grpSpPr>
          <a:xfrm>
            <a:off x="6271267" y="1929898"/>
            <a:ext cx="457192" cy="457192"/>
            <a:chOff x="6271267" y="1929898"/>
            <a:chExt cx="457192" cy="457192"/>
          </a:xfrm>
        </p:grpSpPr>
        <p:sp>
          <p:nvSpPr>
            <p:cNvPr id="61" name="Прямоугольник: скругленные углы 60">
              <a:extLst>
                <a:ext uri="{FF2B5EF4-FFF2-40B4-BE49-F238E27FC236}">
                  <a16:creationId xmlns:a16="http://schemas.microsoft.com/office/drawing/2014/main" id="{9B21B0E0-3CBE-729C-A1D6-E111FE629BF6}"/>
                </a:ext>
              </a:extLst>
            </p:cNvPr>
            <p:cNvSpPr/>
            <p:nvPr/>
          </p:nvSpPr>
          <p:spPr>
            <a:xfrm>
              <a:off x="6271267" y="1929898"/>
              <a:ext cx="457192" cy="457192"/>
            </a:xfrm>
            <a:prstGeom prst="roundRect">
              <a:avLst>
                <a:gd name="adj" fmla="val 20902"/>
              </a:avLst>
            </a:prstGeom>
            <a:solidFill>
              <a:schemeClr val="accent6">
                <a:lumMod val="60000"/>
                <a:lumOff val="4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88">
                  <a:solidFill>
                    <a:schemeClr val="bg1"/>
                  </a:solidFill>
                </a:rPr>
                <a:t> </a:t>
              </a:r>
            </a:p>
          </p:txBody>
        </p:sp>
        <p:sp>
          <p:nvSpPr>
            <p:cNvPr id="78" name="Рисунок 39">
              <a:extLst>
                <a:ext uri="{FF2B5EF4-FFF2-40B4-BE49-F238E27FC236}">
                  <a16:creationId xmlns:a16="http://schemas.microsoft.com/office/drawing/2014/main" id="{E6745702-A593-A0C2-B195-4123A08C9033}"/>
                </a:ext>
              </a:extLst>
            </p:cNvPr>
            <p:cNvSpPr/>
            <p:nvPr/>
          </p:nvSpPr>
          <p:spPr>
            <a:xfrm>
              <a:off x="6378157" y="2033325"/>
              <a:ext cx="243414" cy="24341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lumMod val="20000"/>
                <a:lumOff val="80000"/>
              </a:schemeClr>
            </a:solidFill>
            <a:ln w="9525" cap="flat">
              <a:noFill/>
              <a:prstDash val="solid"/>
              <a:miter/>
            </a:ln>
          </p:spPr>
          <p:txBody>
            <a:bodyPr rtlCol="0" anchor="ctr"/>
            <a:lstStyle/>
            <a:p>
              <a:endParaRPr lang="ru-RU"/>
            </a:p>
          </p:txBody>
        </p:sp>
      </p:grpSp>
      <p:grpSp>
        <p:nvGrpSpPr>
          <p:cNvPr id="85" name="Группа 84">
            <a:extLst>
              <a:ext uri="{FF2B5EF4-FFF2-40B4-BE49-F238E27FC236}">
                <a16:creationId xmlns:a16="http://schemas.microsoft.com/office/drawing/2014/main" id="{706CB274-CAE4-E42B-88D3-67A3C97D2B65}"/>
              </a:ext>
            </a:extLst>
          </p:cNvPr>
          <p:cNvGrpSpPr/>
          <p:nvPr/>
        </p:nvGrpSpPr>
        <p:grpSpPr>
          <a:xfrm>
            <a:off x="8995916" y="1929898"/>
            <a:ext cx="457192" cy="457192"/>
            <a:chOff x="9010430" y="1929898"/>
            <a:chExt cx="457192" cy="457192"/>
          </a:xfrm>
        </p:grpSpPr>
        <p:sp>
          <p:nvSpPr>
            <p:cNvPr id="69" name="Прямоугольник: скругленные углы 68">
              <a:extLst>
                <a:ext uri="{FF2B5EF4-FFF2-40B4-BE49-F238E27FC236}">
                  <a16:creationId xmlns:a16="http://schemas.microsoft.com/office/drawing/2014/main" id="{AA85426B-0AE6-4C4D-B060-438778D3A85E}"/>
                </a:ext>
              </a:extLst>
            </p:cNvPr>
            <p:cNvSpPr/>
            <p:nvPr/>
          </p:nvSpPr>
          <p:spPr>
            <a:xfrm>
              <a:off x="9010430" y="1929898"/>
              <a:ext cx="457192" cy="457192"/>
            </a:xfrm>
            <a:prstGeom prst="roundRect">
              <a:avLst>
                <a:gd name="adj" fmla="val 20902"/>
              </a:avLst>
            </a:prstGeom>
            <a:solidFill>
              <a:schemeClr val="accent6">
                <a:lumMod val="60000"/>
                <a:lumOff val="4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88">
                  <a:solidFill>
                    <a:schemeClr val="bg1"/>
                  </a:solidFill>
                </a:rPr>
                <a:t> </a:t>
              </a:r>
            </a:p>
          </p:txBody>
        </p:sp>
        <p:sp>
          <p:nvSpPr>
            <p:cNvPr id="79" name="Рисунок 39">
              <a:extLst>
                <a:ext uri="{FF2B5EF4-FFF2-40B4-BE49-F238E27FC236}">
                  <a16:creationId xmlns:a16="http://schemas.microsoft.com/office/drawing/2014/main" id="{402FEC36-A329-85F8-2855-A5EA3786CF46}"/>
                </a:ext>
              </a:extLst>
            </p:cNvPr>
            <p:cNvSpPr/>
            <p:nvPr/>
          </p:nvSpPr>
          <p:spPr>
            <a:xfrm>
              <a:off x="9117320" y="2033325"/>
              <a:ext cx="243414" cy="24341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lumMod val="20000"/>
                <a:lumOff val="80000"/>
              </a:schemeClr>
            </a:solidFill>
            <a:ln w="9525" cap="flat">
              <a:noFill/>
              <a:prstDash val="solid"/>
              <a:miter/>
            </a:ln>
          </p:spPr>
          <p:txBody>
            <a:bodyPr rtlCol="0" anchor="ctr"/>
            <a:lstStyle/>
            <a:p>
              <a:endParaRPr lang="ru-RU"/>
            </a:p>
          </p:txBody>
        </p:sp>
      </p:grpSp>
      <p:sp>
        <p:nvSpPr>
          <p:cNvPr id="2" name="Нижний колонтитул 1">
            <a:extLst>
              <a:ext uri="{FF2B5EF4-FFF2-40B4-BE49-F238E27FC236}">
                <a16:creationId xmlns:a16="http://schemas.microsoft.com/office/drawing/2014/main" id="{E16ABFD6-734D-B721-B0E1-CCEA347049F0}"/>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2143704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22</a:t>
            </a:fld>
            <a:endParaRPr lang="ru-RU"/>
          </a:p>
        </p:txBody>
      </p:sp>
      <p:grpSp>
        <p:nvGrpSpPr>
          <p:cNvPr id="59" name="Группа 58">
            <a:extLst>
              <a:ext uri="{FF2B5EF4-FFF2-40B4-BE49-F238E27FC236}">
                <a16:creationId xmlns:a16="http://schemas.microsoft.com/office/drawing/2014/main" id="{7E6647CF-1477-4C8D-A2A5-C551D9332426}"/>
              </a:ext>
            </a:extLst>
          </p:cNvPr>
          <p:cNvGrpSpPr/>
          <p:nvPr/>
        </p:nvGrpSpPr>
        <p:grpSpPr>
          <a:xfrm>
            <a:off x="1545340" y="1942529"/>
            <a:ext cx="3300867" cy="962922"/>
            <a:chOff x="1562486" y="4783437"/>
            <a:chExt cx="3300867" cy="962922"/>
          </a:xfrm>
        </p:grpSpPr>
        <p:sp>
          <p:nvSpPr>
            <p:cNvPr id="60" name="Объект 12">
              <a:extLst>
                <a:ext uri="{FF2B5EF4-FFF2-40B4-BE49-F238E27FC236}">
                  <a16:creationId xmlns:a16="http://schemas.microsoft.com/office/drawing/2014/main" id="{B65620CC-3AF4-4A82-B91C-B6B1895E6495}"/>
                </a:ext>
              </a:extLst>
            </p:cNvPr>
            <p:cNvSpPr txBox="1">
              <a:spLocks/>
            </p:cNvSpPr>
            <p:nvPr/>
          </p:nvSpPr>
          <p:spPr>
            <a:xfrm>
              <a:off x="1562487" y="5391715"/>
              <a:ext cx="3300866" cy="35464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a:t>
              </a:r>
              <a:br>
                <a:rPr lang="ru-RU"/>
              </a:br>
              <a:endParaRPr lang="ru-RU"/>
            </a:p>
          </p:txBody>
        </p:sp>
        <p:sp>
          <p:nvSpPr>
            <p:cNvPr id="61" name="Прямоугольник: скругленные углы 60">
              <a:extLst>
                <a:ext uri="{FF2B5EF4-FFF2-40B4-BE49-F238E27FC236}">
                  <a16:creationId xmlns:a16="http://schemas.microsoft.com/office/drawing/2014/main" id="{76D5B857-D7C3-4B5E-B531-0C9C878F1E51}"/>
                </a:ext>
              </a:extLst>
            </p:cNvPr>
            <p:cNvSpPr/>
            <p:nvPr/>
          </p:nvSpPr>
          <p:spPr>
            <a:xfrm>
              <a:off x="1562486" y="4783437"/>
              <a:ext cx="1821747" cy="524768"/>
            </a:xfrm>
            <a:prstGeom prst="roundRect">
              <a:avLst>
                <a:gd name="adj" fmla="val 3131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marL="0" marR="0" lvl="1"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2400" b="1" i="0" u="none" strike="noStrike" kern="1200" cap="none" spc="0" normalizeH="0" baseline="0" noProof="0">
                  <a:ln>
                    <a:noFill/>
                  </a:ln>
                  <a:solidFill>
                    <a:srgbClr val="0E1114"/>
                  </a:solidFill>
                  <a:effectLst/>
                  <a:uLnTx/>
                  <a:uFillTx/>
                  <a:latin typeface="Arial"/>
                  <a:ea typeface="+mn-ea"/>
                  <a:cs typeface="+mn-cs"/>
                </a:rPr>
                <a:t>8:00–9:00</a:t>
              </a:r>
            </a:p>
          </p:txBody>
        </p:sp>
      </p:grpSp>
      <p:grpSp>
        <p:nvGrpSpPr>
          <p:cNvPr id="62" name="Группа 61">
            <a:extLst>
              <a:ext uri="{FF2B5EF4-FFF2-40B4-BE49-F238E27FC236}">
                <a16:creationId xmlns:a16="http://schemas.microsoft.com/office/drawing/2014/main" id="{D735D81F-344F-44C4-8E75-84A6B8483F69}"/>
              </a:ext>
            </a:extLst>
          </p:cNvPr>
          <p:cNvGrpSpPr/>
          <p:nvPr/>
        </p:nvGrpSpPr>
        <p:grpSpPr>
          <a:xfrm>
            <a:off x="7015387" y="1942529"/>
            <a:ext cx="3300868" cy="962922"/>
            <a:chOff x="1562485" y="4783437"/>
            <a:chExt cx="3300868" cy="962922"/>
          </a:xfrm>
        </p:grpSpPr>
        <p:sp>
          <p:nvSpPr>
            <p:cNvPr id="63" name="Объект 12">
              <a:extLst>
                <a:ext uri="{FF2B5EF4-FFF2-40B4-BE49-F238E27FC236}">
                  <a16:creationId xmlns:a16="http://schemas.microsoft.com/office/drawing/2014/main" id="{5C44D49C-8C2F-41C5-83D8-EE51C748C24C}"/>
                </a:ext>
              </a:extLst>
            </p:cNvPr>
            <p:cNvSpPr txBox="1">
              <a:spLocks/>
            </p:cNvSpPr>
            <p:nvPr/>
          </p:nvSpPr>
          <p:spPr>
            <a:xfrm>
              <a:off x="1562487" y="5391715"/>
              <a:ext cx="3300866" cy="35464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a:t>
              </a:r>
              <a:br>
                <a:rPr lang="ru-RU"/>
              </a:br>
              <a:endParaRPr lang="ru-RU"/>
            </a:p>
          </p:txBody>
        </p:sp>
        <p:sp>
          <p:nvSpPr>
            <p:cNvPr id="64" name="Прямоугольник: скругленные углы 63">
              <a:extLst>
                <a:ext uri="{FF2B5EF4-FFF2-40B4-BE49-F238E27FC236}">
                  <a16:creationId xmlns:a16="http://schemas.microsoft.com/office/drawing/2014/main" id="{3D810D32-C72A-46DF-918B-BE7E668C754B}"/>
                </a:ext>
              </a:extLst>
            </p:cNvPr>
            <p:cNvSpPr/>
            <p:nvPr/>
          </p:nvSpPr>
          <p:spPr>
            <a:xfrm>
              <a:off x="1562485" y="4783437"/>
              <a:ext cx="1980000" cy="524768"/>
            </a:xfrm>
            <a:prstGeom prst="roundRect">
              <a:avLst>
                <a:gd name="adj" fmla="val 3131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marL="0" marR="0" lvl="1" indent="0"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2400" b="1" i="0" u="none" strike="noStrike" kern="1200" cap="none" spc="0" normalizeH="0" baseline="0" noProof="0">
                  <a:ln>
                    <a:noFill/>
                  </a:ln>
                  <a:solidFill>
                    <a:srgbClr val="0E1114"/>
                  </a:solidFill>
                  <a:effectLst/>
                  <a:uLnTx/>
                  <a:uFillTx/>
                  <a:latin typeface="Arial"/>
                  <a:ea typeface="+mn-ea"/>
                  <a:cs typeface="+mn-cs"/>
                </a:rPr>
                <a:t>11:00–12:00</a:t>
              </a:r>
            </a:p>
          </p:txBody>
        </p:sp>
      </p:grpSp>
      <p:grpSp>
        <p:nvGrpSpPr>
          <p:cNvPr id="65" name="Группа 64">
            <a:extLst>
              <a:ext uri="{FF2B5EF4-FFF2-40B4-BE49-F238E27FC236}">
                <a16:creationId xmlns:a16="http://schemas.microsoft.com/office/drawing/2014/main" id="{11E23B49-7F66-45AD-B8B3-8B36981D0E26}"/>
              </a:ext>
            </a:extLst>
          </p:cNvPr>
          <p:cNvGrpSpPr/>
          <p:nvPr/>
        </p:nvGrpSpPr>
        <p:grpSpPr>
          <a:xfrm>
            <a:off x="1570192" y="3495644"/>
            <a:ext cx="3300867" cy="962922"/>
            <a:chOff x="1562486" y="4783437"/>
            <a:chExt cx="3300867" cy="962922"/>
          </a:xfrm>
        </p:grpSpPr>
        <p:sp>
          <p:nvSpPr>
            <p:cNvPr id="66" name="Объект 12">
              <a:extLst>
                <a:ext uri="{FF2B5EF4-FFF2-40B4-BE49-F238E27FC236}">
                  <a16:creationId xmlns:a16="http://schemas.microsoft.com/office/drawing/2014/main" id="{5EE56663-82C8-4255-B983-9F91133D95F9}"/>
                </a:ext>
              </a:extLst>
            </p:cNvPr>
            <p:cNvSpPr txBox="1">
              <a:spLocks/>
            </p:cNvSpPr>
            <p:nvPr/>
          </p:nvSpPr>
          <p:spPr>
            <a:xfrm>
              <a:off x="1562487" y="5391715"/>
              <a:ext cx="3300866" cy="35464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a:t>
              </a:r>
              <a:br>
                <a:rPr lang="ru-RU"/>
              </a:br>
              <a:endParaRPr lang="ru-RU"/>
            </a:p>
          </p:txBody>
        </p:sp>
        <p:sp>
          <p:nvSpPr>
            <p:cNvPr id="67" name="Прямоугольник: скругленные углы 66">
              <a:extLst>
                <a:ext uri="{FF2B5EF4-FFF2-40B4-BE49-F238E27FC236}">
                  <a16:creationId xmlns:a16="http://schemas.microsoft.com/office/drawing/2014/main" id="{0DF04538-5AAC-4A28-A373-7203D39ADB8B}"/>
                </a:ext>
              </a:extLst>
            </p:cNvPr>
            <p:cNvSpPr/>
            <p:nvPr/>
          </p:nvSpPr>
          <p:spPr>
            <a:xfrm>
              <a:off x="1562486" y="4783437"/>
              <a:ext cx="1821747" cy="524768"/>
            </a:xfrm>
            <a:prstGeom prst="roundRect">
              <a:avLst>
                <a:gd name="adj" fmla="val 3131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marL="0" marR="0" lvl="1" indent="0"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2400" b="1" i="0" u="none" strike="noStrike" kern="1200" cap="none" spc="0" normalizeH="0" baseline="0" noProof="0">
                  <a:ln>
                    <a:noFill/>
                  </a:ln>
                  <a:solidFill>
                    <a:srgbClr val="0E1114"/>
                  </a:solidFill>
                  <a:effectLst/>
                  <a:uLnTx/>
                  <a:uFillTx/>
                  <a:latin typeface="Arial"/>
                  <a:ea typeface="+mn-ea"/>
                  <a:cs typeface="+mn-cs"/>
                </a:rPr>
                <a:t>9:00–10:00</a:t>
              </a:r>
            </a:p>
          </p:txBody>
        </p:sp>
      </p:grpSp>
      <p:grpSp>
        <p:nvGrpSpPr>
          <p:cNvPr id="68" name="Группа 67">
            <a:extLst>
              <a:ext uri="{FF2B5EF4-FFF2-40B4-BE49-F238E27FC236}">
                <a16:creationId xmlns:a16="http://schemas.microsoft.com/office/drawing/2014/main" id="{7D80AEF5-C3A3-48CE-9352-80FD4B93B74E}"/>
              </a:ext>
            </a:extLst>
          </p:cNvPr>
          <p:cNvGrpSpPr/>
          <p:nvPr/>
        </p:nvGrpSpPr>
        <p:grpSpPr>
          <a:xfrm>
            <a:off x="7028460" y="3495644"/>
            <a:ext cx="3300867" cy="962922"/>
            <a:chOff x="1562486" y="4783437"/>
            <a:chExt cx="3300867" cy="962922"/>
          </a:xfrm>
        </p:grpSpPr>
        <p:sp>
          <p:nvSpPr>
            <p:cNvPr id="69" name="Объект 12">
              <a:extLst>
                <a:ext uri="{FF2B5EF4-FFF2-40B4-BE49-F238E27FC236}">
                  <a16:creationId xmlns:a16="http://schemas.microsoft.com/office/drawing/2014/main" id="{4C2BAD39-499D-41E0-AE85-D11206B36777}"/>
                </a:ext>
              </a:extLst>
            </p:cNvPr>
            <p:cNvSpPr txBox="1">
              <a:spLocks/>
            </p:cNvSpPr>
            <p:nvPr/>
          </p:nvSpPr>
          <p:spPr>
            <a:xfrm>
              <a:off x="1562487" y="5391715"/>
              <a:ext cx="3300866" cy="35464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a:t>
              </a:r>
              <a:br>
                <a:rPr lang="ru-RU"/>
              </a:br>
              <a:endParaRPr lang="ru-RU"/>
            </a:p>
          </p:txBody>
        </p:sp>
        <p:sp>
          <p:nvSpPr>
            <p:cNvPr id="70" name="Прямоугольник: скругленные углы 69">
              <a:extLst>
                <a:ext uri="{FF2B5EF4-FFF2-40B4-BE49-F238E27FC236}">
                  <a16:creationId xmlns:a16="http://schemas.microsoft.com/office/drawing/2014/main" id="{BF9EB4F4-63F7-4BD6-9083-A456D4BB47B1}"/>
                </a:ext>
              </a:extLst>
            </p:cNvPr>
            <p:cNvSpPr/>
            <p:nvPr/>
          </p:nvSpPr>
          <p:spPr>
            <a:xfrm>
              <a:off x="1562486" y="4783437"/>
              <a:ext cx="1980000" cy="524768"/>
            </a:xfrm>
            <a:prstGeom prst="roundRect">
              <a:avLst>
                <a:gd name="adj" fmla="val 3131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marL="0" marR="0" lvl="1" indent="0"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2400" b="1" i="0" u="none" strike="noStrike" kern="1200" cap="none" spc="0" normalizeH="0" baseline="0" noProof="0">
                  <a:ln>
                    <a:noFill/>
                  </a:ln>
                  <a:solidFill>
                    <a:srgbClr val="0E1114"/>
                  </a:solidFill>
                  <a:effectLst/>
                  <a:uLnTx/>
                  <a:uFillTx/>
                  <a:latin typeface="Arial"/>
                  <a:ea typeface="+mn-ea"/>
                  <a:cs typeface="+mn-cs"/>
                </a:rPr>
                <a:t>14:00–16:00</a:t>
              </a:r>
            </a:p>
          </p:txBody>
        </p:sp>
      </p:grpSp>
      <p:grpSp>
        <p:nvGrpSpPr>
          <p:cNvPr id="71" name="Группа 70">
            <a:extLst>
              <a:ext uri="{FF2B5EF4-FFF2-40B4-BE49-F238E27FC236}">
                <a16:creationId xmlns:a16="http://schemas.microsoft.com/office/drawing/2014/main" id="{91457483-7B2B-474F-AF17-3BC2F97420A4}"/>
              </a:ext>
            </a:extLst>
          </p:cNvPr>
          <p:cNvGrpSpPr/>
          <p:nvPr/>
        </p:nvGrpSpPr>
        <p:grpSpPr>
          <a:xfrm>
            <a:off x="1549399" y="5048760"/>
            <a:ext cx="3300868" cy="962922"/>
            <a:chOff x="1562485" y="4783437"/>
            <a:chExt cx="3300868" cy="962922"/>
          </a:xfrm>
        </p:grpSpPr>
        <p:sp>
          <p:nvSpPr>
            <p:cNvPr id="72" name="Объект 12">
              <a:extLst>
                <a:ext uri="{FF2B5EF4-FFF2-40B4-BE49-F238E27FC236}">
                  <a16:creationId xmlns:a16="http://schemas.microsoft.com/office/drawing/2014/main" id="{BD936168-DFCC-495D-81E4-AEFB909BACF9}"/>
                </a:ext>
              </a:extLst>
            </p:cNvPr>
            <p:cNvSpPr txBox="1">
              <a:spLocks/>
            </p:cNvSpPr>
            <p:nvPr/>
          </p:nvSpPr>
          <p:spPr>
            <a:xfrm>
              <a:off x="1562487" y="5391715"/>
              <a:ext cx="3300866" cy="35464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a:t>
              </a:r>
              <a:br>
                <a:rPr lang="ru-RU"/>
              </a:br>
              <a:endParaRPr lang="ru-RU"/>
            </a:p>
          </p:txBody>
        </p:sp>
        <p:sp>
          <p:nvSpPr>
            <p:cNvPr id="73" name="Прямоугольник: скругленные углы 72">
              <a:extLst>
                <a:ext uri="{FF2B5EF4-FFF2-40B4-BE49-F238E27FC236}">
                  <a16:creationId xmlns:a16="http://schemas.microsoft.com/office/drawing/2014/main" id="{4C8CE952-91EE-4FA1-9BB4-CECC87F45664}"/>
                </a:ext>
              </a:extLst>
            </p:cNvPr>
            <p:cNvSpPr/>
            <p:nvPr/>
          </p:nvSpPr>
          <p:spPr>
            <a:xfrm>
              <a:off x="1562485" y="4783437"/>
              <a:ext cx="1980000" cy="524768"/>
            </a:xfrm>
            <a:prstGeom prst="roundRect">
              <a:avLst>
                <a:gd name="adj" fmla="val 3131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marL="0" marR="0" lvl="1" indent="0"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2400" b="1" i="0" u="none" strike="noStrike" kern="1200" cap="none" spc="0" normalizeH="0" baseline="0" noProof="0">
                  <a:ln>
                    <a:noFill/>
                  </a:ln>
                  <a:solidFill>
                    <a:srgbClr val="0E1114"/>
                  </a:solidFill>
                  <a:effectLst/>
                  <a:uLnTx/>
                  <a:uFillTx/>
                  <a:latin typeface="Arial"/>
                  <a:ea typeface="+mn-ea"/>
                  <a:cs typeface="+mn-cs"/>
                </a:rPr>
                <a:t>10:00–10:45</a:t>
              </a:r>
            </a:p>
          </p:txBody>
        </p:sp>
      </p:grpSp>
      <p:grpSp>
        <p:nvGrpSpPr>
          <p:cNvPr id="74" name="Группа 73">
            <a:extLst>
              <a:ext uri="{FF2B5EF4-FFF2-40B4-BE49-F238E27FC236}">
                <a16:creationId xmlns:a16="http://schemas.microsoft.com/office/drawing/2014/main" id="{1EE0F4B7-9332-49DE-A337-4E4EF36F7535}"/>
              </a:ext>
            </a:extLst>
          </p:cNvPr>
          <p:cNvGrpSpPr/>
          <p:nvPr/>
        </p:nvGrpSpPr>
        <p:grpSpPr>
          <a:xfrm>
            <a:off x="7007667" y="5048760"/>
            <a:ext cx="3300868" cy="962922"/>
            <a:chOff x="1562485" y="4783437"/>
            <a:chExt cx="3300868" cy="962922"/>
          </a:xfrm>
        </p:grpSpPr>
        <p:sp>
          <p:nvSpPr>
            <p:cNvPr id="75" name="Объект 12">
              <a:extLst>
                <a:ext uri="{FF2B5EF4-FFF2-40B4-BE49-F238E27FC236}">
                  <a16:creationId xmlns:a16="http://schemas.microsoft.com/office/drawing/2014/main" id="{F14C2EA5-D329-4FB3-9886-E3FBD5686D09}"/>
                </a:ext>
              </a:extLst>
            </p:cNvPr>
            <p:cNvSpPr txBox="1">
              <a:spLocks/>
            </p:cNvSpPr>
            <p:nvPr/>
          </p:nvSpPr>
          <p:spPr>
            <a:xfrm>
              <a:off x="1562487" y="5391715"/>
              <a:ext cx="3300866" cy="35464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a:t>
              </a:r>
              <a:br>
                <a:rPr lang="ru-RU"/>
              </a:br>
              <a:endParaRPr lang="ru-RU"/>
            </a:p>
          </p:txBody>
        </p:sp>
        <p:sp>
          <p:nvSpPr>
            <p:cNvPr id="76" name="Прямоугольник: скругленные углы 75">
              <a:extLst>
                <a:ext uri="{FF2B5EF4-FFF2-40B4-BE49-F238E27FC236}">
                  <a16:creationId xmlns:a16="http://schemas.microsoft.com/office/drawing/2014/main" id="{55E14675-C6F7-4948-BF6C-53B77CB4DAE3}"/>
                </a:ext>
              </a:extLst>
            </p:cNvPr>
            <p:cNvSpPr/>
            <p:nvPr/>
          </p:nvSpPr>
          <p:spPr>
            <a:xfrm>
              <a:off x="1562485" y="4783437"/>
              <a:ext cx="1980000" cy="524768"/>
            </a:xfrm>
            <a:prstGeom prst="roundRect">
              <a:avLst>
                <a:gd name="adj" fmla="val 3131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marL="0" marR="0" lvl="1" indent="0"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2400" b="1" i="0" u="none" strike="noStrike" kern="1200" cap="none" spc="0" normalizeH="0" baseline="0" noProof="0">
                  <a:ln>
                    <a:noFill/>
                  </a:ln>
                  <a:solidFill>
                    <a:srgbClr val="0E1114"/>
                  </a:solidFill>
                  <a:effectLst/>
                  <a:uLnTx/>
                  <a:uFillTx/>
                  <a:latin typeface="Arial"/>
                  <a:ea typeface="+mn-ea"/>
                  <a:cs typeface="+mn-cs"/>
                </a:rPr>
                <a:t>16:00–20:00</a:t>
              </a:r>
            </a:p>
          </p:txBody>
        </p:sp>
      </p:grpSp>
      <p:pic>
        <p:nvPicPr>
          <p:cNvPr id="77" name="Рисунок 76">
            <a:extLst>
              <a:ext uri="{FF2B5EF4-FFF2-40B4-BE49-F238E27FC236}">
                <a16:creationId xmlns:a16="http://schemas.microsoft.com/office/drawing/2014/main" id="{4CA5403B-69B2-470E-836B-503EBB7E9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7702" y="1942529"/>
            <a:ext cx="864000" cy="864000"/>
          </a:xfrm>
          <a:prstGeom prst="rect">
            <a:avLst/>
          </a:prstGeom>
        </p:spPr>
      </p:pic>
      <p:pic>
        <p:nvPicPr>
          <p:cNvPr id="78" name="Рисунок 77">
            <a:extLst>
              <a:ext uri="{FF2B5EF4-FFF2-40B4-BE49-F238E27FC236}">
                <a16:creationId xmlns:a16="http://schemas.microsoft.com/office/drawing/2014/main" id="{32C10BDF-F98F-430D-BBD3-457722A92D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867" y="5048759"/>
            <a:ext cx="864000" cy="864000"/>
          </a:xfrm>
          <a:prstGeom prst="rect">
            <a:avLst/>
          </a:prstGeom>
        </p:spPr>
      </p:pic>
      <p:pic>
        <p:nvPicPr>
          <p:cNvPr id="80" name="Рисунок 79">
            <a:extLst>
              <a:ext uri="{FF2B5EF4-FFF2-40B4-BE49-F238E27FC236}">
                <a16:creationId xmlns:a16="http://schemas.microsoft.com/office/drawing/2014/main" id="{D2741CE1-2D24-495C-9954-B35854EA17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66" y="1942529"/>
            <a:ext cx="864000" cy="864000"/>
          </a:xfrm>
          <a:prstGeom prst="rect">
            <a:avLst/>
          </a:prstGeom>
        </p:spPr>
      </p:pic>
      <p:pic>
        <p:nvPicPr>
          <p:cNvPr id="81" name="Рисунок 80">
            <a:extLst>
              <a:ext uri="{FF2B5EF4-FFF2-40B4-BE49-F238E27FC236}">
                <a16:creationId xmlns:a16="http://schemas.microsoft.com/office/drawing/2014/main" id="{F65E8230-0167-46B4-9F6D-A25B37501C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55352" y="3495644"/>
            <a:ext cx="864000" cy="864000"/>
          </a:xfrm>
          <a:prstGeom prst="rect">
            <a:avLst/>
          </a:prstGeom>
        </p:spPr>
      </p:pic>
      <p:pic>
        <p:nvPicPr>
          <p:cNvPr id="82" name="Рисунок 81">
            <a:extLst>
              <a:ext uri="{FF2B5EF4-FFF2-40B4-BE49-F238E27FC236}">
                <a16:creationId xmlns:a16="http://schemas.microsoft.com/office/drawing/2014/main" id="{D6778DE9-676D-4AB4-81A3-928EB7EB2B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83695" y="5048759"/>
            <a:ext cx="864000" cy="864000"/>
          </a:xfrm>
          <a:prstGeom prst="rect">
            <a:avLst/>
          </a:prstGeom>
        </p:spPr>
      </p:pic>
      <p:sp>
        <p:nvSpPr>
          <p:cNvPr id="2" name="Нижний колонтитул 1">
            <a:extLst>
              <a:ext uri="{FF2B5EF4-FFF2-40B4-BE49-F238E27FC236}">
                <a16:creationId xmlns:a16="http://schemas.microsoft.com/office/drawing/2014/main" id="{F332F017-1556-B674-9844-648ED3BCFB64}"/>
              </a:ext>
            </a:extLst>
          </p:cNvPr>
          <p:cNvSpPr>
            <a:spLocks noGrp="1"/>
          </p:cNvSpPr>
          <p:nvPr>
            <p:ph type="ftr" sz="quarter" idx="11"/>
          </p:nvPr>
        </p:nvSpPr>
        <p:spPr/>
        <p:txBody>
          <a:bodyPr/>
          <a:lstStyle/>
          <a:p>
            <a:endParaRPr lang="ru-RU"/>
          </a:p>
        </p:txBody>
      </p:sp>
      <p:pic>
        <p:nvPicPr>
          <p:cNvPr id="4" name="Рисунок 3">
            <a:extLst>
              <a:ext uri="{FF2B5EF4-FFF2-40B4-BE49-F238E27FC236}">
                <a16:creationId xmlns:a16="http://schemas.microsoft.com/office/drawing/2014/main" id="{D87FA65A-8561-4093-B138-64390D5DB4F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4865" y="3326027"/>
            <a:ext cx="864001" cy="864001"/>
          </a:xfrm>
          <a:prstGeom prst="rect">
            <a:avLst/>
          </a:prstGeom>
        </p:spPr>
      </p:pic>
    </p:spTree>
    <p:extLst>
      <p:ext uri="{BB962C8B-B14F-4D97-AF65-F5344CB8AC3E}">
        <p14:creationId xmlns:p14="http://schemas.microsoft.com/office/powerpoint/2010/main" val="3377949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78FB78F-E935-72B3-B337-CB781372E279}"/>
              </a:ext>
            </a:extLst>
          </p:cNvPr>
          <p:cNvSpPr/>
          <p:nvPr/>
        </p:nvSpPr>
        <p:spPr>
          <a:xfrm>
            <a:off x="7913688" y="0"/>
            <a:ext cx="4276725" cy="6858000"/>
          </a:xfrm>
          <a:prstGeom prst="rect">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 name="Номер слайда 2">
            <a:extLst>
              <a:ext uri="{FF2B5EF4-FFF2-40B4-BE49-F238E27FC236}">
                <a16:creationId xmlns:a16="http://schemas.microsoft.com/office/drawing/2014/main" id="{1BCA4501-C8BB-6EA6-A6EB-6DBF98E412FE}"/>
              </a:ext>
            </a:extLst>
          </p:cNvPr>
          <p:cNvSpPr>
            <a:spLocks noGrp="1"/>
          </p:cNvSpPr>
          <p:nvPr>
            <p:ph type="sldNum" sz="quarter" idx="12"/>
          </p:nvPr>
        </p:nvSpPr>
        <p:spPr/>
        <p:txBody>
          <a:bodyPr/>
          <a:lstStyle/>
          <a:p>
            <a:fld id="{EB5249F5-0093-48B0-B996-C4E44A87EAFB}" type="slidenum">
              <a:rPr lang="ru-RU" smtClean="0"/>
              <a:pPr/>
              <a:t>23</a:t>
            </a:fld>
            <a:endParaRPr lang="ru-RU"/>
          </a:p>
        </p:txBody>
      </p:sp>
      <p:sp>
        <p:nvSpPr>
          <p:cNvPr id="4" name="Заголовок 3">
            <a:extLst>
              <a:ext uri="{FF2B5EF4-FFF2-40B4-BE49-F238E27FC236}">
                <a16:creationId xmlns:a16="http://schemas.microsoft.com/office/drawing/2014/main" id="{1568CC2E-7940-60C0-B88C-94F78550AF63}"/>
              </a:ext>
            </a:extLst>
          </p:cNvPr>
          <p:cNvSpPr>
            <a:spLocks noGrp="1"/>
          </p:cNvSpPr>
          <p:nvPr>
            <p:ph type="title"/>
          </p:nvPr>
        </p:nvSpPr>
        <p:spPr/>
        <p:txBody>
          <a:bodyPr/>
          <a:lstStyle/>
          <a:p>
            <a:r>
              <a:rPr lang="ru-RU"/>
              <a:t>Имя </a:t>
            </a:r>
            <a:br>
              <a:rPr lang="ru-RU"/>
            </a:br>
            <a:r>
              <a:rPr lang="ru-RU"/>
              <a:t>Фамилия</a:t>
            </a:r>
          </a:p>
        </p:txBody>
      </p:sp>
      <p:sp>
        <p:nvSpPr>
          <p:cNvPr id="5" name="Прямоугольник: скругленные углы 4">
            <a:extLst>
              <a:ext uri="{FF2B5EF4-FFF2-40B4-BE49-F238E27FC236}">
                <a16:creationId xmlns:a16="http://schemas.microsoft.com/office/drawing/2014/main" id="{CC9BF6D3-DF20-B8DF-F487-38CA8486A1BF}"/>
              </a:ext>
            </a:extLst>
          </p:cNvPr>
          <p:cNvSpPr/>
          <p:nvPr/>
        </p:nvSpPr>
        <p:spPr>
          <a:xfrm>
            <a:off x="639763" y="1783080"/>
            <a:ext cx="5608637" cy="1182370"/>
          </a:xfrm>
          <a:prstGeom prst="roundRect">
            <a:avLst>
              <a:gd name="adj" fmla="val 1953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 name="Прямоугольник: скругленные углы 5">
            <a:extLst>
              <a:ext uri="{FF2B5EF4-FFF2-40B4-BE49-F238E27FC236}">
                <a16:creationId xmlns:a16="http://schemas.microsoft.com/office/drawing/2014/main" id="{1CE5BB2C-103A-5DC5-23B7-5F539A5C3193}"/>
              </a:ext>
            </a:extLst>
          </p:cNvPr>
          <p:cNvSpPr/>
          <p:nvPr/>
        </p:nvSpPr>
        <p:spPr>
          <a:xfrm>
            <a:off x="639763" y="3495674"/>
            <a:ext cx="5608637" cy="2143125"/>
          </a:xfrm>
          <a:prstGeom prst="roundRect">
            <a:avLst>
              <a:gd name="adj" fmla="val 132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 name="Текст 10">
            <a:extLst>
              <a:ext uri="{FF2B5EF4-FFF2-40B4-BE49-F238E27FC236}">
                <a16:creationId xmlns:a16="http://schemas.microsoft.com/office/drawing/2014/main" id="{1F4165F5-5752-25A0-E1DF-F22A6B8972B3}"/>
              </a:ext>
            </a:extLst>
          </p:cNvPr>
          <p:cNvSpPr txBox="1">
            <a:spLocks/>
          </p:cNvSpPr>
          <p:nvPr/>
        </p:nvSpPr>
        <p:spPr>
          <a:xfrm>
            <a:off x="1447647" y="1983026"/>
            <a:ext cx="4553030" cy="553998"/>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b="1"/>
              <a:t>Напиши здесь свою должность </a:t>
            </a:r>
            <a:br>
              <a:rPr lang="ru-RU" b="1"/>
            </a:br>
            <a:r>
              <a:rPr lang="ru-RU" b="1"/>
              <a:t>в 1–2 строки</a:t>
            </a:r>
          </a:p>
        </p:txBody>
      </p:sp>
      <p:grpSp>
        <p:nvGrpSpPr>
          <p:cNvPr id="8" name="Группа 7">
            <a:extLst>
              <a:ext uri="{FF2B5EF4-FFF2-40B4-BE49-F238E27FC236}">
                <a16:creationId xmlns:a16="http://schemas.microsoft.com/office/drawing/2014/main" id="{E5414CB7-C9B3-0362-21C4-98D5DE62FC13}"/>
              </a:ext>
            </a:extLst>
          </p:cNvPr>
          <p:cNvGrpSpPr/>
          <p:nvPr/>
        </p:nvGrpSpPr>
        <p:grpSpPr>
          <a:xfrm>
            <a:off x="891498" y="2007414"/>
            <a:ext cx="406164" cy="406162"/>
            <a:chOff x="830259" y="2066924"/>
            <a:chExt cx="528642" cy="528640"/>
          </a:xfrm>
        </p:grpSpPr>
        <p:sp>
          <p:nvSpPr>
            <p:cNvPr id="9" name="Овал 8">
              <a:extLst>
                <a:ext uri="{FF2B5EF4-FFF2-40B4-BE49-F238E27FC236}">
                  <a16:creationId xmlns:a16="http://schemas.microsoft.com/office/drawing/2014/main" id="{47DFCD60-37B3-61D8-2D8A-63C7E5C45987}"/>
                </a:ext>
              </a:extLst>
            </p:cNvPr>
            <p:cNvSpPr/>
            <p:nvPr/>
          </p:nvSpPr>
          <p:spPr>
            <a:xfrm>
              <a:off x="830259" y="2066924"/>
              <a:ext cx="528642" cy="5286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 name="Полилиния: фигура 9">
              <a:extLst>
                <a:ext uri="{FF2B5EF4-FFF2-40B4-BE49-F238E27FC236}">
                  <a16:creationId xmlns:a16="http://schemas.microsoft.com/office/drawing/2014/main" id="{C6B4880F-F815-2229-6393-0D0798DFAE60}"/>
                </a:ext>
              </a:extLst>
            </p:cNvPr>
            <p:cNvSpPr/>
            <p:nvPr/>
          </p:nvSpPr>
          <p:spPr>
            <a:xfrm>
              <a:off x="978161" y="2200275"/>
              <a:ext cx="232838" cy="261938"/>
            </a:xfrm>
            <a:custGeom>
              <a:avLst/>
              <a:gdLst>
                <a:gd name="connsiteX0" fmla="*/ 33338 w 152400"/>
                <a:gd name="connsiteY0" fmla="*/ 104774 h 171449"/>
                <a:gd name="connsiteX1" fmla="*/ 76200 w 152400"/>
                <a:gd name="connsiteY1" fmla="*/ 114299 h 171449"/>
                <a:gd name="connsiteX2" fmla="*/ 119063 w 152400"/>
                <a:gd name="connsiteY2" fmla="*/ 104774 h 171449"/>
                <a:gd name="connsiteX3" fmla="*/ 152400 w 152400"/>
                <a:gd name="connsiteY3" fmla="*/ 138112 h 171449"/>
                <a:gd name="connsiteX4" fmla="*/ 76117 w 152400"/>
                <a:gd name="connsiteY4" fmla="*/ 171449 h 171449"/>
                <a:gd name="connsiteX5" fmla="*/ 0 w 152400"/>
                <a:gd name="connsiteY5" fmla="*/ 138112 h 171449"/>
                <a:gd name="connsiteX6" fmla="*/ 33338 w 152400"/>
                <a:gd name="connsiteY6" fmla="*/ 104774 h 171449"/>
                <a:gd name="connsiteX7" fmla="*/ 76200 w 152400"/>
                <a:gd name="connsiteY7" fmla="*/ 0 h 171449"/>
                <a:gd name="connsiteX8" fmla="*/ 123825 w 152400"/>
                <a:gd name="connsiteY8" fmla="*/ 47625 h 171449"/>
                <a:gd name="connsiteX9" fmla="*/ 76200 w 152400"/>
                <a:gd name="connsiteY9" fmla="*/ 95250 h 171449"/>
                <a:gd name="connsiteX10" fmla="*/ 28575 w 152400"/>
                <a:gd name="connsiteY10" fmla="*/ 47625 h 171449"/>
                <a:gd name="connsiteX11" fmla="*/ 76200 w 152400"/>
                <a:gd name="connsiteY11"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71449">
                  <a:moveTo>
                    <a:pt x="33338" y="104774"/>
                  </a:moveTo>
                  <a:cubicBezTo>
                    <a:pt x="47625" y="104821"/>
                    <a:pt x="47625" y="114299"/>
                    <a:pt x="76200" y="114299"/>
                  </a:cubicBezTo>
                  <a:cubicBezTo>
                    <a:pt x="104775" y="114299"/>
                    <a:pt x="104775" y="104774"/>
                    <a:pt x="119063" y="104774"/>
                  </a:cubicBezTo>
                  <a:cubicBezTo>
                    <a:pt x="128588" y="104774"/>
                    <a:pt x="152400" y="128587"/>
                    <a:pt x="152400" y="138112"/>
                  </a:cubicBezTo>
                  <a:cubicBezTo>
                    <a:pt x="152400" y="147637"/>
                    <a:pt x="12842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chemeClr val="bg1"/>
            </a:solidFill>
            <a:ln w="9525" cap="flat">
              <a:noFill/>
              <a:prstDash val="solid"/>
              <a:miter/>
            </a:ln>
          </p:spPr>
          <p:txBody>
            <a:bodyPr rtlCol="0" anchor="ctr"/>
            <a:lstStyle/>
            <a:p>
              <a:endParaRPr lang="ru-RU"/>
            </a:p>
          </p:txBody>
        </p:sp>
      </p:grpSp>
      <p:sp>
        <p:nvSpPr>
          <p:cNvPr id="11" name="Текст 10">
            <a:extLst>
              <a:ext uri="{FF2B5EF4-FFF2-40B4-BE49-F238E27FC236}">
                <a16:creationId xmlns:a16="http://schemas.microsoft.com/office/drawing/2014/main" id="{1DF13CA3-2943-9830-9071-065DE74D1678}"/>
              </a:ext>
            </a:extLst>
          </p:cNvPr>
          <p:cNvSpPr txBox="1">
            <a:spLocks/>
          </p:cNvSpPr>
          <p:nvPr/>
        </p:nvSpPr>
        <p:spPr>
          <a:xfrm>
            <a:off x="1447647" y="3781917"/>
            <a:ext cx="4553030"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buClr>
                <a:srgbClr val="005BFF"/>
              </a:buClr>
              <a:defRPr/>
            </a:pPr>
            <a:r>
              <a:rPr lang="ru-RU" b="1"/>
              <a:t>Чем я занимаюсь в </a:t>
            </a:r>
            <a:r>
              <a:rPr lang="en-US" b="1"/>
              <a:t>Ozon</a:t>
            </a:r>
            <a:endParaRPr lang="ru-RU" b="1"/>
          </a:p>
        </p:txBody>
      </p:sp>
      <p:sp>
        <p:nvSpPr>
          <p:cNvPr id="12" name="Текст 10">
            <a:extLst>
              <a:ext uri="{FF2B5EF4-FFF2-40B4-BE49-F238E27FC236}">
                <a16:creationId xmlns:a16="http://schemas.microsoft.com/office/drawing/2014/main" id="{73282112-514A-BB7B-13B1-FD4DD8ECF4B0}"/>
              </a:ext>
            </a:extLst>
          </p:cNvPr>
          <p:cNvSpPr txBox="1">
            <a:spLocks/>
          </p:cNvSpPr>
          <p:nvPr/>
        </p:nvSpPr>
        <p:spPr>
          <a:xfrm>
            <a:off x="1447647" y="4110945"/>
            <a:ext cx="4553030" cy="830997"/>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kumimoji="0" lang="ru-RU" b="0" i="0" u="none" strike="noStrike" kern="1200" cap="none" spc="0" normalizeH="0" baseline="0" noProof="0">
                <a:ln>
                  <a:noFill/>
                </a:ln>
                <a:solidFill>
                  <a:schemeClr val="tx1"/>
                </a:solidFill>
                <a:effectLst/>
                <a:uLnTx/>
                <a:uFillTx/>
                <a:latin typeface="Arial"/>
                <a:ea typeface="+mn-ea"/>
                <a:cs typeface="+mn-cs"/>
              </a:rPr>
              <a:t>Здесь ты можешь описать свою роль </a:t>
            </a:r>
            <a:br>
              <a:rPr kumimoji="0" lang="ru-RU" b="0" i="0" u="none" strike="noStrike" kern="1200" cap="none" spc="0" normalizeH="0" baseline="0" noProof="0">
                <a:ln>
                  <a:noFill/>
                </a:ln>
                <a:solidFill>
                  <a:schemeClr val="tx1"/>
                </a:solidFill>
                <a:effectLst/>
                <a:uLnTx/>
                <a:uFillTx/>
                <a:latin typeface="Arial"/>
                <a:ea typeface="+mn-ea"/>
                <a:cs typeface="+mn-cs"/>
              </a:rPr>
            </a:br>
            <a:r>
              <a:rPr kumimoji="0" lang="ru-RU" b="0" i="0" u="none" strike="noStrike" kern="1200" cap="none" spc="0" normalizeH="0" baseline="0" noProof="0">
                <a:ln>
                  <a:noFill/>
                </a:ln>
                <a:solidFill>
                  <a:schemeClr val="tx1"/>
                </a:solidFill>
                <a:effectLst/>
                <a:uLnTx/>
                <a:uFillTx/>
                <a:latin typeface="Arial"/>
                <a:ea typeface="+mn-ea"/>
                <a:cs typeface="+mn-cs"/>
              </a:rPr>
              <a:t>в проекте. Постарайся </a:t>
            </a:r>
            <a:r>
              <a:rPr lang="ru-RU">
                <a:latin typeface="Arial"/>
              </a:rPr>
              <a:t>сформулировать мысль кратко, в несколько предложений. </a:t>
            </a:r>
            <a:endParaRPr lang="ru-RU">
              <a:solidFill>
                <a:schemeClr val="tx1"/>
              </a:solidFill>
            </a:endParaRPr>
          </a:p>
        </p:txBody>
      </p:sp>
      <p:sp>
        <p:nvSpPr>
          <p:cNvPr id="13" name="Полилиния: фигура 12">
            <a:extLst>
              <a:ext uri="{FF2B5EF4-FFF2-40B4-BE49-F238E27FC236}">
                <a16:creationId xmlns:a16="http://schemas.microsoft.com/office/drawing/2014/main" id="{83E6DE9F-A80C-AE12-0E14-738C883C3B06}"/>
              </a:ext>
            </a:extLst>
          </p:cNvPr>
          <p:cNvSpPr/>
          <p:nvPr/>
        </p:nvSpPr>
        <p:spPr>
          <a:xfrm>
            <a:off x="5727872" y="5273676"/>
            <a:ext cx="284939" cy="149968"/>
          </a:xfrm>
          <a:custGeom>
            <a:avLst/>
            <a:gdLst>
              <a:gd name="connsiteX0" fmla="*/ 311561 w 328870"/>
              <a:gd name="connsiteY0" fmla="*/ 0 h 173090"/>
              <a:gd name="connsiteX1" fmla="*/ 323800 w 328870"/>
              <a:gd name="connsiteY1" fmla="*/ 5070 h 173090"/>
              <a:gd name="connsiteX2" fmla="*/ 323800 w 328870"/>
              <a:gd name="connsiteY2" fmla="*/ 29548 h 173090"/>
              <a:gd name="connsiteX3" fmla="*/ 185328 w 328870"/>
              <a:gd name="connsiteY3" fmla="*/ 168020 h 173090"/>
              <a:gd name="connsiteX4" fmla="*/ 160850 w 328870"/>
              <a:gd name="connsiteY4" fmla="*/ 168020 h 173090"/>
              <a:gd name="connsiteX5" fmla="*/ 129818 w 328870"/>
              <a:gd name="connsiteY5" fmla="*/ 136987 h 173090"/>
              <a:gd name="connsiteX6" fmla="*/ 98784 w 328870"/>
              <a:gd name="connsiteY6" fmla="*/ 168020 h 173090"/>
              <a:gd name="connsiteX7" fmla="*/ 74306 w 328870"/>
              <a:gd name="connsiteY7" fmla="*/ 168020 h 173090"/>
              <a:gd name="connsiteX8" fmla="*/ 5070 w 328870"/>
              <a:gd name="connsiteY8" fmla="*/ 98784 h 173090"/>
              <a:gd name="connsiteX9" fmla="*/ 5070 w 328870"/>
              <a:gd name="connsiteY9" fmla="*/ 74306 h 173090"/>
              <a:gd name="connsiteX10" fmla="*/ 29548 w 328870"/>
              <a:gd name="connsiteY10" fmla="*/ 74306 h 173090"/>
              <a:gd name="connsiteX11" fmla="*/ 86545 w 328870"/>
              <a:gd name="connsiteY11" fmla="*/ 131303 h 173090"/>
              <a:gd name="connsiteX12" fmla="*/ 105338 w 328870"/>
              <a:gd name="connsiteY12" fmla="*/ 112509 h 173090"/>
              <a:gd name="connsiteX13" fmla="*/ 91615 w 328870"/>
              <a:gd name="connsiteY13" fmla="*/ 98784 h 173090"/>
              <a:gd name="connsiteX14" fmla="*/ 91615 w 328870"/>
              <a:gd name="connsiteY14" fmla="*/ 74306 h 173090"/>
              <a:gd name="connsiteX15" fmla="*/ 116093 w 328870"/>
              <a:gd name="connsiteY15" fmla="*/ 74306 h 173090"/>
              <a:gd name="connsiteX16" fmla="*/ 173089 w 328870"/>
              <a:gd name="connsiteY16" fmla="*/ 131303 h 173090"/>
              <a:gd name="connsiteX17" fmla="*/ 299322 w 328870"/>
              <a:gd name="connsiteY17" fmla="*/ 5070 h 173090"/>
              <a:gd name="connsiteX18" fmla="*/ 311561 w 328870"/>
              <a:gd name="connsiteY18" fmla="*/ 0 h 173090"/>
              <a:gd name="connsiteX19" fmla="*/ 225015 w 328870"/>
              <a:gd name="connsiteY19" fmla="*/ 0 h 173090"/>
              <a:gd name="connsiteX20" fmla="*/ 237255 w 328870"/>
              <a:gd name="connsiteY20" fmla="*/ 5070 h 173090"/>
              <a:gd name="connsiteX21" fmla="*/ 237255 w 328870"/>
              <a:gd name="connsiteY21" fmla="*/ 29548 h 173090"/>
              <a:gd name="connsiteX22" fmla="*/ 185328 w 328870"/>
              <a:gd name="connsiteY22" fmla="*/ 81475 h 173090"/>
              <a:gd name="connsiteX23" fmla="*/ 160850 w 328870"/>
              <a:gd name="connsiteY23" fmla="*/ 81475 h 173090"/>
              <a:gd name="connsiteX24" fmla="*/ 160850 w 328870"/>
              <a:gd name="connsiteY24" fmla="*/ 56997 h 173090"/>
              <a:gd name="connsiteX25" fmla="*/ 212777 w 328870"/>
              <a:gd name="connsiteY25" fmla="*/ 5070 h 173090"/>
              <a:gd name="connsiteX26" fmla="*/ 225015 w 328870"/>
              <a:gd name="connsiteY26" fmla="*/ 0 h 17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8870" h="173090">
                <a:moveTo>
                  <a:pt x="311561" y="0"/>
                </a:moveTo>
                <a:cubicBezTo>
                  <a:pt x="315991" y="0"/>
                  <a:pt x="320421" y="1690"/>
                  <a:pt x="323800" y="5070"/>
                </a:cubicBezTo>
                <a:cubicBezTo>
                  <a:pt x="330560" y="11830"/>
                  <a:pt x="330560" y="22788"/>
                  <a:pt x="323800" y="29548"/>
                </a:cubicBezTo>
                <a:lnTo>
                  <a:pt x="185328" y="168020"/>
                </a:lnTo>
                <a:cubicBezTo>
                  <a:pt x="178570" y="174780"/>
                  <a:pt x="167609" y="174780"/>
                  <a:pt x="160850" y="168020"/>
                </a:cubicBezTo>
                <a:lnTo>
                  <a:pt x="129818" y="136987"/>
                </a:lnTo>
                <a:lnTo>
                  <a:pt x="98784" y="168020"/>
                </a:lnTo>
                <a:cubicBezTo>
                  <a:pt x="92025" y="174780"/>
                  <a:pt x="81066" y="174780"/>
                  <a:pt x="74306" y="168020"/>
                </a:cubicBezTo>
                <a:lnTo>
                  <a:pt x="5070" y="98784"/>
                </a:lnTo>
                <a:cubicBezTo>
                  <a:pt x="-1690" y="92026"/>
                  <a:pt x="-1690" y="81064"/>
                  <a:pt x="5070" y="74306"/>
                </a:cubicBezTo>
                <a:cubicBezTo>
                  <a:pt x="11830" y="67546"/>
                  <a:pt x="22788" y="67546"/>
                  <a:pt x="29548" y="74306"/>
                </a:cubicBezTo>
                <a:lnTo>
                  <a:pt x="86545" y="131303"/>
                </a:lnTo>
                <a:lnTo>
                  <a:pt x="105338" y="112509"/>
                </a:lnTo>
                <a:lnTo>
                  <a:pt x="91615" y="98784"/>
                </a:lnTo>
                <a:cubicBezTo>
                  <a:pt x="84855" y="92026"/>
                  <a:pt x="84855" y="81064"/>
                  <a:pt x="91615" y="74306"/>
                </a:cubicBezTo>
                <a:cubicBezTo>
                  <a:pt x="98373" y="67546"/>
                  <a:pt x="109334" y="67546"/>
                  <a:pt x="116093" y="74306"/>
                </a:cubicBezTo>
                <a:lnTo>
                  <a:pt x="173089" y="131303"/>
                </a:lnTo>
                <a:lnTo>
                  <a:pt x="299322" y="5070"/>
                </a:lnTo>
                <a:cubicBezTo>
                  <a:pt x="302701" y="1690"/>
                  <a:pt x="307131" y="0"/>
                  <a:pt x="311561" y="0"/>
                </a:cubicBezTo>
                <a:close/>
                <a:moveTo>
                  <a:pt x="225015" y="0"/>
                </a:moveTo>
                <a:cubicBezTo>
                  <a:pt x="229445" y="0"/>
                  <a:pt x="233875" y="1690"/>
                  <a:pt x="237255" y="5070"/>
                </a:cubicBezTo>
                <a:cubicBezTo>
                  <a:pt x="244013" y="11830"/>
                  <a:pt x="244013" y="22788"/>
                  <a:pt x="237255" y="29548"/>
                </a:cubicBezTo>
                <a:lnTo>
                  <a:pt x="185328" y="81475"/>
                </a:lnTo>
                <a:cubicBezTo>
                  <a:pt x="178568" y="88235"/>
                  <a:pt x="167608" y="88235"/>
                  <a:pt x="160850" y="81475"/>
                </a:cubicBezTo>
                <a:cubicBezTo>
                  <a:pt x="154090" y="74717"/>
                  <a:pt x="154090" y="63755"/>
                  <a:pt x="160850" y="56997"/>
                </a:cubicBezTo>
                <a:lnTo>
                  <a:pt x="212777" y="5070"/>
                </a:lnTo>
                <a:cubicBezTo>
                  <a:pt x="216156" y="1690"/>
                  <a:pt x="220586" y="0"/>
                  <a:pt x="225015" y="0"/>
                </a:cubicBezTo>
                <a:close/>
              </a:path>
            </a:pathLst>
          </a:custGeom>
          <a:solidFill>
            <a:schemeClr val="accent1"/>
          </a:solidFill>
          <a:ln w="9525" cap="flat">
            <a:noFill/>
            <a:prstDash val="solid"/>
            <a:miter/>
          </a:ln>
        </p:spPr>
        <p:txBody>
          <a:bodyPr wrap="square" rtlCol="0" anchor="ctr">
            <a:noAutofit/>
          </a:bodyPr>
          <a:lstStyle/>
          <a:p>
            <a:pPr defTabSz="914355"/>
            <a:endParaRPr lang="ru-RU">
              <a:solidFill>
                <a:schemeClr val="bg1"/>
              </a:solidFill>
              <a:latin typeface="Arial" panose="020B0604020202020204"/>
            </a:endParaRPr>
          </a:p>
        </p:txBody>
      </p:sp>
      <p:sp>
        <p:nvSpPr>
          <p:cNvPr id="14" name="Полилиния: фигура 13">
            <a:extLst>
              <a:ext uri="{FF2B5EF4-FFF2-40B4-BE49-F238E27FC236}">
                <a16:creationId xmlns:a16="http://schemas.microsoft.com/office/drawing/2014/main" id="{C4B33454-2D7C-0893-5B7B-C3A2220DB784}"/>
              </a:ext>
            </a:extLst>
          </p:cNvPr>
          <p:cNvSpPr/>
          <p:nvPr/>
        </p:nvSpPr>
        <p:spPr>
          <a:xfrm>
            <a:off x="5727872" y="2597249"/>
            <a:ext cx="284939" cy="149968"/>
          </a:xfrm>
          <a:custGeom>
            <a:avLst/>
            <a:gdLst>
              <a:gd name="connsiteX0" fmla="*/ 311561 w 328870"/>
              <a:gd name="connsiteY0" fmla="*/ 0 h 173090"/>
              <a:gd name="connsiteX1" fmla="*/ 323800 w 328870"/>
              <a:gd name="connsiteY1" fmla="*/ 5070 h 173090"/>
              <a:gd name="connsiteX2" fmla="*/ 323800 w 328870"/>
              <a:gd name="connsiteY2" fmla="*/ 29548 h 173090"/>
              <a:gd name="connsiteX3" fmla="*/ 185328 w 328870"/>
              <a:gd name="connsiteY3" fmla="*/ 168020 h 173090"/>
              <a:gd name="connsiteX4" fmla="*/ 160850 w 328870"/>
              <a:gd name="connsiteY4" fmla="*/ 168020 h 173090"/>
              <a:gd name="connsiteX5" fmla="*/ 129818 w 328870"/>
              <a:gd name="connsiteY5" fmla="*/ 136987 h 173090"/>
              <a:gd name="connsiteX6" fmla="*/ 98784 w 328870"/>
              <a:gd name="connsiteY6" fmla="*/ 168020 h 173090"/>
              <a:gd name="connsiteX7" fmla="*/ 74306 w 328870"/>
              <a:gd name="connsiteY7" fmla="*/ 168020 h 173090"/>
              <a:gd name="connsiteX8" fmla="*/ 5070 w 328870"/>
              <a:gd name="connsiteY8" fmla="*/ 98784 h 173090"/>
              <a:gd name="connsiteX9" fmla="*/ 5070 w 328870"/>
              <a:gd name="connsiteY9" fmla="*/ 74306 h 173090"/>
              <a:gd name="connsiteX10" fmla="*/ 29548 w 328870"/>
              <a:gd name="connsiteY10" fmla="*/ 74306 h 173090"/>
              <a:gd name="connsiteX11" fmla="*/ 86545 w 328870"/>
              <a:gd name="connsiteY11" fmla="*/ 131303 h 173090"/>
              <a:gd name="connsiteX12" fmla="*/ 105338 w 328870"/>
              <a:gd name="connsiteY12" fmla="*/ 112509 h 173090"/>
              <a:gd name="connsiteX13" fmla="*/ 91615 w 328870"/>
              <a:gd name="connsiteY13" fmla="*/ 98784 h 173090"/>
              <a:gd name="connsiteX14" fmla="*/ 91615 w 328870"/>
              <a:gd name="connsiteY14" fmla="*/ 74306 h 173090"/>
              <a:gd name="connsiteX15" fmla="*/ 116093 w 328870"/>
              <a:gd name="connsiteY15" fmla="*/ 74306 h 173090"/>
              <a:gd name="connsiteX16" fmla="*/ 173089 w 328870"/>
              <a:gd name="connsiteY16" fmla="*/ 131303 h 173090"/>
              <a:gd name="connsiteX17" fmla="*/ 299322 w 328870"/>
              <a:gd name="connsiteY17" fmla="*/ 5070 h 173090"/>
              <a:gd name="connsiteX18" fmla="*/ 311561 w 328870"/>
              <a:gd name="connsiteY18" fmla="*/ 0 h 173090"/>
              <a:gd name="connsiteX19" fmla="*/ 225015 w 328870"/>
              <a:gd name="connsiteY19" fmla="*/ 0 h 173090"/>
              <a:gd name="connsiteX20" fmla="*/ 237255 w 328870"/>
              <a:gd name="connsiteY20" fmla="*/ 5070 h 173090"/>
              <a:gd name="connsiteX21" fmla="*/ 237255 w 328870"/>
              <a:gd name="connsiteY21" fmla="*/ 29548 h 173090"/>
              <a:gd name="connsiteX22" fmla="*/ 185328 w 328870"/>
              <a:gd name="connsiteY22" fmla="*/ 81475 h 173090"/>
              <a:gd name="connsiteX23" fmla="*/ 160850 w 328870"/>
              <a:gd name="connsiteY23" fmla="*/ 81475 h 173090"/>
              <a:gd name="connsiteX24" fmla="*/ 160850 w 328870"/>
              <a:gd name="connsiteY24" fmla="*/ 56997 h 173090"/>
              <a:gd name="connsiteX25" fmla="*/ 212777 w 328870"/>
              <a:gd name="connsiteY25" fmla="*/ 5070 h 173090"/>
              <a:gd name="connsiteX26" fmla="*/ 225015 w 328870"/>
              <a:gd name="connsiteY26" fmla="*/ 0 h 17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8870" h="173090">
                <a:moveTo>
                  <a:pt x="311561" y="0"/>
                </a:moveTo>
                <a:cubicBezTo>
                  <a:pt x="315991" y="0"/>
                  <a:pt x="320421" y="1690"/>
                  <a:pt x="323800" y="5070"/>
                </a:cubicBezTo>
                <a:cubicBezTo>
                  <a:pt x="330560" y="11830"/>
                  <a:pt x="330560" y="22788"/>
                  <a:pt x="323800" y="29548"/>
                </a:cubicBezTo>
                <a:lnTo>
                  <a:pt x="185328" y="168020"/>
                </a:lnTo>
                <a:cubicBezTo>
                  <a:pt x="178570" y="174780"/>
                  <a:pt x="167609" y="174780"/>
                  <a:pt x="160850" y="168020"/>
                </a:cubicBezTo>
                <a:lnTo>
                  <a:pt x="129818" y="136987"/>
                </a:lnTo>
                <a:lnTo>
                  <a:pt x="98784" y="168020"/>
                </a:lnTo>
                <a:cubicBezTo>
                  <a:pt x="92025" y="174780"/>
                  <a:pt x="81066" y="174780"/>
                  <a:pt x="74306" y="168020"/>
                </a:cubicBezTo>
                <a:lnTo>
                  <a:pt x="5070" y="98784"/>
                </a:lnTo>
                <a:cubicBezTo>
                  <a:pt x="-1690" y="92026"/>
                  <a:pt x="-1690" y="81064"/>
                  <a:pt x="5070" y="74306"/>
                </a:cubicBezTo>
                <a:cubicBezTo>
                  <a:pt x="11830" y="67546"/>
                  <a:pt x="22788" y="67546"/>
                  <a:pt x="29548" y="74306"/>
                </a:cubicBezTo>
                <a:lnTo>
                  <a:pt x="86545" y="131303"/>
                </a:lnTo>
                <a:lnTo>
                  <a:pt x="105338" y="112509"/>
                </a:lnTo>
                <a:lnTo>
                  <a:pt x="91615" y="98784"/>
                </a:lnTo>
                <a:cubicBezTo>
                  <a:pt x="84855" y="92026"/>
                  <a:pt x="84855" y="81064"/>
                  <a:pt x="91615" y="74306"/>
                </a:cubicBezTo>
                <a:cubicBezTo>
                  <a:pt x="98373" y="67546"/>
                  <a:pt x="109334" y="67546"/>
                  <a:pt x="116093" y="74306"/>
                </a:cubicBezTo>
                <a:lnTo>
                  <a:pt x="173089" y="131303"/>
                </a:lnTo>
                <a:lnTo>
                  <a:pt x="299322" y="5070"/>
                </a:lnTo>
                <a:cubicBezTo>
                  <a:pt x="302701" y="1690"/>
                  <a:pt x="307131" y="0"/>
                  <a:pt x="311561" y="0"/>
                </a:cubicBezTo>
                <a:close/>
                <a:moveTo>
                  <a:pt x="225015" y="0"/>
                </a:moveTo>
                <a:cubicBezTo>
                  <a:pt x="229445" y="0"/>
                  <a:pt x="233875" y="1690"/>
                  <a:pt x="237255" y="5070"/>
                </a:cubicBezTo>
                <a:cubicBezTo>
                  <a:pt x="244013" y="11830"/>
                  <a:pt x="244013" y="22788"/>
                  <a:pt x="237255" y="29548"/>
                </a:cubicBezTo>
                <a:lnTo>
                  <a:pt x="185328" y="81475"/>
                </a:lnTo>
                <a:cubicBezTo>
                  <a:pt x="178568" y="88235"/>
                  <a:pt x="167608" y="88235"/>
                  <a:pt x="160850" y="81475"/>
                </a:cubicBezTo>
                <a:cubicBezTo>
                  <a:pt x="154090" y="74717"/>
                  <a:pt x="154090" y="63755"/>
                  <a:pt x="160850" y="56997"/>
                </a:cubicBezTo>
                <a:lnTo>
                  <a:pt x="212777" y="5070"/>
                </a:lnTo>
                <a:cubicBezTo>
                  <a:pt x="216156" y="1690"/>
                  <a:pt x="220586" y="0"/>
                  <a:pt x="225015" y="0"/>
                </a:cubicBezTo>
                <a:close/>
              </a:path>
            </a:pathLst>
          </a:custGeom>
          <a:solidFill>
            <a:schemeClr val="accent1"/>
          </a:solidFill>
          <a:ln w="9525" cap="flat">
            <a:noFill/>
            <a:prstDash val="solid"/>
            <a:miter/>
          </a:ln>
        </p:spPr>
        <p:txBody>
          <a:bodyPr wrap="square" rtlCol="0" anchor="ctr">
            <a:noAutofit/>
          </a:bodyPr>
          <a:lstStyle/>
          <a:p>
            <a:pPr defTabSz="914355"/>
            <a:endParaRPr lang="ru-RU">
              <a:solidFill>
                <a:schemeClr val="bg1"/>
              </a:solidFill>
              <a:latin typeface="Arial" panose="020B0604020202020204"/>
            </a:endParaRPr>
          </a:p>
        </p:txBody>
      </p:sp>
      <p:sp>
        <p:nvSpPr>
          <p:cNvPr id="15" name="Овал 14">
            <a:extLst>
              <a:ext uri="{FF2B5EF4-FFF2-40B4-BE49-F238E27FC236}">
                <a16:creationId xmlns:a16="http://schemas.microsoft.com/office/drawing/2014/main" id="{30C0E525-F0EC-9E4C-DDCF-9409643E10AE}"/>
              </a:ext>
            </a:extLst>
          </p:cNvPr>
          <p:cNvSpPr/>
          <p:nvPr/>
        </p:nvSpPr>
        <p:spPr>
          <a:xfrm>
            <a:off x="891498" y="3809833"/>
            <a:ext cx="406164" cy="4061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 name="Полилиния: фигура 15">
            <a:extLst>
              <a:ext uri="{FF2B5EF4-FFF2-40B4-BE49-F238E27FC236}">
                <a16:creationId xmlns:a16="http://schemas.microsoft.com/office/drawing/2014/main" id="{6450A359-4D3A-5131-8479-68EDB2467025}"/>
              </a:ext>
            </a:extLst>
          </p:cNvPr>
          <p:cNvSpPr/>
          <p:nvPr/>
        </p:nvSpPr>
        <p:spPr>
          <a:xfrm>
            <a:off x="993624" y="3911958"/>
            <a:ext cx="201913" cy="201913"/>
          </a:xfrm>
          <a:custGeom>
            <a:avLst/>
            <a:gdLst>
              <a:gd name="connsiteX0" fmla="*/ 126802 w 171450"/>
              <a:gd name="connsiteY0" fmla="*/ 145521 h 171450"/>
              <a:gd name="connsiteX1" fmla="*/ 131835 w 171450"/>
              <a:gd name="connsiteY1" fmla="*/ 146904 h 171450"/>
              <a:gd name="connsiteX2" fmla="*/ 142875 w 171450"/>
              <a:gd name="connsiteY2" fmla="*/ 149225 h 171450"/>
              <a:gd name="connsiteX3" fmla="*/ 153906 w 171450"/>
              <a:gd name="connsiteY3" fmla="*/ 146901 h 171450"/>
              <a:gd name="connsiteX4" fmla="*/ 158948 w 171450"/>
              <a:gd name="connsiteY4" fmla="*/ 145521 h 171450"/>
              <a:gd name="connsiteX5" fmla="*/ 171450 w 171450"/>
              <a:gd name="connsiteY5" fmla="*/ 158486 h 171450"/>
              <a:gd name="connsiteX6" fmla="*/ 142844 w 171450"/>
              <a:gd name="connsiteY6" fmla="*/ 171450 h 171450"/>
              <a:gd name="connsiteX7" fmla="*/ 114300 w 171450"/>
              <a:gd name="connsiteY7" fmla="*/ 158486 h 171450"/>
              <a:gd name="connsiteX8" fmla="*/ 126802 w 171450"/>
              <a:gd name="connsiteY8" fmla="*/ 145521 h 171450"/>
              <a:gd name="connsiteX9" fmla="*/ 142874 w 171450"/>
              <a:gd name="connsiteY9" fmla="*/ 104775 h 171450"/>
              <a:gd name="connsiteX10" fmla="*/ 160734 w 171450"/>
              <a:gd name="connsiteY10" fmla="*/ 123295 h 171450"/>
              <a:gd name="connsiteX11" fmla="*/ 142874 w 171450"/>
              <a:gd name="connsiteY11" fmla="*/ 141817 h 171450"/>
              <a:gd name="connsiteX12" fmla="*/ 125015 w 171450"/>
              <a:gd name="connsiteY12" fmla="*/ 123295 h 171450"/>
              <a:gd name="connsiteX13" fmla="*/ 142874 w 171450"/>
              <a:gd name="connsiteY13" fmla="*/ 104775 h 171450"/>
              <a:gd name="connsiteX14" fmla="*/ 38100 w 171450"/>
              <a:gd name="connsiteY14" fmla="*/ 104775 h 171450"/>
              <a:gd name="connsiteX15" fmla="*/ 28575 w 171450"/>
              <a:gd name="connsiteY15" fmla="*/ 114300 h 171450"/>
              <a:gd name="connsiteX16" fmla="*/ 38100 w 171450"/>
              <a:gd name="connsiteY16" fmla="*/ 123825 h 171450"/>
              <a:gd name="connsiteX17" fmla="*/ 66675 w 171450"/>
              <a:gd name="connsiteY17" fmla="*/ 123825 h 171450"/>
              <a:gd name="connsiteX18" fmla="*/ 76200 w 171450"/>
              <a:gd name="connsiteY18" fmla="*/ 114300 h 171450"/>
              <a:gd name="connsiteX19" fmla="*/ 66675 w 171450"/>
              <a:gd name="connsiteY19" fmla="*/ 104775 h 171450"/>
              <a:gd name="connsiteX20" fmla="*/ 38100 w 171450"/>
              <a:gd name="connsiteY20" fmla="*/ 66675 h 171450"/>
              <a:gd name="connsiteX21" fmla="*/ 28575 w 171450"/>
              <a:gd name="connsiteY21" fmla="*/ 76200 h 171450"/>
              <a:gd name="connsiteX22" fmla="*/ 38100 w 171450"/>
              <a:gd name="connsiteY22" fmla="*/ 85725 h 171450"/>
              <a:gd name="connsiteX23" fmla="*/ 95250 w 171450"/>
              <a:gd name="connsiteY23" fmla="*/ 85725 h 171450"/>
              <a:gd name="connsiteX24" fmla="*/ 104775 w 171450"/>
              <a:gd name="connsiteY24" fmla="*/ 76200 h 171450"/>
              <a:gd name="connsiteX25" fmla="*/ 95250 w 171450"/>
              <a:gd name="connsiteY25" fmla="*/ 66675 h 171450"/>
              <a:gd name="connsiteX26" fmla="*/ 38100 w 171450"/>
              <a:gd name="connsiteY26" fmla="*/ 28575 h 171450"/>
              <a:gd name="connsiteX27" fmla="*/ 28575 w 171450"/>
              <a:gd name="connsiteY27" fmla="*/ 38100 h 171450"/>
              <a:gd name="connsiteX28" fmla="*/ 38100 w 171450"/>
              <a:gd name="connsiteY28" fmla="*/ 47625 h 171450"/>
              <a:gd name="connsiteX29" fmla="*/ 95250 w 171450"/>
              <a:gd name="connsiteY29" fmla="*/ 47625 h 171450"/>
              <a:gd name="connsiteX30" fmla="*/ 104775 w 171450"/>
              <a:gd name="connsiteY30" fmla="*/ 38100 h 171450"/>
              <a:gd name="connsiteX31" fmla="*/ 95250 w 171450"/>
              <a:gd name="connsiteY31" fmla="*/ 28575 h 171450"/>
              <a:gd name="connsiteX32" fmla="*/ 140946 w 171450"/>
              <a:gd name="connsiteY32" fmla="*/ 11754 h 171450"/>
              <a:gd name="connsiteX33" fmla="*/ 152399 w 171450"/>
              <a:gd name="connsiteY33" fmla="*/ 13077 h 171450"/>
              <a:gd name="connsiteX34" fmla="*/ 171449 w 171450"/>
              <a:gd name="connsiteY34" fmla="*/ 76200 h 171450"/>
              <a:gd name="connsiteX35" fmla="*/ 169554 w 171450"/>
              <a:gd name="connsiteY35" fmla="*/ 89670 h 171450"/>
              <a:gd name="connsiteX36" fmla="*/ 157162 w 171450"/>
              <a:gd name="connsiteY36" fmla="*/ 87905 h 171450"/>
              <a:gd name="connsiteX37" fmla="*/ 150045 w 171450"/>
              <a:gd name="connsiteY37" fmla="*/ 86240 h 171450"/>
              <a:gd name="connsiteX38" fmla="*/ 142874 w 171450"/>
              <a:gd name="connsiteY38" fmla="*/ 75701 h 171450"/>
              <a:gd name="connsiteX39" fmla="*/ 141784 w 171450"/>
              <a:gd name="connsiteY39" fmla="*/ 35204 h 171450"/>
              <a:gd name="connsiteX40" fmla="*/ 139967 w 171450"/>
              <a:gd name="connsiteY40" fmla="*/ 23812 h 171450"/>
              <a:gd name="connsiteX41" fmla="*/ 140946 w 171450"/>
              <a:gd name="connsiteY41" fmla="*/ 11754 h 171450"/>
              <a:gd name="connsiteX42" fmla="*/ 66675 w 171450"/>
              <a:gd name="connsiteY42" fmla="*/ 0 h 171450"/>
              <a:gd name="connsiteX43" fmla="*/ 133350 w 171450"/>
              <a:gd name="connsiteY43" fmla="*/ 76200 h 171450"/>
              <a:gd name="connsiteX44" fmla="*/ 123517 w 171450"/>
              <a:gd name="connsiteY44" fmla="*/ 89608 h 171450"/>
              <a:gd name="connsiteX45" fmla="*/ 119063 w 171450"/>
              <a:gd name="connsiteY45" fmla="*/ 92096 h 171450"/>
              <a:gd name="connsiteX46" fmla="*/ 95250 w 171450"/>
              <a:gd name="connsiteY46" fmla="*/ 133350 h 171450"/>
              <a:gd name="connsiteX47" fmla="*/ 95733 w 171450"/>
              <a:gd name="connsiteY47" fmla="*/ 141878 h 171450"/>
              <a:gd name="connsiteX48" fmla="*/ 85725 w 171450"/>
              <a:gd name="connsiteY48" fmla="*/ 152022 h 171450"/>
              <a:gd name="connsiteX49" fmla="*/ 66675 w 171450"/>
              <a:gd name="connsiteY49" fmla="*/ 152400 h 171450"/>
              <a:gd name="connsiteX50" fmla="*/ 0 w 171450"/>
              <a:gd name="connsiteY50" fmla="*/ 76200 h 171450"/>
              <a:gd name="connsiteX51" fmla="*/ 66675 w 171450"/>
              <a:gd name="connsiteY51"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71450" h="171450">
                <a:moveTo>
                  <a:pt x="126802" y="145521"/>
                </a:moveTo>
                <a:cubicBezTo>
                  <a:pt x="129016" y="145529"/>
                  <a:pt x="130315" y="146163"/>
                  <a:pt x="131835" y="146904"/>
                </a:cubicBezTo>
                <a:cubicBezTo>
                  <a:pt x="133990" y="147957"/>
                  <a:pt x="136589" y="149225"/>
                  <a:pt x="142875" y="149225"/>
                </a:cubicBezTo>
                <a:cubicBezTo>
                  <a:pt x="149152" y="149225"/>
                  <a:pt x="151752" y="147954"/>
                  <a:pt x="153906" y="146901"/>
                </a:cubicBezTo>
                <a:cubicBezTo>
                  <a:pt x="155429" y="146156"/>
                  <a:pt x="156729" y="145521"/>
                  <a:pt x="158948" y="145521"/>
                </a:cubicBezTo>
                <a:cubicBezTo>
                  <a:pt x="162520" y="145521"/>
                  <a:pt x="171450" y="154781"/>
                  <a:pt x="171450" y="158486"/>
                </a:cubicBezTo>
                <a:cubicBezTo>
                  <a:pt x="171450" y="162190"/>
                  <a:pt x="162458" y="171450"/>
                  <a:pt x="142844" y="171450"/>
                </a:cubicBezTo>
                <a:cubicBezTo>
                  <a:pt x="123230" y="171450"/>
                  <a:pt x="114300" y="162190"/>
                  <a:pt x="114300" y="158486"/>
                </a:cubicBezTo>
                <a:cubicBezTo>
                  <a:pt x="114300" y="154781"/>
                  <a:pt x="123230" y="145509"/>
                  <a:pt x="126802" y="145521"/>
                </a:cubicBezTo>
                <a:close/>
                <a:moveTo>
                  <a:pt x="142874" y="104775"/>
                </a:moveTo>
                <a:cubicBezTo>
                  <a:pt x="153590" y="104775"/>
                  <a:pt x="160734" y="112184"/>
                  <a:pt x="160734" y="123295"/>
                </a:cubicBezTo>
                <a:cubicBezTo>
                  <a:pt x="160734" y="134408"/>
                  <a:pt x="153590" y="141817"/>
                  <a:pt x="142874" y="141817"/>
                </a:cubicBezTo>
                <a:cubicBezTo>
                  <a:pt x="132159" y="141817"/>
                  <a:pt x="125015" y="134408"/>
                  <a:pt x="125015" y="123295"/>
                </a:cubicBezTo>
                <a:cubicBezTo>
                  <a:pt x="125015" y="112184"/>
                  <a:pt x="132159" y="104775"/>
                  <a:pt x="142874" y="104775"/>
                </a:cubicBezTo>
                <a:close/>
                <a:moveTo>
                  <a:pt x="38100" y="104775"/>
                </a:moveTo>
                <a:cubicBezTo>
                  <a:pt x="32840" y="104775"/>
                  <a:pt x="28575" y="109039"/>
                  <a:pt x="28575" y="114300"/>
                </a:cubicBezTo>
                <a:cubicBezTo>
                  <a:pt x="28575" y="119561"/>
                  <a:pt x="32840" y="123825"/>
                  <a:pt x="38100" y="123825"/>
                </a:cubicBezTo>
                <a:lnTo>
                  <a:pt x="66675" y="123825"/>
                </a:lnTo>
                <a:cubicBezTo>
                  <a:pt x="71936" y="123825"/>
                  <a:pt x="76200" y="119561"/>
                  <a:pt x="76200" y="114300"/>
                </a:cubicBezTo>
                <a:cubicBezTo>
                  <a:pt x="76200" y="109039"/>
                  <a:pt x="71936" y="104775"/>
                  <a:pt x="66675" y="104775"/>
                </a:cubicBezTo>
                <a:close/>
                <a:moveTo>
                  <a:pt x="38100" y="66675"/>
                </a:moveTo>
                <a:cubicBezTo>
                  <a:pt x="32840" y="66675"/>
                  <a:pt x="28575" y="70939"/>
                  <a:pt x="28575" y="76200"/>
                </a:cubicBezTo>
                <a:cubicBezTo>
                  <a:pt x="28575" y="81461"/>
                  <a:pt x="32840" y="85725"/>
                  <a:pt x="38100" y="85725"/>
                </a:cubicBezTo>
                <a:lnTo>
                  <a:pt x="95250" y="85725"/>
                </a:lnTo>
                <a:cubicBezTo>
                  <a:pt x="100511" y="85725"/>
                  <a:pt x="104775" y="81461"/>
                  <a:pt x="104775" y="76200"/>
                </a:cubicBezTo>
                <a:cubicBezTo>
                  <a:pt x="104775" y="70939"/>
                  <a:pt x="100511" y="66675"/>
                  <a:pt x="95250" y="66675"/>
                </a:cubicBezTo>
                <a:close/>
                <a:moveTo>
                  <a:pt x="38100" y="28575"/>
                </a:moveTo>
                <a:cubicBezTo>
                  <a:pt x="32840" y="28575"/>
                  <a:pt x="28575" y="32840"/>
                  <a:pt x="28575" y="38100"/>
                </a:cubicBezTo>
                <a:cubicBezTo>
                  <a:pt x="28575" y="43361"/>
                  <a:pt x="32840" y="47625"/>
                  <a:pt x="38100" y="47625"/>
                </a:cubicBezTo>
                <a:lnTo>
                  <a:pt x="95250" y="47625"/>
                </a:lnTo>
                <a:cubicBezTo>
                  <a:pt x="100511" y="47625"/>
                  <a:pt x="104775" y="43361"/>
                  <a:pt x="104775" y="38100"/>
                </a:cubicBezTo>
                <a:cubicBezTo>
                  <a:pt x="104775" y="32840"/>
                  <a:pt x="100511" y="28575"/>
                  <a:pt x="95250" y="28575"/>
                </a:cubicBezTo>
                <a:close/>
                <a:moveTo>
                  <a:pt x="140946" y="11754"/>
                </a:moveTo>
                <a:cubicBezTo>
                  <a:pt x="143146" y="10412"/>
                  <a:pt x="147092" y="11300"/>
                  <a:pt x="152399" y="13077"/>
                </a:cubicBezTo>
                <a:cubicBezTo>
                  <a:pt x="171449" y="19338"/>
                  <a:pt x="171449" y="35748"/>
                  <a:pt x="171449" y="76200"/>
                </a:cubicBezTo>
                <a:cubicBezTo>
                  <a:pt x="171449" y="84306"/>
                  <a:pt x="171449" y="88279"/>
                  <a:pt x="169554" y="89670"/>
                </a:cubicBezTo>
                <a:cubicBezTo>
                  <a:pt x="167734" y="91006"/>
                  <a:pt x="164163" y="89959"/>
                  <a:pt x="157162" y="87905"/>
                </a:cubicBezTo>
                <a:cubicBezTo>
                  <a:pt x="154282" y="87001"/>
                  <a:pt x="151938" y="86580"/>
                  <a:pt x="150045" y="86240"/>
                </a:cubicBezTo>
                <a:cubicBezTo>
                  <a:pt x="144592" y="85260"/>
                  <a:pt x="142874" y="84952"/>
                  <a:pt x="142874" y="75701"/>
                </a:cubicBezTo>
                <a:cubicBezTo>
                  <a:pt x="142874" y="59448"/>
                  <a:pt x="142874" y="45954"/>
                  <a:pt x="141784" y="35204"/>
                </a:cubicBezTo>
                <a:cubicBezTo>
                  <a:pt x="141381" y="31233"/>
                  <a:pt x="140814" y="27420"/>
                  <a:pt x="139967" y="23812"/>
                </a:cubicBezTo>
                <a:cubicBezTo>
                  <a:pt x="138292" y="16668"/>
                  <a:pt x="138746" y="13096"/>
                  <a:pt x="140946" y="11754"/>
                </a:cubicBezTo>
                <a:close/>
                <a:moveTo>
                  <a:pt x="66675" y="0"/>
                </a:moveTo>
                <a:cubicBezTo>
                  <a:pt x="133350" y="0"/>
                  <a:pt x="133350" y="9525"/>
                  <a:pt x="133350" y="76200"/>
                </a:cubicBezTo>
                <a:cubicBezTo>
                  <a:pt x="133350" y="84230"/>
                  <a:pt x="130647" y="85709"/>
                  <a:pt x="123517" y="89608"/>
                </a:cubicBezTo>
                <a:cubicBezTo>
                  <a:pt x="122190" y="90334"/>
                  <a:pt x="120708" y="91145"/>
                  <a:pt x="119063" y="92096"/>
                </a:cubicBezTo>
                <a:cubicBezTo>
                  <a:pt x="104827" y="100331"/>
                  <a:pt x="95250" y="115722"/>
                  <a:pt x="95250" y="133350"/>
                </a:cubicBezTo>
                <a:cubicBezTo>
                  <a:pt x="95250" y="136769"/>
                  <a:pt x="95515" y="139576"/>
                  <a:pt x="95733" y="141878"/>
                </a:cubicBezTo>
                <a:cubicBezTo>
                  <a:pt x="96437" y="149332"/>
                  <a:pt x="96642" y="151497"/>
                  <a:pt x="85725" y="152022"/>
                </a:cubicBezTo>
                <a:cubicBezTo>
                  <a:pt x="80073" y="152292"/>
                  <a:pt x="73749" y="152400"/>
                  <a:pt x="66675" y="152400"/>
                </a:cubicBezTo>
                <a:cubicBezTo>
                  <a:pt x="0" y="152400"/>
                  <a:pt x="0" y="142875"/>
                  <a:pt x="0" y="76200"/>
                </a:cubicBezTo>
                <a:cubicBezTo>
                  <a:pt x="0" y="9525"/>
                  <a:pt x="0" y="0"/>
                  <a:pt x="66675" y="0"/>
                </a:cubicBezTo>
                <a:close/>
              </a:path>
            </a:pathLst>
          </a:custGeom>
          <a:solidFill>
            <a:schemeClr val="bg1"/>
          </a:solidFill>
          <a:ln w="9525" cap="flat">
            <a:noFill/>
            <a:prstDash val="solid"/>
            <a:miter/>
          </a:ln>
        </p:spPr>
        <p:txBody>
          <a:bodyPr rtlCol="0" anchor="ctr"/>
          <a:lstStyle/>
          <a:p>
            <a:endParaRPr lang="ru-RU"/>
          </a:p>
        </p:txBody>
      </p:sp>
      <p:sp>
        <p:nvSpPr>
          <p:cNvPr id="17" name="Нижний колонтитул 16">
            <a:extLst>
              <a:ext uri="{FF2B5EF4-FFF2-40B4-BE49-F238E27FC236}">
                <a16:creationId xmlns:a16="http://schemas.microsoft.com/office/drawing/2014/main" id="{DB52AD50-C713-BE24-BC02-E4231D6D725E}"/>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567883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Прямоугольник: скругленные верхние углы 66">
            <a:extLst>
              <a:ext uri="{FF2B5EF4-FFF2-40B4-BE49-F238E27FC236}">
                <a16:creationId xmlns:a16="http://schemas.microsoft.com/office/drawing/2014/main" id="{971B6818-CB6E-DC57-E378-644216CC0FD5}"/>
              </a:ext>
            </a:extLst>
          </p:cNvPr>
          <p:cNvSpPr/>
          <p:nvPr/>
        </p:nvSpPr>
        <p:spPr>
          <a:xfrm rot="5400000">
            <a:off x="-1293424" y="1293426"/>
            <a:ext cx="6858000" cy="4271152"/>
          </a:xfrm>
          <a:prstGeom prst="round2SameRect">
            <a:avLst>
              <a:gd name="adj1" fmla="val 13991"/>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 name="Овал 3">
            <a:extLst>
              <a:ext uri="{FF2B5EF4-FFF2-40B4-BE49-F238E27FC236}">
                <a16:creationId xmlns:a16="http://schemas.microsoft.com/office/drawing/2014/main" id="{EA46A520-58A3-1E4C-E22F-E24855A78738}"/>
              </a:ext>
            </a:extLst>
          </p:cNvPr>
          <p:cNvSpPr/>
          <p:nvPr/>
        </p:nvSpPr>
        <p:spPr>
          <a:xfrm>
            <a:off x="625873" y="1038293"/>
            <a:ext cx="2764879" cy="2764879"/>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2" name="Овал 21">
            <a:extLst>
              <a:ext uri="{FF2B5EF4-FFF2-40B4-BE49-F238E27FC236}">
                <a16:creationId xmlns:a16="http://schemas.microsoft.com/office/drawing/2014/main" id="{C6304595-9F1D-0429-7AA7-636F5A4DB2AC}"/>
              </a:ext>
            </a:extLst>
          </p:cNvPr>
          <p:cNvSpPr/>
          <p:nvPr/>
        </p:nvSpPr>
        <p:spPr>
          <a:xfrm>
            <a:off x="2508980" y="3380494"/>
            <a:ext cx="350330" cy="350330"/>
          </a:xfrm>
          <a:prstGeom prst="ellipse">
            <a:avLst/>
          </a:prstGeom>
          <a:solidFill>
            <a:srgbClr val="3AC26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5"/>
            <a:endParaRPr lang="ru-RU" sz="1688">
              <a:solidFill>
                <a:srgbClr val="FFFFFF"/>
              </a:solidFill>
              <a:latin typeface="Arial" panose="020B0604020202020204"/>
            </a:endParaRPr>
          </a:p>
        </p:txBody>
      </p:sp>
      <p:sp>
        <p:nvSpPr>
          <p:cNvPr id="24" name="Заголовок 1">
            <a:extLst>
              <a:ext uri="{FF2B5EF4-FFF2-40B4-BE49-F238E27FC236}">
                <a16:creationId xmlns:a16="http://schemas.microsoft.com/office/drawing/2014/main" id="{409AF319-53B5-E93D-3E31-1519BB14AC2D}"/>
              </a:ext>
            </a:extLst>
          </p:cNvPr>
          <p:cNvSpPr txBox="1">
            <a:spLocks/>
          </p:cNvSpPr>
          <p:nvPr/>
        </p:nvSpPr>
        <p:spPr>
          <a:xfrm>
            <a:off x="4851133" y="404943"/>
            <a:ext cx="6699517" cy="840615"/>
          </a:xfrm>
          <a:prstGeom prst="rect">
            <a:avLst/>
          </a:prstGeom>
        </p:spPr>
        <p:txBody>
          <a:bodyPr wrap="square" lIns="0" tIns="0" rIns="0" bIns="0">
            <a:spAutoFit/>
          </a:bodyPr>
          <a:lstStyle>
            <a:lvl1pPr algn="l" defTabSz="914400" rtl="0" eaLnBrk="1" latinLnBrk="0" hangingPunct="1">
              <a:lnSpc>
                <a:spcPct val="85000"/>
              </a:lnSpc>
              <a:spcBef>
                <a:spcPct val="0"/>
              </a:spcBef>
              <a:buNone/>
              <a:defRPr sz="3200" b="1" kern="1200">
                <a:solidFill>
                  <a:schemeClr val="tx1"/>
                </a:solidFill>
                <a:latin typeface="+mj-lt"/>
                <a:ea typeface="+mj-ea"/>
                <a:cs typeface="+mj-cs"/>
              </a:defRPr>
            </a:lvl1pPr>
          </a:lstStyle>
          <a:p>
            <a:r>
              <a:rPr lang="ru-RU">
                <a:solidFill>
                  <a:schemeClr val="tx2"/>
                </a:solidFill>
              </a:rPr>
              <a:t>Сформулируй заголовок </a:t>
            </a:r>
            <a:br>
              <a:rPr lang="ru-RU">
                <a:solidFill>
                  <a:schemeClr val="tx2"/>
                </a:solidFill>
              </a:rPr>
            </a:br>
            <a:r>
              <a:rPr lang="ru-RU">
                <a:solidFill>
                  <a:schemeClr val="tx2"/>
                </a:solidFill>
              </a:rPr>
              <a:t>слайда в 1–2 строки</a:t>
            </a:r>
          </a:p>
        </p:txBody>
      </p:sp>
      <p:sp>
        <p:nvSpPr>
          <p:cNvPr id="27" name="TextBox 26">
            <a:extLst>
              <a:ext uri="{FF2B5EF4-FFF2-40B4-BE49-F238E27FC236}">
                <a16:creationId xmlns:a16="http://schemas.microsoft.com/office/drawing/2014/main" id="{A5574F5F-84F3-B494-A9C2-64B43B845498}"/>
              </a:ext>
            </a:extLst>
          </p:cNvPr>
          <p:cNvSpPr txBox="1"/>
          <p:nvPr/>
        </p:nvSpPr>
        <p:spPr>
          <a:xfrm>
            <a:off x="857356" y="5399443"/>
            <a:ext cx="3143371" cy="307777"/>
          </a:xfrm>
          <a:prstGeom prst="rect">
            <a:avLst/>
          </a:prstGeom>
          <a:noFill/>
        </p:spPr>
        <p:txBody>
          <a:bodyPr wrap="square" lIns="0">
            <a:spAutoFit/>
          </a:bodyPr>
          <a:lstStyle/>
          <a:p>
            <a:r>
              <a:rPr lang="ru-RU" sz="1400"/>
              <a:t>Впиши сюда свой департамент</a:t>
            </a:r>
          </a:p>
        </p:txBody>
      </p:sp>
      <p:sp>
        <p:nvSpPr>
          <p:cNvPr id="28" name="Рисунок 964">
            <a:extLst>
              <a:ext uri="{FF2B5EF4-FFF2-40B4-BE49-F238E27FC236}">
                <a16:creationId xmlns:a16="http://schemas.microsoft.com/office/drawing/2014/main" id="{68F88E11-C1C9-70A5-60D4-3B26E7E92FA1}"/>
              </a:ext>
            </a:extLst>
          </p:cNvPr>
          <p:cNvSpPr/>
          <p:nvPr/>
        </p:nvSpPr>
        <p:spPr>
          <a:xfrm>
            <a:off x="641350" y="5484312"/>
            <a:ext cx="147144" cy="165538"/>
          </a:xfrm>
          <a:custGeom>
            <a:avLst/>
            <a:gdLst>
              <a:gd name="connsiteX0" fmla="*/ 76200 w 152400"/>
              <a:gd name="connsiteY0" fmla="*/ 0 h 171450"/>
              <a:gd name="connsiteX1" fmla="*/ 0 w 152400"/>
              <a:gd name="connsiteY1" fmla="*/ 76200 h 171450"/>
              <a:gd name="connsiteX2" fmla="*/ 76200 w 152400"/>
              <a:gd name="connsiteY2" fmla="*/ 171450 h 171450"/>
              <a:gd name="connsiteX3" fmla="*/ 152400 w 152400"/>
              <a:gd name="connsiteY3" fmla="*/ 76200 h 171450"/>
              <a:gd name="connsiteX4" fmla="*/ 76200 w 152400"/>
              <a:gd name="connsiteY4" fmla="*/ 0 h 171450"/>
              <a:gd name="connsiteX5" fmla="*/ 76200 w 152400"/>
              <a:gd name="connsiteY5" fmla="*/ 104775 h 171450"/>
              <a:gd name="connsiteX6" fmla="*/ 47625 w 152400"/>
              <a:gd name="connsiteY6" fmla="*/ 76200 h 171450"/>
              <a:gd name="connsiteX7" fmla="*/ 76200 w 152400"/>
              <a:gd name="connsiteY7" fmla="*/ 47625 h 171450"/>
              <a:gd name="connsiteX8" fmla="*/ 104775 w 152400"/>
              <a:gd name="connsiteY8" fmla="*/ 76200 h 171450"/>
              <a:gd name="connsiteX9" fmla="*/ 76200 w 152400"/>
              <a:gd name="connsiteY9" fmla="*/ 1047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400" h="171450">
                <a:moveTo>
                  <a:pt x="76200" y="0"/>
                </a:moveTo>
                <a:cubicBezTo>
                  <a:pt x="33338" y="0"/>
                  <a:pt x="0" y="28575"/>
                  <a:pt x="0" y="76200"/>
                </a:cubicBezTo>
                <a:cubicBezTo>
                  <a:pt x="0" y="133350"/>
                  <a:pt x="61913" y="171450"/>
                  <a:pt x="76200" y="171450"/>
                </a:cubicBezTo>
                <a:cubicBezTo>
                  <a:pt x="90488" y="171450"/>
                  <a:pt x="152400" y="133350"/>
                  <a:pt x="152400" y="76200"/>
                </a:cubicBezTo>
                <a:cubicBezTo>
                  <a:pt x="152400" y="28575"/>
                  <a:pt x="119063" y="0"/>
                  <a:pt x="76200" y="0"/>
                </a:cubicBezTo>
                <a:close/>
                <a:moveTo>
                  <a:pt x="76200" y="104775"/>
                </a:moveTo>
                <a:cubicBezTo>
                  <a:pt x="60418" y="104775"/>
                  <a:pt x="47625" y="91982"/>
                  <a:pt x="47625" y="76200"/>
                </a:cubicBezTo>
                <a:cubicBezTo>
                  <a:pt x="47625" y="60419"/>
                  <a:pt x="60418" y="47625"/>
                  <a:pt x="76200" y="47625"/>
                </a:cubicBezTo>
                <a:cubicBezTo>
                  <a:pt x="91982" y="47625"/>
                  <a:pt x="104775" y="60419"/>
                  <a:pt x="104775" y="76200"/>
                </a:cubicBezTo>
                <a:cubicBezTo>
                  <a:pt x="104775" y="91982"/>
                  <a:pt x="91982" y="104775"/>
                  <a:pt x="76200" y="104775"/>
                </a:cubicBezTo>
                <a:close/>
              </a:path>
            </a:pathLst>
          </a:custGeom>
          <a:solidFill>
            <a:schemeClr val="accent1"/>
          </a:solidFill>
          <a:ln w="9525" cap="flat">
            <a:noFill/>
            <a:prstDash val="solid"/>
            <a:miter/>
          </a:ln>
        </p:spPr>
        <p:txBody>
          <a:bodyPr rtlCol="0" anchor="ctr"/>
          <a:lstStyle/>
          <a:p>
            <a:endParaRPr lang="ru-RU"/>
          </a:p>
        </p:txBody>
      </p:sp>
      <p:sp>
        <p:nvSpPr>
          <p:cNvPr id="29" name="TextBox 28">
            <a:extLst>
              <a:ext uri="{FF2B5EF4-FFF2-40B4-BE49-F238E27FC236}">
                <a16:creationId xmlns:a16="http://schemas.microsoft.com/office/drawing/2014/main" id="{BE16D35B-90AE-F84F-E938-FC8B61D04373}"/>
              </a:ext>
            </a:extLst>
          </p:cNvPr>
          <p:cNvSpPr txBox="1"/>
          <p:nvPr/>
        </p:nvSpPr>
        <p:spPr>
          <a:xfrm>
            <a:off x="857355" y="5726131"/>
            <a:ext cx="3143371" cy="307777"/>
          </a:xfrm>
          <a:prstGeom prst="rect">
            <a:avLst/>
          </a:prstGeom>
          <a:noFill/>
        </p:spPr>
        <p:txBody>
          <a:bodyPr wrap="square" lIns="0">
            <a:spAutoFit/>
          </a:bodyPr>
          <a:lstStyle/>
          <a:p>
            <a:r>
              <a:rPr lang="ru-RU" sz="1400"/>
              <a:t>Впиши сюда свою почту</a:t>
            </a:r>
          </a:p>
        </p:txBody>
      </p:sp>
      <p:sp>
        <p:nvSpPr>
          <p:cNvPr id="30" name="Полилиния: фигура 29">
            <a:extLst>
              <a:ext uri="{FF2B5EF4-FFF2-40B4-BE49-F238E27FC236}">
                <a16:creationId xmlns:a16="http://schemas.microsoft.com/office/drawing/2014/main" id="{7D438F01-4B2D-4782-4A8A-1D2FBCADF4E1}"/>
              </a:ext>
            </a:extLst>
          </p:cNvPr>
          <p:cNvSpPr/>
          <p:nvPr/>
        </p:nvSpPr>
        <p:spPr>
          <a:xfrm>
            <a:off x="643140" y="5825080"/>
            <a:ext cx="142164" cy="126366"/>
          </a:xfrm>
          <a:custGeom>
            <a:avLst/>
            <a:gdLst>
              <a:gd name="connsiteX0" fmla="*/ 115694 w 171450"/>
              <a:gd name="connsiteY0" fmla="*/ 87119 h 152399"/>
              <a:gd name="connsiteX1" fmla="*/ 115694 w 171450"/>
              <a:gd name="connsiteY1" fmla="*/ 93854 h 152399"/>
              <a:gd name="connsiteX2" fmla="*/ 144269 w 171450"/>
              <a:gd name="connsiteY2" fmla="*/ 122429 h 152399"/>
              <a:gd name="connsiteX3" fmla="*/ 151005 w 171450"/>
              <a:gd name="connsiteY3" fmla="*/ 122429 h 152399"/>
              <a:gd name="connsiteX4" fmla="*/ 151005 w 171450"/>
              <a:gd name="connsiteY4" fmla="*/ 115694 h 152399"/>
              <a:gd name="connsiteX5" fmla="*/ 122430 w 171450"/>
              <a:gd name="connsiteY5" fmla="*/ 87119 h 152399"/>
              <a:gd name="connsiteX6" fmla="*/ 115694 w 171450"/>
              <a:gd name="connsiteY6" fmla="*/ 87119 h 152399"/>
              <a:gd name="connsiteX7" fmla="*/ 49020 w 171450"/>
              <a:gd name="connsiteY7" fmla="*/ 87119 h 152399"/>
              <a:gd name="connsiteX8" fmla="*/ 20445 w 171450"/>
              <a:gd name="connsiteY8" fmla="*/ 115694 h 152399"/>
              <a:gd name="connsiteX9" fmla="*/ 20445 w 171450"/>
              <a:gd name="connsiteY9" fmla="*/ 122429 h 152399"/>
              <a:gd name="connsiteX10" fmla="*/ 27180 w 171450"/>
              <a:gd name="connsiteY10" fmla="*/ 122429 h 152399"/>
              <a:gd name="connsiteX11" fmla="*/ 55755 w 171450"/>
              <a:gd name="connsiteY11" fmla="*/ 93854 h 152399"/>
              <a:gd name="connsiteX12" fmla="*/ 55755 w 171450"/>
              <a:gd name="connsiteY12" fmla="*/ 87119 h 152399"/>
              <a:gd name="connsiteX13" fmla="*/ 49020 w 171450"/>
              <a:gd name="connsiteY13" fmla="*/ 87119 h 152399"/>
              <a:gd name="connsiteX14" fmla="*/ 166195 w 171450"/>
              <a:gd name="connsiteY14" fmla="*/ 29658 h 152399"/>
              <a:gd name="connsiteX15" fmla="*/ 169604 w 171450"/>
              <a:gd name="connsiteY15" fmla="*/ 37179 h 152399"/>
              <a:gd name="connsiteX16" fmla="*/ 171450 w 171450"/>
              <a:gd name="connsiteY16" fmla="*/ 76199 h 152399"/>
              <a:gd name="connsiteX17" fmla="*/ 85725 w 171450"/>
              <a:gd name="connsiteY17" fmla="*/ 152399 h 152399"/>
              <a:gd name="connsiteX18" fmla="*/ 0 w 171450"/>
              <a:gd name="connsiteY18" fmla="*/ 76199 h 152399"/>
              <a:gd name="connsiteX19" fmla="*/ 1846 w 171450"/>
              <a:gd name="connsiteY19" fmla="*/ 37179 h 152399"/>
              <a:gd name="connsiteX20" fmla="*/ 9719 w 171450"/>
              <a:gd name="connsiteY20" fmla="*/ 32249 h 152399"/>
              <a:gd name="connsiteX21" fmla="*/ 19784 w 171450"/>
              <a:gd name="connsiteY21" fmla="*/ 43781 h 152399"/>
              <a:gd name="connsiteX22" fmla="*/ 85725 w 171450"/>
              <a:gd name="connsiteY22" fmla="*/ 76199 h 152399"/>
              <a:gd name="connsiteX23" fmla="*/ 151666 w 171450"/>
              <a:gd name="connsiteY23" fmla="*/ 43781 h 152399"/>
              <a:gd name="connsiteX24" fmla="*/ 161731 w 171450"/>
              <a:gd name="connsiteY24" fmla="*/ 32249 h 152399"/>
              <a:gd name="connsiteX25" fmla="*/ 166195 w 171450"/>
              <a:gd name="connsiteY25" fmla="*/ 29658 h 152399"/>
              <a:gd name="connsiteX26" fmla="*/ 85725 w 171450"/>
              <a:gd name="connsiteY26" fmla="*/ 0 h 152399"/>
              <a:gd name="connsiteX27" fmla="*/ 154322 w 171450"/>
              <a:gd name="connsiteY27" fmla="*/ 9525 h 152399"/>
              <a:gd name="connsiteX28" fmla="*/ 156229 w 171450"/>
              <a:gd name="connsiteY28" fmla="*/ 23813 h 152399"/>
              <a:gd name="connsiteX29" fmla="*/ 144800 w 171450"/>
              <a:gd name="connsiteY29" fmla="*/ 37180 h 152399"/>
              <a:gd name="connsiteX30" fmla="*/ 85725 w 171450"/>
              <a:gd name="connsiteY30" fmla="*/ 66675 h 152399"/>
              <a:gd name="connsiteX31" fmla="*/ 26650 w 171450"/>
              <a:gd name="connsiteY31" fmla="*/ 37180 h 152399"/>
              <a:gd name="connsiteX32" fmla="*/ 15221 w 171450"/>
              <a:gd name="connsiteY32" fmla="*/ 23813 h 152399"/>
              <a:gd name="connsiteX33" fmla="*/ 17127 w 171450"/>
              <a:gd name="connsiteY33" fmla="*/ 9525 h 152399"/>
              <a:gd name="connsiteX34" fmla="*/ 85725 w 171450"/>
              <a:gd name="connsiteY34" fmla="*/ 0 h 152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1450" h="152399">
                <a:moveTo>
                  <a:pt x="115694" y="87119"/>
                </a:moveTo>
                <a:cubicBezTo>
                  <a:pt x="113835" y="88979"/>
                  <a:pt x="113835" y="91994"/>
                  <a:pt x="115694" y="93854"/>
                </a:cubicBezTo>
                <a:lnTo>
                  <a:pt x="144269" y="122429"/>
                </a:lnTo>
                <a:cubicBezTo>
                  <a:pt x="146130" y="124289"/>
                  <a:pt x="149145" y="124289"/>
                  <a:pt x="151005" y="122429"/>
                </a:cubicBezTo>
                <a:cubicBezTo>
                  <a:pt x="152865" y="120569"/>
                  <a:pt x="152865" y="117554"/>
                  <a:pt x="151005" y="115694"/>
                </a:cubicBezTo>
                <a:lnTo>
                  <a:pt x="122430" y="87119"/>
                </a:lnTo>
                <a:cubicBezTo>
                  <a:pt x="120570" y="85259"/>
                  <a:pt x="117555" y="85259"/>
                  <a:pt x="115694" y="87119"/>
                </a:cubicBezTo>
                <a:close/>
                <a:moveTo>
                  <a:pt x="49020" y="87119"/>
                </a:moveTo>
                <a:lnTo>
                  <a:pt x="20445" y="115694"/>
                </a:lnTo>
                <a:cubicBezTo>
                  <a:pt x="18585" y="117554"/>
                  <a:pt x="18585" y="120569"/>
                  <a:pt x="20445" y="122429"/>
                </a:cubicBezTo>
                <a:cubicBezTo>
                  <a:pt x="22305" y="124289"/>
                  <a:pt x="25320" y="124289"/>
                  <a:pt x="27180" y="122429"/>
                </a:cubicBezTo>
                <a:lnTo>
                  <a:pt x="55755" y="93854"/>
                </a:lnTo>
                <a:cubicBezTo>
                  <a:pt x="57615" y="91994"/>
                  <a:pt x="57615" y="88979"/>
                  <a:pt x="55755" y="87119"/>
                </a:cubicBezTo>
                <a:cubicBezTo>
                  <a:pt x="53895" y="85259"/>
                  <a:pt x="50880" y="85259"/>
                  <a:pt x="49020" y="87119"/>
                </a:cubicBezTo>
                <a:close/>
                <a:moveTo>
                  <a:pt x="166195" y="29658"/>
                </a:moveTo>
                <a:cubicBezTo>
                  <a:pt x="167608" y="30126"/>
                  <a:pt x="168845" y="32280"/>
                  <a:pt x="169604" y="37179"/>
                </a:cubicBezTo>
                <a:cubicBezTo>
                  <a:pt x="171172" y="47293"/>
                  <a:pt x="171450" y="60075"/>
                  <a:pt x="171450" y="76199"/>
                </a:cubicBezTo>
                <a:cubicBezTo>
                  <a:pt x="171450" y="142874"/>
                  <a:pt x="166688" y="152399"/>
                  <a:pt x="85725" y="152399"/>
                </a:cubicBezTo>
                <a:cubicBezTo>
                  <a:pt x="4763" y="152399"/>
                  <a:pt x="0" y="142874"/>
                  <a:pt x="0" y="76199"/>
                </a:cubicBezTo>
                <a:cubicBezTo>
                  <a:pt x="0" y="60075"/>
                  <a:pt x="279" y="47293"/>
                  <a:pt x="1846" y="37179"/>
                </a:cubicBezTo>
                <a:cubicBezTo>
                  <a:pt x="3365" y="27381"/>
                  <a:pt x="6793" y="28566"/>
                  <a:pt x="9719" y="32249"/>
                </a:cubicBezTo>
                <a:cubicBezTo>
                  <a:pt x="12644" y="35931"/>
                  <a:pt x="16008" y="39854"/>
                  <a:pt x="19784" y="43781"/>
                </a:cubicBezTo>
                <a:cubicBezTo>
                  <a:pt x="35015" y="59621"/>
                  <a:pt x="57613" y="76199"/>
                  <a:pt x="85725" y="76199"/>
                </a:cubicBezTo>
                <a:cubicBezTo>
                  <a:pt x="113837" y="76199"/>
                  <a:pt x="136435" y="59621"/>
                  <a:pt x="151666" y="43781"/>
                </a:cubicBezTo>
                <a:cubicBezTo>
                  <a:pt x="155441" y="39854"/>
                  <a:pt x="158806" y="35931"/>
                  <a:pt x="161731" y="32249"/>
                </a:cubicBezTo>
                <a:cubicBezTo>
                  <a:pt x="163194" y="30408"/>
                  <a:pt x="164783" y="29190"/>
                  <a:pt x="166195" y="29658"/>
                </a:cubicBezTo>
                <a:close/>
                <a:moveTo>
                  <a:pt x="85725" y="0"/>
                </a:moveTo>
                <a:cubicBezTo>
                  <a:pt x="119062" y="0"/>
                  <a:pt x="142104" y="1834"/>
                  <a:pt x="154322" y="9525"/>
                </a:cubicBezTo>
                <a:cubicBezTo>
                  <a:pt x="161731" y="14188"/>
                  <a:pt x="161979" y="16277"/>
                  <a:pt x="156229" y="23813"/>
                </a:cubicBezTo>
                <a:cubicBezTo>
                  <a:pt x="153044" y="27986"/>
                  <a:pt x="149217" y="32586"/>
                  <a:pt x="144800" y="37180"/>
                </a:cubicBezTo>
                <a:cubicBezTo>
                  <a:pt x="130265" y="52296"/>
                  <a:pt x="110000" y="66675"/>
                  <a:pt x="85725" y="66675"/>
                </a:cubicBezTo>
                <a:cubicBezTo>
                  <a:pt x="61449" y="66675"/>
                  <a:pt x="41185" y="52296"/>
                  <a:pt x="26650" y="37180"/>
                </a:cubicBezTo>
                <a:cubicBezTo>
                  <a:pt x="22233" y="32586"/>
                  <a:pt x="18405" y="27986"/>
                  <a:pt x="15221" y="23813"/>
                </a:cubicBezTo>
                <a:cubicBezTo>
                  <a:pt x="9470" y="16277"/>
                  <a:pt x="9719" y="14189"/>
                  <a:pt x="17127" y="9525"/>
                </a:cubicBezTo>
                <a:cubicBezTo>
                  <a:pt x="29345" y="1834"/>
                  <a:pt x="52387" y="0"/>
                  <a:pt x="85725" y="0"/>
                </a:cubicBezTo>
                <a:close/>
              </a:path>
            </a:pathLst>
          </a:custGeom>
          <a:solidFill>
            <a:schemeClr val="accent1"/>
          </a:solidFill>
          <a:ln w="9525" cap="flat">
            <a:noFill/>
            <a:prstDash val="solid"/>
            <a:miter/>
          </a:ln>
        </p:spPr>
        <p:txBody>
          <a:bodyPr rtlCol="0" anchor="ctr"/>
          <a:lstStyle/>
          <a:p>
            <a:endParaRPr lang="ru-RU">
              <a:solidFill>
                <a:schemeClr val="bg1"/>
              </a:solidFill>
            </a:endParaRPr>
          </a:p>
        </p:txBody>
      </p:sp>
      <p:sp>
        <p:nvSpPr>
          <p:cNvPr id="37" name="Прямоугольник: скругленные углы 36">
            <a:extLst>
              <a:ext uri="{FF2B5EF4-FFF2-40B4-BE49-F238E27FC236}">
                <a16:creationId xmlns:a16="http://schemas.microsoft.com/office/drawing/2014/main" id="{67DD1246-A740-7B6F-DD43-896865626EA3}"/>
              </a:ext>
            </a:extLst>
          </p:cNvPr>
          <p:cNvSpPr/>
          <p:nvPr/>
        </p:nvSpPr>
        <p:spPr>
          <a:xfrm>
            <a:off x="5806438" y="3351238"/>
            <a:ext cx="3656488" cy="323594"/>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1" name="Прямоугольник: скругленные углы 40">
            <a:extLst>
              <a:ext uri="{FF2B5EF4-FFF2-40B4-BE49-F238E27FC236}">
                <a16:creationId xmlns:a16="http://schemas.microsoft.com/office/drawing/2014/main" id="{13A99B4D-356D-7D92-6A54-6DB30B232379}"/>
              </a:ext>
            </a:extLst>
          </p:cNvPr>
          <p:cNvSpPr/>
          <p:nvPr/>
        </p:nvSpPr>
        <p:spPr>
          <a:xfrm>
            <a:off x="5806439" y="3351238"/>
            <a:ext cx="1974874" cy="32359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6" name="Прямоугольник: скругленные углы 35">
            <a:extLst>
              <a:ext uri="{FF2B5EF4-FFF2-40B4-BE49-F238E27FC236}">
                <a16:creationId xmlns:a16="http://schemas.microsoft.com/office/drawing/2014/main" id="{B5C67033-CE18-8BA1-EEFE-13BEC3E653D9}"/>
              </a:ext>
            </a:extLst>
          </p:cNvPr>
          <p:cNvSpPr/>
          <p:nvPr/>
        </p:nvSpPr>
        <p:spPr>
          <a:xfrm>
            <a:off x="5806438" y="2624700"/>
            <a:ext cx="3656488" cy="323594"/>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0" name="Прямоугольник: скругленные углы 39">
            <a:extLst>
              <a:ext uri="{FF2B5EF4-FFF2-40B4-BE49-F238E27FC236}">
                <a16:creationId xmlns:a16="http://schemas.microsoft.com/office/drawing/2014/main" id="{E041704F-BE37-C166-E91C-3A8B712612BD}"/>
              </a:ext>
            </a:extLst>
          </p:cNvPr>
          <p:cNvSpPr/>
          <p:nvPr/>
        </p:nvSpPr>
        <p:spPr>
          <a:xfrm>
            <a:off x="5806439" y="2624700"/>
            <a:ext cx="3656486" cy="32359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8" name="Прямоугольник: скругленные углы 37">
            <a:extLst>
              <a:ext uri="{FF2B5EF4-FFF2-40B4-BE49-F238E27FC236}">
                <a16:creationId xmlns:a16="http://schemas.microsoft.com/office/drawing/2014/main" id="{74E7C457-6CA2-E15A-EB94-8C4330016DFD}"/>
              </a:ext>
            </a:extLst>
          </p:cNvPr>
          <p:cNvSpPr/>
          <p:nvPr/>
        </p:nvSpPr>
        <p:spPr>
          <a:xfrm>
            <a:off x="5806438" y="1898162"/>
            <a:ext cx="3656488" cy="323594"/>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2" name="Прямоугольник: скругленные углы 41">
            <a:extLst>
              <a:ext uri="{FF2B5EF4-FFF2-40B4-BE49-F238E27FC236}">
                <a16:creationId xmlns:a16="http://schemas.microsoft.com/office/drawing/2014/main" id="{640E5AA3-AF22-6478-32FC-AFD2BBA18355}"/>
              </a:ext>
            </a:extLst>
          </p:cNvPr>
          <p:cNvSpPr/>
          <p:nvPr/>
        </p:nvSpPr>
        <p:spPr>
          <a:xfrm>
            <a:off x="5806438" y="1898162"/>
            <a:ext cx="3656487" cy="32359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9" name="Прямоугольник: скругленные углы 38">
            <a:extLst>
              <a:ext uri="{FF2B5EF4-FFF2-40B4-BE49-F238E27FC236}">
                <a16:creationId xmlns:a16="http://schemas.microsoft.com/office/drawing/2014/main" id="{AECD4436-7742-1756-BDA4-6EB2886CA3F7}"/>
              </a:ext>
            </a:extLst>
          </p:cNvPr>
          <p:cNvSpPr/>
          <p:nvPr/>
        </p:nvSpPr>
        <p:spPr>
          <a:xfrm>
            <a:off x="5806438" y="4077776"/>
            <a:ext cx="3656488" cy="323594"/>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3" name="Прямоугольник: скругленные углы 42">
            <a:extLst>
              <a:ext uri="{FF2B5EF4-FFF2-40B4-BE49-F238E27FC236}">
                <a16:creationId xmlns:a16="http://schemas.microsoft.com/office/drawing/2014/main" id="{C584F3F8-6CB6-F574-A271-60F499A2FB99}"/>
              </a:ext>
            </a:extLst>
          </p:cNvPr>
          <p:cNvSpPr/>
          <p:nvPr/>
        </p:nvSpPr>
        <p:spPr>
          <a:xfrm>
            <a:off x="5806440" y="4077776"/>
            <a:ext cx="1828358" cy="32359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0" name="Прямоугольник: скругленные углы 49">
            <a:extLst>
              <a:ext uri="{FF2B5EF4-FFF2-40B4-BE49-F238E27FC236}">
                <a16:creationId xmlns:a16="http://schemas.microsoft.com/office/drawing/2014/main" id="{401B5EDC-EC70-7359-CD54-23FE1F6578C0}"/>
              </a:ext>
            </a:extLst>
          </p:cNvPr>
          <p:cNvSpPr/>
          <p:nvPr/>
        </p:nvSpPr>
        <p:spPr>
          <a:xfrm>
            <a:off x="5806438" y="4804314"/>
            <a:ext cx="3656488" cy="323594"/>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1" name="Прямоугольник: скругленные углы 50">
            <a:extLst>
              <a:ext uri="{FF2B5EF4-FFF2-40B4-BE49-F238E27FC236}">
                <a16:creationId xmlns:a16="http://schemas.microsoft.com/office/drawing/2014/main" id="{E9017D25-255D-A0A6-C670-884F4A667104}"/>
              </a:ext>
            </a:extLst>
          </p:cNvPr>
          <p:cNvSpPr/>
          <p:nvPr/>
        </p:nvSpPr>
        <p:spPr>
          <a:xfrm>
            <a:off x="5806439" y="4804314"/>
            <a:ext cx="1637890" cy="32359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3" name="Прямоугольник: скругленные углы 52">
            <a:extLst>
              <a:ext uri="{FF2B5EF4-FFF2-40B4-BE49-F238E27FC236}">
                <a16:creationId xmlns:a16="http://schemas.microsoft.com/office/drawing/2014/main" id="{13C36166-0A4E-4558-FFA4-BB79BA2CD449}"/>
              </a:ext>
            </a:extLst>
          </p:cNvPr>
          <p:cNvSpPr/>
          <p:nvPr/>
        </p:nvSpPr>
        <p:spPr>
          <a:xfrm>
            <a:off x="5806438" y="5530850"/>
            <a:ext cx="3656488" cy="323594"/>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4" name="Прямоугольник: скругленные углы 53">
            <a:extLst>
              <a:ext uri="{FF2B5EF4-FFF2-40B4-BE49-F238E27FC236}">
                <a16:creationId xmlns:a16="http://schemas.microsoft.com/office/drawing/2014/main" id="{EEBAA3F2-A42E-B579-959C-615A5E509214}"/>
              </a:ext>
            </a:extLst>
          </p:cNvPr>
          <p:cNvSpPr/>
          <p:nvPr/>
        </p:nvSpPr>
        <p:spPr>
          <a:xfrm>
            <a:off x="5806440" y="5530850"/>
            <a:ext cx="1013175" cy="32359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4" name="TextBox 63">
            <a:extLst>
              <a:ext uri="{FF2B5EF4-FFF2-40B4-BE49-F238E27FC236}">
                <a16:creationId xmlns:a16="http://schemas.microsoft.com/office/drawing/2014/main" id="{0F68B166-B3A3-17CC-3ED2-86D19D1E04C7}"/>
              </a:ext>
            </a:extLst>
          </p:cNvPr>
          <p:cNvSpPr txBox="1"/>
          <p:nvPr/>
        </p:nvSpPr>
        <p:spPr>
          <a:xfrm>
            <a:off x="4514852" y="1798349"/>
            <a:ext cx="1219534" cy="523220"/>
          </a:xfrm>
          <a:prstGeom prst="rect">
            <a:avLst/>
          </a:prstGeom>
          <a:noFill/>
        </p:spPr>
        <p:txBody>
          <a:bodyPr wrap="square">
            <a:spAutoFit/>
          </a:bodyPr>
          <a:lstStyle/>
          <a:p>
            <a:pPr algn="r"/>
            <a:r>
              <a:rPr lang="ru-RU" sz="1400"/>
              <a:t>Название проекта</a:t>
            </a:r>
          </a:p>
        </p:txBody>
      </p:sp>
      <p:sp>
        <p:nvSpPr>
          <p:cNvPr id="67" name="TextBox 66">
            <a:extLst>
              <a:ext uri="{FF2B5EF4-FFF2-40B4-BE49-F238E27FC236}">
                <a16:creationId xmlns:a16="http://schemas.microsoft.com/office/drawing/2014/main" id="{46F4820B-D93E-40B2-AAEF-33253DD987A0}"/>
              </a:ext>
            </a:extLst>
          </p:cNvPr>
          <p:cNvSpPr txBox="1"/>
          <p:nvPr/>
        </p:nvSpPr>
        <p:spPr>
          <a:xfrm>
            <a:off x="4514852" y="2522019"/>
            <a:ext cx="1219534" cy="523220"/>
          </a:xfrm>
          <a:prstGeom prst="rect">
            <a:avLst/>
          </a:prstGeom>
          <a:noFill/>
        </p:spPr>
        <p:txBody>
          <a:bodyPr wrap="square">
            <a:spAutoFit/>
          </a:bodyPr>
          <a:lstStyle/>
          <a:p>
            <a:pPr algn="r"/>
            <a:r>
              <a:rPr lang="ru-RU" sz="1400"/>
              <a:t>Название проекта</a:t>
            </a:r>
          </a:p>
        </p:txBody>
      </p:sp>
      <p:sp>
        <p:nvSpPr>
          <p:cNvPr id="68" name="TextBox 67">
            <a:extLst>
              <a:ext uri="{FF2B5EF4-FFF2-40B4-BE49-F238E27FC236}">
                <a16:creationId xmlns:a16="http://schemas.microsoft.com/office/drawing/2014/main" id="{7E9D80BD-9A47-C705-365E-DD78EEF2529D}"/>
              </a:ext>
            </a:extLst>
          </p:cNvPr>
          <p:cNvSpPr txBox="1"/>
          <p:nvPr/>
        </p:nvSpPr>
        <p:spPr>
          <a:xfrm>
            <a:off x="4514852" y="3245689"/>
            <a:ext cx="1219534" cy="523220"/>
          </a:xfrm>
          <a:prstGeom prst="rect">
            <a:avLst/>
          </a:prstGeom>
          <a:noFill/>
        </p:spPr>
        <p:txBody>
          <a:bodyPr wrap="square">
            <a:spAutoFit/>
          </a:bodyPr>
          <a:lstStyle/>
          <a:p>
            <a:pPr algn="r"/>
            <a:r>
              <a:rPr lang="ru-RU" sz="1400"/>
              <a:t>Название проекта</a:t>
            </a:r>
          </a:p>
        </p:txBody>
      </p:sp>
      <p:sp>
        <p:nvSpPr>
          <p:cNvPr id="69" name="TextBox 68">
            <a:extLst>
              <a:ext uri="{FF2B5EF4-FFF2-40B4-BE49-F238E27FC236}">
                <a16:creationId xmlns:a16="http://schemas.microsoft.com/office/drawing/2014/main" id="{F0F7CCC2-2362-690E-A009-39995B4B6CA6}"/>
              </a:ext>
            </a:extLst>
          </p:cNvPr>
          <p:cNvSpPr txBox="1"/>
          <p:nvPr/>
        </p:nvSpPr>
        <p:spPr>
          <a:xfrm>
            <a:off x="4514852" y="3969359"/>
            <a:ext cx="1219534" cy="523220"/>
          </a:xfrm>
          <a:prstGeom prst="rect">
            <a:avLst/>
          </a:prstGeom>
          <a:noFill/>
        </p:spPr>
        <p:txBody>
          <a:bodyPr wrap="square">
            <a:spAutoFit/>
          </a:bodyPr>
          <a:lstStyle/>
          <a:p>
            <a:pPr algn="r"/>
            <a:r>
              <a:rPr lang="ru-RU" sz="1400"/>
              <a:t>Название проекта</a:t>
            </a:r>
          </a:p>
        </p:txBody>
      </p:sp>
      <p:sp>
        <p:nvSpPr>
          <p:cNvPr id="70" name="TextBox 69">
            <a:extLst>
              <a:ext uri="{FF2B5EF4-FFF2-40B4-BE49-F238E27FC236}">
                <a16:creationId xmlns:a16="http://schemas.microsoft.com/office/drawing/2014/main" id="{A947FD41-43BF-AF2E-9727-59D39FB18538}"/>
              </a:ext>
            </a:extLst>
          </p:cNvPr>
          <p:cNvSpPr txBox="1"/>
          <p:nvPr/>
        </p:nvSpPr>
        <p:spPr>
          <a:xfrm>
            <a:off x="4514852" y="4693029"/>
            <a:ext cx="1219534" cy="523220"/>
          </a:xfrm>
          <a:prstGeom prst="rect">
            <a:avLst/>
          </a:prstGeom>
          <a:noFill/>
        </p:spPr>
        <p:txBody>
          <a:bodyPr wrap="square">
            <a:spAutoFit/>
          </a:bodyPr>
          <a:lstStyle/>
          <a:p>
            <a:pPr algn="r"/>
            <a:r>
              <a:rPr lang="ru-RU" sz="1400"/>
              <a:t>Название проекта</a:t>
            </a:r>
          </a:p>
        </p:txBody>
      </p:sp>
      <p:sp>
        <p:nvSpPr>
          <p:cNvPr id="71" name="TextBox 70">
            <a:extLst>
              <a:ext uri="{FF2B5EF4-FFF2-40B4-BE49-F238E27FC236}">
                <a16:creationId xmlns:a16="http://schemas.microsoft.com/office/drawing/2014/main" id="{8163040B-8640-5DC8-9288-1D9F7335BC10}"/>
              </a:ext>
            </a:extLst>
          </p:cNvPr>
          <p:cNvSpPr txBox="1"/>
          <p:nvPr/>
        </p:nvSpPr>
        <p:spPr>
          <a:xfrm>
            <a:off x="4514852" y="5416698"/>
            <a:ext cx="1219534" cy="523220"/>
          </a:xfrm>
          <a:prstGeom prst="rect">
            <a:avLst/>
          </a:prstGeom>
          <a:noFill/>
        </p:spPr>
        <p:txBody>
          <a:bodyPr wrap="square">
            <a:spAutoFit/>
          </a:bodyPr>
          <a:lstStyle/>
          <a:p>
            <a:pPr algn="r"/>
            <a:r>
              <a:rPr lang="ru-RU" sz="1400"/>
              <a:t>Название проекта</a:t>
            </a:r>
          </a:p>
        </p:txBody>
      </p:sp>
      <p:grpSp>
        <p:nvGrpSpPr>
          <p:cNvPr id="9" name="Группа 8">
            <a:extLst>
              <a:ext uri="{FF2B5EF4-FFF2-40B4-BE49-F238E27FC236}">
                <a16:creationId xmlns:a16="http://schemas.microsoft.com/office/drawing/2014/main" id="{DB37F6B5-F9D8-DA25-0D90-52B6FBEF4C05}"/>
              </a:ext>
            </a:extLst>
          </p:cNvPr>
          <p:cNvGrpSpPr/>
          <p:nvPr/>
        </p:nvGrpSpPr>
        <p:grpSpPr>
          <a:xfrm>
            <a:off x="9590588" y="1817399"/>
            <a:ext cx="1383800" cy="542996"/>
            <a:chOff x="9590588" y="1798349"/>
            <a:chExt cx="1383800" cy="542996"/>
          </a:xfrm>
        </p:grpSpPr>
        <p:grpSp>
          <p:nvGrpSpPr>
            <p:cNvPr id="33" name="Группа 32">
              <a:extLst>
                <a:ext uri="{FF2B5EF4-FFF2-40B4-BE49-F238E27FC236}">
                  <a16:creationId xmlns:a16="http://schemas.microsoft.com/office/drawing/2014/main" id="{F248B256-1491-D30C-7995-13F09C20765D}"/>
                </a:ext>
              </a:extLst>
            </p:cNvPr>
            <p:cNvGrpSpPr/>
            <p:nvPr/>
          </p:nvGrpSpPr>
          <p:grpSpPr>
            <a:xfrm>
              <a:off x="9686556" y="1798349"/>
              <a:ext cx="1146544" cy="252000"/>
              <a:chOff x="10023106" y="1798349"/>
              <a:chExt cx="1146544" cy="252000"/>
            </a:xfrm>
          </p:grpSpPr>
          <p:sp>
            <p:nvSpPr>
              <p:cNvPr id="16" name="Прямоугольник: скругленные углы 15">
                <a:extLst>
                  <a:ext uri="{FF2B5EF4-FFF2-40B4-BE49-F238E27FC236}">
                    <a16:creationId xmlns:a16="http://schemas.microsoft.com/office/drawing/2014/main" id="{BB3CCCB7-3539-AFC6-59A0-88F1E02BC81F}"/>
                  </a:ext>
                </a:extLst>
              </p:cNvPr>
              <p:cNvSpPr/>
              <p:nvPr/>
            </p:nvSpPr>
            <p:spPr>
              <a:xfrm>
                <a:off x="10023106" y="1798349"/>
                <a:ext cx="1146544" cy="252000"/>
              </a:xfrm>
              <a:prstGeom prst="roundRect">
                <a:avLst>
                  <a:gd name="adj" fmla="val 29435"/>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ГОТОВО</a:t>
                </a:r>
              </a:p>
            </p:txBody>
          </p:sp>
          <p:sp>
            <p:nvSpPr>
              <p:cNvPr id="17" name="Рисунок 267">
                <a:extLst>
                  <a:ext uri="{FF2B5EF4-FFF2-40B4-BE49-F238E27FC236}">
                    <a16:creationId xmlns:a16="http://schemas.microsoft.com/office/drawing/2014/main" id="{FB28912E-8CDD-9721-CB19-4F971E3038C9}"/>
                  </a:ext>
                </a:extLst>
              </p:cNvPr>
              <p:cNvSpPr/>
              <p:nvPr/>
            </p:nvSpPr>
            <p:spPr>
              <a:xfrm>
                <a:off x="10125117" y="1848287"/>
                <a:ext cx="136800" cy="1368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5" y="124755"/>
                      <a:pt x="73185" y="124755"/>
                      <a:pt x="69465" y="121035"/>
                    </a:cubicBezTo>
                    <a:lnTo>
                      <a:pt x="40890" y="92460"/>
                    </a:lnTo>
                    <a:cubicBezTo>
                      <a:pt x="37170" y="88740"/>
                      <a:pt x="37170" y="82710"/>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0"/>
                      <a:pt x="130560" y="73410"/>
                    </a:cubicBezTo>
                    <a:close/>
                  </a:path>
                </a:pathLst>
              </a:custGeom>
              <a:solidFill>
                <a:schemeClr val="bg1"/>
              </a:solidFill>
              <a:ln w="9525" cap="flat">
                <a:noFill/>
                <a:prstDash val="solid"/>
                <a:miter/>
              </a:ln>
            </p:spPr>
            <p:txBody>
              <a:bodyPr rtlCol="0" anchor="ctr"/>
              <a:lstStyle/>
              <a:p>
                <a:endParaRPr lang="ru-RU"/>
              </a:p>
            </p:txBody>
          </p:sp>
        </p:grpSp>
        <p:sp>
          <p:nvSpPr>
            <p:cNvPr id="18" name="TextBox 17">
              <a:extLst>
                <a:ext uri="{FF2B5EF4-FFF2-40B4-BE49-F238E27FC236}">
                  <a16:creationId xmlns:a16="http://schemas.microsoft.com/office/drawing/2014/main" id="{F0380D48-59D1-7452-4836-09EFFDB80E49}"/>
                </a:ext>
              </a:extLst>
            </p:cNvPr>
            <p:cNvSpPr txBox="1"/>
            <p:nvPr/>
          </p:nvSpPr>
          <p:spPr>
            <a:xfrm>
              <a:off x="9590588" y="2033568"/>
              <a:ext cx="1383800" cy="307777"/>
            </a:xfrm>
            <a:prstGeom prst="rect">
              <a:avLst/>
            </a:prstGeom>
            <a:noFill/>
          </p:spPr>
          <p:txBody>
            <a:bodyPr wrap="square">
              <a:spAutoFit/>
            </a:bodyPr>
            <a:lstStyle/>
            <a:p>
              <a:r>
                <a:rPr lang="ru-RU" sz="1400">
                  <a:solidFill>
                    <a:schemeClr val="tx1">
                      <a:lumMod val="50000"/>
                      <a:lumOff val="50000"/>
                    </a:schemeClr>
                  </a:solidFill>
                </a:rPr>
                <a:t>24 марта 2023</a:t>
              </a:r>
            </a:p>
          </p:txBody>
        </p:sp>
      </p:grpSp>
      <p:grpSp>
        <p:nvGrpSpPr>
          <p:cNvPr id="12" name="Группа 11">
            <a:extLst>
              <a:ext uri="{FF2B5EF4-FFF2-40B4-BE49-F238E27FC236}">
                <a16:creationId xmlns:a16="http://schemas.microsoft.com/office/drawing/2014/main" id="{A0068C7B-7B5A-B158-9A01-372E23872F01}"/>
              </a:ext>
            </a:extLst>
          </p:cNvPr>
          <p:cNvGrpSpPr/>
          <p:nvPr/>
        </p:nvGrpSpPr>
        <p:grpSpPr>
          <a:xfrm>
            <a:off x="9590588" y="2551346"/>
            <a:ext cx="1383800" cy="542996"/>
            <a:chOff x="9590588" y="2475146"/>
            <a:chExt cx="1383800" cy="542996"/>
          </a:xfrm>
        </p:grpSpPr>
        <p:grpSp>
          <p:nvGrpSpPr>
            <p:cNvPr id="32" name="Группа 31">
              <a:extLst>
                <a:ext uri="{FF2B5EF4-FFF2-40B4-BE49-F238E27FC236}">
                  <a16:creationId xmlns:a16="http://schemas.microsoft.com/office/drawing/2014/main" id="{F3C919B8-9C6D-4232-A0BE-9EDB68ACC5D0}"/>
                </a:ext>
              </a:extLst>
            </p:cNvPr>
            <p:cNvGrpSpPr/>
            <p:nvPr/>
          </p:nvGrpSpPr>
          <p:grpSpPr>
            <a:xfrm>
              <a:off x="9686556" y="2475146"/>
              <a:ext cx="1146544" cy="252000"/>
              <a:chOff x="10023106" y="2475146"/>
              <a:chExt cx="1146544" cy="252000"/>
            </a:xfrm>
          </p:grpSpPr>
          <p:sp>
            <p:nvSpPr>
              <p:cNvPr id="20" name="Прямоугольник: скругленные углы 19">
                <a:extLst>
                  <a:ext uri="{FF2B5EF4-FFF2-40B4-BE49-F238E27FC236}">
                    <a16:creationId xmlns:a16="http://schemas.microsoft.com/office/drawing/2014/main" id="{5CAE5831-5885-233D-CA47-DE39ACE2F84E}"/>
                  </a:ext>
                </a:extLst>
              </p:cNvPr>
              <p:cNvSpPr/>
              <p:nvPr/>
            </p:nvSpPr>
            <p:spPr>
              <a:xfrm>
                <a:off x="10023106" y="2475146"/>
                <a:ext cx="1146544" cy="252000"/>
              </a:xfrm>
              <a:prstGeom prst="roundRect">
                <a:avLst>
                  <a:gd name="adj" fmla="val 29435"/>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ГОТОВО</a:t>
                </a:r>
              </a:p>
            </p:txBody>
          </p:sp>
          <p:sp>
            <p:nvSpPr>
              <p:cNvPr id="21" name="Рисунок 267">
                <a:extLst>
                  <a:ext uri="{FF2B5EF4-FFF2-40B4-BE49-F238E27FC236}">
                    <a16:creationId xmlns:a16="http://schemas.microsoft.com/office/drawing/2014/main" id="{49CECC49-1177-906E-1E4E-31296A01DFA1}"/>
                  </a:ext>
                </a:extLst>
              </p:cNvPr>
              <p:cNvSpPr/>
              <p:nvPr/>
            </p:nvSpPr>
            <p:spPr>
              <a:xfrm>
                <a:off x="10125117" y="2525084"/>
                <a:ext cx="136800" cy="1368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5" y="124755"/>
                      <a:pt x="73185" y="124755"/>
                      <a:pt x="69465" y="121035"/>
                    </a:cubicBezTo>
                    <a:lnTo>
                      <a:pt x="40890" y="92460"/>
                    </a:lnTo>
                    <a:cubicBezTo>
                      <a:pt x="37170" y="88740"/>
                      <a:pt x="37170" y="82710"/>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0"/>
                      <a:pt x="130560" y="73410"/>
                    </a:cubicBezTo>
                    <a:close/>
                  </a:path>
                </a:pathLst>
              </a:custGeom>
              <a:solidFill>
                <a:schemeClr val="bg1"/>
              </a:solidFill>
              <a:ln w="9525" cap="flat">
                <a:noFill/>
                <a:prstDash val="solid"/>
                <a:miter/>
              </a:ln>
            </p:spPr>
            <p:txBody>
              <a:bodyPr rtlCol="0" anchor="ctr"/>
              <a:lstStyle/>
              <a:p>
                <a:endParaRPr lang="ru-RU"/>
              </a:p>
            </p:txBody>
          </p:sp>
        </p:grpSp>
        <p:sp>
          <p:nvSpPr>
            <p:cNvPr id="23" name="TextBox 22">
              <a:extLst>
                <a:ext uri="{FF2B5EF4-FFF2-40B4-BE49-F238E27FC236}">
                  <a16:creationId xmlns:a16="http://schemas.microsoft.com/office/drawing/2014/main" id="{151110EE-18FE-492F-E950-FBEC1853D0B1}"/>
                </a:ext>
              </a:extLst>
            </p:cNvPr>
            <p:cNvSpPr txBox="1"/>
            <p:nvPr/>
          </p:nvSpPr>
          <p:spPr>
            <a:xfrm>
              <a:off x="9590588" y="2710365"/>
              <a:ext cx="1383800" cy="307777"/>
            </a:xfrm>
            <a:prstGeom prst="rect">
              <a:avLst/>
            </a:prstGeom>
            <a:noFill/>
          </p:spPr>
          <p:txBody>
            <a:bodyPr wrap="square">
              <a:spAutoFit/>
            </a:bodyPr>
            <a:lstStyle/>
            <a:p>
              <a:r>
                <a:rPr lang="ru-RU" sz="1400">
                  <a:solidFill>
                    <a:schemeClr val="tx1">
                      <a:lumMod val="50000"/>
                      <a:lumOff val="50000"/>
                    </a:schemeClr>
                  </a:solidFill>
                </a:rPr>
                <a:t>24 марта 2023</a:t>
              </a:r>
            </a:p>
          </p:txBody>
        </p:sp>
      </p:grpSp>
      <p:sp>
        <p:nvSpPr>
          <p:cNvPr id="2" name="Рисунок 1">
            <a:extLst>
              <a:ext uri="{FF2B5EF4-FFF2-40B4-BE49-F238E27FC236}">
                <a16:creationId xmlns:a16="http://schemas.microsoft.com/office/drawing/2014/main" id="{CE77DDBE-EF48-A908-6B15-ED017AFE7229}"/>
              </a:ext>
            </a:extLst>
          </p:cNvPr>
          <p:cNvSpPr/>
          <p:nvPr/>
        </p:nvSpPr>
        <p:spPr>
          <a:xfrm>
            <a:off x="623888" y="6472839"/>
            <a:ext cx="596000" cy="128865"/>
          </a:xfrm>
          <a:custGeom>
            <a:avLst/>
            <a:gdLst>
              <a:gd name="connsiteX0" fmla="*/ 64809 w 596000"/>
              <a:gd name="connsiteY0" fmla="*/ 0 h 128865"/>
              <a:gd name="connsiteX1" fmla="*/ 0 w 596000"/>
              <a:gd name="connsiteY1" fmla="*/ 64433 h 128865"/>
              <a:gd name="connsiteX2" fmla="*/ 64809 w 596000"/>
              <a:gd name="connsiteY2" fmla="*/ 128865 h 128865"/>
              <a:gd name="connsiteX3" fmla="*/ 129619 w 596000"/>
              <a:gd name="connsiteY3" fmla="*/ 64433 h 128865"/>
              <a:gd name="connsiteX4" fmla="*/ 64809 w 596000"/>
              <a:gd name="connsiteY4" fmla="*/ 0 h 128865"/>
              <a:gd name="connsiteX5" fmla="*/ 64809 w 596000"/>
              <a:gd name="connsiteY5" fmla="*/ 99096 h 128865"/>
              <a:gd name="connsiteX6" fmla="*/ 29944 w 596000"/>
              <a:gd name="connsiteY6" fmla="*/ 64433 h 128865"/>
              <a:gd name="connsiteX7" fmla="*/ 64809 w 596000"/>
              <a:gd name="connsiteY7" fmla="*/ 29769 h 128865"/>
              <a:gd name="connsiteX8" fmla="*/ 99675 w 596000"/>
              <a:gd name="connsiteY8" fmla="*/ 64433 h 128865"/>
              <a:gd name="connsiteX9" fmla="*/ 64809 w 596000"/>
              <a:gd name="connsiteY9" fmla="*/ 99096 h 128865"/>
              <a:gd name="connsiteX10" fmla="*/ 363835 w 596000"/>
              <a:gd name="connsiteY10" fmla="*/ 0 h 128865"/>
              <a:gd name="connsiteX11" fmla="*/ 272774 w 596000"/>
              <a:gd name="connsiteY11" fmla="*/ 64433 h 128865"/>
              <a:gd name="connsiteX12" fmla="*/ 363835 w 596000"/>
              <a:gd name="connsiteY12" fmla="*/ 128865 h 128865"/>
              <a:gd name="connsiteX13" fmla="*/ 454897 w 596000"/>
              <a:gd name="connsiteY13" fmla="*/ 64433 h 128865"/>
              <a:gd name="connsiteX14" fmla="*/ 363835 w 596000"/>
              <a:gd name="connsiteY14" fmla="*/ 0 h 128865"/>
              <a:gd name="connsiteX15" fmla="*/ 363835 w 596000"/>
              <a:gd name="connsiteY15" fmla="*/ 99096 h 128865"/>
              <a:gd name="connsiteX16" fmla="*/ 303127 w 596000"/>
              <a:gd name="connsiteY16" fmla="*/ 64840 h 128865"/>
              <a:gd name="connsiteX17" fmla="*/ 363835 w 596000"/>
              <a:gd name="connsiteY17" fmla="*/ 30585 h 128865"/>
              <a:gd name="connsiteX18" fmla="*/ 424541 w 596000"/>
              <a:gd name="connsiteY18" fmla="*/ 64840 h 128865"/>
              <a:gd name="connsiteX19" fmla="*/ 363835 w 596000"/>
              <a:gd name="connsiteY19" fmla="*/ 99096 h 128865"/>
              <a:gd name="connsiteX20" fmla="*/ 580822 w 596000"/>
              <a:gd name="connsiteY20" fmla="*/ 2855 h 128865"/>
              <a:gd name="connsiteX21" fmla="*/ 565644 w 596000"/>
              <a:gd name="connsiteY21" fmla="*/ 17943 h 128865"/>
              <a:gd name="connsiteX22" fmla="*/ 565644 w 596000"/>
              <a:gd name="connsiteY22" fmla="*/ 68511 h 128865"/>
              <a:gd name="connsiteX23" fmla="*/ 483610 w 596000"/>
              <a:gd name="connsiteY23" fmla="*/ 3670 h 128865"/>
              <a:gd name="connsiteX24" fmla="*/ 476635 w 596000"/>
              <a:gd name="connsiteY24" fmla="*/ 6933 h 128865"/>
              <a:gd name="connsiteX25" fmla="*/ 476635 w 596000"/>
              <a:gd name="connsiteY25" fmla="*/ 110922 h 128865"/>
              <a:gd name="connsiteX26" fmla="*/ 491813 w 596000"/>
              <a:gd name="connsiteY26" fmla="*/ 126010 h 128865"/>
              <a:gd name="connsiteX27" fmla="*/ 506991 w 596000"/>
              <a:gd name="connsiteY27" fmla="*/ 110922 h 128865"/>
              <a:gd name="connsiteX28" fmla="*/ 506991 w 596000"/>
              <a:gd name="connsiteY28" fmla="*/ 60762 h 128865"/>
              <a:gd name="connsiteX29" fmla="*/ 589025 w 596000"/>
              <a:gd name="connsiteY29" fmla="*/ 125603 h 128865"/>
              <a:gd name="connsiteX30" fmla="*/ 596000 w 596000"/>
              <a:gd name="connsiteY30" fmla="*/ 122340 h 128865"/>
              <a:gd name="connsiteX31" fmla="*/ 596000 w 596000"/>
              <a:gd name="connsiteY31" fmla="*/ 17943 h 128865"/>
              <a:gd name="connsiteX32" fmla="*/ 580822 w 596000"/>
              <a:gd name="connsiteY32" fmla="*/ 2855 h 128865"/>
              <a:gd name="connsiteX33" fmla="*/ 248983 w 596000"/>
              <a:gd name="connsiteY33" fmla="*/ 96241 h 128865"/>
              <a:gd name="connsiteX34" fmla="*/ 197299 w 596000"/>
              <a:gd name="connsiteY34" fmla="*/ 96241 h 128865"/>
              <a:gd name="connsiteX35" fmla="*/ 262929 w 596000"/>
              <a:gd name="connsiteY35" fmla="*/ 9787 h 128865"/>
              <a:gd name="connsiteX36" fmla="*/ 259648 w 596000"/>
              <a:gd name="connsiteY36" fmla="*/ 2855 h 128865"/>
              <a:gd name="connsiteX37" fmla="*/ 164484 w 596000"/>
              <a:gd name="connsiteY37" fmla="*/ 2855 h 128865"/>
              <a:gd name="connsiteX38" fmla="*/ 149308 w 596000"/>
              <a:gd name="connsiteY38" fmla="*/ 17943 h 128865"/>
              <a:gd name="connsiteX39" fmla="*/ 164484 w 596000"/>
              <a:gd name="connsiteY39" fmla="*/ 33032 h 128865"/>
              <a:gd name="connsiteX40" fmla="*/ 207554 w 596000"/>
              <a:gd name="connsiteY40" fmla="*/ 33032 h 128865"/>
              <a:gd name="connsiteX41" fmla="*/ 141514 w 596000"/>
              <a:gd name="connsiteY41" fmla="*/ 119486 h 128865"/>
              <a:gd name="connsiteX42" fmla="*/ 145206 w 596000"/>
              <a:gd name="connsiteY42" fmla="*/ 126418 h 128865"/>
              <a:gd name="connsiteX43" fmla="*/ 248983 w 596000"/>
              <a:gd name="connsiteY43" fmla="*/ 126418 h 128865"/>
              <a:gd name="connsiteX44" fmla="*/ 264160 w 596000"/>
              <a:gd name="connsiteY44" fmla="*/ 111330 h 128865"/>
              <a:gd name="connsiteX45" fmla="*/ 248983 w 596000"/>
              <a:gd name="connsiteY45" fmla="*/ 96241 h 128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96000" h="128865">
                <a:moveTo>
                  <a:pt x="64809" y="0"/>
                </a:moveTo>
                <a:cubicBezTo>
                  <a:pt x="29123" y="0"/>
                  <a:pt x="0" y="28954"/>
                  <a:pt x="0" y="64433"/>
                </a:cubicBezTo>
                <a:cubicBezTo>
                  <a:pt x="0" y="99911"/>
                  <a:pt x="29123" y="128865"/>
                  <a:pt x="64809" y="128865"/>
                </a:cubicBezTo>
                <a:cubicBezTo>
                  <a:pt x="100906" y="128865"/>
                  <a:pt x="129619" y="99911"/>
                  <a:pt x="129619" y="64433"/>
                </a:cubicBezTo>
                <a:cubicBezTo>
                  <a:pt x="129619" y="28954"/>
                  <a:pt x="100906" y="0"/>
                  <a:pt x="64809" y="0"/>
                </a:cubicBezTo>
                <a:close/>
                <a:moveTo>
                  <a:pt x="64809" y="99096"/>
                </a:moveTo>
                <a:cubicBezTo>
                  <a:pt x="45531" y="99096"/>
                  <a:pt x="29944" y="83599"/>
                  <a:pt x="29944" y="64433"/>
                </a:cubicBezTo>
                <a:cubicBezTo>
                  <a:pt x="29944" y="45266"/>
                  <a:pt x="45531" y="29769"/>
                  <a:pt x="64809" y="29769"/>
                </a:cubicBezTo>
                <a:cubicBezTo>
                  <a:pt x="84088" y="29769"/>
                  <a:pt x="99675" y="45266"/>
                  <a:pt x="99675" y="64433"/>
                </a:cubicBezTo>
                <a:cubicBezTo>
                  <a:pt x="99675" y="83599"/>
                  <a:pt x="84088" y="99096"/>
                  <a:pt x="64809" y="99096"/>
                </a:cubicBezTo>
                <a:close/>
                <a:moveTo>
                  <a:pt x="363835" y="0"/>
                </a:moveTo>
                <a:cubicBezTo>
                  <a:pt x="313382" y="0"/>
                  <a:pt x="272774" y="28954"/>
                  <a:pt x="272774" y="64433"/>
                </a:cubicBezTo>
                <a:cubicBezTo>
                  <a:pt x="272774" y="99911"/>
                  <a:pt x="313382" y="128865"/>
                  <a:pt x="363835" y="128865"/>
                </a:cubicBezTo>
                <a:cubicBezTo>
                  <a:pt x="414288" y="128865"/>
                  <a:pt x="454897" y="99911"/>
                  <a:pt x="454897" y="64433"/>
                </a:cubicBezTo>
                <a:cubicBezTo>
                  <a:pt x="454897" y="28954"/>
                  <a:pt x="413878" y="0"/>
                  <a:pt x="363835" y="0"/>
                </a:cubicBezTo>
                <a:close/>
                <a:moveTo>
                  <a:pt x="363835" y="99096"/>
                </a:moveTo>
                <a:cubicBezTo>
                  <a:pt x="328969" y="99096"/>
                  <a:pt x="303127" y="80744"/>
                  <a:pt x="303127" y="64840"/>
                </a:cubicBezTo>
                <a:cubicBezTo>
                  <a:pt x="303127" y="48936"/>
                  <a:pt x="328969" y="30585"/>
                  <a:pt x="363835" y="30585"/>
                </a:cubicBezTo>
                <a:cubicBezTo>
                  <a:pt x="398701" y="30585"/>
                  <a:pt x="424541" y="48936"/>
                  <a:pt x="424541" y="64840"/>
                </a:cubicBezTo>
                <a:cubicBezTo>
                  <a:pt x="424541" y="80744"/>
                  <a:pt x="398290" y="99096"/>
                  <a:pt x="363835" y="99096"/>
                </a:cubicBezTo>
                <a:close/>
                <a:moveTo>
                  <a:pt x="580822" y="2855"/>
                </a:moveTo>
                <a:cubicBezTo>
                  <a:pt x="572619" y="2855"/>
                  <a:pt x="565644" y="9787"/>
                  <a:pt x="565644" y="17943"/>
                </a:cubicBezTo>
                <a:lnTo>
                  <a:pt x="565644" y="68511"/>
                </a:lnTo>
                <a:lnTo>
                  <a:pt x="483610" y="3670"/>
                </a:lnTo>
                <a:cubicBezTo>
                  <a:pt x="480738" y="1223"/>
                  <a:pt x="476635" y="3262"/>
                  <a:pt x="476635" y="6933"/>
                </a:cubicBezTo>
                <a:lnTo>
                  <a:pt x="476635" y="110922"/>
                </a:lnTo>
                <a:cubicBezTo>
                  <a:pt x="476635" y="119078"/>
                  <a:pt x="483610" y="126010"/>
                  <a:pt x="491813" y="126010"/>
                </a:cubicBezTo>
                <a:cubicBezTo>
                  <a:pt x="500016" y="126010"/>
                  <a:pt x="506991" y="119078"/>
                  <a:pt x="506991" y="110922"/>
                </a:cubicBezTo>
                <a:lnTo>
                  <a:pt x="506991" y="60762"/>
                </a:lnTo>
                <a:lnTo>
                  <a:pt x="589025" y="125603"/>
                </a:lnTo>
                <a:cubicBezTo>
                  <a:pt x="591897" y="128050"/>
                  <a:pt x="596000" y="126010"/>
                  <a:pt x="596000" y="122340"/>
                </a:cubicBezTo>
                <a:lnTo>
                  <a:pt x="596000" y="17943"/>
                </a:lnTo>
                <a:cubicBezTo>
                  <a:pt x="596000" y="9787"/>
                  <a:pt x="589025" y="2855"/>
                  <a:pt x="580822" y="2855"/>
                </a:cubicBezTo>
                <a:close/>
                <a:moveTo>
                  <a:pt x="248983" y="96241"/>
                </a:moveTo>
                <a:lnTo>
                  <a:pt x="197299" y="96241"/>
                </a:lnTo>
                <a:lnTo>
                  <a:pt x="262929" y="9787"/>
                </a:lnTo>
                <a:cubicBezTo>
                  <a:pt x="264980" y="6933"/>
                  <a:pt x="262929" y="2855"/>
                  <a:pt x="259648" y="2855"/>
                </a:cubicBezTo>
                <a:lnTo>
                  <a:pt x="164484" y="2855"/>
                </a:lnTo>
                <a:cubicBezTo>
                  <a:pt x="156281" y="2855"/>
                  <a:pt x="149308" y="9787"/>
                  <a:pt x="149308" y="17943"/>
                </a:cubicBezTo>
                <a:cubicBezTo>
                  <a:pt x="149308" y="26099"/>
                  <a:pt x="156281" y="33032"/>
                  <a:pt x="164484" y="33032"/>
                </a:cubicBezTo>
                <a:lnTo>
                  <a:pt x="207554" y="33032"/>
                </a:lnTo>
                <a:lnTo>
                  <a:pt x="141514" y="119486"/>
                </a:lnTo>
                <a:cubicBezTo>
                  <a:pt x="139463" y="122340"/>
                  <a:pt x="141514" y="126418"/>
                  <a:pt x="145206" y="126418"/>
                </a:cubicBezTo>
                <a:lnTo>
                  <a:pt x="248983" y="126418"/>
                </a:lnTo>
                <a:cubicBezTo>
                  <a:pt x="257186" y="126418"/>
                  <a:pt x="264160" y="119486"/>
                  <a:pt x="264160" y="111330"/>
                </a:cubicBezTo>
                <a:cubicBezTo>
                  <a:pt x="264160" y="103174"/>
                  <a:pt x="257186" y="96241"/>
                  <a:pt x="248983" y="96241"/>
                </a:cubicBezTo>
                <a:close/>
              </a:path>
            </a:pathLst>
          </a:custGeom>
          <a:solidFill>
            <a:schemeClr val="tx1"/>
          </a:solidFill>
          <a:ln w="3990" cap="flat">
            <a:noFill/>
            <a:prstDash val="solid"/>
            <a:miter/>
          </a:ln>
        </p:spPr>
        <p:txBody>
          <a:bodyPr rtlCol="0" anchor="ctr"/>
          <a:lstStyle/>
          <a:p>
            <a:endParaRPr lang="ru-RU"/>
          </a:p>
        </p:txBody>
      </p:sp>
      <p:sp>
        <p:nvSpPr>
          <p:cNvPr id="6" name="Объект 5">
            <a:extLst>
              <a:ext uri="{FF2B5EF4-FFF2-40B4-BE49-F238E27FC236}">
                <a16:creationId xmlns:a16="http://schemas.microsoft.com/office/drawing/2014/main" id="{69556CD7-1887-7C27-4D18-95E8D2C381FF}"/>
              </a:ext>
            </a:extLst>
          </p:cNvPr>
          <p:cNvSpPr txBox="1">
            <a:spLocks/>
          </p:cNvSpPr>
          <p:nvPr/>
        </p:nvSpPr>
        <p:spPr>
          <a:xfrm>
            <a:off x="647682" y="4020539"/>
            <a:ext cx="3330628" cy="142173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bg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bg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bg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bg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bg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Font typeface="Arial" panose="020B0604020202020204" pitchFamily="34" charset="0"/>
              <a:buNone/>
              <a:tabLst/>
              <a:defRPr/>
            </a:pPr>
            <a:r>
              <a:rPr kumimoji="0" lang="ru-RU" sz="2400" b="1" i="0" u="none" strike="noStrike" kern="1200" cap="none" spc="0" normalizeH="0" baseline="0" noProof="0">
                <a:ln>
                  <a:noFill/>
                </a:ln>
                <a:solidFill>
                  <a:schemeClr val="tx1"/>
                </a:solidFill>
                <a:effectLst/>
                <a:uLnTx/>
                <a:uFillTx/>
                <a:latin typeface="Arial"/>
                <a:ea typeface="+mn-ea"/>
                <a:cs typeface="+mn-cs"/>
              </a:rPr>
              <a:t>Имя</a:t>
            </a:r>
            <a:br>
              <a:rPr kumimoji="0" lang="ru-RU" sz="2400" b="1" i="0" u="none" strike="noStrike" kern="1200" cap="none" spc="0" normalizeH="0" baseline="0" noProof="0">
                <a:ln>
                  <a:noFill/>
                </a:ln>
                <a:solidFill>
                  <a:schemeClr val="tx1"/>
                </a:solidFill>
                <a:effectLst/>
                <a:uLnTx/>
                <a:uFillTx/>
                <a:latin typeface="Arial"/>
                <a:ea typeface="+mn-ea"/>
                <a:cs typeface="+mn-cs"/>
              </a:rPr>
            </a:br>
            <a:r>
              <a:rPr kumimoji="0" lang="ru-RU" sz="2400" b="1" i="0" u="none" strike="noStrike" kern="1200" cap="none" spc="0" normalizeH="0" baseline="0" noProof="0">
                <a:ln>
                  <a:noFill/>
                </a:ln>
                <a:solidFill>
                  <a:schemeClr val="tx1"/>
                </a:solidFill>
                <a:effectLst/>
                <a:uLnTx/>
                <a:uFillTx/>
                <a:latin typeface="Arial"/>
                <a:ea typeface="+mn-ea"/>
                <a:cs typeface="+mn-cs"/>
              </a:rPr>
              <a:t>Фамилия</a:t>
            </a:r>
          </a:p>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ru-RU" sz="1400">
                <a:solidFill>
                  <a:schemeClr val="tx1"/>
                </a:solidFill>
                <a:latin typeface="Arial"/>
              </a:rPr>
              <a:t>Напиши здесь свою должность </a:t>
            </a:r>
            <a:br>
              <a:rPr lang="ru-RU" sz="1400">
                <a:solidFill>
                  <a:schemeClr val="tx1"/>
                </a:solidFill>
                <a:latin typeface="Arial"/>
              </a:rPr>
            </a:br>
            <a:r>
              <a:rPr lang="ru-RU" sz="1400">
                <a:solidFill>
                  <a:schemeClr val="tx1"/>
                </a:solidFill>
                <a:latin typeface="Arial"/>
              </a:rPr>
              <a:t>или роль в проекте</a:t>
            </a:r>
          </a:p>
        </p:txBody>
      </p:sp>
    </p:spTree>
    <p:extLst>
      <p:ext uri="{BB962C8B-B14F-4D97-AF65-F5344CB8AC3E}">
        <p14:creationId xmlns:p14="http://schemas.microsoft.com/office/powerpoint/2010/main" val="1906337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FAC2D01A-F591-7886-AB0E-D707B7B7574D}"/>
              </a:ext>
            </a:extLst>
          </p:cNvPr>
          <p:cNvSpPr>
            <a:spLocks noGrp="1"/>
          </p:cNvSpPr>
          <p:nvPr>
            <p:ph type="sldNum" sz="quarter" idx="12"/>
          </p:nvPr>
        </p:nvSpPr>
        <p:spPr/>
        <p:txBody>
          <a:bodyPr/>
          <a:lstStyle/>
          <a:p>
            <a:fld id="{EB5249F5-0093-48B0-B996-C4E44A87EAFB}" type="slidenum">
              <a:rPr lang="ru-RU" smtClean="0"/>
              <a:pPr/>
              <a:t>25</a:t>
            </a:fld>
            <a:endParaRPr lang="ru-RU"/>
          </a:p>
        </p:txBody>
      </p:sp>
      <p:sp>
        <p:nvSpPr>
          <p:cNvPr id="4" name="Заголовок 3">
            <a:extLst>
              <a:ext uri="{FF2B5EF4-FFF2-40B4-BE49-F238E27FC236}">
                <a16:creationId xmlns:a16="http://schemas.microsoft.com/office/drawing/2014/main" id="{A143553D-6390-23AE-101B-9BA8B705E021}"/>
              </a:ext>
            </a:extLst>
          </p:cNvPr>
          <p:cNvSpPr>
            <a:spLocks noGrp="1"/>
          </p:cNvSpPr>
          <p:nvPr>
            <p:ph type="title"/>
          </p:nvPr>
        </p:nvSpPr>
        <p:spPr/>
        <p:txBody>
          <a:bodyPr/>
          <a:lstStyle/>
          <a:p>
            <a:r>
              <a:rPr lang="ru-RU"/>
              <a:t>Сформулируй заголовок </a:t>
            </a:r>
            <a:br>
              <a:rPr lang="ru-RU"/>
            </a:br>
            <a:r>
              <a:rPr lang="ru-RU"/>
              <a:t>слайда в 1–2 строки</a:t>
            </a:r>
          </a:p>
        </p:txBody>
      </p:sp>
      <p:sp>
        <p:nvSpPr>
          <p:cNvPr id="8" name="Прямоугольник: скругленные углы 7">
            <a:extLst>
              <a:ext uri="{FF2B5EF4-FFF2-40B4-BE49-F238E27FC236}">
                <a16:creationId xmlns:a16="http://schemas.microsoft.com/office/drawing/2014/main" id="{117A16FA-5C5D-659E-AC8F-1A955B897B2D}"/>
              </a:ext>
            </a:extLst>
          </p:cNvPr>
          <p:cNvSpPr/>
          <p:nvPr/>
        </p:nvSpPr>
        <p:spPr>
          <a:xfrm>
            <a:off x="639764" y="1787525"/>
            <a:ext cx="3217863" cy="4343845"/>
          </a:xfrm>
          <a:prstGeom prst="roundRect">
            <a:avLst>
              <a:gd name="adj" fmla="val 1606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29" name="Группа 28">
            <a:extLst>
              <a:ext uri="{FF2B5EF4-FFF2-40B4-BE49-F238E27FC236}">
                <a16:creationId xmlns:a16="http://schemas.microsoft.com/office/drawing/2014/main" id="{D168B897-0AC2-2597-9631-F9C87943C8E0}"/>
              </a:ext>
            </a:extLst>
          </p:cNvPr>
          <p:cNvGrpSpPr/>
          <p:nvPr/>
        </p:nvGrpSpPr>
        <p:grpSpPr>
          <a:xfrm>
            <a:off x="950248" y="2174825"/>
            <a:ext cx="498722" cy="498719"/>
            <a:chOff x="823913" y="2039064"/>
            <a:chExt cx="663152" cy="663149"/>
          </a:xfrm>
        </p:grpSpPr>
        <p:sp>
          <p:nvSpPr>
            <p:cNvPr id="10" name="Овал 9">
              <a:extLst>
                <a:ext uri="{FF2B5EF4-FFF2-40B4-BE49-F238E27FC236}">
                  <a16:creationId xmlns:a16="http://schemas.microsoft.com/office/drawing/2014/main" id="{54937A57-5EA2-41C3-2126-C8C703EFE48B}"/>
                </a:ext>
              </a:extLst>
            </p:cNvPr>
            <p:cNvSpPr/>
            <p:nvPr/>
          </p:nvSpPr>
          <p:spPr>
            <a:xfrm>
              <a:off x="823913" y="2039064"/>
              <a:ext cx="663152" cy="66314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1" name="Полилиния: фигура 10">
              <a:extLst>
                <a:ext uri="{FF2B5EF4-FFF2-40B4-BE49-F238E27FC236}">
                  <a16:creationId xmlns:a16="http://schemas.microsoft.com/office/drawing/2014/main" id="{D57A9285-D2A3-4F3F-9706-2A05591E0FD5}"/>
                </a:ext>
              </a:extLst>
            </p:cNvPr>
            <p:cNvSpPr/>
            <p:nvPr/>
          </p:nvSpPr>
          <p:spPr>
            <a:xfrm>
              <a:off x="997190" y="2192557"/>
              <a:ext cx="316596" cy="356165"/>
            </a:xfrm>
            <a:custGeom>
              <a:avLst/>
              <a:gdLst>
                <a:gd name="connsiteX0" fmla="*/ 33338 w 152400"/>
                <a:gd name="connsiteY0" fmla="*/ 104774 h 171449"/>
                <a:gd name="connsiteX1" fmla="*/ 76200 w 152400"/>
                <a:gd name="connsiteY1" fmla="*/ 114299 h 171449"/>
                <a:gd name="connsiteX2" fmla="*/ 119063 w 152400"/>
                <a:gd name="connsiteY2" fmla="*/ 104774 h 171449"/>
                <a:gd name="connsiteX3" fmla="*/ 152400 w 152400"/>
                <a:gd name="connsiteY3" fmla="*/ 138112 h 171449"/>
                <a:gd name="connsiteX4" fmla="*/ 76117 w 152400"/>
                <a:gd name="connsiteY4" fmla="*/ 171449 h 171449"/>
                <a:gd name="connsiteX5" fmla="*/ 0 w 152400"/>
                <a:gd name="connsiteY5" fmla="*/ 138112 h 171449"/>
                <a:gd name="connsiteX6" fmla="*/ 33338 w 152400"/>
                <a:gd name="connsiteY6" fmla="*/ 104774 h 171449"/>
                <a:gd name="connsiteX7" fmla="*/ 76200 w 152400"/>
                <a:gd name="connsiteY7" fmla="*/ 0 h 171449"/>
                <a:gd name="connsiteX8" fmla="*/ 123825 w 152400"/>
                <a:gd name="connsiteY8" fmla="*/ 47625 h 171449"/>
                <a:gd name="connsiteX9" fmla="*/ 76200 w 152400"/>
                <a:gd name="connsiteY9" fmla="*/ 95250 h 171449"/>
                <a:gd name="connsiteX10" fmla="*/ 28575 w 152400"/>
                <a:gd name="connsiteY10" fmla="*/ 47625 h 171449"/>
                <a:gd name="connsiteX11" fmla="*/ 76200 w 152400"/>
                <a:gd name="connsiteY11"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71449">
                  <a:moveTo>
                    <a:pt x="33338" y="104774"/>
                  </a:moveTo>
                  <a:cubicBezTo>
                    <a:pt x="47625" y="104821"/>
                    <a:pt x="47625" y="114299"/>
                    <a:pt x="76200" y="114299"/>
                  </a:cubicBezTo>
                  <a:cubicBezTo>
                    <a:pt x="104775" y="114299"/>
                    <a:pt x="104775" y="104774"/>
                    <a:pt x="119063" y="104774"/>
                  </a:cubicBezTo>
                  <a:cubicBezTo>
                    <a:pt x="128588" y="104774"/>
                    <a:pt x="152400" y="128587"/>
                    <a:pt x="152400" y="138112"/>
                  </a:cubicBezTo>
                  <a:cubicBezTo>
                    <a:pt x="152400" y="147637"/>
                    <a:pt x="12842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chemeClr val="bg1"/>
            </a:solidFill>
            <a:ln w="9525" cap="flat">
              <a:noFill/>
              <a:prstDash val="solid"/>
              <a:miter/>
            </a:ln>
          </p:spPr>
          <p:txBody>
            <a:bodyPr rtlCol="0" anchor="ctr"/>
            <a:lstStyle/>
            <a:p>
              <a:endParaRPr lang="ru-RU"/>
            </a:p>
          </p:txBody>
        </p:sp>
      </p:grpSp>
      <p:sp>
        <p:nvSpPr>
          <p:cNvPr id="15" name="TextBox 14">
            <a:extLst>
              <a:ext uri="{FF2B5EF4-FFF2-40B4-BE49-F238E27FC236}">
                <a16:creationId xmlns:a16="http://schemas.microsoft.com/office/drawing/2014/main" id="{E1160AF4-631C-AE23-84AF-354F762C24C8}"/>
              </a:ext>
            </a:extLst>
          </p:cNvPr>
          <p:cNvSpPr txBox="1"/>
          <p:nvPr/>
        </p:nvSpPr>
        <p:spPr>
          <a:xfrm>
            <a:off x="950248" y="2705576"/>
            <a:ext cx="2826921" cy="738664"/>
          </a:xfrm>
          <a:prstGeom prst="rect">
            <a:avLst/>
          </a:prstGeom>
          <a:noFill/>
        </p:spPr>
        <p:txBody>
          <a:bodyPr wrap="square" lIns="0" tIns="0" rIns="0" bIns="0" rtlCol="0">
            <a:spAutoFit/>
          </a:bodyPr>
          <a:lstStyle/>
          <a:p>
            <a:pPr algn="l"/>
            <a:r>
              <a:rPr lang="ru-RU" sz="2400" b="1"/>
              <a:t>Имя</a:t>
            </a:r>
          </a:p>
          <a:p>
            <a:pPr algn="l"/>
            <a:r>
              <a:rPr lang="ru-RU" sz="2400" b="1"/>
              <a:t>Фамилия</a:t>
            </a:r>
          </a:p>
        </p:txBody>
      </p:sp>
      <p:sp>
        <p:nvSpPr>
          <p:cNvPr id="19" name="TextBox 18">
            <a:extLst>
              <a:ext uri="{FF2B5EF4-FFF2-40B4-BE49-F238E27FC236}">
                <a16:creationId xmlns:a16="http://schemas.microsoft.com/office/drawing/2014/main" id="{0EE6E40E-7073-A3B8-13DB-D7818898C306}"/>
              </a:ext>
            </a:extLst>
          </p:cNvPr>
          <p:cNvSpPr txBox="1"/>
          <p:nvPr/>
        </p:nvSpPr>
        <p:spPr>
          <a:xfrm>
            <a:off x="1504572" y="3626760"/>
            <a:ext cx="2161618" cy="430887"/>
          </a:xfrm>
          <a:prstGeom prst="rect">
            <a:avLst/>
          </a:prstGeom>
          <a:noFill/>
        </p:spPr>
        <p:txBody>
          <a:bodyPr wrap="square" lIns="0" tIns="0" rIns="0" bIns="0" rtlCol="0">
            <a:spAutoFit/>
          </a:bodyPr>
          <a:lstStyle/>
          <a:p>
            <a:pPr algn="l"/>
            <a:r>
              <a:rPr lang="ru-RU" sz="1400"/>
              <a:t>Напиши свою должность </a:t>
            </a:r>
            <a:br>
              <a:rPr lang="ru-RU" sz="1400"/>
            </a:br>
            <a:r>
              <a:rPr lang="ru-RU" sz="1400"/>
              <a:t>или роль в проекте</a:t>
            </a:r>
          </a:p>
        </p:txBody>
      </p:sp>
      <p:sp>
        <p:nvSpPr>
          <p:cNvPr id="21" name="Прямоугольник: скругленные углы 20">
            <a:extLst>
              <a:ext uri="{FF2B5EF4-FFF2-40B4-BE49-F238E27FC236}">
                <a16:creationId xmlns:a16="http://schemas.microsoft.com/office/drawing/2014/main" id="{96F11658-7121-1FF5-E52E-E03F7F9D2B41}"/>
              </a:ext>
            </a:extLst>
          </p:cNvPr>
          <p:cNvSpPr/>
          <p:nvPr/>
        </p:nvSpPr>
        <p:spPr>
          <a:xfrm>
            <a:off x="950248" y="3662381"/>
            <a:ext cx="404261" cy="404261"/>
          </a:xfrm>
          <a:prstGeom prst="roundRect">
            <a:avLst>
              <a:gd name="adj" fmla="val 2381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5" name="TextBox 24">
            <a:extLst>
              <a:ext uri="{FF2B5EF4-FFF2-40B4-BE49-F238E27FC236}">
                <a16:creationId xmlns:a16="http://schemas.microsoft.com/office/drawing/2014/main" id="{5FEA7FD9-EF00-9D82-F15F-B5E89EB5E64D}"/>
              </a:ext>
            </a:extLst>
          </p:cNvPr>
          <p:cNvSpPr txBox="1"/>
          <p:nvPr/>
        </p:nvSpPr>
        <p:spPr>
          <a:xfrm>
            <a:off x="1504572" y="4368902"/>
            <a:ext cx="2161617" cy="646331"/>
          </a:xfrm>
          <a:prstGeom prst="rect">
            <a:avLst/>
          </a:prstGeom>
          <a:noFill/>
        </p:spPr>
        <p:txBody>
          <a:bodyPr wrap="square" lIns="0" tIns="0" rIns="0" bIns="0" rtlCol="0">
            <a:spAutoFit/>
          </a:bodyPr>
          <a:lstStyle/>
          <a:p>
            <a:pPr algn="l"/>
            <a:r>
              <a:rPr lang="ru-RU" sz="1400"/>
              <a:t>Напиши что-то своей работе или о себе </a:t>
            </a:r>
            <a:br>
              <a:rPr lang="ru-RU" sz="1400"/>
            </a:br>
            <a:r>
              <a:rPr lang="ru-RU" sz="1400"/>
              <a:t>в несколько строк</a:t>
            </a:r>
          </a:p>
        </p:txBody>
      </p:sp>
      <p:sp>
        <p:nvSpPr>
          <p:cNvPr id="26" name="Прямоугольник: скругленные углы 25">
            <a:extLst>
              <a:ext uri="{FF2B5EF4-FFF2-40B4-BE49-F238E27FC236}">
                <a16:creationId xmlns:a16="http://schemas.microsoft.com/office/drawing/2014/main" id="{50091144-0C09-FC9C-8452-BA162833736A}"/>
              </a:ext>
            </a:extLst>
          </p:cNvPr>
          <p:cNvSpPr/>
          <p:nvPr/>
        </p:nvSpPr>
        <p:spPr>
          <a:xfrm>
            <a:off x="950248" y="4404523"/>
            <a:ext cx="404261" cy="404261"/>
          </a:xfrm>
          <a:prstGeom prst="roundRect">
            <a:avLst>
              <a:gd name="adj" fmla="val 2381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0" name="Полилиния: фигура 29">
            <a:extLst>
              <a:ext uri="{FF2B5EF4-FFF2-40B4-BE49-F238E27FC236}">
                <a16:creationId xmlns:a16="http://schemas.microsoft.com/office/drawing/2014/main" id="{C9D553C9-5A47-6F2D-0C50-334DB77F734B}"/>
              </a:ext>
            </a:extLst>
          </p:cNvPr>
          <p:cNvSpPr/>
          <p:nvPr/>
        </p:nvSpPr>
        <p:spPr>
          <a:xfrm>
            <a:off x="1075050" y="4517419"/>
            <a:ext cx="178472" cy="178470"/>
          </a:xfrm>
          <a:custGeom>
            <a:avLst/>
            <a:gdLst>
              <a:gd name="connsiteX0" fmla="*/ 155190 w 171449"/>
              <a:gd name="connsiteY0" fmla="*/ 126615 h 171449"/>
              <a:gd name="connsiteX1" fmla="*/ 168660 w 171449"/>
              <a:gd name="connsiteY1" fmla="*/ 126615 h 171449"/>
              <a:gd name="connsiteX2" fmla="*/ 168660 w 171449"/>
              <a:gd name="connsiteY2" fmla="*/ 140085 h 171449"/>
              <a:gd name="connsiteX3" fmla="*/ 140085 w 171449"/>
              <a:gd name="connsiteY3" fmla="*/ 168660 h 171449"/>
              <a:gd name="connsiteX4" fmla="*/ 126615 w 171449"/>
              <a:gd name="connsiteY4" fmla="*/ 168660 h 171449"/>
              <a:gd name="connsiteX5" fmla="*/ 107565 w 171449"/>
              <a:gd name="connsiteY5" fmla="*/ 149610 h 171449"/>
              <a:gd name="connsiteX6" fmla="*/ 107565 w 171449"/>
              <a:gd name="connsiteY6" fmla="*/ 136140 h 171449"/>
              <a:gd name="connsiteX7" fmla="*/ 121035 w 171449"/>
              <a:gd name="connsiteY7" fmla="*/ 136140 h 171449"/>
              <a:gd name="connsiteX8" fmla="*/ 133350 w 171449"/>
              <a:gd name="connsiteY8" fmla="*/ 148455 h 171449"/>
              <a:gd name="connsiteX9" fmla="*/ 47625 w 171449"/>
              <a:gd name="connsiteY9" fmla="*/ 95250 h 171449"/>
              <a:gd name="connsiteX10" fmla="*/ 38100 w 171449"/>
              <a:gd name="connsiteY10" fmla="*/ 104775 h 171449"/>
              <a:gd name="connsiteX11" fmla="*/ 47625 w 171449"/>
              <a:gd name="connsiteY11" fmla="*/ 114300 h 171449"/>
              <a:gd name="connsiteX12" fmla="*/ 85725 w 171449"/>
              <a:gd name="connsiteY12" fmla="*/ 114300 h 171449"/>
              <a:gd name="connsiteX13" fmla="*/ 95250 w 171449"/>
              <a:gd name="connsiteY13" fmla="*/ 104775 h 171449"/>
              <a:gd name="connsiteX14" fmla="*/ 85725 w 171449"/>
              <a:gd name="connsiteY14" fmla="*/ 95250 h 171449"/>
              <a:gd name="connsiteX15" fmla="*/ 47625 w 171449"/>
              <a:gd name="connsiteY15" fmla="*/ 57150 h 171449"/>
              <a:gd name="connsiteX16" fmla="*/ 38100 w 171449"/>
              <a:gd name="connsiteY16" fmla="*/ 66675 h 171449"/>
              <a:gd name="connsiteX17" fmla="*/ 47625 w 171449"/>
              <a:gd name="connsiteY17" fmla="*/ 76200 h 171449"/>
              <a:gd name="connsiteX18" fmla="*/ 104775 w 171449"/>
              <a:gd name="connsiteY18" fmla="*/ 76200 h 171449"/>
              <a:gd name="connsiteX19" fmla="*/ 114300 w 171449"/>
              <a:gd name="connsiteY19" fmla="*/ 66675 h 171449"/>
              <a:gd name="connsiteX20" fmla="*/ 104775 w 171449"/>
              <a:gd name="connsiteY20" fmla="*/ 57150 h 171449"/>
              <a:gd name="connsiteX21" fmla="*/ 76216 w 171449"/>
              <a:gd name="connsiteY21" fmla="*/ 0 h 171449"/>
              <a:gd name="connsiteX22" fmla="*/ 95250 w 171449"/>
              <a:gd name="connsiteY22" fmla="*/ 952 h 171449"/>
              <a:gd name="connsiteX23" fmla="*/ 128588 w 171449"/>
              <a:gd name="connsiteY23" fmla="*/ 23813 h 171449"/>
              <a:gd name="connsiteX24" fmla="*/ 151448 w 171449"/>
              <a:gd name="connsiteY24" fmla="*/ 57150 h 171449"/>
              <a:gd name="connsiteX25" fmla="*/ 152373 w 171449"/>
              <a:gd name="connsiteY25" fmla="*/ 88120 h 171449"/>
              <a:gd name="connsiteX26" fmla="*/ 152195 w 171449"/>
              <a:gd name="connsiteY26" fmla="*/ 102634 h 171449"/>
              <a:gd name="connsiteX27" fmla="*/ 123825 w 171449"/>
              <a:gd name="connsiteY27" fmla="*/ 114300 h 171449"/>
              <a:gd name="connsiteX28" fmla="*/ 95250 w 171449"/>
              <a:gd name="connsiteY28" fmla="*/ 152400 h 171449"/>
              <a:gd name="connsiteX29" fmla="*/ 67934 w 171449"/>
              <a:gd name="connsiteY29" fmla="*/ 171445 h 171449"/>
              <a:gd name="connsiteX30" fmla="*/ 10681 w 171449"/>
              <a:gd name="connsiteY30" fmla="*/ 162002 h 171449"/>
              <a:gd name="connsiteX31" fmla="*/ 0 w 171449"/>
              <a:gd name="connsiteY31" fmla="*/ 85785 h 171449"/>
              <a:gd name="connsiteX32" fmla="*/ 10698 w 171449"/>
              <a:gd name="connsiteY32" fmla="*/ 9503 h 171449"/>
              <a:gd name="connsiteX33" fmla="*/ 76216 w 171449"/>
              <a:gd name="connsiteY33"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49" h="171449">
                <a:moveTo>
                  <a:pt x="155190" y="126615"/>
                </a:moveTo>
                <a:cubicBezTo>
                  <a:pt x="158909" y="122895"/>
                  <a:pt x="164940" y="122895"/>
                  <a:pt x="168660" y="126615"/>
                </a:cubicBezTo>
                <a:cubicBezTo>
                  <a:pt x="172379" y="130334"/>
                  <a:pt x="172379" y="136365"/>
                  <a:pt x="168660" y="140085"/>
                </a:cubicBezTo>
                <a:lnTo>
                  <a:pt x="140085" y="168660"/>
                </a:lnTo>
                <a:cubicBezTo>
                  <a:pt x="136365" y="172379"/>
                  <a:pt x="130334" y="172379"/>
                  <a:pt x="126615" y="168660"/>
                </a:cubicBezTo>
                <a:lnTo>
                  <a:pt x="107565" y="149610"/>
                </a:lnTo>
                <a:cubicBezTo>
                  <a:pt x="103845" y="145890"/>
                  <a:pt x="103845" y="139859"/>
                  <a:pt x="107565" y="136140"/>
                </a:cubicBezTo>
                <a:cubicBezTo>
                  <a:pt x="111284" y="132420"/>
                  <a:pt x="117315" y="132420"/>
                  <a:pt x="121035" y="136140"/>
                </a:cubicBezTo>
                <a:lnTo>
                  <a:pt x="133350" y="148455"/>
                </a:lnTo>
                <a:close/>
                <a:moveTo>
                  <a:pt x="47625" y="95250"/>
                </a:moveTo>
                <a:cubicBezTo>
                  <a:pt x="42364" y="95250"/>
                  <a:pt x="38100" y="99514"/>
                  <a:pt x="38100" y="104775"/>
                </a:cubicBezTo>
                <a:cubicBezTo>
                  <a:pt x="38100" y="110036"/>
                  <a:pt x="42364" y="114300"/>
                  <a:pt x="47625" y="114300"/>
                </a:cubicBezTo>
                <a:lnTo>
                  <a:pt x="85725" y="114300"/>
                </a:lnTo>
                <a:cubicBezTo>
                  <a:pt x="90986" y="114300"/>
                  <a:pt x="95250" y="110036"/>
                  <a:pt x="95250" y="104775"/>
                </a:cubicBezTo>
                <a:cubicBezTo>
                  <a:pt x="95250" y="99514"/>
                  <a:pt x="90986" y="95250"/>
                  <a:pt x="85725" y="95250"/>
                </a:cubicBezTo>
                <a:close/>
                <a:moveTo>
                  <a:pt x="47625" y="57150"/>
                </a:moveTo>
                <a:cubicBezTo>
                  <a:pt x="42364" y="57150"/>
                  <a:pt x="38100" y="61414"/>
                  <a:pt x="38100" y="66675"/>
                </a:cubicBezTo>
                <a:cubicBezTo>
                  <a:pt x="38100" y="71936"/>
                  <a:pt x="42364" y="76200"/>
                  <a:pt x="47625" y="76200"/>
                </a:cubicBezTo>
                <a:lnTo>
                  <a:pt x="104775" y="76200"/>
                </a:lnTo>
                <a:cubicBezTo>
                  <a:pt x="110036" y="76200"/>
                  <a:pt x="114300" y="71936"/>
                  <a:pt x="114300" y="66675"/>
                </a:cubicBezTo>
                <a:cubicBezTo>
                  <a:pt x="114300" y="61414"/>
                  <a:pt x="110036" y="57150"/>
                  <a:pt x="104775" y="57150"/>
                </a:cubicBezTo>
                <a:close/>
                <a:moveTo>
                  <a:pt x="76216" y="0"/>
                </a:moveTo>
                <a:cubicBezTo>
                  <a:pt x="80984" y="0"/>
                  <a:pt x="90493" y="0"/>
                  <a:pt x="95250" y="952"/>
                </a:cubicBezTo>
                <a:cubicBezTo>
                  <a:pt x="104910" y="2884"/>
                  <a:pt x="109538" y="4763"/>
                  <a:pt x="128588" y="23813"/>
                </a:cubicBezTo>
                <a:cubicBezTo>
                  <a:pt x="147638" y="42863"/>
                  <a:pt x="149569" y="47760"/>
                  <a:pt x="151448" y="57150"/>
                </a:cubicBezTo>
                <a:cubicBezTo>
                  <a:pt x="152400" y="61913"/>
                  <a:pt x="152427" y="83357"/>
                  <a:pt x="152373" y="88120"/>
                </a:cubicBezTo>
                <a:cubicBezTo>
                  <a:pt x="152317" y="93270"/>
                  <a:pt x="152264" y="98101"/>
                  <a:pt x="152195" y="102634"/>
                </a:cubicBezTo>
                <a:cubicBezTo>
                  <a:pt x="152373" y="114300"/>
                  <a:pt x="144938" y="114300"/>
                  <a:pt x="123825" y="114300"/>
                </a:cubicBezTo>
                <a:cubicBezTo>
                  <a:pt x="100013" y="114300"/>
                  <a:pt x="95250" y="128588"/>
                  <a:pt x="95250" y="152400"/>
                </a:cubicBezTo>
                <a:cubicBezTo>
                  <a:pt x="95250" y="166432"/>
                  <a:pt x="90656" y="171277"/>
                  <a:pt x="67934" y="171445"/>
                </a:cubicBezTo>
                <a:cubicBezTo>
                  <a:pt x="36881" y="171392"/>
                  <a:pt x="19748" y="170706"/>
                  <a:pt x="10681" y="162002"/>
                </a:cubicBezTo>
                <a:cubicBezTo>
                  <a:pt x="0" y="151749"/>
                  <a:pt x="0" y="130370"/>
                  <a:pt x="0" y="85785"/>
                </a:cubicBezTo>
                <a:cubicBezTo>
                  <a:pt x="0" y="41199"/>
                  <a:pt x="0" y="19787"/>
                  <a:pt x="10698" y="9503"/>
                </a:cubicBezTo>
                <a:cubicBezTo>
                  <a:pt x="20583" y="0"/>
                  <a:pt x="39621" y="0"/>
                  <a:pt x="76216" y="0"/>
                </a:cubicBezTo>
                <a:close/>
              </a:path>
            </a:pathLst>
          </a:custGeom>
          <a:solidFill>
            <a:schemeClr val="bg1"/>
          </a:solidFill>
          <a:ln w="9525" cap="flat">
            <a:noFill/>
            <a:prstDash val="solid"/>
            <a:miter/>
          </a:ln>
        </p:spPr>
        <p:txBody>
          <a:bodyPr rtlCol="0" anchor="ctr"/>
          <a:lstStyle/>
          <a:p>
            <a:endParaRPr lang="ru-RU"/>
          </a:p>
        </p:txBody>
      </p:sp>
      <p:sp>
        <p:nvSpPr>
          <p:cNvPr id="31" name="Рисунок 401">
            <a:extLst>
              <a:ext uri="{FF2B5EF4-FFF2-40B4-BE49-F238E27FC236}">
                <a16:creationId xmlns:a16="http://schemas.microsoft.com/office/drawing/2014/main" id="{51B4498D-4ABA-E425-A01A-52619162E5A1}"/>
              </a:ext>
            </a:extLst>
          </p:cNvPr>
          <p:cNvSpPr/>
          <p:nvPr/>
        </p:nvSpPr>
        <p:spPr>
          <a:xfrm>
            <a:off x="1062439" y="3774572"/>
            <a:ext cx="179878" cy="179878"/>
          </a:xfrm>
          <a:custGeom>
            <a:avLst/>
            <a:gdLst>
              <a:gd name="connsiteX0" fmla="*/ 50546 w 162439"/>
              <a:gd name="connsiteY0" fmla="*/ 32597 h 171450"/>
              <a:gd name="connsiteX1" fmla="*/ 39319 w 162439"/>
              <a:gd name="connsiteY1" fmla="*/ 29281 h 171450"/>
              <a:gd name="connsiteX2" fmla="*/ 6979 w 162439"/>
              <a:gd name="connsiteY2" fmla="*/ 42862 h 171450"/>
              <a:gd name="connsiteX3" fmla="*/ 11388 w 162439"/>
              <a:gd name="connsiteY3" fmla="*/ 77659 h 171450"/>
              <a:gd name="connsiteX4" fmla="*/ 19873 w 162439"/>
              <a:gd name="connsiteY4" fmla="*/ 85725 h 171450"/>
              <a:gd name="connsiteX5" fmla="*/ 11390 w 162439"/>
              <a:gd name="connsiteY5" fmla="*/ 93788 h 171450"/>
              <a:gd name="connsiteX6" fmla="*/ 6979 w 162439"/>
              <a:gd name="connsiteY6" fmla="*/ 128588 h 171450"/>
              <a:gd name="connsiteX7" fmla="*/ 39322 w 162439"/>
              <a:gd name="connsiteY7" fmla="*/ 142167 h 171450"/>
              <a:gd name="connsiteX8" fmla="*/ 50546 w 162439"/>
              <a:gd name="connsiteY8" fmla="*/ 138853 h 171450"/>
              <a:gd name="connsiteX9" fmla="*/ 53288 w 162439"/>
              <a:gd name="connsiteY9" fmla="*/ 150233 h 171450"/>
              <a:gd name="connsiteX10" fmla="*/ 81219 w 162439"/>
              <a:gd name="connsiteY10" fmla="*/ 171450 h 171450"/>
              <a:gd name="connsiteX11" fmla="*/ 109151 w 162439"/>
              <a:gd name="connsiteY11" fmla="*/ 150233 h 171450"/>
              <a:gd name="connsiteX12" fmla="*/ 111893 w 162439"/>
              <a:gd name="connsiteY12" fmla="*/ 138853 h 171450"/>
              <a:gd name="connsiteX13" fmla="*/ 123091 w 162439"/>
              <a:gd name="connsiteY13" fmla="*/ 142160 h 171450"/>
              <a:gd name="connsiteX14" fmla="*/ 155459 w 162439"/>
              <a:gd name="connsiteY14" fmla="*/ 128588 h 171450"/>
              <a:gd name="connsiteX15" fmla="*/ 151051 w 162439"/>
              <a:gd name="connsiteY15" fmla="*/ 93790 h 171450"/>
              <a:gd name="connsiteX16" fmla="*/ 142566 w 162439"/>
              <a:gd name="connsiteY16" fmla="*/ 85725 h 171450"/>
              <a:gd name="connsiteX17" fmla="*/ 151051 w 162439"/>
              <a:gd name="connsiteY17" fmla="*/ 77659 h 171450"/>
              <a:gd name="connsiteX18" fmla="*/ 155460 w 162439"/>
              <a:gd name="connsiteY18" fmla="*/ 42862 h 171450"/>
              <a:gd name="connsiteX19" fmla="*/ 123120 w 162439"/>
              <a:gd name="connsiteY19" fmla="*/ 29281 h 171450"/>
              <a:gd name="connsiteX20" fmla="*/ 111893 w 162439"/>
              <a:gd name="connsiteY20" fmla="*/ 32597 h 171450"/>
              <a:gd name="connsiteX21" fmla="*/ 109151 w 162439"/>
              <a:gd name="connsiteY21" fmla="*/ 21217 h 171450"/>
              <a:gd name="connsiteX22" fmla="*/ 81219 w 162439"/>
              <a:gd name="connsiteY22" fmla="*/ 0 h 171450"/>
              <a:gd name="connsiteX23" fmla="*/ 53285 w 162439"/>
              <a:gd name="connsiteY23" fmla="*/ 21229 h 171450"/>
              <a:gd name="connsiteX24" fmla="*/ 50546 w 162439"/>
              <a:gd name="connsiteY24" fmla="*/ 32597 h 171450"/>
              <a:gd name="connsiteX25" fmla="*/ 81219 w 162439"/>
              <a:gd name="connsiteY25" fmla="*/ 114300 h 171450"/>
              <a:gd name="connsiteX26" fmla="*/ 52644 w 162439"/>
              <a:gd name="connsiteY26" fmla="*/ 85725 h 171450"/>
              <a:gd name="connsiteX27" fmla="*/ 81219 w 162439"/>
              <a:gd name="connsiteY27" fmla="*/ 57150 h 171450"/>
              <a:gd name="connsiteX28" fmla="*/ 109794 w 162439"/>
              <a:gd name="connsiteY28" fmla="*/ 85725 h 171450"/>
              <a:gd name="connsiteX29" fmla="*/ 81219 w 162439"/>
              <a:gd name="connsiteY29"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439" h="171450">
                <a:moveTo>
                  <a:pt x="50546" y="32597"/>
                </a:moveTo>
                <a:cubicBezTo>
                  <a:pt x="46820" y="31438"/>
                  <a:pt x="43068" y="30365"/>
                  <a:pt x="39319" y="29281"/>
                </a:cubicBezTo>
                <a:cubicBezTo>
                  <a:pt x="22605" y="24448"/>
                  <a:pt x="18325" y="23211"/>
                  <a:pt x="6979" y="42862"/>
                </a:cubicBezTo>
                <a:cubicBezTo>
                  <a:pt x="-4366" y="62514"/>
                  <a:pt x="-1155" y="65601"/>
                  <a:pt x="11388" y="77659"/>
                </a:cubicBezTo>
                <a:cubicBezTo>
                  <a:pt x="14201" y="80364"/>
                  <a:pt x="17006" y="83077"/>
                  <a:pt x="19873" y="85725"/>
                </a:cubicBezTo>
                <a:cubicBezTo>
                  <a:pt x="17007" y="88372"/>
                  <a:pt x="14203" y="91084"/>
                  <a:pt x="11390" y="93788"/>
                </a:cubicBezTo>
                <a:cubicBezTo>
                  <a:pt x="-1153" y="105846"/>
                  <a:pt x="-4366" y="108936"/>
                  <a:pt x="6979" y="128588"/>
                </a:cubicBezTo>
                <a:cubicBezTo>
                  <a:pt x="18325" y="148239"/>
                  <a:pt x="22607" y="147000"/>
                  <a:pt x="39322" y="142167"/>
                </a:cubicBezTo>
                <a:cubicBezTo>
                  <a:pt x="43059" y="141086"/>
                  <a:pt x="46831" y="140008"/>
                  <a:pt x="50546" y="138853"/>
                </a:cubicBezTo>
                <a:cubicBezTo>
                  <a:pt x="51405" y="142655"/>
                  <a:pt x="52354" y="146450"/>
                  <a:pt x="53288" y="150233"/>
                </a:cubicBezTo>
                <a:cubicBezTo>
                  <a:pt x="57460" y="167126"/>
                  <a:pt x="58528" y="171450"/>
                  <a:pt x="81219" y="171450"/>
                </a:cubicBezTo>
                <a:cubicBezTo>
                  <a:pt x="103912" y="171450"/>
                  <a:pt x="104980" y="167126"/>
                  <a:pt x="109151" y="150233"/>
                </a:cubicBezTo>
                <a:cubicBezTo>
                  <a:pt x="110087" y="146445"/>
                  <a:pt x="111034" y="142660"/>
                  <a:pt x="111893" y="138853"/>
                </a:cubicBezTo>
                <a:cubicBezTo>
                  <a:pt x="115610" y="140009"/>
                  <a:pt x="119352" y="141079"/>
                  <a:pt x="123091" y="142160"/>
                </a:cubicBezTo>
                <a:cubicBezTo>
                  <a:pt x="139806" y="146994"/>
                  <a:pt x="144113" y="148239"/>
                  <a:pt x="155459" y="128588"/>
                </a:cubicBezTo>
                <a:cubicBezTo>
                  <a:pt x="166805" y="108936"/>
                  <a:pt x="163594" y="105848"/>
                  <a:pt x="151051" y="93790"/>
                </a:cubicBezTo>
                <a:cubicBezTo>
                  <a:pt x="148237" y="91086"/>
                  <a:pt x="145433" y="88373"/>
                  <a:pt x="142566" y="85725"/>
                </a:cubicBezTo>
                <a:cubicBezTo>
                  <a:pt x="145433" y="83077"/>
                  <a:pt x="148238" y="80364"/>
                  <a:pt x="151051" y="77659"/>
                </a:cubicBezTo>
                <a:cubicBezTo>
                  <a:pt x="163595" y="65601"/>
                  <a:pt x="166805" y="62514"/>
                  <a:pt x="155460" y="42862"/>
                </a:cubicBezTo>
                <a:cubicBezTo>
                  <a:pt x="144114" y="23211"/>
                  <a:pt x="139834" y="24448"/>
                  <a:pt x="123120" y="29281"/>
                </a:cubicBezTo>
                <a:cubicBezTo>
                  <a:pt x="119371" y="30365"/>
                  <a:pt x="115620" y="31438"/>
                  <a:pt x="111893" y="32597"/>
                </a:cubicBezTo>
                <a:cubicBezTo>
                  <a:pt x="111033" y="28790"/>
                  <a:pt x="110086" y="25005"/>
                  <a:pt x="109151" y="21217"/>
                </a:cubicBezTo>
                <a:cubicBezTo>
                  <a:pt x="104980" y="4325"/>
                  <a:pt x="103912" y="0"/>
                  <a:pt x="81219" y="0"/>
                </a:cubicBezTo>
                <a:cubicBezTo>
                  <a:pt x="58528" y="0"/>
                  <a:pt x="57457" y="4337"/>
                  <a:pt x="53285" y="21229"/>
                </a:cubicBezTo>
                <a:cubicBezTo>
                  <a:pt x="52351" y="25013"/>
                  <a:pt x="51405" y="28794"/>
                  <a:pt x="50546" y="32597"/>
                </a:cubicBezTo>
                <a:close/>
                <a:moveTo>
                  <a:pt x="81219" y="114300"/>
                </a:moveTo>
                <a:cubicBezTo>
                  <a:pt x="65437" y="114300"/>
                  <a:pt x="52644" y="101507"/>
                  <a:pt x="52644" y="85725"/>
                </a:cubicBezTo>
                <a:cubicBezTo>
                  <a:pt x="52644" y="69943"/>
                  <a:pt x="65437" y="57150"/>
                  <a:pt x="81219" y="57150"/>
                </a:cubicBezTo>
                <a:cubicBezTo>
                  <a:pt x="97001" y="57150"/>
                  <a:pt x="109794" y="69943"/>
                  <a:pt x="109794" y="85725"/>
                </a:cubicBezTo>
                <a:cubicBezTo>
                  <a:pt x="109794" y="101507"/>
                  <a:pt x="97001" y="114300"/>
                  <a:pt x="81219" y="114300"/>
                </a:cubicBezTo>
                <a:close/>
              </a:path>
            </a:pathLst>
          </a:custGeom>
          <a:solidFill>
            <a:schemeClr val="bg1"/>
          </a:solidFill>
          <a:ln w="9525" cap="flat">
            <a:noFill/>
            <a:prstDash val="solid"/>
            <a:miter/>
          </a:ln>
        </p:spPr>
        <p:txBody>
          <a:bodyPr rtlCol="0" anchor="ctr"/>
          <a:lstStyle/>
          <a:p>
            <a:endParaRPr lang="ru-RU"/>
          </a:p>
        </p:txBody>
      </p:sp>
      <p:sp>
        <p:nvSpPr>
          <p:cNvPr id="18" name="Прямоугольник: скругленные углы 17">
            <a:extLst>
              <a:ext uri="{FF2B5EF4-FFF2-40B4-BE49-F238E27FC236}">
                <a16:creationId xmlns:a16="http://schemas.microsoft.com/office/drawing/2014/main" id="{526FF346-2CC4-9D6C-A30C-7E458D6BE96A}"/>
              </a:ext>
            </a:extLst>
          </p:cNvPr>
          <p:cNvSpPr/>
          <p:nvPr/>
        </p:nvSpPr>
        <p:spPr>
          <a:xfrm>
            <a:off x="4290030" y="1787525"/>
            <a:ext cx="3217863" cy="4343845"/>
          </a:xfrm>
          <a:prstGeom prst="roundRect">
            <a:avLst>
              <a:gd name="adj" fmla="val 1606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20" name="Группа 19">
            <a:extLst>
              <a:ext uri="{FF2B5EF4-FFF2-40B4-BE49-F238E27FC236}">
                <a16:creationId xmlns:a16="http://schemas.microsoft.com/office/drawing/2014/main" id="{DC8560BA-E3FF-48F7-CA6E-916EA4C44A06}"/>
              </a:ext>
            </a:extLst>
          </p:cNvPr>
          <p:cNvGrpSpPr/>
          <p:nvPr/>
        </p:nvGrpSpPr>
        <p:grpSpPr>
          <a:xfrm>
            <a:off x="4600514" y="2174825"/>
            <a:ext cx="498722" cy="498719"/>
            <a:chOff x="823913" y="2039064"/>
            <a:chExt cx="663152" cy="663149"/>
          </a:xfrm>
        </p:grpSpPr>
        <p:sp>
          <p:nvSpPr>
            <p:cNvPr id="22" name="Овал 21">
              <a:extLst>
                <a:ext uri="{FF2B5EF4-FFF2-40B4-BE49-F238E27FC236}">
                  <a16:creationId xmlns:a16="http://schemas.microsoft.com/office/drawing/2014/main" id="{F7A4D285-3D21-AFE3-80F8-72844F2A6DC8}"/>
                </a:ext>
              </a:extLst>
            </p:cNvPr>
            <p:cNvSpPr/>
            <p:nvPr/>
          </p:nvSpPr>
          <p:spPr>
            <a:xfrm>
              <a:off x="823913" y="2039064"/>
              <a:ext cx="663152" cy="66314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3" name="Полилиния: фигура 22">
              <a:extLst>
                <a:ext uri="{FF2B5EF4-FFF2-40B4-BE49-F238E27FC236}">
                  <a16:creationId xmlns:a16="http://schemas.microsoft.com/office/drawing/2014/main" id="{F69627EA-456B-0B53-CB0A-E0FF29839789}"/>
                </a:ext>
              </a:extLst>
            </p:cNvPr>
            <p:cNvSpPr/>
            <p:nvPr/>
          </p:nvSpPr>
          <p:spPr>
            <a:xfrm>
              <a:off x="997190" y="2192557"/>
              <a:ext cx="316596" cy="356165"/>
            </a:xfrm>
            <a:custGeom>
              <a:avLst/>
              <a:gdLst>
                <a:gd name="connsiteX0" fmla="*/ 33338 w 152400"/>
                <a:gd name="connsiteY0" fmla="*/ 104774 h 171449"/>
                <a:gd name="connsiteX1" fmla="*/ 76200 w 152400"/>
                <a:gd name="connsiteY1" fmla="*/ 114299 h 171449"/>
                <a:gd name="connsiteX2" fmla="*/ 119063 w 152400"/>
                <a:gd name="connsiteY2" fmla="*/ 104774 h 171449"/>
                <a:gd name="connsiteX3" fmla="*/ 152400 w 152400"/>
                <a:gd name="connsiteY3" fmla="*/ 138112 h 171449"/>
                <a:gd name="connsiteX4" fmla="*/ 76117 w 152400"/>
                <a:gd name="connsiteY4" fmla="*/ 171449 h 171449"/>
                <a:gd name="connsiteX5" fmla="*/ 0 w 152400"/>
                <a:gd name="connsiteY5" fmla="*/ 138112 h 171449"/>
                <a:gd name="connsiteX6" fmla="*/ 33338 w 152400"/>
                <a:gd name="connsiteY6" fmla="*/ 104774 h 171449"/>
                <a:gd name="connsiteX7" fmla="*/ 76200 w 152400"/>
                <a:gd name="connsiteY7" fmla="*/ 0 h 171449"/>
                <a:gd name="connsiteX8" fmla="*/ 123825 w 152400"/>
                <a:gd name="connsiteY8" fmla="*/ 47625 h 171449"/>
                <a:gd name="connsiteX9" fmla="*/ 76200 w 152400"/>
                <a:gd name="connsiteY9" fmla="*/ 95250 h 171449"/>
                <a:gd name="connsiteX10" fmla="*/ 28575 w 152400"/>
                <a:gd name="connsiteY10" fmla="*/ 47625 h 171449"/>
                <a:gd name="connsiteX11" fmla="*/ 76200 w 152400"/>
                <a:gd name="connsiteY11"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71449">
                  <a:moveTo>
                    <a:pt x="33338" y="104774"/>
                  </a:moveTo>
                  <a:cubicBezTo>
                    <a:pt x="47625" y="104821"/>
                    <a:pt x="47625" y="114299"/>
                    <a:pt x="76200" y="114299"/>
                  </a:cubicBezTo>
                  <a:cubicBezTo>
                    <a:pt x="104775" y="114299"/>
                    <a:pt x="104775" y="104774"/>
                    <a:pt x="119063" y="104774"/>
                  </a:cubicBezTo>
                  <a:cubicBezTo>
                    <a:pt x="128588" y="104774"/>
                    <a:pt x="152400" y="128587"/>
                    <a:pt x="152400" y="138112"/>
                  </a:cubicBezTo>
                  <a:cubicBezTo>
                    <a:pt x="152400" y="147637"/>
                    <a:pt x="12842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chemeClr val="bg1"/>
            </a:solidFill>
            <a:ln w="9525" cap="flat">
              <a:noFill/>
              <a:prstDash val="solid"/>
              <a:miter/>
            </a:ln>
          </p:spPr>
          <p:txBody>
            <a:bodyPr rtlCol="0" anchor="ctr"/>
            <a:lstStyle/>
            <a:p>
              <a:endParaRPr lang="ru-RU"/>
            </a:p>
          </p:txBody>
        </p:sp>
      </p:grpSp>
      <p:sp>
        <p:nvSpPr>
          <p:cNvPr id="24" name="TextBox 23">
            <a:extLst>
              <a:ext uri="{FF2B5EF4-FFF2-40B4-BE49-F238E27FC236}">
                <a16:creationId xmlns:a16="http://schemas.microsoft.com/office/drawing/2014/main" id="{1574D4DA-F719-0A51-96C4-A99ACD9F4B5B}"/>
              </a:ext>
            </a:extLst>
          </p:cNvPr>
          <p:cNvSpPr txBox="1"/>
          <p:nvPr/>
        </p:nvSpPr>
        <p:spPr>
          <a:xfrm>
            <a:off x="4600514" y="2705576"/>
            <a:ext cx="2826921" cy="738664"/>
          </a:xfrm>
          <a:prstGeom prst="rect">
            <a:avLst/>
          </a:prstGeom>
          <a:noFill/>
        </p:spPr>
        <p:txBody>
          <a:bodyPr wrap="square" lIns="0" tIns="0" rIns="0" bIns="0" rtlCol="0">
            <a:spAutoFit/>
          </a:bodyPr>
          <a:lstStyle/>
          <a:p>
            <a:pPr algn="l"/>
            <a:r>
              <a:rPr lang="ru-RU" sz="2400" b="1"/>
              <a:t>Имя</a:t>
            </a:r>
          </a:p>
          <a:p>
            <a:pPr algn="l"/>
            <a:r>
              <a:rPr lang="ru-RU" sz="2400" b="1"/>
              <a:t>Фамилия</a:t>
            </a:r>
          </a:p>
        </p:txBody>
      </p:sp>
      <p:sp>
        <p:nvSpPr>
          <p:cNvPr id="27" name="TextBox 26">
            <a:extLst>
              <a:ext uri="{FF2B5EF4-FFF2-40B4-BE49-F238E27FC236}">
                <a16:creationId xmlns:a16="http://schemas.microsoft.com/office/drawing/2014/main" id="{828FD26C-6370-58AE-E19D-B31D266C99F3}"/>
              </a:ext>
            </a:extLst>
          </p:cNvPr>
          <p:cNvSpPr txBox="1"/>
          <p:nvPr/>
        </p:nvSpPr>
        <p:spPr>
          <a:xfrm>
            <a:off x="5154838" y="3626760"/>
            <a:ext cx="2161618" cy="430887"/>
          </a:xfrm>
          <a:prstGeom prst="rect">
            <a:avLst/>
          </a:prstGeom>
          <a:noFill/>
        </p:spPr>
        <p:txBody>
          <a:bodyPr wrap="square" lIns="0" tIns="0" rIns="0" bIns="0" rtlCol="0">
            <a:spAutoFit/>
          </a:bodyPr>
          <a:lstStyle/>
          <a:p>
            <a:pPr algn="l"/>
            <a:r>
              <a:rPr lang="ru-RU" sz="1400"/>
              <a:t>Напиши свою должность </a:t>
            </a:r>
            <a:br>
              <a:rPr lang="ru-RU" sz="1400"/>
            </a:br>
            <a:r>
              <a:rPr lang="ru-RU" sz="1400"/>
              <a:t>или роль в проекте</a:t>
            </a:r>
          </a:p>
        </p:txBody>
      </p:sp>
      <p:sp>
        <p:nvSpPr>
          <p:cNvPr id="28" name="Прямоугольник: скругленные углы 27">
            <a:extLst>
              <a:ext uri="{FF2B5EF4-FFF2-40B4-BE49-F238E27FC236}">
                <a16:creationId xmlns:a16="http://schemas.microsoft.com/office/drawing/2014/main" id="{DAD282BF-24CF-BB0F-C70B-294137AB806D}"/>
              </a:ext>
            </a:extLst>
          </p:cNvPr>
          <p:cNvSpPr/>
          <p:nvPr/>
        </p:nvSpPr>
        <p:spPr>
          <a:xfrm>
            <a:off x="4600514" y="3662381"/>
            <a:ext cx="404261" cy="404261"/>
          </a:xfrm>
          <a:prstGeom prst="roundRect">
            <a:avLst>
              <a:gd name="adj" fmla="val 2381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2" name="TextBox 31">
            <a:extLst>
              <a:ext uri="{FF2B5EF4-FFF2-40B4-BE49-F238E27FC236}">
                <a16:creationId xmlns:a16="http://schemas.microsoft.com/office/drawing/2014/main" id="{76DFD659-BB5E-0E7E-B6AB-3B11239772A8}"/>
              </a:ext>
            </a:extLst>
          </p:cNvPr>
          <p:cNvSpPr txBox="1"/>
          <p:nvPr/>
        </p:nvSpPr>
        <p:spPr>
          <a:xfrm>
            <a:off x="5154838" y="4368902"/>
            <a:ext cx="2161617" cy="646331"/>
          </a:xfrm>
          <a:prstGeom prst="rect">
            <a:avLst/>
          </a:prstGeom>
          <a:noFill/>
        </p:spPr>
        <p:txBody>
          <a:bodyPr wrap="square" lIns="0" tIns="0" rIns="0" bIns="0" rtlCol="0">
            <a:spAutoFit/>
          </a:bodyPr>
          <a:lstStyle/>
          <a:p>
            <a:pPr algn="l"/>
            <a:r>
              <a:rPr lang="ru-RU" sz="1400"/>
              <a:t>Напиши что-то своей работе или о себе </a:t>
            </a:r>
            <a:br>
              <a:rPr lang="ru-RU" sz="1400"/>
            </a:br>
            <a:r>
              <a:rPr lang="ru-RU" sz="1400"/>
              <a:t>в несколько строк</a:t>
            </a:r>
          </a:p>
        </p:txBody>
      </p:sp>
      <p:sp>
        <p:nvSpPr>
          <p:cNvPr id="33" name="Прямоугольник: скругленные углы 32">
            <a:extLst>
              <a:ext uri="{FF2B5EF4-FFF2-40B4-BE49-F238E27FC236}">
                <a16:creationId xmlns:a16="http://schemas.microsoft.com/office/drawing/2014/main" id="{560CC0CC-01C0-BF90-672E-0A8684A324F9}"/>
              </a:ext>
            </a:extLst>
          </p:cNvPr>
          <p:cNvSpPr/>
          <p:nvPr/>
        </p:nvSpPr>
        <p:spPr>
          <a:xfrm>
            <a:off x="4600514" y="4404523"/>
            <a:ext cx="404261" cy="404261"/>
          </a:xfrm>
          <a:prstGeom prst="roundRect">
            <a:avLst>
              <a:gd name="adj" fmla="val 2381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4" name="Полилиния: фигура 33">
            <a:extLst>
              <a:ext uri="{FF2B5EF4-FFF2-40B4-BE49-F238E27FC236}">
                <a16:creationId xmlns:a16="http://schemas.microsoft.com/office/drawing/2014/main" id="{82AD2F28-35AD-9322-162F-DA88B29C65D5}"/>
              </a:ext>
            </a:extLst>
          </p:cNvPr>
          <p:cNvSpPr/>
          <p:nvPr/>
        </p:nvSpPr>
        <p:spPr>
          <a:xfrm>
            <a:off x="4725316" y="4517419"/>
            <a:ext cx="178472" cy="178470"/>
          </a:xfrm>
          <a:custGeom>
            <a:avLst/>
            <a:gdLst>
              <a:gd name="connsiteX0" fmla="*/ 155190 w 171449"/>
              <a:gd name="connsiteY0" fmla="*/ 126615 h 171449"/>
              <a:gd name="connsiteX1" fmla="*/ 168660 w 171449"/>
              <a:gd name="connsiteY1" fmla="*/ 126615 h 171449"/>
              <a:gd name="connsiteX2" fmla="*/ 168660 w 171449"/>
              <a:gd name="connsiteY2" fmla="*/ 140085 h 171449"/>
              <a:gd name="connsiteX3" fmla="*/ 140085 w 171449"/>
              <a:gd name="connsiteY3" fmla="*/ 168660 h 171449"/>
              <a:gd name="connsiteX4" fmla="*/ 126615 w 171449"/>
              <a:gd name="connsiteY4" fmla="*/ 168660 h 171449"/>
              <a:gd name="connsiteX5" fmla="*/ 107565 w 171449"/>
              <a:gd name="connsiteY5" fmla="*/ 149610 h 171449"/>
              <a:gd name="connsiteX6" fmla="*/ 107565 w 171449"/>
              <a:gd name="connsiteY6" fmla="*/ 136140 h 171449"/>
              <a:gd name="connsiteX7" fmla="*/ 121035 w 171449"/>
              <a:gd name="connsiteY7" fmla="*/ 136140 h 171449"/>
              <a:gd name="connsiteX8" fmla="*/ 133350 w 171449"/>
              <a:gd name="connsiteY8" fmla="*/ 148455 h 171449"/>
              <a:gd name="connsiteX9" fmla="*/ 47625 w 171449"/>
              <a:gd name="connsiteY9" fmla="*/ 95250 h 171449"/>
              <a:gd name="connsiteX10" fmla="*/ 38100 w 171449"/>
              <a:gd name="connsiteY10" fmla="*/ 104775 h 171449"/>
              <a:gd name="connsiteX11" fmla="*/ 47625 w 171449"/>
              <a:gd name="connsiteY11" fmla="*/ 114300 h 171449"/>
              <a:gd name="connsiteX12" fmla="*/ 85725 w 171449"/>
              <a:gd name="connsiteY12" fmla="*/ 114300 h 171449"/>
              <a:gd name="connsiteX13" fmla="*/ 95250 w 171449"/>
              <a:gd name="connsiteY13" fmla="*/ 104775 h 171449"/>
              <a:gd name="connsiteX14" fmla="*/ 85725 w 171449"/>
              <a:gd name="connsiteY14" fmla="*/ 95250 h 171449"/>
              <a:gd name="connsiteX15" fmla="*/ 47625 w 171449"/>
              <a:gd name="connsiteY15" fmla="*/ 57150 h 171449"/>
              <a:gd name="connsiteX16" fmla="*/ 38100 w 171449"/>
              <a:gd name="connsiteY16" fmla="*/ 66675 h 171449"/>
              <a:gd name="connsiteX17" fmla="*/ 47625 w 171449"/>
              <a:gd name="connsiteY17" fmla="*/ 76200 h 171449"/>
              <a:gd name="connsiteX18" fmla="*/ 104775 w 171449"/>
              <a:gd name="connsiteY18" fmla="*/ 76200 h 171449"/>
              <a:gd name="connsiteX19" fmla="*/ 114300 w 171449"/>
              <a:gd name="connsiteY19" fmla="*/ 66675 h 171449"/>
              <a:gd name="connsiteX20" fmla="*/ 104775 w 171449"/>
              <a:gd name="connsiteY20" fmla="*/ 57150 h 171449"/>
              <a:gd name="connsiteX21" fmla="*/ 76216 w 171449"/>
              <a:gd name="connsiteY21" fmla="*/ 0 h 171449"/>
              <a:gd name="connsiteX22" fmla="*/ 95250 w 171449"/>
              <a:gd name="connsiteY22" fmla="*/ 952 h 171449"/>
              <a:gd name="connsiteX23" fmla="*/ 128588 w 171449"/>
              <a:gd name="connsiteY23" fmla="*/ 23813 h 171449"/>
              <a:gd name="connsiteX24" fmla="*/ 151448 w 171449"/>
              <a:gd name="connsiteY24" fmla="*/ 57150 h 171449"/>
              <a:gd name="connsiteX25" fmla="*/ 152373 w 171449"/>
              <a:gd name="connsiteY25" fmla="*/ 88120 h 171449"/>
              <a:gd name="connsiteX26" fmla="*/ 152195 w 171449"/>
              <a:gd name="connsiteY26" fmla="*/ 102634 h 171449"/>
              <a:gd name="connsiteX27" fmla="*/ 123825 w 171449"/>
              <a:gd name="connsiteY27" fmla="*/ 114300 h 171449"/>
              <a:gd name="connsiteX28" fmla="*/ 95250 w 171449"/>
              <a:gd name="connsiteY28" fmla="*/ 152400 h 171449"/>
              <a:gd name="connsiteX29" fmla="*/ 67934 w 171449"/>
              <a:gd name="connsiteY29" fmla="*/ 171445 h 171449"/>
              <a:gd name="connsiteX30" fmla="*/ 10681 w 171449"/>
              <a:gd name="connsiteY30" fmla="*/ 162002 h 171449"/>
              <a:gd name="connsiteX31" fmla="*/ 0 w 171449"/>
              <a:gd name="connsiteY31" fmla="*/ 85785 h 171449"/>
              <a:gd name="connsiteX32" fmla="*/ 10698 w 171449"/>
              <a:gd name="connsiteY32" fmla="*/ 9503 h 171449"/>
              <a:gd name="connsiteX33" fmla="*/ 76216 w 171449"/>
              <a:gd name="connsiteY33"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49" h="171449">
                <a:moveTo>
                  <a:pt x="155190" y="126615"/>
                </a:moveTo>
                <a:cubicBezTo>
                  <a:pt x="158909" y="122895"/>
                  <a:pt x="164940" y="122895"/>
                  <a:pt x="168660" y="126615"/>
                </a:cubicBezTo>
                <a:cubicBezTo>
                  <a:pt x="172379" y="130334"/>
                  <a:pt x="172379" y="136365"/>
                  <a:pt x="168660" y="140085"/>
                </a:cubicBezTo>
                <a:lnTo>
                  <a:pt x="140085" y="168660"/>
                </a:lnTo>
                <a:cubicBezTo>
                  <a:pt x="136365" y="172379"/>
                  <a:pt x="130334" y="172379"/>
                  <a:pt x="126615" y="168660"/>
                </a:cubicBezTo>
                <a:lnTo>
                  <a:pt x="107565" y="149610"/>
                </a:lnTo>
                <a:cubicBezTo>
                  <a:pt x="103845" y="145890"/>
                  <a:pt x="103845" y="139859"/>
                  <a:pt x="107565" y="136140"/>
                </a:cubicBezTo>
                <a:cubicBezTo>
                  <a:pt x="111284" y="132420"/>
                  <a:pt x="117315" y="132420"/>
                  <a:pt x="121035" y="136140"/>
                </a:cubicBezTo>
                <a:lnTo>
                  <a:pt x="133350" y="148455"/>
                </a:lnTo>
                <a:close/>
                <a:moveTo>
                  <a:pt x="47625" y="95250"/>
                </a:moveTo>
                <a:cubicBezTo>
                  <a:pt x="42364" y="95250"/>
                  <a:pt x="38100" y="99514"/>
                  <a:pt x="38100" y="104775"/>
                </a:cubicBezTo>
                <a:cubicBezTo>
                  <a:pt x="38100" y="110036"/>
                  <a:pt x="42364" y="114300"/>
                  <a:pt x="47625" y="114300"/>
                </a:cubicBezTo>
                <a:lnTo>
                  <a:pt x="85725" y="114300"/>
                </a:lnTo>
                <a:cubicBezTo>
                  <a:pt x="90986" y="114300"/>
                  <a:pt x="95250" y="110036"/>
                  <a:pt x="95250" y="104775"/>
                </a:cubicBezTo>
                <a:cubicBezTo>
                  <a:pt x="95250" y="99514"/>
                  <a:pt x="90986" y="95250"/>
                  <a:pt x="85725" y="95250"/>
                </a:cubicBezTo>
                <a:close/>
                <a:moveTo>
                  <a:pt x="47625" y="57150"/>
                </a:moveTo>
                <a:cubicBezTo>
                  <a:pt x="42364" y="57150"/>
                  <a:pt x="38100" y="61414"/>
                  <a:pt x="38100" y="66675"/>
                </a:cubicBezTo>
                <a:cubicBezTo>
                  <a:pt x="38100" y="71936"/>
                  <a:pt x="42364" y="76200"/>
                  <a:pt x="47625" y="76200"/>
                </a:cubicBezTo>
                <a:lnTo>
                  <a:pt x="104775" y="76200"/>
                </a:lnTo>
                <a:cubicBezTo>
                  <a:pt x="110036" y="76200"/>
                  <a:pt x="114300" y="71936"/>
                  <a:pt x="114300" y="66675"/>
                </a:cubicBezTo>
                <a:cubicBezTo>
                  <a:pt x="114300" y="61414"/>
                  <a:pt x="110036" y="57150"/>
                  <a:pt x="104775" y="57150"/>
                </a:cubicBezTo>
                <a:close/>
                <a:moveTo>
                  <a:pt x="76216" y="0"/>
                </a:moveTo>
                <a:cubicBezTo>
                  <a:pt x="80984" y="0"/>
                  <a:pt x="90493" y="0"/>
                  <a:pt x="95250" y="952"/>
                </a:cubicBezTo>
                <a:cubicBezTo>
                  <a:pt x="104910" y="2884"/>
                  <a:pt x="109538" y="4763"/>
                  <a:pt x="128588" y="23813"/>
                </a:cubicBezTo>
                <a:cubicBezTo>
                  <a:pt x="147638" y="42863"/>
                  <a:pt x="149569" y="47760"/>
                  <a:pt x="151448" y="57150"/>
                </a:cubicBezTo>
                <a:cubicBezTo>
                  <a:pt x="152400" y="61913"/>
                  <a:pt x="152427" y="83357"/>
                  <a:pt x="152373" y="88120"/>
                </a:cubicBezTo>
                <a:cubicBezTo>
                  <a:pt x="152317" y="93270"/>
                  <a:pt x="152264" y="98101"/>
                  <a:pt x="152195" y="102634"/>
                </a:cubicBezTo>
                <a:cubicBezTo>
                  <a:pt x="152373" y="114300"/>
                  <a:pt x="144938" y="114300"/>
                  <a:pt x="123825" y="114300"/>
                </a:cubicBezTo>
                <a:cubicBezTo>
                  <a:pt x="100013" y="114300"/>
                  <a:pt x="95250" y="128588"/>
                  <a:pt x="95250" y="152400"/>
                </a:cubicBezTo>
                <a:cubicBezTo>
                  <a:pt x="95250" y="166432"/>
                  <a:pt x="90656" y="171277"/>
                  <a:pt x="67934" y="171445"/>
                </a:cubicBezTo>
                <a:cubicBezTo>
                  <a:pt x="36881" y="171392"/>
                  <a:pt x="19748" y="170706"/>
                  <a:pt x="10681" y="162002"/>
                </a:cubicBezTo>
                <a:cubicBezTo>
                  <a:pt x="0" y="151749"/>
                  <a:pt x="0" y="130370"/>
                  <a:pt x="0" y="85785"/>
                </a:cubicBezTo>
                <a:cubicBezTo>
                  <a:pt x="0" y="41199"/>
                  <a:pt x="0" y="19787"/>
                  <a:pt x="10698" y="9503"/>
                </a:cubicBezTo>
                <a:cubicBezTo>
                  <a:pt x="20583" y="0"/>
                  <a:pt x="39621" y="0"/>
                  <a:pt x="76216" y="0"/>
                </a:cubicBezTo>
                <a:close/>
              </a:path>
            </a:pathLst>
          </a:custGeom>
          <a:solidFill>
            <a:schemeClr val="bg1"/>
          </a:solidFill>
          <a:ln w="9525" cap="flat">
            <a:noFill/>
            <a:prstDash val="solid"/>
            <a:miter/>
          </a:ln>
        </p:spPr>
        <p:txBody>
          <a:bodyPr rtlCol="0" anchor="ctr"/>
          <a:lstStyle/>
          <a:p>
            <a:endParaRPr lang="ru-RU"/>
          </a:p>
        </p:txBody>
      </p:sp>
      <p:sp>
        <p:nvSpPr>
          <p:cNvPr id="35" name="Рисунок 401">
            <a:extLst>
              <a:ext uri="{FF2B5EF4-FFF2-40B4-BE49-F238E27FC236}">
                <a16:creationId xmlns:a16="http://schemas.microsoft.com/office/drawing/2014/main" id="{893FC37D-C05C-4720-0B68-A5515C9186A9}"/>
              </a:ext>
            </a:extLst>
          </p:cNvPr>
          <p:cNvSpPr/>
          <p:nvPr/>
        </p:nvSpPr>
        <p:spPr>
          <a:xfrm>
            <a:off x="4712705" y="3774572"/>
            <a:ext cx="179878" cy="179878"/>
          </a:xfrm>
          <a:custGeom>
            <a:avLst/>
            <a:gdLst>
              <a:gd name="connsiteX0" fmla="*/ 50546 w 162439"/>
              <a:gd name="connsiteY0" fmla="*/ 32597 h 171450"/>
              <a:gd name="connsiteX1" fmla="*/ 39319 w 162439"/>
              <a:gd name="connsiteY1" fmla="*/ 29281 h 171450"/>
              <a:gd name="connsiteX2" fmla="*/ 6979 w 162439"/>
              <a:gd name="connsiteY2" fmla="*/ 42862 h 171450"/>
              <a:gd name="connsiteX3" fmla="*/ 11388 w 162439"/>
              <a:gd name="connsiteY3" fmla="*/ 77659 h 171450"/>
              <a:gd name="connsiteX4" fmla="*/ 19873 w 162439"/>
              <a:gd name="connsiteY4" fmla="*/ 85725 h 171450"/>
              <a:gd name="connsiteX5" fmla="*/ 11390 w 162439"/>
              <a:gd name="connsiteY5" fmla="*/ 93788 h 171450"/>
              <a:gd name="connsiteX6" fmla="*/ 6979 w 162439"/>
              <a:gd name="connsiteY6" fmla="*/ 128588 h 171450"/>
              <a:gd name="connsiteX7" fmla="*/ 39322 w 162439"/>
              <a:gd name="connsiteY7" fmla="*/ 142167 h 171450"/>
              <a:gd name="connsiteX8" fmla="*/ 50546 w 162439"/>
              <a:gd name="connsiteY8" fmla="*/ 138853 h 171450"/>
              <a:gd name="connsiteX9" fmla="*/ 53288 w 162439"/>
              <a:gd name="connsiteY9" fmla="*/ 150233 h 171450"/>
              <a:gd name="connsiteX10" fmla="*/ 81219 w 162439"/>
              <a:gd name="connsiteY10" fmla="*/ 171450 h 171450"/>
              <a:gd name="connsiteX11" fmla="*/ 109151 w 162439"/>
              <a:gd name="connsiteY11" fmla="*/ 150233 h 171450"/>
              <a:gd name="connsiteX12" fmla="*/ 111893 w 162439"/>
              <a:gd name="connsiteY12" fmla="*/ 138853 h 171450"/>
              <a:gd name="connsiteX13" fmla="*/ 123091 w 162439"/>
              <a:gd name="connsiteY13" fmla="*/ 142160 h 171450"/>
              <a:gd name="connsiteX14" fmla="*/ 155459 w 162439"/>
              <a:gd name="connsiteY14" fmla="*/ 128588 h 171450"/>
              <a:gd name="connsiteX15" fmla="*/ 151051 w 162439"/>
              <a:gd name="connsiteY15" fmla="*/ 93790 h 171450"/>
              <a:gd name="connsiteX16" fmla="*/ 142566 w 162439"/>
              <a:gd name="connsiteY16" fmla="*/ 85725 h 171450"/>
              <a:gd name="connsiteX17" fmla="*/ 151051 w 162439"/>
              <a:gd name="connsiteY17" fmla="*/ 77659 h 171450"/>
              <a:gd name="connsiteX18" fmla="*/ 155460 w 162439"/>
              <a:gd name="connsiteY18" fmla="*/ 42862 h 171450"/>
              <a:gd name="connsiteX19" fmla="*/ 123120 w 162439"/>
              <a:gd name="connsiteY19" fmla="*/ 29281 h 171450"/>
              <a:gd name="connsiteX20" fmla="*/ 111893 w 162439"/>
              <a:gd name="connsiteY20" fmla="*/ 32597 h 171450"/>
              <a:gd name="connsiteX21" fmla="*/ 109151 w 162439"/>
              <a:gd name="connsiteY21" fmla="*/ 21217 h 171450"/>
              <a:gd name="connsiteX22" fmla="*/ 81219 w 162439"/>
              <a:gd name="connsiteY22" fmla="*/ 0 h 171450"/>
              <a:gd name="connsiteX23" fmla="*/ 53285 w 162439"/>
              <a:gd name="connsiteY23" fmla="*/ 21229 h 171450"/>
              <a:gd name="connsiteX24" fmla="*/ 50546 w 162439"/>
              <a:gd name="connsiteY24" fmla="*/ 32597 h 171450"/>
              <a:gd name="connsiteX25" fmla="*/ 81219 w 162439"/>
              <a:gd name="connsiteY25" fmla="*/ 114300 h 171450"/>
              <a:gd name="connsiteX26" fmla="*/ 52644 w 162439"/>
              <a:gd name="connsiteY26" fmla="*/ 85725 h 171450"/>
              <a:gd name="connsiteX27" fmla="*/ 81219 w 162439"/>
              <a:gd name="connsiteY27" fmla="*/ 57150 h 171450"/>
              <a:gd name="connsiteX28" fmla="*/ 109794 w 162439"/>
              <a:gd name="connsiteY28" fmla="*/ 85725 h 171450"/>
              <a:gd name="connsiteX29" fmla="*/ 81219 w 162439"/>
              <a:gd name="connsiteY29"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439" h="171450">
                <a:moveTo>
                  <a:pt x="50546" y="32597"/>
                </a:moveTo>
                <a:cubicBezTo>
                  <a:pt x="46820" y="31438"/>
                  <a:pt x="43068" y="30365"/>
                  <a:pt x="39319" y="29281"/>
                </a:cubicBezTo>
                <a:cubicBezTo>
                  <a:pt x="22605" y="24448"/>
                  <a:pt x="18325" y="23211"/>
                  <a:pt x="6979" y="42862"/>
                </a:cubicBezTo>
                <a:cubicBezTo>
                  <a:pt x="-4366" y="62514"/>
                  <a:pt x="-1155" y="65601"/>
                  <a:pt x="11388" y="77659"/>
                </a:cubicBezTo>
                <a:cubicBezTo>
                  <a:pt x="14201" y="80364"/>
                  <a:pt x="17006" y="83077"/>
                  <a:pt x="19873" y="85725"/>
                </a:cubicBezTo>
                <a:cubicBezTo>
                  <a:pt x="17007" y="88372"/>
                  <a:pt x="14203" y="91084"/>
                  <a:pt x="11390" y="93788"/>
                </a:cubicBezTo>
                <a:cubicBezTo>
                  <a:pt x="-1153" y="105846"/>
                  <a:pt x="-4366" y="108936"/>
                  <a:pt x="6979" y="128588"/>
                </a:cubicBezTo>
                <a:cubicBezTo>
                  <a:pt x="18325" y="148239"/>
                  <a:pt x="22607" y="147000"/>
                  <a:pt x="39322" y="142167"/>
                </a:cubicBezTo>
                <a:cubicBezTo>
                  <a:pt x="43059" y="141086"/>
                  <a:pt x="46831" y="140008"/>
                  <a:pt x="50546" y="138853"/>
                </a:cubicBezTo>
                <a:cubicBezTo>
                  <a:pt x="51405" y="142655"/>
                  <a:pt x="52354" y="146450"/>
                  <a:pt x="53288" y="150233"/>
                </a:cubicBezTo>
                <a:cubicBezTo>
                  <a:pt x="57460" y="167126"/>
                  <a:pt x="58528" y="171450"/>
                  <a:pt x="81219" y="171450"/>
                </a:cubicBezTo>
                <a:cubicBezTo>
                  <a:pt x="103912" y="171450"/>
                  <a:pt x="104980" y="167126"/>
                  <a:pt x="109151" y="150233"/>
                </a:cubicBezTo>
                <a:cubicBezTo>
                  <a:pt x="110087" y="146445"/>
                  <a:pt x="111034" y="142660"/>
                  <a:pt x="111893" y="138853"/>
                </a:cubicBezTo>
                <a:cubicBezTo>
                  <a:pt x="115610" y="140009"/>
                  <a:pt x="119352" y="141079"/>
                  <a:pt x="123091" y="142160"/>
                </a:cubicBezTo>
                <a:cubicBezTo>
                  <a:pt x="139806" y="146994"/>
                  <a:pt x="144113" y="148239"/>
                  <a:pt x="155459" y="128588"/>
                </a:cubicBezTo>
                <a:cubicBezTo>
                  <a:pt x="166805" y="108936"/>
                  <a:pt x="163594" y="105848"/>
                  <a:pt x="151051" y="93790"/>
                </a:cubicBezTo>
                <a:cubicBezTo>
                  <a:pt x="148237" y="91086"/>
                  <a:pt x="145433" y="88373"/>
                  <a:pt x="142566" y="85725"/>
                </a:cubicBezTo>
                <a:cubicBezTo>
                  <a:pt x="145433" y="83077"/>
                  <a:pt x="148238" y="80364"/>
                  <a:pt x="151051" y="77659"/>
                </a:cubicBezTo>
                <a:cubicBezTo>
                  <a:pt x="163595" y="65601"/>
                  <a:pt x="166805" y="62514"/>
                  <a:pt x="155460" y="42862"/>
                </a:cubicBezTo>
                <a:cubicBezTo>
                  <a:pt x="144114" y="23211"/>
                  <a:pt x="139834" y="24448"/>
                  <a:pt x="123120" y="29281"/>
                </a:cubicBezTo>
                <a:cubicBezTo>
                  <a:pt x="119371" y="30365"/>
                  <a:pt x="115620" y="31438"/>
                  <a:pt x="111893" y="32597"/>
                </a:cubicBezTo>
                <a:cubicBezTo>
                  <a:pt x="111033" y="28790"/>
                  <a:pt x="110086" y="25005"/>
                  <a:pt x="109151" y="21217"/>
                </a:cubicBezTo>
                <a:cubicBezTo>
                  <a:pt x="104980" y="4325"/>
                  <a:pt x="103912" y="0"/>
                  <a:pt x="81219" y="0"/>
                </a:cubicBezTo>
                <a:cubicBezTo>
                  <a:pt x="58528" y="0"/>
                  <a:pt x="57457" y="4337"/>
                  <a:pt x="53285" y="21229"/>
                </a:cubicBezTo>
                <a:cubicBezTo>
                  <a:pt x="52351" y="25013"/>
                  <a:pt x="51405" y="28794"/>
                  <a:pt x="50546" y="32597"/>
                </a:cubicBezTo>
                <a:close/>
                <a:moveTo>
                  <a:pt x="81219" y="114300"/>
                </a:moveTo>
                <a:cubicBezTo>
                  <a:pt x="65437" y="114300"/>
                  <a:pt x="52644" y="101507"/>
                  <a:pt x="52644" y="85725"/>
                </a:cubicBezTo>
                <a:cubicBezTo>
                  <a:pt x="52644" y="69943"/>
                  <a:pt x="65437" y="57150"/>
                  <a:pt x="81219" y="57150"/>
                </a:cubicBezTo>
                <a:cubicBezTo>
                  <a:pt x="97001" y="57150"/>
                  <a:pt x="109794" y="69943"/>
                  <a:pt x="109794" y="85725"/>
                </a:cubicBezTo>
                <a:cubicBezTo>
                  <a:pt x="109794" y="101507"/>
                  <a:pt x="97001" y="114300"/>
                  <a:pt x="81219" y="114300"/>
                </a:cubicBezTo>
                <a:close/>
              </a:path>
            </a:pathLst>
          </a:custGeom>
          <a:solidFill>
            <a:schemeClr val="bg1"/>
          </a:solidFill>
          <a:ln w="9525" cap="flat">
            <a:noFill/>
            <a:prstDash val="solid"/>
            <a:miter/>
          </a:ln>
        </p:spPr>
        <p:txBody>
          <a:bodyPr rtlCol="0" anchor="ctr"/>
          <a:lstStyle/>
          <a:p>
            <a:endParaRPr lang="ru-RU"/>
          </a:p>
        </p:txBody>
      </p:sp>
      <p:sp>
        <p:nvSpPr>
          <p:cNvPr id="36" name="Прямоугольник: скругленные углы 35">
            <a:extLst>
              <a:ext uri="{FF2B5EF4-FFF2-40B4-BE49-F238E27FC236}">
                <a16:creationId xmlns:a16="http://schemas.microsoft.com/office/drawing/2014/main" id="{F8FC71DF-C862-5572-D562-5C2CF41357DF}"/>
              </a:ext>
            </a:extLst>
          </p:cNvPr>
          <p:cNvSpPr/>
          <p:nvPr/>
        </p:nvSpPr>
        <p:spPr>
          <a:xfrm>
            <a:off x="7913688" y="1787525"/>
            <a:ext cx="3217863" cy="4343845"/>
          </a:xfrm>
          <a:prstGeom prst="roundRect">
            <a:avLst>
              <a:gd name="adj" fmla="val 1606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37" name="Группа 36">
            <a:extLst>
              <a:ext uri="{FF2B5EF4-FFF2-40B4-BE49-F238E27FC236}">
                <a16:creationId xmlns:a16="http://schemas.microsoft.com/office/drawing/2014/main" id="{F5503C86-4625-382D-6BA5-6A1E4757EFE6}"/>
              </a:ext>
            </a:extLst>
          </p:cNvPr>
          <p:cNvGrpSpPr/>
          <p:nvPr/>
        </p:nvGrpSpPr>
        <p:grpSpPr>
          <a:xfrm>
            <a:off x="8224172" y="2174825"/>
            <a:ext cx="498722" cy="498719"/>
            <a:chOff x="823913" y="2039064"/>
            <a:chExt cx="663152" cy="663149"/>
          </a:xfrm>
        </p:grpSpPr>
        <p:sp>
          <p:nvSpPr>
            <p:cNvPr id="38" name="Овал 37">
              <a:extLst>
                <a:ext uri="{FF2B5EF4-FFF2-40B4-BE49-F238E27FC236}">
                  <a16:creationId xmlns:a16="http://schemas.microsoft.com/office/drawing/2014/main" id="{EFFDBFA9-C0D6-663A-AFBC-B8A2FA01B768}"/>
                </a:ext>
              </a:extLst>
            </p:cNvPr>
            <p:cNvSpPr/>
            <p:nvPr/>
          </p:nvSpPr>
          <p:spPr>
            <a:xfrm>
              <a:off x="823913" y="2039064"/>
              <a:ext cx="663152" cy="66314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9" name="Полилиния: фигура 38">
              <a:extLst>
                <a:ext uri="{FF2B5EF4-FFF2-40B4-BE49-F238E27FC236}">
                  <a16:creationId xmlns:a16="http://schemas.microsoft.com/office/drawing/2014/main" id="{6B06864C-3DBE-1628-CF5B-9B1516E34550}"/>
                </a:ext>
              </a:extLst>
            </p:cNvPr>
            <p:cNvSpPr/>
            <p:nvPr/>
          </p:nvSpPr>
          <p:spPr>
            <a:xfrm>
              <a:off x="997190" y="2192557"/>
              <a:ext cx="316596" cy="356165"/>
            </a:xfrm>
            <a:custGeom>
              <a:avLst/>
              <a:gdLst>
                <a:gd name="connsiteX0" fmla="*/ 33338 w 152400"/>
                <a:gd name="connsiteY0" fmla="*/ 104774 h 171449"/>
                <a:gd name="connsiteX1" fmla="*/ 76200 w 152400"/>
                <a:gd name="connsiteY1" fmla="*/ 114299 h 171449"/>
                <a:gd name="connsiteX2" fmla="*/ 119063 w 152400"/>
                <a:gd name="connsiteY2" fmla="*/ 104774 h 171449"/>
                <a:gd name="connsiteX3" fmla="*/ 152400 w 152400"/>
                <a:gd name="connsiteY3" fmla="*/ 138112 h 171449"/>
                <a:gd name="connsiteX4" fmla="*/ 76117 w 152400"/>
                <a:gd name="connsiteY4" fmla="*/ 171449 h 171449"/>
                <a:gd name="connsiteX5" fmla="*/ 0 w 152400"/>
                <a:gd name="connsiteY5" fmla="*/ 138112 h 171449"/>
                <a:gd name="connsiteX6" fmla="*/ 33338 w 152400"/>
                <a:gd name="connsiteY6" fmla="*/ 104774 h 171449"/>
                <a:gd name="connsiteX7" fmla="*/ 76200 w 152400"/>
                <a:gd name="connsiteY7" fmla="*/ 0 h 171449"/>
                <a:gd name="connsiteX8" fmla="*/ 123825 w 152400"/>
                <a:gd name="connsiteY8" fmla="*/ 47625 h 171449"/>
                <a:gd name="connsiteX9" fmla="*/ 76200 w 152400"/>
                <a:gd name="connsiteY9" fmla="*/ 95250 h 171449"/>
                <a:gd name="connsiteX10" fmla="*/ 28575 w 152400"/>
                <a:gd name="connsiteY10" fmla="*/ 47625 h 171449"/>
                <a:gd name="connsiteX11" fmla="*/ 76200 w 152400"/>
                <a:gd name="connsiteY11"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71449">
                  <a:moveTo>
                    <a:pt x="33338" y="104774"/>
                  </a:moveTo>
                  <a:cubicBezTo>
                    <a:pt x="47625" y="104821"/>
                    <a:pt x="47625" y="114299"/>
                    <a:pt x="76200" y="114299"/>
                  </a:cubicBezTo>
                  <a:cubicBezTo>
                    <a:pt x="104775" y="114299"/>
                    <a:pt x="104775" y="104774"/>
                    <a:pt x="119063" y="104774"/>
                  </a:cubicBezTo>
                  <a:cubicBezTo>
                    <a:pt x="128588" y="104774"/>
                    <a:pt x="152400" y="128587"/>
                    <a:pt x="152400" y="138112"/>
                  </a:cubicBezTo>
                  <a:cubicBezTo>
                    <a:pt x="152400" y="147637"/>
                    <a:pt x="12842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chemeClr val="bg1"/>
            </a:solidFill>
            <a:ln w="9525" cap="flat">
              <a:noFill/>
              <a:prstDash val="solid"/>
              <a:miter/>
            </a:ln>
          </p:spPr>
          <p:txBody>
            <a:bodyPr rtlCol="0" anchor="ctr"/>
            <a:lstStyle/>
            <a:p>
              <a:endParaRPr lang="ru-RU"/>
            </a:p>
          </p:txBody>
        </p:sp>
      </p:grpSp>
      <p:sp>
        <p:nvSpPr>
          <p:cNvPr id="40" name="TextBox 39">
            <a:extLst>
              <a:ext uri="{FF2B5EF4-FFF2-40B4-BE49-F238E27FC236}">
                <a16:creationId xmlns:a16="http://schemas.microsoft.com/office/drawing/2014/main" id="{B8F31A30-AB1C-AFE7-79BF-9F07D49A5A4D}"/>
              </a:ext>
            </a:extLst>
          </p:cNvPr>
          <p:cNvSpPr txBox="1"/>
          <p:nvPr/>
        </p:nvSpPr>
        <p:spPr>
          <a:xfrm>
            <a:off x="8224172" y="2705576"/>
            <a:ext cx="2826921" cy="738664"/>
          </a:xfrm>
          <a:prstGeom prst="rect">
            <a:avLst/>
          </a:prstGeom>
          <a:noFill/>
        </p:spPr>
        <p:txBody>
          <a:bodyPr wrap="square" lIns="0" tIns="0" rIns="0" bIns="0" rtlCol="0">
            <a:spAutoFit/>
          </a:bodyPr>
          <a:lstStyle/>
          <a:p>
            <a:pPr algn="l"/>
            <a:r>
              <a:rPr lang="ru-RU" sz="2400" b="1"/>
              <a:t>Имя</a:t>
            </a:r>
          </a:p>
          <a:p>
            <a:pPr algn="l"/>
            <a:r>
              <a:rPr lang="ru-RU" sz="2400" b="1"/>
              <a:t>Фамилия</a:t>
            </a:r>
          </a:p>
        </p:txBody>
      </p:sp>
      <p:sp>
        <p:nvSpPr>
          <p:cNvPr id="41" name="TextBox 40">
            <a:extLst>
              <a:ext uri="{FF2B5EF4-FFF2-40B4-BE49-F238E27FC236}">
                <a16:creationId xmlns:a16="http://schemas.microsoft.com/office/drawing/2014/main" id="{E912CD03-6351-B46D-EF37-465E815E21B4}"/>
              </a:ext>
            </a:extLst>
          </p:cNvPr>
          <p:cNvSpPr txBox="1"/>
          <p:nvPr/>
        </p:nvSpPr>
        <p:spPr>
          <a:xfrm>
            <a:off x="8778496" y="3626760"/>
            <a:ext cx="2161618" cy="430887"/>
          </a:xfrm>
          <a:prstGeom prst="rect">
            <a:avLst/>
          </a:prstGeom>
          <a:noFill/>
        </p:spPr>
        <p:txBody>
          <a:bodyPr wrap="square" lIns="0" tIns="0" rIns="0" bIns="0" rtlCol="0">
            <a:spAutoFit/>
          </a:bodyPr>
          <a:lstStyle/>
          <a:p>
            <a:pPr algn="l"/>
            <a:r>
              <a:rPr lang="ru-RU" sz="1400"/>
              <a:t>Напиши свою должность </a:t>
            </a:r>
            <a:br>
              <a:rPr lang="ru-RU" sz="1400"/>
            </a:br>
            <a:r>
              <a:rPr lang="ru-RU" sz="1400"/>
              <a:t>или роль в проекте</a:t>
            </a:r>
          </a:p>
        </p:txBody>
      </p:sp>
      <p:sp>
        <p:nvSpPr>
          <p:cNvPr id="42" name="Прямоугольник: скругленные углы 41">
            <a:extLst>
              <a:ext uri="{FF2B5EF4-FFF2-40B4-BE49-F238E27FC236}">
                <a16:creationId xmlns:a16="http://schemas.microsoft.com/office/drawing/2014/main" id="{02F4AE1A-6A10-FB3C-EF58-64CB60571AB2}"/>
              </a:ext>
            </a:extLst>
          </p:cNvPr>
          <p:cNvSpPr/>
          <p:nvPr/>
        </p:nvSpPr>
        <p:spPr>
          <a:xfrm>
            <a:off x="8224172" y="3662381"/>
            <a:ext cx="404261" cy="404261"/>
          </a:xfrm>
          <a:prstGeom prst="roundRect">
            <a:avLst>
              <a:gd name="adj" fmla="val 2381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3" name="TextBox 42">
            <a:extLst>
              <a:ext uri="{FF2B5EF4-FFF2-40B4-BE49-F238E27FC236}">
                <a16:creationId xmlns:a16="http://schemas.microsoft.com/office/drawing/2014/main" id="{445C524F-C97A-B22E-E180-8E8D95808B0E}"/>
              </a:ext>
            </a:extLst>
          </p:cNvPr>
          <p:cNvSpPr txBox="1"/>
          <p:nvPr/>
        </p:nvSpPr>
        <p:spPr>
          <a:xfrm>
            <a:off x="8778496" y="4368902"/>
            <a:ext cx="2161617" cy="646331"/>
          </a:xfrm>
          <a:prstGeom prst="rect">
            <a:avLst/>
          </a:prstGeom>
          <a:noFill/>
        </p:spPr>
        <p:txBody>
          <a:bodyPr wrap="square" lIns="0" tIns="0" rIns="0" bIns="0" rtlCol="0">
            <a:spAutoFit/>
          </a:bodyPr>
          <a:lstStyle/>
          <a:p>
            <a:pPr algn="l"/>
            <a:r>
              <a:rPr lang="ru-RU" sz="1400"/>
              <a:t>Напиши что-то своей работе или о себе </a:t>
            </a:r>
            <a:br>
              <a:rPr lang="ru-RU" sz="1400"/>
            </a:br>
            <a:r>
              <a:rPr lang="ru-RU" sz="1400"/>
              <a:t>в несколько строк</a:t>
            </a:r>
          </a:p>
        </p:txBody>
      </p:sp>
      <p:sp>
        <p:nvSpPr>
          <p:cNvPr id="55" name="Прямоугольник: скругленные углы 54">
            <a:extLst>
              <a:ext uri="{FF2B5EF4-FFF2-40B4-BE49-F238E27FC236}">
                <a16:creationId xmlns:a16="http://schemas.microsoft.com/office/drawing/2014/main" id="{0324CA45-B478-0905-D230-AADE3691DF5D}"/>
              </a:ext>
            </a:extLst>
          </p:cNvPr>
          <p:cNvSpPr/>
          <p:nvPr/>
        </p:nvSpPr>
        <p:spPr>
          <a:xfrm>
            <a:off x="8224172" y="4404523"/>
            <a:ext cx="404261" cy="404261"/>
          </a:xfrm>
          <a:prstGeom prst="roundRect">
            <a:avLst>
              <a:gd name="adj" fmla="val 2381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7" name="Полилиния: фигура 66">
            <a:extLst>
              <a:ext uri="{FF2B5EF4-FFF2-40B4-BE49-F238E27FC236}">
                <a16:creationId xmlns:a16="http://schemas.microsoft.com/office/drawing/2014/main" id="{42A35CA9-8554-E5D5-6CC4-4A12D732AE16}"/>
              </a:ext>
            </a:extLst>
          </p:cNvPr>
          <p:cNvSpPr/>
          <p:nvPr/>
        </p:nvSpPr>
        <p:spPr>
          <a:xfrm>
            <a:off x="8348974" y="4517419"/>
            <a:ext cx="178472" cy="178470"/>
          </a:xfrm>
          <a:custGeom>
            <a:avLst/>
            <a:gdLst>
              <a:gd name="connsiteX0" fmla="*/ 155190 w 171449"/>
              <a:gd name="connsiteY0" fmla="*/ 126615 h 171449"/>
              <a:gd name="connsiteX1" fmla="*/ 168660 w 171449"/>
              <a:gd name="connsiteY1" fmla="*/ 126615 h 171449"/>
              <a:gd name="connsiteX2" fmla="*/ 168660 w 171449"/>
              <a:gd name="connsiteY2" fmla="*/ 140085 h 171449"/>
              <a:gd name="connsiteX3" fmla="*/ 140085 w 171449"/>
              <a:gd name="connsiteY3" fmla="*/ 168660 h 171449"/>
              <a:gd name="connsiteX4" fmla="*/ 126615 w 171449"/>
              <a:gd name="connsiteY4" fmla="*/ 168660 h 171449"/>
              <a:gd name="connsiteX5" fmla="*/ 107565 w 171449"/>
              <a:gd name="connsiteY5" fmla="*/ 149610 h 171449"/>
              <a:gd name="connsiteX6" fmla="*/ 107565 w 171449"/>
              <a:gd name="connsiteY6" fmla="*/ 136140 h 171449"/>
              <a:gd name="connsiteX7" fmla="*/ 121035 w 171449"/>
              <a:gd name="connsiteY7" fmla="*/ 136140 h 171449"/>
              <a:gd name="connsiteX8" fmla="*/ 133350 w 171449"/>
              <a:gd name="connsiteY8" fmla="*/ 148455 h 171449"/>
              <a:gd name="connsiteX9" fmla="*/ 47625 w 171449"/>
              <a:gd name="connsiteY9" fmla="*/ 95250 h 171449"/>
              <a:gd name="connsiteX10" fmla="*/ 38100 w 171449"/>
              <a:gd name="connsiteY10" fmla="*/ 104775 h 171449"/>
              <a:gd name="connsiteX11" fmla="*/ 47625 w 171449"/>
              <a:gd name="connsiteY11" fmla="*/ 114300 h 171449"/>
              <a:gd name="connsiteX12" fmla="*/ 85725 w 171449"/>
              <a:gd name="connsiteY12" fmla="*/ 114300 h 171449"/>
              <a:gd name="connsiteX13" fmla="*/ 95250 w 171449"/>
              <a:gd name="connsiteY13" fmla="*/ 104775 h 171449"/>
              <a:gd name="connsiteX14" fmla="*/ 85725 w 171449"/>
              <a:gd name="connsiteY14" fmla="*/ 95250 h 171449"/>
              <a:gd name="connsiteX15" fmla="*/ 47625 w 171449"/>
              <a:gd name="connsiteY15" fmla="*/ 57150 h 171449"/>
              <a:gd name="connsiteX16" fmla="*/ 38100 w 171449"/>
              <a:gd name="connsiteY16" fmla="*/ 66675 h 171449"/>
              <a:gd name="connsiteX17" fmla="*/ 47625 w 171449"/>
              <a:gd name="connsiteY17" fmla="*/ 76200 h 171449"/>
              <a:gd name="connsiteX18" fmla="*/ 104775 w 171449"/>
              <a:gd name="connsiteY18" fmla="*/ 76200 h 171449"/>
              <a:gd name="connsiteX19" fmla="*/ 114300 w 171449"/>
              <a:gd name="connsiteY19" fmla="*/ 66675 h 171449"/>
              <a:gd name="connsiteX20" fmla="*/ 104775 w 171449"/>
              <a:gd name="connsiteY20" fmla="*/ 57150 h 171449"/>
              <a:gd name="connsiteX21" fmla="*/ 76216 w 171449"/>
              <a:gd name="connsiteY21" fmla="*/ 0 h 171449"/>
              <a:gd name="connsiteX22" fmla="*/ 95250 w 171449"/>
              <a:gd name="connsiteY22" fmla="*/ 952 h 171449"/>
              <a:gd name="connsiteX23" fmla="*/ 128588 w 171449"/>
              <a:gd name="connsiteY23" fmla="*/ 23813 h 171449"/>
              <a:gd name="connsiteX24" fmla="*/ 151448 w 171449"/>
              <a:gd name="connsiteY24" fmla="*/ 57150 h 171449"/>
              <a:gd name="connsiteX25" fmla="*/ 152373 w 171449"/>
              <a:gd name="connsiteY25" fmla="*/ 88120 h 171449"/>
              <a:gd name="connsiteX26" fmla="*/ 152195 w 171449"/>
              <a:gd name="connsiteY26" fmla="*/ 102634 h 171449"/>
              <a:gd name="connsiteX27" fmla="*/ 123825 w 171449"/>
              <a:gd name="connsiteY27" fmla="*/ 114300 h 171449"/>
              <a:gd name="connsiteX28" fmla="*/ 95250 w 171449"/>
              <a:gd name="connsiteY28" fmla="*/ 152400 h 171449"/>
              <a:gd name="connsiteX29" fmla="*/ 67934 w 171449"/>
              <a:gd name="connsiteY29" fmla="*/ 171445 h 171449"/>
              <a:gd name="connsiteX30" fmla="*/ 10681 w 171449"/>
              <a:gd name="connsiteY30" fmla="*/ 162002 h 171449"/>
              <a:gd name="connsiteX31" fmla="*/ 0 w 171449"/>
              <a:gd name="connsiteY31" fmla="*/ 85785 h 171449"/>
              <a:gd name="connsiteX32" fmla="*/ 10698 w 171449"/>
              <a:gd name="connsiteY32" fmla="*/ 9503 h 171449"/>
              <a:gd name="connsiteX33" fmla="*/ 76216 w 171449"/>
              <a:gd name="connsiteY33"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49" h="171449">
                <a:moveTo>
                  <a:pt x="155190" y="126615"/>
                </a:moveTo>
                <a:cubicBezTo>
                  <a:pt x="158909" y="122895"/>
                  <a:pt x="164940" y="122895"/>
                  <a:pt x="168660" y="126615"/>
                </a:cubicBezTo>
                <a:cubicBezTo>
                  <a:pt x="172379" y="130334"/>
                  <a:pt x="172379" y="136365"/>
                  <a:pt x="168660" y="140085"/>
                </a:cubicBezTo>
                <a:lnTo>
                  <a:pt x="140085" y="168660"/>
                </a:lnTo>
                <a:cubicBezTo>
                  <a:pt x="136365" y="172379"/>
                  <a:pt x="130334" y="172379"/>
                  <a:pt x="126615" y="168660"/>
                </a:cubicBezTo>
                <a:lnTo>
                  <a:pt x="107565" y="149610"/>
                </a:lnTo>
                <a:cubicBezTo>
                  <a:pt x="103845" y="145890"/>
                  <a:pt x="103845" y="139859"/>
                  <a:pt x="107565" y="136140"/>
                </a:cubicBezTo>
                <a:cubicBezTo>
                  <a:pt x="111284" y="132420"/>
                  <a:pt x="117315" y="132420"/>
                  <a:pt x="121035" y="136140"/>
                </a:cubicBezTo>
                <a:lnTo>
                  <a:pt x="133350" y="148455"/>
                </a:lnTo>
                <a:close/>
                <a:moveTo>
                  <a:pt x="47625" y="95250"/>
                </a:moveTo>
                <a:cubicBezTo>
                  <a:pt x="42364" y="95250"/>
                  <a:pt x="38100" y="99514"/>
                  <a:pt x="38100" y="104775"/>
                </a:cubicBezTo>
                <a:cubicBezTo>
                  <a:pt x="38100" y="110036"/>
                  <a:pt x="42364" y="114300"/>
                  <a:pt x="47625" y="114300"/>
                </a:cubicBezTo>
                <a:lnTo>
                  <a:pt x="85725" y="114300"/>
                </a:lnTo>
                <a:cubicBezTo>
                  <a:pt x="90986" y="114300"/>
                  <a:pt x="95250" y="110036"/>
                  <a:pt x="95250" y="104775"/>
                </a:cubicBezTo>
                <a:cubicBezTo>
                  <a:pt x="95250" y="99514"/>
                  <a:pt x="90986" y="95250"/>
                  <a:pt x="85725" y="95250"/>
                </a:cubicBezTo>
                <a:close/>
                <a:moveTo>
                  <a:pt x="47625" y="57150"/>
                </a:moveTo>
                <a:cubicBezTo>
                  <a:pt x="42364" y="57150"/>
                  <a:pt x="38100" y="61414"/>
                  <a:pt x="38100" y="66675"/>
                </a:cubicBezTo>
                <a:cubicBezTo>
                  <a:pt x="38100" y="71936"/>
                  <a:pt x="42364" y="76200"/>
                  <a:pt x="47625" y="76200"/>
                </a:cubicBezTo>
                <a:lnTo>
                  <a:pt x="104775" y="76200"/>
                </a:lnTo>
                <a:cubicBezTo>
                  <a:pt x="110036" y="76200"/>
                  <a:pt x="114300" y="71936"/>
                  <a:pt x="114300" y="66675"/>
                </a:cubicBezTo>
                <a:cubicBezTo>
                  <a:pt x="114300" y="61414"/>
                  <a:pt x="110036" y="57150"/>
                  <a:pt x="104775" y="57150"/>
                </a:cubicBezTo>
                <a:close/>
                <a:moveTo>
                  <a:pt x="76216" y="0"/>
                </a:moveTo>
                <a:cubicBezTo>
                  <a:pt x="80984" y="0"/>
                  <a:pt x="90493" y="0"/>
                  <a:pt x="95250" y="952"/>
                </a:cubicBezTo>
                <a:cubicBezTo>
                  <a:pt x="104910" y="2884"/>
                  <a:pt x="109538" y="4763"/>
                  <a:pt x="128588" y="23813"/>
                </a:cubicBezTo>
                <a:cubicBezTo>
                  <a:pt x="147638" y="42863"/>
                  <a:pt x="149569" y="47760"/>
                  <a:pt x="151448" y="57150"/>
                </a:cubicBezTo>
                <a:cubicBezTo>
                  <a:pt x="152400" y="61913"/>
                  <a:pt x="152427" y="83357"/>
                  <a:pt x="152373" y="88120"/>
                </a:cubicBezTo>
                <a:cubicBezTo>
                  <a:pt x="152317" y="93270"/>
                  <a:pt x="152264" y="98101"/>
                  <a:pt x="152195" y="102634"/>
                </a:cubicBezTo>
                <a:cubicBezTo>
                  <a:pt x="152373" y="114300"/>
                  <a:pt x="144938" y="114300"/>
                  <a:pt x="123825" y="114300"/>
                </a:cubicBezTo>
                <a:cubicBezTo>
                  <a:pt x="100013" y="114300"/>
                  <a:pt x="95250" y="128588"/>
                  <a:pt x="95250" y="152400"/>
                </a:cubicBezTo>
                <a:cubicBezTo>
                  <a:pt x="95250" y="166432"/>
                  <a:pt x="90656" y="171277"/>
                  <a:pt x="67934" y="171445"/>
                </a:cubicBezTo>
                <a:cubicBezTo>
                  <a:pt x="36881" y="171392"/>
                  <a:pt x="19748" y="170706"/>
                  <a:pt x="10681" y="162002"/>
                </a:cubicBezTo>
                <a:cubicBezTo>
                  <a:pt x="0" y="151749"/>
                  <a:pt x="0" y="130370"/>
                  <a:pt x="0" y="85785"/>
                </a:cubicBezTo>
                <a:cubicBezTo>
                  <a:pt x="0" y="41199"/>
                  <a:pt x="0" y="19787"/>
                  <a:pt x="10698" y="9503"/>
                </a:cubicBezTo>
                <a:cubicBezTo>
                  <a:pt x="20583" y="0"/>
                  <a:pt x="39621" y="0"/>
                  <a:pt x="76216" y="0"/>
                </a:cubicBezTo>
                <a:close/>
              </a:path>
            </a:pathLst>
          </a:custGeom>
          <a:solidFill>
            <a:schemeClr val="bg1"/>
          </a:solidFill>
          <a:ln w="9525" cap="flat">
            <a:noFill/>
            <a:prstDash val="solid"/>
            <a:miter/>
          </a:ln>
        </p:spPr>
        <p:txBody>
          <a:bodyPr rtlCol="0" anchor="ctr"/>
          <a:lstStyle/>
          <a:p>
            <a:endParaRPr lang="ru-RU"/>
          </a:p>
        </p:txBody>
      </p:sp>
      <p:sp>
        <p:nvSpPr>
          <p:cNvPr id="68" name="Рисунок 401">
            <a:extLst>
              <a:ext uri="{FF2B5EF4-FFF2-40B4-BE49-F238E27FC236}">
                <a16:creationId xmlns:a16="http://schemas.microsoft.com/office/drawing/2014/main" id="{2A6BB786-60F5-685B-63B6-1E915B427971}"/>
              </a:ext>
            </a:extLst>
          </p:cNvPr>
          <p:cNvSpPr/>
          <p:nvPr/>
        </p:nvSpPr>
        <p:spPr>
          <a:xfrm>
            <a:off x="8336363" y="3774572"/>
            <a:ext cx="179878" cy="179878"/>
          </a:xfrm>
          <a:custGeom>
            <a:avLst/>
            <a:gdLst>
              <a:gd name="connsiteX0" fmla="*/ 50546 w 162439"/>
              <a:gd name="connsiteY0" fmla="*/ 32597 h 171450"/>
              <a:gd name="connsiteX1" fmla="*/ 39319 w 162439"/>
              <a:gd name="connsiteY1" fmla="*/ 29281 h 171450"/>
              <a:gd name="connsiteX2" fmla="*/ 6979 w 162439"/>
              <a:gd name="connsiteY2" fmla="*/ 42862 h 171450"/>
              <a:gd name="connsiteX3" fmla="*/ 11388 w 162439"/>
              <a:gd name="connsiteY3" fmla="*/ 77659 h 171450"/>
              <a:gd name="connsiteX4" fmla="*/ 19873 w 162439"/>
              <a:gd name="connsiteY4" fmla="*/ 85725 h 171450"/>
              <a:gd name="connsiteX5" fmla="*/ 11390 w 162439"/>
              <a:gd name="connsiteY5" fmla="*/ 93788 h 171450"/>
              <a:gd name="connsiteX6" fmla="*/ 6979 w 162439"/>
              <a:gd name="connsiteY6" fmla="*/ 128588 h 171450"/>
              <a:gd name="connsiteX7" fmla="*/ 39322 w 162439"/>
              <a:gd name="connsiteY7" fmla="*/ 142167 h 171450"/>
              <a:gd name="connsiteX8" fmla="*/ 50546 w 162439"/>
              <a:gd name="connsiteY8" fmla="*/ 138853 h 171450"/>
              <a:gd name="connsiteX9" fmla="*/ 53288 w 162439"/>
              <a:gd name="connsiteY9" fmla="*/ 150233 h 171450"/>
              <a:gd name="connsiteX10" fmla="*/ 81219 w 162439"/>
              <a:gd name="connsiteY10" fmla="*/ 171450 h 171450"/>
              <a:gd name="connsiteX11" fmla="*/ 109151 w 162439"/>
              <a:gd name="connsiteY11" fmla="*/ 150233 h 171450"/>
              <a:gd name="connsiteX12" fmla="*/ 111893 w 162439"/>
              <a:gd name="connsiteY12" fmla="*/ 138853 h 171450"/>
              <a:gd name="connsiteX13" fmla="*/ 123091 w 162439"/>
              <a:gd name="connsiteY13" fmla="*/ 142160 h 171450"/>
              <a:gd name="connsiteX14" fmla="*/ 155459 w 162439"/>
              <a:gd name="connsiteY14" fmla="*/ 128588 h 171450"/>
              <a:gd name="connsiteX15" fmla="*/ 151051 w 162439"/>
              <a:gd name="connsiteY15" fmla="*/ 93790 h 171450"/>
              <a:gd name="connsiteX16" fmla="*/ 142566 w 162439"/>
              <a:gd name="connsiteY16" fmla="*/ 85725 h 171450"/>
              <a:gd name="connsiteX17" fmla="*/ 151051 w 162439"/>
              <a:gd name="connsiteY17" fmla="*/ 77659 h 171450"/>
              <a:gd name="connsiteX18" fmla="*/ 155460 w 162439"/>
              <a:gd name="connsiteY18" fmla="*/ 42862 h 171450"/>
              <a:gd name="connsiteX19" fmla="*/ 123120 w 162439"/>
              <a:gd name="connsiteY19" fmla="*/ 29281 h 171450"/>
              <a:gd name="connsiteX20" fmla="*/ 111893 w 162439"/>
              <a:gd name="connsiteY20" fmla="*/ 32597 h 171450"/>
              <a:gd name="connsiteX21" fmla="*/ 109151 w 162439"/>
              <a:gd name="connsiteY21" fmla="*/ 21217 h 171450"/>
              <a:gd name="connsiteX22" fmla="*/ 81219 w 162439"/>
              <a:gd name="connsiteY22" fmla="*/ 0 h 171450"/>
              <a:gd name="connsiteX23" fmla="*/ 53285 w 162439"/>
              <a:gd name="connsiteY23" fmla="*/ 21229 h 171450"/>
              <a:gd name="connsiteX24" fmla="*/ 50546 w 162439"/>
              <a:gd name="connsiteY24" fmla="*/ 32597 h 171450"/>
              <a:gd name="connsiteX25" fmla="*/ 81219 w 162439"/>
              <a:gd name="connsiteY25" fmla="*/ 114300 h 171450"/>
              <a:gd name="connsiteX26" fmla="*/ 52644 w 162439"/>
              <a:gd name="connsiteY26" fmla="*/ 85725 h 171450"/>
              <a:gd name="connsiteX27" fmla="*/ 81219 w 162439"/>
              <a:gd name="connsiteY27" fmla="*/ 57150 h 171450"/>
              <a:gd name="connsiteX28" fmla="*/ 109794 w 162439"/>
              <a:gd name="connsiteY28" fmla="*/ 85725 h 171450"/>
              <a:gd name="connsiteX29" fmla="*/ 81219 w 162439"/>
              <a:gd name="connsiteY29"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439" h="171450">
                <a:moveTo>
                  <a:pt x="50546" y="32597"/>
                </a:moveTo>
                <a:cubicBezTo>
                  <a:pt x="46820" y="31438"/>
                  <a:pt x="43068" y="30365"/>
                  <a:pt x="39319" y="29281"/>
                </a:cubicBezTo>
                <a:cubicBezTo>
                  <a:pt x="22605" y="24448"/>
                  <a:pt x="18325" y="23211"/>
                  <a:pt x="6979" y="42862"/>
                </a:cubicBezTo>
                <a:cubicBezTo>
                  <a:pt x="-4366" y="62514"/>
                  <a:pt x="-1155" y="65601"/>
                  <a:pt x="11388" y="77659"/>
                </a:cubicBezTo>
                <a:cubicBezTo>
                  <a:pt x="14201" y="80364"/>
                  <a:pt x="17006" y="83077"/>
                  <a:pt x="19873" y="85725"/>
                </a:cubicBezTo>
                <a:cubicBezTo>
                  <a:pt x="17007" y="88372"/>
                  <a:pt x="14203" y="91084"/>
                  <a:pt x="11390" y="93788"/>
                </a:cubicBezTo>
                <a:cubicBezTo>
                  <a:pt x="-1153" y="105846"/>
                  <a:pt x="-4366" y="108936"/>
                  <a:pt x="6979" y="128588"/>
                </a:cubicBezTo>
                <a:cubicBezTo>
                  <a:pt x="18325" y="148239"/>
                  <a:pt x="22607" y="147000"/>
                  <a:pt x="39322" y="142167"/>
                </a:cubicBezTo>
                <a:cubicBezTo>
                  <a:pt x="43059" y="141086"/>
                  <a:pt x="46831" y="140008"/>
                  <a:pt x="50546" y="138853"/>
                </a:cubicBezTo>
                <a:cubicBezTo>
                  <a:pt x="51405" y="142655"/>
                  <a:pt x="52354" y="146450"/>
                  <a:pt x="53288" y="150233"/>
                </a:cubicBezTo>
                <a:cubicBezTo>
                  <a:pt x="57460" y="167126"/>
                  <a:pt x="58528" y="171450"/>
                  <a:pt x="81219" y="171450"/>
                </a:cubicBezTo>
                <a:cubicBezTo>
                  <a:pt x="103912" y="171450"/>
                  <a:pt x="104980" y="167126"/>
                  <a:pt x="109151" y="150233"/>
                </a:cubicBezTo>
                <a:cubicBezTo>
                  <a:pt x="110087" y="146445"/>
                  <a:pt x="111034" y="142660"/>
                  <a:pt x="111893" y="138853"/>
                </a:cubicBezTo>
                <a:cubicBezTo>
                  <a:pt x="115610" y="140009"/>
                  <a:pt x="119352" y="141079"/>
                  <a:pt x="123091" y="142160"/>
                </a:cubicBezTo>
                <a:cubicBezTo>
                  <a:pt x="139806" y="146994"/>
                  <a:pt x="144113" y="148239"/>
                  <a:pt x="155459" y="128588"/>
                </a:cubicBezTo>
                <a:cubicBezTo>
                  <a:pt x="166805" y="108936"/>
                  <a:pt x="163594" y="105848"/>
                  <a:pt x="151051" y="93790"/>
                </a:cubicBezTo>
                <a:cubicBezTo>
                  <a:pt x="148237" y="91086"/>
                  <a:pt x="145433" y="88373"/>
                  <a:pt x="142566" y="85725"/>
                </a:cubicBezTo>
                <a:cubicBezTo>
                  <a:pt x="145433" y="83077"/>
                  <a:pt x="148238" y="80364"/>
                  <a:pt x="151051" y="77659"/>
                </a:cubicBezTo>
                <a:cubicBezTo>
                  <a:pt x="163595" y="65601"/>
                  <a:pt x="166805" y="62514"/>
                  <a:pt x="155460" y="42862"/>
                </a:cubicBezTo>
                <a:cubicBezTo>
                  <a:pt x="144114" y="23211"/>
                  <a:pt x="139834" y="24448"/>
                  <a:pt x="123120" y="29281"/>
                </a:cubicBezTo>
                <a:cubicBezTo>
                  <a:pt x="119371" y="30365"/>
                  <a:pt x="115620" y="31438"/>
                  <a:pt x="111893" y="32597"/>
                </a:cubicBezTo>
                <a:cubicBezTo>
                  <a:pt x="111033" y="28790"/>
                  <a:pt x="110086" y="25005"/>
                  <a:pt x="109151" y="21217"/>
                </a:cubicBezTo>
                <a:cubicBezTo>
                  <a:pt x="104980" y="4325"/>
                  <a:pt x="103912" y="0"/>
                  <a:pt x="81219" y="0"/>
                </a:cubicBezTo>
                <a:cubicBezTo>
                  <a:pt x="58528" y="0"/>
                  <a:pt x="57457" y="4337"/>
                  <a:pt x="53285" y="21229"/>
                </a:cubicBezTo>
                <a:cubicBezTo>
                  <a:pt x="52351" y="25013"/>
                  <a:pt x="51405" y="28794"/>
                  <a:pt x="50546" y="32597"/>
                </a:cubicBezTo>
                <a:close/>
                <a:moveTo>
                  <a:pt x="81219" y="114300"/>
                </a:moveTo>
                <a:cubicBezTo>
                  <a:pt x="65437" y="114300"/>
                  <a:pt x="52644" y="101507"/>
                  <a:pt x="52644" y="85725"/>
                </a:cubicBezTo>
                <a:cubicBezTo>
                  <a:pt x="52644" y="69943"/>
                  <a:pt x="65437" y="57150"/>
                  <a:pt x="81219" y="57150"/>
                </a:cubicBezTo>
                <a:cubicBezTo>
                  <a:pt x="97001" y="57150"/>
                  <a:pt x="109794" y="69943"/>
                  <a:pt x="109794" y="85725"/>
                </a:cubicBezTo>
                <a:cubicBezTo>
                  <a:pt x="109794" y="101507"/>
                  <a:pt x="97001" y="114300"/>
                  <a:pt x="81219" y="114300"/>
                </a:cubicBezTo>
                <a:close/>
              </a:path>
            </a:pathLst>
          </a:custGeom>
          <a:solidFill>
            <a:schemeClr val="bg1"/>
          </a:solidFill>
          <a:ln w="9525" cap="flat">
            <a:noFill/>
            <a:prstDash val="solid"/>
            <a:miter/>
          </a:ln>
        </p:spPr>
        <p:txBody>
          <a:bodyPr rtlCol="0" anchor="ctr"/>
          <a:lstStyle/>
          <a:p>
            <a:endParaRPr lang="ru-RU"/>
          </a:p>
        </p:txBody>
      </p:sp>
      <p:sp>
        <p:nvSpPr>
          <p:cNvPr id="2" name="Нижний колонтитул 1">
            <a:extLst>
              <a:ext uri="{FF2B5EF4-FFF2-40B4-BE49-F238E27FC236}">
                <a16:creationId xmlns:a16="http://schemas.microsoft.com/office/drawing/2014/main" id="{6566E4F4-E785-FF09-5BF0-C931A49770C5}"/>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486477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вал 1">
            <a:extLst>
              <a:ext uri="{FF2B5EF4-FFF2-40B4-BE49-F238E27FC236}">
                <a16:creationId xmlns:a16="http://schemas.microsoft.com/office/drawing/2014/main" id="{53A3E55B-2C33-B6FB-547C-ABBE22DEB436}"/>
              </a:ext>
            </a:extLst>
          </p:cNvPr>
          <p:cNvSpPr/>
          <p:nvPr/>
        </p:nvSpPr>
        <p:spPr>
          <a:xfrm>
            <a:off x="5195224" y="437803"/>
            <a:ext cx="1609200" cy="16092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 name="Овал 8">
            <a:extLst>
              <a:ext uri="{FF2B5EF4-FFF2-40B4-BE49-F238E27FC236}">
                <a16:creationId xmlns:a16="http://schemas.microsoft.com/office/drawing/2014/main" id="{6E5BA95B-D1E5-287D-8C18-91810B198FF3}"/>
              </a:ext>
            </a:extLst>
          </p:cNvPr>
          <p:cNvSpPr/>
          <p:nvPr/>
        </p:nvSpPr>
        <p:spPr>
          <a:xfrm>
            <a:off x="8823325" y="437803"/>
            <a:ext cx="1609200" cy="16092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 name="Овал 15">
            <a:extLst>
              <a:ext uri="{FF2B5EF4-FFF2-40B4-BE49-F238E27FC236}">
                <a16:creationId xmlns:a16="http://schemas.microsoft.com/office/drawing/2014/main" id="{BCC47145-9C48-8807-79C2-02408277CD15}"/>
              </a:ext>
            </a:extLst>
          </p:cNvPr>
          <p:cNvSpPr/>
          <p:nvPr/>
        </p:nvSpPr>
        <p:spPr>
          <a:xfrm>
            <a:off x="5195224" y="3462931"/>
            <a:ext cx="1609200" cy="16092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7" name="Овал 16">
            <a:extLst>
              <a:ext uri="{FF2B5EF4-FFF2-40B4-BE49-F238E27FC236}">
                <a16:creationId xmlns:a16="http://schemas.microsoft.com/office/drawing/2014/main" id="{9A03DA3F-4202-F040-62D8-310271B39A5A}"/>
              </a:ext>
            </a:extLst>
          </p:cNvPr>
          <p:cNvSpPr/>
          <p:nvPr/>
        </p:nvSpPr>
        <p:spPr>
          <a:xfrm>
            <a:off x="8823325" y="3462931"/>
            <a:ext cx="1609200" cy="16092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 name="Объект 9">
            <a:extLst>
              <a:ext uri="{FF2B5EF4-FFF2-40B4-BE49-F238E27FC236}">
                <a16:creationId xmlns:a16="http://schemas.microsoft.com/office/drawing/2014/main" id="{44989A2E-6173-C22A-92EF-1A0D1F73BA26}"/>
              </a:ext>
            </a:extLst>
          </p:cNvPr>
          <p:cNvSpPr txBox="1">
            <a:spLocks/>
          </p:cNvSpPr>
          <p:nvPr/>
        </p:nvSpPr>
        <p:spPr>
          <a:xfrm>
            <a:off x="8823325" y="5186371"/>
            <a:ext cx="2718464" cy="1076317"/>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latin typeface="Arial" panose="020B0604020202020204"/>
              </a:rPr>
              <a:t>Имя</a:t>
            </a:r>
            <a:br>
              <a:rPr lang="ru-RU" sz="1800" b="1">
                <a:latin typeface="Arial" panose="020B0604020202020204"/>
              </a:rPr>
            </a:br>
            <a:r>
              <a:rPr lang="ru-RU" sz="1800" b="1">
                <a:latin typeface="Arial" panose="020B0604020202020204"/>
              </a:rPr>
              <a:t>Фамилия</a:t>
            </a:r>
          </a:p>
          <a:p>
            <a:pPr defTabSz="914355">
              <a:lnSpc>
                <a:spcPct val="85000"/>
              </a:lnSpc>
              <a:spcAft>
                <a:spcPts val="281"/>
              </a:spcAft>
              <a:buClr>
                <a:srgbClr val="005BFF"/>
              </a:buClr>
              <a:defRPr/>
            </a:pPr>
            <a:r>
              <a:rPr lang="ru-RU" sz="1400">
                <a:latin typeface="Arial" panose="020B0604020202020204"/>
              </a:rPr>
              <a:t>Напиши здесь свою должность или роль в проекте</a:t>
            </a:r>
          </a:p>
        </p:txBody>
      </p:sp>
      <p:sp>
        <p:nvSpPr>
          <p:cNvPr id="7" name="Объект 9">
            <a:extLst>
              <a:ext uri="{FF2B5EF4-FFF2-40B4-BE49-F238E27FC236}">
                <a16:creationId xmlns:a16="http://schemas.microsoft.com/office/drawing/2014/main" id="{0A2FFA85-FF32-8CC2-8356-513585EFB64E}"/>
              </a:ext>
            </a:extLst>
          </p:cNvPr>
          <p:cNvSpPr txBox="1">
            <a:spLocks/>
          </p:cNvSpPr>
          <p:nvPr/>
        </p:nvSpPr>
        <p:spPr>
          <a:xfrm>
            <a:off x="5195224" y="2200548"/>
            <a:ext cx="2718464" cy="1228452"/>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latin typeface="Arial" panose="020B0604020202020204"/>
              </a:rPr>
              <a:t>Имя</a:t>
            </a:r>
            <a:br>
              <a:rPr lang="ru-RU" sz="1800" b="1">
                <a:latin typeface="Arial" panose="020B0604020202020204"/>
              </a:rPr>
            </a:br>
            <a:r>
              <a:rPr lang="ru-RU" sz="1800" b="1">
                <a:latin typeface="Arial" panose="020B0604020202020204"/>
              </a:rPr>
              <a:t>Фамилия</a:t>
            </a:r>
          </a:p>
          <a:p>
            <a:pPr defTabSz="914355">
              <a:lnSpc>
                <a:spcPct val="85000"/>
              </a:lnSpc>
              <a:spcAft>
                <a:spcPts val="281"/>
              </a:spcAft>
              <a:buClr>
                <a:srgbClr val="005BFF"/>
              </a:buClr>
              <a:defRPr/>
            </a:pPr>
            <a:r>
              <a:rPr lang="ru-RU" sz="1400">
                <a:latin typeface="Arial" panose="020B0604020202020204"/>
              </a:rPr>
              <a:t>Напиши здесь свою должность или роль в проекте</a:t>
            </a:r>
          </a:p>
        </p:txBody>
      </p:sp>
      <p:sp>
        <p:nvSpPr>
          <p:cNvPr id="30" name="Заголовок 1">
            <a:extLst>
              <a:ext uri="{FF2B5EF4-FFF2-40B4-BE49-F238E27FC236}">
                <a16:creationId xmlns:a16="http://schemas.microsoft.com/office/drawing/2014/main" id="{7FCA7EC0-B256-BEFF-C5F4-B29D51BB0496}"/>
              </a:ext>
            </a:extLst>
          </p:cNvPr>
          <p:cNvSpPr txBox="1">
            <a:spLocks/>
          </p:cNvSpPr>
          <p:nvPr/>
        </p:nvSpPr>
        <p:spPr>
          <a:xfrm>
            <a:off x="611185" y="2825750"/>
            <a:ext cx="3750390" cy="840615"/>
          </a:xfrm>
          <a:prstGeom prst="rect">
            <a:avLst/>
          </a:prstGeom>
        </p:spPr>
        <p:txBody>
          <a:bodyPr vert="horz" wrap="square" lIns="0" tIns="0" rIns="0" bIns="0" rtlCol="0" anchor="t">
            <a:spAutoFit/>
          </a:bodyPr>
          <a:lstStyle>
            <a:lvl1pPr algn="l" defTabSz="914400" rtl="0" eaLnBrk="1" latinLnBrk="0" hangingPunct="1">
              <a:lnSpc>
                <a:spcPct val="85000"/>
              </a:lnSpc>
              <a:spcBef>
                <a:spcPct val="0"/>
              </a:spcBef>
              <a:buNone/>
              <a:defRPr sz="3200" b="1" kern="1200">
                <a:solidFill>
                  <a:schemeClr val="tx1"/>
                </a:solidFill>
                <a:latin typeface="+mj-lt"/>
                <a:ea typeface="+mj-ea"/>
                <a:cs typeface="+mj-cs"/>
              </a:defRPr>
            </a:lvl1pPr>
          </a:lstStyle>
          <a:p>
            <a:r>
              <a:rPr lang="ru-RU"/>
              <a:t>Название </a:t>
            </a:r>
            <a:br>
              <a:rPr lang="ru-RU"/>
            </a:br>
            <a:r>
              <a:rPr lang="ru-RU"/>
              <a:t>команды</a:t>
            </a:r>
          </a:p>
        </p:txBody>
      </p:sp>
      <p:sp>
        <p:nvSpPr>
          <p:cNvPr id="31" name="TextBox 30">
            <a:extLst>
              <a:ext uri="{FF2B5EF4-FFF2-40B4-BE49-F238E27FC236}">
                <a16:creationId xmlns:a16="http://schemas.microsoft.com/office/drawing/2014/main" id="{AC0EDBB2-6334-C438-591A-C1555B75A5A8}"/>
              </a:ext>
            </a:extLst>
          </p:cNvPr>
          <p:cNvSpPr txBox="1"/>
          <p:nvPr/>
        </p:nvSpPr>
        <p:spPr>
          <a:xfrm>
            <a:off x="639762" y="3775498"/>
            <a:ext cx="4115117" cy="984378"/>
          </a:xfrm>
          <a:prstGeom prst="rect">
            <a:avLst/>
          </a:prstGeom>
          <a:noFill/>
        </p:spPr>
        <p:txBody>
          <a:bodyPr wrap="square" lIns="0" tIns="75949" rIns="0" bIns="75949" rtlCol="0">
            <a:spAutoFit/>
          </a:bodyPr>
          <a:lstStyle/>
          <a:p>
            <a:pPr defTabSz="914355"/>
            <a:r>
              <a:rPr lang="ru-RU">
                <a:solidFill>
                  <a:srgbClr val="000000"/>
                </a:solidFill>
                <a:latin typeface="Arial" panose="020B0604020202020204"/>
              </a:rPr>
              <a:t>Здесь может быть твой текст </a:t>
            </a:r>
            <a:br>
              <a:rPr lang="ru-RU">
                <a:solidFill>
                  <a:srgbClr val="000000"/>
                </a:solidFill>
                <a:latin typeface="Arial" panose="020B0604020202020204"/>
              </a:rPr>
            </a:br>
            <a:r>
              <a:rPr lang="ru-RU">
                <a:solidFill>
                  <a:srgbClr val="000000"/>
                </a:solidFill>
                <a:latin typeface="Arial" panose="020B0604020202020204"/>
              </a:rPr>
              <a:t>про команду/проект. Здесь может быть твой текст про команду/проект. </a:t>
            </a:r>
          </a:p>
        </p:txBody>
      </p:sp>
      <p:sp>
        <p:nvSpPr>
          <p:cNvPr id="33" name="Рисунок 14">
            <a:extLst>
              <a:ext uri="{FF2B5EF4-FFF2-40B4-BE49-F238E27FC236}">
                <a16:creationId xmlns:a16="http://schemas.microsoft.com/office/drawing/2014/main" id="{21B860C7-8C55-9875-B7B3-ABAB97B8614E}"/>
              </a:ext>
            </a:extLst>
          </p:cNvPr>
          <p:cNvSpPr/>
          <p:nvPr/>
        </p:nvSpPr>
        <p:spPr>
          <a:xfrm rot="19800000">
            <a:off x="744463" y="1099406"/>
            <a:ext cx="1433905" cy="1433905"/>
          </a:xfrm>
          <a:custGeom>
            <a:avLst/>
            <a:gdLst>
              <a:gd name="connsiteX0" fmla="*/ 0 w 1905000"/>
              <a:gd name="connsiteY0" fmla="*/ 952500 h 1905000"/>
              <a:gd name="connsiteX1" fmla="*/ 952500 w 1905000"/>
              <a:gd name="connsiteY1" fmla="*/ 0 h 1905000"/>
              <a:gd name="connsiteX2" fmla="*/ 1905000 w 1905000"/>
              <a:gd name="connsiteY2" fmla="*/ 952500 h 1905000"/>
              <a:gd name="connsiteX3" fmla="*/ 952500 w 1905000"/>
              <a:gd name="connsiteY3" fmla="*/ 1905000 h 1905000"/>
              <a:gd name="connsiteX4" fmla="*/ 0 w 1905000"/>
              <a:gd name="connsiteY4" fmla="*/ 952500 h 190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905000">
                <a:moveTo>
                  <a:pt x="0" y="952500"/>
                </a:moveTo>
                <a:cubicBezTo>
                  <a:pt x="0" y="123825"/>
                  <a:pt x="123825" y="0"/>
                  <a:pt x="952500" y="0"/>
                </a:cubicBezTo>
                <a:cubicBezTo>
                  <a:pt x="1781175" y="0"/>
                  <a:pt x="1905000" y="123825"/>
                  <a:pt x="1905000" y="952500"/>
                </a:cubicBezTo>
                <a:cubicBezTo>
                  <a:pt x="1905000" y="1781175"/>
                  <a:pt x="1781175" y="1905000"/>
                  <a:pt x="952500" y="1905000"/>
                </a:cubicBezTo>
                <a:cubicBezTo>
                  <a:pt x="123825" y="1905000"/>
                  <a:pt x="0" y="1781175"/>
                  <a:pt x="0" y="952500"/>
                </a:cubicBezTo>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5"/>
            <a:endParaRPr lang="ru-RU" sz="1688">
              <a:solidFill>
                <a:srgbClr val="FFFFFF"/>
              </a:solidFill>
              <a:latin typeface="Arial" panose="020B0604020202020204"/>
            </a:endParaRPr>
          </a:p>
        </p:txBody>
      </p:sp>
      <p:sp>
        <p:nvSpPr>
          <p:cNvPr id="8" name="Объект 9">
            <a:extLst>
              <a:ext uri="{FF2B5EF4-FFF2-40B4-BE49-F238E27FC236}">
                <a16:creationId xmlns:a16="http://schemas.microsoft.com/office/drawing/2014/main" id="{08D72171-C34A-D84A-77CD-E3F7A02A8B2D}"/>
              </a:ext>
            </a:extLst>
          </p:cNvPr>
          <p:cNvSpPr txBox="1">
            <a:spLocks/>
          </p:cNvSpPr>
          <p:nvPr/>
        </p:nvSpPr>
        <p:spPr>
          <a:xfrm>
            <a:off x="8823325" y="2200548"/>
            <a:ext cx="2718464" cy="1228452"/>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latin typeface="Arial" panose="020B0604020202020204"/>
              </a:rPr>
              <a:t>Имя</a:t>
            </a:r>
            <a:br>
              <a:rPr lang="ru-RU" sz="1800" b="1">
                <a:latin typeface="Arial" panose="020B0604020202020204"/>
              </a:rPr>
            </a:br>
            <a:r>
              <a:rPr lang="ru-RU" sz="1800" b="1">
                <a:latin typeface="Arial" panose="020B0604020202020204"/>
              </a:rPr>
              <a:t>Фамилия</a:t>
            </a:r>
          </a:p>
          <a:p>
            <a:pPr defTabSz="914355">
              <a:lnSpc>
                <a:spcPct val="85000"/>
              </a:lnSpc>
              <a:spcAft>
                <a:spcPts val="281"/>
              </a:spcAft>
              <a:buClr>
                <a:srgbClr val="005BFF"/>
              </a:buClr>
              <a:defRPr/>
            </a:pPr>
            <a:r>
              <a:rPr lang="ru-RU" sz="1400">
                <a:latin typeface="Arial" panose="020B0604020202020204"/>
              </a:rPr>
              <a:t>Напиши здесь свою должность или роль в проекте</a:t>
            </a:r>
          </a:p>
        </p:txBody>
      </p:sp>
      <p:sp>
        <p:nvSpPr>
          <p:cNvPr id="11" name="Объект 9">
            <a:extLst>
              <a:ext uri="{FF2B5EF4-FFF2-40B4-BE49-F238E27FC236}">
                <a16:creationId xmlns:a16="http://schemas.microsoft.com/office/drawing/2014/main" id="{33C2CEC0-18B0-0F9A-CB90-2C3783291B98}"/>
              </a:ext>
            </a:extLst>
          </p:cNvPr>
          <p:cNvSpPr txBox="1">
            <a:spLocks/>
          </p:cNvSpPr>
          <p:nvPr/>
        </p:nvSpPr>
        <p:spPr>
          <a:xfrm>
            <a:off x="5195224" y="5186371"/>
            <a:ext cx="2718464" cy="1076317"/>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latin typeface="Arial" panose="020B0604020202020204"/>
              </a:rPr>
              <a:t>Имя</a:t>
            </a:r>
            <a:br>
              <a:rPr lang="ru-RU" sz="1800" b="1">
                <a:latin typeface="Arial" panose="020B0604020202020204"/>
              </a:rPr>
            </a:br>
            <a:r>
              <a:rPr lang="ru-RU" sz="1800" b="1">
                <a:latin typeface="Arial" panose="020B0604020202020204"/>
              </a:rPr>
              <a:t>Фамилия</a:t>
            </a:r>
          </a:p>
          <a:p>
            <a:pPr defTabSz="914355">
              <a:lnSpc>
                <a:spcPct val="85000"/>
              </a:lnSpc>
              <a:spcAft>
                <a:spcPts val="281"/>
              </a:spcAft>
              <a:buClr>
                <a:srgbClr val="005BFF"/>
              </a:buClr>
              <a:defRPr/>
            </a:pPr>
            <a:r>
              <a:rPr lang="ru-RU" sz="1400">
                <a:latin typeface="Arial" panose="020B0604020202020204"/>
              </a:rPr>
              <a:t>Напиши здесь свою должность или роль в проекте</a:t>
            </a:r>
          </a:p>
        </p:txBody>
      </p:sp>
      <p:sp>
        <p:nvSpPr>
          <p:cNvPr id="3" name="Нижний колонтитул 2">
            <a:extLst>
              <a:ext uri="{FF2B5EF4-FFF2-40B4-BE49-F238E27FC236}">
                <a16:creationId xmlns:a16="http://schemas.microsoft.com/office/drawing/2014/main" id="{E43C5B9A-5E88-D9D7-60CC-1FDDDFA56BC7}"/>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796F35A3-EC9A-FCB1-DC46-CE313E3C8D0B}"/>
              </a:ext>
            </a:extLst>
          </p:cNvPr>
          <p:cNvSpPr>
            <a:spLocks noGrp="1"/>
          </p:cNvSpPr>
          <p:nvPr>
            <p:ph type="sldNum" sz="quarter" idx="12"/>
          </p:nvPr>
        </p:nvSpPr>
        <p:spPr/>
        <p:txBody>
          <a:bodyPr/>
          <a:lstStyle/>
          <a:p>
            <a:fld id="{EB5249F5-0093-48B0-B996-C4E44A87EAFB}" type="slidenum">
              <a:rPr lang="ru-RU" smtClean="0"/>
              <a:pPr/>
              <a:t>26</a:t>
            </a:fld>
            <a:endParaRPr lang="ru-RU"/>
          </a:p>
        </p:txBody>
      </p:sp>
      <p:pic>
        <p:nvPicPr>
          <p:cNvPr id="6" name="Рисунок 5">
            <a:extLst>
              <a:ext uri="{FF2B5EF4-FFF2-40B4-BE49-F238E27FC236}">
                <a16:creationId xmlns:a16="http://schemas.microsoft.com/office/drawing/2014/main" id="{16D109D4-B9E5-4B86-95CC-B4518D92CF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161" y="806967"/>
            <a:ext cx="1573224" cy="1573224"/>
          </a:xfrm>
          <a:prstGeom prst="rect">
            <a:avLst/>
          </a:prstGeom>
        </p:spPr>
      </p:pic>
    </p:spTree>
    <p:extLst>
      <p:ext uri="{BB962C8B-B14F-4D97-AF65-F5344CB8AC3E}">
        <p14:creationId xmlns:p14="http://schemas.microsoft.com/office/powerpoint/2010/main" val="16261014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Прямоугольник: скругленные верхние углы 66">
            <a:extLst>
              <a:ext uri="{FF2B5EF4-FFF2-40B4-BE49-F238E27FC236}">
                <a16:creationId xmlns:a16="http://schemas.microsoft.com/office/drawing/2014/main" id="{5C3674D4-D753-2D42-8AF9-FD7CF1C62E32}"/>
              </a:ext>
            </a:extLst>
          </p:cNvPr>
          <p:cNvSpPr/>
          <p:nvPr/>
        </p:nvSpPr>
        <p:spPr>
          <a:xfrm rot="5400000">
            <a:off x="-1517924" y="1503095"/>
            <a:ext cx="6858000" cy="3851809"/>
          </a:xfrm>
          <a:prstGeom prst="round2Same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 name="Овал 2">
            <a:extLst>
              <a:ext uri="{FF2B5EF4-FFF2-40B4-BE49-F238E27FC236}">
                <a16:creationId xmlns:a16="http://schemas.microsoft.com/office/drawing/2014/main" id="{E91FED42-96F1-8284-FF8F-AEC74B20B0C2}"/>
              </a:ext>
            </a:extLst>
          </p:cNvPr>
          <p:cNvSpPr/>
          <p:nvPr/>
        </p:nvSpPr>
        <p:spPr>
          <a:xfrm>
            <a:off x="4276726" y="493965"/>
            <a:ext cx="1353600" cy="13536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 name="Овал 4">
            <a:extLst>
              <a:ext uri="{FF2B5EF4-FFF2-40B4-BE49-F238E27FC236}">
                <a16:creationId xmlns:a16="http://schemas.microsoft.com/office/drawing/2014/main" id="{245BB1AF-B3CC-4736-85C0-535AAB028A83}"/>
              </a:ext>
            </a:extLst>
          </p:cNvPr>
          <p:cNvSpPr/>
          <p:nvPr/>
        </p:nvSpPr>
        <p:spPr>
          <a:xfrm>
            <a:off x="7004051" y="493965"/>
            <a:ext cx="1353600" cy="13536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 name="Овал 5">
            <a:extLst>
              <a:ext uri="{FF2B5EF4-FFF2-40B4-BE49-F238E27FC236}">
                <a16:creationId xmlns:a16="http://schemas.microsoft.com/office/drawing/2014/main" id="{F98BF401-31B9-D95A-8D58-FA6460178918}"/>
              </a:ext>
            </a:extLst>
          </p:cNvPr>
          <p:cNvSpPr/>
          <p:nvPr/>
        </p:nvSpPr>
        <p:spPr>
          <a:xfrm>
            <a:off x="9733656" y="493965"/>
            <a:ext cx="1353600" cy="13536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Овал 1">
            <a:extLst>
              <a:ext uri="{FF2B5EF4-FFF2-40B4-BE49-F238E27FC236}">
                <a16:creationId xmlns:a16="http://schemas.microsoft.com/office/drawing/2014/main" id="{689121D4-1DEE-3F89-B0F2-B35C1D9B7839}"/>
              </a:ext>
            </a:extLst>
          </p:cNvPr>
          <p:cNvSpPr/>
          <p:nvPr/>
        </p:nvSpPr>
        <p:spPr>
          <a:xfrm>
            <a:off x="625873" y="1299109"/>
            <a:ext cx="2631599" cy="2631599"/>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 name="Овал 11">
            <a:extLst>
              <a:ext uri="{FF2B5EF4-FFF2-40B4-BE49-F238E27FC236}">
                <a16:creationId xmlns:a16="http://schemas.microsoft.com/office/drawing/2014/main" id="{669C2463-42C5-D209-8A6B-0C77307F29E4}"/>
              </a:ext>
            </a:extLst>
          </p:cNvPr>
          <p:cNvSpPr/>
          <p:nvPr/>
        </p:nvSpPr>
        <p:spPr>
          <a:xfrm>
            <a:off x="4276726" y="3505453"/>
            <a:ext cx="1353600" cy="13536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 name="Овал 12">
            <a:extLst>
              <a:ext uri="{FF2B5EF4-FFF2-40B4-BE49-F238E27FC236}">
                <a16:creationId xmlns:a16="http://schemas.microsoft.com/office/drawing/2014/main" id="{FCC79502-A416-778F-63EF-2C298BC66ABA}"/>
              </a:ext>
            </a:extLst>
          </p:cNvPr>
          <p:cNvSpPr/>
          <p:nvPr/>
        </p:nvSpPr>
        <p:spPr>
          <a:xfrm>
            <a:off x="7004051" y="3505453"/>
            <a:ext cx="1353600" cy="13536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5" name="Овал 14">
            <a:extLst>
              <a:ext uri="{FF2B5EF4-FFF2-40B4-BE49-F238E27FC236}">
                <a16:creationId xmlns:a16="http://schemas.microsoft.com/office/drawing/2014/main" id="{9F823B8F-C8F2-66DD-1AFC-03A465C219D2}"/>
              </a:ext>
            </a:extLst>
          </p:cNvPr>
          <p:cNvSpPr/>
          <p:nvPr/>
        </p:nvSpPr>
        <p:spPr>
          <a:xfrm>
            <a:off x="9733656" y="3505453"/>
            <a:ext cx="1353600" cy="1353600"/>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 name="Объект 9">
            <a:extLst>
              <a:ext uri="{FF2B5EF4-FFF2-40B4-BE49-F238E27FC236}">
                <a16:creationId xmlns:a16="http://schemas.microsoft.com/office/drawing/2014/main" id="{C33C080C-9F1F-44B1-77E2-FA816650AE2D}"/>
              </a:ext>
            </a:extLst>
          </p:cNvPr>
          <p:cNvSpPr txBox="1">
            <a:spLocks/>
          </p:cNvSpPr>
          <p:nvPr/>
        </p:nvSpPr>
        <p:spPr>
          <a:xfrm>
            <a:off x="4276725" y="1978616"/>
            <a:ext cx="1819275" cy="127258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solidFill>
                  <a:schemeClr val="bg1"/>
                </a:solidFill>
                <a:latin typeface="Arial" panose="020B0604020202020204"/>
              </a:rPr>
              <a:t>Имя</a:t>
            </a:r>
            <a:br>
              <a:rPr lang="ru-RU" sz="1800" b="1">
                <a:solidFill>
                  <a:schemeClr val="bg1"/>
                </a:solidFill>
                <a:latin typeface="Arial" panose="020B0604020202020204"/>
              </a:rPr>
            </a:br>
            <a:r>
              <a:rPr lang="ru-RU" sz="1800" b="1">
                <a:solidFill>
                  <a:schemeClr val="bg1"/>
                </a:solidFill>
                <a:latin typeface="Arial" panose="020B0604020202020204"/>
              </a:rPr>
              <a:t>Фамилия</a:t>
            </a:r>
          </a:p>
          <a:p>
            <a:pPr defTabSz="914355">
              <a:lnSpc>
                <a:spcPct val="85000"/>
              </a:lnSpc>
              <a:spcAft>
                <a:spcPts val="281"/>
              </a:spcAft>
              <a:buClr>
                <a:srgbClr val="005BFF"/>
              </a:buClr>
              <a:defRPr/>
            </a:pPr>
            <a:r>
              <a:rPr lang="ru-RU" sz="1400">
                <a:solidFill>
                  <a:schemeClr val="bg1"/>
                </a:solidFill>
                <a:latin typeface="Arial" panose="020B0604020202020204"/>
              </a:rPr>
              <a:t>Напиши здесь свою должность или роль </a:t>
            </a:r>
            <a:br>
              <a:rPr lang="ru-RU" sz="1400">
                <a:solidFill>
                  <a:schemeClr val="bg1"/>
                </a:solidFill>
                <a:latin typeface="Arial" panose="020B0604020202020204"/>
              </a:rPr>
            </a:br>
            <a:r>
              <a:rPr lang="ru-RU" sz="1400">
                <a:solidFill>
                  <a:schemeClr val="bg1"/>
                </a:solidFill>
                <a:latin typeface="Arial" panose="020B0604020202020204"/>
              </a:rPr>
              <a:t>в проекте</a:t>
            </a:r>
          </a:p>
        </p:txBody>
      </p:sp>
      <p:sp>
        <p:nvSpPr>
          <p:cNvPr id="4" name="Номер слайда 3">
            <a:extLst>
              <a:ext uri="{FF2B5EF4-FFF2-40B4-BE49-F238E27FC236}">
                <a16:creationId xmlns:a16="http://schemas.microsoft.com/office/drawing/2014/main" id="{4EDB4852-0323-A7F2-A2FE-ED803FE67A02}"/>
              </a:ext>
            </a:extLst>
          </p:cNvPr>
          <p:cNvSpPr>
            <a:spLocks noGrp="1"/>
          </p:cNvSpPr>
          <p:nvPr>
            <p:ph type="sldNum" sz="quarter" idx="12"/>
          </p:nvPr>
        </p:nvSpPr>
        <p:spPr/>
        <p:txBody>
          <a:bodyPr/>
          <a:lstStyle/>
          <a:p>
            <a:fld id="{EB5249F5-0093-48B0-B996-C4E44A87EAFB}" type="slidenum">
              <a:rPr lang="ru-RU" smtClean="0"/>
              <a:pPr/>
              <a:t>27</a:t>
            </a:fld>
            <a:endParaRPr lang="ru-RU"/>
          </a:p>
        </p:txBody>
      </p:sp>
      <p:sp>
        <p:nvSpPr>
          <p:cNvPr id="27" name="Объект 9">
            <a:extLst>
              <a:ext uri="{FF2B5EF4-FFF2-40B4-BE49-F238E27FC236}">
                <a16:creationId xmlns:a16="http://schemas.microsoft.com/office/drawing/2014/main" id="{DE23D84C-71F8-F89A-9453-C1BA73816E51}"/>
              </a:ext>
            </a:extLst>
          </p:cNvPr>
          <p:cNvSpPr txBox="1">
            <a:spLocks/>
          </p:cNvSpPr>
          <p:nvPr/>
        </p:nvSpPr>
        <p:spPr>
          <a:xfrm>
            <a:off x="7004051" y="1978616"/>
            <a:ext cx="1819275" cy="127258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solidFill>
                  <a:schemeClr val="bg1"/>
                </a:solidFill>
                <a:latin typeface="Arial" panose="020B0604020202020204"/>
              </a:rPr>
              <a:t>Имя</a:t>
            </a:r>
            <a:br>
              <a:rPr lang="ru-RU" sz="1800" b="1">
                <a:solidFill>
                  <a:schemeClr val="bg1"/>
                </a:solidFill>
                <a:latin typeface="Arial" panose="020B0604020202020204"/>
              </a:rPr>
            </a:br>
            <a:r>
              <a:rPr lang="ru-RU" sz="1800" b="1">
                <a:solidFill>
                  <a:schemeClr val="bg1"/>
                </a:solidFill>
                <a:latin typeface="Arial" panose="020B0604020202020204"/>
              </a:rPr>
              <a:t>Фамилия</a:t>
            </a:r>
          </a:p>
          <a:p>
            <a:pPr defTabSz="914355">
              <a:lnSpc>
                <a:spcPct val="85000"/>
              </a:lnSpc>
              <a:spcAft>
                <a:spcPts val="281"/>
              </a:spcAft>
              <a:buClr>
                <a:srgbClr val="005BFF"/>
              </a:buClr>
              <a:defRPr/>
            </a:pPr>
            <a:r>
              <a:rPr lang="ru-RU" sz="1400">
                <a:solidFill>
                  <a:schemeClr val="bg1"/>
                </a:solidFill>
                <a:latin typeface="Arial" panose="020B0604020202020204"/>
              </a:rPr>
              <a:t>Напиши здесь свою должность или роль </a:t>
            </a:r>
            <a:br>
              <a:rPr lang="ru-RU" sz="1400">
                <a:solidFill>
                  <a:schemeClr val="bg1"/>
                </a:solidFill>
                <a:latin typeface="Arial" panose="020B0604020202020204"/>
              </a:rPr>
            </a:br>
            <a:r>
              <a:rPr lang="ru-RU" sz="1400">
                <a:solidFill>
                  <a:schemeClr val="bg1"/>
                </a:solidFill>
                <a:latin typeface="Arial" panose="020B0604020202020204"/>
              </a:rPr>
              <a:t>в проекте</a:t>
            </a:r>
          </a:p>
        </p:txBody>
      </p:sp>
      <p:sp>
        <p:nvSpPr>
          <p:cNvPr id="28" name="Объект 9">
            <a:extLst>
              <a:ext uri="{FF2B5EF4-FFF2-40B4-BE49-F238E27FC236}">
                <a16:creationId xmlns:a16="http://schemas.microsoft.com/office/drawing/2014/main" id="{9C8AB1E4-D9EC-450E-E237-CE4645A37A33}"/>
              </a:ext>
            </a:extLst>
          </p:cNvPr>
          <p:cNvSpPr txBox="1">
            <a:spLocks/>
          </p:cNvSpPr>
          <p:nvPr/>
        </p:nvSpPr>
        <p:spPr>
          <a:xfrm>
            <a:off x="9733656" y="1978616"/>
            <a:ext cx="1819275" cy="127258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solidFill>
                  <a:schemeClr val="bg1"/>
                </a:solidFill>
                <a:latin typeface="Arial" panose="020B0604020202020204"/>
              </a:rPr>
              <a:t>Имя</a:t>
            </a:r>
            <a:br>
              <a:rPr lang="ru-RU" sz="1800" b="1">
                <a:solidFill>
                  <a:schemeClr val="bg1"/>
                </a:solidFill>
                <a:latin typeface="Arial" panose="020B0604020202020204"/>
              </a:rPr>
            </a:br>
            <a:r>
              <a:rPr lang="ru-RU" sz="1800" b="1">
                <a:solidFill>
                  <a:schemeClr val="bg1"/>
                </a:solidFill>
                <a:latin typeface="Arial" panose="020B0604020202020204"/>
              </a:rPr>
              <a:t>Фамилия</a:t>
            </a:r>
          </a:p>
          <a:p>
            <a:pPr defTabSz="914355">
              <a:lnSpc>
                <a:spcPct val="85000"/>
              </a:lnSpc>
              <a:spcAft>
                <a:spcPts val="281"/>
              </a:spcAft>
              <a:buClr>
                <a:srgbClr val="005BFF"/>
              </a:buClr>
              <a:defRPr/>
            </a:pPr>
            <a:r>
              <a:rPr lang="ru-RU" sz="1400">
                <a:solidFill>
                  <a:schemeClr val="bg1"/>
                </a:solidFill>
                <a:latin typeface="Arial" panose="020B0604020202020204"/>
              </a:rPr>
              <a:t>Напиши здесь свою должность или роль </a:t>
            </a:r>
            <a:br>
              <a:rPr lang="ru-RU" sz="1400">
                <a:solidFill>
                  <a:schemeClr val="bg1"/>
                </a:solidFill>
                <a:latin typeface="Arial" panose="020B0604020202020204"/>
              </a:rPr>
            </a:br>
            <a:r>
              <a:rPr lang="ru-RU" sz="1400">
                <a:solidFill>
                  <a:schemeClr val="bg1"/>
                </a:solidFill>
                <a:latin typeface="Arial" panose="020B0604020202020204"/>
              </a:rPr>
              <a:t>в проекте</a:t>
            </a:r>
          </a:p>
        </p:txBody>
      </p:sp>
      <p:sp>
        <p:nvSpPr>
          <p:cNvPr id="30" name="Объект 5">
            <a:extLst>
              <a:ext uri="{FF2B5EF4-FFF2-40B4-BE49-F238E27FC236}">
                <a16:creationId xmlns:a16="http://schemas.microsoft.com/office/drawing/2014/main" id="{134A8F6D-49A7-EE9A-326D-A71BAAE57DD4}"/>
              </a:ext>
            </a:extLst>
          </p:cNvPr>
          <p:cNvSpPr txBox="1">
            <a:spLocks/>
          </p:cNvSpPr>
          <p:nvPr/>
        </p:nvSpPr>
        <p:spPr>
          <a:xfrm>
            <a:off x="647682" y="4144174"/>
            <a:ext cx="2741941" cy="211851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bg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bg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bg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bg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bg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2400" b="1" i="0" u="none" strike="noStrike" kern="1200" cap="none" spc="0" normalizeH="0" baseline="0" noProof="0">
                <a:ln>
                  <a:noFill/>
                </a:ln>
                <a:solidFill>
                  <a:srgbClr val="FFFFFF"/>
                </a:solidFill>
                <a:effectLst/>
                <a:uLnTx/>
                <a:uFillTx/>
                <a:latin typeface="Arial"/>
                <a:ea typeface="+mn-ea"/>
                <a:cs typeface="+mn-cs"/>
              </a:rPr>
              <a:t>Имя</a:t>
            </a:r>
            <a:br>
              <a:rPr kumimoji="0" lang="ru-RU" sz="2400" b="1" i="0" u="none" strike="noStrike" kern="1200" cap="none" spc="0" normalizeH="0" baseline="0" noProof="0">
                <a:ln>
                  <a:noFill/>
                </a:ln>
                <a:solidFill>
                  <a:srgbClr val="FFFFFF"/>
                </a:solidFill>
                <a:effectLst/>
                <a:uLnTx/>
                <a:uFillTx/>
                <a:latin typeface="Arial"/>
                <a:ea typeface="+mn-ea"/>
                <a:cs typeface="+mn-cs"/>
              </a:rPr>
            </a:br>
            <a:r>
              <a:rPr kumimoji="0" lang="ru-RU" sz="2400" b="1" i="0" u="none" strike="noStrike" kern="1200" cap="none" spc="0" normalizeH="0" baseline="0" noProof="0">
                <a:ln>
                  <a:noFill/>
                </a:ln>
                <a:solidFill>
                  <a:srgbClr val="FFFFFF"/>
                </a:solidFill>
                <a:effectLst/>
                <a:uLnTx/>
                <a:uFillTx/>
                <a:latin typeface="Arial"/>
                <a:ea typeface="+mn-ea"/>
                <a:cs typeface="+mn-cs"/>
              </a:rPr>
              <a:t>Фамилия</a:t>
            </a:r>
          </a:p>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ru-RU">
                <a:solidFill>
                  <a:srgbClr val="FFFFFF"/>
                </a:solidFill>
                <a:latin typeface="Arial"/>
              </a:rPr>
              <a:t>Напиши здесь свою должность или роль </a:t>
            </a:r>
            <a:br>
              <a:rPr lang="ru-RU">
                <a:solidFill>
                  <a:srgbClr val="FFFFFF"/>
                </a:solidFill>
                <a:latin typeface="Arial"/>
              </a:rPr>
            </a:br>
            <a:r>
              <a:rPr lang="ru-RU">
                <a:solidFill>
                  <a:srgbClr val="FFFFFF"/>
                </a:solidFill>
                <a:latin typeface="Arial"/>
              </a:rPr>
              <a:t>в проекте</a:t>
            </a:r>
            <a:endParaRPr kumimoji="0" lang="ru-RU" sz="1800" b="0" i="0" u="none" strike="noStrike" kern="1200" cap="none" spc="0" normalizeH="0" baseline="0" noProof="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endParaRPr kumimoji="0" lang="ru-RU" sz="1800" b="0" i="0" u="none" strike="noStrike" kern="1200" cap="none" spc="0" normalizeH="0" baseline="0" noProof="0">
              <a:ln>
                <a:noFill/>
              </a:ln>
              <a:solidFill>
                <a:srgbClr val="FFFFFF"/>
              </a:solidFill>
              <a:effectLst/>
              <a:uLnTx/>
              <a:uFillTx/>
              <a:latin typeface="Arial"/>
              <a:ea typeface="+mn-ea"/>
              <a:cs typeface="+mn-cs"/>
            </a:endParaRPr>
          </a:p>
        </p:txBody>
      </p:sp>
      <p:sp>
        <p:nvSpPr>
          <p:cNvPr id="16" name="Объект 9">
            <a:extLst>
              <a:ext uri="{FF2B5EF4-FFF2-40B4-BE49-F238E27FC236}">
                <a16:creationId xmlns:a16="http://schemas.microsoft.com/office/drawing/2014/main" id="{9CB59AB5-827C-6900-2E4D-869E174BAC72}"/>
              </a:ext>
            </a:extLst>
          </p:cNvPr>
          <p:cNvSpPr txBox="1">
            <a:spLocks/>
          </p:cNvSpPr>
          <p:nvPr/>
        </p:nvSpPr>
        <p:spPr>
          <a:xfrm>
            <a:off x="4276725" y="4990104"/>
            <a:ext cx="1819275" cy="127258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solidFill>
                  <a:schemeClr val="bg1"/>
                </a:solidFill>
                <a:latin typeface="Arial" panose="020B0604020202020204"/>
              </a:rPr>
              <a:t>Имя</a:t>
            </a:r>
            <a:br>
              <a:rPr lang="ru-RU" sz="1800" b="1">
                <a:solidFill>
                  <a:schemeClr val="bg1"/>
                </a:solidFill>
                <a:latin typeface="Arial" panose="020B0604020202020204"/>
              </a:rPr>
            </a:br>
            <a:r>
              <a:rPr lang="ru-RU" sz="1800" b="1">
                <a:solidFill>
                  <a:schemeClr val="bg1"/>
                </a:solidFill>
                <a:latin typeface="Arial" panose="020B0604020202020204"/>
              </a:rPr>
              <a:t>Фамилия</a:t>
            </a:r>
          </a:p>
          <a:p>
            <a:pPr defTabSz="914355">
              <a:lnSpc>
                <a:spcPct val="85000"/>
              </a:lnSpc>
              <a:spcAft>
                <a:spcPts val="281"/>
              </a:spcAft>
              <a:buClr>
                <a:srgbClr val="005BFF"/>
              </a:buClr>
              <a:defRPr/>
            </a:pPr>
            <a:r>
              <a:rPr lang="ru-RU" sz="1400">
                <a:solidFill>
                  <a:schemeClr val="bg1"/>
                </a:solidFill>
                <a:latin typeface="Arial" panose="020B0604020202020204"/>
              </a:rPr>
              <a:t>Напиши здесь свою должность или роль </a:t>
            </a:r>
            <a:br>
              <a:rPr lang="ru-RU" sz="1400">
                <a:solidFill>
                  <a:schemeClr val="bg1"/>
                </a:solidFill>
                <a:latin typeface="Arial" panose="020B0604020202020204"/>
              </a:rPr>
            </a:br>
            <a:r>
              <a:rPr lang="ru-RU" sz="1400">
                <a:solidFill>
                  <a:schemeClr val="bg1"/>
                </a:solidFill>
                <a:latin typeface="Arial" panose="020B0604020202020204"/>
              </a:rPr>
              <a:t>в проекте</a:t>
            </a:r>
          </a:p>
        </p:txBody>
      </p:sp>
      <p:sp>
        <p:nvSpPr>
          <p:cNvPr id="17" name="Объект 9">
            <a:extLst>
              <a:ext uri="{FF2B5EF4-FFF2-40B4-BE49-F238E27FC236}">
                <a16:creationId xmlns:a16="http://schemas.microsoft.com/office/drawing/2014/main" id="{0B30245E-C756-D82E-8CBA-0E0091F24EC2}"/>
              </a:ext>
            </a:extLst>
          </p:cNvPr>
          <p:cNvSpPr txBox="1">
            <a:spLocks/>
          </p:cNvSpPr>
          <p:nvPr/>
        </p:nvSpPr>
        <p:spPr>
          <a:xfrm>
            <a:off x="7004051" y="4990104"/>
            <a:ext cx="1819275" cy="127258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solidFill>
                  <a:schemeClr val="bg1"/>
                </a:solidFill>
                <a:latin typeface="Arial" panose="020B0604020202020204"/>
              </a:rPr>
              <a:t>Имя</a:t>
            </a:r>
            <a:br>
              <a:rPr lang="ru-RU" sz="1800" b="1">
                <a:solidFill>
                  <a:schemeClr val="bg1"/>
                </a:solidFill>
                <a:latin typeface="Arial" panose="020B0604020202020204"/>
              </a:rPr>
            </a:br>
            <a:r>
              <a:rPr lang="ru-RU" sz="1800" b="1">
                <a:solidFill>
                  <a:schemeClr val="bg1"/>
                </a:solidFill>
                <a:latin typeface="Arial" panose="020B0604020202020204"/>
              </a:rPr>
              <a:t>Фамилия</a:t>
            </a:r>
          </a:p>
          <a:p>
            <a:pPr defTabSz="914355">
              <a:lnSpc>
                <a:spcPct val="85000"/>
              </a:lnSpc>
              <a:spcAft>
                <a:spcPts val="281"/>
              </a:spcAft>
              <a:buClr>
                <a:srgbClr val="005BFF"/>
              </a:buClr>
              <a:defRPr/>
            </a:pPr>
            <a:r>
              <a:rPr lang="ru-RU" sz="1400">
                <a:solidFill>
                  <a:schemeClr val="bg1"/>
                </a:solidFill>
                <a:latin typeface="Arial" panose="020B0604020202020204"/>
              </a:rPr>
              <a:t>Напиши здесь свою должность или роль </a:t>
            </a:r>
            <a:br>
              <a:rPr lang="ru-RU" sz="1400">
                <a:solidFill>
                  <a:schemeClr val="bg1"/>
                </a:solidFill>
                <a:latin typeface="Arial" panose="020B0604020202020204"/>
              </a:rPr>
            </a:br>
            <a:r>
              <a:rPr lang="ru-RU" sz="1400">
                <a:solidFill>
                  <a:schemeClr val="bg1"/>
                </a:solidFill>
                <a:latin typeface="Arial" panose="020B0604020202020204"/>
              </a:rPr>
              <a:t>в проекте</a:t>
            </a:r>
          </a:p>
        </p:txBody>
      </p:sp>
      <p:sp>
        <p:nvSpPr>
          <p:cNvPr id="18" name="Объект 9">
            <a:extLst>
              <a:ext uri="{FF2B5EF4-FFF2-40B4-BE49-F238E27FC236}">
                <a16:creationId xmlns:a16="http://schemas.microsoft.com/office/drawing/2014/main" id="{0CEDD09B-D632-8534-89E4-0BCE35B66B05}"/>
              </a:ext>
            </a:extLst>
          </p:cNvPr>
          <p:cNvSpPr txBox="1">
            <a:spLocks/>
          </p:cNvSpPr>
          <p:nvPr/>
        </p:nvSpPr>
        <p:spPr>
          <a:xfrm>
            <a:off x="9733656" y="4990104"/>
            <a:ext cx="1819275" cy="127258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lnSpc>
                <a:spcPct val="85000"/>
              </a:lnSpc>
              <a:spcAft>
                <a:spcPts val="600"/>
              </a:spcAft>
              <a:buClr>
                <a:srgbClr val="005BFF"/>
              </a:buClr>
              <a:defRPr/>
            </a:pPr>
            <a:r>
              <a:rPr lang="ru-RU" sz="1800" b="1">
                <a:solidFill>
                  <a:schemeClr val="bg1"/>
                </a:solidFill>
                <a:latin typeface="Arial" panose="020B0604020202020204"/>
              </a:rPr>
              <a:t>Имя</a:t>
            </a:r>
            <a:br>
              <a:rPr lang="ru-RU" sz="1800" b="1">
                <a:solidFill>
                  <a:schemeClr val="bg1"/>
                </a:solidFill>
                <a:latin typeface="Arial" panose="020B0604020202020204"/>
              </a:rPr>
            </a:br>
            <a:r>
              <a:rPr lang="ru-RU" sz="1800" b="1">
                <a:solidFill>
                  <a:schemeClr val="bg1"/>
                </a:solidFill>
                <a:latin typeface="Arial" panose="020B0604020202020204"/>
              </a:rPr>
              <a:t>Фамилия</a:t>
            </a:r>
          </a:p>
          <a:p>
            <a:pPr defTabSz="914355">
              <a:lnSpc>
                <a:spcPct val="85000"/>
              </a:lnSpc>
              <a:spcAft>
                <a:spcPts val="281"/>
              </a:spcAft>
              <a:buClr>
                <a:srgbClr val="005BFF"/>
              </a:buClr>
              <a:defRPr/>
            </a:pPr>
            <a:r>
              <a:rPr lang="ru-RU" sz="1400">
                <a:solidFill>
                  <a:schemeClr val="bg1"/>
                </a:solidFill>
                <a:latin typeface="Arial" panose="020B0604020202020204"/>
              </a:rPr>
              <a:t>Напиши здесь свою должность или роль </a:t>
            </a:r>
            <a:br>
              <a:rPr lang="ru-RU" sz="1400">
                <a:solidFill>
                  <a:schemeClr val="bg1"/>
                </a:solidFill>
                <a:latin typeface="Arial" panose="020B0604020202020204"/>
              </a:rPr>
            </a:br>
            <a:r>
              <a:rPr lang="ru-RU" sz="1400">
                <a:solidFill>
                  <a:schemeClr val="bg1"/>
                </a:solidFill>
                <a:latin typeface="Arial" panose="020B0604020202020204"/>
              </a:rPr>
              <a:t>в проекте</a:t>
            </a:r>
          </a:p>
        </p:txBody>
      </p:sp>
      <p:sp>
        <p:nvSpPr>
          <p:cNvPr id="7" name="Нижний колонтитул 6">
            <a:extLst>
              <a:ext uri="{FF2B5EF4-FFF2-40B4-BE49-F238E27FC236}">
                <a16:creationId xmlns:a16="http://schemas.microsoft.com/office/drawing/2014/main" id="{5EAF6A16-C6A4-DFC3-D8DD-491EA09DE27B}"/>
              </a:ext>
            </a:extLst>
          </p:cNvPr>
          <p:cNvSpPr>
            <a:spLocks noGrp="1"/>
          </p:cNvSpPr>
          <p:nvPr>
            <p:ph type="ftr" sz="quarter" idx="11"/>
          </p:nvPr>
        </p:nvSpPr>
        <p:spPr/>
        <p:txBody>
          <a:bodyPr/>
          <a:lstStyle/>
          <a:p>
            <a:endParaRPr lang="ru-RU"/>
          </a:p>
        </p:txBody>
      </p:sp>
      <p:sp>
        <p:nvSpPr>
          <p:cNvPr id="23" name="Рисунок 16">
            <a:extLst>
              <a:ext uri="{FF2B5EF4-FFF2-40B4-BE49-F238E27FC236}">
                <a16:creationId xmlns:a16="http://schemas.microsoft.com/office/drawing/2014/main" id="{7C612D01-B374-4BCE-A130-359C2E7FC079}"/>
              </a:ext>
            </a:extLst>
          </p:cNvPr>
          <p:cNvSpPr>
            <a:spLocks noChangeAspect="1"/>
          </p:cNvSpPr>
          <p:nvPr/>
        </p:nvSpPr>
        <p:spPr>
          <a:xfrm>
            <a:off x="640248" y="6427025"/>
            <a:ext cx="1133567" cy="172460"/>
          </a:xfrm>
          <a:custGeom>
            <a:avLst/>
            <a:gdLst>
              <a:gd name="connsiteX0" fmla="*/ 689810 w 6010274"/>
              <a:gd name="connsiteY0" fmla="*/ 585628 h 914400"/>
              <a:gd name="connsiteX1" fmla="*/ 344905 w 6010274"/>
              <a:gd name="connsiteY1" fmla="*/ 914400 h 914400"/>
              <a:gd name="connsiteX2" fmla="*/ 0 w 6010274"/>
              <a:gd name="connsiteY2" fmla="*/ 585628 h 914400"/>
              <a:gd name="connsiteX3" fmla="*/ 344905 w 6010274"/>
              <a:gd name="connsiteY3" fmla="*/ 256856 h 914400"/>
              <a:gd name="connsiteX4" fmla="*/ 689810 w 6010274"/>
              <a:gd name="connsiteY4" fmla="*/ 585628 h 914400"/>
              <a:gd name="connsiteX5" fmla="*/ 2034006 w 6010274"/>
              <a:gd name="connsiteY5" fmla="*/ 585628 h 914400"/>
              <a:gd name="connsiteX6" fmla="*/ 1689106 w 6010274"/>
              <a:gd name="connsiteY6" fmla="*/ 914400 h 914400"/>
              <a:gd name="connsiteX7" fmla="*/ 1344196 w 6010274"/>
              <a:gd name="connsiteY7" fmla="*/ 585628 h 914400"/>
              <a:gd name="connsiteX8" fmla="*/ 1689106 w 6010274"/>
              <a:gd name="connsiteY8" fmla="*/ 256856 h 914400"/>
              <a:gd name="connsiteX9" fmla="*/ 2034006 w 6010274"/>
              <a:gd name="connsiteY9" fmla="*/ 585628 h 914400"/>
              <a:gd name="connsiteX10" fmla="*/ 2735742 w 6010274"/>
              <a:gd name="connsiteY10" fmla="*/ 513625 h 914400"/>
              <a:gd name="connsiteX11" fmla="*/ 2735742 w 6010274"/>
              <a:gd name="connsiteY11" fmla="*/ 893024 h 914400"/>
              <a:gd name="connsiteX12" fmla="*/ 2568197 w 6010274"/>
              <a:gd name="connsiteY12" fmla="*/ 893024 h 914400"/>
              <a:gd name="connsiteX13" fmla="*/ 2568197 w 6010274"/>
              <a:gd name="connsiteY13" fmla="*/ 548674 h 914400"/>
              <a:gd name="connsiteX14" fmla="*/ 2440105 w 6010274"/>
              <a:gd name="connsiteY14" fmla="*/ 408563 h 914400"/>
              <a:gd name="connsiteX15" fmla="*/ 2294220 w 6010274"/>
              <a:gd name="connsiteY15" fmla="*/ 589522 h 914400"/>
              <a:gd name="connsiteX16" fmla="*/ 2294220 w 6010274"/>
              <a:gd name="connsiteY16" fmla="*/ 893024 h 914400"/>
              <a:gd name="connsiteX17" fmla="*/ 2126675 w 6010274"/>
              <a:gd name="connsiteY17" fmla="*/ 893024 h 914400"/>
              <a:gd name="connsiteX18" fmla="*/ 2126675 w 6010274"/>
              <a:gd name="connsiteY18" fmla="*/ 276241 h 914400"/>
              <a:gd name="connsiteX19" fmla="*/ 2292296 w 6010274"/>
              <a:gd name="connsiteY19" fmla="*/ 276241 h 914400"/>
              <a:gd name="connsiteX20" fmla="*/ 2292296 w 6010274"/>
              <a:gd name="connsiteY20" fmla="*/ 369620 h 914400"/>
              <a:gd name="connsiteX21" fmla="*/ 2296239 w 6010274"/>
              <a:gd name="connsiteY21" fmla="*/ 369620 h 914400"/>
              <a:gd name="connsiteX22" fmla="*/ 2499284 w 6010274"/>
              <a:gd name="connsiteY22" fmla="*/ 256769 h 914400"/>
              <a:gd name="connsiteX23" fmla="*/ 2735742 w 6010274"/>
              <a:gd name="connsiteY23" fmla="*/ 513625 h 914400"/>
              <a:gd name="connsiteX24" fmla="*/ 5261286 w 6010274"/>
              <a:gd name="connsiteY24" fmla="*/ 276241 h 914400"/>
              <a:gd name="connsiteX25" fmla="*/ 5261286 w 6010274"/>
              <a:gd name="connsiteY25" fmla="*/ 893024 h 914400"/>
              <a:gd name="connsiteX26" fmla="*/ 5093741 w 6010274"/>
              <a:gd name="connsiteY26" fmla="*/ 893024 h 914400"/>
              <a:gd name="connsiteX27" fmla="*/ 5093741 w 6010274"/>
              <a:gd name="connsiteY27" fmla="*/ 643957 h 914400"/>
              <a:gd name="connsiteX28" fmla="*/ 4825641 w 6010274"/>
              <a:gd name="connsiteY28" fmla="*/ 643957 h 914400"/>
              <a:gd name="connsiteX29" fmla="*/ 4825641 w 6010274"/>
              <a:gd name="connsiteY29" fmla="*/ 893024 h 914400"/>
              <a:gd name="connsiteX30" fmla="*/ 4658096 w 6010274"/>
              <a:gd name="connsiteY30" fmla="*/ 893024 h 914400"/>
              <a:gd name="connsiteX31" fmla="*/ 4658096 w 6010274"/>
              <a:gd name="connsiteY31" fmla="*/ 276241 h 914400"/>
              <a:gd name="connsiteX32" fmla="*/ 4825641 w 6010274"/>
              <a:gd name="connsiteY32" fmla="*/ 276241 h 914400"/>
              <a:gd name="connsiteX33" fmla="*/ 4825641 w 6010274"/>
              <a:gd name="connsiteY33" fmla="*/ 499951 h 914400"/>
              <a:gd name="connsiteX34" fmla="*/ 5093741 w 6010274"/>
              <a:gd name="connsiteY34" fmla="*/ 499951 h 914400"/>
              <a:gd name="connsiteX35" fmla="*/ 5093741 w 6010274"/>
              <a:gd name="connsiteY35" fmla="*/ 276241 h 914400"/>
              <a:gd name="connsiteX36" fmla="*/ 5261286 w 6010274"/>
              <a:gd name="connsiteY36" fmla="*/ 276241 h 914400"/>
              <a:gd name="connsiteX37" fmla="*/ 4348705 w 6010274"/>
              <a:gd name="connsiteY37" fmla="*/ 276241 h 914400"/>
              <a:gd name="connsiteX38" fmla="*/ 4348705 w 6010274"/>
              <a:gd name="connsiteY38" fmla="*/ 365726 h 914400"/>
              <a:gd name="connsiteX39" fmla="*/ 4344752 w 6010274"/>
              <a:gd name="connsiteY39" fmla="*/ 365726 h 914400"/>
              <a:gd name="connsiteX40" fmla="*/ 4135831 w 6010274"/>
              <a:gd name="connsiteY40" fmla="*/ 256769 h 914400"/>
              <a:gd name="connsiteX41" fmla="*/ 3838184 w 6010274"/>
              <a:gd name="connsiteY41" fmla="*/ 583638 h 914400"/>
              <a:gd name="connsiteX42" fmla="*/ 4135831 w 6010274"/>
              <a:gd name="connsiteY42" fmla="*/ 914400 h 914400"/>
              <a:gd name="connsiteX43" fmla="*/ 4344752 w 6010274"/>
              <a:gd name="connsiteY43" fmla="*/ 809338 h 914400"/>
              <a:gd name="connsiteX44" fmla="*/ 4348705 w 6010274"/>
              <a:gd name="connsiteY44" fmla="*/ 809338 h 914400"/>
              <a:gd name="connsiteX45" fmla="*/ 4348705 w 6010274"/>
              <a:gd name="connsiteY45" fmla="*/ 893024 h 914400"/>
              <a:gd name="connsiteX46" fmla="*/ 4516241 w 6010274"/>
              <a:gd name="connsiteY46" fmla="*/ 893024 h 914400"/>
              <a:gd name="connsiteX47" fmla="*/ 4516241 w 6010274"/>
              <a:gd name="connsiteY47" fmla="*/ 276241 h 914400"/>
              <a:gd name="connsiteX48" fmla="*/ 4348705 w 6010274"/>
              <a:gd name="connsiteY48" fmla="*/ 276241 h 914400"/>
              <a:gd name="connsiteX49" fmla="*/ 3461804 w 6010274"/>
              <a:gd name="connsiteY49" fmla="*/ 270443 h 914400"/>
              <a:gd name="connsiteX50" fmla="*/ 3239109 w 6010274"/>
              <a:gd name="connsiteY50" fmla="*/ 391082 h 914400"/>
              <a:gd name="connsiteX51" fmla="*/ 3235166 w 6010274"/>
              <a:gd name="connsiteY51" fmla="*/ 391082 h 914400"/>
              <a:gd name="connsiteX52" fmla="*/ 3449964 w 6010274"/>
              <a:gd name="connsiteY52" fmla="*/ 180959 h 914400"/>
              <a:gd name="connsiteX53" fmla="*/ 3700272 w 6010274"/>
              <a:gd name="connsiteY53" fmla="*/ 157592 h 914400"/>
              <a:gd name="connsiteX54" fmla="*/ 3700272 w 6010274"/>
              <a:gd name="connsiteY54" fmla="*/ 0 h 914400"/>
              <a:gd name="connsiteX55" fmla="*/ 3422351 w 6010274"/>
              <a:gd name="connsiteY55" fmla="*/ 21376 h 914400"/>
              <a:gd name="connsiteX56" fmla="*/ 3069555 w 6010274"/>
              <a:gd name="connsiteY56" fmla="*/ 517519 h 914400"/>
              <a:gd name="connsiteX57" fmla="*/ 3418408 w 6010274"/>
              <a:gd name="connsiteY57" fmla="*/ 914400 h 914400"/>
              <a:gd name="connsiteX58" fmla="*/ 3763308 w 6010274"/>
              <a:gd name="connsiteY58" fmla="*/ 583638 h 914400"/>
              <a:gd name="connsiteX59" fmla="*/ 3461804 w 6010274"/>
              <a:gd name="connsiteY59" fmla="*/ 270443 h 914400"/>
              <a:gd name="connsiteX60" fmla="*/ 750917 w 6010274"/>
              <a:gd name="connsiteY60" fmla="*/ 276241 h 914400"/>
              <a:gd name="connsiteX61" fmla="*/ 750917 w 6010274"/>
              <a:gd name="connsiteY61" fmla="*/ 416352 h 914400"/>
              <a:gd name="connsiteX62" fmla="*/ 1080040 w 6010274"/>
              <a:gd name="connsiteY62" fmla="*/ 416352 h 914400"/>
              <a:gd name="connsiteX63" fmla="*/ 743027 w 6010274"/>
              <a:gd name="connsiteY63" fmla="*/ 760702 h 914400"/>
              <a:gd name="connsiteX64" fmla="*/ 743027 w 6010274"/>
              <a:gd name="connsiteY64" fmla="*/ 893024 h 914400"/>
              <a:gd name="connsiteX65" fmla="*/ 1302820 w 6010274"/>
              <a:gd name="connsiteY65" fmla="*/ 893024 h 914400"/>
              <a:gd name="connsiteX66" fmla="*/ 1302820 w 6010274"/>
              <a:gd name="connsiteY66" fmla="*/ 752913 h 914400"/>
              <a:gd name="connsiteX67" fmla="*/ 950022 w 6010274"/>
              <a:gd name="connsiteY67" fmla="*/ 752913 h 914400"/>
              <a:gd name="connsiteX68" fmla="*/ 1287037 w 6010274"/>
              <a:gd name="connsiteY68" fmla="*/ 406573 h 914400"/>
              <a:gd name="connsiteX69" fmla="*/ 1287037 w 6010274"/>
              <a:gd name="connsiteY69" fmla="*/ 276241 h 914400"/>
              <a:gd name="connsiteX70" fmla="*/ 750917 w 6010274"/>
              <a:gd name="connsiteY70" fmla="*/ 276241 h 914400"/>
              <a:gd name="connsiteX71" fmla="*/ 4179227 w 6010274"/>
              <a:gd name="connsiteY71" fmla="*/ 764597 h 914400"/>
              <a:gd name="connsiteX72" fmla="*/ 4013701 w 6010274"/>
              <a:gd name="connsiteY72" fmla="*/ 587532 h 914400"/>
              <a:gd name="connsiteX73" fmla="*/ 4179227 w 6010274"/>
              <a:gd name="connsiteY73" fmla="*/ 406573 h 914400"/>
              <a:gd name="connsiteX74" fmla="*/ 4348705 w 6010274"/>
              <a:gd name="connsiteY74" fmla="*/ 585542 h 914400"/>
              <a:gd name="connsiteX75" fmla="*/ 4179227 w 6010274"/>
              <a:gd name="connsiteY75" fmla="*/ 764597 h 914400"/>
              <a:gd name="connsiteX76" fmla="*/ 175433 w 6010274"/>
              <a:gd name="connsiteY76" fmla="*/ 585628 h 914400"/>
              <a:gd name="connsiteX77" fmla="*/ 344905 w 6010274"/>
              <a:gd name="connsiteY77" fmla="*/ 762693 h 914400"/>
              <a:gd name="connsiteX78" fmla="*/ 514376 w 6010274"/>
              <a:gd name="connsiteY78" fmla="*/ 585628 h 914400"/>
              <a:gd name="connsiteX79" fmla="*/ 344905 w 6010274"/>
              <a:gd name="connsiteY79" fmla="*/ 408563 h 914400"/>
              <a:gd name="connsiteX80" fmla="*/ 175433 w 6010274"/>
              <a:gd name="connsiteY80" fmla="*/ 585628 h 914400"/>
              <a:gd name="connsiteX81" fmla="*/ 1519637 w 6010274"/>
              <a:gd name="connsiteY81" fmla="*/ 585628 h 914400"/>
              <a:gd name="connsiteX82" fmla="*/ 1689106 w 6010274"/>
              <a:gd name="connsiteY82" fmla="*/ 762693 h 914400"/>
              <a:gd name="connsiteX83" fmla="*/ 1858575 w 6010274"/>
              <a:gd name="connsiteY83" fmla="*/ 585628 h 914400"/>
              <a:gd name="connsiteX84" fmla="*/ 1689106 w 6010274"/>
              <a:gd name="connsiteY84" fmla="*/ 408563 h 914400"/>
              <a:gd name="connsiteX85" fmla="*/ 1519637 w 6010274"/>
              <a:gd name="connsiteY85" fmla="*/ 585628 h 914400"/>
              <a:gd name="connsiteX86" fmla="*/ 3416389 w 6010274"/>
              <a:gd name="connsiteY86" fmla="*/ 764597 h 914400"/>
              <a:gd name="connsiteX87" fmla="*/ 3244901 w 6010274"/>
              <a:gd name="connsiteY87" fmla="*/ 585628 h 914400"/>
              <a:gd name="connsiteX88" fmla="*/ 3416389 w 6010274"/>
              <a:gd name="connsiteY88" fmla="*/ 412458 h 914400"/>
              <a:gd name="connsiteX89" fmla="*/ 3587877 w 6010274"/>
              <a:gd name="connsiteY89" fmla="*/ 585628 h 914400"/>
              <a:gd name="connsiteX90" fmla="*/ 3416389 w 6010274"/>
              <a:gd name="connsiteY90" fmla="*/ 764597 h 914400"/>
              <a:gd name="connsiteX91" fmla="*/ 5797401 w 6010274"/>
              <a:gd name="connsiteY91" fmla="*/ 893024 h 914400"/>
              <a:gd name="connsiteX92" fmla="*/ 5570772 w 6010274"/>
              <a:gd name="connsiteY92" fmla="*/ 597311 h 914400"/>
              <a:gd name="connsiteX93" fmla="*/ 5570772 w 6010274"/>
              <a:gd name="connsiteY93" fmla="*/ 893024 h 914400"/>
              <a:gd name="connsiteX94" fmla="*/ 5403228 w 6010274"/>
              <a:gd name="connsiteY94" fmla="*/ 893024 h 914400"/>
              <a:gd name="connsiteX95" fmla="*/ 5403228 w 6010274"/>
              <a:gd name="connsiteY95" fmla="*/ 276241 h 914400"/>
              <a:gd name="connsiteX96" fmla="*/ 5570772 w 6010274"/>
              <a:gd name="connsiteY96" fmla="*/ 276241 h 914400"/>
              <a:gd name="connsiteX97" fmla="*/ 5570772 w 6010274"/>
              <a:gd name="connsiteY97" fmla="*/ 531106 h 914400"/>
              <a:gd name="connsiteX98" fmla="*/ 5779694 w 6010274"/>
              <a:gd name="connsiteY98" fmla="*/ 276241 h 914400"/>
              <a:gd name="connsiteX99" fmla="*/ 5986691 w 6010274"/>
              <a:gd name="connsiteY99" fmla="*/ 276241 h 914400"/>
              <a:gd name="connsiteX100" fmla="*/ 5730421 w 6010274"/>
              <a:gd name="connsiteY100" fmla="*/ 556377 h 914400"/>
              <a:gd name="connsiteX101" fmla="*/ 6010275 w 6010274"/>
              <a:gd name="connsiteY101" fmla="*/ 892937 h 914400"/>
              <a:gd name="connsiteX102" fmla="*/ 5797401 w 6010274"/>
              <a:gd name="connsiteY102" fmla="*/ 892937 h 914400"/>
              <a:gd name="connsiteX103" fmla="*/ 5797401 w 6010274"/>
              <a:gd name="connsiteY103" fmla="*/ 893024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10274" h="914400">
                <a:moveTo>
                  <a:pt x="689810" y="585628"/>
                </a:moveTo>
                <a:cubicBezTo>
                  <a:pt x="689810" y="780174"/>
                  <a:pt x="543922" y="914400"/>
                  <a:pt x="344905" y="914400"/>
                </a:cubicBezTo>
                <a:cubicBezTo>
                  <a:pt x="145800" y="914400"/>
                  <a:pt x="0" y="780174"/>
                  <a:pt x="0" y="585628"/>
                </a:cubicBezTo>
                <a:cubicBezTo>
                  <a:pt x="0" y="391082"/>
                  <a:pt x="145887" y="256856"/>
                  <a:pt x="344905" y="256856"/>
                </a:cubicBezTo>
                <a:cubicBezTo>
                  <a:pt x="544010" y="256856"/>
                  <a:pt x="689810" y="391082"/>
                  <a:pt x="689810" y="585628"/>
                </a:cubicBezTo>
                <a:close/>
                <a:moveTo>
                  <a:pt x="2034006" y="585628"/>
                </a:moveTo>
                <a:cubicBezTo>
                  <a:pt x="2034006" y="780174"/>
                  <a:pt x="1888121" y="914400"/>
                  <a:pt x="1689106" y="914400"/>
                </a:cubicBezTo>
                <a:cubicBezTo>
                  <a:pt x="1490091" y="914400"/>
                  <a:pt x="1344196" y="780174"/>
                  <a:pt x="1344196" y="585628"/>
                </a:cubicBezTo>
                <a:cubicBezTo>
                  <a:pt x="1344196" y="391082"/>
                  <a:pt x="1490091" y="256856"/>
                  <a:pt x="1689106" y="256856"/>
                </a:cubicBezTo>
                <a:cubicBezTo>
                  <a:pt x="1888121" y="256856"/>
                  <a:pt x="2034006" y="391082"/>
                  <a:pt x="2034006" y="585628"/>
                </a:cubicBezTo>
                <a:close/>
                <a:moveTo>
                  <a:pt x="2735742" y="513625"/>
                </a:moveTo>
                <a:lnTo>
                  <a:pt x="2735742" y="893024"/>
                </a:lnTo>
                <a:lnTo>
                  <a:pt x="2568197" y="893024"/>
                </a:lnTo>
                <a:lnTo>
                  <a:pt x="2568197" y="548674"/>
                </a:lnTo>
                <a:cubicBezTo>
                  <a:pt x="2568197" y="449498"/>
                  <a:pt x="2520858" y="408563"/>
                  <a:pt x="2440105" y="408563"/>
                </a:cubicBezTo>
                <a:cubicBezTo>
                  <a:pt x="2355332" y="408563"/>
                  <a:pt x="2294220" y="455209"/>
                  <a:pt x="2294220" y="589522"/>
                </a:cubicBezTo>
                <a:lnTo>
                  <a:pt x="2294220" y="893024"/>
                </a:lnTo>
                <a:lnTo>
                  <a:pt x="2126675" y="893024"/>
                </a:lnTo>
                <a:lnTo>
                  <a:pt x="2126675" y="276241"/>
                </a:lnTo>
                <a:lnTo>
                  <a:pt x="2292296" y="276241"/>
                </a:lnTo>
                <a:lnTo>
                  <a:pt x="2292296" y="369620"/>
                </a:lnTo>
                <a:lnTo>
                  <a:pt x="2296239" y="369620"/>
                </a:lnTo>
                <a:cubicBezTo>
                  <a:pt x="2337616" y="299607"/>
                  <a:pt x="2408634" y="256769"/>
                  <a:pt x="2499284" y="256769"/>
                </a:cubicBezTo>
                <a:cubicBezTo>
                  <a:pt x="2635177" y="256856"/>
                  <a:pt x="2735742" y="330762"/>
                  <a:pt x="2735742" y="513625"/>
                </a:cubicBezTo>
                <a:close/>
                <a:moveTo>
                  <a:pt x="5261286" y="276241"/>
                </a:moveTo>
                <a:lnTo>
                  <a:pt x="5261286" y="893024"/>
                </a:lnTo>
                <a:lnTo>
                  <a:pt x="5093741" y="893024"/>
                </a:lnTo>
                <a:lnTo>
                  <a:pt x="5093741" y="643957"/>
                </a:lnTo>
                <a:lnTo>
                  <a:pt x="4825641" y="643957"/>
                </a:lnTo>
                <a:lnTo>
                  <a:pt x="4825641" y="893024"/>
                </a:lnTo>
                <a:lnTo>
                  <a:pt x="4658096" y="893024"/>
                </a:lnTo>
                <a:lnTo>
                  <a:pt x="4658096" y="276241"/>
                </a:lnTo>
                <a:lnTo>
                  <a:pt x="4825641" y="276241"/>
                </a:lnTo>
                <a:lnTo>
                  <a:pt x="4825641" y="499951"/>
                </a:lnTo>
                <a:lnTo>
                  <a:pt x="5093741" y="499951"/>
                </a:lnTo>
                <a:lnTo>
                  <a:pt x="5093741" y="276241"/>
                </a:lnTo>
                <a:lnTo>
                  <a:pt x="5261286" y="276241"/>
                </a:lnTo>
                <a:close/>
                <a:moveTo>
                  <a:pt x="4348705" y="276241"/>
                </a:moveTo>
                <a:lnTo>
                  <a:pt x="4348705" y="365726"/>
                </a:lnTo>
                <a:lnTo>
                  <a:pt x="4344752" y="365726"/>
                </a:lnTo>
                <a:cubicBezTo>
                  <a:pt x="4315206" y="303502"/>
                  <a:pt x="4236301" y="256769"/>
                  <a:pt x="4135831" y="256769"/>
                </a:cubicBezTo>
                <a:cubicBezTo>
                  <a:pt x="3972230" y="256769"/>
                  <a:pt x="3838184" y="373514"/>
                  <a:pt x="3838184" y="583638"/>
                </a:cubicBezTo>
                <a:cubicBezTo>
                  <a:pt x="3838184" y="795751"/>
                  <a:pt x="3968286" y="914400"/>
                  <a:pt x="4135831" y="914400"/>
                </a:cubicBezTo>
                <a:cubicBezTo>
                  <a:pt x="4238320" y="914400"/>
                  <a:pt x="4311263" y="867667"/>
                  <a:pt x="4344752" y="809338"/>
                </a:cubicBezTo>
                <a:lnTo>
                  <a:pt x="4348705" y="809338"/>
                </a:lnTo>
                <a:lnTo>
                  <a:pt x="4348705" y="893024"/>
                </a:lnTo>
                <a:lnTo>
                  <a:pt x="4516241" y="893024"/>
                </a:lnTo>
                <a:lnTo>
                  <a:pt x="4516241" y="276241"/>
                </a:lnTo>
                <a:lnTo>
                  <a:pt x="4348705" y="276241"/>
                </a:lnTo>
                <a:close/>
                <a:moveTo>
                  <a:pt x="3461804" y="270443"/>
                </a:moveTo>
                <a:cubicBezTo>
                  <a:pt x="3359315" y="270443"/>
                  <a:pt x="3280496" y="317176"/>
                  <a:pt x="3239109" y="391082"/>
                </a:cubicBezTo>
                <a:lnTo>
                  <a:pt x="3235166" y="391082"/>
                </a:lnTo>
                <a:cubicBezTo>
                  <a:pt x="3241043" y="254865"/>
                  <a:pt x="3288382" y="196536"/>
                  <a:pt x="3449964" y="180959"/>
                </a:cubicBezTo>
                <a:lnTo>
                  <a:pt x="3700272" y="157592"/>
                </a:lnTo>
                <a:lnTo>
                  <a:pt x="3700272" y="0"/>
                </a:lnTo>
                <a:lnTo>
                  <a:pt x="3422351" y="21376"/>
                </a:lnTo>
                <a:cubicBezTo>
                  <a:pt x="3150394" y="42752"/>
                  <a:pt x="3069555" y="225701"/>
                  <a:pt x="3069555" y="517519"/>
                </a:cubicBezTo>
                <a:cubicBezTo>
                  <a:pt x="3069555" y="776279"/>
                  <a:pt x="3221317" y="914400"/>
                  <a:pt x="3418408" y="914400"/>
                </a:cubicBezTo>
                <a:cubicBezTo>
                  <a:pt x="3613566" y="914400"/>
                  <a:pt x="3763308" y="776279"/>
                  <a:pt x="3763308" y="583638"/>
                </a:cubicBezTo>
                <a:cubicBezTo>
                  <a:pt x="3763308" y="391082"/>
                  <a:pt x="3627329" y="270443"/>
                  <a:pt x="3461804" y="270443"/>
                </a:cubicBezTo>
                <a:close/>
                <a:moveTo>
                  <a:pt x="750917" y="276241"/>
                </a:moveTo>
                <a:lnTo>
                  <a:pt x="750917" y="416352"/>
                </a:lnTo>
                <a:lnTo>
                  <a:pt x="1080040" y="416352"/>
                </a:lnTo>
                <a:lnTo>
                  <a:pt x="743027" y="760702"/>
                </a:lnTo>
                <a:lnTo>
                  <a:pt x="743027" y="893024"/>
                </a:lnTo>
                <a:lnTo>
                  <a:pt x="1302820" y="893024"/>
                </a:lnTo>
                <a:lnTo>
                  <a:pt x="1302820" y="752913"/>
                </a:lnTo>
                <a:lnTo>
                  <a:pt x="950022" y="752913"/>
                </a:lnTo>
                <a:lnTo>
                  <a:pt x="1287037" y="406573"/>
                </a:lnTo>
                <a:lnTo>
                  <a:pt x="1287037" y="276241"/>
                </a:lnTo>
                <a:lnTo>
                  <a:pt x="750917" y="276241"/>
                </a:lnTo>
                <a:close/>
                <a:moveTo>
                  <a:pt x="4179227" y="764597"/>
                </a:moveTo>
                <a:cubicBezTo>
                  <a:pt x="4078672" y="764597"/>
                  <a:pt x="4013701" y="690689"/>
                  <a:pt x="4013701" y="587532"/>
                </a:cubicBezTo>
                <a:cubicBezTo>
                  <a:pt x="4013701" y="482470"/>
                  <a:pt x="4078757" y="406573"/>
                  <a:pt x="4179227" y="406573"/>
                </a:cubicBezTo>
                <a:cubicBezTo>
                  <a:pt x="4279706" y="406573"/>
                  <a:pt x="4348705" y="480480"/>
                  <a:pt x="4348705" y="585542"/>
                </a:cubicBezTo>
                <a:cubicBezTo>
                  <a:pt x="4348705" y="688699"/>
                  <a:pt x="4279706" y="764597"/>
                  <a:pt x="4179227" y="764597"/>
                </a:cubicBezTo>
                <a:close/>
                <a:moveTo>
                  <a:pt x="175433" y="585628"/>
                </a:moveTo>
                <a:cubicBezTo>
                  <a:pt x="175433" y="692593"/>
                  <a:pt x="242416" y="762693"/>
                  <a:pt x="344905" y="762693"/>
                </a:cubicBezTo>
                <a:cubicBezTo>
                  <a:pt x="447395" y="762693"/>
                  <a:pt x="514376" y="692680"/>
                  <a:pt x="514376" y="585628"/>
                </a:cubicBezTo>
                <a:cubicBezTo>
                  <a:pt x="514376" y="478576"/>
                  <a:pt x="447395" y="408563"/>
                  <a:pt x="344905" y="408563"/>
                </a:cubicBezTo>
                <a:cubicBezTo>
                  <a:pt x="242416" y="408563"/>
                  <a:pt x="175433" y="478576"/>
                  <a:pt x="175433" y="585628"/>
                </a:cubicBezTo>
                <a:close/>
                <a:moveTo>
                  <a:pt x="1519637" y="585628"/>
                </a:moveTo>
                <a:cubicBezTo>
                  <a:pt x="1519637" y="692593"/>
                  <a:pt x="1586617" y="762693"/>
                  <a:pt x="1689106" y="762693"/>
                </a:cubicBezTo>
                <a:cubicBezTo>
                  <a:pt x="1791595" y="762693"/>
                  <a:pt x="1858575" y="692680"/>
                  <a:pt x="1858575" y="585628"/>
                </a:cubicBezTo>
                <a:cubicBezTo>
                  <a:pt x="1858575" y="478576"/>
                  <a:pt x="1791595" y="408563"/>
                  <a:pt x="1689106" y="408563"/>
                </a:cubicBezTo>
                <a:cubicBezTo>
                  <a:pt x="1586617" y="408563"/>
                  <a:pt x="1519637" y="478576"/>
                  <a:pt x="1519637" y="585628"/>
                </a:cubicBezTo>
                <a:close/>
                <a:moveTo>
                  <a:pt x="3416389" y="764597"/>
                </a:moveTo>
                <a:cubicBezTo>
                  <a:pt x="3319862" y="764597"/>
                  <a:pt x="3244901" y="692593"/>
                  <a:pt x="3244901" y="585628"/>
                </a:cubicBezTo>
                <a:cubicBezTo>
                  <a:pt x="3244901" y="476672"/>
                  <a:pt x="3319777" y="412458"/>
                  <a:pt x="3416389" y="412458"/>
                </a:cubicBezTo>
                <a:cubicBezTo>
                  <a:pt x="3513001" y="412458"/>
                  <a:pt x="3587877" y="476672"/>
                  <a:pt x="3587877" y="585628"/>
                </a:cubicBezTo>
                <a:cubicBezTo>
                  <a:pt x="3587877" y="692593"/>
                  <a:pt x="3513001" y="764597"/>
                  <a:pt x="3416389" y="764597"/>
                </a:cubicBezTo>
                <a:close/>
                <a:moveTo>
                  <a:pt x="5797401" y="893024"/>
                </a:moveTo>
                <a:lnTo>
                  <a:pt x="5570772" y="597311"/>
                </a:lnTo>
                <a:lnTo>
                  <a:pt x="5570772" y="893024"/>
                </a:lnTo>
                <a:lnTo>
                  <a:pt x="5403228" y="893024"/>
                </a:lnTo>
                <a:lnTo>
                  <a:pt x="5403228" y="276241"/>
                </a:lnTo>
                <a:lnTo>
                  <a:pt x="5570772" y="276241"/>
                </a:lnTo>
                <a:lnTo>
                  <a:pt x="5570772" y="531106"/>
                </a:lnTo>
                <a:lnTo>
                  <a:pt x="5779694" y="276241"/>
                </a:lnTo>
                <a:lnTo>
                  <a:pt x="5986691" y="276241"/>
                </a:lnTo>
                <a:lnTo>
                  <a:pt x="5730421" y="556377"/>
                </a:lnTo>
                <a:lnTo>
                  <a:pt x="6010275" y="892937"/>
                </a:lnTo>
                <a:lnTo>
                  <a:pt x="5797401" y="892937"/>
                </a:lnTo>
                <a:lnTo>
                  <a:pt x="5797401" y="893024"/>
                </a:lnTo>
                <a:close/>
              </a:path>
            </a:pathLst>
          </a:custGeom>
          <a:solidFill>
            <a:schemeClr val="bg2"/>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1056308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Прямоугольник: скругленные углы 35">
            <a:extLst>
              <a:ext uri="{FF2B5EF4-FFF2-40B4-BE49-F238E27FC236}">
                <a16:creationId xmlns:a16="http://schemas.microsoft.com/office/drawing/2014/main" id="{40E814EA-BF94-A5D2-3AEF-B52F448C91FC}"/>
              </a:ext>
            </a:extLst>
          </p:cNvPr>
          <p:cNvSpPr/>
          <p:nvPr/>
        </p:nvSpPr>
        <p:spPr>
          <a:xfrm>
            <a:off x="8021636" y="3866095"/>
            <a:ext cx="3533387" cy="1726442"/>
          </a:xfrm>
          <a:prstGeom prst="roundRect">
            <a:avLst>
              <a:gd name="adj" fmla="val 17103"/>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7" name="Прямоугольник: скругленные углы 36">
            <a:extLst>
              <a:ext uri="{FF2B5EF4-FFF2-40B4-BE49-F238E27FC236}">
                <a16:creationId xmlns:a16="http://schemas.microsoft.com/office/drawing/2014/main" id="{EEC03C16-67FC-1B4B-5326-263194BAB146}"/>
              </a:ext>
            </a:extLst>
          </p:cNvPr>
          <p:cNvSpPr/>
          <p:nvPr/>
        </p:nvSpPr>
        <p:spPr>
          <a:xfrm>
            <a:off x="4330699" y="3866095"/>
            <a:ext cx="3533387" cy="1726442"/>
          </a:xfrm>
          <a:prstGeom prst="roundRect">
            <a:avLst>
              <a:gd name="adj" fmla="val 1651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8" name="Прямоугольник: скругленные углы 37">
            <a:extLst>
              <a:ext uri="{FF2B5EF4-FFF2-40B4-BE49-F238E27FC236}">
                <a16:creationId xmlns:a16="http://schemas.microsoft.com/office/drawing/2014/main" id="{739255F0-929D-FA2F-9B30-5EA3335A6503}"/>
              </a:ext>
            </a:extLst>
          </p:cNvPr>
          <p:cNvSpPr/>
          <p:nvPr/>
        </p:nvSpPr>
        <p:spPr>
          <a:xfrm>
            <a:off x="639762" y="3866095"/>
            <a:ext cx="3533387" cy="1726442"/>
          </a:xfrm>
          <a:prstGeom prst="roundRect">
            <a:avLst>
              <a:gd name="adj" fmla="val 16716"/>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 name="Прямоугольник: скругленные углы 4">
            <a:extLst>
              <a:ext uri="{FF2B5EF4-FFF2-40B4-BE49-F238E27FC236}">
                <a16:creationId xmlns:a16="http://schemas.microsoft.com/office/drawing/2014/main" id="{BBC51523-1559-E220-B0C1-D69DD42673E7}"/>
              </a:ext>
            </a:extLst>
          </p:cNvPr>
          <p:cNvSpPr/>
          <p:nvPr/>
        </p:nvSpPr>
        <p:spPr>
          <a:xfrm>
            <a:off x="8021636" y="1989670"/>
            <a:ext cx="3533387" cy="1726442"/>
          </a:xfrm>
          <a:prstGeom prst="roundRect">
            <a:avLst>
              <a:gd name="adj" fmla="val 17103"/>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 name="Прямоугольник: скругленные углы 6">
            <a:extLst>
              <a:ext uri="{FF2B5EF4-FFF2-40B4-BE49-F238E27FC236}">
                <a16:creationId xmlns:a16="http://schemas.microsoft.com/office/drawing/2014/main" id="{D7428D37-C79D-A349-6C06-AE3965A13085}"/>
              </a:ext>
            </a:extLst>
          </p:cNvPr>
          <p:cNvSpPr/>
          <p:nvPr/>
        </p:nvSpPr>
        <p:spPr>
          <a:xfrm>
            <a:off x="4330699" y="1989670"/>
            <a:ext cx="3533387" cy="1726442"/>
          </a:xfrm>
          <a:prstGeom prst="roundRect">
            <a:avLst>
              <a:gd name="adj" fmla="val 16514"/>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 name="Прямоугольник: скругленные углы 8">
            <a:extLst>
              <a:ext uri="{FF2B5EF4-FFF2-40B4-BE49-F238E27FC236}">
                <a16:creationId xmlns:a16="http://schemas.microsoft.com/office/drawing/2014/main" id="{15BB4520-4DB0-393D-5C17-0BE944D24106}"/>
              </a:ext>
            </a:extLst>
          </p:cNvPr>
          <p:cNvSpPr/>
          <p:nvPr/>
        </p:nvSpPr>
        <p:spPr>
          <a:xfrm>
            <a:off x="639762" y="1989670"/>
            <a:ext cx="3533387" cy="1726442"/>
          </a:xfrm>
          <a:prstGeom prst="roundRect">
            <a:avLst>
              <a:gd name="adj" fmla="val 1671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Овал 1">
            <a:extLst>
              <a:ext uri="{FF2B5EF4-FFF2-40B4-BE49-F238E27FC236}">
                <a16:creationId xmlns:a16="http://schemas.microsoft.com/office/drawing/2014/main" id="{6CE076DD-6A49-16B7-D9FF-40BD81C81AC5}"/>
              </a:ext>
            </a:extLst>
          </p:cNvPr>
          <p:cNvSpPr/>
          <p:nvPr/>
        </p:nvSpPr>
        <p:spPr>
          <a:xfrm>
            <a:off x="881014" y="2178290"/>
            <a:ext cx="1214623" cy="1214623"/>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8" name="Овал 17">
            <a:extLst>
              <a:ext uri="{FF2B5EF4-FFF2-40B4-BE49-F238E27FC236}">
                <a16:creationId xmlns:a16="http://schemas.microsoft.com/office/drawing/2014/main" id="{7DCCE15E-0ACC-BE2F-A5A1-3673E18B391E}"/>
              </a:ext>
            </a:extLst>
          </p:cNvPr>
          <p:cNvSpPr/>
          <p:nvPr/>
        </p:nvSpPr>
        <p:spPr>
          <a:xfrm>
            <a:off x="881014" y="4055998"/>
            <a:ext cx="1214623" cy="1214623"/>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9" name="Овал 18">
            <a:extLst>
              <a:ext uri="{FF2B5EF4-FFF2-40B4-BE49-F238E27FC236}">
                <a16:creationId xmlns:a16="http://schemas.microsoft.com/office/drawing/2014/main" id="{3C623538-53E7-9F9E-4A3D-F44A941A3D7B}"/>
              </a:ext>
            </a:extLst>
          </p:cNvPr>
          <p:cNvSpPr/>
          <p:nvPr/>
        </p:nvSpPr>
        <p:spPr>
          <a:xfrm>
            <a:off x="4660636" y="2178290"/>
            <a:ext cx="1214623" cy="1214623"/>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3" name="Овал 32">
            <a:extLst>
              <a:ext uri="{FF2B5EF4-FFF2-40B4-BE49-F238E27FC236}">
                <a16:creationId xmlns:a16="http://schemas.microsoft.com/office/drawing/2014/main" id="{2EE83762-A192-7B0B-2618-C573AF541D83}"/>
              </a:ext>
            </a:extLst>
          </p:cNvPr>
          <p:cNvSpPr/>
          <p:nvPr/>
        </p:nvSpPr>
        <p:spPr>
          <a:xfrm>
            <a:off x="4660636" y="4055998"/>
            <a:ext cx="1214623" cy="1214623"/>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4" name="Овал 33">
            <a:extLst>
              <a:ext uri="{FF2B5EF4-FFF2-40B4-BE49-F238E27FC236}">
                <a16:creationId xmlns:a16="http://schemas.microsoft.com/office/drawing/2014/main" id="{9F0A2429-8F27-4AC0-8594-C81F4D88B833}"/>
              </a:ext>
            </a:extLst>
          </p:cNvPr>
          <p:cNvSpPr/>
          <p:nvPr/>
        </p:nvSpPr>
        <p:spPr>
          <a:xfrm>
            <a:off x="8360194" y="2178290"/>
            <a:ext cx="1214623" cy="1214623"/>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5" name="Овал 34">
            <a:extLst>
              <a:ext uri="{FF2B5EF4-FFF2-40B4-BE49-F238E27FC236}">
                <a16:creationId xmlns:a16="http://schemas.microsoft.com/office/drawing/2014/main" id="{55B8B4A2-F5AE-3967-2712-5A58033471C7}"/>
              </a:ext>
            </a:extLst>
          </p:cNvPr>
          <p:cNvSpPr/>
          <p:nvPr/>
        </p:nvSpPr>
        <p:spPr>
          <a:xfrm>
            <a:off x="8360194" y="4055998"/>
            <a:ext cx="1214623" cy="1214623"/>
          </a:xfrm>
          <a:prstGeom prst="ellipse">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 name="Номер слайда 2">
            <a:extLst>
              <a:ext uri="{FF2B5EF4-FFF2-40B4-BE49-F238E27FC236}">
                <a16:creationId xmlns:a16="http://schemas.microsoft.com/office/drawing/2014/main" id="{E5A5CDF4-A839-3C2F-3C17-E9A0B4BABF1A}"/>
              </a:ext>
            </a:extLst>
          </p:cNvPr>
          <p:cNvSpPr>
            <a:spLocks noGrp="1"/>
          </p:cNvSpPr>
          <p:nvPr>
            <p:ph type="sldNum" sz="quarter" idx="12"/>
          </p:nvPr>
        </p:nvSpPr>
        <p:spPr/>
        <p:txBody>
          <a:bodyPr/>
          <a:lstStyle/>
          <a:p>
            <a:fld id="{EB5249F5-0093-48B0-B996-C4E44A87EAFB}" type="slidenum">
              <a:rPr lang="ru-RU" smtClean="0"/>
              <a:pPr/>
              <a:t>28</a:t>
            </a:fld>
            <a:endParaRPr lang="ru-RU"/>
          </a:p>
        </p:txBody>
      </p:sp>
      <p:sp>
        <p:nvSpPr>
          <p:cNvPr id="4" name="Заголовок 3">
            <a:extLst>
              <a:ext uri="{FF2B5EF4-FFF2-40B4-BE49-F238E27FC236}">
                <a16:creationId xmlns:a16="http://schemas.microsoft.com/office/drawing/2014/main" id="{732B67B4-E3FC-8DDA-CAE2-F265E8B82237}"/>
              </a:ext>
            </a:extLst>
          </p:cNvPr>
          <p:cNvSpPr>
            <a:spLocks noGrp="1"/>
          </p:cNvSpPr>
          <p:nvPr>
            <p:ph type="title"/>
          </p:nvPr>
        </p:nvSpPr>
        <p:spPr/>
        <p:txBody>
          <a:bodyPr/>
          <a:lstStyle/>
          <a:p>
            <a:r>
              <a:rPr lang="ru-RU"/>
              <a:t>Сформулируй заголовок </a:t>
            </a:r>
            <a:br>
              <a:rPr lang="ru-RU"/>
            </a:br>
            <a:r>
              <a:rPr lang="ru-RU"/>
              <a:t>слайда в 1–2 строки</a:t>
            </a:r>
            <a:br>
              <a:rPr lang="ru-RU"/>
            </a:br>
            <a:endParaRPr lang="ru-RU"/>
          </a:p>
        </p:txBody>
      </p:sp>
      <p:sp>
        <p:nvSpPr>
          <p:cNvPr id="11" name="TextBox 10">
            <a:extLst>
              <a:ext uri="{FF2B5EF4-FFF2-40B4-BE49-F238E27FC236}">
                <a16:creationId xmlns:a16="http://schemas.microsoft.com/office/drawing/2014/main" id="{E6808A0A-D7D9-0388-7537-62E681266ADF}"/>
              </a:ext>
            </a:extLst>
          </p:cNvPr>
          <p:cNvSpPr txBox="1"/>
          <p:nvPr/>
        </p:nvSpPr>
        <p:spPr>
          <a:xfrm>
            <a:off x="2303147" y="2178291"/>
            <a:ext cx="1720214" cy="553998"/>
          </a:xfrm>
          <a:prstGeom prst="rect">
            <a:avLst/>
          </a:prstGeom>
          <a:noFill/>
        </p:spPr>
        <p:txBody>
          <a:bodyPr wrap="square" lIns="0" tIns="0" rIns="0" bIns="0" rtlCol="0">
            <a:spAutoFit/>
          </a:bodyPr>
          <a:lstStyle/>
          <a:p>
            <a:pPr algn="l"/>
            <a:r>
              <a:rPr lang="ru-RU" b="1">
                <a:solidFill>
                  <a:schemeClr val="bg1"/>
                </a:solidFill>
              </a:rPr>
              <a:t>Имя</a:t>
            </a:r>
            <a:br>
              <a:rPr lang="ru-RU" b="1">
                <a:solidFill>
                  <a:schemeClr val="bg1"/>
                </a:solidFill>
              </a:rPr>
            </a:br>
            <a:r>
              <a:rPr lang="ru-RU" b="1">
                <a:solidFill>
                  <a:schemeClr val="bg1"/>
                </a:solidFill>
              </a:rPr>
              <a:t>Фамилия</a:t>
            </a:r>
          </a:p>
        </p:txBody>
      </p:sp>
      <p:sp>
        <p:nvSpPr>
          <p:cNvPr id="12" name="TextBox 11">
            <a:extLst>
              <a:ext uri="{FF2B5EF4-FFF2-40B4-BE49-F238E27FC236}">
                <a16:creationId xmlns:a16="http://schemas.microsoft.com/office/drawing/2014/main" id="{07B7AE9B-2BEE-69E3-9662-252BE96BEBD4}"/>
              </a:ext>
            </a:extLst>
          </p:cNvPr>
          <p:cNvSpPr txBox="1"/>
          <p:nvPr/>
        </p:nvSpPr>
        <p:spPr>
          <a:xfrm>
            <a:off x="2303147" y="2843585"/>
            <a:ext cx="1720213" cy="430887"/>
          </a:xfrm>
          <a:prstGeom prst="rect">
            <a:avLst/>
          </a:prstGeom>
          <a:noFill/>
        </p:spPr>
        <p:txBody>
          <a:bodyPr wrap="square" lIns="0" tIns="0" rIns="0" bIns="0" rtlCol="0">
            <a:spAutoFit/>
          </a:bodyPr>
          <a:lstStyle/>
          <a:p>
            <a:r>
              <a:rPr lang="ru-RU" sz="1400">
                <a:solidFill>
                  <a:schemeClr val="bg1"/>
                </a:solidFill>
              </a:rPr>
              <a:t>Здесь может быть </a:t>
            </a:r>
            <a:br>
              <a:rPr lang="ru-RU" sz="1400">
                <a:solidFill>
                  <a:schemeClr val="bg1"/>
                </a:solidFill>
              </a:rPr>
            </a:br>
            <a:r>
              <a:rPr lang="ru-RU" sz="1400">
                <a:solidFill>
                  <a:schemeClr val="bg1"/>
                </a:solidFill>
              </a:rPr>
              <a:t>твой текст. </a:t>
            </a:r>
          </a:p>
        </p:txBody>
      </p:sp>
      <p:sp>
        <p:nvSpPr>
          <p:cNvPr id="13" name="TextBox 12">
            <a:extLst>
              <a:ext uri="{FF2B5EF4-FFF2-40B4-BE49-F238E27FC236}">
                <a16:creationId xmlns:a16="http://schemas.microsoft.com/office/drawing/2014/main" id="{6060FC08-C0F4-0E80-AC24-3C7717708D34}"/>
              </a:ext>
            </a:extLst>
          </p:cNvPr>
          <p:cNvSpPr txBox="1"/>
          <p:nvPr/>
        </p:nvSpPr>
        <p:spPr>
          <a:xfrm>
            <a:off x="5994084" y="2186916"/>
            <a:ext cx="1720214" cy="553998"/>
          </a:xfrm>
          <a:prstGeom prst="rect">
            <a:avLst/>
          </a:prstGeom>
          <a:noFill/>
        </p:spPr>
        <p:txBody>
          <a:bodyPr wrap="square" lIns="0" tIns="0" rIns="0" bIns="0" rtlCol="0">
            <a:spAutoFit/>
          </a:bodyPr>
          <a:lstStyle/>
          <a:p>
            <a:pPr algn="l"/>
            <a:r>
              <a:rPr lang="ru-RU" b="1">
                <a:solidFill>
                  <a:schemeClr val="bg1"/>
                </a:solidFill>
              </a:rPr>
              <a:t>Имя</a:t>
            </a:r>
            <a:br>
              <a:rPr lang="ru-RU" b="1">
                <a:solidFill>
                  <a:schemeClr val="bg1"/>
                </a:solidFill>
              </a:rPr>
            </a:br>
            <a:r>
              <a:rPr lang="ru-RU" b="1">
                <a:solidFill>
                  <a:schemeClr val="bg1"/>
                </a:solidFill>
              </a:rPr>
              <a:t>Фамилия</a:t>
            </a:r>
          </a:p>
        </p:txBody>
      </p:sp>
      <p:sp>
        <p:nvSpPr>
          <p:cNvPr id="14" name="TextBox 13">
            <a:extLst>
              <a:ext uri="{FF2B5EF4-FFF2-40B4-BE49-F238E27FC236}">
                <a16:creationId xmlns:a16="http://schemas.microsoft.com/office/drawing/2014/main" id="{7EFD7DBA-10F9-D6CE-7D8D-32327F274F48}"/>
              </a:ext>
            </a:extLst>
          </p:cNvPr>
          <p:cNvSpPr txBox="1"/>
          <p:nvPr/>
        </p:nvSpPr>
        <p:spPr>
          <a:xfrm>
            <a:off x="5994084" y="2843585"/>
            <a:ext cx="1720213" cy="430887"/>
          </a:xfrm>
          <a:prstGeom prst="rect">
            <a:avLst/>
          </a:prstGeom>
          <a:noFill/>
        </p:spPr>
        <p:txBody>
          <a:bodyPr wrap="square" lIns="0" tIns="0" rIns="0" bIns="0" rtlCol="0">
            <a:spAutoFit/>
          </a:bodyPr>
          <a:lstStyle/>
          <a:p>
            <a:r>
              <a:rPr lang="ru-RU" sz="1400">
                <a:solidFill>
                  <a:schemeClr val="bg1"/>
                </a:solidFill>
              </a:rPr>
              <a:t>Здесь может быть </a:t>
            </a:r>
            <a:br>
              <a:rPr lang="ru-RU" sz="1400">
                <a:solidFill>
                  <a:schemeClr val="bg1"/>
                </a:solidFill>
              </a:rPr>
            </a:br>
            <a:r>
              <a:rPr lang="ru-RU" sz="1400">
                <a:solidFill>
                  <a:schemeClr val="bg1"/>
                </a:solidFill>
              </a:rPr>
              <a:t>твой текст. </a:t>
            </a:r>
          </a:p>
        </p:txBody>
      </p:sp>
      <p:sp>
        <p:nvSpPr>
          <p:cNvPr id="15" name="TextBox 14">
            <a:extLst>
              <a:ext uri="{FF2B5EF4-FFF2-40B4-BE49-F238E27FC236}">
                <a16:creationId xmlns:a16="http://schemas.microsoft.com/office/drawing/2014/main" id="{5F274E70-1877-4215-76A3-056A60598736}"/>
              </a:ext>
            </a:extLst>
          </p:cNvPr>
          <p:cNvSpPr txBox="1"/>
          <p:nvPr/>
        </p:nvSpPr>
        <p:spPr>
          <a:xfrm>
            <a:off x="9685021" y="2186916"/>
            <a:ext cx="1720214" cy="553998"/>
          </a:xfrm>
          <a:prstGeom prst="rect">
            <a:avLst/>
          </a:prstGeom>
          <a:noFill/>
        </p:spPr>
        <p:txBody>
          <a:bodyPr wrap="square" lIns="0" tIns="0" rIns="0" bIns="0" rtlCol="0">
            <a:spAutoFit/>
          </a:bodyPr>
          <a:lstStyle/>
          <a:p>
            <a:pPr algn="l"/>
            <a:r>
              <a:rPr lang="ru-RU" b="1">
                <a:solidFill>
                  <a:schemeClr val="bg1"/>
                </a:solidFill>
              </a:rPr>
              <a:t>Имя</a:t>
            </a:r>
            <a:br>
              <a:rPr lang="ru-RU" b="1">
                <a:solidFill>
                  <a:schemeClr val="bg1"/>
                </a:solidFill>
              </a:rPr>
            </a:br>
            <a:r>
              <a:rPr lang="ru-RU" b="1">
                <a:solidFill>
                  <a:schemeClr val="bg1"/>
                </a:solidFill>
              </a:rPr>
              <a:t>Фамилия</a:t>
            </a:r>
          </a:p>
        </p:txBody>
      </p:sp>
      <p:sp>
        <p:nvSpPr>
          <p:cNvPr id="16" name="TextBox 15">
            <a:extLst>
              <a:ext uri="{FF2B5EF4-FFF2-40B4-BE49-F238E27FC236}">
                <a16:creationId xmlns:a16="http://schemas.microsoft.com/office/drawing/2014/main" id="{12F073D9-71A2-C641-DBBC-992FD0361B0F}"/>
              </a:ext>
            </a:extLst>
          </p:cNvPr>
          <p:cNvSpPr txBox="1"/>
          <p:nvPr/>
        </p:nvSpPr>
        <p:spPr>
          <a:xfrm>
            <a:off x="9685021" y="2843585"/>
            <a:ext cx="1720213" cy="430887"/>
          </a:xfrm>
          <a:prstGeom prst="rect">
            <a:avLst/>
          </a:prstGeom>
          <a:noFill/>
        </p:spPr>
        <p:txBody>
          <a:bodyPr wrap="square" lIns="0" tIns="0" rIns="0" bIns="0" rtlCol="0">
            <a:spAutoFit/>
          </a:bodyPr>
          <a:lstStyle/>
          <a:p>
            <a:r>
              <a:rPr lang="ru-RU" sz="1400">
                <a:solidFill>
                  <a:schemeClr val="bg1"/>
                </a:solidFill>
              </a:rPr>
              <a:t>Здесь может быть </a:t>
            </a:r>
            <a:br>
              <a:rPr lang="ru-RU" sz="1400">
                <a:solidFill>
                  <a:schemeClr val="bg1"/>
                </a:solidFill>
              </a:rPr>
            </a:br>
            <a:r>
              <a:rPr lang="ru-RU" sz="1400">
                <a:solidFill>
                  <a:schemeClr val="bg1"/>
                </a:solidFill>
              </a:rPr>
              <a:t>твой текст. </a:t>
            </a:r>
          </a:p>
        </p:txBody>
      </p:sp>
      <p:sp>
        <p:nvSpPr>
          <p:cNvPr id="20" name="TextBox 19">
            <a:extLst>
              <a:ext uri="{FF2B5EF4-FFF2-40B4-BE49-F238E27FC236}">
                <a16:creationId xmlns:a16="http://schemas.microsoft.com/office/drawing/2014/main" id="{370282C9-FDC9-3A21-3860-E770B42EC753}"/>
              </a:ext>
            </a:extLst>
          </p:cNvPr>
          <p:cNvSpPr txBox="1"/>
          <p:nvPr/>
        </p:nvSpPr>
        <p:spPr>
          <a:xfrm>
            <a:off x="2298774" y="4055998"/>
            <a:ext cx="1720214" cy="553998"/>
          </a:xfrm>
          <a:prstGeom prst="rect">
            <a:avLst/>
          </a:prstGeom>
          <a:noFill/>
        </p:spPr>
        <p:txBody>
          <a:bodyPr wrap="square" lIns="0" tIns="0" rIns="0" bIns="0" rtlCol="0">
            <a:spAutoFit/>
          </a:bodyPr>
          <a:lstStyle/>
          <a:p>
            <a:pPr algn="l"/>
            <a:r>
              <a:rPr lang="ru-RU" b="1">
                <a:solidFill>
                  <a:schemeClr val="bg1"/>
                </a:solidFill>
              </a:rPr>
              <a:t>Имя</a:t>
            </a:r>
            <a:br>
              <a:rPr lang="ru-RU" b="1">
                <a:solidFill>
                  <a:schemeClr val="bg1"/>
                </a:solidFill>
              </a:rPr>
            </a:br>
            <a:r>
              <a:rPr lang="ru-RU" b="1">
                <a:solidFill>
                  <a:schemeClr val="bg1"/>
                </a:solidFill>
              </a:rPr>
              <a:t>Фамилия</a:t>
            </a:r>
          </a:p>
        </p:txBody>
      </p:sp>
      <p:sp>
        <p:nvSpPr>
          <p:cNvPr id="21" name="TextBox 20">
            <a:extLst>
              <a:ext uri="{FF2B5EF4-FFF2-40B4-BE49-F238E27FC236}">
                <a16:creationId xmlns:a16="http://schemas.microsoft.com/office/drawing/2014/main" id="{06F64C20-64BC-E9FE-D650-BB39747FD7CF}"/>
              </a:ext>
            </a:extLst>
          </p:cNvPr>
          <p:cNvSpPr txBox="1"/>
          <p:nvPr/>
        </p:nvSpPr>
        <p:spPr>
          <a:xfrm>
            <a:off x="2298774" y="4712667"/>
            <a:ext cx="1720213" cy="430887"/>
          </a:xfrm>
          <a:prstGeom prst="rect">
            <a:avLst/>
          </a:prstGeom>
          <a:noFill/>
        </p:spPr>
        <p:txBody>
          <a:bodyPr wrap="square" lIns="0" tIns="0" rIns="0" bIns="0" rtlCol="0">
            <a:spAutoFit/>
          </a:bodyPr>
          <a:lstStyle/>
          <a:p>
            <a:r>
              <a:rPr lang="ru-RU" sz="1400">
                <a:solidFill>
                  <a:schemeClr val="bg1"/>
                </a:solidFill>
              </a:rPr>
              <a:t>Здесь может быть </a:t>
            </a:r>
            <a:br>
              <a:rPr lang="ru-RU" sz="1400">
                <a:solidFill>
                  <a:schemeClr val="bg1"/>
                </a:solidFill>
              </a:rPr>
            </a:br>
            <a:r>
              <a:rPr lang="ru-RU" sz="1400">
                <a:solidFill>
                  <a:schemeClr val="bg1"/>
                </a:solidFill>
              </a:rPr>
              <a:t>твой текст. </a:t>
            </a:r>
          </a:p>
        </p:txBody>
      </p:sp>
      <p:sp>
        <p:nvSpPr>
          <p:cNvPr id="22" name="TextBox 21">
            <a:extLst>
              <a:ext uri="{FF2B5EF4-FFF2-40B4-BE49-F238E27FC236}">
                <a16:creationId xmlns:a16="http://schemas.microsoft.com/office/drawing/2014/main" id="{11BD4A1D-EA6F-37F8-7B08-14AFFEC6B691}"/>
              </a:ext>
            </a:extLst>
          </p:cNvPr>
          <p:cNvSpPr txBox="1"/>
          <p:nvPr/>
        </p:nvSpPr>
        <p:spPr>
          <a:xfrm>
            <a:off x="5989711" y="4055998"/>
            <a:ext cx="1720214" cy="553998"/>
          </a:xfrm>
          <a:prstGeom prst="rect">
            <a:avLst/>
          </a:prstGeom>
          <a:noFill/>
        </p:spPr>
        <p:txBody>
          <a:bodyPr wrap="square" lIns="0" tIns="0" rIns="0" bIns="0" rtlCol="0">
            <a:spAutoFit/>
          </a:bodyPr>
          <a:lstStyle/>
          <a:p>
            <a:pPr algn="l"/>
            <a:r>
              <a:rPr lang="ru-RU" b="1">
                <a:solidFill>
                  <a:schemeClr val="bg1"/>
                </a:solidFill>
              </a:rPr>
              <a:t>Имя</a:t>
            </a:r>
            <a:br>
              <a:rPr lang="ru-RU" b="1">
                <a:solidFill>
                  <a:schemeClr val="bg1"/>
                </a:solidFill>
              </a:rPr>
            </a:br>
            <a:r>
              <a:rPr lang="ru-RU" b="1">
                <a:solidFill>
                  <a:schemeClr val="bg1"/>
                </a:solidFill>
              </a:rPr>
              <a:t>Фамилия</a:t>
            </a:r>
          </a:p>
        </p:txBody>
      </p:sp>
      <p:sp>
        <p:nvSpPr>
          <p:cNvPr id="23" name="TextBox 22">
            <a:extLst>
              <a:ext uri="{FF2B5EF4-FFF2-40B4-BE49-F238E27FC236}">
                <a16:creationId xmlns:a16="http://schemas.microsoft.com/office/drawing/2014/main" id="{D6219714-D2E7-D6F8-975A-5D9E1B59EED2}"/>
              </a:ext>
            </a:extLst>
          </p:cNvPr>
          <p:cNvSpPr txBox="1"/>
          <p:nvPr/>
        </p:nvSpPr>
        <p:spPr>
          <a:xfrm>
            <a:off x="5989711" y="4712667"/>
            <a:ext cx="1720213" cy="430887"/>
          </a:xfrm>
          <a:prstGeom prst="rect">
            <a:avLst/>
          </a:prstGeom>
          <a:noFill/>
        </p:spPr>
        <p:txBody>
          <a:bodyPr wrap="square" lIns="0" tIns="0" rIns="0" bIns="0" rtlCol="0">
            <a:spAutoFit/>
          </a:bodyPr>
          <a:lstStyle/>
          <a:p>
            <a:r>
              <a:rPr lang="ru-RU" sz="1400">
                <a:solidFill>
                  <a:schemeClr val="bg1"/>
                </a:solidFill>
              </a:rPr>
              <a:t>Здесь может быть </a:t>
            </a:r>
            <a:br>
              <a:rPr lang="ru-RU" sz="1400">
                <a:solidFill>
                  <a:schemeClr val="bg1"/>
                </a:solidFill>
              </a:rPr>
            </a:br>
            <a:r>
              <a:rPr lang="ru-RU" sz="1400">
                <a:solidFill>
                  <a:schemeClr val="bg1"/>
                </a:solidFill>
              </a:rPr>
              <a:t>твой текст. </a:t>
            </a:r>
          </a:p>
        </p:txBody>
      </p:sp>
      <p:sp>
        <p:nvSpPr>
          <p:cNvPr id="24" name="TextBox 23">
            <a:extLst>
              <a:ext uri="{FF2B5EF4-FFF2-40B4-BE49-F238E27FC236}">
                <a16:creationId xmlns:a16="http://schemas.microsoft.com/office/drawing/2014/main" id="{50DE1626-B597-63ED-0AAE-1D9BB0E6B9DB}"/>
              </a:ext>
            </a:extLst>
          </p:cNvPr>
          <p:cNvSpPr txBox="1"/>
          <p:nvPr/>
        </p:nvSpPr>
        <p:spPr>
          <a:xfrm>
            <a:off x="9680648" y="4055998"/>
            <a:ext cx="1720214" cy="553998"/>
          </a:xfrm>
          <a:prstGeom prst="rect">
            <a:avLst/>
          </a:prstGeom>
          <a:noFill/>
        </p:spPr>
        <p:txBody>
          <a:bodyPr wrap="square" lIns="0" tIns="0" rIns="0" bIns="0" rtlCol="0">
            <a:spAutoFit/>
          </a:bodyPr>
          <a:lstStyle/>
          <a:p>
            <a:pPr algn="l"/>
            <a:r>
              <a:rPr lang="ru-RU" b="1">
                <a:solidFill>
                  <a:schemeClr val="bg1"/>
                </a:solidFill>
              </a:rPr>
              <a:t>Имя</a:t>
            </a:r>
            <a:br>
              <a:rPr lang="ru-RU" b="1">
                <a:solidFill>
                  <a:schemeClr val="bg1"/>
                </a:solidFill>
              </a:rPr>
            </a:br>
            <a:r>
              <a:rPr lang="ru-RU" b="1">
                <a:solidFill>
                  <a:schemeClr val="bg1"/>
                </a:solidFill>
              </a:rPr>
              <a:t>Фамилия</a:t>
            </a:r>
          </a:p>
        </p:txBody>
      </p:sp>
      <p:sp>
        <p:nvSpPr>
          <p:cNvPr id="25" name="TextBox 24">
            <a:extLst>
              <a:ext uri="{FF2B5EF4-FFF2-40B4-BE49-F238E27FC236}">
                <a16:creationId xmlns:a16="http://schemas.microsoft.com/office/drawing/2014/main" id="{4D936196-7861-E57D-1C7F-D8774B89E921}"/>
              </a:ext>
            </a:extLst>
          </p:cNvPr>
          <p:cNvSpPr txBox="1"/>
          <p:nvPr/>
        </p:nvSpPr>
        <p:spPr>
          <a:xfrm>
            <a:off x="9680648" y="4712667"/>
            <a:ext cx="1720213" cy="430887"/>
          </a:xfrm>
          <a:prstGeom prst="rect">
            <a:avLst/>
          </a:prstGeom>
          <a:noFill/>
        </p:spPr>
        <p:txBody>
          <a:bodyPr wrap="square" lIns="0" tIns="0" rIns="0" bIns="0" rtlCol="0">
            <a:spAutoFit/>
          </a:bodyPr>
          <a:lstStyle/>
          <a:p>
            <a:r>
              <a:rPr lang="ru-RU" sz="1400">
                <a:solidFill>
                  <a:schemeClr val="bg1"/>
                </a:solidFill>
              </a:rPr>
              <a:t>Здесь может быть </a:t>
            </a:r>
            <a:br>
              <a:rPr lang="ru-RU" sz="1400">
                <a:solidFill>
                  <a:schemeClr val="bg1"/>
                </a:solidFill>
              </a:rPr>
            </a:br>
            <a:r>
              <a:rPr lang="ru-RU" sz="1400">
                <a:solidFill>
                  <a:schemeClr val="bg1"/>
                </a:solidFill>
              </a:rPr>
              <a:t>твой текст. </a:t>
            </a:r>
          </a:p>
        </p:txBody>
      </p:sp>
      <p:sp>
        <p:nvSpPr>
          <p:cNvPr id="6" name="Нижний колонтитул 5">
            <a:extLst>
              <a:ext uri="{FF2B5EF4-FFF2-40B4-BE49-F238E27FC236}">
                <a16:creationId xmlns:a16="http://schemas.microsoft.com/office/drawing/2014/main" id="{A1F2C586-E69E-43D2-1292-2C276F4C5FD0}"/>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875605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DB66A285-6BDD-45A9-D2F8-869DFF7FA842}"/>
              </a:ext>
            </a:extLst>
          </p:cNvPr>
          <p:cNvSpPr/>
          <p:nvPr/>
        </p:nvSpPr>
        <p:spPr>
          <a:xfrm>
            <a:off x="639763" y="411163"/>
            <a:ext cx="6954042" cy="3664414"/>
          </a:xfrm>
          <a:prstGeom prst="roundRect">
            <a:avLst>
              <a:gd name="adj" fmla="val 1274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 name="TextBox 2">
            <a:extLst>
              <a:ext uri="{FF2B5EF4-FFF2-40B4-BE49-F238E27FC236}">
                <a16:creationId xmlns:a16="http://schemas.microsoft.com/office/drawing/2014/main" id="{31026778-05DA-84F4-1F90-4DE264488F75}"/>
              </a:ext>
            </a:extLst>
          </p:cNvPr>
          <p:cNvSpPr txBox="1"/>
          <p:nvPr/>
        </p:nvSpPr>
        <p:spPr>
          <a:xfrm>
            <a:off x="1214838" y="1236901"/>
            <a:ext cx="6142561" cy="2015385"/>
          </a:xfrm>
          <a:prstGeom prst="rect">
            <a:avLst/>
          </a:prstGeom>
          <a:noFill/>
        </p:spPr>
        <p:txBody>
          <a:bodyPr wrap="square" lIns="0" tIns="0" rIns="0" bIns="0" rtlCol="0">
            <a:noAutofit/>
          </a:bodyPr>
          <a:lstStyle/>
          <a:p>
            <a:pPr algn="l">
              <a:lnSpc>
                <a:spcPct val="90000"/>
              </a:lnSpc>
            </a:pPr>
            <a:r>
              <a:rPr lang="ru-RU" sz="3600">
                <a:solidFill>
                  <a:schemeClr val="bg1"/>
                </a:solidFill>
                <a:latin typeface="Arial Black" panose="020B0A04020102020204" pitchFamily="34" charset="0"/>
              </a:rPr>
              <a:t>Напиши призыв </a:t>
            </a:r>
            <a:br>
              <a:rPr lang="ru-RU" sz="3600">
                <a:solidFill>
                  <a:schemeClr val="bg1"/>
                </a:solidFill>
                <a:latin typeface="Arial Black" panose="020B0A04020102020204" pitchFamily="34" charset="0"/>
              </a:rPr>
            </a:br>
            <a:r>
              <a:rPr lang="ru-RU" sz="3600">
                <a:solidFill>
                  <a:schemeClr val="bg1"/>
                </a:solidFill>
                <a:latin typeface="Arial Black" panose="020B0A04020102020204" pitchFamily="34" charset="0"/>
              </a:rPr>
              <a:t>к действию в 2–3 строки </a:t>
            </a:r>
          </a:p>
        </p:txBody>
      </p:sp>
      <p:sp>
        <p:nvSpPr>
          <p:cNvPr id="4" name="Прямоугольник: скругленные углы 3">
            <a:extLst>
              <a:ext uri="{FF2B5EF4-FFF2-40B4-BE49-F238E27FC236}">
                <a16:creationId xmlns:a16="http://schemas.microsoft.com/office/drawing/2014/main" id="{EFB7B4B7-E4F5-6A15-BF47-DD1C13C83B1F}"/>
              </a:ext>
            </a:extLst>
          </p:cNvPr>
          <p:cNvSpPr/>
          <p:nvPr/>
        </p:nvSpPr>
        <p:spPr>
          <a:xfrm>
            <a:off x="2893220" y="4368432"/>
            <a:ext cx="8674894" cy="1894255"/>
          </a:xfrm>
          <a:prstGeom prst="roundRect">
            <a:avLst>
              <a:gd name="adj" fmla="val 2748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 name="TextBox 4">
            <a:extLst>
              <a:ext uri="{FF2B5EF4-FFF2-40B4-BE49-F238E27FC236}">
                <a16:creationId xmlns:a16="http://schemas.microsoft.com/office/drawing/2014/main" id="{14E7AED0-8BB9-07E4-0243-1E9D64E6DB8F}"/>
              </a:ext>
            </a:extLst>
          </p:cNvPr>
          <p:cNvSpPr txBox="1"/>
          <p:nvPr/>
        </p:nvSpPr>
        <p:spPr>
          <a:xfrm>
            <a:off x="4542197" y="4937223"/>
            <a:ext cx="5190766" cy="756672"/>
          </a:xfrm>
          <a:prstGeom prst="rect">
            <a:avLst/>
          </a:prstGeom>
          <a:noFill/>
        </p:spPr>
        <p:txBody>
          <a:bodyPr wrap="square" lIns="0" tIns="0" rIns="0" bIns="0" rtlCol="0">
            <a:noAutofit/>
          </a:bodyPr>
          <a:lstStyle/>
          <a:p>
            <a:pPr algn="l"/>
            <a:r>
              <a:rPr lang="ru-RU" sz="2400" b="1">
                <a:solidFill>
                  <a:schemeClr val="bg1"/>
                </a:solidFill>
              </a:rPr>
              <a:t>Барсик Озонов</a:t>
            </a:r>
          </a:p>
          <a:p>
            <a:pPr algn="l"/>
            <a:r>
              <a:rPr lang="en-US" sz="2400">
                <a:solidFill>
                  <a:schemeClr val="bg1"/>
                </a:solidFill>
              </a:rPr>
              <a:t>barsik@ozon.ru</a:t>
            </a:r>
            <a:endParaRPr lang="ru-RU" sz="2400">
              <a:solidFill>
                <a:schemeClr val="bg1"/>
              </a:solidFill>
            </a:endParaRPr>
          </a:p>
        </p:txBody>
      </p:sp>
      <p:sp>
        <p:nvSpPr>
          <p:cNvPr id="6" name="Прямоугольник: скругленные углы 5">
            <a:extLst>
              <a:ext uri="{FF2B5EF4-FFF2-40B4-BE49-F238E27FC236}">
                <a16:creationId xmlns:a16="http://schemas.microsoft.com/office/drawing/2014/main" id="{B6A4A525-4E0F-9D2B-860C-3C0BF32CC3D5}"/>
              </a:ext>
            </a:extLst>
          </p:cNvPr>
          <p:cNvSpPr/>
          <p:nvPr/>
        </p:nvSpPr>
        <p:spPr>
          <a:xfrm>
            <a:off x="7915272" y="411162"/>
            <a:ext cx="3652841" cy="3664413"/>
          </a:xfrm>
          <a:prstGeom prst="roundRect">
            <a:avLst>
              <a:gd name="adj" fmla="val 1846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 name="Прямоугольник: скругленные углы 6">
            <a:extLst>
              <a:ext uri="{FF2B5EF4-FFF2-40B4-BE49-F238E27FC236}">
                <a16:creationId xmlns:a16="http://schemas.microsoft.com/office/drawing/2014/main" id="{791CB164-32FF-D45B-E080-C1494C3DCD88}"/>
              </a:ext>
            </a:extLst>
          </p:cNvPr>
          <p:cNvSpPr/>
          <p:nvPr/>
        </p:nvSpPr>
        <p:spPr>
          <a:xfrm>
            <a:off x="639765" y="4368430"/>
            <a:ext cx="1964123" cy="1894256"/>
          </a:xfrm>
          <a:prstGeom prst="roundRect">
            <a:avLst>
              <a:gd name="adj" fmla="val 2015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pic>
        <p:nvPicPr>
          <p:cNvPr id="13" name="Рисунок 12">
            <a:extLst>
              <a:ext uri="{FF2B5EF4-FFF2-40B4-BE49-F238E27FC236}">
                <a16:creationId xmlns:a16="http://schemas.microsoft.com/office/drawing/2014/main" id="{B440AEA9-4A4D-45E6-A2A7-DB7C015170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467797">
            <a:off x="307065" y="3941949"/>
            <a:ext cx="2629521" cy="2629521"/>
          </a:xfrm>
          <a:prstGeom prst="rect">
            <a:avLst/>
          </a:prstGeom>
        </p:spPr>
      </p:pic>
      <p:pic>
        <p:nvPicPr>
          <p:cNvPr id="11" name="Picture 2">
            <a:extLst>
              <a:ext uri="{FF2B5EF4-FFF2-40B4-BE49-F238E27FC236}">
                <a16:creationId xmlns:a16="http://schemas.microsoft.com/office/drawing/2014/main" id="{5F9703AE-1486-D6DD-9F96-EBDB8469ED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33" t="4314" r="5040" b="4314"/>
          <a:stretch/>
        </p:blipFill>
        <p:spPr bwMode="auto">
          <a:xfrm>
            <a:off x="8422367" y="902825"/>
            <a:ext cx="2638651" cy="2681087"/>
          </a:xfrm>
          <a:prstGeom prst="roundRect">
            <a:avLst>
              <a:gd name="adj" fmla="val 8992"/>
            </a:avLst>
          </a:prstGeom>
          <a:noFill/>
          <a:extLst>
            <a:ext uri="{909E8E84-426E-40DD-AFC4-6F175D3DCCD1}">
              <a14:hiddenFill xmlns:a14="http://schemas.microsoft.com/office/drawing/2010/main">
                <a:solidFill>
                  <a:srgbClr val="FFFFFF"/>
                </a:solidFill>
              </a14:hiddenFill>
            </a:ext>
          </a:extLst>
        </p:spPr>
      </p:pic>
      <p:sp>
        <p:nvSpPr>
          <p:cNvPr id="12" name="Овал 11">
            <a:extLst>
              <a:ext uri="{FF2B5EF4-FFF2-40B4-BE49-F238E27FC236}">
                <a16:creationId xmlns:a16="http://schemas.microsoft.com/office/drawing/2014/main" id="{3A2B8BF0-1FC1-300A-1F0F-BBB3108C8CF4}"/>
              </a:ext>
            </a:extLst>
          </p:cNvPr>
          <p:cNvSpPr/>
          <p:nvPr/>
        </p:nvSpPr>
        <p:spPr>
          <a:xfrm>
            <a:off x="3438615" y="4854373"/>
            <a:ext cx="922372" cy="922372"/>
          </a:xfrm>
          <a:prstGeom prst="ellipse">
            <a:avLst/>
          </a:prstGeom>
          <a:blipFill>
            <a:blip r:embed="rId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7" name="Рисунок 15">
            <a:extLst>
              <a:ext uri="{FF2B5EF4-FFF2-40B4-BE49-F238E27FC236}">
                <a16:creationId xmlns:a16="http://schemas.microsoft.com/office/drawing/2014/main" id="{AF2018B3-D973-4B85-8C38-7ADC7CC04AF5}"/>
              </a:ext>
            </a:extLst>
          </p:cNvPr>
          <p:cNvSpPr/>
          <p:nvPr/>
        </p:nvSpPr>
        <p:spPr>
          <a:xfrm>
            <a:off x="1146902" y="5034571"/>
            <a:ext cx="949848" cy="561975"/>
          </a:xfrm>
          <a:custGeom>
            <a:avLst/>
            <a:gdLst>
              <a:gd name="connsiteX0" fmla="*/ 232172 w 949848"/>
              <a:gd name="connsiteY0" fmla="*/ 110892 h 561975"/>
              <a:gd name="connsiteX1" fmla="*/ 117364 w 949848"/>
              <a:gd name="connsiteY1" fmla="*/ 221784 h 561975"/>
              <a:gd name="connsiteX2" fmla="*/ 2557 w 949848"/>
              <a:gd name="connsiteY2" fmla="*/ 110892 h 561975"/>
              <a:gd name="connsiteX3" fmla="*/ 117364 w 949848"/>
              <a:gd name="connsiteY3" fmla="*/ 0 h 561975"/>
              <a:gd name="connsiteX4" fmla="*/ 232172 w 949848"/>
              <a:gd name="connsiteY4" fmla="*/ 110892 h 561975"/>
              <a:gd name="connsiteX5" fmla="*/ 682213 w 949848"/>
              <a:gd name="connsiteY5" fmla="*/ 110892 h 561975"/>
              <a:gd name="connsiteX6" fmla="*/ 567404 w 949848"/>
              <a:gd name="connsiteY6" fmla="*/ 221784 h 561975"/>
              <a:gd name="connsiteX7" fmla="*/ 452597 w 949848"/>
              <a:gd name="connsiteY7" fmla="*/ 110892 h 561975"/>
              <a:gd name="connsiteX8" fmla="*/ 567404 w 949848"/>
              <a:gd name="connsiteY8" fmla="*/ 0 h 561975"/>
              <a:gd name="connsiteX9" fmla="*/ 682213 w 949848"/>
              <a:gd name="connsiteY9" fmla="*/ 110892 h 561975"/>
              <a:gd name="connsiteX10" fmla="*/ 920311 w 949848"/>
              <a:gd name="connsiteY10" fmla="*/ 86581 h 561975"/>
              <a:gd name="connsiteX11" fmla="*/ 920311 w 949848"/>
              <a:gd name="connsiteY11" fmla="*/ 214496 h 561975"/>
              <a:gd name="connsiteX12" fmla="*/ 864571 w 949848"/>
              <a:gd name="connsiteY12" fmla="*/ 214496 h 561975"/>
              <a:gd name="connsiteX13" fmla="*/ 864571 w 949848"/>
              <a:gd name="connsiteY13" fmla="*/ 98384 h 561975"/>
              <a:gd name="connsiteX14" fmla="*/ 820623 w 949848"/>
              <a:gd name="connsiteY14" fmla="*/ 51177 h 561975"/>
              <a:gd name="connsiteX15" fmla="*/ 770753 w 949848"/>
              <a:gd name="connsiteY15" fmla="*/ 112198 h 561975"/>
              <a:gd name="connsiteX16" fmla="*/ 770753 w 949848"/>
              <a:gd name="connsiteY16" fmla="*/ 214551 h 561975"/>
              <a:gd name="connsiteX17" fmla="*/ 715008 w 949848"/>
              <a:gd name="connsiteY17" fmla="*/ 214551 h 561975"/>
              <a:gd name="connsiteX18" fmla="*/ 715008 w 949848"/>
              <a:gd name="connsiteY18" fmla="*/ 6581 h 561975"/>
              <a:gd name="connsiteX19" fmla="*/ 770099 w 949848"/>
              <a:gd name="connsiteY19" fmla="*/ 6581 h 561975"/>
              <a:gd name="connsiteX20" fmla="*/ 770099 w 949848"/>
              <a:gd name="connsiteY20" fmla="*/ 38070 h 561975"/>
              <a:gd name="connsiteX21" fmla="*/ 771405 w 949848"/>
              <a:gd name="connsiteY21" fmla="*/ 38070 h 561975"/>
              <a:gd name="connsiteX22" fmla="*/ 840311 w 949848"/>
              <a:gd name="connsiteY22" fmla="*/ 0 h 561975"/>
              <a:gd name="connsiteX23" fmla="*/ 920311 w 949848"/>
              <a:gd name="connsiteY23" fmla="*/ 86581 h 561975"/>
              <a:gd name="connsiteX24" fmla="*/ 715008 w 949848"/>
              <a:gd name="connsiteY24" fmla="*/ 346771 h 561975"/>
              <a:gd name="connsiteX25" fmla="*/ 715008 w 949848"/>
              <a:gd name="connsiteY25" fmla="*/ 554742 h 561975"/>
              <a:gd name="connsiteX26" fmla="*/ 659261 w 949848"/>
              <a:gd name="connsiteY26" fmla="*/ 554742 h 561975"/>
              <a:gd name="connsiteX27" fmla="*/ 659261 w 949848"/>
              <a:gd name="connsiteY27" fmla="*/ 470770 h 561975"/>
              <a:gd name="connsiteX28" fmla="*/ 575291 w 949848"/>
              <a:gd name="connsiteY28" fmla="*/ 470770 h 561975"/>
              <a:gd name="connsiteX29" fmla="*/ 575291 w 949848"/>
              <a:gd name="connsiteY29" fmla="*/ 554742 h 561975"/>
              <a:gd name="connsiteX30" fmla="*/ 519545 w 949848"/>
              <a:gd name="connsiteY30" fmla="*/ 554742 h 561975"/>
              <a:gd name="connsiteX31" fmla="*/ 519545 w 949848"/>
              <a:gd name="connsiteY31" fmla="*/ 346771 h 561975"/>
              <a:gd name="connsiteX32" fmla="*/ 575291 w 949848"/>
              <a:gd name="connsiteY32" fmla="*/ 346771 h 561975"/>
              <a:gd name="connsiteX33" fmla="*/ 575291 w 949848"/>
              <a:gd name="connsiteY33" fmla="*/ 422204 h 561975"/>
              <a:gd name="connsiteX34" fmla="*/ 659261 w 949848"/>
              <a:gd name="connsiteY34" fmla="*/ 422204 h 561975"/>
              <a:gd name="connsiteX35" fmla="*/ 659261 w 949848"/>
              <a:gd name="connsiteY35" fmla="*/ 346771 h 561975"/>
              <a:gd name="connsiteX36" fmla="*/ 715008 w 949848"/>
              <a:gd name="connsiteY36" fmla="*/ 346771 h 561975"/>
              <a:gd name="connsiteX37" fmla="*/ 421108 w 949848"/>
              <a:gd name="connsiteY37" fmla="*/ 346771 h 561975"/>
              <a:gd name="connsiteX38" fmla="*/ 421108 w 949848"/>
              <a:gd name="connsiteY38" fmla="*/ 376956 h 561975"/>
              <a:gd name="connsiteX39" fmla="*/ 419802 w 949848"/>
              <a:gd name="connsiteY39" fmla="*/ 376956 h 561975"/>
              <a:gd name="connsiteX40" fmla="*/ 350243 w 949848"/>
              <a:gd name="connsiteY40" fmla="*/ 340191 h 561975"/>
              <a:gd name="connsiteX41" fmla="*/ 251860 w 949848"/>
              <a:gd name="connsiteY41" fmla="*/ 450375 h 561975"/>
              <a:gd name="connsiteX42" fmla="*/ 350243 w 949848"/>
              <a:gd name="connsiteY42" fmla="*/ 561921 h 561975"/>
              <a:gd name="connsiteX43" fmla="*/ 419802 w 949848"/>
              <a:gd name="connsiteY43" fmla="*/ 526515 h 561975"/>
              <a:gd name="connsiteX44" fmla="*/ 421108 w 949848"/>
              <a:gd name="connsiteY44" fmla="*/ 526515 h 561975"/>
              <a:gd name="connsiteX45" fmla="*/ 421108 w 949848"/>
              <a:gd name="connsiteY45" fmla="*/ 554742 h 561975"/>
              <a:gd name="connsiteX46" fmla="*/ 476853 w 949848"/>
              <a:gd name="connsiteY46" fmla="*/ 554742 h 561975"/>
              <a:gd name="connsiteX47" fmla="*/ 476853 w 949848"/>
              <a:gd name="connsiteY47" fmla="*/ 346771 h 561975"/>
              <a:gd name="connsiteX48" fmla="*/ 421108 w 949848"/>
              <a:gd name="connsiteY48" fmla="*/ 346771 h 561975"/>
              <a:gd name="connsiteX49" fmla="*/ 130526 w 949848"/>
              <a:gd name="connsiteY49" fmla="*/ 344814 h 561975"/>
              <a:gd name="connsiteX50" fmla="*/ 56398 w 949848"/>
              <a:gd name="connsiteY50" fmla="*/ 385494 h 561975"/>
              <a:gd name="connsiteX51" fmla="*/ 55093 w 949848"/>
              <a:gd name="connsiteY51" fmla="*/ 385494 h 561975"/>
              <a:gd name="connsiteX52" fmla="*/ 126610 w 949848"/>
              <a:gd name="connsiteY52" fmla="*/ 315935 h 561975"/>
              <a:gd name="connsiteX53" fmla="*/ 209928 w 949848"/>
              <a:gd name="connsiteY53" fmla="*/ 308049 h 561975"/>
              <a:gd name="connsiteX54" fmla="*/ 209928 w 949848"/>
              <a:gd name="connsiteY54" fmla="*/ 253609 h 561975"/>
              <a:gd name="connsiteX55" fmla="*/ 117418 w 949848"/>
              <a:gd name="connsiteY55" fmla="*/ 260842 h 561975"/>
              <a:gd name="connsiteX56" fmla="*/ 0 w 949848"/>
              <a:gd name="connsiteY56" fmla="*/ 428132 h 561975"/>
              <a:gd name="connsiteX57" fmla="*/ 116114 w 949848"/>
              <a:gd name="connsiteY57" fmla="*/ 561975 h 561975"/>
              <a:gd name="connsiteX58" fmla="*/ 230269 w 949848"/>
              <a:gd name="connsiteY58" fmla="*/ 450431 h 561975"/>
              <a:gd name="connsiteX59" fmla="*/ 130526 w 949848"/>
              <a:gd name="connsiteY59" fmla="*/ 344814 h 561975"/>
              <a:gd name="connsiteX60" fmla="*/ 252513 w 949848"/>
              <a:gd name="connsiteY60" fmla="*/ 6581 h 561975"/>
              <a:gd name="connsiteX61" fmla="*/ 252513 w 949848"/>
              <a:gd name="connsiteY61" fmla="*/ 53788 h 561975"/>
              <a:gd name="connsiteX62" fmla="*/ 364709 w 949848"/>
              <a:gd name="connsiteY62" fmla="*/ 53788 h 561975"/>
              <a:gd name="connsiteX63" fmla="*/ 249902 w 949848"/>
              <a:gd name="connsiteY63" fmla="*/ 169900 h 561975"/>
              <a:gd name="connsiteX64" fmla="*/ 249902 w 949848"/>
              <a:gd name="connsiteY64" fmla="*/ 214496 h 561975"/>
              <a:gd name="connsiteX65" fmla="*/ 438838 w 949848"/>
              <a:gd name="connsiteY65" fmla="*/ 214496 h 561975"/>
              <a:gd name="connsiteX66" fmla="*/ 438838 w 949848"/>
              <a:gd name="connsiteY66" fmla="*/ 167290 h 561975"/>
              <a:gd name="connsiteX67" fmla="*/ 318808 w 949848"/>
              <a:gd name="connsiteY67" fmla="*/ 167290 h 561975"/>
              <a:gd name="connsiteX68" fmla="*/ 433616 w 949848"/>
              <a:gd name="connsiteY68" fmla="*/ 50524 h 561975"/>
              <a:gd name="connsiteX69" fmla="*/ 433616 w 949848"/>
              <a:gd name="connsiteY69" fmla="*/ 6581 h 561975"/>
              <a:gd name="connsiteX70" fmla="*/ 252513 w 949848"/>
              <a:gd name="connsiteY70" fmla="*/ 6581 h 561975"/>
              <a:gd name="connsiteX71" fmla="*/ 364709 w 949848"/>
              <a:gd name="connsiteY71" fmla="*/ 511451 h 561975"/>
              <a:gd name="connsiteX72" fmla="*/ 309617 w 949848"/>
              <a:gd name="connsiteY72" fmla="*/ 451736 h 561975"/>
              <a:gd name="connsiteX73" fmla="*/ 364709 w 949848"/>
              <a:gd name="connsiteY73" fmla="*/ 390715 h 561975"/>
              <a:gd name="connsiteX74" fmla="*/ 421108 w 949848"/>
              <a:gd name="connsiteY74" fmla="*/ 451083 h 561975"/>
              <a:gd name="connsiteX75" fmla="*/ 364709 w 949848"/>
              <a:gd name="connsiteY75" fmla="*/ 511451 h 561975"/>
              <a:gd name="connsiteX76" fmla="*/ 60967 w 949848"/>
              <a:gd name="connsiteY76" fmla="*/ 110892 h 561975"/>
              <a:gd name="connsiteX77" fmla="*/ 117364 w 949848"/>
              <a:gd name="connsiteY77" fmla="*/ 170607 h 561975"/>
              <a:gd name="connsiteX78" fmla="*/ 173762 w 949848"/>
              <a:gd name="connsiteY78" fmla="*/ 110892 h 561975"/>
              <a:gd name="connsiteX79" fmla="*/ 117364 w 949848"/>
              <a:gd name="connsiteY79" fmla="*/ 51177 h 561975"/>
              <a:gd name="connsiteX80" fmla="*/ 60967 w 949848"/>
              <a:gd name="connsiteY80" fmla="*/ 110892 h 561975"/>
              <a:gd name="connsiteX81" fmla="*/ 511007 w 949848"/>
              <a:gd name="connsiteY81" fmla="*/ 110892 h 561975"/>
              <a:gd name="connsiteX82" fmla="*/ 567404 w 949848"/>
              <a:gd name="connsiteY82" fmla="*/ 170607 h 561975"/>
              <a:gd name="connsiteX83" fmla="*/ 623803 w 949848"/>
              <a:gd name="connsiteY83" fmla="*/ 110892 h 561975"/>
              <a:gd name="connsiteX84" fmla="*/ 567404 w 949848"/>
              <a:gd name="connsiteY84" fmla="*/ 51177 h 561975"/>
              <a:gd name="connsiteX85" fmla="*/ 511007 w 949848"/>
              <a:gd name="connsiteY85" fmla="*/ 110892 h 561975"/>
              <a:gd name="connsiteX86" fmla="*/ 115407 w 949848"/>
              <a:gd name="connsiteY86" fmla="*/ 511451 h 561975"/>
              <a:gd name="connsiteX87" fmla="*/ 58356 w 949848"/>
              <a:gd name="connsiteY87" fmla="*/ 451083 h 561975"/>
              <a:gd name="connsiteX88" fmla="*/ 115407 w 949848"/>
              <a:gd name="connsiteY88" fmla="*/ 392673 h 561975"/>
              <a:gd name="connsiteX89" fmla="*/ 172457 w 949848"/>
              <a:gd name="connsiteY89" fmla="*/ 451083 h 561975"/>
              <a:gd name="connsiteX90" fmla="*/ 115407 w 949848"/>
              <a:gd name="connsiteY90" fmla="*/ 511451 h 561975"/>
              <a:gd name="connsiteX91" fmla="*/ 883602 w 949848"/>
              <a:gd name="connsiteY91" fmla="*/ 554742 h 561975"/>
              <a:gd name="connsiteX92" fmla="*/ 813393 w 949848"/>
              <a:gd name="connsiteY92" fmla="*/ 455053 h 561975"/>
              <a:gd name="connsiteX93" fmla="*/ 813393 w 949848"/>
              <a:gd name="connsiteY93" fmla="*/ 554742 h 561975"/>
              <a:gd name="connsiteX94" fmla="*/ 757645 w 949848"/>
              <a:gd name="connsiteY94" fmla="*/ 554742 h 561975"/>
              <a:gd name="connsiteX95" fmla="*/ 757645 w 949848"/>
              <a:gd name="connsiteY95" fmla="*/ 346771 h 561975"/>
              <a:gd name="connsiteX96" fmla="*/ 813393 w 949848"/>
              <a:gd name="connsiteY96" fmla="*/ 346771 h 561975"/>
              <a:gd name="connsiteX97" fmla="*/ 813393 w 949848"/>
              <a:gd name="connsiteY97" fmla="*/ 432701 h 561975"/>
              <a:gd name="connsiteX98" fmla="*/ 878982 w 949848"/>
              <a:gd name="connsiteY98" fmla="*/ 346771 h 561975"/>
              <a:gd name="connsiteX99" fmla="*/ 943266 w 949848"/>
              <a:gd name="connsiteY99" fmla="*/ 346771 h 561975"/>
              <a:gd name="connsiteX100" fmla="*/ 866524 w 949848"/>
              <a:gd name="connsiteY100" fmla="*/ 441239 h 561975"/>
              <a:gd name="connsiteX101" fmla="*/ 949848 w 949848"/>
              <a:gd name="connsiteY101" fmla="*/ 554742 h 561975"/>
              <a:gd name="connsiteX102" fmla="*/ 883602 w 949848"/>
              <a:gd name="connsiteY102" fmla="*/ 554742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49848" h="561975">
                <a:moveTo>
                  <a:pt x="232172" y="110892"/>
                </a:moveTo>
                <a:cubicBezTo>
                  <a:pt x="232172" y="176481"/>
                  <a:pt x="183606" y="221784"/>
                  <a:pt x="117364" y="221784"/>
                </a:cubicBezTo>
                <a:cubicBezTo>
                  <a:pt x="51123" y="221784"/>
                  <a:pt x="2557" y="176535"/>
                  <a:pt x="2557" y="110892"/>
                </a:cubicBezTo>
                <a:cubicBezTo>
                  <a:pt x="2557" y="45249"/>
                  <a:pt x="51123" y="0"/>
                  <a:pt x="117364" y="0"/>
                </a:cubicBezTo>
                <a:cubicBezTo>
                  <a:pt x="183660" y="0"/>
                  <a:pt x="232172" y="45249"/>
                  <a:pt x="232172" y="110892"/>
                </a:cubicBezTo>
                <a:close/>
                <a:moveTo>
                  <a:pt x="682213" y="110892"/>
                </a:moveTo>
                <a:cubicBezTo>
                  <a:pt x="682213" y="176481"/>
                  <a:pt x="633646" y="221784"/>
                  <a:pt x="567404" y="221784"/>
                </a:cubicBezTo>
                <a:cubicBezTo>
                  <a:pt x="501163" y="221784"/>
                  <a:pt x="452597" y="176535"/>
                  <a:pt x="452597" y="110892"/>
                </a:cubicBezTo>
                <a:cubicBezTo>
                  <a:pt x="452597" y="45249"/>
                  <a:pt x="501163" y="0"/>
                  <a:pt x="567404" y="0"/>
                </a:cubicBezTo>
                <a:cubicBezTo>
                  <a:pt x="633646" y="0"/>
                  <a:pt x="682213" y="45249"/>
                  <a:pt x="682213" y="110892"/>
                </a:cubicBezTo>
                <a:close/>
                <a:moveTo>
                  <a:pt x="920311" y="86581"/>
                </a:moveTo>
                <a:lnTo>
                  <a:pt x="920311" y="214496"/>
                </a:lnTo>
                <a:lnTo>
                  <a:pt x="864571" y="214496"/>
                </a:lnTo>
                <a:lnTo>
                  <a:pt x="864571" y="98384"/>
                </a:lnTo>
                <a:cubicBezTo>
                  <a:pt x="864571" y="64937"/>
                  <a:pt x="848798" y="51177"/>
                  <a:pt x="820623" y="51177"/>
                </a:cubicBezTo>
                <a:cubicBezTo>
                  <a:pt x="791095" y="51177"/>
                  <a:pt x="770753" y="66894"/>
                  <a:pt x="770753" y="112198"/>
                </a:cubicBezTo>
                <a:lnTo>
                  <a:pt x="770753" y="214551"/>
                </a:lnTo>
                <a:lnTo>
                  <a:pt x="715008" y="214551"/>
                </a:lnTo>
                <a:lnTo>
                  <a:pt x="715008" y="6581"/>
                </a:lnTo>
                <a:lnTo>
                  <a:pt x="770099" y="6581"/>
                </a:lnTo>
                <a:lnTo>
                  <a:pt x="770099" y="38070"/>
                </a:lnTo>
                <a:lnTo>
                  <a:pt x="771405" y="38070"/>
                </a:lnTo>
                <a:cubicBezTo>
                  <a:pt x="785161" y="14467"/>
                  <a:pt x="808821" y="0"/>
                  <a:pt x="840311" y="0"/>
                </a:cubicBezTo>
                <a:cubicBezTo>
                  <a:pt x="886869" y="0"/>
                  <a:pt x="920311" y="24963"/>
                  <a:pt x="920311" y="86581"/>
                </a:cubicBezTo>
                <a:close/>
                <a:moveTo>
                  <a:pt x="715008" y="346771"/>
                </a:moveTo>
                <a:lnTo>
                  <a:pt x="715008" y="554742"/>
                </a:lnTo>
                <a:lnTo>
                  <a:pt x="659261" y="554742"/>
                </a:lnTo>
                <a:lnTo>
                  <a:pt x="659261" y="470770"/>
                </a:lnTo>
                <a:lnTo>
                  <a:pt x="575291" y="470770"/>
                </a:lnTo>
                <a:lnTo>
                  <a:pt x="575291" y="554742"/>
                </a:lnTo>
                <a:lnTo>
                  <a:pt x="519545" y="554742"/>
                </a:lnTo>
                <a:lnTo>
                  <a:pt x="519545" y="346771"/>
                </a:lnTo>
                <a:lnTo>
                  <a:pt x="575291" y="346771"/>
                </a:lnTo>
                <a:lnTo>
                  <a:pt x="575291" y="422204"/>
                </a:lnTo>
                <a:lnTo>
                  <a:pt x="659261" y="422204"/>
                </a:lnTo>
                <a:lnTo>
                  <a:pt x="659261" y="346771"/>
                </a:lnTo>
                <a:lnTo>
                  <a:pt x="715008" y="346771"/>
                </a:lnTo>
                <a:close/>
                <a:moveTo>
                  <a:pt x="421108" y="346771"/>
                </a:moveTo>
                <a:lnTo>
                  <a:pt x="421108" y="376956"/>
                </a:lnTo>
                <a:lnTo>
                  <a:pt x="419802" y="376956"/>
                </a:lnTo>
                <a:cubicBezTo>
                  <a:pt x="409959" y="355963"/>
                  <a:pt x="383744" y="340191"/>
                  <a:pt x="350243" y="340191"/>
                </a:cubicBezTo>
                <a:cubicBezTo>
                  <a:pt x="295804" y="340191"/>
                  <a:pt x="251860" y="379566"/>
                  <a:pt x="251860" y="450375"/>
                </a:cubicBezTo>
                <a:cubicBezTo>
                  <a:pt x="251860" y="521893"/>
                  <a:pt x="294498" y="561921"/>
                  <a:pt x="350243" y="561921"/>
                </a:cubicBezTo>
                <a:cubicBezTo>
                  <a:pt x="384343" y="561921"/>
                  <a:pt x="408653" y="546204"/>
                  <a:pt x="419802" y="526515"/>
                </a:cubicBezTo>
                <a:lnTo>
                  <a:pt x="421108" y="526515"/>
                </a:lnTo>
                <a:lnTo>
                  <a:pt x="421108" y="554742"/>
                </a:lnTo>
                <a:lnTo>
                  <a:pt x="476853" y="554742"/>
                </a:lnTo>
                <a:lnTo>
                  <a:pt x="476853" y="346771"/>
                </a:lnTo>
                <a:lnTo>
                  <a:pt x="421108" y="346771"/>
                </a:lnTo>
                <a:close/>
                <a:moveTo>
                  <a:pt x="130526" y="344814"/>
                </a:moveTo>
                <a:cubicBezTo>
                  <a:pt x="96425" y="344814"/>
                  <a:pt x="70157" y="360531"/>
                  <a:pt x="56398" y="385494"/>
                </a:cubicBezTo>
                <a:lnTo>
                  <a:pt x="55093" y="385494"/>
                </a:lnTo>
                <a:cubicBezTo>
                  <a:pt x="57051" y="339593"/>
                  <a:pt x="72822" y="321210"/>
                  <a:pt x="126610" y="315935"/>
                </a:cubicBezTo>
                <a:lnTo>
                  <a:pt x="209928" y="308049"/>
                </a:lnTo>
                <a:lnTo>
                  <a:pt x="209928" y="253609"/>
                </a:lnTo>
                <a:lnTo>
                  <a:pt x="117418" y="260842"/>
                </a:lnTo>
                <a:cubicBezTo>
                  <a:pt x="26921" y="268075"/>
                  <a:pt x="0" y="329749"/>
                  <a:pt x="0" y="428132"/>
                </a:cubicBezTo>
                <a:cubicBezTo>
                  <a:pt x="0" y="515366"/>
                  <a:pt x="50524" y="561975"/>
                  <a:pt x="116114" y="561975"/>
                </a:cubicBezTo>
                <a:cubicBezTo>
                  <a:pt x="181049" y="561975"/>
                  <a:pt x="230269" y="515421"/>
                  <a:pt x="230269" y="450431"/>
                </a:cubicBezTo>
                <a:cubicBezTo>
                  <a:pt x="230215" y="385494"/>
                  <a:pt x="185618" y="344814"/>
                  <a:pt x="130526" y="344814"/>
                </a:cubicBezTo>
                <a:close/>
                <a:moveTo>
                  <a:pt x="252513" y="6581"/>
                </a:moveTo>
                <a:lnTo>
                  <a:pt x="252513" y="53788"/>
                </a:lnTo>
                <a:lnTo>
                  <a:pt x="364709" y="53788"/>
                </a:lnTo>
                <a:lnTo>
                  <a:pt x="249902" y="169900"/>
                </a:lnTo>
                <a:lnTo>
                  <a:pt x="249902" y="214496"/>
                </a:lnTo>
                <a:lnTo>
                  <a:pt x="438838" y="214496"/>
                </a:lnTo>
                <a:lnTo>
                  <a:pt x="438838" y="167290"/>
                </a:lnTo>
                <a:lnTo>
                  <a:pt x="318808" y="167290"/>
                </a:lnTo>
                <a:lnTo>
                  <a:pt x="433616" y="50524"/>
                </a:lnTo>
                <a:lnTo>
                  <a:pt x="433616" y="6581"/>
                </a:lnTo>
                <a:lnTo>
                  <a:pt x="252513" y="6581"/>
                </a:lnTo>
                <a:close/>
                <a:moveTo>
                  <a:pt x="364709" y="511451"/>
                </a:moveTo>
                <a:cubicBezTo>
                  <a:pt x="331262" y="511451"/>
                  <a:pt x="309617" y="486542"/>
                  <a:pt x="309617" y="451736"/>
                </a:cubicBezTo>
                <a:cubicBezTo>
                  <a:pt x="309617" y="416330"/>
                  <a:pt x="331262" y="390715"/>
                  <a:pt x="364709" y="390715"/>
                </a:cubicBezTo>
                <a:cubicBezTo>
                  <a:pt x="398156" y="390715"/>
                  <a:pt x="421108" y="415623"/>
                  <a:pt x="421108" y="451083"/>
                </a:cubicBezTo>
                <a:cubicBezTo>
                  <a:pt x="421108" y="485835"/>
                  <a:pt x="398156" y="511451"/>
                  <a:pt x="364709" y="511451"/>
                </a:cubicBezTo>
                <a:close/>
                <a:moveTo>
                  <a:pt x="60967" y="110892"/>
                </a:moveTo>
                <a:cubicBezTo>
                  <a:pt x="60967" y="146950"/>
                  <a:pt x="83265" y="170607"/>
                  <a:pt x="117364" y="170607"/>
                </a:cubicBezTo>
                <a:cubicBezTo>
                  <a:pt x="151464" y="170607"/>
                  <a:pt x="173762" y="147004"/>
                  <a:pt x="173762" y="110892"/>
                </a:cubicBezTo>
                <a:cubicBezTo>
                  <a:pt x="173762" y="74780"/>
                  <a:pt x="151464" y="51177"/>
                  <a:pt x="117364" y="51177"/>
                </a:cubicBezTo>
                <a:cubicBezTo>
                  <a:pt x="83265" y="51177"/>
                  <a:pt x="60967" y="74780"/>
                  <a:pt x="60967" y="110892"/>
                </a:cubicBezTo>
                <a:close/>
                <a:moveTo>
                  <a:pt x="511007" y="110892"/>
                </a:moveTo>
                <a:cubicBezTo>
                  <a:pt x="511007" y="146950"/>
                  <a:pt x="533305" y="170607"/>
                  <a:pt x="567404" y="170607"/>
                </a:cubicBezTo>
                <a:cubicBezTo>
                  <a:pt x="601505" y="170607"/>
                  <a:pt x="623803" y="147004"/>
                  <a:pt x="623803" y="110892"/>
                </a:cubicBezTo>
                <a:cubicBezTo>
                  <a:pt x="623803" y="74780"/>
                  <a:pt x="601505" y="51177"/>
                  <a:pt x="567404" y="51177"/>
                </a:cubicBezTo>
                <a:cubicBezTo>
                  <a:pt x="533305" y="51177"/>
                  <a:pt x="511007" y="74780"/>
                  <a:pt x="511007" y="110892"/>
                </a:cubicBezTo>
                <a:close/>
                <a:moveTo>
                  <a:pt x="115407" y="511451"/>
                </a:moveTo>
                <a:cubicBezTo>
                  <a:pt x="83265" y="511451"/>
                  <a:pt x="58356" y="487195"/>
                  <a:pt x="58356" y="451083"/>
                </a:cubicBezTo>
                <a:cubicBezTo>
                  <a:pt x="58356" y="414373"/>
                  <a:pt x="83265" y="392673"/>
                  <a:pt x="115407" y="392673"/>
                </a:cubicBezTo>
                <a:cubicBezTo>
                  <a:pt x="147548" y="392673"/>
                  <a:pt x="172457" y="414318"/>
                  <a:pt x="172457" y="451083"/>
                </a:cubicBezTo>
                <a:cubicBezTo>
                  <a:pt x="172511" y="487141"/>
                  <a:pt x="147548" y="511451"/>
                  <a:pt x="115407" y="511451"/>
                </a:cubicBezTo>
                <a:close/>
                <a:moveTo>
                  <a:pt x="883602" y="554742"/>
                </a:moveTo>
                <a:lnTo>
                  <a:pt x="813393" y="455053"/>
                </a:lnTo>
                <a:lnTo>
                  <a:pt x="813393" y="554742"/>
                </a:lnTo>
                <a:lnTo>
                  <a:pt x="757645" y="554742"/>
                </a:lnTo>
                <a:lnTo>
                  <a:pt x="757645" y="346771"/>
                </a:lnTo>
                <a:lnTo>
                  <a:pt x="813393" y="346771"/>
                </a:lnTo>
                <a:lnTo>
                  <a:pt x="813393" y="432701"/>
                </a:lnTo>
                <a:lnTo>
                  <a:pt x="878982" y="346771"/>
                </a:lnTo>
                <a:lnTo>
                  <a:pt x="943266" y="346771"/>
                </a:lnTo>
                <a:lnTo>
                  <a:pt x="866524" y="441239"/>
                </a:lnTo>
                <a:lnTo>
                  <a:pt x="949848" y="554742"/>
                </a:lnTo>
                <a:lnTo>
                  <a:pt x="883602" y="554742"/>
                </a:lnTo>
                <a:close/>
              </a:path>
            </a:pathLst>
          </a:custGeom>
          <a:solidFill>
            <a:schemeClr val="bg1"/>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3125914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Скругленный прямоугольник 11">
            <a:extLst>
              <a:ext uri="{FF2B5EF4-FFF2-40B4-BE49-F238E27FC236}">
                <a16:creationId xmlns:a16="http://schemas.microsoft.com/office/drawing/2014/main" id="{D9A5A5F3-C1F6-FCAF-FCBC-53FCC3540E75}"/>
              </a:ext>
            </a:extLst>
          </p:cNvPr>
          <p:cNvSpPr/>
          <p:nvPr/>
        </p:nvSpPr>
        <p:spPr>
          <a:xfrm>
            <a:off x="3224170" y="1520825"/>
            <a:ext cx="4689517" cy="4807534"/>
          </a:xfrm>
          <a:prstGeom prst="roundRect">
            <a:avLst>
              <a:gd name="adj" fmla="val 4374"/>
            </a:avLst>
          </a:prstGeom>
          <a:solidFill>
            <a:schemeClr val="accent6">
              <a:lumMod val="20000"/>
              <a:lumOff val="80000"/>
              <a:alpha val="7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3" name="Номер слайда 2">
            <a:extLst>
              <a:ext uri="{FF2B5EF4-FFF2-40B4-BE49-F238E27FC236}">
                <a16:creationId xmlns:a16="http://schemas.microsoft.com/office/drawing/2014/main" id="{D7D8A86F-A626-7352-9411-2BE2DA673E81}"/>
              </a:ext>
            </a:extLst>
          </p:cNvPr>
          <p:cNvSpPr>
            <a:spLocks noGrp="1"/>
          </p:cNvSpPr>
          <p:nvPr>
            <p:ph type="sldNum" sz="quarter" idx="12"/>
          </p:nvPr>
        </p:nvSpPr>
        <p:spPr/>
        <p:txBody>
          <a:bodyPr/>
          <a:lstStyle/>
          <a:p>
            <a:fld id="{EB5249F5-0093-48B0-B996-C4E44A87EAFB}" type="slidenum">
              <a:rPr lang="ru-RU" smtClean="0"/>
              <a:pPr/>
              <a:t>30</a:t>
            </a:fld>
            <a:endParaRPr lang="ru-RU"/>
          </a:p>
        </p:txBody>
      </p:sp>
      <p:sp>
        <p:nvSpPr>
          <p:cNvPr id="4" name="Заголовок 3">
            <a:extLst>
              <a:ext uri="{FF2B5EF4-FFF2-40B4-BE49-F238E27FC236}">
                <a16:creationId xmlns:a16="http://schemas.microsoft.com/office/drawing/2014/main" id="{8A06A7D4-0296-6377-89B9-D860C3D215B3}"/>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33" name="Объект 1">
            <a:extLst>
              <a:ext uri="{FF2B5EF4-FFF2-40B4-BE49-F238E27FC236}">
                <a16:creationId xmlns:a16="http://schemas.microsoft.com/office/drawing/2014/main" id="{255F13A0-1071-5D41-38B1-BAFD79132BB1}"/>
              </a:ext>
            </a:extLst>
          </p:cNvPr>
          <p:cNvSpPr txBox="1">
            <a:spLocks/>
          </p:cNvSpPr>
          <p:nvPr/>
        </p:nvSpPr>
        <p:spPr>
          <a:xfrm>
            <a:off x="639763" y="1505253"/>
            <a:ext cx="2155991" cy="144977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a:p>
            <a:r>
              <a:rPr lang="ru-RU" sz="1200"/>
              <a:t>Здесь может быть твой текст. Размести здесь свой текст. Добавь ещё текст. Можно ещё немного. Здесь может быть твой текст. Добавь ещё текст. Здесь может быть твой текст. </a:t>
            </a:r>
          </a:p>
        </p:txBody>
      </p:sp>
      <p:sp>
        <p:nvSpPr>
          <p:cNvPr id="136" name="Объект 1">
            <a:extLst>
              <a:ext uri="{FF2B5EF4-FFF2-40B4-BE49-F238E27FC236}">
                <a16:creationId xmlns:a16="http://schemas.microsoft.com/office/drawing/2014/main" id="{CEB21692-FFF0-470F-B83C-2B6D07C74A8E}"/>
              </a:ext>
            </a:extLst>
          </p:cNvPr>
          <p:cNvSpPr txBox="1">
            <a:spLocks/>
          </p:cNvSpPr>
          <p:nvPr/>
        </p:nvSpPr>
        <p:spPr>
          <a:xfrm>
            <a:off x="639763" y="3218446"/>
            <a:ext cx="2155991" cy="136975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a:p>
            <a:r>
              <a:rPr lang="ru-RU" sz="1200"/>
              <a:t>Здесь может быть твой текст. Размести здесь свой текст. Добавь еще текст. </a:t>
            </a:r>
          </a:p>
          <a:p>
            <a:r>
              <a:rPr lang="ru-RU" sz="1200"/>
              <a:t>Здесь может быть твой текст. Добавь еще текст. </a:t>
            </a:r>
          </a:p>
        </p:txBody>
      </p:sp>
      <p:sp>
        <p:nvSpPr>
          <p:cNvPr id="137" name="Объект 1">
            <a:extLst>
              <a:ext uri="{FF2B5EF4-FFF2-40B4-BE49-F238E27FC236}">
                <a16:creationId xmlns:a16="http://schemas.microsoft.com/office/drawing/2014/main" id="{DDFBD249-BA39-A2D1-3861-64CFD60CD645}"/>
              </a:ext>
            </a:extLst>
          </p:cNvPr>
          <p:cNvSpPr txBox="1">
            <a:spLocks/>
          </p:cNvSpPr>
          <p:nvPr/>
        </p:nvSpPr>
        <p:spPr>
          <a:xfrm>
            <a:off x="639763" y="4851614"/>
            <a:ext cx="2155991" cy="144977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a:p>
            <a:r>
              <a:rPr lang="ru-RU" sz="1200"/>
              <a:t>Здесь может быть твой текст. Размести здесь свой текст. Добавь еще текст. Можно еще немного. Здесь может быть твой текст. Добавь еще текст. Здесь может быть твой текст. </a:t>
            </a:r>
          </a:p>
        </p:txBody>
      </p:sp>
      <p:sp>
        <p:nvSpPr>
          <p:cNvPr id="63" name="Объект 1">
            <a:extLst>
              <a:ext uri="{FF2B5EF4-FFF2-40B4-BE49-F238E27FC236}">
                <a16:creationId xmlns:a16="http://schemas.microsoft.com/office/drawing/2014/main" id="{0902F467-E839-A668-6ECC-77EA391271CD}"/>
              </a:ext>
            </a:extLst>
          </p:cNvPr>
          <p:cNvSpPr txBox="1">
            <a:spLocks/>
          </p:cNvSpPr>
          <p:nvPr/>
        </p:nvSpPr>
        <p:spPr>
          <a:xfrm>
            <a:off x="3433991" y="1689639"/>
            <a:ext cx="4159903" cy="20709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Напиши заголовок в одну строку</a:t>
            </a:r>
          </a:p>
        </p:txBody>
      </p:sp>
      <p:grpSp>
        <p:nvGrpSpPr>
          <p:cNvPr id="140" name="Группа 139">
            <a:extLst>
              <a:ext uri="{FF2B5EF4-FFF2-40B4-BE49-F238E27FC236}">
                <a16:creationId xmlns:a16="http://schemas.microsoft.com/office/drawing/2014/main" id="{6BBE899F-92FD-640D-D0EE-370B08E2EBE6}"/>
              </a:ext>
            </a:extLst>
          </p:cNvPr>
          <p:cNvGrpSpPr/>
          <p:nvPr/>
        </p:nvGrpSpPr>
        <p:grpSpPr>
          <a:xfrm>
            <a:off x="3433992" y="2710492"/>
            <a:ext cx="1843740" cy="451862"/>
            <a:chOff x="3956985" y="2107762"/>
            <a:chExt cx="1843740" cy="451862"/>
          </a:xfrm>
        </p:grpSpPr>
        <p:sp>
          <p:nvSpPr>
            <p:cNvPr id="54" name="Объект 1">
              <a:extLst>
                <a:ext uri="{FF2B5EF4-FFF2-40B4-BE49-F238E27FC236}">
                  <a16:creationId xmlns:a16="http://schemas.microsoft.com/office/drawing/2014/main" id="{9747127E-CCA4-A881-E3E2-DCB8B1366E83}"/>
                </a:ext>
              </a:extLst>
            </p:cNvPr>
            <p:cNvSpPr txBox="1">
              <a:spLocks/>
            </p:cNvSpPr>
            <p:nvPr/>
          </p:nvSpPr>
          <p:spPr>
            <a:xfrm>
              <a:off x="3956985" y="2379624"/>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55" name="Объект 1">
              <a:extLst>
                <a:ext uri="{FF2B5EF4-FFF2-40B4-BE49-F238E27FC236}">
                  <a16:creationId xmlns:a16="http://schemas.microsoft.com/office/drawing/2014/main" id="{A4503D9B-BA9D-46D1-2226-A5D8E84E945A}"/>
                </a:ext>
              </a:extLst>
            </p:cNvPr>
            <p:cNvSpPr txBox="1">
              <a:spLocks/>
            </p:cNvSpPr>
            <p:nvPr/>
          </p:nvSpPr>
          <p:spPr>
            <a:xfrm>
              <a:off x="3956985" y="2107762"/>
              <a:ext cx="557209"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28,8</a:t>
              </a:r>
            </a:p>
          </p:txBody>
        </p:sp>
        <p:sp>
          <p:nvSpPr>
            <p:cNvPr id="56" name="Объект 1">
              <a:extLst>
                <a:ext uri="{FF2B5EF4-FFF2-40B4-BE49-F238E27FC236}">
                  <a16:creationId xmlns:a16="http://schemas.microsoft.com/office/drawing/2014/main" id="{F5878206-75C9-FF30-6EDB-4B8FD8793F1A}"/>
                </a:ext>
              </a:extLst>
            </p:cNvPr>
            <p:cNvSpPr txBox="1">
              <a:spLocks/>
            </p:cNvSpPr>
            <p:nvPr/>
          </p:nvSpPr>
          <p:spPr>
            <a:xfrm>
              <a:off x="4490582" y="2163742"/>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grpSp>
        <p:nvGrpSpPr>
          <p:cNvPr id="141" name="Группа 140">
            <a:extLst>
              <a:ext uri="{FF2B5EF4-FFF2-40B4-BE49-F238E27FC236}">
                <a16:creationId xmlns:a16="http://schemas.microsoft.com/office/drawing/2014/main" id="{B5F167B1-3C6F-7047-0EDD-CD782B95C23E}"/>
              </a:ext>
            </a:extLst>
          </p:cNvPr>
          <p:cNvGrpSpPr/>
          <p:nvPr/>
        </p:nvGrpSpPr>
        <p:grpSpPr>
          <a:xfrm>
            <a:off x="3433992" y="3285903"/>
            <a:ext cx="1843740" cy="451862"/>
            <a:chOff x="3956985" y="2683173"/>
            <a:chExt cx="1843740" cy="451862"/>
          </a:xfrm>
        </p:grpSpPr>
        <p:sp>
          <p:nvSpPr>
            <p:cNvPr id="88" name="Объект 1">
              <a:extLst>
                <a:ext uri="{FF2B5EF4-FFF2-40B4-BE49-F238E27FC236}">
                  <a16:creationId xmlns:a16="http://schemas.microsoft.com/office/drawing/2014/main" id="{C7BA254C-81D9-A3B6-47CA-B38495F39DB1}"/>
                </a:ext>
              </a:extLst>
            </p:cNvPr>
            <p:cNvSpPr txBox="1">
              <a:spLocks/>
            </p:cNvSpPr>
            <p:nvPr/>
          </p:nvSpPr>
          <p:spPr>
            <a:xfrm>
              <a:off x="3956985" y="2955035"/>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89" name="Объект 1">
              <a:extLst>
                <a:ext uri="{FF2B5EF4-FFF2-40B4-BE49-F238E27FC236}">
                  <a16:creationId xmlns:a16="http://schemas.microsoft.com/office/drawing/2014/main" id="{983B68BB-02E8-A701-C479-ACDE2FAC8A71}"/>
                </a:ext>
              </a:extLst>
            </p:cNvPr>
            <p:cNvSpPr txBox="1">
              <a:spLocks/>
            </p:cNvSpPr>
            <p:nvPr/>
          </p:nvSpPr>
          <p:spPr>
            <a:xfrm>
              <a:off x="3956985" y="2683173"/>
              <a:ext cx="607202"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116,8</a:t>
              </a:r>
            </a:p>
          </p:txBody>
        </p:sp>
        <p:sp>
          <p:nvSpPr>
            <p:cNvPr id="90" name="Объект 1">
              <a:extLst>
                <a:ext uri="{FF2B5EF4-FFF2-40B4-BE49-F238E27FC236}">
                  <a16:creationId xmlns:a16="http://schemas.microsoft.com/office/drawing/2014/main" id="{D69D136C-718A-8B37-13AB-16C19291F3D4}"/>
                </a:ext>
              </a:extLst>
            </p:cNvPr>
            <p:cNvSpPr txBox="1">
              <a:spLocks/>
            </p:cNvSpPr>
            <p:nvPr/>
          </p:nvSpPr>
          <p:spPr>
            <a:xfrm>
              <a:off x="4570263" y="2739153"/>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grpSp>
        <p:nvGrpSpPr>
          <p:cNvPr id="142" name="Группа 141">
            <a:extLst>
              <a:ext uri="{FF2B5EF4-FFF2-40B4-BE49-F238E27FC236}">
                <a16:creationId xmlns:a16="http://schemas.microsoft.com/office/drawing/2014/main" id="{D18E3FE9-5E48-7465-8ACB-A2DD702A1450}"/>
              </a:ext>
            </a:extLst>
          </p:cNvPr>
          <p:cNvGrpSpPr/>
          <p:nvPr/>
        </p:nvGrpSpPr>
        <p:grpSpPr>
          <a:xfrm>
            <a:off x="3433992" y="3861314"/>
            <a:ext cx="1843740" cy="451862"/>
            <a:chOff x="3956985" y="3258584"/>
            <a:chExt cx="1843740" cy="451862"/>
          </a:xfrm>
        </p:grpSpPr>
        <p:sp>
          <p:nvSpPr>
            <p:cNvPr id="92" name="Объект 1">
              <a:extLst>
                <a:ext uri="{FF2B5EF4-FFF2-40B4-BE49-F238E27FC236}">
                  <a16:creationId xmlns:a16="http://schemas.microsoft.com/office/drawing/2014/main" id="{002BDF3A-2519-3FCC-61C8-C8A660CE8BEA}"/>
                </a:ext>
              </a:extLst>
            </p:cNvPr>
            <p:cNvSpPr txBox="1">
              <a:spLocks/>
            </p:cNvSpPr>
            <p:nvPr/>
          </p:nvSpPr>
          <p:spPr>
            <a:xfrm>
              <a:off x="3956985" y="3530446"/>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93" name="Объект 1">
              <a:extLst>
                <a:ext uri="{FF2B5EF4-FFF2-40B4-BE49-F238E27FC236}">
                  <a16:creationId xmlns:a16="http://schemas.microsoft.com/office/drawing/2014/main" id="{30A823FA-488C-A562-2EAA-F16CDAD8AE93}"/>
                </a:ext>
              </a:extLst>
            </p:cNvPr>
            <p:cNvSpPr txBox="1">
              <a:spLocks/>
            </p:cNvSpPr>
            <p:nvPr/>
          </p:nvSpPr>
          <p:spPr>
            <a:xfrm>
              <a:off x="3956985" y="3258584"/>
              <a:ext cx="557209"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3,4</a:t>
              </a:r>
            </a:p>
          </p:txBody>
        </p:sp>
        <p:sp>
          <p:nvSpPr>
            <p:cNvPr id="94" name="Объект 1">
              <a:extLst>
                <a:ext uri="{FF2B5EF4-FFF2-40B4-BE49-F238E27FC236}">
                  <a16:creationId xmlns:a16="http://schemas.microsoft.com/office/drawing/2014/main" id="{B1C5FD0B-F447-7E5B-11D9-78023D67A474}"/>
                </a:ext>
              </a:extLst>
            </p:cNvPr>
            <p:cNvSpPr txBox="1">
              <a:spLocks/>
            </p:cNvSpPr>
            <p:nvPr/>
          </p:nvSpPr>
          <p:spPr>
            <a:xfrm>
              <a:off x="4342819" y="3314564"/>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sp>
        <p:nvSpPr>
          <p:cNvPr id="144" name="Объект 1">
            <a:extLst>
              <a:ext uri="{FF2B5EF4-FFF2-40B4-BE49-F238E27FC236}">
                <a16:creationId xmlns:a16="http://schemas.microsoft.com/office/drawing/2014/main" id="{AFBE04BD-9664-42AC-B600-7745E394AA2A}"/>
              </a:ext>
            </a:extLst>
          </p:cNvPr>
          <p:cNvSpPr txBox="1">
            <a:spLocks/>
          </p:cNvSpPr>
          <p:nvPr/>
        </p:nvSpPr>
        <p:spPr>
          <a:xfrm>
            <a:off x="3427916" y="2195153"/>
            <a:ext cx="2458755" cy="35866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подзаголовок блока в 1-2 строки</a:t>
            </a:r>
            <a:endParaRPr lang="ru-RU" sz="1200"/>
          </a:p>
        </p:txBody>
      </p:sp>
      <p:grpSp>
        <p:nvGrpSpPr>
          <p:cNvPr id="150" name="Группа 149">
            <a:extLst>
              <a:ext uri="{FF2B5EF4-FFF2-40B4-BE49-F238E27FC236}">
                <a16:creationId xmlns:a16="http://schemas.microsoft.com/office/drawing/2014/main" id="{71D88944-7095-4CAB-5875-927B58A03912}"/>
              </a:ext>
            </a:extLst>
          </p:cNvPr>
          <p:cNvGrpSpPr/>
          <p:nvPr/>
        </p:nvGrpSpPr>
        <p:grpSpPr>
          <a:xfrm>
            <a:off x="5781491" y="2710492"/>
            <a:ext cx="1843740" cy="451862"/>
            <a:chOff x="3956985" y="2107762"/>
            <a:chExt cx="1843740" cy="451862"/>
          </a:xfrm>
        </p:grpSpPr>
        <p:sp>
          <p:nvSpPr>
            <p:cNvPr id="161" name="Объект 1">
              <a:extLst>
                <a:ext uri="{FF2B5EF4-FFF2-40B4-BE49-F238E27FC236}">
                  <a16:creationId xmlns:a16="http://schemas.microsoft.com/office/drawing/2014/main" id="{A3C11D55-EF44-F082-0F9A-201C58CF6948}"/>
                </a:ext>
              </a:extLst>
            </p:cNvPr>
            <p:cNvSpPr txBox="1">
              <a:spLocks/>
            </p:cNvSpPr>
            <p:nvPr/>
          </p:nvSpPr>
          <p:spPr>
            <a:xfrm>
              <a:off x="3956985" y="2379624"/>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162" name="Объект 1">
              <a:extLst>
                <a:ext uri="{FF2B5EF4-FFF2-40B4-BE49-F238E27FC236}">
                  <a16:creationId xmlns:a16="http://schemas.microsoft.com/office/drawing/2014/main" id="{321D9433-75E2-66DE-A782-1E3781757F92}"/>
                </a:ext>
              </a:extLst>
            </p:cNvPr>
            <p:cNvSpPr txBox="1">
              <a:spLocks/>
            </p:cNvSpPr>
            <p:nvPr/>
          </p:nvSpPr>
          <p:spPr>
            <a:xfrm>
              <a:off x="3956985" y="2107762"/>
              <a:ext cx="557209"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28,8</a:t>
              </a:r>
            </a:p>
          </p:txBody>
        </p:sp>
        <p:sp>
          <p:nvSpPr>
            <p:cNvPr id="163" name="Объект 1">
              <a:extLst>
                <a:ext uri="{FF2B5EF4-FFF2-40B4-BE49-F238E27FC236}">
                  <a16:creationId xmlns:a16="http://schemas.microsoft.com/office/drawing/2014/main" id="{43F4E657-01E5-46AF-8EA8-65575777D265}"/>
                </a:ext>
              </a:extLst>
            </p:cNvPr>
            <p:cNvSpPr txBox="1">
              <a:spLocks/>
            </p:cNvSpPr>
            <p:nvPr/>
          </p:nvSpPr>
          <p:spPr>
            <a:xfrm>
              <a:off x="4490582" y="2163742"/>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grpSp>
        <p:nvGrpSpPr>
          <p:cNvPr id="151" name="Группа 150">
            <a:extLst>
              <a:ext uri="{FF2B5EF4-FFF2-40B4-BE49-F238E27FC236}">
                <a16:creationId xmlns:a16="http://schemas.microsoft.com/office/drawing/2014/main" id="{DD1FAE09-26C8-E484-11E6-B11E2491C029}"/>
              </a:ext>
            </a:extLst>
          </p:cNvPr>
          <p:cNvGrpSpPr/>
          <p:nvPr/>
        </p:nvGrpSpPr>
        <p:grpSpPr>
          <a:xfrm>
            <a:off x="5781491" y="3285903"/>
            <a:ext cx="1843740" cy="451862"/>
            <a:chOff x="3956985" y="2683173"/>
            <a:chExt cx="1843740" cy="451862"/>
          </a:xfrm>
        </p:grpSpPr>
        <p:sp>
          <p:nvSpPr>
            <p:cNvPr id="158" name="Объект 1">
              <a:extLst>
                <a:ext uri="{FF2B5EF4-FFF2-40B4-BE49-F238E27FC236}">
                  <a16:creationId xmlns:a16="http://schemas.microsoft.com/office/drawing/2014/main" id="{4693FC60-88D6-68C7-D3AE-56BEA935A834}"/>
                </a:ext>
              </a:extLst>
            </p:cNvPr>
            <p:cNvSpPr txBox="1">
              <a:spLocks/>
            </p:cNvSpPr>
            <p:nvPr/>
          </p:nvSpPr>
          <p:spPr>
            <a:xfrm>
              <a:off x="3956985" y="2955035"/>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159" name="Объект 1">
              <a:extLst>
                <a:ext uri="{FF2B5EF4-FFF2-40B4-BE49-F238E27FC236}">
                  <a16:creationId xmlns:a16="http://schemas.microsoft.com/office/drawing/2014/main" id="{91EF0B8B-7BA8-90F1-FAF8-E7BF67DE96E7}"/>
                </a:ext>
              </a:extLst>
            </p:cNvPr>
            <p:cNvSpPr txBox="1">
              <a:spLocks/>
            </p:cNvSpPr>
            <p:nvPr/>
          </p:nvSpPr>
          <p:spPr>
            <a:xfrm>
              <a:off x="3956985" y="2683173"/>
              <a:ext cx="607202"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116,8</a:t>
              </a:r>
            </a:p>
          </p:txBody>
        </p:sp>
        <p:sp>
          <p:nvSpPr>
            <p:cNvPr id="160" name="Объект 1">
              <a:extLst>
                <a:ext uri="{FF2B5EF4-FFF2-40B4-BE49-F238E27FC236}">
                  <a16:creationId xmlns:a16="http://schemas.microsoft.com/office/drawing/2014/main" id="{12D4D9B8-C14D-F03F-2E85-B284CDD0D2FD}"/>
                </a:ext>
              </a:extLst>
            </p:cNvPr>
            <p:cNvSpPr txBox="1">
              <a:spLocks/>
            </p:cNvSpPr>
            <p:nvPr/>
          </p:nvSpPr>
          <p:spPr>
            <a:xfrm>
              <a:off x="4570263" y="2739153"/>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sp>
        <p:nvSpPr>
          <p:cNvPr id="153" name="Объект 1">
            <a:extLst>
              <a:ext uri="{FF2B5EF4-FFF2-40B4-BE49-F238E27FC236}">
                <a16:creationId xmlns:a16="http://schemas.microsoft.com/office/drawing/2014/main" id="{BFA3EA8B-7496-A21D-42C0-291D4BCC51DA}"/>
              </a:ext>
            </a:extLst>
          </p:cNvPr>
          <p:cNvSpPr txBox="1">
            <a:spLocks/>
          </p:cNvSpPr>
          <p:nvPr/>
        </p:nvSpPr>
        <p:spPr>
          <a:xfrm>
            <a:off x="5775416" y="2195153"/>
            <a:ext cx="2004322" cy="35866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подзаголовок блока в 1-2 строки</a:t>
            </a:r>
            <a:endParaRPr lang="ru-RU" sz="1200"/>
          </a:p>
        </p:txBody>
      </p:sp>
      <p:grpSp>
        <p:nvGrpSpPr>
          <p:cNvPr id="166" name="Группа 165">
            <a:extLst>
              <a:ext uri="{FF2B5EF4-FFF2-40B4-BE49-F238E27FC236}">
                <a16:creationId xmlns:a16="http://schemas.microsoft.com/office/drawing/2014/main" id="{38BC3373-15E1-8AA3-CC15-4DC919EDBC72}"/>
              </a:ext>
            </a:extLst>
          </p:cNvPr>
          <p:cNvGrpSpPr/>
          <p:nvPr/>
        </p:nvGrpSpPr>
        <p:grpSpPr>
          <a:xfrm>
            <a:off x="3433992" y="5144969"/>
            <a:ext cx="1843740" cy="451862"/>
            <a:chOff x="3956985" y="2107762"/>
            <a:chExt cx="1843740" cy="451862"/>
          </a:xfrm>
        </p:grpSpPr>
        <p:sp>
          <p:nvSpPr>
            <p:cNvPr id="177" name="Объект 1">
              <a:extLst>
                <a:ext uri="{FF2B5EF4-FFF2-40B4-BE49-F238E27FC236}">
                  <a16:creationId xmlns:a16="http://schemas.microsoft.com/office/drawing/2014/main" id="{A648BB3C-A4BC-2856-2815-DDDECB5DC70B}"/>
                </a:ext>
              </a:extLst>
            </p:cNvPr>
            <p:cNvSpPr txBox="1">
              <a:spLocks/>
            </p:cNvSpPr>
            <p:nvPr/>
          </p:nvSpPr>
          <p:spPr>
            <a:xfrm>
              <a:off x="3956985" y="2379624"/>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178" name="Объект 1">
              <a:extLst>
                <a:ext uri="{FF2B5EF4-FFF2-40B4-BE49-F238E27FC236}">
                  <a16:creationId xmlns:a16="http://schemas.microsoft.com/office/drawing/2014/main" id="{F393486F-1740-0F9F-440B-E325C64B1B6E}"/>
                </a:ext>
              </a:extLst>
            </p:cNvPr>
            <p:cNvSpPr txBox="1">
              <a:spLocks/>
            </p:cNvSpPr>
            <p:nvPr/>
          </p:nvSpPr>
          <p:spPr>
            <a:xfrm>
              <a:off x="3956985" y="2107762"/>
              <a:ext cx="557209"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28,8</a:t>
              </a:r>
            </a:p>
          </p:txBody>
        </p:sp>
        <p:sp>
          <p:nvSpPr>
            <p:cNvPr id="179" name="Объект 1">
              <a:extLst>
                <a:ext uri="{FF2B5EF4-FFF2-40B4-BE49-F238E27FC236}">
                  <a16:creationId xmlns:a16="http://schemas.microsoft.com/office/drawing/2014/main" id="{5BF689CE-BA43-16F6-4594-5DEE1E6F8B1B}"/>
                </a:ext>
              </a:extLst>
            </p:cNvPr>
            <p:cNvSpPr txBox="1">
              <a:spLocks/>
            </p:cNvSpPr>
            <p:nvPr/>
          </p:nvSpPr>
          <p:spPr>
            <a:xfrm>
              <a:off x="4490582" y="2163742"/>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grpSp>
        <p:nvGrpSpPr>
          <p:cNvPr id="167" name="Группа 166">
            <a:extLst>
              <a:ext uri="{FF2B5EF4-FFF2-40B4-BE49-F238E27FC236}">
                <a16:creationId xmlns:a16="http://schemas.microsoft.com/office/drawing/2014/main" id="{72694118-7092-57C7-B330-3BB7EE1D2BE9}"/>
              </a:ext>
            </a:extLst>
          </p:cNvPr>
          <p:cNvGrpSpPr/>
          <p:nvPr/>
        </p:nvGrpSpPr>
        <p:grpSpPr>
          <a:xfrm>
            <a:off x="3433992" y="5720380"/>
            <a:ext cx="1843740" cy="451862"/>
            <a:chOff x="3956985" y="2683173"/>
            <a:chExt cx="1843740" cy="451862"/>
          </a:xfrm>
        </p:grpSpPr>
        <p:sp>
          <p:nvSpPr>
            <p:cNvPr id="174" name="Объект 1">
              <a:extLst>
                <a:ext uri="{FF2B5EF4-FFF2-40B4-BE49-F238E27FC236}">
                  <a16:creationId xmlns:a16="http://schemas.microsoft.com/office/drawing/2014/main" id="{4EE6D495-8447-DF1F-A875-23DF63DC43DD}"/>
                </a:ext>
              </a:extLst>
            </p:cNvPr>
            <p:cNvSpPr txBox="1">
              <a:spLocks/>
            </p:cNvSpPr>
            <p:nvPr/>
          </p:nvSpPr>
          <p:spPr>
            <a:xfrm>
              <a:off x="3956985" y="2955035"/>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175" name="Объект 1">
              <a:extLst>
                <a:ext uri="{FF2B5EF4-FFF2-40B4-BE49-F238E27FC236}">
                  <a16:creationId xmlns:a16="http://schemas.microsoft.com/office/drawing/2014/main" id="{6053787D-C374-4A66-8601-4571E171725E}"/>
                </a:ext>
              </a:extLst>
            </p:cNvPr>
            <p:cNvSpPr txBox="1">
              <a:spLocks/>
            </p:cNvSpPr>
            <p:nvPr/>
          </p:nvSpPr>
          <p:spPr>
            <a:xfrm>
              <a:off x="3956985" y="2683173"/>
              <a:ext cx="607202"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116,8</a:t>
              </a:r>
            </a:p>
          </p:txBody>
        </p:sp>
        <p:sp>
          <p:nvSpPr>
            <p:cNvPr id="176" name="Объект 1">
              <a:extLst>
                <a:ext uri="{FF2B5EF4-FFF2-40B4-BE49-F238E27FC236}">
                  <a16:creationId xmlns:a16="http://schemas.microsoft.com/office/drawing/2014/main" id="{6374410B-1E6B-A33C-F4E6-66C811B189BB}"/>
                </a:ext>
              </a:extLst>
            </p:cNvPr>
            <p:cNvSpPr txBox="1">
              <a:spLocks/>
            </p:cNvSpPr>
            <p:nvPr/>
          </p:nvSpPr>
          <p:spPr>
            <a:xfrm>
              <a:off x="4570263" y="2739153"/>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sp>
        <p:nvSpPr>
          <p:cNvPr id="169" name="Объект 1">
            <a:extLst>
              <a:ext uri="{FF2B5EF4-FFF2-40B4-BE49-F238E27FC236}">
                <a16:creationId xmlns:a16="http://schemas.microsoft.com/office/drawing/2014/main" id="{85A982E7-705B-DF8A-7664-0D16927DC39B}"/>
              </a:ext>
            </a:extLst>
          </p:cNvPr>
          <p:cNvSpPr txBox="1">
            <a:spLocks/>
          </p:cNvSpPr>
          <p:nvPr/>
        </p:nvSpPr>
        <p:spPr>
          <a:xfrm>
            <a:off x="3427916" y="4629630"/>
            <a:ext cx="2458755" cy="35866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подзаголовок блока в 1-2 строки</a:t>
            </a:r>
            <a:endParaRPr lang="ru-RU" sz="1200"/>
          </a:p>
        </p:txBody>
      </p:sp>
      <p:grpSp>
        <p:nvGrpSpPr>
          <p:cNvPr id="198" name="Группа 197">
            <a:extLst>
              <a:ext uri="{FF2B5EF4-FFF2-40B4-BE49-F238E27FC236}">
                <a16:creationId xmlns:a16="http://schemas.microsoft.com/office/drawing/2014/main" id="{98880922-5678-ED68-265E-D6294935B0C0}"/>
              </a:ext>
            </a:extLst>
          </p:cNvPr>
          <p:cNvGrpSpPr/>
          <p:nvPr/>
        </p:nvGrpSpPr>
        <p:grpSpPr>
          <a:xfrm>
            <a:off x="5781490" y="4570492"/>
            <a:ext cx="1843740" cy="451862"/>
            <a:chOff x="3956985" y="2107762"/>
            <a:chExt cx="1843740" cy="451862"/>
          </a:xfrm>
        </p:grpSpPr>
        <p:sp>
          <p:nvSpPr>
            <p:cNvPr id="209" name="Объект 1">
              <a:extLst>
                <a:ext uri="{FF2B5EF4-FFF2-40B4-BE49-F238E27FC236}">
                  <a16:creationId xmlns:a16="http://schemas.microsoft.com/office/drawing/2014/main" id="{CF5617BA-73E3-C0F6-D80D-21A32C340CA5}"/>
                </a:ext>
              </a:extLst>
            </p:cNvPr>
            <p:cNvSpPr txBox="1">
              <a:spLocks/>
            </p:cNvSpPr>
            <p:nvPr/>
          </p:nvSpPr>
          <p:spPr>
            <a:xfrm>
              <a:off x="3956985" y="2379624"/>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210" name="Объект 1">
              <a:extLst>
                <a:ext uri="{FF2B5EF4-FFF2-40B4-BE49-F238E27FC236}">
                  <a16:creationId xmlns:a16="http://schemas.microsoft.com/office/drawing/2014/main" id="{8E850902-97BD-8FC2-C407-2ADD9862BA52}"/>
                </a:ext>
              </a:extLst>
            </p:cNvPr>
            <p:cNvSpPr txBox="1">
              <a:spLocks/>
            </p:cNvSpPr>
            <p:nvPr/>
          </p:nvSpPr>
          <p:spPr>
            <a:xfrm>
              <a:off x="3956985" y="2107762"/>
              <a:ext cx="557209"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28,8</a:t>
              </a:r>
            </a:p>
          </p:txBody>
        </p:sp>
        <p:sp>
          <p:nvSpPr>
            <p:cNvPr id="211" name="Объект 1">
              <a:extLst>
                <a:ext uri="{FF2B5EF4-FFF2-40B4-BE49-F238E27FC236}">
                  <a16:creationId xmlns:a16="http://schemas.microsoft.com/office/drawing/2014/main" id="{279DCFCE-9B99-C092-400D-CF489B018C00}"/>
                </a:ext>
              </a:extLst>
            </p:cNvPr>
            <p:cNvSpPr txBox="1">
              <a:spLocks/>
            </p:cNvSpPr>
            <p:nvPr/>
          </p:nvSpPr>
          <p:spPr>
            <a:xfrm>
              <a:off x="4490582" y="2163742"/>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grpSp>
        <p:nvGrpSpPr>
          <p:cNvPr id="199" name="Группа 198">
            <a:extLst>
              <a:ext uri="{FF2B5EF4-FFF2-40B4-BE49-F238E27FC236}">
                <a16:creationId xmlns:a16="http://schemas.microsoft.com/office/drawing/2014/main" id="{63630AA5-6837-965E-3242-47C8FA3D9FA4}"/>
              </a:ext>
            </a:extLst>
          </p:cNvPr>
          <p:cNvGrpSpPr/>
          <p:nvPr/>
        </p:nvGrpSpPr>
        <p:grpSpPr>
          <a:xfrm>
            <a:off x="5781490" y="5145903"/>
            <a:ext cx="1843740" cy="451862"/>
            <a:chOff x="3956985" y="2683173"/>
            <a:chExt cx="1843740" cy="451862"/>
          </a:xfrm>
        </p:grpSpPr>
        <p:sp>
          <p:nvSpPr>
            <p:cNvPr id="206" name="Объект 1">
              <a:extLst>
                <a:ext uri="{FF2B5EF4-FFF2-40B4-BE49-F238E27FC236}">
                  <a16:creationId xmlns:a16="http://schemas.microsoft.com/office/drawing/2014/main" id="{B6B949C9-7DD6-51C0-BCCA-CE9437E3BDDE}"/>
                </a:ext>
              </a:extLst>
            </p:cNvPr>
            <p:cNvSpPr txBox="1">
              <a:spLocks/>
            </p:cNvSpPr>
            <p:nvPr/>
          </p:nvSpPr>
          <p:spPr>
            <a:xfrm>
              <a:off x="3956985" y="2955035"/>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207" name="Объект 1">
              <a:extLst>
                <a:ext uri="{FF2B5EF4-FFF2-40B4-BE49-F238E27FC236}">
                  <a16:creationId xmlns:a16="http://schemas.microsoft.com/office/drawing/2014/main" id="{C02F5D32-49D7-AB42-A8A1-4FEC3C3A17E7}"/>
                </a:ext>
              </a:extLst>
            </p:cNvPr>
            <p:cNvSpPr txBox="1">
              <a:spLocks/>
            </p:cNvSpPr>
            <p:nvPr/>
          </p:nvSpPr>
          <p:spPr>
            <a:xfrm>
              <a:off x="3956985" y="2683173"/>
              <a:ext cx="607202"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116,8</a:t>
              </a:r>
            </a:p>
          </p:txBody>
        </p:sp>
        <p:sp>
          <p:nvSpPr>
            <p:cNvPr id="208" name="Объект 1">
              <a:extLst>
                <a:ext uri="{FF2B5EF4-FFF2-40B4-BE49-F238E27FC236}">
                  <a16:creationId xmlns:a16="http://schemas.microsoft.com/office/drawing/2014/main" id="{C391FC31-59B0-CBC8-F8CD-1792C8D684C3}"/>
                </a:ext>
              </a:extLst>
            </p:cNvPr>
            <p:cNvSpPr txBox="1">
              <a:spLocks/>
            </p:cNvSpPr>
            <p:nvPr/>
          </p:nvSpPr>
          <p:spPr>
            <a:xfrm>
              <a:off x="4570263" y="2739153"/>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grpSp>
        <p:nvGrpSpPr>
          <p:cNvPr id="200" name="Группа 199">
            <a:extLst>
              <a:ext uri="{FF2B5EF4-FFF2-40B4-BE49-F238E27FC236}">
                <a16:creationId xmlns:a16="http://schemas.microsoft.com/office/drawing/2014/main" id="{7AEE0E77-893B-C60C-430C-AC2B857219CB}"/>
              </a:ext>
            </a:extLst>
          </p:cNvPr>
          <p:cNvGrpSpPr/>
          <p:nvPr/>
        </p:nvGrpSpPr>
        <p:grpSpPr>
          <a:xfrm>
            <a:off x="5781490" y="5721314"/>
            <a:ext cx="1843740" cy="451862"/>
            <a:chOff x="3956985" y="3258584"/>
            <a:chExt cx="1843740" cy="451862"/>
          </a:xfrm>
        </p:grpSpPr>
        <p:sp>
          <p:nvSpPr>
            <p:cNvPr id="203" name="Объект 1">
              <a:extLst>
                <a:ext uri="{FF2B5EF4-FFF2-40B4-BE49-F238E27FC236}">
                  <a16:creationId xmlns:a16="http://schemas.microsoft.com/office/drawing/2014/main" id="{4695B207-0372-B8CD-27A4-CD29637C09E0}"/>
                </a:ext>
              </a:extLst>
            </p:cNvPr>
            <p:cNvSpPr txBox="1">
              <a:spLocks/>
            </p:cNvSpPr>
            <p:nvPr/>
          </p:nvSpPr>
          <p:spPr>
            <a:xfrm>
              <a:off x="3956985" y="3530446"/>
              <a:ext cx="1843740" cy="180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текст. </a:t>
              </a:r>
            </a:p>
          </p:txBody>
        </p:sp>
        <p:sp>
          <p:nvSpPr>
            <p:cNvPr id="204" name="Объект 1">
              <a:extLst>
                <a:ext uri="{FF2B5EF4-FFF2-40B4-BE49-F238E27FC236}">
                  <a16:creationId xmlns:a16="http://schemas.microsoft.com/office/drawing/2014/main" id="{E7183783-169F-1389-FA50-F5A27C552A5F}"/>
                </a:ext>
              </a:extLst>
            </p:cNvPr>
            <p:cNvSpPr txBox="1">
              <a:spLocks/>
            </p:cNvSpPr>
            <p:nvPr/>
          </p:nvSpPr>
          <p:spPr>
            <a:xfrm>
              <a:off x="3956985" y="3258584"/>
              <a:ext cx="557209" cy="2512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3,4</a:t>
              </a:r>
            </a:p>
          </p:txBody>
        </p:sp>
        <p:sp>
          <p:nvSpPr>
            <p:cNvPr id="205" name="Объект 1">
              <a:extLst>
                <a:ext uri="{FF2B5EF4-FFF2-40B4-BE49-F238E27FC236}">
                  <a16:creationId xmlns:a16="http://schemas.microsoft.com/office/drawing/2014/main" id="{017FEEB3-F131-7A82-5FA2-CD7A09E538D5}"/>
                </a:ext>
              </a:extLst>
            </p:cNvPr>
            <p:cNvSpPr txBox="1">
              <a:spLocks/>
            </p:cNvSpPr>
            <p:nvPr/>
          </p:nvSpPr>
          <p:spPr>
            <a:xfrm>
              <a:off x="4342819" y="3314564"/>
              <a:ext cx="856243" cy="162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err="1"/>
                <a:t>ед.изм</a:t>
              </a:r>
              <a:r>
                <a:rPr lang="ru-RU" sz="1200"/>
                <a:t>.</a:t>
              </a:r>
            </a:p>
          </p:txBody>
        </p:sp>
      </p:grpSp>
      <p:sp>
        <p:nvSpPr>
          <p:cNvPr id="201" name="Объект 1">
            <a:extLst>
              <a:ext uri="{FF2B5EF4-FFF2-40B4-BE49-F238E27FC236}">
                <a16:creationId xmlns:a16="http://schemas.microsoft.com/office/drawing/2014/main" id="{D20506DE-62EC-2B5D-35A9-5C7E8C5BDA31}"/>
              </a:ext>
            </a:extLst>
          </p:cNvPr>
          <p:cNvSpPr txBox="1">
            <a:spLocks/>
          </p:cNvSpPr>
          <p:nvPr/>
        </p:nvSpPr>
        <p:spPr>
          <a:xfrm>
            <a:off x="5775415" y="4055153"/>
            <a:ext cx="2004322" cy="35866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подзаголовок блока в 1-2 строки</a:t>
            </a:r>
            <a:endParaRPr lang="ru-RU" sz="1200"/>
          </a:p>
        </p:txBody>
      </p:sp>
      <p:graphicFrame>
        <p:nvGraphicFramePr>
          <p:cNvPr id="216" name="Диаграмма 215">
            <a:extLst>
              <a:ext uri="{FF2B5EF4-FFF2-40B4-BE49-F238E27FC236}">
                <a16:creationId xmlns:a16="http://schemas.microsoft.com/office/drawing/2014/main" id="{B5024F01-D144-1437-A8DA-4996DB02AD68}"/>
              </a:ext>
            </a:extLst>
          </p:cNvPr>
          <p:cNvGraphicFramePr/>
          <p:nvPr/>
        </p:nvGraphicFramePr>
        <p:xfrm>
          <a:off x="8411900" y="4426189"/>
          <a:ext cx="3138752" cy="1874599"/>
        </p:xfrm>
        <a:graphic>
          <a:graphicData uri="http://schemas.openxmlformats.org/drawingml/2006/chart">
            <c:chart xmlns:c="http://schemas.openxmlformats.org/drawingml/2006/chart" xmlns:r="http://schemas.openxmlformats.org/officeDocument/2006/relationships" r:id="rId2"/>
          </a:graphicData>
        </a:graphic>
      </p:graphicFrame>
      <p:sp>
        <p:nvSpPr>
          <p:cNvPr id="217" name="Объект 1">
            <a:extLst>
              <a:ext uri="{FF2B5EF4-FFF2-40B4-BE49-F238E27FC236}">
                <a16:creationId xmlns:a16="http://schemas.microsoft.com/office/drawing/2014/main" id="{7D7A461A-C5E1-CA64-17E2-F73E9A807F7B}"/>
              </a:ext>
            </a:extLst>
          </p:cNvPr>
          <p:cNvSpPr txBox="1">
            <a:spLocks/>
          </p:cNvSpPr>
          <p:nvPr/>
        </p:nvSpPr>
        <p:spPr>
          <a:xfrm>
            <a:off x="8423161" y="3936994"/>
            <a:ext cx="3047627" cy="35866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подзаголовок </a:t>
            </a:r>
            <a:br>
              <a:rPr lang="ru-RU" sz="1400" b="1"/>
            </a:br>
            <a:r>
              <a:rPr lang="ru-RU" sz="1400" b="1"/>
              <a:t>диаграммы в 1-2 строки</a:t>
            </a:r>
            <a:endParaRPr lang="ru-RU" sz="1200"/>
          </a:p>
        </p:txBody>
      </p:sp>
      <p:graphicFrame>
        <p:nvGraphicFramePr>
          <p:cNvPr id="218" name="Диаграмма 217">
            <a:extLst>
              <a:ext uri="{FF2B5EF4-FFF2-40B4-BE49-F238E27FC236}">
                <a16:creationId xmlns:a16="http://schemas.microsoft.com/office/drawing/2014/main" id="{20125372-8BDD-E087-13A3-0D4210913DB3}"/>
              </a:ext>
            </a:extLst>
          </p:cNvPr>
          <p:cNvGraphicFramePr/>
          <p:nvPr/>
        </p:nvGraphicFramePr>
        <p:xfrm>
          <a:off x="8411900" y="1993505"/>
          <a:ext cx="3108272" cy="1515273"/>
        </p:xfrm>
        <a:graphic>
          <a:graphicData uri="http://schemas.openxmlformats.org/drawingml/2006/chart">
            <c:chart xmlns:c="http://schemas.openxmlformats.org/drawingml/2006/chart" xmlns:r="http://schemas.openxmlformats.org/officeDocument/2006/relationships" r:id="rId3"/>
          </a:graphicData>
        </a:graphic>
      </p:graphicFrame>
      <p:sp>
        <p:nvSpPr>
          <p:cNvPr id="219" name="Объект 1">
            <a:extLst>
              <a:ext uri="{FF2B5EF4-FFF2-40B4-BE49-F238E27FC236}">
                <a16:creationId xmlns:a16="http://schemas.microsoft.com/office/drawing/2014/main" id="{82F27D3B-4D38-B8C2-EF7F-DFAE70FF4023}"/>
              </a:ext>
            </a:extLst>
          </p:cNvPr>
          <p:cNvSpPr txBox="1">
            <a:spLocks/>
          </p:cNvSpPr>
          <p:nvPr/>
        </p:nvSpPr>
        <p:spPr>
          <a:xfrm>
            <a:off x="8423161" y="1505253"/>
            <a:ext cx="3047627" cy="35866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подзаголовок </a:t>
            </a:r>
            <a:br>
              <a:rPr lang="ru-RU" sz="1400" b="1"/>
            </a:br>
            <a:r>
              <a:rPr lang="ru-RU" sz="1400" b="1"/>
              <a:t>диаграммы в 1-2 строки</a:t>
            </a:r>
            <a:endParaRPr lang="ru-RU" sz="1200"/>
          </a:p>
        </p:txBody>
      </p:sp>
      <p:sp>
        <p:nvSpPr>
          <p:cNvPr id="5" name="Нижний колонтитул 4">
            <a:extLst>
              <a:ext uri="{FF2B5EF4-FFF2-40B4-BE49-F238E27FC236}">
                <a16:creationId xmlns:a16="http://schemas.microsoft.com/office/drawing/2014/main" id="{CED2B375-14A8-7F06-1212-3F3E77295AA5}"/>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589290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Скругленный прямоугольник 11">
            <a:extLst>
              <a:ext uri="{FF2B5EF4-FFF2-40B4-BE49-F238E27FC236}">
                <a16:creationId xmlns:a16="http://schemas.microsoft.com/office/drawing/2014/main" id="{CBD63F5E-906A-6C56-DC26-0B1C99DF7BC7}"/>
              </a:ext>
            </a:extLst>
          </p:cNvPr>
          <p:cNvSpPr/>
          <p:nvPr/>
        </p:nvSpPr>
        <p:spPr>
          <a:xfrm>
            <a:off x="7915277" y="0"/>
            <a:ext cx="4276723" cy="6857999"/>
          </a:xfrm>
          <a:prstGeom prst="roundRect">
            <a:avLst>
              <a:gd name="adj" fmla="val 0"/>
            </a:avLst>
          </a:prstGeom>
          <a:solidFill>
            <a:schemeClr val="accent1"/>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31" name="Объект 1">
            <a:extLst>
              <a:ext uri="{FF2B5EF4-FFF2-40B4-BE49-F238E27FC236}">
                <a16:creationId xmlns:a16="http://schemas.microsoft.com/office/drawing/2014/main" id="{98A4B2F7-EE8F-9653-03E0-901B430E1F50}"/>
              </a:ext>
            </a:extLst>
          </p:cNvPr>
          <p:cNvSpPr txBox="1">
            <a:spLocks/>
          </p:cNvSpPr>
          <p:nvPr/>
        </p:nvSpPr>
        <p:spPr>
          <a:xfrm>
            <a:off x="9738284" y="2045226"/>
            <a:ext cx="1554120" cy="2613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комментарий к цифре или примечание</a:t>
            </a:r>
          </a:p>
        </p:txBody>
      </p:sp>
      <p:sp>
        <p:nvSpPr>
          <p:cNvPr id="32" name="Объект 1">
            <a:extLst>
              <a:ext uri="{FF2B5EF4-FFF2-40B4-BE49-F238E27FC236}">
                <a16:creationId xmlns:a16="http://schemas.microsoft.com/office/drawing/2014/main" id="{F28235F3-8DD2-42C2-0360-8A75189FB54C}"/>
              </a:ext>
            </a:extLst>
          </p:cNvPr>
          <p:cNvSpPr txBox="1">
            <a:spLocks/>
          </p:cNvSpPr>
          <p:nvPr/>
        </p:nvSpPr>
        <p:spPr>
          <a:xfrm>
            <a:off x="9732963" y="1672175"/>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35,8</a:t>
            </a:r>
          </a:p>
        </p:txBody>
      </p:sp>
      <p:sp>
        <p:nvSpPr>
          <p:cNvPr id="34" name="Объект 1">
            <a:extLst>
              <a:ext uri="{FF2B5EF4-FFF2-40B4-BE49-F238E27FC236}">
                <a16:creationId xmlns:a16="http://schemas.microsoft.com/office/drawing/2014/main" id="{A2DB06FE-CAC5-CF76-43F4-3891F0C6EAF4}"/>
              </a:ext>
            </a:extLst>
          </p:cNvPr>
          <p:cNvSpPr txBox="1">
            <a:spLocks/>
          </p:cNvSpPr>
          <p:nvPr/>
        </p:nvSpPr>
        <p:spPr>
          <a:xfrm>
            <a:off x="9738284" y="3268158"/>
            <a:ext cx="1554120" cy="2613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комментарий к цифре или примечание</a:t>
            </a:r>
          </a:p>
        </p:txBody>
      </p:sp>
      <p:sp>
        <p:nvSpPr>
          <p:cNvPr id="35" name="Объект 1">
            <a:extLst>
              <a:ext uri="{FF2B5EF4-FFF2-40B4-BE49-F238E27FC236}">
                <a16:creationId xmlns:a16="http://schemas.microsoft.com/office/drawing/2014/main" id="{78095F72-E900-8852-6136-7E05E38CA209}"/>
              </a:ext>
            </a:extLst>
          </p:cNvPr>
          <p:cNvSpPr txBox="1">
            <a:spLocks/>
          </p:cNvSpPr>
          <p:nvPr/>
        </p:nvSpPr>
        <p:spPr>
          <a:xfrm>
            <a:off x="9732963" y="2895107"/>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986,3</a:t>
            </a:r>
          </a:p>
        </p:txBody>
      </p:sp>
      <p:sp>
        <p:nvSpPr>
          <p:cNvPr id="37" name="Объект 1">
            <a:extLst>
              <a:ext uri="{FF2B5EF4-FFF2-40B4-BE49-F238E27FC236}">
                <a16:creationId xmlns:a16="http://schemas.microsoft.com/office/drawing/2014/main" id="{1E8282B4-BF07-24E8-A73F-124A64C2A4E2}"/>
              </a:ext>
            </a:extLst>
          </p:cNvPr>
          <p:cNvSpPr txBox="1">
            <a:spLocks/>
          </p:cNvSpPr>
          <p:nvPr/>
        </p:nvSpPr>
        <p:spPr>
          <a:xfrm>
            <a:off x="9738284" y="4491090"/>
            <a:ext cx="1554120" cy="2613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комментарий к цифре или примечание</a:t>
            </a:r>
          </a:p>
        </p:txBody>
      </p:sp>
      <p:sp>
        <p:nvSpPr>
          <p:cNvPr id="38" name="Объект 1">
            <a:extLst>
              <a:ext uri="{FF2B5EF4-FFF2-40B4-BE49-F238E27FC236}">
                <a16:creationId xmlns:a16="http://schemas.microsoft.com/office/drawing/2014/main" id="{8C8A74CB-A211-0562-6C75-51B9025591DB}"/>
              </a:ext>
            </a:extLst>
          </p:cNvPr>
          <p:cNvSpPr txBox="1">
            <a:spLocks/>
          </p:cNvSpPr>
          <p:nvPr/>
        </p:nvSpPr>
        <p:spPr>
          <a:xfrm>
            <a:off x="9732963" y="4118039"/>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13,5%</a:t>
            </a:r>
          </a:p>
        </p:txBody>
      </p:sp>
      <p:sp>
        <p:nvSpPr>
          <p:cNvPr id="41" name="Объект 1">
            <a:extLst>
              <a:ext uri="{FF2B5EF4-FFF2-40B4-BE49-F238E27FC236}">
                <a16:creationId xmlns:a16="http://schemas.microsoft.com/office/drawing/2014/main" id="{F29792B7-62FF-5B22-AD17-3AFB04A9838E}"/>
              </a:ext>
            </a:extLst>
          </p:cNvPr>
          <p:cNvSpPr txBox="1">
            <a:spLocks/>
          </p:cNvSpPr>
          <p:nvPr/>
        </p:nvSpPr>
        <p:spPr>
          <a:xfrm>
            <a:off x="9746543" y="5714021"/>
            <a:ext cx="1554120" cy="2613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комментарий к цифре или примечание</a:t>
            </a:r>
          </a:p>
        </p:txBody>
      </p:sp>
      <p:sp>
        <p:nvSpPr>
          <p:cNvPr id="42" name="Объект 1">
            <a:extLst>
              <a:ext uri="{FF2B5EF4-FFF2-40B4-BE49-F238E27FC236}">
                <a16:creationId xmlns:a16="http://schemas.microsoft.com/office/drawing/2014/main" id="{B5B7A6D2-55B1-F463-BE04-B7BD297B2DF2}"/>
              </a:ext>
            </a:extLst>
          </p:cNvPr>
          <p:cNvSpPr txBox="1">
            <a:spLocks/>
          </p:cNvSpPr>
          <p:nvPr/>
        </p:nvSpPr>
        <p:spPr>
          <a:xfrm>
            <a:off x="9741222" y="5340970"/>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2 345</a:t>
            </a:r>
          </a:p>
        </p:txBody>
      </p:sp>
      <p:sp>
        <p:nvSpPr>
          <p:cNvPr id="5" name="Скругленный прямоугольник 11">
            <a:extLst>
              <a:ext uri="{FF2B5EF4-FFF2-40B4-BE49-F238E27FC236}">
                <a16:creationId xmlns:a16="http://schemas.microsoft.com/office/drawing/2014/main" id="{BA90AEC1-E8C3-DFA1-84F9-F52A4D917E2E}"/>
              </a:ext>
            </a:extLst>
          </p:cNvPr>
          <p:cNvSpPr/>
          <p:nvPr/>
        </p:nvSpPr>
        <p:spPr>
          <a:xfrm>
            <a:off x="644082" y="1520825"/>
            <a:ext cx="4118418" cy="4749259"/>
          </a:xfrm>
          <a:prstGeom prst="roundRect">
            <a:avLst>
              <a:gd name="adj" fmla="val 5383"/>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3" name="Номер слайда 2">
            <a:extLst>
              <a:ext uri="{FF2B5EF4-FFF2-40B4-BE49-F238E27FC236}">
                <a16:creationId xmlns:a16="http://schemas.microsoft.com/office/drawing/2014/main" id="{627724CC-437B-12BE-E36F-64C86E2ABBDD}"/>
              </a:ext>
            </a:extLst>
          </p:cNvPr>
          <p:cNvSpPr>
            <a:spLocks noGrp="1"/>
          </p:cNvSpPr>
          <p:nvPr>
            <p:ph type="sldNum" sz="quarter" idx="12"/>
          </p:nvPr>
        </p:nvSpPr>
        <p:spPr/>
        <p:txBody>
          <a:bodyPr/>
          <a:lstStyle/>
          <a:p>
            <a:fld id="{EB5249F5-0093-48B0-B996-C4E44A87EAFB}" type="slidenum">
              <a:rPr lang="ru-RU" smtClean="0"/>
              <a:pPr/>
              <a:t>31</a:t>
            </a:fld>
            <a:endParaRPr lang="ru-RU"/>
          </a:p>
        </p:txBody>
      </p:sp>
      <p:sp>
        <p:nvSpPr>
          <p:cNvPr id="4" name="Заголовок 3">
            <a:extLst>
              <a:ext uri="{FF2B5EF4-FFF2-40B4-BE49-F238E27FC236}">
                <a16:creationId xmlns:a16="http://schemas.microsoft.com/office/drawing/2014/main" id="{29633A8D-9780-3F65-DE17-F68500383015}"/>
              </a:ext>
            </a:extLst>
          </p:cNvPr>
          <p:cNvSpPr>
            <a:spLocks noGrp="1"/>
          </p:cNvSpPr>
          <p:nvPr>
            <p:ph type="title"/>
          </p:nvPr>
        </p:nvSpPr>
        <p:spPr>
          <a:xfrm>
            <a:off x="639764" y="411163"/>
            <a:ext cx="6629400" cy="684465"/>
          </a:xfrm>
        </p:spPr>
        <p:txBody>
          <a:bodyPr/>
          <a:lstStyle/>
          <a:p>
            <a:r>
              <a:rPr lang="ru-RU"/>
              <a:t>Сформулируй смысловой заголовок</a:t>
            </a:r>
          </a:p>
        </p:txBody>
      </p:sp>
      <p:sp>
        <p:nvSpPr>
          <p:cNvPr id="8" name="TextBox 7">
            <a:extLst>
              <a:ext uri="{FF2B5EF4-FFF2-40B4-BE49-F238E27FC236}">
                <a16:creationId xmlns:a16="http://schemas.microsoft.com/office/drawing/2014/main" id="{96D1D6FF-7765-AFE0-7557-F8F9CFBCEE65}"/>
              </a:ext>
            </a:extLst>
          </p:cNvPr>
          <p:cNvSpPr txBox="1"/>
          <p:nvPr/>
        </p:nvSpPr>
        <p:spPr>
          <a:xfrm>
            <a:off x="842981" y="1672175"/>
            <a:ext cx="3433744" cy="416844"/>
          </a:xfrm>
          <a:prstGeom prst="rect">
            <a:avLst/>
          </a:prstGeom>
          <a:noFill/>
        </p:spPr>
        <p:txBody>
          <a:bodyPr wrap="square" lIns="0" tIns="0" rIns="0" bIns="0" rtlCol="0">
            <a:noAutofit/>
          </a:bodyPr>
          <a:lstStyle/>
          <a:p>
            <a:r>
              <a:rPr lang="ru-RU" sz="1400" b="1"/>
              <a:t>Напиши краткий заголовок длиной </a:t>
            </a:r>
            <a:br>
              <a:rPr lang="ru-RU" sz="1400" b="1"/>
            </a:br>
            <a:r>
              <a:rPr lang="ru-RU" sz="1400" b="1"/>
              <a:t>не более двух строк</a:t>
            </a:r>
          </a:p>
        </p:txBody>
      </p:sp>
      <p:sp>
        <p:nvSpPr>
          <p:cNvPr id="20" name="Объект 1">
            <a:extLst>
              <a:ext uri="{FF2B5EF4-FFF2-40B4-BE49-F238E27FC236}">
                <a16:creationId xmlns:a16="http://schemas.microsoft.com/office/drawing/2014/main" id="{E0F152A6-3E57-200B-A145-C1BC14B06FE6}"/>
              </a:ext>
            </a:extLst>
          </p:cNvPr>
          <p:cNvSpPr txBox="1">
            <a:spLocks/>
          </p:cNvSpPr>
          <p:nvPr/>
        </p:nvSpPr>
        <p:spPr>
          <a:xfrm>
            <a:off x="1041403" y="2407684"/>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21" name="Объект 1">
            <a:extLst>
              <a:ext uri="{FF2B5EF4-FFF2-40B4-BE49-F238E27FC236}">
                <a16:creationId xmlns:a16="http://schemas.microsoft.com/office/drawing/2014/main" id="{8ED681EC-2473-86A5-491F-ACC5172E03BB}"/>
              </a:ext>
            </a:extLst>
          </p:cNvPr>
          <p:cNvSpPr txBox="1">
            <a:spLocks/>
          </p:cNvSpPr>
          <p:nvPr/>
        </p:nvSpPr>
        <p:spPr>
          <a:xfrm>
            <a:off x="1041404" y="2607202"/>
            <a:ext cx="1541787" cy="41844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ещё текста. Можно ещё немного.</a:t>
            </a:r>
          </a:p>
        </p:txBody>
      </p:sp>
      <p:sp>
        <p:nvSpPr>
          <p:cNvPr id="45" name="Рисунок 39">
            <a:extLst>
              <a:ext uri="{FF2B5EF4-FFF2-40B4-BE49-F238E27FC236}">
                <a16:creationId xmlns:a16="http://schemas.microsoft.com/office/drawing/2014/main" id="{F7227C9B-07E5-1D6C-EBFB-3A25D167352F}"/>
              </a:ext>
            </a:extLst>
          </p:cNvPr>
          <p:cNvSpPr/>
          <p:nvPr/>
        </p:nvSpPr>
        <p:spPr>
          <a:xfrm>
            <a:off x="842981" y="2407684"/>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23" name="Объект 1">
            <a:extLst>
              <a:ext uri="{FF2B5EF4-FFF2-40B4-BE49-F238E27FC236}">
                <a16:creationId xmlns:a16="http://schemas.microsoft.com/office/drawing/2014/main" id="{9E916624-E284-C582-0228-A2ECF79B84A0}"/>
              </a:ext>
            </a:extLst>
          </p:cNvPr>
          <p:cNvSpPr txBox="1">
            <a:spLocks/>
          </p:cNvSpPr>
          <p:nvPr/>
        </p:nvSpPr>
        <p:spPr>
          <a:xfrm>
            <a:off x="2940544" y="2414357"/>
            <a:ext cx="1490620"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24" name="Объект 1">
            <a:extLst>
              <a:ext uri="{FF2B5EF4-FFF2-40B4-BE49-F238E27FC236}">
                <a16:creationId xmlns:a16="http://schemas.microsoft.com/office/drawing/2014/main" id="{D9ED5DE4-4882-52EC-A7FD-CCE5A77C18FB}"/>
              </a:ext>
            </a:extLst>
          </p:cNvPr>
          <p:cNvSpPr txBox="1">
            <a:spLocks/>
          </p:cNvSpPr>
          <p:nvPr/>
        </p:nvSpPr>
        <p:spPr>
          <a:xfrm>
            <a:off x="2940544" y="2608800"/>
            <a:ext cx="1554120" cy="41684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ещё текста. Можно ещё немного.</a:t>
            </a:r>
          </a:p>
        </p:txBody>
      </p:sp>
      <p:sp>
        <p:nvSpPr>
          <p:cNvPr id="46" name="Рисунок 39">
            <a:extLst>
              <a:ext uri="{FF2B5EF4-FFF2-40B4-BE49-F238E27FC236}">
                <a16:creationId xmlns:a16="http://schemas.microsoft.com/office/drawing/2014/main" id="{F494D9BB-DBC1-918D-B469-78E56F5F1435}"/>
              </a:ext>
            </a:extLst>
          </p:cNvPr>
          <p:cNvSpPr/>
          <p:nvPr/>
        </p:nvSpPr>
        <p:spPr>
          <a:xfrm>
            <a:off x="2736782" y="2407684"/>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49" name="TextBox 48">
            <a:extLst>
              <a:ext uri="{FF2B5EF4-FFF2-40B4-BE49-F238E27FC236}">
                <a16:creationId xmlns:a16="http://schemas.microsoft.com/office/drawing/2014/main" id="{0DAF0CCF-18F2-29C0-3695-1BB17DB852E0}"/>
              </a:ext>
            </a:extLst>
          </p:cNvPr>
          <p:cNvSpPr txBox="1"/>
          <p:nvPr/>
        </p:nvSpPr>
        <p:spPr>
          <a:xfrm>
            <a:off x="842981" y="3621344"/>
            <a:ext cx="3433744" cy="416844"/>
          </a:xfrm>
          <a:prstGeom prst="rect">
            <a:avLst/>
          </a:prstGeom>
          <a:noFill/>
        </p:spPr>
        <p:txBody>
          <a:bodyPr wrap="square" lIns="0" tIns="0" rIns="0" bIns="0" rtlCol="0">
            <a:noAutofit/>
          </a:bodyPr>
          <a:lstStyle/>
          <a:p>
            <a:r>
              <a:rPr lang="ru-RU" sz="1400" b="1"/>
              <a:t>Напиши краткий заголовок длиной </a:t>
            </a:r>
            <a:br>
              <a:rPr lang="ru-RU" sz="1400" b="1"/>
            </a:br>
            <a:r>
              <a:rPr lang="ru-RU" sz="1400" b="1"/>
              <a:t>не более двух строк</a:t>
            </a:r>
          </a:p>
        </p:txBody>
      </p:sp>
      <p:cxnSp>
        <p:nvCxnSpPr>
          <p:cNvPr id="70" name="Прямая соединительная линия 69">
            <a:extLst>
              <a:ext uri="{FF2B5EF4-FFF2-40B4-BE49-F238E27FC236}">
                <a16:creationId xmlns:a16="http://schemas.microsoft.com/office/drawing/2014/main" id="{4307951E-93BB-AFDF-D1BA-7426ACCE5A80}"/>
              </a:ext>
            </a:extLst>
          </p:cNvPr>
          <p:cNvCxnSpPr>
            <a:cxnSpLocks/>
          </p:cNvCxnSpPr>
          <p:nvPr/>
        </p:nvCxnSpPr>
        <p:spPr>
          <a:xfrm>
            <a:off x="795291" y="3348894"/>
            <a:ext cx="38160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sp>
        <p:nvSpPr>
          <p:cNvPr id="72" name="Скругленный прямоугольник 11">
            <a:extLst>
              <a:ext uri="{FF2B5EF4-FFF2-40B4-BE49-F238E27FC236}">
                <a16:creationId xmlns:a16="http://schemas.microsoft.com/office/drawing/2014/main" id="{2136EAA2-780B-5143-E394-C85737C06DA9}"/>
              </a:ext>
            </a:extLst>
          </p:cNvPr>
          <p:cNvSpPr/>
          <p:nvPr/>
        </p:nvSpPr>
        <p:spPr>
          <a:xfrm>
            <a:off x="5209954" y="1520825"/>
            <a:ext cx="4118418" cy="4749259"/>
          </a:xfrm>
          <a:prstGeom prst="roundRect">
            <a:avLst>
              <a:gd name="adj" fmla="val 3995"/>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73" name="TextBox 72">
            <a:extLst>
              <a:ext uri="{FF2B5EF4-FFF2-40B4-BE49-F238E27FC236}">
                <a16:creationId xmlns:a16="http://schemas.microsoft.com/office/drawing/2014/main" id="{9947B3EC-0481-0765-52AF-344A604BD2E7}"/>
              </a:ext>
            </a:extLst>
          </p:cNvPr>
          <p:cNvSpPr txBox="1"/>
          <p:nvPr/>
        </p:nvSpPr>
        <p:spPr>
          <a:xfrm>
            <a:off x="5408854" y="1672175"/>
            <a:ext cx="3433744" cy="416844"/>
          </a:xfrm>
          <a:prstGeom prst="rect">
            <a:avLst/>
          </a:prstGeom>
          <a:noFill/>
        </p:spPr>
        <p:txBody>
          <a:bodyPr wrap="square" lIns="0" tIns="0" rIns="0" bIns="0" rtlCol="0">
            <a:noAutofit/>
          </a:bodyPr>
          <a:lstStyle/>
          <a:p>
            <a:r>
              <a:rPr lang="ru-RU" sz="1400" b="1"/>
              <a:t>Напиши краткий заголовок длиной </a:t>
            </a:r>
            <a:br>
              <a:rPr lang="ru-RU" sz="1400" b="1"/>
            </a:br>
            <a:r>
              <a:rPr lang="ru-RU" sz="1400" b="1"/>
              <a:t>не более двух строк</a:t>
            </a:r>
          </a:p>
        </p:txBody>
      </p:sp>
      <p:sp>
        <p:nvSpPr>
          <p:cNvPr id="76" name="Объект 1">
            <a:extLst>
              <a:ext uri="{FF2B5EF4-FFF2-40B4-BE49-F238E27FC236}">
                <a16:creationId xmlns:a16="http://schemas.microsoft.com/office/drawing/2014/main" id="{157F0A48-EBF2-6D00-1056-E52C07CD1D8D}"/>
              </a:ext>
            </a:extLst>
          </p:cNvPr>
          <p:cNvSpPr txBox="1">
            <a:spLocks/>
          </p:cNvSpPr>
          <p:nvPr/>
        </p:nvSpPr>
        <p:spPr>
          <a:xfrm>
            <a:off x="5408835" y="2760053"/>
            <a:ext cx="1541787" cy="26237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a:t>
            </a:r>
            <a:r>
              <a:rPr lang="ru-RU" sz="1000" err="1"/>
              <a:t>еще</a:t>
            </a:r>
            <a:r>
              <a:rPr lang="ru-RU" sz="1000"/>
              <a:t> текста.</a:t>
            </a:r>
          </a:p>
        </p:txBody>
      </p:sp>
      <p:sp>
        <p:nvSpPr>
          <p:cNvPr id="80" name="Объект 1">
            <a:extLst>
              <a:ext uri="{FF2B5EF4-FFF2-40B4-BE49-F238E27FC236}">
                <a16:creationId xmlns:a16="http://schemas.microsoft.com/office/drawing/2014/main" id="{82B3C08F-22F5-C57C-FEA6-5BCAE577B861}"/>
              </a:ext>
            </a:extLst>
          </p:cNvPr>
          <p:cNvSpPr txBox="1">
            <a:spLocks/>
          </p:cNvSpPr>
          <p:nvPr/>
        </p:nvSpPr>
        <p:spPr>
          <a:xfrm>
            <a:off x="7307975" y="2761651"/>
            <a:ext cx="1554120" cy="2613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a:t>
            </a:r>
          </a:p>
        </p:txBody>
      </p:sp>
      <p:sp>
        <p:nvSpPr>
          <p:cNvPr id="82" name="TextBox 81">
            <a:extLst>
              <a:ext uri="{FF2B5EF4-FFF2-40B4-BE49-F238E27FC236}">
                <a16:creationId xmlns:a16="http://schemas.microsoft.com/office/drawing/2014/main" id="{554F5D26-7BAB-29DF-DF2F-5BE1236BD3F0}"/>
              </a:ext>
            </a:extLst>
          </p:cNvPr>
          <p:cNvSpPr txBox="1"/>
          <p:nvPr/>
        </p:nvSpPr>
        <p:spPr>
          <a:xfrm>
            <a:off x="5408854" y="3621344"/>
            <a:ext cx="3433744" cy="416844"/>
          </a:xfrm>
          <a:prstGeom prst="rect">
            <a:avLst/>
          </a:prstGeom>
          <a:noFill/>
        </p:spPr>
        <p:txBody>
          <a:bodyPr wrap="square" lIns="0" tIns="0" rIns="0" bIns="0" rtlCol="0">
            <a:noAutofit/>
          </a:bodyPr>
          <a:lstStyle/>
          <a:p>
            <a:r>
              <a:rPr lang="ru-RU" sz="1400" b="1"/>
              <a:t>Напиши краткий заголовок длиной </a:t>
            </a:r>
            <a:br>
              <a:rPr lang="ru-RU" sz="1400" b="1"/>
            </a:br>
            <a:r>
              <a:rPr lang="ru-RU" sz="1400" b="1"/>
              <a:t>не более двух строк</a:t>
            </a:r>
          </a:p>
        </p:txBody>
      </p:sp>
      <p:cxnSp>
        <p:nvCxnSpPr>
          <p:cNvPr id="89" name="Прямая соединительная линия 88">
            <a:extLst>
              <a:ext uri="{FF2B5EF4-FFF2-40B4-BE49-F238E27FC236}">
                <a16:creationId xmlns:a16="http://schemas.microsoft.com/office/drawing/2014/main" id="{7BAA4C82-8873-25EC-86A7-5BF9B418BD6E}"/>
              </a:ext>
            </a:extLst>
          </p:cNvPr>
          <p:cNvCxnSpPr>
            <a:cxnSpLocks/>
          </p:cNvCxnSpPr>
          <p:nvPr/>
        </p:nvCxnSpPr>
        <p:spPr>
          <a:xfrm>
            <a:off x="5361164" y="3348894"/>
            <a:ext cx="38160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Объект 1">
            <a:extLst>
              <a:ext uri="{FF2B5EF4-FFF2-40B4-BE49-F238E27FC236}">
                <a16:creationId xmlns:a16="http://schemas.microsoft.com/office/drawing/2014/main" id="{22F7AE9C-AE7F-876E-12BE-5E62564D2FCD}"/>
              </a:ext>
            </a:extLst>
          </p:cNvPr>
          <p:cNvSpPr txBox="1">
            <a:spLocks/>
          </p:cNvSpPr>
          <p:nvPr/>
        </p:nvSpPr>
        <p:spPr>
          <a:xfrm>
            <a:off x="5408834" y="2388600"/>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solidFill>
                  <a:schemeClr val="accent1"/>
                </a:solidFill>
              </a:rPr>
              <a:t>1 456</a:t>
            </a:r>
          </a:p>
        </p:txBody>
      </p:sp>
      <p:sp>
        <p:nvSpPr>
          <p:cNvPr id="91" name="Объект 1">
            <a:extLst>
              <a:ext uri="{FF2B5EF4-FFF2-40B4-BE49-F238E27FC236}">
                <a16:creationId xmlns:a16="http://schemas.microsoft.com/office/drawing/2014/main" id="{40707BDF-A2E7-FD04-2D7F-2FDD2FCB9888}"/>
              </a:ext>
            </a:extLst>
          </p:cNvPr>
          <p:cNvSpPr txBox="1">
            <a:spLocks/>
          </p:cNvSpPr>
          <p:nvPr/>
        </p:nvSpPr>
        <p:spPr>
          <a:xfrm>
            <a:off x="7302654" y="2388600"/>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solidFill>
                  <a:schemeClr val="accent1"/>
                </a:solidFill>
              </a:rPr>
              <a:t>114,8</a:t>
            </a:r>
          </a:p>
        </p:txBody>
      </p:sp>
      <p:graphicFrame>
        <p:nvGraphicFramePr>
          <p:cNvPr id="106" name="Диаграмма 105">
            <a:extLst>
              <a:ext uri="{FF2B5EF4-FFF2-40B4-BE49-F238E27FC236}">
                <a16:creationId xmlns:a16="http://schemas.microsoft.com/office/drawing/2014/main" id="{5CF000B1-D192-79E0-D77D-7CFFCB66ACCB}"/>
              </a:ext>
            </a:extLst>
          </p:cNvPr>
          <p:cNvGraphicFramePr/>
          <p:nvPr/>
        </p:nvGraphicFramePr>
        <p:xfrm>
          <a:off x="5330715" y="4216019"/>
          <a:ext cx="3876896" cy="1910340"/>
        </p:xfrm>
        <a:graphic>
          <a:graphicData uri="http://schemas.openxmlformats.org/drawingml/2006/chart">
            <c:chart xmlns:c="http://schemas.openxmlformats.org/drawingml/2006/chart" xmlns:r="http://schemas.openxmlformats.org/officeDocument/2006/relationships" r:id="rId2"/>
          </a:graphicData>
        </a:graphic>
      </p:graphicFrame>
      <p:sp>
        <p:nvSpPr>
          <p:cNvPr id="52" name="Объект 1">
            <a:extLst>
              <a:ext uri="{FF2B5EF4-FFF2-40B4-BE49-F238E27FC236}">
                <a16:creationId xmlns:a16="http://schemas.microsoft.com/office/drawing/2014/main" id="{D4D5A9EA-9181-DF8C-97FE-A551A9319D76}"/>
              </a:ext>
            </a:extLst>
          </p:cNvPr>
          <p:cNvSpPr txBox="1">
            <a:spLocks/>
          </p:cNvSpPr>
          <p:nvPr/>
        </p:nvSpPr>
        <p:spPr>
          <a:xfrm>
            <a:off x="1066804" y="4366379"/>
            <a:ext cx="1541787" cy="7580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ещё текста. Можно </a:t>
            </a:r>
            <a:r>
              <a:rPr lang="ru-RU" sz="1000" err="1"/>
              <a:t>еще</a:t>
            </a:r>
            <a:r>
              <a:rPr lang="ru-RU" sz="1000"/>
              <a:t> немного.  Здесь может быть твой текст. Добавь </a:t>
            </a:r>
            <a:r>
              <a:rPr lang="ru-RU" sz="1000" err="1"/>
              <a:t>еще</a:t>
            </a:r>
            <a:r>
              <a:rPr lang="ru-RU" sz="1000"/>
              <a:t> текста. </a:t>
            </a:r>
          </a:p>
        </p:txBody>
      </p:sp>
      <p:sp>
        <p:nvSpPr>
          <p:cNvPr id="56" name="Объект 1">
            <a:extLst>
              <a:ext uri="{FF2B5EF4-FFF2-40B4-BE49-F238E27FC236}">
                <a16:creationId xmlns:a16="http://schemas.microsoft.com/office/drawing/2014/main" id="{0941F0A8-E0C0-6C29-B6DB-2AD6235B0075}"/>
              </a:ext>
            </a:extLst>
          </p:cNvPr>
          <p:cNvSpPr txBox="1">
            <a:spLocks/>
          </p:cNvSpPr>
          <p:nvPr/>
        </p:nvSpPr>
        <p:spPr>
          <a:xfrm>
            <a:off x="2940544" y="4367977"/>
            <a:ext cx="1554120" cy="75517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Здесь может быть твой текст. Добавь еще текста. </a:t>
            </a:r>
          </a:p>
        </p:txBody>
      </p:sp>
      <p:sp>
        <p:nvSpPr>
          <p:cNvPr id="60" name="Объект 1">
            <a:extLst>
              <a:ext uri="{FF2B5EF4-FFF2-40B4-BE49-F238E27FC236}">
                <a16:creationId xmlns:a16="http://schemas.microsoft.com/office/drawing/2014/main" id="{AEDB7F93-9375-6F23-7CDE-8D1E1DC460D3}"/>
              </a:ext>
            </a:extLst>
          </p:cNvPr>
          <p:cNvSpPr txBox="1">
            <a:spLocks/>
          </p:cNvSpPr>
          <p:nvPr/>
        </p:nvSpPr>
        <p:spPr>
          <a:xfrm>
            <a:off x="1066804" y="5298781"/>
            <a:ext cx="1541787" cy="75807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Здесь может быть твой текст. Добавь еще текста. </a:t>
            </a:r>
          </a:p>
        </p:txBody>
      </p:sp>
      <p:sp>
        <p:nvSpPr>
          <p:cNvPr id="64" name="Объект 1">
            <a:extLst>
              <a:ext uri="{FF2B5EF4-FFF2-40B4-BE49-F238E27FC236}">
                <a16:creationId xmlns:a16="http://schemas.microsoft.com/office/drawing/2014/main" id="{CDBEBC27-6F0B-3BFC-3CA7-F3715361793D}"/>
              </a:ext>
            </a:extLst>
          </p:cNvPr>
          <p:cNvSpPr txBox="1">
            <a:spLocks/>
          </p:cNvSpPr>
          <p:nvPr/>
        </p:nvSpPr>
        <p:spPr>
          <a:xfrm>
            <a:off x="2940544" y="5300379"/>
            <a:ext cx="1554120" cy="75517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Здесь может быть твой текст. Добавь еще текста. </a:t>
            </a:r>
          </a:p>
        </p:txBody>
      </p:sp>
      <p:sp>
        <p:nvSpPr>
          <p:cNvPr id="7" name="Овал 6">
            <a:extLst>
              <a:ext uri="{FF2B5EF4-FFF2-40B4-BE49-F238E27FC236}">
                <a16:creationId xmlns:a16="http://schemas.microsoft.com/office/drawing/2014/main" id="{E24DF3F0-FD68-039F-5E9B-ABDFF75EF511}"/>
              </a:ext>
            </a:extLst>
          </p:cNvPr>
          <p:cNvSpPr/>
          <p:nvPr/>
        </p:nvSpPr>
        <p:spPr>
          <a:xfrm>
            <a:off x="842981" y="4366379"/>
            <a:ext cx="172762" cy="1727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a:t>1</a:t>
            </a:r>
          </a:p>
        </p:txBody>
      </p:sp>
      <p:sp>
        <p:nvSpPr>
          <p:cNvPr id="9" name="Овал 8">
            <a:extLst>
              <a:ext uri="{FF2B5EF4-FFF2-40B4-BE49-F238E27FC236}">
                <a16:creationId xmlns:a16="http://schemas.microsoft.com/office/drawing/2014/main" id="{8C9FC2DA-C0F6-7A74-2643-80E79DB335AE}"/>
              </a:ext>
            </a:extLst>
          </p:cNvPr>
          <p:cNvSpPr/>
          <p:nvPr/>
        </p:nvSpPr>
        <p:spPr>
          <a:xfrm>
            <a:off x="842981" y="5293684"/>
            <a:ext cx="172762" cy="1727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a:t>2</a:t>
            </a:r>
          </a:p>
        </p:txBody>
      </p:sp>
      <p:sp>
        <p:nvSpPr>
          <p:cNvPr id="10" name="Овал 9">
            <a:extLst>
              <a:ext uri="{FF2B5EF4-FFF2-40B4-BE49-F238E27FC236}">
                <a16:creationId xmlns:a16="http://schemas.microsoft.com/office/drawing/2014/main" id="{DD0E138F-0538-A698-C5BA-676D560C3B8E}"/>
              </a:ext>
            </a:extLst>
          </p:cNvPr>
          <p:cNvSpPr/>
          <p:nvPr/>
        </p:nvSpPr>
        <p:spPr>
          <a:xfrm>
            <a:off x="2716359" y="4366379"/>
            <a:ext cx="172762" cy="1727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a:t>3</a:t>
            </a:r>
          </a:p>
        </p:txBody>
      </p:sp>
      <p:sp>
        <p:nvSpPr>
          <p:cNvPr id="11" name="Овал 10">
            <a:extLst>
              <a:ext uri="{FF2B5EF4-FFF2-40B4-BE49-F238E27FC236}">
                <a16:creationId xmlns:a16="http://schemas.microsoft.com/office/drawing/2014/main" id="{01C195DF-215D-5560-C045-CAA88B79F54D}"/>
              </a:ext>
            </a:extLst>
          </p:cNvPr>
          <p:cNvSpPr/>
          <p:nvPr/>
        </p:nvSpPr>
        <p:spPr>
          <a:xfrm>
            <a:off x="2716359" y="5293684"/>
            <a:ext cx="172762" cy="1727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800"/>
              <a:t>4</a:t>
            </a:r>
          </a:p>
        </p:txBody>
      </p:sp>
      <p:sp>
        <p:nvSpPr>
          <p:cNvPr id="2" name="Нижний колонтитул 1">
            <a:extLst>
              <a:ext uri="{FF2B5EF4-FFF2-40B4-BE49-F238E27FC236}">
                <a16:creationId xmlns:a16="http://schemas.microsoft.com/office/drawing/2014/main" id="{99EC0D12-8931-A84D-28F1-F17715C7B56C}"/>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674133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829AE561-1FBA-B8F6-D6F9-C356455AC13F}"/>
              </a:ext>
            </a:extLst>
          </p:cNvPr>
          <p:cNvSpPr>
            <a:spLocks noGrp="1"/>
          </p:cNvSpPr>
          <p:nvPr>
            <p:ph type="sldNum" sz="quarter" idx="12"/>
          </p:nvPr>
        </p:nvSpPr>
        <p:spPr/>
        <p:txBody>
          <a:bodyPr/>
          <a:lstStyle/>
          <a:p>
            <a:fld id="{EB5249F5-0093-48B0-B996-C4E44A87EAFB}" type="slidenum">
              <a:rPr lang="ru-RU" smtClean="0"/>
              <a:pPr/>
              <a:t>32</a:t>
            </a:fld>
            <a:endParaRPr lang="ru-RU"/>
          </a:p>
        </p:txBody>
      </p:sp>
      <p:sp>
        <p:nvSpPr>
          <p:cNvPr id="4" name="Заголовок 3">
            <a:extLst>
              <a:ext uri="{FF2B5EF4-FFF2-40B4-BE49-F238E27FC236}">
                <a16:creationId xmlns:a16="http://schemas.microsoft.com/office/drawing/2014/main" id="{B4C129E4-E431-E6BB-0A40-005F5183D4A1}"/>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5" name="Скругленный прямоугольник 11">
            <a:extLst>
              <a:ext uri="{FF2B5EF4-FFF2-40B4-BE49-F238E27FC236}">
                <a16:creationId xmlns:a16="http://schemas.microsoft.com/office/drawing/2014/main" id="{17117208-4993-1683-34A8-9C77547FD9B9}"/>
              </a:ext>
            </a:extLst>
          </p:cNvPr>
          <p:cNvSpPr/>
          <p:nvPr/>
        </p:nvSpPr>
        <p:spPr>
          <a:xfrm>
            <a:off x="644081" y="1520825"/>
            <a:ext cx="4542281" cy="4749259"/>
          </a:xfrm>
          <a:prstGeom prst="roundRect">
            <a:avLst>
              <a:gd name="adj" fmla="val 5383"/>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8" name="TextBox 7">
            <a:extLst>
              <a:ext uri="{FF2B5EF4-FFF2-40B4-BE49-F238E27FC236}">
                <a16:creationId xmlns:a16="http://schemas.microsoft.com/office/drawing/2014/main" id="{40C7CEB0-E087-3D44-BB33-F3D8BDCF091A}"/>
              </a:ext>
            </a:extLst>
          </p:cNvPr>
          <p:cNvSpPr txBox="1"/>
          <p:nvPr/>
        </p:nvSpPr>
        <p:spPr>
          <a:xfrm>
            <a:off x="842981" y="1672175"/>
            <a:ext cx="1815159" cy="416844"/>
          </a:xfrm>
          <a:prstGeom prst="rect">
            <a:avLst/>
          </a:prstGeom>
          <a:noFill/>
        </p:spPr>
        <p:txBody>
          <a:bodyPr wrap="square" lIns="0" tIns="0" rIns="0" bIns="0" rtlCol="0">
            <a:noAutofit/>
          </a:bodyPr>
          <a:lstStyle/>
          <a:p>
            <a:r>
              <a:rPr lang="ru-RU" sz="1400" b="1"/>
              <a:t>Напиши заголовок,</a:t>
            </a:r>
            <a:br>
              <a:rPr lang="ru-RU" sz="1400" b="1"/>
            </a:br>
            <a:r>
              <a:rPr lang="ru-RU" sz="1400" b="1"/>
              <a:t>длиной в 1-2 строки</a:t>
            </a:r>
          </a:p>
        </p:txBody>
      </p:sp>
      <p:sp>
        <p:nvSpPr>
          <p:cNvPr id="10" name="Объект 1">
            <a:extLst>
              <a:ext uri="{FF2B5EF4-FFF2-40B4-BE49-F238E27FC236}">
                <a16:creationId xmlns:a16="http://schemas.microsoft.com/office/drawing/2014/main" id="{6A5C5F6F-61E0-7CF2-B6AB-3F8B83E1E6B4}"/>
              </a:ext>
            </a:extLst>
          </p:cNvPr>
          <p:cNvSpPr txBox="1">
            <a:spLocks/>
          </p:cNvSpPr>
          <p:nvPr/>
        </p:nvSpPr>
        <p:spPr>
          <a:xfrm>
            <a:off x="1041403" y="2407684"/>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11" name="Объект 1">
            <a:extLst>
              <a:ext uri="{FF2B5EF4-FFF2-40B4-BE49-F238E27FC236}">
                <a16:creationId xmlns:a16="http://schemas.microsoft.com/office/drawing/2014/main" id="{9813441C-147F-06EA-48AE-EF43860E51BA}"/>
              </a:ext>
            </a:extLst>
          </p:cNvPr>
          <p:cNvSpPr txBox="1">
            <a:spLocks/>
          </p:cNvSpPr>
          <p:nvPr/>
        </p:nvSpPr>
        <p:spPr>
          <a:xfrm>
            <a:off x="1041404" y="2607202"/>
            <a:ext cx="1616737" cy="57448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здесь свой текст. </a:t>
            </a:r>
          </a:p>
        </p:txBody>
      </p:sp>
      <p:sp>
        <p:nvSpPr>
          <p:cNvPr id="12" name="Рисунок 39">
            <a:extLst>
              <a:ext uri="{FF2B5EF4-FFF2-40B4-BE49-F238E27FC236}">
                <a16:creationId xmlns:a16="http://schemas.microsoft.com/office/drawing/2014/main" id="{93EABB03-57FC-DF2F-7369-CFC968358C74}"/>
              </a:ext>
            </a:extLst>
          </p:cNvPr>
          <p:cNvSpPr/>
          <p:nvPr/>
        </p:nvSpPr>
        <p:spPr>
          <a:xfrm>
            <a:off x="842981" y="2407684"/>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14" name="Объект 1">
            <a:extLst>
              <a:ext uri="{FF2B5EF4-FFF2-40B4-BE49-F238E27FC236}">
                <a16:creationId xmlns:a16="http://schemas.microsoft.com/office/drawing/2014/main" id="{205C19B6-6723-27BB-4F0C-820FEFCE6BBF}"/>
              </a:ext>
            </a:extLst>
          </p:cNvPr>
          <p:cNvSpPr txBox="1">
            <a:spLocks/>
          </p:cNvSpPr>
          <p:nvPr/>
        </p:nvSpPr>
        <p:spPr>
          <a:xfrm>
            <a:off x="1046743" y="3355176"/>
            <a:ext cx="1490620"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15" name="Объект 1">
            <a:extLst>
              <a:ext uri="{FF2B5EF4-FFF2-40B4-BE49-F238E27FC236}">
                <a16:creationId xmlns:a16="http://schemas.microsoft.com/office/drawing/2014/main" id="{4DB33FBB-BB8A-0FAB-2604-375EDCD986BB}"/>
              </a:ext>
            </a:extLst>
          </p:cNvPr>
          <p:cNvSpPr txBox="1">
            <a:spLocks/>
          </p:cNvSpPr>
          <p:nvPr/>
        </p:nvSpPr>
        <p:spPr>
          <a:xfrm>
            <a:off x="1041403" y="3549619"/>
            <a:ext cx="1616737" cy="57228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здесь свой текст</a:t>
            </a:r>
          </a:p>
        </p:txBody>
      </p:sp>
      <p:sp>
        <p:nvSpPr>
          <p:cNvPr id="16" name="Рисунок 39">
            <a:extLst>
              <a:ext uri="{FF2B5EF4-FFF2-40B4-BE49-F238E27FC236}">
                <a16:creationId xmlns:a16="http://schemas.microsoft.com/office/drawing/2014/main" id="{B5121F08-AE70-B506-457E-CD25F42F3858}"/>
              </a:ext>
            </a:extLst>
          </p:cNvPr>
          <p:cNvSpPr/>
          <p:nvPr/>
        </p:nvSpPr>
        <p:spPr>
          <a:xfrm>
            <a:off x="842981" y="3348503"/>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19" name="Скругленный прямоугольник 11">
            <a:extLst>
              <a:ext uri="{FF2B5EF4-FFF2-40B4-BE49-F238E27FC236}">
                <a16:creationId xmlns:a16="http://schemas.microsoft.com/office/drawing/2014/main" id="{C5494B10-7E30-1A03-4D7D-E46F329BACCB}"/>
              </a:ext>
            </a:extLst>
          </p:cNvPr>
          <p:cNvSpPr/>
          <p:nvPr/>
        </p:nvSpPr>
        <p:spPr>
          <a:xfrm>
            <a:off x="8823325" y="1520825"/>
            <a:ext cx="2699271" cy="4749259"/>
          </a:xfrm>
          <a:prstGeom prst="roundRect">
            <a:avLst>
              <a:gd name="adj" fmla="val 8442"/>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23" name="Объект 1">
            <a:extLst>
              <a:ext uri="{FF2B5EF4-FFF2-40B4-BE49-F238E27FC236}">
                <a16:creationId xmlns:a16="http://schemas.microsoft.com/office/drawing/2014/main" id="{FD9F26EC-94B7-BCDC-1DEF-E79CCF0B0BAD}"/>
              </a:ext>
            </a:extLst>
          </p:cNvPr>
          <p:cNvSpPr txBox="1">
            <a:spLocks/>
          </p:cNvSpPr>
          <p:nvPr/>
        </p:nvSpPr>
        <p:spPr>
          <a:xfrm>
            <a:off x="1046743" y="4295399"/>
            <a:ext cx="1490620"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24" name="Объект 1">
            <a:extLst>
              <a:ext uri="{FF2B5EF4-FFF2-40B4-BE49-F238E27FC236}">
                <a16:creationId xmlns:a16="http://schemas.microsoft.com/office/drawing/2014/main" id="{E5371462-107A-0EF3-0D93-1E27B47F8029}"/>
              </a:ext>
            </a:extLst>
          </p:cNvPr>
          <p:cNvSpPr txBox="1">
            <a:spLocks/>
          </p:cNvSpPr>
          <p:nvPr/>
        </p:nvSpPr>
        <p:spPr>
          <a:xfrm>
            <a:off x="1041403" y="4489842"/>
            <a:ext cx="1616737" cy="57228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здесь свой текст</a:t>
            </a:r>
          </a:p>
        </p:txBody>
      </p:sp>
      <p:sp>
        <p:nvSpPr>
          <p:cNvPr id="25" name="Рисунок 39">
            <a:extLst>
              <a:ext uri="{FF2B5EF4-FFF2-40B4-BE49-F238E27FC236}">
                <a16:creationId xmlns:a16="http://schemas.microsoft.com/office/drawing/2014/main" id="{72D75116-D81B-EB6D-E8BF-2518A9C06792}"/>
              </a:ext>
            </a:extLst>
          </p:cNvPr>
          <p:cNvSpPr/>
          <p:nvPr/>
        </p:nvSpPr>
        <p:spPr>
          <a:xfrm>
            <a:off x="842981" y="4288726"/>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27" name="Объект 1">
            <a:extLst>
              <a:ext uri="{FF2B5EF4-FFF2-40B4-BE49-F238E27FC236}">
                <a16:creationId xmlns:a16="http://schemas.microsoft.com/office/drawing/2014/main" id="{2597FE82-7215-B40A-6D56-8C4403138695}"/>
              </a:ext>
            </a:extLst>
          </p:cNvPr>
          <p:cNvSpPr txBox="1">
            <a:spLocks/>
          </p:cNvSpPr>
          <p:nvPr/>
        </p:nvSpPr>
        <p:spPr>
          <a:xfrm>
            <a:off x="1046743" y="5235622"/>
            <a:ext cx="1490620"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28" name="Объект 1">
            <a:extLst>
              <a:ext uri="{FF2B5EF4-FFF2-40B4-BE49-F238E27FC236}">
                <a16:creationId xmlns:a16="http://schemas.microsoft.com/office/drawing/2014/main" id="{A783CDE4-B689-0CC7-9643-8CAB14D85F64}"/>
              </a:ext>
            </a:extLst>
          </p:cNvPr>
          <p:cNvSpPr txBox="1">
            <a:spLocks/>
          </p:cNvSpPr>
          <p:nvPr/>
        </p:nvSpPr>
        <p:spPr>
          <a:xfrm>
            <a:off x="1041403" y="5430065"/>
            <a:ext cx="1616737" cy="57228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здесь свой текст</a:t>
            </a:r>
          </a:p>
        </p:txBody>
      </p:sp>
      <p:sp>
        <p:nvSpPr>
          <p:cNvPr id="29" name="Рисунок 39">
            <a:extLst>
              <a:ext uri="{FF2B5EF4-FFF2-40B4-BE49-F238E27FC236}">
                <a16:creationId xmlns:a16="http://schemas.microsoft.com/office/drawing/2014/main" id="{90D9D128-29C4-DBB0-6FA4-FED805B68DE5}"/>
              </a:ext>
            </a:extLst>
          </p:cNvPr>
          <p:cNvSpPr/>
          <p:nvPr/>
        </p:nvSpPr>
        <p:spPr>
          <a:xfrm>
            <a:off x="842981" y="5228949"/>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43" name="Объект 1">
            <a:extLst>
              <a:ext uri="{FF2B5EF4-FFF2-40B4-BE49-F238E27FC236}">
                <a16:creationId xmlns:a16="http://schemas.microsoft.com/office/drawing/2014/main" id="{54015164-4C70-CC74-BC6B-42F905623323}"/>
              </a:ext>
            </a:extLst>
          </p:cNvPr>
          <p:cNvSpPr txBox="1">
            <a:spLocks/>
          </p:cNvSpPr>
          <p:nvPr/>
        </p:nvSpPr>
        <p:spPr>
          <a:xfrm>
            <a:off x="3204631" y="2407684"/>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44" name="Объект 1">
            <a:extLst>
              <a:ext uri="{FF2B5EF4-FFF2-40B4-BE49-F238E27FC236}">
                <a16:creationId xmlns:a16="http://schemas.microsoft.com/office/drawing/2014/main" id="{2F246A1A-53DF-8458-7F44-F86817A468F2}"/>
              </a:ext>
            </a:extLst>
          </p:cNvPr>
          <p:cNvSpPr txBox="1">
            <a:spLocks/>
          </p:cNvSpPr>
          <p:nvPr/>
        </p:nvSpPr>
        <p:spPr>
          <a:xfrm>
            <a:off x="3204632" y="2607202"/>
            <a:ext cx="1800000" cy="57448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Здесь может быть твой текст. </a:t>
            </a:r>
          </a:p>
        </p:txBody>
      </p:sp>
      <p:sp>
        <p:nvSpPr>
          <p:cNvPr id="45" name="Рисунок 39">
            <a:extLst>
              <a:ext uri="{FF2B5EF4-FFF2-40B4-BE49-F238E27FC236}">
                <a16:creationId xmlns:a16="http://schemas.microsoft.com/office/drawing/2014/main" id="{A520026E-B26E-3B10-F2F5-941E65C39349}"/>
              </a:ext>
            </a:extLst>
          </p:cNvPr>
          <p:cNvSpPr/>
          <p:nvPr/>
        </p:nvSpPr>
        <p:spPr>
          <a:xfrm>
            <a:off x="3006209" y="2407684"/>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47" name="Объект 1">
            <a:extLst>
              <a:ext uri="{FF2B5EF4-FFF2-40B4-BE49-F238E27FC236}">
                <a16:creationId xmlns:a16="http://schemas.microsoft.com/office/drawing/2014/main" id="{E70C8E86-10F7-506A-9810-26C4DABA8B71}"/>
              </a:ext>
            </a:extLst>
          </p:cNvPr>
          <p:cNvSpPr txBox="1">
            <a:spLocks/>
          </p:cNvSpPr>
          <p:nvPr/>
        </p:nvSpPr>
        <p:spPr>
          <a:xfrm>
            <a:off x="3209972" y="3355176"/>
            <a:ext cx="1490620"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48" name="Объект 1">
            <a:extLst>
              <a:ext uri="{FF2B5EF4-FFF2-40B4-BE49-F238E27FC236}">
                <a16:creationId xmlns:a16="http://schemas.microsoft.com/office/drawing/2014/main" id="{44DABDD7-7690-CC36-8038-69600DDFCCDF}"/>
              </a:ext>
            </a:extLst>
          </p:cNvPr>
          <p:cNvSpPr txBox="1">
            <a:spLocks/>
          </p:cNvSpPr>
          <p:nvPr/>
        </p:nvSpPr>
        <p:spPr>
          <a:xfrm>
            <a:off x="3204632" y="3549619"/>
            <a:ext cx="1800000" cy="57228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Здесь может быть твой текст. </a:t>
            </a:r>
          </a:p>
        </p:txBody>
      </p:sp>
      <p:sp>
        <p:nvSpPr>
          <p:cNvPr id="49" name="Рисунок 39">
            <a:extLst>
              <a:ext uri="{FF2B5EF4-FFF2-40B4-BE49-F238E27FC236}">
                <a16:creationId xmlns:a16="http://schemas.microsoft.com/office/drawing/2014/main" id="{0625A3E1-BC20-DA17-060A-C3BF41C098EE}"/>
              </a:ext>
            </a:extLst>
          </p:cNvPr>
          <p:cNvSpPr/>
          <p:nvPr/>
        </p:nvSpPr>
        <p:spPr>
          <a:xfrm>
            <a:off x="3006210" y="3348503"/>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58" name="TextBox 57">
            <a:extLst>
              <a:ext uri="{FF2B5EF4-FFF2-40B4-BE49-F238E27FC236}">
                <a16:creationId xmlns:a16="http://schemas.microsoft.com/office/drawing/2014/main" id="{6A08C844-E3A7-0545-C198-F08F102D6507}"/>
              </a:ext>
            </a:extLst>
          </p:cNvPr>
          <p:cNvSpPr txBox="1"/>
          <p:nvPr/>
        </p:nvSpPr>
        <p:spPr>
          <a:xfrm>
            <a:off x="3006209" y="1672175"/>
            <a:ext cx="1822215" cy="416844"/>
          </a:xfrm>
          <a:prstGeom prst="rect">
            <a:avLst/>
          </a:prstGeom>
          <a:noFill/>
        </p:spPr>
        <p:txBody>
          <a:bodyPr wrap="square" lIns="0" tIns="0" rIns="0" bIns="0" rtlCol="0">
            <a:noAutofit/>
          </a:bodyPr>
          <a:lstStyle/>
          <a:p>
            <a:r>
              <a:rPr lang="ru-RU" sz="1400" b="1"/>
              <a:t>Напиши заголовок,</a:t>
            </a:r>
            <a:br>
              <a:rPr lang="ru-RU" sz="1400" b="1"/>
            </a:br>
            <a:r>
              <a:rPr lang="ru-RU" sz="1400" b="1"/>
              <a:t>длиной в 1-2 строки</a:t>
            </a:r>
          </a:p>
        </p:txBody>
      </p:sp>
      <p:sp>
        <p:nvSpPr>
          <p:cNvPr id="60" name="Скругленный прямоугольник 11">
            <a:extLst>
              <a:ext uri="{FF2B5EF4-FFF2-40B4-BE49-F238E27FC236}">
                <a16:creationId xmlns:a16="http://schemas.microsoft.com/office/drawing/2014/main" id="{AD3E010F-8443-9532-75D0-9C2D4ACA1688}"/>
              </a:ext>
            </a:extLst>
          </p:cNvPr>
          <p:cNvSpPr/>
          <p:nvPr/>
        </p:nvSpPr>
        <p:spPr>
          <a:xfrm>
            <a:off x="5632168" y="1520825"/>
            <a:ext cx="2699272" cy="4749259"/>
          </a:xfrm>
          <a:prstGeom prst="roundRect">
            <a:avLst>
              <a:gd name="adj" fmla="val 8206"/>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61" name="TextBox 60">
            <a:extLst>
              <a:ext uri="{FF2B5EF4-FFF2-40B4-BE49-F238E27FC236}">
                <a16:creationId xmlns:a16="http://schemas.microsoft.com/office/drawing/2014/main" id="{B4AE4E5B-0BE7-AFDC-84F6-1AF6D310F97E}"/>
              </a:ext>
            </a:extLst>
          </p:cNvPr>
          <p:cNvSpPr txBox="1"/>
          <p:nvPr/>
        </p:nvSpPr>
        <p:spPr>
          <a:xfrm>
            <a:off x="5831066" y="1672175"/>
            <a:ext cx="1998422" cy="416844"/>
          </a:xfrm>
          <a:prstGeom prst="rect">
            <a:avLst/>
          </a:prstGeom>
          <a:noFill/>
        </p:spPr>
        <p:txBody>
          <a:bodyPr wrap="square" lIns="0" tIns="0" rIns="0" bIns="0" rtlCol="0">
            <a:noAutofit/>
          </a:bodyPr>
          <a:lstStyle/>
          <a:p>
            <a:r>
              <a:rPr lang="ru-RU" sz="1400" b="1"/>
              <a:t>Напиши краткий </a:t>
            </a:r>
            <a:br>
              <a:rPr lang="ru-RU" sz="1400" b="1"/>
            </a:br>
            <a:r>
              <a:rPr lang="ru-RU" sz="1400" b="1"/>
              <a:t>заголовок 1-2 строки</a:t>
            </a:r>
          </a:p>
        </p:txBody>
      </p:sp>
      <p:pic>
        <p:nvPicPr>
          <p:cNvPr id="65" name="Рисунок 64" descr="Изображение выглядит как устройство&#10;&#10;Автоматически созданное описание">
            <a:extLst>
              <a:ext uri="{FF2B5EF4-FFF2-40B4-BE49-F238E27FC236}">
                <a16:creationId xmlns:a16="http://schemas.microsoft.com/office/drawing/2014/main" id="{3B01FA5C-09A8-5C54-BF67-691BD61D1A03}"/>
              </a:ext>
            </a:extLst>
          </p:cNvPr>
          <p:cNvPicPr>
            <a:picLocks noChangeAspect="1"/>
          </p:cNvPicPr>
          <p:nvPr/>
        </p:nvPicPr>
        <p:blipFill rotWithShape="1">
          <a:blip r:embed="rId2">
            <a:extLst>
              <a:ext uri="{28A0092B-C50C-407E-A947-70E740481C1C}">
                <a14:useLocalDpi xmlns:a14="http://schemas.microsoft.com/office/drawing/2010/main" val="0"/>
              </a:ext>
            </a:extLst>
          </a:blip>
          <a:srcRect l="8873" t="15976" r="8873" b="8873"/>
          <a:stretch/>
        </p:blipFill>
        <p:spPr>
          <a:xfrm>
            <a:off x="5831066" y="2349425"/>
            <a:ext cx="923186" cy="843469"/>
          </a:xfrm>
          <a:prstGeom prst="rect">
            <a:avLst/>
          </a:prstGeom>
        </p:spPr>
      </p:pic>
      <p:sp>
        <p:nvSpPr>
          <p:cNvPr id="66" name="Объект 1">
            <a:extLst>
              <a:ext uri="{FF2B5EF4-FFF2-40B4-BE49-F238E27FC236}">
                <a16:creationId xmlns:a16="http://schemas.microsoft.com/office/drawing/2014/main" id="{1091996C-A137-99AA-1FCF-046266CFA6AD}"/>
              </a:ext>
            </a:extLst>
          </p:cNvPr>
          <p:cNvSpPr txBox="1">
            <a:spLocks/>
          </p:cNvSpPr>
          <p:nvPr/>
        </p:nvSpPr>
        <p:spPr>
          <a:xfrm>
            <a:off x="5831066" y="3251927"/>
            <a:ext cx="1933713" cy="83187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marL="108000" indent="-108000">
              <a:lnSpc>
                <a:spcPct val="100000"/>
              </a:lnSpc>
              <a:spcAft>
                <a:spcPts val="400"/>
              </a:spcAft>
              <a:buFont typeface="Arial" panose="020B0604020202020204" pitchFamily="34" charset="0"/>
              <a:buChar char="•"/>
            </a:pPr>
            <a:r>
              <a:rPr lang="ru-RU" sz="1000"/>
              <a:t>Здесь может быть твой текст. Добавь еще текста. Можно еще немного.</a:t>
            </a:r>
          </a:p>
          <a:p>
            <a:pPr marL="108000" indent="-108000">
              <a:lnSpc>
                <a:spcPct val="100000"/>
              </a:lnSpc>
              <a:spcAft>
                <a:spcPts val="400"/>
              </a:spcAft>
              <a:buFont typeface="Arial" panose="020B0604020202020204" pitchFamily="34" charset="0"/>
              <a:buChar char="•"/>
            </a:pPr>
            <a:r>
              <a:rPr lang="ru-RU" sz="1000"/>
              <a:t>Здесь может быть твой текст. Добавь еще текста. </a:t>
            </a:r>
          </a:p>
        </p:txBody>
      </p:sp>
      <p:sp>
        <p:nvSpPr>
          <p:cNvPr id="70" name="Объект 1">
            <a:extLst>
              <a:ext uri="{FF2B5EF4-FFF2-40B4-BE49-F238E27FC236}">
                <a16:creationId xmlns:a16="http://schemas.microsoft.com/office/drawing/2014/main" id="{E22C5102-7DD3-B976-E25D-7765653A4B90}"/>
              </a:ext>
            </a:extLst>
          </p:cNvPr>
          <p:cNvSpPr txBox="1">
            <a:spLocks/>
          </p:cNvSpPr>
          <p:nvPr/>
        </p:nvSpPr>
        <p:spPr>
          <a:xfrm>
            <a:off x="5831066" y="5225447"/>
            <a:ext cx="1933713" cy="80121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marL="108000" indent="-108000">
              <a:lnSpc>
                <a:spcPct val="100000"/>
              </a:lnSpc>
              <a:spcAft>
                <a:spcPts val="400"/>
              </a:spcAft>
              <a:buFont typeface="Arial" panose="020B0604020202020204" pitchFamily="34" charset="0"/>
              <a:buChar char="•"/>
            </a:pPr>
            <a:r>
              <a:rPr lang="ru-RU" sz="1000"/>
              <a:t>Здесь может быть твой текст. Добавь еще текста. Можно еще немного.</a:t>
            </a:r>
          </a:p>
          <a:p>
            <a:pPr marL="108000" indent="-108000">
              <a:lnSpc>
                <a:spcPct val="100000"/>
              </a:lnSpc>
              <a:spcAft>
                <a:spcPts val="400"/>
              </a:spcAft>
              <a:buFont typeface="Arial" panose="020B0604020202020204" pitchFamily="34" charset="0"/>
              <a:buChar char="•"/>
            </a:pPr>
            <a:r>
              <a:rPr lang="ru-RU" sz="1000"/>
              <a:t>Здесь может быть твой текст. Добавь еще текста. </a:t>
            </a:r>
          </a:p>
        </p:txBody>
      </p:sp>
      <p:pic>
        <p:nvPicPr>
          <p:cNvPr id="74" name="Рисунок 73">
            <a:extLst>
              <a:ext uri="{FF2B5EF4-FFF2-40B4-BE49-F238E27FC236}">
                <a16:creationId xmlns:a16="http://schemas.microsoft.com/office/drawing/2014/main" id="{7F1A1DE9-29E4-7385-ECE5-B3B517C9DD02}"/>
              </a:ext>
            </a:extLst>
          </p:cNvPr>
          <p:cNvPicPr>
            <a:picLocks noChangeAspect="1"/>
          </p:cNvPicPr>
          <p:nvPr/>
        </p:nvPicPr>
        <p:blipFill rotWithShape="1">
          <a:blip r:embed="rId3">
            <a:extLst>
              <a:ext uri="{28A0092B-C50C-407E-A947-70E740481C1C}">
                <a14:useLocalDpi xmlns:a14="http://schemas.microsoft.com/office/drawing/2010/main" val="0"/>
              </a:ext>
            </a:extLst>
          </a:blip>
          <a:srcRect l="6137" t="15576" r="4946" b="15173"/>
          <a:stretch/>
        </p:blipFill>
        <p:spPr>
          <a:xfrm>
            <a:off x="5831066" y="4371516"/>
            <a:ext cx="1028734" cy="801212"/>
          </a:xfrm>
          <a:prstGeom prst="rect">
            <a:avLst/>
          </a:prstGeom>
        </p:spPr>
      </p:pic>
      <p:sp>
        <p:nvSpPr>
          <p:cNvPr id="79" name="Объект 1">
            <a:extLst>
              <a:ext uri="{FF2B5EF4-FFF2-40B4-BE49-F238E27FC236}">
                <a16:creationId xmlns:a16="http://schemas.microsoft.com/office/drawing/2014/main" id="{F755C1A4-A5D2-3B3C-EDCE-C2A5D4BAE70F}"/>
              </a:ext>
            </a:extLst>
          </p:cNvPr>
          <p:cNvSpPr txBox="1">
            <a:spLocks/>
          </p:cNvSpPr>
          <p:nvPr/>
        </p:nvSpPr>
        <p:spPr>
          <a:xfrm>
            <a:off x="9022920" y="3640528"/>
            <a:ext cx="1554120" cy="2613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комментарий к цифре или примечание</a:t>
            </a:r>
          </a:p>
        </p:txBody>
      </p:sp>
      <p:sp>
        <p:nvSpPr>
          <p:cNvPr id="80" name="Объект 1">
            <a:extLst>
              <a:ext uri="{FF2B5EF4-FFF2-40B4-BE49-F238E27FC236}">
                <a16:creationId xmlns:a16="http://schemas.microsoft.com/office/drawing/2014/main" id="{8D1798CC-F865-B6E6-C4ED-73A5BCEF9CA6}"/>
              </a:ext>
            </a:extLst>
          </p:cNvPr>
          <p:cNvSpPr txBox="1">
            <a:spLocks/>
          </p:cNvSpPr>
          <p:nvPr/>
        </p:nvSpPr>
        <p:spPr>
          <a:xfrm>
            <a:off x="9017599" y="3267477"/>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accent1"/>
                </a:solidFill>
              </a:rPr>
              <a:t>986,3</a:t>
            </a:r>
          </a:p>
        </p:txBody>
      </p:sp>
      <p:sp>
        <p:nvSpPr>
          <p:cNvPr id="82" name="Объект 1">
            <a:extLst>
              <a:ext uri="{FF2B5EF4-FFF2-40B4-BE49-F238E27FC236}">
                <a16:creationId xmlns:a16="http://schemas.microsoft.com/office/drawing/2014/main" id="{56D1AAA7-7528-4AD3-A912-908CDF0D4F7A}"/>
              </a:ext>
            </a:extLst>
          </p:cNvPr>
          <p:cNvSpPr txBox="1">
            <a:spLocks/>
          </p:cNvSpPr>
          <p:nvPr/>
        </p:nvSpPr>
        <p:spPr>
          <a:xfrm>
            <a:off x="9022920" y="4547684"/>
            <a:ext cx="1554120" cy="2613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комментарий к цифре или примечание</a:t>
            </a:r>
          </a:p>
        </p:txBody>
      </p:sp>
      <p:sp>
        <p:nvSpPr>
          <p:cNvPr id="83" name="Объект 1">
            <a:extLst>
              <a:ext uri="{FF2B5EF4-FFF2-40B4-BE49-F238E27FC236}">
                <a16:creationId xmlns:a16="http://schemas.microsoft.com/office/drawing/2014/main" id="{1C6C6084-A835-C269-CC06-691C565C37A8}"/>
              </a:ext>
            </a:extLst>
          </p:cNvPr>
          <p:cNvSpPr txBox="1">
            <a:spLocks/>
          </p:cNvSpPr>
          <p:nvPr/>
        </p:nvSpPr>
        <p:spPr>
          <a:xfrm>
            <a:off x="9017599" y="4174633"/>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accent1"/>
                </a:solidFill>
              </a:rPr>
              <a:t>13,5%</a:t>
            </a:r>
          </a:p>
        </p:txBody>
      </p:sp>
      <p:sp>
        <p:nvSpPr>
          <p:cNvPr id="85" name="Объект 1">
            <a:extLst>
              <a:ext uri="{FF2B5EF4-FFF2-40B4-BE49-F238E27FC236}">
                <a16:creationId xmlns:a16="http://schemas.microsoft.com/office/drawing/2014/main" id="{3FD7CD22-F70D-A59D-9CE2-B6B9E6C4017E}"/>
              </a:ext>
            </a:extLst>
          </p:cNvPr>
          <p:cNvSpPr txBox="1">
            <a:spLocks/>
          </p:cNvSpPr>
          <p:nvPr/>
        </p:nvSpPr>
        <p:spPr>
          <a:xfrm>
            <a:off x="9022920" y="5454840"/>
            <a:ext cx="1554120" cy="2613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комментарий к цифре или примечание</a:t>
            </a:r>
          </a:p>
        </p:txBody>
      </p:sp>
      <p:sp>
        <p:nvSpPr>
          <p:cNvPr id="86" name="Объект 1">
            <a:extLst>
              <a:ext uri="{FF2B5EF4-FFF2-40B4-BE49-F238E27FC236}">
                <a16:creationId xmlns:a16="http://schemas.microsoft.com/office/drawing/2014/main" id="{7A4EBC83-E1B3-A8F4-0353-48253B34BF46}"/>
              </a:ext>
            </a:extLst>
          </p:cNvPr>
          <p:cNvSpPr txBox="1">
            <a:spLocks/>
          </p:cNvSpPr>
          <p:nvPr/>
        </p:nvSpPr>
        <p:spPr>
          <a:xfrm>
            <a:off x="9017599" y="5081789"/>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accent1"/>
                </a:solidFill>
              </a:rPr>
              <a:t>2 345</a:t>
            </a:r>
          </a:p>
        </p:txBody>
      </p:sp>
      <p:sp>
        <p:nvSpPr>
          <p:cNvPr id="96" name="TextBox 95">
            <a:extLst>
              <a:ext uri="{FF2B5EF4-FFF2-40B4-BE49-F238E27FC236}">
                <a16:creationId xmlns:a16="http://schemas.microsoft.com/office/drawing/2014/main" id="{59070E18-C6CB-612C-C9EB-CCB5C1A59F95}"/>
              </a:ext>
            </a:extLst>
          </p:cNvPr>
          <p:cNvSpPr txBox="1"/>
          <p:nvPr/>
        </p:nvSpPr>
        <p:spPr>
          <a:xfrm>
            <a:off x="9017599" y="1672175"/>
            <a:ext cx="1998422" cy="416844"/>
          </a:xfrm>
          <a:prstGeom prst="rect">
            <a:avLst/>
          </a:prstGeom>
          <a:noFill/>
        </p:spPr>
        <p:txBody>
          <a:bodyPr wrap="square" lIns="0" tIns="0" rIns="0" bIns="0" rtlCol="0">
            <a:noAutofit/>
          </a:bodyPr>
          <a:lstStyle/>
          <a:p>
            <a:r>
              <a:rPr lang="ru-RU" sz="1400" b="1"/>
              <a:t>Напиши краткий </a:t>
            </a:r>
            <a:br>
              <a:rPr lang="ru-RU" sz="1400" b="1"/>
            </a:br>
            <a:r>
              <a:rPr lang="ru-RU" sz="1400" b="1"/>
              <a:t>заголовок 1-2 строки</a:t>
            </a:r>
          </a:p>
        </p:txBody>
      </p:sp>
      <p:sp>
        <p:nvSpPr>
          <p:cNvPr id="98" name="Объект 1">
            <a:extLst>
              <a:ext uri="{FF2B5EF4-FFF2-40B4-BE49-F238E27FC236}">
                <a16:creationId xmlns:a16="http://schemas.microsoft.com/office/drawing/2014/main" id="{1D652116-12CB-1F34-3F88-364D89C6EA66}"/>
              </a:ext>
            </a:extLst>
          </p:cNvPr>
          <p:cNvSpPr txBox="1">
            <a:spLocks/>
          </p:cNvSpPr>
          <p:nvPr/>
        </p:nvSpPr>
        <p:spPr>
          <a:xfrm>
            <a:off x="9022920" y="2733372"/>
            <a:ext cx="1554120" cy="2613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комментарий к цифре или примечание</a:t>
            </a:r>
          </a:p>
        </p:txBody>
      </p:sp>
      <p:sp>
        <p:nvSpPr>
          <p:cNvPr id="99" name="Объект 1">
            <a:extLst>
              <a:ext uri="{FF2B5EF4-FFF2-40B4-BE49-F238E27FC236}">
                <a16:creationId xmlns:a16="http://schemas.microsoft.com/office/drawing/2014/main" id="{F8EE3A0C-B38C-BC4E-A0D1-8ADA153356DC}"/>
              </a:ext>
            </a:extLst>
          </p:cNvPr>
          <p:cNvSpPr txBox="1">
            <a:spLocks/>
          </p:cNvSpPr>
          <p:nvPr/>
        </p:nvSpPr>
        <p:spPr>
          <a:xfrm>
            <a:off x="9017599" y="2360321"/>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accent1"/>
                </a:solidFill>
              </a:rPr>
              <a:t>54,7%</a:t>
            </a:r>
          </a:p>
        </p:txBody>
      </p:sp>
      <p:sp>
        <p:nvSpPr>
          <p:cNvPr id="2" name="Нижний колонтитул 1">
            <a:extLst>
              <a:ext uri="{FF2B5EF4-FFF2-40B4-BE49-F238E27FC236}">
                <a16:creationId xmlns:a16="http://schemas.microsoft.com/office/drawing/2014/main" id="{46D7AD45-7B19-3EF1-0B72-FD34F944B68E}"/>
              </a:ext>
            </a:extLst>
          </p:cNvPr>
          <p:cNvSpPr>
            <a:spLocks noGrp="1"/>
          </p:cNvSpPr>
          <p:nvPr>
            <p:ph type="ftr" sz="quarter" idx="11"/>
          </p:nvPr>
        </p:nvSpPr>
        <p:spPr/>
        <p:txBody>
          <a:bodyPr/>
          <a:lstStyle/>
          <a:p>
            <a:endParaRPr lang="ru-RU"/>
          </a:p>
        </p:txBody>
      </p:sp>
      <p:pic>
        <p:nvPicPr>
          <p:cNvPr id="7" name="Рисунок 6">
            <a:extLst>
              <a:ext uri="{FF2B5EF4-FFF2-40B4-BE49-F238E27FC236}">
                <a16:creationId xmlns:a16="http://schemas.microsoft.com/office/drawing/2014/main" id="{1C215C2A-2671-436E-945E-3D3CD4ED3C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3513" y="4062017"/>
            <a:ext cx="2736095" cy="2736095"/>
          </a:xfrm>
          <a:prstGeom prst="rect">
            <a:avLst/>
          </a:prstGeom>
        </p:spPr>
      </p:pic>
    </p:spTree>
    <p:extLst>
      <p:ext uri="{BB962C8B-B14F-4D97-AF65-F5344CB8AC3E}">
        <p14:creationId xmlns:p14="http://schemas.microsoft.com/office/powerpoint/2010/main" val="62942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скругленные углы 4">
            <a:extLst>
              <a:ext uri="{FF2B5EF4-FFF2-40B4-BE49-F238E27FC236}">
                <a16:creationId xmlns:a16="http://schemas.microsoft.com/office/drawing/2014/main" id="{479BB23C-9D49-F744-4E73-C1D57EB1C9F2}"/>
              </a:ext>
            </a:extLst>
          </p:cNvPr>
          <p:cNvSpPr/>
          <p:nvPr/>
        </p:nvSpPr>
        <p:spPr>
          <a:xfrm>
            <a:off x="639763" y="1520825"/>
            <a:ext cx="3856037" cy="4741863"/>
          </a:xfrm>
          <a:prstGeom prst="roundRect">
            <a:avLst>
              <a:gd name="adj" fmla="val 437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Заголовок 1">
            <a:extLst>
              <a:ext uri="{FF2B5EF4-FFF2-40B4-BE49-F238E27FC236}">
                <a16:creationId xmlns:a16="http://schemas.microsoft.com/office/drawing/2014/main" id="{4E8A3F1C-13E7-B47D-7443-4E71EC899AAE}"/>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4" name="Диаграмма 3">
            <a:extLst>
              <a:ext uri="{FF2B5EF4-FFF2-40B4-BE49-F238E27FC236}">
                <a16:creationId xmlns:a16="http://schemas.microsoft.com/office/drawing/2014/main" id="{0E47C5E5-FBE7-BABC-9ABF-A5EFBFEB8C6C}"/>
              </a:ext>
            </a:extLst>
          </p:cNvPr>
          <p:cNvGraphicFramePr/>
          <p:nvPr/>
        </p:nvGraphicFramePr>
        <p:xfrm>
          <a:off x="839359" y="2058693"/>
          <a:ext cx="3138916" cy="264959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82FC2FF3-A204-12C9-4E3C-BFD56F0D2943}"/>
              </a:ext>
            </a:extLst>
          </p:cNvPr>
          <p:cNvSpPr txBox="1"/>
          <p:nvPr/>
        </p:nvSpPr>
        <p:spPr>
          <a:xfrm>
            <a:off x="839360" y="1641849"/>
            <a:ext cx="3399266" cy="416844"/>
          </a:xfrm>
          <a:prstGeom prst="rect">
            <a:avLst/>
          </a:prstGeom>
          <a:noFill/>
        </p:spPr>
        <p:txBody>
          <a:bodyPr wrap="square" lIns="0" tIns="0" rIns="0" bIns="0" rtlCol="0">
            <a:noAutofit/>
          </a:bodyPr>
          <a:lstStyle/>
          <a:p>
            <a:r>
              <a:rPr lang="ru-RU" sz="1400" b="1"/>
              <a:t>Напиши здесь заголовок, </a:t>
            </a:r>
            <a:br>
              <a:rPr lang="ru-RU" sz="1400" b="1"/>
            </a:br>
            <a:r>
              <a:rPr lang="ru-RU" sz="1400" b="1"/>
              <a:t>длиной не более двух строк </a:t>
            </a:r>
          </a:p>
        </p:txBody>
      </p:sp>
      <p:sp>
        <p:nvSpPr>
          <p:cNvPr id="8" name="Прямоугольник: скругленные углы 7">
            <a:extLst>
              <a:ext uri="{FF2B5EF4-FFF2-40B4-BE49-F238E27FC236}">
                <a16:creationId xmlns:a16="http://schemas.microsoft.com/office/drawing/2014/main" id="{5A76CE86-7438-13B1-95CA-F3217299EDDE}"/>
              </a:ext>
            </a:extLst>
          </p:cNvPr>
          <p:cNvSpPr/>
          <p:nvPr/>
        </p:nvSpPr>
        <p:spPr>
          <a:xfrm>
            <a:off x="4772025" y="1520825"/>
            <a:ext cx="3856037" cy="4741863"/>
          </a:xfrm>
          <a:prstGeom prst="roundRect">
            <a:avLst>
              <a:gd name="adj" fmla="val 437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 name="TextBox 8">
            <a:extLst>
              <a:ext uri="{FF2B5EF4-FFF2-40B4-BE49-F238E27FC236}">
                <a16:creationId xmlns:a16="http://schemas.microsoft.com/office/drawing/2014/main" id="{7A446A35-51A8-4C21-3AD4-859DF869F2CE}"/>
              </a:ext>
            </a:extLst>
          </p:cNvPr>
          <p:cNvSpPr txBox="1"/>
          <p:nvPr/>
        </p:nvSpPr>
        <p:spPr>
          <a:xfrm>
            <a:off x="4971622" y="1641849"/>
            <a:ext cx="2724578" cy="416844"/>
          </a:xfrm>
          <a:prstGeom prst="rect">
            <a:avLst/>
          </a:prstGeom>
          <a:noFill/>
        </p:spPr>
        <p:txBody>
          <a:bodyPr wrap="square" lIns="0" tIns="0" rIns="0" bIns="0" rtlCol="0">
            <a:noAutofit/>
          </a:bodyPr>
          <a:lstStyle/>
          <a:p>
            <a:r>
              <a:rPr lang="ru-RU" sz="1400" b="1"/>
              <a:t>Напиши здесь заголовок, </a:t>
            </a:r>
            <a:br>
              <a:rPr lang="ru-RU" sz="1400" b="1"/>
            </a:br>
            <a:r>
              <a:rPr lang="ru-RU" sz="1400" b="1"/>
              <a:t>длиной не более двух строк </a:t>
            </a:r>
          </a:p>
        </p:txBody>
      </p:sp>
      <p:sp>
        <p:nvSpPr>
          <p:cNvPr id="12" name="Прямоугольник: скругленные углы 11">
            <a:extLst>
              <a:ext uri="{FF2B5EF4-FFF2-40B4-BE49-F238E27FC236}">
                <a16:creationId xmlns:a16="http://schemas.microsoft.com/office/drawing/2014/main" id="{68192173-CF0D-C894-5CD4-1348D7CFA943}"/>
              </a:ext>
            </a:extLst>
          </p:cNvPr>
          <p:cNvSpPr/>
          <p:nvPr/>
        </p:nvSpPr>
        <p:spPr>
          <a:xfrm>
            <a:off x="8904287" y="1520825"/>
            <a:ext cx="2646363" cy="4741863"/>
          </a:xfrm>
          <a:prstGeom prst="roundRect">
            <a:avLst>
              <a:gd name="adj" fmla="val 437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 name="TextBox 12">
            <a:extLst>
              <a:ext uri="{FF2B5EF4-FFF2-40B4-BE49-F238E27FC236}">
                <a16:creationId xmlns:a16="http://schemas.microsoft.com/office/drawing/2014/main" id="{A97F1896-4DA0-BFE9-8ECB-7CE4957D3474}"/>
              </a:ext>
            </a:extLst>
          </p:cNvPr>
          <p:cNvSpPr txBox="1"/>
          <p:nvPr/>
        </p:nvSpPr>
        <p:spPr>
          <a:xfrm>
            <a:off x="9103884" y="1641849"/>
            <a:ext cx="2248756" cy="416844"/>
          </a:xfrm>
          <a:prstGeom prst="rect">
            <a:avLst/>
          </a:prstGeom>
          <a:noFill/>
        </p:spPr>
        <p:txBody>
          <a:bodyPr wrap="square" lIns="0" tIns="0" rIns="0" bIns="0" rtlCol="0">
            <a:noAutofit/>
          </a:bodyPr>
          <a:lstStyle/>
          <a:p>
            <a:r>
              <a:rPr lang="ru-RU" sz="1400" b="1"/>
              <a:t>Напиши заголовок, </a:t>
            </a:r>
            <a:br>
              <a:rPr lang="ru-RU" sz="1400" b="1"/>
            </a:br>
            <a:r>
              <a:rPr lang="ru-RU" sz="1400" b="1"/>
              <a:t>не более двух строк </a:t>
            </a:r>
          </a:p>
        </p:txBody>
      </p:sp>
      <p:graphicFrame>
        <p:nvGraphicFramePr>
          <p:cNvPr id="15" name="Диаграмма 14">
            <a:extLst>
              <a:ext uri="{FF2B5EF4-FFF2-40B4-BE49-F238E27FC236}">
                <a16:creationId xmlns:a16="http://schemas.microsoft.com/office/drawing/2014/main" id="{32034244-29E4-3DC2-99B5-C2C83547AB19}"/>
              </a:ext>
            </a:extLst>
          </p:cNvPr>
          <p:cNvGraphicFramePr/>
          <p:nvPr/>
        </p:nvGraphicFramePr>
        <p:xfrm>
          <a:off x="839359" y="4436133"/>
          <a:ext cx="3138916" cy="2649592"/>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C7AA44AB-C92F-A50E-D2C2-F0E657BD2764}"/>
              </a:ext>
            </a:extLst>
          </p:cNvPr>
          <p:cNvSpPr txBox="1"/>
          <p:nvPr/>
        </p:nvSpPr>
        <p:spPr>
          <a:xfrm>
            <a:off x="839360" y="4019289"/>
            <a:ext cx="3399266" cy="416844"/>
          </a:xfrm>
          <a:prstGeom prst="rect">
            <a:avLst/>
          </a:prstGeom>
          <a:noFill/>
        </p:spPr>
        <p:txBody>
          <a:bodyPr wrap="square" lIns="0" tIns="0" rIns="0" bIns="0" rtlCol="0">
            <a:noAutofit/>
          </a:bodyPr>
          <a:lstStyle/>
          <a:p>
            <a:r>
              <a:rPr lang="ru-RU" sz="1400" b="1"/>
              <a:t>Напиши здесь заголовок, </a:t>
            </a:r>
            <a:br>
              <a:rPr lang="ru-RU" sz="1400" b="1"/>
            </a:br>
            <a:r>
              <a:rPr lang="ru-RU" sz="1400" b="1"/>
              <a:t>длиной не более двух строк </a:t>
            </a:r>
          </a:p>
        </p:txBody>
      </p:sp>
      <p:graphicFrame>
        <p:nvGraphicFramePr>
          <p:cNvPr id="19" name="Диаграмма 18">
            <a:extLst>
              <a:ext uri="{FF2B5EF4-FFF2-40B4-BE49-F238E27FC236}">
                <a16:creationId xmlns:a16="http://schemas.microsoft.com/office/drawing/2014/main" id="{BEAFFD20-DF38-6A21-3332-D8A310F19159}"/>
              </a:ext>
            </a:extLst>
          </p:cNvPr>
          <p:cNvGraphicFramePr/>
          <p:nvPr/>
        </p:nvGraphicFramePr>
        <p:xfrm>
          <a:off x="4971622" y="2179717"/>
          <a:ext cx="3461178" cy="14437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Диаграмма 19">
            <a:extLst>
              <a:ext uri="{FF2B5EF4-FFF2-40B4-BE49-F238E27FC236}">
                <a16:creationId xmlns:a16="http://schemas.microsoft.com/office/drawing/2014/main" id="{D9974862-85AA-B20D-8F31-9034B5F51A14}"/>
              </a:ext>
            </a:extLst>
          </p:cNvPr>
          <p:cNvGraphicFramePr/>
          <p:nvPr/>
        </p:nvGraphicFramePr>
        <p:xfrm>
          <a:off x="4971622" y="4436133"/>
          <a:ext cx="3461178" cy="1783953"/>
        </p:xfrm>
        <a:graphic>
          <a:graphicData uri="http://schemas.openxmlformats.org/drawingml/2006/chart">
            <c:chart xmlns:c="http://schemas.openxmlformats.org/drawingml/2006/chart" xmlns:r="http://schemas.openxmlformats.org/officeDocument/2006/relationships" r:id="rId5"/>
          </a:graphicData>
        </a:graphic>
      </p:graphicFrame>
      <p:sp>
        <p:nvSpPr>
          <p:cNvPr id="22" name="Объект 1">
            <a:extLst>
              <a:ext uri="{FF2B5EF4-FFF2-40B4-BE49-F238E27FC236}">
                <a16:creationId xmlns:a16="http://schemas.microsoft.com/office/drawing/2014/main" id="{771039FC-BE18-88B2-8032-C8907EC4D4AD}"/>
              </a:ext>
            </a:extLst>
          </p:cNvPr>
          <p:cNvSpPr txBox="1">
            <a:spLocks/>
          </p:cNvSpPr>
          <p:nvPr/>
        </p:nvSpPr>
        <p:spPr>
          <a:xfrm>
            <a:off x="9302306" y="2307736"/>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23" name="Объект 1">
            <a:extLst>
              <a:ext uri="{FF2B5EF4-FFF2-40B4-BE49-F238E27FC236}">
                <a16:creationId xmlns:a16="http://schemas.microsoft.com/office/drawing/2014/main" id="{5993ECBB-DA03-1081-36B4-96A581AC9396}"/>
              </a:ext>
            </a:extLst>
          </p:cNvPr>
          <p:cNvSpPr txBox="1">
            <a:spLocks/>
          </p:cNvSpPr>
          <p:nvPr/>
        </p:nvSpPr>
        <p:spPr>
          <a:xfrm>
            <a:off x="9302307" y="2507254"/>
            <a:ext cx="1800000" cy="57448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Здесь может быть твой текст. </a:t>
            </a:r>
          </a:p>
        </p:txBody>
      </p:sp>
      <p:sp>
        <p:nvSpPr>
          <p:cNvPr id="24" name="Рисунок 39">
            <a:extLst>
              <a:ext uri="{FF2B5EF4-FFF2-40B4-BE49-F238E27FC236}">
                <a16:creationId xmlns:a16="http://schemas.microsoft.com/office/drawing/2014/main" id="{B1DC3796-AA5E-602A-20E7-220DAFF3F909}"/>
              </a:ext>
            </a:extLst>
          </p:cNvPr>
          <p:cNvSpPr/>
          <p:nvPr/>
        </p:nvSpPr>
        <p:spPr>
          <a:xfrm>
            <a:off x="9103884" y="2307736"/>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27" name="Объект 1">
            <a:extLst>
              <a:ext uri="{FF2B5EF4-FFF2-40B4-BE49-F238E27FC236}">
                <a16:creationId xmlns:a16="http://schemas.microsoft.com/office/drawing/2014/main" id="{3C485A8E-8F60-DB63-BBAF-709748427B38}"/>
              </a:ext>
            </a:extLst>
          </p:cNvPr>
          <p:cNvSpPr txBox="1">
            <a:spLocks/>
          </p:cNvSpPr>
          <p:nvPr/>
        </p:nvSpPr>
        <p:spPr>
          <a:xfrm>
            <a:off x="9302306" y="3262171"/>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28" name="Объект 1">
            <a:extLst>
              <a:ext uri="{FF2B5EF4-FFF2-40B4-BE49-F238E27FC236}">
                <a16:creationId xmlns:a16="http://schemas.microsoft.com/office/drawing/2014/main" id="{B9D0377B-FDD9-FF43-B584-78B9B8E1EEC6}"/>
              </a:ext>
            </a:extLst>
          </p:cNvPr>
          <p:cNvSpPr txBox="1">
            <a:spLocks/>
          </p:cNvSpPr>
          <p:nvPr/>
        </p:nvSpPr>
        <p:spPr>
          <a:xfrm>
            <a:off x="9302307" y="3461689"/>
            <a:ext cx="1800000" cy="57448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Здесь может быть твой текст. </a:t>
            </a:r>
          </a:p>
        </p:txBody>
      </p:sp>
      <p:sp>
        <p:nvSpPr>
          <p:cNvPr id="29" name="Рисунок 39">
            <a:extLst>
              <a:ext uri="{FF2B5EF4-FFF2-40B4-BE49-F238E27FC236}">
                <a16:creationId xmlns:a16="http://schemas.microsoft.com/office/drawing/2014/main" id="{DFFDB7E3-0D0B-43C4-0A2B-90C38F22949A}"/>
              </a:ext>
            </a:extLst>
          </p:cNvPr>
          <p:cNvSpPr/>
          <p:nvPr/>
        </p:nvSpPr>
        <p:spPr>
          <a:xfrm>
            <a:off x="9103884" y="3262171"/>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31" name="Объект 1">
            <a:extLst>
              <a:ext uri="{FF2B5EF4-FFF2-40B4-BE49-F238E27FC236}">
                <a16:creationId xmlns:a16="http://schemas.microsoft.com/office/drawing/2014/main" id="{635DB06A-D1E7-3571-8FB0-072AA133DF1F}"/>
              </a:ext>
            </a:extLst>
          </p:cNvPr>
          <p:cNvSpPr txBox="1">
            <a:spLocks/>
          </p:cNvSpPr>
          <p:nvPr/>
        </p:nvSpPr>
        <p:spPr>
          <a:xfrm>
            <a:off x="9302306" y="4216606"/>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32" name="Объект 1">
            <a:extLst>
              <a:ext uri="{FF2B5EF4-FFF2-40B4-BE49-F238E27FC236}">
                <a16:creationId xmlns:a16="http://schemas.microsoft.com/office/drawing/2014/main" id="{3C105B70-5772-5AC3-EAEE-F7EB05EFA6F2}"/>
              </a:ext>
            </a:extLst>
          </p:cNvPr>
          <p:cNvSpPr txBox="1">
            <a:spLocks/>
          </p:cNvSpPr>
          <p:nvPr/>
        </p:nvSpPr>
        <p:spPr>
          <a:xfrm>
            <a:off x="9302307" y="4416124"/>
            <a:ext cx="1800000" cy="57448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Здесь может быть твой текст. </a:t>
            </a:r>
          </a:p>
        </p:txBody>
      </p:sp>
      <p:sp>
        <p:nvSpPr>
          <p:cNvPr id="33" name="Рисунок 39">
            <a:extLst>
              <a:ext uri="{FF2B5EF4-FFF2-40B4-BE49-F238E27FC236}">
                <a16:creationId xmlns:a16="http://schemas.microsoft.com/office/drawing/2014/main" id="{97BF75D0-AC31-96B9-5EAD-2AE34CCA0FFD}"/>
              </a:ext>
            </a:extLst>
          </p:cNvPr>
          <p:cNvSpPr/>
          <p:nvPr/>
        </p:nvSpPr>
        <p:spPr>
          <a:xfrm>
            <a:off x="9103884" y="4216606"/>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35" name="Объект 1">
            <a:extLst>
              <a:ext uri="{FF2B5EF4-FFF2-40B4-BE49-F238E27FC236}">
                <a16:creationId xmlns:a16="http://schemas.microsoft.com/office/drawing/2014/main" id="{E0F0C81D-EFDA-40FC-CABB-8006BDA4F15A}"/>
              </a:ext>
            </a:extLst>
          </p:cNvPr>
          <p:cNvSpPr txBox="1">
            <a:spLocks/>
          </p:cNvSpPr>
          <p:nvPr/>
        </p:nvSpPr>
        <p:spPr>
          <a:xfrm>
            <a:off x="9302306" y="5171041"/>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36" name="Объект 1">
            <a:extLst>
              <a:ext uri="{FF2B5EF4-FFF2-40B4-BE49-F238E27FC236}">
                <a16:creationId xmlns:a16="http://schemas.microsoft.com/office/drawing/2014/main" id="{FC0808DC-328E-6D13-7CBB-A270F958F402}"/>
              </a:ext>
            </a:extLst>
          </p:cNvPr>
          <p:cNvSpPr txBox="1">
            <a:spLocks/>
          </p:cNvSpPr>
          <p:nvPr/>
        </p:nvSpPr>
        <p:spPr>
          <a:xfrm>
            <a:off x="9302307" y="5370559"/>
            <a:ext cx="1800000" cy="57448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Здесь может быть твой текст. </a:t>
            </a:r>
          </a:p>
        </p:txBody>
      </p:sp>
      <p:sp>
        <p:nvSpPr>
          <p:cNvPr id="37" name="Рисунок 39">
            <a:extLst>
              <a:ext uri="{FF2B5EF4-FFF2-40B4-BE49-F238E27FC236}">
                <a16:creationId xmlns:a16="http://schemas.microsoft.com/office/drawing/2014/main" id="{77E04A34-D600-1C43-387B-539F5121894A}"/>
              </a:ext>
            </a:extLst>
          </p:cNvPr>
          <p:cNvSpPr/>
          <p:nvPr/>
        </p:nvSpPr>
        <p:spPr>
          <a:xfrm>
            <a:off x="9103884" y="5171041"/>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6" name="TextBox 5">
            <a:extLst>
              <a:ext uri="{FF2B5EF4-FFF2-40B4-BE49-F238E27FC236}">
                <a16:creationId xmlns:a16="http://schemas.microsoft.com/office/drawing/2014/main" id="{79A33FF2-CB11-707F-D835-CDE6959E1729}"/>
              </a:ext>
            </a:extLst>
          </p:cNvPr>
          <p:cNvSpPr txBox="1"/>
          <p:nvPr/>
        </p:nvSpPr>
        <p:spPr>
          <a:xfrm>
            <a:off x="4971622" y="4019623"/>
            <a:ext cx="2724578" cy="416844"/>
          </a:xfrm>
          <a:prstGeom prst="rect">
            <a:avLst/>
          </a:prstGeom>
          <a:noFill/>
        </p:spPr>
        <p:txBody>
          <a:bodyPr wrap="square" lIns="0" tIns="0" rIns="0" bIns="0" rtlCol="0">
            <a:noAutofit/>
          </a:bodyPr>
          <a:lstStyle/>
          <a:p>
            <a:r>
              <a:rPr lang="ru-RU" sz="1400" b="1"/>
              <a:t>Напиши здесь заголовок, </a:t>
            </a:r>
            <a:br>
              <a:rPr lang="ru-RU" sz="1400" b="1"/>
            </a:br>
            <a:r>
              <a:rPr lang="ru-RU" sz="1400" b="1"/>
              <a:t>длиной не более двух строк </a:t>
            </a:r>
          </a:p>
        </p:txBody>
      </p:sp>
      <p:sp>
        <p:nvSpPr>
          <p:cNvPr id="3" name="Нижний колонтитул 2">
            <a:extLst>
              <a:ext uri="{FF2B5EF4-FFF2-40B4-BE49-F238E27FC236}">
                <a16:creationId xmlns:a16="http://schemas.microsoft.com/office/drawing/2014/main" id="{2EEDFC9D-B152-79E0-C98F-9B56BAEE6869}"/>
              </a:ext>
            </a:extLst>
          </p:cNvPr>
          <p:cNvSpPr>
            <a:spLocks noGrp="1"/>
          </p:cNvSpPr>
          <p:nvPr>
            <p:ph type="ftr" sz="quarter" idx="11"/>
          </p:nvPr>
        </p:nvSpPr>
        <p:spPr/>
        <p:txBody>
          <a:bodyPr/>
          <a:lstStyle/>
          <a:p>
            <a:endParaRPr lang="ru-RU"/>
          </a:p>
        </p:txBody>
      </p:sp>
      <p:sp>
        <p:nvSpPr>
          <p:cNvPr id="10" name="Номер слайда 9">
            <a:extLst>
              <a:ext uri="{FF2B5EF4-FFF2-40B4-BE49-F238E27FC236}">
                <a16:creationId xmlns:a16="http://schemas.microsoft.com/office/drawing/2014/main" id="{571FB5E9-670B-1946-64C2-E6813AEEC907}"/>
              </a:ext>
            </a:extLst>
          </p:cNvPr>
          <p:cNvSpPr>
            <a:spLocks noGrp="1"/>
          </p:cNvSpPr>
          <p:nvPr>
            <p:ph type="sldNum" sz="quarter" idx="12"/>
          </p:nvPr>
        </p:nvSpPr>
        <p:spPr/>
        <p:txBody>
          <a:bodyPr/>
          <a:lstStyle/>
          <a:p>
            <a:fld id="{EB5249F5-0093-48B0-B996-C4E44A87EAFB}" type="slidenum">
              <a:rPr lang="ru-RU" smtClean="0"/>
              <a:pPr/>
              <a:t>33</a:t>
            </a:fld>
            <a:endParaRPr lang="ru-RU"/>
          </a:p>
        </p:txBody>
      </p:sp>
    </p:spTree>
    <p:extLst>
      <p:ext uri="{BB962C8B-B14F-4D97-AF65-F5344CB8AC3E}">
        <p14:creationId xmlns:p14="http://schemas.microsoft.com/office/powerpoint/2010/main" val="2602997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CC90DF44-6123-4758-A8BE-17BDC92E1A0D}"/>
              </a:ext>
            </a:extLst>
          </p:cNvPr>
          <p:cNvSpPr>
            <a:spLocks noGrp="1"/>
          </p:cNvSpPr>
          <p:nvPr>
            <p:ph type="sldNum" sz="quarter" idx="12"/>
          </p:nvPr>
        </p:nvSpPr>
        <p:spPr/>
        <p:txBody>
          <a:bodyPr/>
          <a:lstStyle/>
          <a:p>
            <a:fld id="{EB5249F5-0093-48B0-B996-C4E44A87EAFB}" type="slidenum">
              <a:rPr lang="ru-RU" smtClean="0"/>
              <a:pPr/>
              <a:t>34</a:t>
            </a:fld>
            <a:endParaRPr lang="ru-RU"/>
          </a:p>
        </p:txBody>
      </p:sp>
      <p:sp>
        <p:nvSpPr>
          <p:cNvPr id="19" name="Прямоугольник: скругленные углы 10">
            <a:extLst>
              <a:ext uri="{FF2B5EF4-FFF2-40B4-BE49-F238E27FC236}">
                <a16:creationId xmlns:a16="http://schemas.microsoft.com/office/drawing/2014/main" id="{3E371F1B-8507-68F9-1597-5C3778A58032}"/>
              </a:ext>
            </a:extLst>
          </p:cNvPr>
          <p:cNvSpPr/>
          <p:nvPr/>
        </p:nvSpPr>
        <p:spPr>
          <a:xfrm>
            <a:off x="7264851" y="2418925"/>
            <a:ext cx="4275923" cy="1836000"/>
          </a:xfrm>
          <a:prstGeom prst="roundRect">
            <a:avLst>
              <a:gd name="adj" fmla="val 499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 name="Прямоугольник: скругленные углы 10">
            <a:extLst>
              <a:ext uri="{FF2B5EF4-FFF2-40B4-BE49-F238E27FC236}">
                <a16:creationId xmlns:a16="http://schemas.microsoft.com/office/drawing/2014/main" id="{402FC4C3-7299-0D93-1571-CA7C456E84BB}"/>
              </a:ext>
            </a:extLst>
          </p:cNvPr>
          <p:cNvSpPr/>
          <p:nvPr/>
        </p:nvSpPr>
        <p:spPr>
          <a:xfrm>
            <a:off x="651226" y="411163"/>
            <a:ext cx="7968548" cy="1836000"/>
          </a:xfrm>
          <a:prstGeom prst="roundRect">
            <a:avLst>
              <a:gd name="adj" fmla="val 499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1" name="Объект 1">
            <a:extLst>
              <a:ext uri="{FF2B5EF4-FFF2-40B4-BE49-F238E27FC236}">
                <a16:creationId xmlns:a16="http://schemas.microsoft.com/office/drawing/2014/main" id="{C57D4215-3CC9-9738-0D46-D52B70A00233}"/>
              </a:ext>
            </a:extLst>
          </p:cNvPr>
          <p:cNvSpPr txBox="1">
            <a:spLocks/>
          </p:cNvSpPr>
          <p:nvPr/>
        </p:nvSpPr>
        <p:spPr>
          <a:xfrm>
            <a:off x="802426" y="547688"/>
            <a:ext cx="3164816"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диаграммы в 1 строку</a:t>
            </a:r>
          </a:p>
        </p:txBody>
      </p:sp>
      <p:sp>
        <p:nvSpPr>
          <p:cNvPr id="42" name="Объект 1">
            <a:extLst>
              <a:ext uri="{FF2B5EF4-FFF2-40B4-BE49-F238E27FC236}">
                <a16:creationId xmlns:a16="http://schemas.microsoft.com/office/drawing/2014/main" id="{42570C37-A0BC-B4EF-DC08-634787996EAB}"/>
              </a:ext>
            </a:extLst>
          </p:cNvPr>
          <p:cNvSpPr txBox="1">
            <a:spLocks/>
          </p:cNvSpPr>
          <p:nvPr/>
        </p:nvSpPr>
        <p:spPr>
          <a:xfrm>
            <a:off x="802426" y="815600"/>
            <a:ext cx="690162" cy="2887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4,58</a:t>
            </a:r>
          </a:p>
        </p:txBody>
      </p:sp>
      <p:sp>
        <p:nvSpPr>
          <p:cNvPr id="45" name="Объект 1">
            <a:extLst>
              <a:ext uri="{FF2B5EF4-FFF2-40B4-BE49-F238E27FC236}">
                <a16:creationId xmlns:a16="http://schemas.microsoft.com/office/drawing/2014/main" id="{E6190BFB-8806-4C01-EA7B-D7A2533DB2E9}"/>
              </a:ext>
            </a:extLst>
          </p:cNvPr>
          <p:cNvSpPr txBox="1">
            <a:spLocks/>
          </p:cNvSpPr>
          <p:nvPr/>
        </p:nvSpPr>
        <p:spPr>
          <a:xfrm>
            <a:off x="1522653" y="891387"/>
            <a:ext cx="367736" cy="1302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000" b="1">
                <a:solidFill>
                  <a:srgbClr val="F53C14"/>
                </a:solidFill>
              </a:rPr>
              <a:t>-23%</a:t>
            </a:r>
          </a:p>
        </p:txBody>
      </p:sp>
      <p:sp>
        <p:nvSpPr>
          <p:cNvPr id="46" name="Рисунок 11">
            <a:extLst>
              <a:ext uri="{FF2B5EF4-FFF2-40B4-BE49-F238E27FC236}">
                <a16:creationId xmlns:a16="http://schemas.microsoft.com/office/drawing/2014/main" id="{6A08FBF8-33D6-D1D6-7F5B-7F92E447D984}"/>
              </a:ext>
            </a:extLst>
          </p:cNvPr>
          <p:cNvSpPr/>
          <p:nvPr/>
        </p:nvSpPr>
        <p:spPr>
          <a:xfrm rot="10800000">
            <a:off x="1391990" y="898249"/>
            <a:ext cx="116538" cy="1165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cxnSp>
        <p:nvCxnSpPr>
          <p:cNvPr id="48" name="Прямая соединительная линия 47">
            <a:extLst>
              <a:ext uri="{FF2B5EF4-FFF2-40B4-BE49-F238E27FC236}">
                <a16:creationId xmlns:a16="http://schemas.microsoft.com/office/drawing/2014/main" id="{805A6E4D-E32F-EE66-BA2F-05642F78C518}"/>
              </a:ext>
            </a:extLst>
          </p:cNvPr>
          <p:cNvCxnSpPr>
            <a:cxnSpLocks/>
          </p:cNvCxnSpPr>
          <p:nvPr/>
        </p:nvCxnSpPr>
        <p:spPr>
          <a:xfrm>
            <a:off x="5440242" y="537163"/>
            <a:ext cx="0" cy="1584000"/>
          </a:xfrm>
          <a:prstGeom prst="line">
            <a:avLst/>
          </a:prstGeom>
          <a:ln w="952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5" name="Объект 1">
            <a:extLst>
              <a:ext uri="{FF2B5EF4-FFF2-40B4-BE49-F238E27FC236}">
                <a16:creationId xmlns:a16="http://schemas.microsoft.com/office/drawing/2014/main" id="{1870AA18-6513-F5AC-2489-92AF81132A67}"/>
              </a:ext>
            </a:extLst>
          </p:cNvPr>
          <p:cNvSpPr txBox="1">
            <a:spLocks/>
          </p:cNvSpPr>
          <p:nvPr/>
        </p:nvSpPr>
        <p:spPr>
          <a:xfrm>
            <a:off x="5592150" y="547688"/>
            <a:ext cx="2865892"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диаграммы в 1 строку</a:t>
            </a:r>
          </a:p>
        </p:txBody>
      </p:sp>
      <p:sp>
        <p:nvSpPr>
          <p:cNvPr id="3076" name="Объект 1">
            <a:extLst>
              <a:ext uri="{FF2B5EF4-FFF2-40B4-BE49-F238E27FC236}">
                <a16:creationId xmlns:a16="http://schemas.microsoft.com/office/drawing/2014/main" id="{F01190C0-B950-15A2-0426-1CDD833D7747}"/>
              </a:ext>
            </a:extLst>
          </p:cNvPr>
          <p:cNvSpPr txBox="1">
            <a:spLocks/>
          </p:cNvSpPr>
          <p:nvPr/>
        </p:nvSpPr>
        <p:spPr>
          <a:xfrm>
            <a:off x="5592150" y="815600"/>
            <a:ext cx="690162" cy="2887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3,22</a:t>
            </a:r>
          </a:p>
        </p:txBody>
      </p:sp>
      <p:sp>
        <p:nvSpPr>
          <p:cNvPr id="3079" name="Объект 1">
            <a:extLst>
              <a:ext uri="{FF2B5EF4-FFF2-40B4-BE49-F238E27FC236}">
                <a16:creationId xmlns:a16="http://schemas.microsoft.com/office/drawing/2014/main" id="{55AF80E6-10D3-E9D7-17B6-40EE37809802}"/>
              </a:ext>
            </a:extLst>
          </p:cNvPr>
          <p:cNvSpPr txBox="1">
            <a:spLocks/>
          </p:cNvSpPr>
          <p:nvPr/>
        </p:nvSpPr>
        <p:spPr>
          <a:xfrm>
            <a:off x="6312377" y="891387"/>
            <a:ext cx="367736" cy="1302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000" b="1">
                <a:solidFill>
                  <a:srgbClr val="10C44C"/>
                </a:solidFill>
              </a:rPr>
              <a:t>+17%</a:t>
            </a:r>
          </a:p>
        </p:txBody>
      </p:sp>
      <p:sp>
        <p:nvSpPr>
          <p:cNvPr id="3080" name="Рисунок 11">
            <a:extLst>
              <a:ext uri="{FF2B5EF4-FFF2-40B4-BE49-F238E27FC236}">
                <a16:creationId xmlns:a16="http://schemas.microsoft.com/office/drawing/2014/main" id="{17D19C19-49CD-ACF7-0043-11D8E4E40DBE}"/>
              </a:ext>
            </a:extLst>
          </p:cNvPr>
          <p:cNvSpPr/>
          <p:nvPr/>
        </p:nvSpPr>
        <p:spPr>
          <a:xfrm rot="10800000" flipV="1">
            <a:off x="6181714" y="898249"/>
            <a:ext cx="116538" cy="1165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graphicFrame>
        <p:nvGraphicFramePr>
          <p:cNvPr id="3081" name="Диаграмма 3080">
            <a:extLst>
              <a:ext uri="{FF2B5EF4-FFF2-40B4-BE49-F238E27FC236}">
                <a16:creationId xmlns:a16="http://schemas.microsoft.com/office/drawing/2014/main" id="{1287A765-B07E-3CD9-EE8A-1E4A90C9CB25}"/>
              </a:ext>
            </a:extLst>
          </p:cNvPr>
          <p:cNvGraphicFramePr/>
          <p:nvPr/>
        </p:nvGraphicFramePr>
        <p:xfrm>
          <a:off x="723900" y="1151625"/>
          <a:ext cx="4462463" cy="10262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085" name="Диаграмма 3084">
            <a:extLst>
              <a:ext uri="{FF2B5EF4-FFF2-40B4-BE49-F238E27FC236}">
                <a16:creationId xmlns:a16="http://schemas.microsoft.com/office/drawing/2014/main" id="{737EB3BB-5E03-695D-E72E-7B50184D04ED}"/>
              </a:ext>
            </a:extLst>
          </p:cNvPr>
          <p:cNvGraphicFramePr/>
          <p:nvPr/>
        </p:nvGraphicFramePr>
        <p:xfrm>
          <a:off x="5592151" y="1161150"/>
          <a:ext cx="2865891" cy="1086011"/>
        </p:xfrm>
        <a:graphic>
          <a:graphicData uri="http://schemas.openxmlformats.org/drawingml/2006/chart">
            <c:chart xmlns:c="http://schemas.openxmlformats.org/drawingml/2006/chart" xmlns:r="http://schemas.openxmlformats.org/officeDocument/2006/relationships" r:id="rId3"/>
          </a:graphicData>
        </a:graphic>
      </p:graphicFrame>
      <p:sp>
        <p:nvSpPr>
          <p:cNvPr id="8" name="Прямоугольник: скругленные углы 10">
            <a:extLst>
              <a:ext uri="{FF2B5EF4-FFF2-40B4-BE49-F238E27FC236}">
                <a16:creationId xmlns:a16="http://schemas.microsoft.com/office/drawing/2014/main" id="{356E168C-8778-379F-6F41-66BF6AFCEBA5}"/>
              </a:ext>
            </a:extLst>
          </p:cNvPr>
          <p:cNvSpPr/>
          <p:nvPr/>
        </p:nvSpPr>
        <p:spPr>
          <a:xfrm>
            <a:off x="8811861" y="411163"/>
            <a:ext cx="2728913" cy="1836000"/>
          </a:xfrm>
          <a:prstGeom prst="roundRect">
            <a:avLst>
              <a:gd name="adj" fmla="val 499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086" name="Объект 1">
            <a:extLst>
              <a:ext uri="{FF2B5EF4-FFF2-40B4-BE49-F238E27FC236}">
                <a16:creationId xmlns:a16="http://schemas.microsoft.com/office/drawing/2014/main" id="{99369EA6-00E7-21F1-C45F-83B364FD383A}"/>
              </a:ext>
            </a:extLst>
          </p:cNvPr>
          <p:cNvSpPr txBox="1">
            <a:spLocks/>
          </p:cNvSpPr>
          <p:nvPr/>
        </p:nvSpPr>
        <p:spPr>
          <a:xfrm>
            <a:off x="8971046" y="547688"/>
            <a:ext cx="2354009"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диаграммы</a:t>
            </a:r>
          </a:p>
        </p:txBody>
      </p:sp>
      <p:graphicFrame>
        <p:nvGraphicFramePr>
          <p:cNvPr id="3088" name="Диаграмма 3087">
            <a:extLst>
              <a:ext uri="{FF2B5EF4-FFF2-40B4-BE49-F238E27FC236}">
                <a16:creationId xmlns:a16="http://schemas.microsoft.com/office/drawing/2014/main" id="{D4739C81-DDBE-2E36-BECD-E856BEA62CB1}"/>
              </a:ext>
            </a:extLst>
          </p:cNvPr>
          <p:cNvGraphicFramePr/>
          <p:nvPr/>
        </p:nvGraphicFramePr>
        <p:xfrm>
          <a:off x="8567535" y="815600"/>
          <a:ext cx="3127339" cy="1432579"/>
        </p:xfrm>
        <a:graphic>
          <a:graphicData uri="http://schemas.openxmlformats.org/drawingml/2006/chart">
            <c:chart xmlns:c="http://schemas.openxmlformats.org/drawingml/2006/chart" xmlns:r="http://schemas.openxmlformats.org/officeDocument/2006/relationships" r:id="rId4"/>
          </a:graphicData>
        </a:graphic>
      </p:graphicFrame>
      <p:sp>
        <p:nvSpPr>
          <p:cNvPr id="18" name="Прямоугольник: скругленные углы 10">
            <a:extLst>
              <a:ext uri="{FF2B5EF4-FFF2-40B4-BE49-F238E27FC236}">
                <a16:creationId xmlns:a16="http://schemas.microsoft.com/office/drawing/2014/main" id="{D5993344-DB2E-293F-B1B2-31ACA1B6FFE5}"/>
              </a:ext>
            </a:extLst>
          </p:cNvPr>
          <p:cNvSpPr/>
          <p:nvPr/>
        </p:nvSpPr>
        <p:spPr>
          <a:xfrm>
            <a:off x="651225" y="2418925"/>
            <a:ext cx="3316017" cy="1836000"/>
          </a:xfrm>
          <a:prstGeom prst="roundRect">
            <a:avLst>
              <a:gd name="adj" fmla="val 499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Объект 1">
            <a:extLst>
              <a:ext uri="{FF2B5EF4-FFF2-40B4-BE49-F238E27FC236}">
                <a16:creationId xmlns:a16="http://schemas.microsoft.com/office/drawing/2014/main" id="{D908A38C-64BC-6F7A-C3BD-CA2AD106B3B5}"/>
              </a:ext>
            </a:extLst>
          </p:cNvPr>
          <p:cNvSpPr txBox="1">
            <a:spLocks/>
          </p:cNvSpPr>
          <p:nvPr/>
        </p:nvSpPr>
        <p:spPr>
          <a:xfrm>
            <a:off x="802426" y="2543916"/>
            <a:ext cx="3164816"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диаграммы в 1 строку</a:t>
            </a:r>
          </a:p>
        </p:txBody>
      </p:sp>
      <p:graphicFrame>
        <p:nvGraphicFramePr>
          <p:cNvPr id="9" name="Диаграмма 8">
            <a:extLst>
              <a:ext uri="{FF2B5EF4-FFF2-40B4-BE49-F238E27FC236}">
                <a16:creationId xmlns:a16="http://schemas.microsoft.com/office/drawing/2014/main" id="{360CCED5-0007-0702-32A6-5FB34B972907}"/>
              </a:ext>
            </a:extLst>
          </p:cNvPr>
          <p:cNvGraphicFramePr/>
          <p:nvPr/>
        </p:nvGraphicFramePr>
        <p:xfrm>
          <a:off x="790941" y="2867600"/>
          <a:ext cx="3013260" cy="1317778"/>
        </p:xfrm>
        <a:graphic>
          <a:graphicData uri="http://schemas.openxmlformats.org/drawingml/2006/chart">
            <c:chart xmlns:c="http://schemas.openxmlformats.org/drawingml/2006/chart" xmlns:r="http://schemas.openxmlformats.org/officeDocument/2006/relationships" r:id="rId5"/>
          </a:graphicData>
        </a:graphic>
      </p:graphicFrame>
      <p:sp>
        <p:nvSpPr>
          <p:cNvPr id="15" name="Прямоугольник: скругленные углы 10">
            <a:extLst>
              <a:ext uri="{FF2B5EF4-FFF2-40B4-BE49-F238E27FC236}">
                <a16:creationId xmlns:a16="http://schemas.microsoft.com/office/drawing/2014/main" id="{8250C49B-9392-76C6-A69D-D458C35B87FE}"/>
              </a:ext>
            </a:extLst>
          </p:cNvPr>
          <p:cNvSpPr/>
          <p:nvPr/>
        </p:nvSpPr>
        <p:spPr>
          <a:xfrm>
            <a:off x="9396248" y="4426688"/>
            <a:ext cx="2144526" cy="1836000"/>
          </a:xfrm>
          <a:prstGeom prst="roundRect">
            <a:avLst>
              <a:gd name="adj" fmla="val 499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0" name="Объект 1">
            <a:extLst>
              <a:ext uri="{FF2B5EF4-FFF2-40B4-BE49-F238E27FC236}">
                <a16:creationId xmlns:a16="http://schemas.microsoft.com/office/drawing/2014/main" id="{2E41C1B7-4AE8-0DF2-4BEC-0C620EF9BFC6}"/>
              </a:ext>
            </a:extLst>
          </p:cNvPr>
          <p:cNvSpPr txBox="1">
            <a:spLocks/>
          </p:cNvSpPr>
          <p:nvPr/>
        </p:nvSpPr>
        <p:spPr>
          <a:xfrm>
            <a:off x="9528999" y="4548703"/>
            <a:ext cx="1945451"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диаграммы</a:t>
            </a:r>
          </a:p>
        </p:txBody>
      </p:sp>
      <p:graphicFrame>
        <p:nvGraphicFramePr>
          <p:cNvPr id="47" name="Диаграмма 46">
            <a:extLst>
              <a:ext uri="{FF2B5EF4-FFF2-40B4-BE49-F238E27FC236}">
                <a16:creationId xmlns:a16="http://schemas.microsoft.com/office/drawing/2014/main" id="{054AD722-AA75-9F94-2F00-842CDC57A60A}"/>
              </a:ext>
            </a:extLst>
          </p:cNvPr>
          <p:cNvGraphicFramePr/>
          <p:nvPr/>
        </p:nvGraphicFramePr>
        <p:xfrm>
          <a:off x="9450113" y="5176730"/>
          <a:ext cx="2036795" cy="983112"/>
        </p:xfrm>
        <a:graphic>
          <a:graphicData uri="http://schemas.openxmlformats.org/drawingml/2006/chart">
            <c:chart xmlns:c="http://schemas.openxmlformats.org/drawingml/2006/chart" xmlns:r="http://schemas.openxmlformats.org/officeDocument/2006/relationships" r:id="rId6"/>
          </a:graphicData>
        </a:graphic>
      </p:graphicFrame>
      <p:sp>
        <p:nvSpPr>
          <p:cNvPr id="54" name="Объект 1">
            <a:extLst>
              <a:ext uri="{FF2B5EF4-FFF2-40B4-BE49-F238E27FC236}">
                <a16:creationId xmlns:a16="http://schemas.microsoft.com/office/drawing/2014/main" id="{DC683CDF-0209-F1D4-8A94-BCCD1B614BA9}"/>
              </a:ext>
            </a:extLst>
          </p:cNvPr>
          <p:cNvSpPr txBox="1">
            <a:spLocks/>
          </p:cNvSpPr>
          <p:nvPr/>
        </p:nvSpPr>
        <p:spPr>
          <a:xfrm>
            <a:off x="9528999" y="4815686"/>
            <a:ext cx="397477" cy="2887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3,2</a:t>
            </a:r>
          </a:p>
        </p:txBody>
      </p:sp>
      <p:sp>
        <p:nvSpPr>
          <p:cNvPr id="57" name="Объект 1">
            <a:extLst>
              <a:ext uri="{FF2B5EF4-FFF2-40B4-BE49-F238E27FC236}">
                <a16:creationId xmlns:a16="http://schemas.microsoft.com/office/drawing/2014/main" id="{076BC789-C95A-8F5E-F1A6-044EA310AE2E}"/>
              </a:ext>
            </a:extLst>
          </p:cNvPr>
          <p:cNvSpPr txBox="1">
            <a:spLocks/>
          </p:cNvSpPr>
          <p:nvPr/>
        </p:nvSpPr>
        <p:spPr>
          <a:xfrm>
            <a:off x="10061615" y="4891473"/>
            <a:ext cx="367736" cy="1302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000" b="1">
                <a:solidFill>
                  <a:srgbClr val="10C44C"/>
                </a:solidFill>
              </a:rPr>
              <a:t>+17%</a:t>
            </a:r>
          </a:p>
        </p:txBody>
      </p:sp>
      <p:sp>
        <p:nvSpPr>
          <p:cNvPr id="58" name="Рисунок 11">
            <a:extLst>
              <a:ext uri="{FF2B5EF4-FFF2-40B4-BE49-F238E27FC236}">
                <a16:creationId xmlns:a16="http://schemas.microsoft.com/office/drawing/2014/main" id="{07C43592-80A5-E74A-C9B5-67C45AC21012}"/>
              </a:ext>
            </a:extLst>
          </p:cNvPr>
          <p:cNvSpPr/>
          <p:nvPr/>
        </p:nvSpPr>
        <p:spPr>
          <a:xfrm rot="10800000" flipV="1">
            <a:off x="9930952" y="4898335"/>
            <a:ext cx="116538" cy="1165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sp>
        <p:nvSpPr>
          <p:cNvPr id="62" name="Объект 1">
            <a:extLst>
              <a:ext uri="{FF2B5EF4-FFF2-40B4-BE49-F238E27FC236}">
                <a16:creationId xmlns:a16="http://schemas.microsoft.com/office/drawing/2014/main" id="{F367FD88-B65E-C87C-5C90-FB7FE82B5726}"/>
              </a:ext>
            </a:extLst>
          </p:cNvPr>
          <p:cNvSpPr txBox="1">
            <a:spLocks/>
          </p:cNvSpPr>
          <p:nvPr/>
        </p:nvSpPr>
        <p:spPr>
          <a:xfrm>
            <a:off x="7412270" y="2535132"/>
            <a:ext cx="2598712"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заголовок в 1 строку</a:t>
            </a:r>
          </a:p>
        </p:txBody>
      </p:sp>
      <p:sp>
        <p:nvSpPr>
          <p:cNvPr id="29" name="Прямоугольник: скругленные углы 10">
            <a:extLst>
              <a:ext uri="{FF2B5EF4-FFF2-40B4-BE49-F238E27FC236}">
                <a16:creationId xmlns:a16="http://schemas.microsoft.com/office/drawing/2014/main" id="{3D67E6DF-3D6D-E64A-132F-4E62996BB363}"/>
              </a:ext>
            </a:extLst>
          </p:cNvPr>
          <p:cNvSpPr/>
          <p:nvPr/>
        </p:nvSpPr>
        <p:spPr>
          <a:xfrm>
            <a:off x="3700114" y="4426688"/>
            <a:ext cx="3013260" cy="1836000"/>
          </a:xfrm>
          <a:prstGeom prst="roundRect">
            <a:avLst>
              <a:gd name="adj" fmla="val 499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0" name="Объект 1">
            <a:extLst>
              <a:ext uri="{FF2B5EF4-FFF2-40B4-BE49-F238E27FC236}">
                <a16:creationId xmlns:a16="http://schemas.microsoft.com/office/drawing/2014/main" id="{FE92706E-893C-C9FA-C87D-4BB261E282B2}"/>
              </a:ext>
            </a:extLst>
          </p:cNvPr>
          <p:cNvSpPr txBox="1">
            <a:spLocks/>
          </p:cNvSpPr>
          <p:nvPr/>
        </p:nvSpPr>
        <p:spPr>
          <a:xfrm>
            <a:off x="3828360" y="4548703"/>
            <a:ext cx="1945451"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диаграммы</a:t>
            </a:r>
          </a:p>
        </p:txBody>
      </p:sp>
      <p:graphicFrame>
        <p:nvGraphicFramePr>
          <p:cNvPr id="63" name="Диаграмма 62">
            <a:extLst>
              <a:ext uri="{FF2B5EF4-FFF2-40B4-BE49-F238E27FC236}">
                <a16:creationId xmlns:a16="http://schemas.microsoft.com/office/drawing/2014/main" id="{928DE36E-D529-E030-6497-6ED7ADD17923}"/>
              </a:ext>
            </a:extLst>
          </p:cNvPr>
          <p:cNvGraphicFramePr/>
          <p:nvPr/>
        </p:nvGraphicFramePr>
        <p:xfrm>
          <a:off x="3785128" y="4873717"/>
          <a:ext cx="2794719" cy="1298824"/>
        </p:xfrm>
        <a:graphic>
          <a:graphicData uri="http://schemas.openxmlformats.org/drawingml/2006/chart">
            <c:chart xmlns:c="http://schemas.openxmlformats.org/drawingml/2006/chart" xmlns:r="http://schemas.openxmlformats.org/officeDocument/2006/relationships" r:id="rId7"/>
          </a:graphicData>
        </a:graphic>
      </p:graphicFrame>
      <p:sp>
        <p:nvSpPr>
          <p:cNvPr id="31" name="Прямоугольник: скругленные углы 10">
            <a:extLst>
              <a:ext uri="{FF2B5EF4-FFF2-40B4-BE49-F238E27FC236}">
                <a16:creationId xmlns:a16="http://schemas.microsoft.com/office/drawing/2014/main" id="{976A906C-0751-0A88-528B-C4A014AAFB27}"/>
              </a:ext>
            </a:extLst>
          </p:cNvPr>
          <p:cNvSpPr/>
          <p:nvPr/>
        </p:nvSpPr>
        <p:spPr>
          <a:xfrm>
            <a:off x="651225" y="4426688"/>
            <a:ext cx="2856801" cy="1836000"/>
          </a:xfrm>
          <a:prstGeom prst="roundRect">
            <a:avLst>
              <a:gd name="adj" fmla="val 499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1" name="Объект 1">
            <a:extLst>
              <a:ext uri="{FF2B5EF4-FFF2-40B4-BE49-F238E27FC236}">
                <a16:creationId xmlns:a16="http://schemas.microsoft.com/office/drawing/2014/main" id="{ACAADB5F-3716-04B2-F654-1278F3A011D7}"/>
              </a:ext>
            </a:extLst>
          </p:cNvPr>
          <p:cNvSpPr txBox="1">
            <a:spLocks/>
          </p:cNvSpPr>
          <p:nvPr/>
        </p:nvSpPr>
        <p:spPr>
          <a:xfrm>
            <a:off x="805397" y="4548703"/>
            <a:ext cx="1945451"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заголовок</a:t>
            </a:r>
          </a:p>
        </p:txBody>
      </p:sp>
      <p:sp>
        <p:nvSpPr>
          <p:cNvPr id="3072" name="Объект 1">
            <a:extLst>
              <a:ext uri="{FF2B5EF4-FFF2-40B4-BE49-F238E27FC236}">
                <a16:creationId xmlns:a16="http://schemas.microsoft.com/office/drawing/2014/main" id="{93CDBDC3-BE3C-DB6E-1815-BAF4C5C79668}"/>
              </a:ext>
            </a:extLst>
          </p:cNvPr>
          <p:cNvSpPr txBox="1">
            <a:spLocks/>
          </p:cNvSpPr>
          <p:nvPr/>
        </p:nvSpPr>
        <p:spPr>
          <a:xfrm>
            <a:off x="808376" y="4913385"/>
            <a:ext cx="397477" cy="2887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6,9</a:t>
            </a:r>
          </a:p>
        </p:txBody>
      </p:sp>
      <p:sp>
        <p:nvSpPr>
          <p:cNvPr id="3075" name="Объект 1">
            <a:extLst>
              <a:ext uri="{FF2B5EF4-FFF2-40B4-BE49-F238E27FC236}">
                <a16:creationId xmlns:a16="http://schemas.microsoft.com/office/drawing/2014/main" id="{1017392F-471C-A515-8624-C81E866DADAC}"/>
              </a:ext>
            </a:extLst>
          </p:cNvPr>
          <p:cNvSpPr txBox="1">
            <a:spLocks/>
          </p:cNvSpPr>
          <p:nvPr/>
        </p:nvSpPr>
        <p:spPr>
          <a:xfrm>
            <a:off x="1325574" y="4989172"/>
            <a:ext cx="367736" cy="1302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000" b="1">
                <a:solidFill>
                  <a:srgbClr val="10C44C"/>
                </a:solidFill>
              </a:rPr>
              <a:t>+17%</a:t>
            </a:r>
          </a:p>
        </p:txBody>
      </p:sp>
      <p:sp>
        <p:nvSpPr>
          <p:cNvPr id="3078" name="Рисунок 11">
            <a:extLst>
              <a:ext uri="{FF2B5EF4-FFF2-40B4-BE49-F238E27FC236}">
                <a16:creationId xmlns:a16="http://schemas.microsoft.com/office/drawing/2014/main" id="{E664FB80-DFD9-DE90-627F-39C9233CA849}"/>
              </a:ext>
            </a:extLst>
          </p:cNvPr>
          <p:cNvSpPr/>
          <p:nvPr/>
        </p:nvSpPr>
        <p:spPr>
          <a:xfrm rot="10800000" flipV="1">
            <a:off x="1194911" y="4996034"/>
            <a:ext cx="116538" cy="1165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sp>
        <p:nvSpPr>
          <p:cNvPr id="3082" name="Объект 1">
            <a:extLst>
              <a:ext uri="{FF2B5EF4-FFF2-40B4-BE49-F238E27FC236}">
                <a16:creationId xmlns:a16="http://schemas.microsoft.com/office/drawing/2014/main" id="{F87235BA-120A-87EA-050C-6AB93E59BD1F}"/>
              </a:ext>
            </a:extLst>
          </p:cNvPr>
          <p:cNvSpPr txBox="1">
            <a:spLocks/>
          </p:cNvSpPr>
          <p:nvPr/>
        </p:nvSpPr>
        <p:spPr>
          <a:xfrm>
            <a:off x="1000467" y="5263058"/>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Название параметра</a:t>
            </a:r>
          </a:p>
        </p:txBody>
      </p:sp>
      <p:sp>
        <p:nvSpPr>
          <p:cNvPr id="3083" name="Рисунок 39">
            <a:extLst>
              <a:ext uri="{FF2B5EF4-FFF2-40B4-BE49-F238E27FC236}">
                <a16:creationId xmlns:a16="http://schemas.microsoft.com/office/drawing/2014/main" id="{5DD10C75-6175-286C-73E3-5DEA5B633FA5}"/>
              </a:ext>
            </a:extLst>
          </p:cNvPr>
          <p:cNvSpPr/>
          <p:nvPr/>
        </p:nvSpPr>
        <p:spPr>
          <a:xfrm>
            <a:off x="802045" y="5272584"/>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3084" name="Объект 1">
            <a:extLst>
              <a:ext uri="{FF2B5EF4-FFF2-40B4-BE49-F238E27FC236}">
                <a16:creationId xmlns:a16="http://schemas.microsoft.com/office/drawing/2014/main" id="{50E07470-BF70-A1D5-7DFA-4F1A634929A2}"/>
              </a:ext>
            </a:extLst>
          </p:cNvPr>
          <p:cNvSpPr txBox="1">
            <a:spLocks/>
          </p:cNvSpPr>
          <p:nvPr/>
        </p:nvSpPr>
        <p:spPr>
          <a:xfrm>
            <a:off x="1000467" y="5507279"/>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Название параметра</a:t>
            </a:r>
          </a:p>
        </p:txBody>
      </p:sp>
      <p:sp>
        <p:nvSpPr>
          <p:cNvPr id="3087" name="Рисунок 39">
            <a:extLst>
              <a:ext uri="{FF2B5EF4-FFF2-40B4-BE49-F238E27FC236}">
                <a16:creationId xmlns:a16="http://schemas.microsoft.com/office/drawing/2014/main" id="{5B4D3406-CEA8-CA4D-540E-31C514FF3A5D}"/>
              </a:ext>
            </a:extLst>
          </p:cNvPr>
          <p:cNvSpPr/>
          <p:nvPr/>
        </p:nvSpPr>
        <p:spPr>
          <a:xfrm>
            <a:off x="802045" y="5516805"/>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3089" name="Объект 1">
            <a:extLst>
              <a:ext uri="{FF2B5EF4-FFF2-40B4-BE49-F238E27FC236}">
                <a16:creationId xmlns:a16="http://schemas.microsoft.com/office/drawing/2014/main" id="{F3EE842B-F47D-841C-FB38-3E60979DAD01}"/>
              </a:ext>
            </a:extLst>
          </p:cNvPr>
          <p:cNvSpPr txBox="1">
            <a:spLocks/>
          </p:cNvSpPr>
          <p:nvPr/>
        </p:nvSpPr>
        <p:spPr>
          <a:xfrm>
            <a:off x="1000467" y="5751500"/>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Название параметра</a:t>
            </a:r>
          </a:p>
        </p:txBody>
      </p:sp>
      <p:sp>
        <p:nvSpPr>
          <p:cNvPr id="3090" name="Рисунок 39">
            <a:extLst>
              <a:ext uri="{FF2B5EF4-FFF2-40B4-BE49-F238E27FC236}">
                <a16:creationId xmlns:a16="http://schemas.microsoft.com/office/drawing/2014/main" id="{3D69A985-946D-20BE-33FB-697A2820A0EC}"/>
              </a:ext>
            </a:extLst>
          </p:cNvPr>
          <p:cNvSpPr/>
          <p:nvPr/>
        </p:nvSpPr>
        <p:spPr>
          <a:xfrm>
            <a:off x="802045" y="5761026"/>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3091" name="Объект 1">
            <a:extLst>
              <a:ext uri="{FF2B5EF4-FFF2-40B4-BE49-F238E27FC236}">
                <a16:creationId xmlns:a16="http://schemas.microsoft.com/office/drawing/2014/main" id="{EFCC8ACB-90A4-ED3A-074B-12A3E9AC898D}"/>
              </a:ext>
            </a:extLst>
          </p:cNvPr>
          <p:cNvSpPr txBox="1">
            <a:spLocks/>
          </p:cNvSpPr>
          <p:nvPr/>
        </p:nvSpPr>
        <p:spPr>
          <a:xfrm>
            <a:off x="1000467" y="5995721"/>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Название параметра</a:t>
            </a:r>
          </a:p>
        </p:txBody>
      </p:sp>
      <p:sp>
        <p:nvSpPr>
          <p:cNvPr id="3092" name="Рисунок 39">
            <a:extLst>
              <a:ext uri="{FF2B5EF4-FFF2-40B4-BE49-F238E27FC236}">
                <a16:creationId xmlns:a16="http://schemas.microsoft.com/office/drawing/2014/main" id="{D69293C5-188C-219D-12B7-6333E441F559}"/>
              </a:ext>
            </a:extLst>
          </p:cNvPr>
          <p:cNvSpPr/>
          <p:nvPr/>
        </p:nvSpPr>
        <p:spPr>
          <a:xfrm>
            <a:off x="802045" y="6005247"/>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3097" name="Объект 1">
            <a:extLst>
              <a:ext uri="{FF2B5EF4-FFF2-40B4-BE49-F238E27FC236}">
                <a16:creationId xmlns:a16="http://schemas.microsoft.com/office/drawing/2014/main" id="{7CCCEF53-C321-C26B-FEB8-4DC4E43CA42F}"/>
              </a:ext>
            </a:extLst>
          </p:cNvPr>
          <p:cNvSpPr txBox="1">
            <a:spLocks/>
          </p:cNvSpPr>
          <p:nvPr/>
        </p:nvSpPr>
        <p:spPr>
          <a:xfrm>
            <a:off x="2977550" y="5259057"/>
            <a:ext cx="383054" cy="1534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r"/>
            <a:r>
              <a:rPr lang="ru-RU" sz="1400"/>
              <a:t>30%</a:t>
            </a:r>
          </a:p>
        </p:txBody>
      </p:sp>
      <p:sp>
        <p:nvSpPr>
          <p:cNvPr id="3098" name="Объект 1">
            <a:extLst>
              <a:ext uri="{FF2B5EF4-FFF2-40B4-BE49-F238E27FC236}">
                <a16:creationId xmlns:a16="http://schemas.microsoft.com/office/drawing/2014/main" id="{562EB4EB-26F8-3F4A-F3E2-12DA0BF43523}"/>
              </a:ext>
            </a:extLst>
          </p:cNvPr>
          <p:cNvSpPr txBox="1">
            <a:spLocks/>
          </p:cNvSpPr>
          <p:nvPr/>
        </p:nvSpPr>
        <p:spPr>
          <a:xfrm>
            <a:off x="2977550" y="5503278"/>
            <a:ext cx="383054" cy="1534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r"/>
            <a:r>
              <a:rPr lang="ru-RU" sz="1400"/>
              <a:t>20%</a:t>
            </a:r>
          </a:p>
        </p:txBody>
      </p:sp>
      <p:sp>
        <p:nvSpPr>
          <p:cNvPr id="3099" name="Объект 1">
            <a:extLst>
              <a:ext uri="{FF2B5EF4-FFF2-40B4-BE49-F238E27FC236}">
                <a16:creationId xmlns:a16="http://schemas.microsoft.com/office/drawing/2014/main" id="{64D99627-1645-0FBF-6776-8EE6649ACDE9}"/>
              </a:ext>
            </a:extLst>
          </p:cNvPr>
          <p:cNvSpPr txBox="1">
            <a:spLocks/>
          </p:cNvSpPr>
          <p:nvPr/>
        </p:nvSpPr>
        <p:spPr>
          <a:xfrm>
            <a:off x="2977550" y="5743241"/>
            <a:ext cx="383054" cy="1534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r"/>
            <a:r>
              <a:rPr lang="ru-RU" sz="1400"/>
              <a:t>45%</a:t>
            </a:r>
          </a:p>
        </p:txBody>
      </p:sp>
      <p:sp>
        <p:nvSpPr>
          <p:cNvPr id="3100" name="Объект 1">
            <a:extLst>
              <a:ext uri="{FF2B5EF4-FFF2-40B4-BE49-F238E27FC236}">
                <a16:creationId xmlns:a16="http://schemas.microsoft.com/office/drawing/2014/main" id="{76D12ACC-6114-E73C-DE34-68078E6BACB9}"/>
              </a:ext>
            </a:extLst>
          </p:cNvPr>
          <p:cNvSpPr txBox="1">
            <a:spLocks/>
          </p:cNvSpPr>
          <p:nvPr/>
        </p:nvSpPr>
        <p:spPr>
          <a:xfrm>
            <a:off x="2977550" y="5992395"/>
            <a:ext cx="383054" cy="1534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r"/>
            <a:r>
              <a:rPr lang="ru-RU" sz="1400"/>
              <a:t>5%</a:t>
            </a:r>
          </a:p>
        </p:txBody>
      </p:sp>
      <p:sp>
        <p:nvSpPr>
          <p:cNvPr id="14" name="Прямоугольник: скругленные углы 10">
            <a:extLst>
              <a:ext uri="{FF2B5EF4-FFF2-40B4-BE49-F238E27FC236}">
                <a16:creationId xmlns:a16="http://schemas.microsoft.com/office/drawing/2014/main" id="{97407EF9-522F-01E3-E5DD-1420DA2BD086}"/>
              </a:ext>
            </a:extLst>
          </p:cNvPr>
          <p:cNvSpPr/>
          <p:nvPr/>
        </p:nvSpPr>
        <p:spPr>
          <a:xfrm>
            <a:off x="6905460" y="4426688"/>
            <a:ext cx="2298701" cy="1836000"/>
          </a:xfrm>
          <a:prstGeom prst="roundRect">
            <a:avLst>
              <a:gd name="adj" fmla="val 499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9" name="Объект 1">
            <a:extLst>
              <a:ext uri="{FF2B5EF4-FFF2-40B4-BE49-F238E27FC236}">
                <a16:creationId xmlns:a16="http://schemas.microsoft.com/office/drawing/2014/main" id="{5E5D971D-CC6D-8F75-18EA-DE97CB2A9295}"/>
              </a:ext>
            </a:extLst>
          </p:cNvPr>
          <p:cNvSpPr txBox="1">
            <a:spLocks/>
          </p:cNvSpPr>
          <p:nvPr/>
        </p:nvSpPr>
        <p:spPr>
          <a:xfrm>
            <a:off x="7041201" y="4548703"/>
            <a:ext cx="1945451"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диаграммы</a:t>
            </a:r>
          </a:p>
        </p:txBody>
      </p:sp>
      <p:graphicFrame>
        <p:nvGraphicFramePr>
          <p:cNvPr id="3102" name="Диаграмма 3101">
            <a:extLst>
              <a:ext uri="{FF2B5EF4-FFF2-40B4-BE49-F238E27FC236}">
                <a16:creationId xmlns:a16="http://schemas.microsoft.com/office/drawing/2014/main" id="{12A10AC4-62DF-717E-6C0C-5C1E07106840}"/>
              </a:ext>
            </a:extLst>
          </p:cNvPr>
          <p:cNvGraphicFramePr/>
          <p:nvPr>
            <p:extLst>
              <p:ext uri="{D42A27DB-BD31-4B8C-83A1-F6EECF244321}">
                <p14:modId xmlns:p14="http://schemas.microsoft.com/office/powerpoint/2010/main" val="513766045"/>
              </p:ext>
            </p:extLst>
          </p:nvPr>
        </p:nvGraphicFramePr>
        <p:xfrm>
          <a:off x="6871754" y="4759842"/>
          <a:ext cx="2397266" cy="14127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1" name="Диаграмма 20">
            <a:extLst>
              <a:ext uri="{FF2B5EF4-FFF2-40B4-BE49-F238E27FC236}">
                <a16:creationId xmlns:a16="http://schemas.microsoft.com/office/drawing/2014/main" id="{6C430591-BE12-344E-4268-C6894B03C64C}"/>
              </a:ext>
            </a:extLst>
          </p:cNvPr>
          <p:cNvGraphicFramePr/>
          <p:nvPr/>
        </p:nvGraphicFramePr>
        <p:xfrm>
          <a:off x="4155547" y="3658075"/>
          <a:ext cx="2917216" cy="682731"/>
        </p:xfrm>
        <a:graphic>
          <a:graphicData uri="http://schemas.openxmlformats.org/drawingml/2006/chart">
            <c:chart xmlns:c="http://schemas.openxmlformats.org/drawingml/2006/chart" xmlns:r="http://schemas.openxmlformats.org/officeDocument/2006/relationships" r:id="rId9"/>
          </a:graphicData>
        </a:graphic>
      </p:graphicFrame>
      <p:sp>
        <p:nvSpPr>
          <p:cNvPr id="26" name="Прямоугольник: скругленные углы 10">
            <a:extLst>
              <a:ext uri="{FF2B5EF4-FFF2-40B4-BE49-F238E27FC236}">
                <a16:creationId xmlns:a16="http://schemas.microsoft.com/office/drawing/2014/main" id="{8AFA1BCA-0E33-3269-DB26-8ADAF6E121A5}"/>
              </a:ext>
            </a:extLst>
          </p:cNvPr>
          <p:cNvSpPr/>
          <p:nvPr/>
        </p:nvSpPr>
        <p:spPr>
          <a:xfrm>
            <a:off x="4155547" y="2418925"/>
            <a:ext cx="2917217" cy="1836000"/>
          </a:xfrm>
          <a:prstGeom prst="roundRect">
            <a:avLst>
              <a:gd name="adj" fmla="val 499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 name="Объект 1">
            <a:extLst>
              <a:ext uri="{FF2B5EF4-FFF2-40B4-BE49-F238E27FC236}">
                <a16:creationId xmlns:a16="http://schemas.microsoft.com/office/drawing/2014/main" id="{F28B022A-9CFC-D648-43ED-472F0AE3256E}"/>
              </a:ext>
            </a:extLst>
          </p:cNvPr>
          <p:cNvSpPr txBox="1">
            <a:spLocks/>
          </p:cNvSpPr>
          <p:nvPr/>
        </p:nvSpPr>
        <p:spPr>
          <a:xfrm>
            <a:off x="4306748" y="2535132"/>
            <a:ext cx="2598712" cy="21113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заголовок в 1 строку</a:t>
            </a:r>
          </a:p>
        </p:txBody>
      </p:sp>
      <p:sp>
        <p:nvSpPr>
          <p:cNvPr id="22" name="Объект 1">
            <a:extLst>
              <a:ext uri="{FF2B5EF4-FFF2-40B4-BE49-F238E27FC236}">
                <a16:creationId xmlns:a16="http://schemas.microsoft.com/office/drawing/2014/main" id="{245517BA-E735-7A18-9C28-6263506B9351}"/>
              </a:ext>
            </a:extLst>
          </p:cNvPr>
          <p:cNvSpPr txBox="1">
            <a:spLocks/>
          </p:cNvSpPr>
          <p:nvPr/>
        </p:nvSpPr>
        <p:spPr>
          <a:xfrm>
            <a:off x="4306748" y="3687828"/>
            <a:ext cx="500030" cy="22071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40%</a:t>
            </a:r>
          </a:p>
        </p:txBody>
      </p:sp>
      <p:sp>
        <p:nvSpPr>
          <p:cNvPr id="23" name="Объект 1">
            <a:extLst>
              <a:ext uri="{FF2B5EF4-FFF2-40B4-BE49-F238E27FC236}">
                <a16:creationId xmlns:a16="http://schemas.microsoft.com/office/drawing/2014/main" id="{7370E6EC-957A-3C89-CC39-2887F1FDE4E4}"/>
              </a:ext>
            </a:extLst>
          </p:cNvPr>
          <p:cNvSpPr txBox="1">
            <a:spLocks/>
          </p:cNvSpPr>
          <p:nvPr/>
        </p:nvSpPr>
        <p:spPr>
          <a:xfrm>
            <a:off x="4306748" y="3486311"/>
            <a:ext cx="770830"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t>Параметр</a:t>
            </a:r>
          </a:p>
        </p:txBody>
      </p:sp>
      <p:sp>
        <p:nvSpPr>
          <p:cNvPr id="24" name="Объект 1">
            <a:extLst>
              <a:ext uri="{FF2B5EF4-FFF2-40B4-BE49-F238E27FC236}">
                <a16:creationId xmlns:a16="http://schemas.microsoft.com/office/drawing/2014/main" id="{A6C99D5D-5913-35D7-4D08-02E8CFB055E6}"/>
              </a:ext>
            </a:extLst>
          </p:cNvPr>
          <p:cNvSpPr txBox="1">
            <a:spLocks/>
          </p:cNvSpPr>
          <p:nvPr/>
        </p:nvSpPr>
        <p:spPr>
          <a:xfrm>
            <a:off x="6377515" y="3687828"/>
            <a:ext cx="500030" cy="22071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r"/>
            <a:r>
              <a:rPr lang="ru-RU" sz="1400" b="1"/>
              <a:t>60%</a:t>
            </a:r>
          </a:p>
        </p:txBody>
      </p:sp>
      <p:sp>
        <p:nvSpPr>
          <p:cNvPr id="25" name="Объект 1">
            <a:extLst>
              <a:ext uri="{FF2B5EF4-FFF2-40B4-BE49-F238E27FC236}">
                <a16:creationId xmlns:a16="http://schemas.microsoft.com/office/drawing/2014/main" id="{89AF37BC-56BE-3A12-1001-124B8274BDA2}"/>
              </a:ext>
            </a:extLst>
          </p:cNvPr>
          <p:cNvSpPr txBox="1">
            <a:spLocks/>
          </p:cNvSpPr>
          <p:nvPr/>
        </p:nvSpPr>
        <p:spPr>
          <a:xfrm>
            <a:off x="6106715" y="3486311"/>
            <a:ext cx="770830"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r"/>
            <a:r>
              <a:rPr lang="ru-RU" sz="1000"/>
              <a:t>Параметр</a:t>
            </a:r>
          </a:p>
        </p:txBody>
      </p:sp>
      <p:sp>
        <p:nvSpPr>
          <p:cNvPr id="27" name="Объект 1">
            <a:extLst>
              <a:ext uri="{FF2B5EF4-FFF2-40B4-BE49-F238E27FC236}">
                <a16:creationId xmlns:a16="http://schemas.microsoft.com/office/drawing/2014/main" id="{CC668646-7157-EC28-CBED-411008C4F2E3}"/>
              </a:ext>
            </a:extLst>
          </p:cNvPr>
          <p:cNvSpPr txBox="1">
            <a:spLocks/>
          </p:cNvSpPr>
          <p:nvPr/>
        </p:nvSpPr>
        <p:spPr>
          <a:xfrm>
            <a:off x="4311048" y="2996014"/>
            <a:ext cx="690162" cy="2887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4,58</a:t>
            </a:r>
          </a:p>
        </p:txBody>
      </p:sp>
      <p:sp>
        <p:nvSpPr>
          <p:cNvPr id="30" name="Объект 1">
            <a:extLst>
              <a:ext uri="{FF2B5EF4-FFF2-40B4-BE49-F238E27FC236}">
                <a16:creationId xmlns:a16="http://schemas.microsoft.com/office/drawing/2014/main" id="{7D78BDBC-B205-8078-18B1-D172E2F500C4}"/>
              </a:ext>
            </a:extLst>
          </p:cNvPr>
          <p:cNvSpPr txBox="1">
            <a:spLocks/>
          </p:cNvSpPr>
          <p:nvPr/>
        </p:nvSpPr>
        <p:spPr>
          <a:xfrm>
            <a:off x="5031275" y="3071801"/>
            <a:ext cx="367736" cy="1302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000" b="1">
                <a:solidFill>
                  <a:srgbClr val="F53C14"/>
                </a:solidFill>
              </a:rPr>
              <a:t>-53%</a:t>
            </a:r>
          </a:p>
        </p:txBody>
      </p:sp>
      <p:sp>
        <p:nvSpPr>
          <p:cNvPr id="32" name="Рисунок 11">
            <a:extLst>
              <a:ext uri="{FF2B5EF4-FFF2-40B4-BE49-F238E27FC236}">
                <a16:creationId xmlns:a16="http://schemas.microsoft.com/office/drawing/2014/main" id="{ED95F016-9D7D-4F29-B103-8B0FD3F991D6}"/>
              </a:ext>
            </a:extLst>
          </p:cNvPr>
          <p:cNvSpPr/>
          <p:nvPr/>
        </p:nvSpPr>
        <p:spPr>
          <a:xfrm rot="10800000">
            <a:off x="4900612" y="3078663"/>
            <a:ext cx="116538" cy="1165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sp>
        <p:nvSpPr>
          <p:cNvPr id="33" name="Объект 1">
            <a:extLst>
              <a:ext uri="{FF2B5EF4-FFF2-40B4-BE49-F238E27FC236}">
                <a16:creationId xmlns:a16="http://schemas.microsoft.com/office/drawing/2014/main" id="{79721A72-C70D-0C7A-2A9C-0F95B7067CA3}"/>
              </a:ext>
            </a:extLst>
          </p:cNvPr>
          <p:cNvSpPr txBox="1">
            <a:spLocks/>
          </p:cNvSpPr>
          <p:nvPr/>
        </p:nvSpPr>
        <p:spPr>
          <a:xfrm>
            <a:off x="4306748" y="2810489"/>
            <a:ext cx="770830"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t>Параметр</a:t>
            </a:r>
          </a:p>
        </p:txBody>
      </p:sp>
      <p:graphicFrame>
        <p:nvGraphicFramePr>
          <p:cNvPr id="39" name="Диаграмма 38">
            <a:extLst>
              <a:ext uri="{FF2B5EF4-FFF2-40B4-BE49-F238E27FC236}">
                <a16:creationId xmlns:a16="http://schemas.microsoft.com/office/drawing/2014/main" id="{7DED13D5-97E5-A563-D544-69EC71921A68}"/>
              </a:ext>
            </a:extLst>
          </p:cNvPr>
          <p:cNvGraphicFramePr/>
          <p:nvPr/>
        </p:nvGraphicFramePr>
        <p:xfrm>
          <a:off x="4254501" y="3848156"/>
          <a:ext cx="2650959" cy="393537"/>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51" name="Диаграмма 50">
            <a:extLst>
              <a:ext uri="{FF2B5EF4-FFF2-40B4-BE49-F238E27FC236}">
                <a16:creationId xmlns:a16="http://schemas.microsoft.com/office/drawing/2014/main" id="{2B61531E-A866-F75B-9B25-5E0578870B17}"/>
              </a:ext>
            </a:extLst>
          </p:cNvPr>
          <p:cNvGraphicFramePr/>
          <p:nvPr/>
        </p:nvGraphicFramePr>
        <p:xfrm>
          <a:off x="7336266" y="2908115"/>
          <a:ext cx="4138184" cy="1333578"/>
        </p:xfrm>
        <a:graphic>
          <a:graphicData uri="http://schemas.openxmlformats.org/drawingml/2006/chart">
            <c:chart xmlns:c="http://schemas.openxmlformats.org/drawingml/2006/chart" xmlns:r="http://schemas.openxmlformats.org/officeDocument/2006/relationships" r:id="rId11"/>
          </a:graphicData>
        </a:graphic>
      </p:graphicFrame>
      <p:sp>
        <p:nvSpPr>
          <p:cNvPr id="4" name="Нижний колонтитул 3">
            <a:extLst>
              <a:ext uri="{FF2B5EF4-FFF2-40B4-BE49-F238E27FC236}">
                <a16:creationId xmlns:a16="http://schemas.microsoft.com/office/drawing/2014/main" id="{EE0A4908-91F9-6927-D596-609E4A56D8EA}"/>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2239996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F8B2BC6-B613-7CA0-8BC2-5A77652841E1}"/>
              </a:ext>
            </a:extLst>
          </p:cNvPr>
          <p:cNvSpPr>
            <a:spLocks noGrp="1"/>
          </p:cNvSpPr>
          <p:nvPr>
            <p:ph type="sldNum" sz="quarter" idx="12"/>
          </p:nvPr>
        </p:nvSpPr>
        <p:spPr/>
        <p:txBody>
          <a:bodyPr/>
          <a:lstStyle/>
          <a:p>
            <a:fld id="{EB5249F5-0093-48B0-B996-C4E44A87EAFB}" type="slidenum">
              <a:rPr lang="ru-RU" smtClean="0"/>
              <a:pPr/>
              <a:t>35</a:t>
            </a:fld>
            <a:endParaRPr lang="ru-RU"/>
          </a:p>
        </p:txBody>
      </p:sp>
      <p:sp>
        <p:nvSpPr>
          <p:cNvPr id="4" name="Заголовок 3">
            <a:extLst>
              <a:ext uri="{FF2B5EF4-FFF2-40B4-BE49-F238E27FC236}">
                <a16:creationId xmlns:a16="http://schemas.microsoft.com/office/drawing/2014/main" id="{F87BFD24-BAD9-EDC8-D1F9-207DF32DADFA}"/>
              </a:ext>
            </a:extLst>
          </p:cNvPr>
          <p:cNvSpPr>
            <a:spLocks noGrp="1"/>
          </p:cNvSpPr>
          <p:nvPr>
            <p:ph type="title"/>
          </p:nvPr>
        </p:nvSpPr>
        <p:spPr/>
        <p:txBody>
          <a:bodyPr/>
          <a:lstStyle/>
          <a:p>
            <a:r>
              <a:rPr lang="ru-RU"/>
              <a:t>Сформулируй заголовок </a:t>
            </a:r>
            <a:br>
              <a:rPr lang="ru-RU"/>
            </a:br>
            <a:r>
              <a:rPr lang="ru-RU"/>
              <a:t>слайда в 1–2 строки</a:t>
            </a:r>
          </a:p>
        </p:txBody>
      </p:sp>
      <p:sp>
        <p:nvSpPr>
          <p:cNvPr id="8" name="Прямоугольник: скругленные углы 10">
            <a:extLst>
              <a:ext uri="{FF2B5EF4-FFF2-40B4-BE49-F238E27FC236}">
                <a16:creationId xmlns:a16="http://schemas.microsoft.com/office/drawing/2014/main" id="{F248F1B0-9E0D-824A-F7A5-4E1AB7D626BC}"/>
              </a:ext>
            </a:extLst>
          </p:cNvPr>
          <p:cNvSpPr/>
          <p:nvPr/>
        </p:nvSpPr>
        <p:spPr>
          <a:xfrm>
            <a:off x="8964964" y="1520827"/>
            <a:ext cx="2592000" cy="1089024"/>
          </a:xfrm>
          <a:prstGeom prst="roundRect">
            <a:avLst>
              <a:gd name="adj" fmla="val 12146"/>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 name="Объект 1">
            <a:extLst>
              <a:ext uri="{FF2B5EF4-FFF2-40B4-BE49-F238E27FC236}">
                <a16:creationId xmlns:a16="http://schemas.microsoft.com/office/drawing/2014/main" id="{4E5D6060-9C10-584C-732D-6653C381CCA8}"/>
              </a:ext>
            </a:extLst>
          </p:cNvPr>
          <p:cNvSpPr txBox="1">
            <a:spLocks/>
          </p:cNvSpPr>
          <p:nvPr/>
        </p:nvSpPr>
        <p:spPr>
          <a:xfrm>
            <a:off x="9117282" y="1653396"/>
            <a:ext cx="1939898" cy="3650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Название показателя</a:t>
            </a:r>
            <a:br>
              <a:rPr lang="ru-RU" sz="1400"/>
            </a:br>
            <a:r>
              <a:rPr lang="ru-RU" sz="1400"/>
              <a:t>в 1-2 строки</a:t>
            </a:r>
            <a:endParaRPr lang="ru-RU" sz="1600"/>
          </a:p>
        </p:txBody>
      </p:sp>
      <p:sp>
        <p:nvSpPr>
          <p:cNvPr id="10" name="Объект 1">
            <a:extLst>
              <a:ext uri="{FF2B5EF4-FFF2-40B4-BE49-F238E27FC236}">
                <a16:creationId xmlns:a16="http://schemas.microsoft.com/office/drawing/2014/main" id="{E39CCDF7-0D8B-98DA-5A3A-DFDFFDFAD67F}"/>
              </a:ext>
            </a:extLst>
          </p:cNvPr>
          <p:cNvSpPr txBox="1">
            <a:spLocks/>
          </p:cNvSpPr>
          <p:nvPr/>
        </p:nvSpPr>
        <p:spPr>
          <a:xfrm>
            <a:off x="9117282" y="2154621"/>
            <a:ext cx="696405"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67%</a:t>
            </a:r>
          </a:p>
        </p:txBody>
      </p:sp>
      <p:sp>
        <p:nvSpPr>
          <p:cNvPr id="13" name="Объект 1">
            <a:extLst>
              <a:ext uri="{FF2B5EF4-FFF2-40B4-BE49-F238E27FC236}">
                <a16:creationId xmlns:a16="http://schemas.microsoft.com/office/drawing/2014/main" id="{820AE98B-C0CE-2626-DC3C-D2A5CBC17BAA}"/>
              </a:ext>
            </a:extLst>
          </p:cNvPr>
          <p:cNvSpPr txBox="1">
            <a:spLocks/>
          </p:cNvSpPr>
          <p:nvPr/>
        </p:nvSpPr>
        <p:spPr>
          <a:xfrm>
            <a:off x="9992400" y="2258401"/>
            <a:ext cx="454201" cy="144000"/>
          </a:xfrm>
          <a:prstGeom prst="rect">
            <a:avLst/>
          </a:prstGeom>
        </p:spPr>
        <p:txBody>
          <a:bodyPr vert="horz" lIns="0" tIns="0" rIns="0" bIns="0" rtlCol="0">
            <a:noAutofit/>
          </a:bodyPr>
          <a:lstStyle>
            <a:defPPr>
              <a:defRPr lang="ru-RU"/>
            </a:defPPr>
            <a:lvl1pPr indent="0" algn="ctr">
              <a:lnSpc>
                <a:spcPct val="90000"/>
              </a:lnSpc>
              <a:spcBef>
                <a:spcPts val="0"/>
              </a:spcBef>
              <a:spcAft>
                <a:spcPts val="600"/>
              </a:spcAft>
              <a:buFont typeface="Arial" panose="020B0604020202020204" pitchFamily="34" charset="0"/>
              <a:buNone/>
              <a:defRPr sz="1200" b="1">
                <a:solidFill>
                  <a:schemeClr val="bg1"/>
                </a:solidFill>
              </a:defRPr>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r>
              <a:rPr lang="ru-RU">
                <a:solidFill>
                  <a:srgbClr val="10C44C"/>
                </a:solidFill>
              </a:rPr>
              <a:t>+12%</a:t>
            </a:r>
          </a:p>
        </p:txBody>
      </p:sp>
      <p:sp>
        <p:nvSpPr>
          <p:cNvPr id="14" name="Рисунок 11">
            <a:extLst>
              <a:ext uri="{FF2B5EF4-FFF2-40B4-BE49-F238E27FC236}">
                <a16:creationId xmlns:a16="http://schemas.microsoft.com/office/drawing/2014/main" id="{26E1EDB8-EA4C-C9B8-7D9F-DAD90B8EDB96}"/>
              </a:ext>
            </a:extLst>
          </p:cNvPr>
          <p:cNvSpPr/>
          <p:nvPr/>
        </p:nvSpPr>
        <p:spPr>
          <a:xfrm>
            <a:off x="9817327" y="2244676"/>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p:spPr>
        <p:txBody>
          <a:bodyPr rtlCol="0" anchor="ctr"/>
          <a:lstStyle/>
          <a:p>
            <a:endParaRPr lang="ru-RU"/>
          </a:p>
        </p:txBody>
      </p:sp>
      <p:sp>
        <p:nvSpPr>
          <p:cNvPr id="16" name="Прямоугольник: скругленные углы 10">
            <a:extLst>
              <a:ext uri="{FF2B5EF4-FFF2-40B4-BE49-F238E27FC236}">
                <a16:creationId xmlns:a16="http://schemas.microsoft.com/office/drawing/2014/main" id="{DA168FFF-51B8-5A88-9D05-0104F284F7D5}"/>
              </a:ext>
            </a:extLst>
          </p:cNvPr>
          <p:cNvSpPr/>
          <p:nvPr/>
        </p:nvSpPr>
        <p:spPr>
          <a:xfrm>
            <a:off x="6188597" y="1520827"/>
            <a:ext cx="2592000" cy="1089024"/>
          </a:xfrm>
          <a:prstGeom prst="roundRect">
            <a:avLst>
              <a:gd name="adj" fmla="val 107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7" name="Объект 1">
            <a:extLst>
              <a:ext uri="{FF2B5EF4-FFF2-40B4-BE49-F238E27FC236}">
                <a16:creationId xmlns:a16="http://schemas.microsoft.com/office/drawing/2014/main" id="{C7A05B89-9A29-FA6D-2DBC-68C960024072}"/>
              </a:ext>
            </a:extLst>
          </p:cNvPr>
          <p:cNvSpPr txBox="1">
            <a:spLocks/>
          </p:cNvSpPr>
          <p:nvPr/>
        </p:nvSpPr>
        <p:spPr>
          <a:xfrm>
            <a:off x="6340915" y="1653396"/>
            <a:ext cx="1939898" cy="3650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Название показателя</a:t>
            </a:r>
            <a:br>
              <a:rPr lang="ru-RU" sz="1400"/>
            </a:br>
            <a:r>
              <a:rPr lang="ru-RU" sz="1400"/>
              <a:t>в 1-2 строки</a:t>
            </a:r>
            <a:endParaRPr lang="ru-RU" sz="1600"/>
          </a:p>
        </p:txBody>
      </p:sp>
      <p:sp>
        <p:nvSpPr>
          <p:cNvPr id="18" name="Объект 1">
            <a:extLst>
              <a:ext uri="{FF2B5EF4-FFF2-40B4-BE49-F238E27FC236}">
                <a16:creationId xmlns:a16="http://schemas.microsoft.com/office/drawing/2014/main" id="{4FF1B2E5-F956-AB56-0D2B-F225BE49626B}"/>
              </a:ext>
            </a:extLst>
          </p:cNvPr>
          <p:cNvSpPr txBox="1">
            <a:spLocks/>
          </p:cNvSpPr>
          <p:nvPr/>
        </p:nvSpPr>
        <p:spPr>
          <a:xfrm>
            <a:off x="6340915" y="2154621"/>
            <a:ext cx="690752"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33,4</a:t>
            </a:r>
          </a:p>
        </p:txBody>
      </p:sp>
      <p:sp>
        <p:nvSpPr>
          <p:cNvPr id="21" name="Объект 1">
            <a:extLst>
              <a:ext uri="{FF2B5EF4-FFF2-40B4-BE49-F238E27FC236}">
                <a16:creationId xmlns:a16="http://schemas.microsoft.com/office/drawing/2014/main" id="{8F2D5A49-60EE-148B-DC39-2439B3B6BD15}"/>
              </a:ext>
            </a:extLst>
          </p:cNvPr>
          <p:cNvSpPr txBox="1">
            <a:spLocks/>
          </p:cNvSpPr>
          <p:nvPr/>
        </p:nvSpPr>
        <p:spPr>
          <a:xfrm>
            <a:off x="7216034" y="2258401"/>
            <a:ext cx="378764"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rgbClr val="10C44C"/>
                </a:solidFill>
              </a:rPr>
              <a:t>+4%</a:t>
            </a:r>
          </a:p>
        </p:txBody>
      </p:sp>
      <p:sp>
        <p:nvSpPr>
          <p:cNvPr id="22" name="Рисунок 11">
            <a:extLst>
              <a:ext uri="{FF2B5EF4-FFF2-40B4-BE49-F238E27FC236}">
                <a16:creationId xmlns:a16="http://schemas.microsoft.com/office/drawing/2014/main" id="{F612FD92-8D37-7BAC-6F6D-D34267E1D23E}"/>
              </a:ext>
            </a:extLst>
          </p:cNvPr>
          <p:cNvSpPr/>
          <p:nvPr/>
        </p:nvSpPr>
        <p:spPr>
          <a:xfrm>
            <a:off x="7040960" y="2244676"/>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sp>
        <p:nvSpPr>
          <p:cNvPr id="24" name="Прямоугольник: скругленные углы 10">
            <a:extLst>
              <a:ext uri="{FF2B5EF4-FFF2-40B4-BE49-F238E27FC236}">
                <a16:creationId xmlns:a16="http://schemas.microsoft.com/office/drawing/2014/main" id="{521975BE-99B2-86C9-9081-4148762D05E1}"/>
              </a:ext>
            </a:extLst>
          </p:cNvPr>
          <p:cNvSpPr/>
          <p:nvPr/>
        </p:nvSpPr>
        <p:spPr>
          <a:xfrm>
            <a:off x="3412231" y="1520827"/>
            <a:ext cx="2592000" cy="1089024"/>
          </a:xfrm>
          <a:prstGeom prst="roundRect">
            <a:avLst>
              <a:gd name="adj" fmla="val 1315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5" name="Объект 1">
            <a:extLst>
              <a:ext uri="{FF2B5EF4-FFF2-40B4-BE49-F238E27FC236}">
                <a16:creationId xmlns:a16="http://schemas.microsoft.com/office/drawing/2014/main" id="{87E4D0F5-AC9C-BFCC-1D63-69170ACEB3E3}"/>
              </a:ext>
            </a:extLst>
          </p:cNvPr>
          <p:cNvSpPr txBox="1">
            <a:spLocks/>
          </p:cNvSpPr>
          <p:nvPr/>
        </p:nvSpPr>
        <p:spPr>
          <a:xfrm>
            <a:off x="3564549" y="1653396"/>
            <a:ext cx="1939898" cy="3650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Название показателя</a:t>
            </a:r>
            <a:br>
              <a:rPr lang="ru-RU" sz="1400"/>
            </a:br>
            <a:r>
              <a:rPr lang="ru-RU" sz="1400"/>
              <a:t>в 1-2 строки</a:t>
            </a:r>
            <a:endParaRPr lang="ru-RU" sz="1600"/>
          </a:p>
        </p:txBody>
      </p:sp>
      <p:sp>
        <p:nvSpPr>
          <p:cNvPr id="26" name="Объект 1">
            <a:extLst>
              <a:ext uri="{FF2B5EF4-FFF2-40B4-BE49-F238E27FC236}">
                <a16:creationId xmlns:a16="http://schemas.microsoft.com/office/drawing/2014/main" id="{32F15A78-E99A-3F50-86C9-A43101634B59}"/>
              </a:ext>
            </a:extLst>
          </p:cNvPr>
          <p:cNvSpPr txBox="1">
            <a:spLocks/>
          </p:cNvSpPr>
          <p:nvPr/>
        </p:nvSpPr>
        <p:spPr>
          <a:xfrm>
            <a:off x="3564549" y="2154621"/>
            <a:ext cx="712176"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35%</a:t>
            </a:r>
          </a:p>
        </p:txBody>
      </p:sp>
      <p:sp>
        <p:nvSpPr>
          <p:cNvPr id="31" name="Объект 1">
            <a:extLst>
              <a:ext uri="{FF2B5EF4-FFF2-40B4-BE49-F238E27FC236}">
                <a16:creationId xmlns:a16="http://schemas.microsoft.com/office/drawing/2014/main" id="{8CD6EB7C-78E1-C909-0D11-CD2861BFF427}"/>
              </a:ext>
            </a:extLst>
          </p:cNvPr>
          <p:cNvSpPr txBox="1">
            <a:spLocks/>
          </p:cNvSpPr>
          <p:nvPr/>
        </p:nvSpPr>
        <p:spPr>
          <a:xfrm>
            <a:off x="4439667" y="2258401"/>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rgbClr val="F53C14"/>
                </a:solidFill>
              </a:rPr>
              <a:t>-37%</a:t>
            </a:r>
          </a:p>
        </p:txBody>
      </p:sp>
      <p:sp>
        <p:nvSpPr>
          <p:cNvPr id="29" name="Рисунок 11">
            <a:extLst>
              <a:ext uri="{FF2B5EF4-FFF2-40B4-BE49-F238E27FC236}">
                <a16:creationId xmlns:a16="http://schemas.microsoft.com/office/drawing/2014/main" id="{E1E8560B-B571-D05A-481F-9B8D4CED08E5}"/>
              </a:ext>
            </a:extLst>
          </p:cNvPr>
          <p:cNvSpPr/>
          <p:nvPr/>
        </p:nvSpPr>
        <p:spPr>
          <a:xfrm rot="10800000">
            <a:off x="4276725" y="2244676"/>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sp>
        <p:nvSpPr>
          <p:cNvPr id="33" name="Прямоугольник: скругленные углы 10">
            <a:extLst>
              <a:ext uri="{FF2B5EF4-FFF2-40B4-BE49-F238E27FC236}">
                <a16:creationId xmlns:a16="http://schemas.microsoft.com/office/drawing/2014/main" id="{C6113D14-DD72-8198-E6A4-7FAA2D3FD10B}"/>
              </a:ext>
            </a:extLst>
          </p:cNvPr>
          <p:cNvSpPr/>
          <p:nvPr/>
        </p:nvSpPr>
        <p:spPr>
          <a:xfrm>
            <a:off x="635865" y="1520827"/>
            <a:ext cx="2592000" cy="1089024"/>
          </a:xfrm>
          <a:prstGeom prst="roundRect">
            <a:avLst>
              <a:gd name="adj" fmla="val 1268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34" name="Объект 1">
            <a:extLst>
              <a:ext uri="{FF2B5EF4-FFF2-40B4-BE49-F238E27FC236}">
                <a16:creationId xmlns:a16="http://schemas.microsoft.com/office/drawing/2014/main" id="{7F91DFFA-D171-C8BD-586D-E041CAE4064B}"/>
              </a:ext>
            </a:extLst>
          </p:cNvPr>
          <p:cNvSpPr txBox="1">
            <a:spLocks/>
          </p:cNvSpPr>
          <p:nvPr/>
        </p:nvSpPr>
        <p:spPr>
          <a:xfrm>
            <a:off x="788183" y="1653396"/>
            <a:ext cx="1939898" cy="39894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Название показателя</a:t>
            </a:r>
            <a:br>
              <a:rPr lang="ru-RU" sz="1400"/>
            </a:br>
            <a:r>
              <a:rPr lang="ru-RU" sz="1400"/>
              <a:t>в 1-2 строки</a:t>
            </a:r>
          </a:p>
        </p:txBody>
      </p:sp>
      <p:sp>
        <p:nvSpPr>
          <p:cNvPr id="35" name="Объект 1">
            <a:extLst>
              <a:ext uri="{FF2B5EF4-FFF2-40B4-BE49-F238E27FC236}">
                <a16:creationId xmlns:a16="http://schemas.microsoft.com/office/drawing/2014/main" id="{B727D23F-8891-52E5-D7FE-EFF698A957A1}"/>
              </a:ext>
            </a:extLst>
          </p:cNvPr>
          <p:cNvSpPr txBox="1">
            <a:spLocks/>
          </p:cNvSpPr>
          <p:nvPr/>
        </p:nvSpPr>
        <p:spPr>
          <a:xfrm>
            <a:off x="788183" y="2154621"/>
            <a:ext cx="700044"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4,58</a:t>
            </a:r>
          </a:p>
        </p:txBody>
      </p:sp>
      <p:sp>
        <p:nvSpPr>
          <p:cNvPr id="38" name="Объект 1">
            <a:extLst>
              <a:ext uri="{FF2B5EF4-FFF2-40B4-BE49-F238E27FC236}">
                <a16:creationId xmlns:a16="http://schemas.microsoft.com/office/drawing/2014/main" id="{1AB9C002-287F-9BA1-9A49-BF28FB9AEB26}"/>
              </a:ext>
            </a:extLst>
          </p:cNvPr>
          <p:cNvSpPr txBox="1">
            <a:spLocks/>
          </p:cNvSpPr>
          <p:nvPr/>
        </p:nvSpPr>
        <p:spPr>
          <a:xfrm>
            <a:off x="1663301" y="2258401"/>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rgbClr val="F53C14"/>
                </a:solidFill>
              </a:rPr>
              <a:t>-23%</a:t>
            </a:r>
          </a:p>
        </p:txBody>
      </p:sp>
      <p:sp>
        <p:nvSpPr>
          <p:cNvPr id="39" name="Рисунок 11">
            <a:extLst>
              <a:ext uri="{FF2B5EF4-FFF2-40B4-BE49-F238E27FC236}">
                <a16:creationId xmlns:a16="http://schemas.microsoft.com/office/drawing/2014/main" id="{19E4C85C-A34B-70F9-97D1-EBB3F8C4C3AF}"/>
              </a:ext>
            </a:extLst>
          </p:cNvPr>
          <p:cNvSpPr/>
          <p:nvPr/>
        </p:nvSpPr>
        <p:spPr>
          <a:xfrm rot="10800000">
            <a:off x="1488228" y="2244676"/>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graphicFrame>
        <p:nvGraphicFramePr>
          <p:cNvPr id="69" name="Таблица 68">
            <a:extLst>
              <a:ext uri="{FF2B5EF4-FFF2-40B4-BE49-F238E27FC236}">
                <a16:creationId xmlns:a16="http://schemas.microsoft.com/office/drawing/2014/main" id="{6E2ACD90-982E-D9B6-D91B-87485719B790}"/>
              </a:ext>
            </a:extLst>
          </p:cNvPr>
          <p:cNvGraphicFramePr>
            <a:graphicFrameLocks noGrp="1"/>
          </p:cNvGraphicFramePr>
          <p:nvPr/>
        </p:nvGraphicFramePr>
        <p:xfrm>
          <a:off x="639763" y="4727283"/>
          <a:ext cx="10924087" cy="1530000"/>
        </p:xfrm>
        <a:graphic>
          <a:graphicData uri="http://schemas.openxmlformats.org/drawingml/2006/table">
            <a:tbl>
              <a:tblPr firstRow="1" bandRow="1">
                <a:tableStyleId>{914A2982-056F-4F8E-A7C0-7B2B0B0CB698}</a:tableStyleId>
              </a:tblPr>
              <a:tblGrid>
                <a:gridCol w="520658">
                  <a:extLst>
                    <a:ext uri="{9D8B030D-6E8A-4147-A177-3AD203B41FA5}">
                      <a16:colId xmlns:a16="http://schemas.microsoft.com/office/drawing/2014/main" val="4240798419"/>
                    </a:ext>
                  </a:extLst>
                </a:gridCol>
                <a:gridCol w="2611479">
                  <a:extLst>
                    <a:ext uri="{9D8B030D-6E8A-4147-A177-3AD203B41FA5}">
                      <a16:colId xmlns:a16="http://schemas.microsoft.com/office/drawing/2014/main" val="1542520256"/>
                    </a:ext>
                  </a:extLst>
                </a:gridCol>
                <a:gridCol w="2501900">
                  <a:extLst>
                    <a:ext uri="{9D8B030D-6E8A-4147-A177-3AD203B41FA5}">
                      <a16:colId xmlns:a16="http://schemas.microsoft.com/office/drawing/2014/main" val="594922317"/>
                    </a:ext>
                  </a:extLst>
                </a:gridCol>
                <a:gridCol w="2579914">
                  <a:extLst>
                    <a:ext uri="{9D8B030D-6E8A-4147-A177-3AD203B41FA5}">
                      <a16:colId xmlns:a16="http://schemas.microsoft.com/office/drawing/2014/main" val="2599265511"/>
                    </a:ext>
                  </a:extLst>
                </a:gridCol>
                <a:gridCol w="899886">
                  <a:extLst>
                    <a:ext uri="{9D8B030D-6E8A-4147-A177-3AD203B41FA5}">
                      <a16:colId xmlns:a16="http://schemas.microsoft.com/office/drawing/2014/main" val="1688358805"/>
                    </a:ext>
                  </a:extLst>
                </a:gridCol>
                <a:gridCol w="899886">
                  <a:extLst>
                    <a:ext uri="{9D8B030D-6E8A-4147-A177-3AD203B41FA5}">
                      <a16:colId xmlns:a16="http://schemas.microsoft.com/office/drawing/2014/main" val="1722416672"/>
                    </a:ext>
                  </a:extLst>
                </a:gridCol>
                <a:gridCol w="910364">
                  <a:extLst>
                    <a:ext uri="{9D8B030D-6E8A-4147-A177-3AD203B41FA5}">
                      <a16:colId xmlns:a16="http://schemas.microsoft.com/office/drawing/2014/main" val="1005020494"/>
                    </a:ext>
                  </a:extLst>
                </a:gridCol>
              </a:tblGrid>
              <a:tr h="306000">
                <a:tc>
                  <a:txBody>
                    <a:bodyPr/>
                    <a:lstStyle/>
                    <a:p>
                      <a:pPr marL="0" marR="0" lvl="0" indent="0" algn="l" defTabSz="1300277" rtl="0" eaLnBrk="1" latinLnBrk="0" hangingPunct="1">
                        <a:lnSpc>
                          <a:spcPct val="100000"/>
                        </a:lnSpc>
                        <a:spcBef>
                          <a:spcPts val="0"/>
                        </a:spcBef>
                        <a:spcAft>
                          <a:spcPts val="0"/>
                        </a:spcAft>
                        <a:buClrTx/>
                        <a:buSzTx/>
                        <a:buFontTx/>
                        <a:buNone/>
                      </a:pPr>
                      <a:r>
                        <a:rPr lang="ru-RU" sz="1200" b="1"/>
                        <a:t>№</a:t>
                      </a:r>
                    </a:p>
                  </a:txBody>
                  <a:tcPr marL="90000" marR="90000" marT="46800" marB="46800" anchor="ctr">
                    <a:lnR w="12700" cap="flat" cmpd="sng" algn="ctr">
                      <a:noFill/>
                      <a:prstDash val="solid"/>
                      <a:round/>
                      <a:headEnd type="none" w="med" len="med"/>
                      <a:tailEnd type="none" w="med" len="med"/>
                    </a:lnR>
                  </a:tcPr>
                </a:tc>
                <a:tc>
                  <a:txBody>
                    <a:bodyPr/>
                    <a:lstStyle/>
                    <a:p>
                      <a:pPr marL="0" marR="0" lvl="0" indent="0" algn="l" defTabSz="1300277" rtl="0" eaLnBrk="1" latinLnBrk="0" hangingPunct="1">
                        <a:lnSpc>
                          <a:spcPct val="100000"/>
                        </a:lnSpc>
                        <a:spcBef>
                          <a:spcPts val="0"/>
                        </a:spcBef>
                        <a:spcAft>
                          <a:spcPts val="0"/>
                        </a:spcAft>
                        <a:buClrTx/>
                        <a:buSzTx/>
                        <a:buFontTx/>
                        <a:buNone/>
                      </a:pPr>
                      <a:r>
                        <a:rPr lang="ru-RU" sz="1200" b="1"/>
                        <a:t>Подразделение</a:t>
                      </a:r>
                    </a:p>
                  </a:txBody>
                  <a:tcPr marL="90000" marR="90000" marT="46800" marB="46800" anchor="ctr">
                    <a:lnL w="0" cmpd="sng">
                      <a:noFill/>
                    </a:lnL>
                    <a:lnR w="12700" cap="flat" cmpd="sng" algn="ctr">
                      <a:noFill/>
                      <a:prstDash val="solid"/>
                      <a:round/>
                      <a:headEnd type="none" w="med" len="med"/>
                      <a:tailEnd type="none" w="med" len="med"/>
                    </a:lnR>
                  </a:tcPr>
                </a:tc>
                <a:tc>
                  <a:txBody>
                    <a:bodyPr/>
                    <a:lstStyle/>
                    <a:p>
                      <a:pPr marL="0" marR="0" lvl="0" indent="0" algn="l" defTabSz="1300277" rtl="0" eaLnBrk="1" latinLnBrk="0" hangingPunct="1">
                        <a:lnSpc>
                          <a:spcPct val="100000"/>
                        </a:lnSpc>
                        <a:spcBef>
                          <a:spcPts val="0"/>
                        </a:spcBef>
                        <a:spcAft>
                          <a:spcPts val="0"/>
                        </a:spcAft>
                        <a:buClrTx/>
                        <a:buSzTx/>
                        <a:buFontTx/>
                        <a:buNone/>
                      </a:pPr>
                      <a:r>
                        <a:rPr lang="ru-RU" sz="1200" b="1"/>
                        <a:t>Ответственный сотрудник</a:t>
                      </a:r>
                    </a:p>
                  </a:txBody>
                  <a:tcPr marL="90000" marR="90000" marT="46800" marB="46800" anchor="ctr">
                    <a:lnL w="0" cmpd="sng">
                      <a:noFill/>
                    </a:lnL>
                    <a:lnR w="12700" cap="flat" cmpd="sng" algn="ctr">
                      <a:noFill/>
                      <a:prstDash val="solid"/>
                      <a:round/>
                      <a:headEnd type="none" w="med" len="med"/>
                      <a:tailEnd type="none" w="med" len="med"/>
                    </a:lnR>
                  </a:tcPr>
                </a:tc>
                <a:tc>
                  <a:txBody>
                    <a:bodyPr/>
                    <a:lstStyle/>
                    <a:p>
                      <a:pPr marL="0" marR="0" lvl="0" indent="0" algn="l" defTabSz="1300277" rtl="0" eaLnBrk="1" latinLnBrk="0" hangingPunct="1">
                        <a:lnSpc>
                          <a:spcPct val="100000"/>
                        </a:lnSpc>
                        <a:spcBef>
                          <a:spcPts val="0"/>
                        </a:spcBef>
                        <a:spcAft>
                          <a:spcPts val="0"/>
                        </a:spcAft>
                        <a:buClrTx/>
                        <a:buSzTx/>
                        <a:buFontTx/>
                        <a:buNone/>
                      </a:pPr>
                      <a:r>
                        <a:rPr lang="ru-RU" sz="1200" b="1"/>
                        <a:t>Название показателя</a:t>
                      </a:r>
                    </a:p>
                  </a:txBody>
                  <a:tcPr marL="90000" marR="90000" marT="46800" marB="46800" anchor="ctr">
                    <a:lnL w="0" cmpd="sng">
                      <a:noFill/>
                    </a:lnL>
                    <a:lnR w="12700" cap="flat" cmpd="sng" algn="ctr">
                      <a:noFill/>
                      <a:prstDash val="solid"/>
                      <a:round/>
                      <a:headEnd type="none" w="med" len="med"/>
                      <a:tailEnd type="none" w="med" len="med"/>
                    </a:lnR>
                  </a:tcPr>
                </a:tc>
                <a:tc>
                  <a:txBody>
                    <a:bodyPr/>
                    <a:lstStyle/>
                    <a:p>
                      <a:pPr marL="0" marR="0" lvl="0" indent="0" algn="r" defTabSz="1300277" rtl="0" eaLnBrk="1" latinLnBrk="0" hangingPunct="1">
                        <a:lnSpc>
                          <a:spcPct val="100000"/>
                        </a:lnSpc>
                        <a:spcBef>
                          <a:spcPts val="0"/>
                        </a:spcBef>
                        <a:spcAft>
                          <a:spcPts val="0"/>
                        </a:spcAft>
                        <a:buClrTx/>
                        <a:buSzTx/>
                        <a:buFontTx/>
                        <a:buNone/>
                      </a:pPr>
                      <a:r>
                        <a:rPr lang="ru-RU" sz="1200" b="1"/>
                        <a:t>2021</a:t>
                      </a:r>
                    </a:p>
                  </a:txBody>
                  <a:tcPr marL="90000" marR="90000" marT="46800" marB="46800" anchor="ctr">
                    <a:lnL w="0" cmpd="sng">
                      <a:noFill/>
                    </a:lnL>
                    <a:lnR w="12700" cap="flat" cmpd="sng" algn="ctr">
                      <a:noFill/>
                      <a:prstDash val="solid"/>
                      <a:round/>
                      <a:headEnd type="none" w="med" len="med"/>
                      <a:tailEnd type="none" w="med" len="med"/>
                    </a:lnR>
                  </a:tcPr>
                </a:tc>
                <a:tc>
                  <a:txBody>
                    <a:bodyPr/>
                    <a:lstStyle/>
                    <a:p>
                      <a:pPr marL="0" marR="0" lvl="0" indent="0" algn="r" defTabSz="1300277" rtl="0" eaLnBrk="1" latinLnBrk="0" hangingPunct="1">
                        <a:lnSpc>
                          <a:spcPct val="100000"/>
                        </a:lnSpc>
                        <a:spcBef>
                          <a:spcPts val="0"/>
                        </a:spcBef>
                        <a:spcAft>
                          <a:spcPts val="0"/>
                        </a:spcAft>
                        <a:buClrTx/>
                        <a:buSzTx/>
                        <a:buFontTx/>
                        <a:buNone/>
                      </a:pPr>
                      <a:r>
                        <a:rPr lang="ru-RU" sz="1200" b="1"/>
                        <a:t>2022</a:t>
                      </a:r>
                    </a:p>
                  </a:txBody>
                  <a:tcPr marL="90000" marR="90000" marT="46800" marB="46800" anchor="ctr">
                    <a:lnL w="0" cmpd="sng">
                      <a:noFill/>
                    </a:lnL>
                    <a:lnR w="12700" cap="flat" cmpd="sng" algn="ctr">
                      <a:noFill/>
                      <a:prstDash val="solid"/>
                      <a:round/>
                      <a:headEnd type="none" w="med" len="med"/>
                      <a:tailEnd type="none" w="med" len="med"/>
                    </a:lnR>
                  </a:tcPr>
                </a:tc>
                <a:tc>
                  <a:txBody>
                    <a:bodyPr/>
                    <a:lstStyle/>
                    <a:p>
                      <a:pPr marL="0" marR="0" lvl="0" indent="0" algn="l" defTabSz="1300277" rtl="0" eaLnBrk="1" latinLnBrk="0" hangingPunct="1">
                        <a:lnSpc>
                          <a:spcPct val="100000"/>
                        </a:lnSpc>
                        <a:spcBef>
                          <a:spcPts val="0"/>
                        </a:spcBef>
                        <a:spcAft>
                          <a:spcPts val="0"/>
                        </a:spcAft>
                        <a:buClrTx/>
                        <a:buSzTx/>
                        <a:buFontTx/>
                        <a:buNone/>
                      </a:pPr>
                      <a:endParaRPr lang="ru-RU" sz="1000" b="1"/>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911144332"/>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Arial"/>
                          <a:ea typeface="+mn-ea"/>
                          <a:cs typeface="+mn-cs"/>
                        </a:rPr>
                        <a:t>1</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Arial"/>
                          <a:ea typeface="+mn-ea"/>
                          <a:cs typeface="+mn-cs"/>
                        </a:rPr>
                        <a:t>Название подразделения №1</a:t>
                      </a:r>
                    </a:p>
                  </a:txBody>
                  <a:tcPr marL="90000" marR="90000" marT="46800" marB="46800">
                    <a:lnL w="0" cmpd="sng">
                      <a:noFill/>
                    </a:lnL>
                    <a:lnR w="12700" cap="flat" cmpd="sng" algn="ctr">
                      <a:noFill/>
                      <a:prstDash val="solid"/>
                      <a:round/>
                      <a:headEnd type="none" w="med" len="med"/>
                      <a:tailEnd type="none" w="med" len="med"/>
                    </a:lnR>
                  </a:tcPr>
                </a:tc>
                <a:tc>
                  <a:txBody>
                    <a:bodyPr/>
                    <a:lstStyle/>
                    <a:p>
                      <a:pPr algn="l"/>
                      <a:r>
                        <a:rPr lang="ru-RU" sz="1200"/>
                        <a:t>Иванов Иван Иванович</a:t>
                      </a:r>
                    </a:p>
                  </a:txBody>
                  <a:tcPr marL="90000" marR="90000" marT="46800" marB="46800">
                    <a:lnL w="0" cmpd="sng">
                      <a:noFill/>
                    </a:lnL>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Arial"/>
                          <a:ea typeface="+mn-ea"/>
                          <a:cs typeface="+mn-cs"/>
                        </a:rPr>
                        <a:t>Название показателя №1</a:t>
                      </a:r>
                    </a:p>
                  </a:txBody>
                  <a:tcPr marL="90000" marR="90000" marT="46800" marB="46800">
                    <a:lnL w="0" cmpd="sng">
                      <a:noFill/>
                    </a:lnL>
                    <a:lnR w="12700" cap="flat" cmpd="sng" algn="ctr">
                      <a:noFill/>
                      <a:prstDash val="solid"/>
                      <a:round/>
                      <a:headEnd type="none" w="med" len="med"/>
                      <a:tailEnd type="none" w="med" len="med"/>
                    </a:lnR>
                  </a:tcPr>
                </a:tc>
                <a:tc>
                  <a:txBody>
                    <a:bodyPr/>
                    <a:lstStyle/>
                    <a:p>
                      <a:pPr algn="r"/>
                      <a:r>
                        <a:rPr lang="ru-RU" sz="1200"/>
                        <a:t>43%</a:t>
                      </a:r>
                    </a:p>
                  </a:txBody>
                  <a:tcPr marL="90000" marR="90000" marT="46800" marB="46800">
                    <a:lnL w="0" cmpd="sng">
                      <a:noFill/>
                    </a:lnL>
                    <a:lnR w="12700" cap="flat" cmpd="sng" algn="ctr">
                      <a:noFill/>
                      <a:prstDash val="solid"/>
                      <a:round/>
                      <a:headEnd type="none" w="med" len="med"/>
                      <a:tailEnd type="none" w="med" len="med"/>
                    </a:lnR>
                  </a:tcPr>
                </a:tc>
                <a:tc>
                  <a:txBody>
                    <a:bodyPr/>
                    <a:lstStyle/>
                    <a:p>
                      <a:pPr algn="r"/>
                      <a:r>
                        <a:rPr lang="ru-RU" sz="1200"/>
                        <a:t>48%</a:t>
                      </a:r>
                    </a:p>
                  </a:txBody>
                  <a:tcPr marL="90000" marR="90000" marT="46800" marB="46800">
                    <a:lnL w="0" cmpd="sng">
                      <a:noFill/>
                    </a:lnL>
                    <a:lnR w="12700" cap="flat" cmpd="sng" algn="ctr">
                      <a:noFill/>
                      <a:prstDash val="solid"/>
                      <a:round/>
                      <a:headEnd type="none" w="med" len="med"/>
                      <a:tailEnd type="none" w="med" len="med"/>
                    </a:lnR>
                  </a:tcPr>
                </a:tc>
                <a:tc>
                  <a:txBody>
                    <a:bodyPr/>
                    <a:lstStyle/>
                    <a:p>
                      <a:endParaRPr lang="ru-RU" sz="10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944209755"/>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Arial"/>
                          <a:ea typeface="+mn-ea"/>
                          <a:cs typeface="+mn-cs"/>
                        </a:rPr>
                        <a:t>2</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mn-lt"/>
                          <a:ea typeface="+mn-ea"/>
                          <a:cs typeface="+mn-cs"/>
                        </a:rPr>
                        <a:t>Название подразделения №2</a:t>
                      </a:r>
                    </a:p>
                  </a:txBody>
                  <a:tcPr marL="90000" marR="90000" marT="46800" marB="46800">
                    <a:lnL w="0" cmpd="sng">
                      <a:noFill/>
                    </a:lnL>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a:t>Иванов Иван Иванович</a:t>
                      </a:r>
                    </a:p>
                  </a:txBody>
                  <a:tcPr marL="90000" marR="90000" marT="46800" marB="46800">
                    <a:lnL w="0" cmpd="sng">
                      <a:noFill/>
                    </a:lnL>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mn-lt"/>
                          <a:ea typeface="+mn-ea"/>
                          <a:cs typeface="+mn-cs"/>
                        </a:rPr>
                        <a:t>Название показателя №2</a:t>
                      </a:r>
                    </a:p>
                  </a:txBody>
                  <a:tcPr marL="90000" marR="90000" marT="46800" marB="46800">
                    <a:lnL w="0" cmpd="sng">
                      <a:noFill/>
                    </a:lnL>
                    <a:lnR w="12700" cap="flat" cmpd="sng" algn="ctr">
                      <a:noFill/>
                      <a:prstDash val="solid"/>
                      <a:round/>
                      <a:headEnd type="none" w="med" len="med"/>
                      <a:tailEnd type="none" w="med" len="med"/>
                    </a:lnR>
                  </a:tcPr>
                </a:tc>
                <a:tc>
                  <a:txBody>
                    <a:bodyPr/>
                    <a:lstStyle/>
                    <a:p>
                      <a:pPr algn="r"/>
                      <a:r>
                        <a:rPr lang="ru-RU" sz="1200"/>
                        <a:t>14%</a:t>
                      </a:r>
                    </a:p>
                  </a:txBody>
                  <a:tcPr marL="90000" marR="90000" marT="46800" marB="46800">
                    <a:lnL w="0" cmpd="sng">
                      <a:noFill/>
                    </a:lnL>
                    <a:lnR w="12700" cap="flat" cmpd="sng" algn="ctr">
                      <a:noFill/>
                      <a:prstDash val="solid"/>
                      <a:round/>
                      <a:headEnd type="none" w="med" len="med"/>
                      <a:tailEnd type="none" w="med" len="med"/>
                    </a:lnR>
                  </a:tcPr>
                </a:tc>
                <a:tc>
                  <a:txBody>
                    <a:bodyPr/>
                    <a:lstStyle/>
                    <a:p>
                      <a:pPr algn="r"/>
                      <a:r>
                        <a:rPr lang="ru-RU" sz="1200"/>
                        <a:t>16%</a:t>
                      </a:r>
                    </a:p>
                  </a:txBody>
                  <a:tcPr marL="90000" marR="90000" marT="46800" marB="46800">
                    <a:lnL w="0" cmpd="sng">
                      <a:noFill/>
                    </a:lnL>
                    <a:lnR w="12700" cap="flat" cmpd="sng" algn="ctr">
                      <a:noFill/>
                      <a:prstDash val="solid"/>
                      <a:round/>
                      <a:headEnd type="none" w="med" len="med"/>
                      <a:tailEnd type="none" w="med" len="med"/>
                    </a:lnR>
                  </a:tcPr>
                </a:tc>
                <a:tc>
                  <a:txBody>
                    <a:bodyPr/>
                    <a:lstStyle/>
                    <a:p>
                      <a:endParaRPr lang="ru-RU" sz="10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980090632"/>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Arial"/>
                          <a:ea typeface="+mn-ea"/>
                          <a:cs typeface="+mn-cs"/>
                        </a:rPr>
                        <a:t>3</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mn-lt"/>
                          <a:ea typeface="+mn-ea"/>
                          <a:cs typeface="+mn-cs"/>
                        </a:rPr>
                        <a:t>Название подразделения №3</a:t>
                      </a:r>
                    </a:p>
                  </a:txBody>
                  <a:tcPr marL="90000" marR="90000" marT="46800" marB="46800">
                    <a:lnL w="0" cmpd="sng">
                      <a:noFill/>
                    </a:lnL>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a:t>Иванов Иван Иванович</a:t>
                      </a:r>
                    </a:p>
                  </a:txBody>
                  <a:tcPr marL="90000" marR="90000" marT="46800" marB="46800">
                    <a:lnL w="0" cmpd="sng">
                      <a:noFill/>
                    </a:lnL>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mn-lt"/>
                          <a:ea typeface="+mn-ea"/>
                          <a:cs typeface="+mn-cs"/>
                        </a:rPr>
                        <a:t>Название показателя №3</a:t>
                      </a:r>
                      <a:endParaRPr kumimoji="0" lang="ru-RU" sz="12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lnL w="0" cmpd="sng">
                      <a:noFill/>
                    </a:lnL>
                    <a:lnR w="12700" cap="flat" cmpd="sng" algn="ctr">
                      <a:noFill/>
                      <a:prstDash val="solid"/>
                      <a:round/>
                      <a:headEnd type="none" w="med" len="med"/>
                      <a:tailEnd type="none" w="med" len="med"/>
                    </a:lnR>
                  </a:tcPr>
                </a:tc>
                <a:tc>
                  <a:txBody>
                    <a:bodyPr/>
                    <a:lstStyle/>
                    <a:p>
                      <a:pPr algn="r"/>
                      <a:r>
                        <a:rPr lang="ru-RU" sz="1200"/>
                        <a:t>9%</a:t>
                      </a:r>
                    </a:p>
                  </a:txBody>
                  <a:tcPr marL="90000" marR="90000" marT="46800" marB="46800">
                    <a:lnL w="0" cmpd="sng">
                      <a:noFill/>
                    </a:lnL>
                    <a:lnR w="12700" cap="flat" cmpd="sng" algn="ctr">
                      <a:noFill/>
                      <a:prstDash val="solid"/>
                      <a:round/>
                      <a:headEnd type="none" w="med" len="med"/>
                      <a:tailEnd type="none" w="med" len="med"/>
                    </a:lnR>
                  </a:tcPr>
                </a:tc>
                <a:tc>
                  <a:txBody>
                    <a:bodyPr/>
                    <a:lstStyle/>
                    <a:p>
                      <a:pPr algn="r"/>
                      <a:r>
                        <a:rPr lang="ru-RU" sz="1200"/>
                        <a:t>11%</a:t>
                      </a:r>
                    </a:p>
                  </a:txBody>
                  <a:tcPr marL="90000" marR="90000" marT="46800" marB="46800">
                    <a:lnL w="0" cmpd="sng">
                      <a:noFill/>
                    </a:lnL>
                    <a:lnR w="12700" cap="flat" cmpd="sng" algn="ctr">
                      <a:noFill/>
                      <a:prstDash val="solid"/>
                      <a:round/>
                      <a:headEnd type="none" w="med" len="med"/>
                      <a:tailEnd type="none" w="med" len="med"/>
                    </a:lnR>
                  </a:tcPr>
                </a:tc>
                <a:tc>
                  <a:txBody>
                    <a:bodyPr/>
                    <a:lstStyle/>
                    <a:p>
                      <a:endParaRPr lang="ru-RU" sz="10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818846902"/>
                  </a:ext>
                </a:extLst>
              </a:tr>
              <a:tr h="30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Arial"/>
                          <a:ea typeface="+mn-ea"/>
                          <a:cs typeface="+mn-cs"/>
                        </a:rPr>
                        <a:t>4</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mn-lt"/>
                          <a:ea typeface="+mn-ea"/>
                          <a:cs typeface="+mn-cs"/>
                        </a:rPr>
                        <a:t>Название подразделения №4</a:t>
                      </a:r>
                    </a:p>
                  </a:txBody>
                  <a:tcPr marL="90000" marR="90000" marT="46800" marB="46800">
                    <a:lnL w="0" cmpd="sng">
                      <a:noFill/>
                    </a:lnL>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a:t>Иванов Иван Иванович</a:t>
                      </a:r>
                    </a:p>
                  </a:txBody>
                  <a:tcPr marL="90000" marR="90000" marT="46800" marB="46800">
                    <a:lnL w="0" cmpd="sng">
                      <a:noFill/>
                    </a:lnL>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solidFill>
                          <a:effectLst/>
                          <a:uLnTx/>
                          <a:uFillTx/>
                          <a:latin typeface="+mn-lt"/>
                          <a:ea typeface="+mn-ea"/>
                          <a:cs typeface="+mn-cs"/>
                        </a:rPr>
                        <a:t>Название показателя №4</a:t>
                      </a:r>
                      <a:endParaRPr kumimoji="0" lang="ru-RU" sz="12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lnL w="0" cmpd="sng">
                      <a:noFill/>
                    </a:lnL>
                    <a:lnR w="12700" cap="flat" cmpd="sng" algn="ctr">
                      <a:noFill/>
                      <a:prstDash val="solid"/>
                      <a:round/>
                      <a:headEnd type="none" w="med" len="med"/>
                      <a:tailEnd type="none" w="med" len="med"/>
                    </a:lnR>
                  </a:tcPr>
                </a:tc>
                <a:tc>
                  <a:txBody>
                    <a:bodyPr/>
                    <a:lstStyle/>
                    <a:p>
                      <a:pPr algn="r"/>
                      <a:r>
                        <a:rPr lang="ru-RU" sz="1200"/>
                        <a:t>23%</a:t>
                      </a:r>
                    </a:p>
                  </a:txBody>
                  <a:tcPr marL="90000" marR="90000" marT="46800" marB="46800">
                    <a:lnL w="0" cmpd="sng">
                      <a:noFill/>
                    </a:lnL>
                    <a:lnR w="12700" cap="flat" cmpd="sng" algn="ctr">
                      <a:noFill/>
                      <a:prstDash val="solid"/>
                      <a:round/>
                      <a:headEnd type="none" w="med" len="med"/>
                      <a:tailEnd type="none" w="med" len="med"/>
                    </a:lnR>
                  </a:tcPr>
                </a:tc>
                <a:tc>
                  <a:txBody>
                    <a:bodyPr/>
                    <a:lstStyle/>
                    <a:p>
                      <a:pPr algn="r"/>
                      <a:r>
                        <a:rPr lang="ru-RU" sz="1200"/>
                        <a:t>21%</a:t>
                      </a:r>
                    </a:p>
                  </a:txBody>
                  <a:tcPr marL="90000" marR="90000" marT="46800" marB="46800">
                    <a:lnL w="0" cmpd="sng">
                      <a:noFill/>
                    </a:lnL>
                    <a:lnR w="12700" cap="flat" cmpd="sng" algn="ctr">
                      <a:noFill/>
                      <a:prstDash val="solid"/>
                      <a:round/>
                      <a:headEnd type="none" w="med" len="med"/>
                      <a:tailEnd type="none" w="med" len="med"/>
                    </a:lnR>
                  </a:tcPr>
                </a:tc>
                <a:tc>
                  <a:txBody>
                    <a:bodyPr/>
                    <a:lstStyle/>
                    <a:p>
                      <a:endParaRPr lang="ru-RU" sz="10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079931719"/>
                  </a:ext>
                </a:extLst>
              </a:tr>
            </a:tbl>
          </a:graphicData>
        </a:graphic>
      </p:graphicFrame>
      <p:pic>
        <p:nvPicPr>
          <p:cNvPr id="72" name="Рисунок 71">
            <a:extLst>
              <a:ext uri="{FF2B5EF4-FFF2-40B4-BE49-F238E27FC236}">
                <a16:creationId xmlns:a16="http://schemas.microsoft.com/office/drawing/2014/main" id="{0B60E82A-49EA-A550-039A-FE5A86BA15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17022" y="5702649"/>
            <a:ext cx="189494" cy="189494"/>
          </a:xfrm>
          <a:prstGeom prst="rect">
            <a:avLst/>
          </a:prstGeom>
        </p:spPr>
      </p:pic>
      <p:sp>
        <p:nvSpPr>
          <p:cNvPr id="75" name="Рисунок 11">
            <a:extLst>
              <a:ext uri="{FF2B5EF4-FFF2-40B4-BE49-F238E27FC236}">
                <a16:creationId xmlns:a16="http://schemas.microsoft.com/office/drawing/2014/main" id="{955A84B6-E9E1-0ABA-E3C4-D6C56CF4CE72}"/>
              </a:ext>
            </a:extLst>
          </p:cNvPr>
          <p:cNvSpPr/>
          <p:nvPr/>
        </p:nvSpPr>
        <p:spPr>
          <a:xfrm>
            <a:off x="11017022" y="5085267"/>
            <a:ext cx="189494" cy="18951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sp>
        <p:nvSpPr>
          <p:cNvPr id="89" name="Рисунок 11">
            <a:extLst>
              <a:ext uri="{FF2B5EF4-FFF2-40B4-BE49-F238E27FC236}">
                <a16:creationId xmlns:a16="http://schemas.microsoft.com/office/drawing/2014/main" id="{253C1254-60F2-4B7F-B0A8-68C5B0BA0DB4}"/>
              </a:ext>
            </a:extLst>
          </p:cNvPr>
          <p:cNvSpPr/>
          <p:nvPr/>
        </p:nvSpPr>
        <p:spPr>
          <a:xfrm>
            <a:off x="11017022" y="5401041"/>
            <a:ext cx="189494" cy="18951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sp>
        <p:nvSpPr>
          <p:cNvPr id="90" name="Рисунок 11">
            <a:extLst>
              <a:ext uri="{FF2B5EF4-FFF2-40B4-BE49-F238E27FC236}">
                <a16:creationId xmlns:a16="http://schemas.microsoft.com/office/drawing/2014/main" id="{0CDE32D3-3160-0C38-E310-28C26A69FD50}"/>
              </a:ext>
            </a:extLst>
          </p:cNvPr>
          <p:cNvSpPr/>
          <p:nvPr/>
        </p:nvSpPr>
        <p:spPr>
          <a:xfrm flipV="1">
            <a:off x="11017022" y="6013949"/>
            <a:ext cx="189494" cy="18951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sp>
        <p:nvSpPr>
          <p:cNvPr id="96" name="Прямоугольник: скругленные углы 10">
            <a:extLst>
              <a:ext uri="{FF2B5EF4-FFF2-40B4-BE49-F238E27FC236}">
                <a16:creationId xmlns:a16="http://schemas.microsoft.com/office/drawing/2014/main" id="{04818C2D-2024-527C-D738-9C3BED62D73F}"/>
              </a:ext>
            </a:extLst>
          </p:cNvPr>
          <p:cNvSpPr/>
          <p:nvPr/>
        </p:nvSpPr>
        <p:spPr>
          <a:xfrm>
            <a:off x="642837" y="2781619"/>
            <a:ext cx="3633888" cy="1771910"/>
          </a:xfrm>
          <a:prstGeom prst="roundRect">
            <a:avLst>
              <a:gd name="adj" fmla="val 838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100" name="Прямоугольник: скругленные углы 10">
            <a:extLst>
              <a:ext uri="{FF2B5EF4-FFF2-40B4-BE49-F238E27FC236}">
                <a16:creationId xmlns:a16="http://schemas.microsoft.com/office/drawing/2014/main" id="{BF3F2FE0-4C56-E33F-F532-A0F38691153F}"/>
              </a:ext>
            </a:extLst>
          </p:cNvPr>
          <p:cNvSpPr/>
          <p:nvPr/>
        </p:nvSpPr>
        <p:spPr>
          <a:xfrm>
            <a:off x="4450477" y="2781619"/>
            <a:ext cx="7098685" cy="1771910"/>
          </a:xfrm>
          <a:prstGeom prst="roundRect">
            <a:avLst>
              <a:gd name="adj" fmla="val 730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103" name="Объект 1">
            <a:extLst>
              <a:ext uri="{FF2B5EF4-FFF2-40B4-BE49-F238E27FC236}">
                <a16:creationId xmlns:a16="http://schemas.microsoft.com/office/drawing/2014/main" id="{49739190-1EAD-6C30-7C43-38F97F49D1B3}"/>
              </a:ext>
            </a:extLst>
          </p:cNvPr>
          <p:cNvSpPr txBox="1">
            <a:spLocks/>
          </p:cNvSpPr>
          <p:nvPr/>
        </p:nvSpPr>
        <p:spPr>
          <a:xfrm>
            <a:off x="788182" y="2911776"/>
            <a:ext cx="3326617" cy="22194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диаграммы в одну строку</a:t>
            </a:r>
          </a:p>
        </p:txBody>
      </p:sp>
      <p:graphicFrame>
        <p:nvGraphicFramePr>
          <p:cNvPr id="107" name="Диаграмма 106">
            <a:extLst>
              <a:ext uri="{FF2B5EF4-FFF2-40B4-BE49-F238E27FC236}">
                <a16:creationId xmlns:a16="http://schemas.microsoft.com/office/drawing/2014/main" id="{EADD86DB-6614-6335-CA0F-BC5717713E04}"/>
              </a:ext>
            </a:extLst>
          </p:cNvPr>
          <p:cNvGraphicFramePr/>
          <p:nvPr/>
        </p:nvGraphicFramePr>
        <p:xfrm>
          <a:off x="642837" y="3133725"/>
          <a:ext cx="3633888" cy="141758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1" name="Диаграмма 110">
            <a:extLst>
              <a:ext uri="{FF2B5EF4-FFF2-40B4-BE49-F238E27FC236}">
                <a16:creationId xmlns:a16="http://schemas.microsoft.com/office/drawing/2014/main" id="{4BB95FB8-8C78-F09C-07C6-0A6CA6390B4B}"/>
              </a:ext>
            </a:extLst>
          </p:cNvPr>
          <p:cNvGraphicFramePr/>
          <p:nvPr/>
        </p:nvGraphicFramePr>
        <p:xfrm>
          <a:off x="4600255" y="3198833"/>
          <a:ext cx="6777945" cy="1315609"/>
        </p:xfrm>
        <a:graphic>
          <a:graphicData uri="http://schemas.openxmlformats.org/drawingml/2006/chart">
            <c:chart xmlns:c="http://schemas.openxmlformats.org/drawingml/2006/chart" xmlns:r="http://schemas.openxmlformats.org/officeDocument/2006/relationships" r:id="rId5"/>
          </a:graphicData>
        </a:graphic>
      </p:graphicFrame>
      <p:sp>
        <p:nvSpPr>
          <p:cNvPr id="113" name="Объект 1">
            <a:extLst>
              <a:ext uri="{FF2B5EF4-FFF2-40B4-BE49-F238E27FC236}">
                <a16:creationId xmlns:a16="http://schemas.microsoft.com/office/drawing/2014/main" id="{942F1B51-2DD4-BB95-C671-FF0DF12C3EED}"/>
              </a:ext>
            </a:extLst>
          </p:cNvPr>
          <p:cNvSpPr txBox="1">
            <a:spLocks/>
          </p:cNvSpPr>
          <p:nvPr/>
        </p:nvSpPr>
        <p:spPr>
          <a:xfrm>
            <a:off x="4600255" y="2911776"/>
            <a:ext cx="3326617" cy="22194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диаграммы в одну строку</a:t>
            </a:r>
          </a:p>
        </p:txBody>
      </p:sp>
      <p:cxnSp>
        <p:nvCxnSpPr>
          <p:cNvPr id="117" name="Прямая соединительная линия 116">
            <a:extLst>
              <a:ext uri="{FF2B5EF4-FFF2-40B4-BE49-F238E27FC236}">
                <a16:creationId xmlns:a16="http://schemas.microsoft.com/office/drawing/2014/main" id="{2915E128-5BA2-73BF-93BE-92CEAEB02AAD}"/>
              </a:ext>
            </a:extLst>
          </p:cNvPr>
          <p:cNvCxnSpPr>
            <a:cxnSpLocks/>
            <a:stCxn id="119" idx="4"/>
            <a:endCxn id="118" idx="0"/>
          </p:cNvCxnSpPr>
          <p:nvPr/>
        </p:nvCxnSpPr>
        <p:spPr>
          <a:xfrm>
            <a:off x="8835994" y="3841328"/>
            <a:ext cx="1" cy="45451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8" name="Скругленный прямоугольник 11">
            <a:extLst>
              <a:ext uri="{FF2B5EF4-FFF2-40B4-BE49-F238E27FC236}">
                <a16:creationId xmlns:a16="http://schemas.microsoft.com/office/drawing/2014/main" id="{E8710C8B-AC05-C7C4-5A20-19C46E6849D7}"/>
              </a:ext>
            </a:extLst>
          </p:cNvPr>
          <p:cNvSpPr/>
          <p:nvPr/>
        </p:nvSpPr>
        <p:spPr>
          <a:xfrm>
            <a:off x="8606570" y="4295842"/>
            <a:ext cx="458850" cy="209740"/>
          </a:xfrm>
          <a:prstGeom prst="roundRect">
            <a:avLst>
              <a:gd name="adj" fmla="val 20924"/>
            </a:avLst>
          </a:prstGeom>
          <a:solidFill>
            <a:schemeClr val="accent1"/>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ru-RU" sz="1000">
                <a:solidFill>
                  <a:schemeClr val="bg1"/>
                </a:solidFill>
              </a:rPr>
              <a:t>2020</a:t>
            </a:r>
          </a:p>
        </p:txBody>
      </p:sp>
      <p:sp>
        <p:nvSpPr>
          <p:cNvPr id="119" name="Овал 118">
            <a:extLst>
              <a:ext uri="{FF2B5EF4-FFF2-40B4-BE49-F238E27FC236}">
                <a16:creationId xmlns:a16="http://schemas.microsoft.com/office/drawing/2014/main" id="{5B02316E-DF2C-EDD1-7683-F66F1D939720}"/>
              </a:ext>
            </a:extLst>
          </p:cNvPr>
          <p:cNvSpPr/>
          <p:nvPr/>
        </p:nvSpPr>
        <p:spPr>
          <a:xfrm>
            <a:off x="8754361" y="3678062"/>
            <a:ext cx="163266" cy="1632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Нижний колонтитул 1">
            <a:extLst>
              <a:ext uri="{FF2B5EF4-FFF2-40B4-BE49-F238E27FC236}">
                <a16:creationId xmlns:a16="http://schemas.microsoft.com/office/drawing/2014/main" id="{7E37ED63-201D-43F6-53FC-FC524CE850EE}"/>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7221208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53B365C2-247C-C62B-5E32-8EC6C27E17C2}"/>
              </a:ext>
            </a:extLst>
          </p:cNvPr>
          <p:cNvSpPr>
            <a:spLocks noGrp="1"/>
          </p:cNvSpPr>
          <p:nvPr>
            <p:ph type="sldNum" sz="quarter" idx="12"/>
          </p:nvPr>
        </p:nvSpPr>
        <p:spPr/>
        <p:txBody>
          <a:bodyPr/>
          <a:lstStyle/>
          <a:p>
            <a:fld id="{EB5249F5-0093-48B0-B996-C4E44A87EAFB}" type="slidenum">
              <a:rPr lang="ru-RU" smtClean="0"/>
              <a:pPr/>
              <a:t>36</a:t>
            </a:fld>
            <a:endParaRPr lang="ru-RU"/>
          </a:p>
        </p:txBody>
      </p:sp>
      <p:sp>
        <p:nvSpPr>
          <p:cNvPr id="4" name="Заголовок 3">
            <a:extLst>
              <a:ext uri="{FF2B5EF4-FFF2-40B4-BE49-F238E27FC236}">
                <a16:creationId xmlns:a16="http://schemas.microsoft.com/office/drawing/2014/main" id="{2927CBF6-A7E9-3E68-AC1C-492CF9904301}"/>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2" name="Прямоугольник: скругленные углы 10">
            <a:extLst>
              <a:ext uri="{FF2B5EF4-FFF2-40B4-BE49-F238E27FC236}">
                <a16:creationId xmlns:a16="http://schemas.microsoft.com/office/drawing/2014/main" id="{E647A8EE-F22B-D91C-32E4-3DAF069DDFA9}"/>
              </a:ext>
            </a:extLst>
          </p:cNvPr>
          <p:cNvSpPr/>
          <p:nvPr/>
        </p:nvSpPr>
        <p:spPr>
          <a:xfrm>
            <a:off x="642836" y="1520824"/>
            <a:ext cx="5328000" cy="1958753"/>
          </a:xfrm>
          <a:prstGeom prst="roundRect">
            <a:avLst>
              <a:gd name="adj" fmla="val 838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7" name="Прямоугольник: скругленные углы 10">
            <a:extLst>
              <a:ext uri="{FF2B5EF4-FFF2-40B4-BE49-F238E27FC236}">
                <a16:creationId xmlns:a16="http://schemas.microsoft.com/office/drawing/2014/main" id="{2F16EB0B-8A9A-3CBD-61C1-E3AB5CF220B2}"/>
              </a:ext>
            </a:extLst>
          </p:cNvPr>
          <p:cNvSpPr/>
          <p:nvPr/>
        </p:nvSpPr>
        <p:spPr>
          <a:xfrm>
            <a:off x="642836" y="3761125"/>
            <a:ext cx="10907814" cy="2501562"/>
          </a:xfrm>
          <a:prstGeom prst="roundRect">
            <a:avLst>
              <a:gd name="adj" fmla="val 838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16" name="Объект 1">
            <a:extLst>
              <a:ext uri="{FF2B5EF4-FFF2-40B4-BE49-F238E27FC236}">
                <a16:creationId xmlns:a16="http://schemas.microsoft.com/office/drawing/2014/main" id="{28F0FAE6-76B7-8795-35A9-6472265292AB}"/>
              </a:ext>
            </a:extLst>
          </p:cNvPr>
          <p:cNvSpPr txBox="1">
            <a:spLocks/>
          </p:cNvSpPr>
          <p:nvPr/>
        </p:nvSpPr>
        <p:spPr>
          <a:xfrm>
            <a:off x="843760" y="1694605"/>
            <a:ext cx="3266382" cy="2286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solidFill>
                  <a:schemeClr val="accent6">
                    <a:lumMod val="20000"/>
                    <a:lumOff val="80000"/>
                  </a:schemeClr>
                </a:solidFill>
              </a:rPr>
              <a:t>Название показателя в одну строку</a:t>
            </a:r>
          </a:p>
        </p:txBody>
      </p:sp>
      <p:sp>
        <p:nvSpPr>
          <p:cNvPr id="17" name="Объект 1">
            <a:extLst>
              <a:ext uri="{FF2B5EF4-FFF2-40B4-BE49-F238E27FC236}">
                <a16:creationId xmlns:a16="http://schemas.microsoft.com/office/drawing/2014/main" id="{FD87D5B6-7A3D-169C-C2CA-72B72F7136CA}"/>
              </a:ext>
            </a:extLst>
          </p:cNvPr>
          <p:cNvSpPr txBox="1">
            <a:spLocks/>
          </p:cNvSpPr>
          <p:nvPr/>
        </p:nvSpPr>
        <p:spPr>
          <a:xfrm>
            <a:off x="843760" y="2016041"/>
            <a:ext cx="1012132"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solidFill>
                  <a:schemeClr val="accent6">
                    <a:lumMod val="20000"/>
                    <a:lumOff val="80000"/>
                  </a:schemeClr>
                </a:solidFill>
              </a:rPr>
              <a:t>213,58</a:t>
            </a:r>
          </a:p>
        </p:txBody>
      </p:sp>
      <p:sp>
        <p:nvSpPr>
          <p:cNvPr id="22" name="Прямоугольник: скругленные углы 10">
            <a:extLst>
              <a:ext uri="{FF2B5EF4-FFF2-40B4-BE49-F238E27FC236}">
                <a16:creationId xmlns:a16="http://schemas.microsoft.com/office/drawing/2014/main" id="{CB4141C6-01D3-60E7-0108-BF0C75C4C6E4}"/>
              </a:ext>
            </a:extLst>
          </p:cNvPr>
          <p:cNvSpPr/>
          <p:nvPr/>
        </p:nvSpPr>
        <p:spPr>
          <a:xfrm>
            <a:off x="6241735" y="1520824"/>
            <a:ext cx="5328000" cy="1958753"/>
          </a:xfrm>
          <a:prstGeom prst="roundRect">
            <a:avLst>
              <a:gd name="adj" fmla="val 838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23" name="Объект 1">
            <a:extLst>
              <a:ext uri="{FF2B5EF4-FFF2-40B4-BE49-F238E27FC236}">
                <a16:creationId xmlns:a16="http://schemas.microsoft.com/office/drawing/2014/main" id="{FC7556AF-9F78-BAFC-7D29-75E00C9CED8B}"/>
              </a:ext>
            </a:extLst>
          </p:cNvPr>
          <p:cNvSpPr txBox="1">
            <a:spLocks/>
          </p:cNvSpPr>
          <p:nvPr/>
        </p:nvSpPr>
        <p:spPr>
          <a:xfrm>
            <a:off x="6442659" y="1694605"/>
            <a:ext cx="3266382" cy="2286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solidFill>
                  <a:schemeClr val="accent6">
                    <a:lumMod val="20000"/>
                    <a:lumOff val="80000"/>
                  </a:schemeClr>
                </a:solidFill>
              </a:rPr>
              <a:t>Название показателя в одну строку</a:t>
            </a:r>
          </a:p>
        </p:txBody>
      </p:sp>
      <p:sp>
        <p:nvSpPr>
          <p:cNvPr id="24" name="Объект 1">
            <a:extLst>
              <a:ext uri="{FF2B5EF4-FFF2-40B4-BE49-F238E27FC236}">
                <a16:creationId xmlns:a16="http://schemas.microsoft.com/office/drawing/2014/main" id="{40346BCE-918F-FE51-8C05-F8734AA45F5E}"/>
              </a:ext>
            </a:extLst>
          </p:cNvPr>
          <p:cNvSpPr txBox="1">
            <a:spLocks/>
          </p:cNvSpPr>
          <p:nvPr/>
        </p:nvSpPr>
        <p:spPr>
          <a:xfrm>
            <a:off x="6442658" y="2016041"/>
            <a:ext cx="905983"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solidFill>
                  <a:schemeClr val="accent6">
                    <a:lumMod val="20000"/>
                    <a:lumOff val="80000"/>
                  </a:schemeClr>
                </a:solidFill>
              </a:rPr>
              <a:t>98,5%</a:t>
            </a:r>
          </a:p>
        </p:txBody>
      </p:sp>
      <p:sp>
        <p:nvSpPr>
          <p:cNvPr id="28" name="Объект 1">
            <a:extLst>
              <a:ext uri="{FF2B5EF4-FFF2-40B4-BE49-F238E27FC236}">
                <a16:creationId xmlns:a16="http://schemas.microsoft.com/office/drawing/2014/main" id="{ADF27E25-64A4-285F-F21D-0187A861C040}"/>
              </a:ext>
            </a:extLst>
          </p:cNvPr>
          <p:cNvSpPr txBox="1">
            <a:spLocks/>
          </p:cNvSpPr>
          <p:nvPr/>
        </p:nvSpPr>
        <p:spPr>
          <a:xfrm>
            <a:off x="6442659" y="2403825"/>
            <a:ext cx="1863142"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solidFill>
                  <a:schemeClr val="accent1">
                    <a:lumMod val="40000"/>
                    <a:lumOff val="60000"/>
                  </a:schemeClr>
                </a:solidFill>
              </a:rPr>
              <a:t>Период времени/комментарий</a:t>
            </a:r>
          </a:p>
        </p:txBody>
      </p:sp>
      <p:graphicFrame>
        <p:nvGraphicFramePr>
          <p:cNvPr id="31" name="Диаграмма 30">
            <a:extLst>
              <a:ext uri="{FF2B5EF4-FFF2-40B4-BE49-F238E27FC236}">
                <a16:creationId xmlns:a16="http://schemas.microsoft.com/office/drawing/2014/main" id="{264FB82C-1F21-0AAF-C1B2-7109D7E91862}"/>
              </a:ext>
            </a:extLst>
          </p:cNvPr>
          <p:cNvGraphicFramePr/>
          <p:nvPr/>
        </p:nvGraphicFramePr>
        <p:xfrm>
          <a:off x="6436204" y="2641442"/>
          <a:ext cx="4939062" cy="7210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2" name="Диаграмма 31">
            <a:extLst>
              <a:ext uri="{FF2B5EF4-FFF2-40B4-BE49-F238E27FC236}">
                <a16:creationId xmlns:a16="http://schemas.microsoft.com/office/drawing/2014/main" id="{6F8A5487-6D79-AC3B-D52B-101787A9828F}"/>
              </a:ext>
            </a:extLst>
          </p:cNvPr>
          <p:cNvGraphicFramePr/>
          <p:nvPr/>
        </p:nvGraphicFramePr>
        <p:xfrm>
          <a:off x="801787" y="2509903"/>
          <a:ext cx="5010097" cy="884866"/>
        </p:xfrm>
        <a:graphic>
          <a:graphicData uri="http://schemas.openxmlformats.org/drawingml/2006/chart">
            <c:chart xmlns:c="http://schemas.openxmlformats.org/drawingml/2006/chart" xmlns:r="http://schemas.openxmlformats.org/officeDocument/2006/relationships" r:id="rId3"/>
          </a:graphicData>
        </a:graphic>
      </p:graphicFrame>
      <p:sp>
        <p:nvSpPr>
          <p:cNvPr id="33" name="Объект 1">
            <a:extLst>
              <a:ext uri="{FF2B5EF4-FFF2-40B4-BE49-F238E27FC236}">
                <a16:creationId xmlns:a16="http://schemas.microsoft.com/office/drawing/2014/main" id="{E2819392-F307-15CC-20F6-09A3947F8FB2}"/>
              </a:ext>
            </a:extLst>
          </p:cNvPr>
          <p:cNvSpPr txBox="1">
            <a:spLocks/>
          </p:cNvSpPr>
          <p:nvPr/>
        </p:nvSpPr>
        <p:spPr>
          <a:xfrm>
            <a:off x="843760" y="3930090"/>
            <a:ext cx="3266382" cy="2286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заголовок в одну строку</a:t>
            </a:r>
          </a:p>
        </p:txBody>
      </p:sp>
      <p:cxnSp>
        <p:nvCxnSpPr>
          <p:cNvPr id="50" name="Прямая соединительная линия 49">
            <a:extLst>
              <a:ext uri="{FF2B5EF4-FFF2-40B4-BE49-F238E27FC236}">
                <a16:creationId xmlns:a16="http://schemas.microsoft.com/office/drawing/2014/main" id="{4D572EBF-7222-7582-B091-0117022F0107}"/>
              </a:ext>
            </a:extLst>
          </p:cNvPr>
          <p:cNvCxnSpPr>
            <a:cxnSpLocks/>
          </p:cNvCxnSpPr>
          <p:nvPr/>
        </p:nvCxnSpPr>
        <p:spPr>
          <a:xfrm flipH="1">
            <a:off x="843507" y="5378219"/>
            <a:ext cx="981423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57" name="Объект 1">
            <a:extLst>
              <a:ext uri="{FF2B5EF4-FFF2-40B4-BE49-F238E27FC236}">
                <a16:creationId xmlns:a16="http://schemas.microsoft.com/office/drawing/2014/main" id="{8B226BC7-A9E0-67B1-7E72-B98241AB4AB2}"/>
              </a:ext>
            </a:extLst>
          </p:cNvPr>
          <p:cNvSpPr txBox="1">
            <a:spLocks/>
          </p:cNvSpPr>
          <p:nvPr/>
        </p:nvSpPr>
        <p:spPr>
          <a:xfrm>
            <a:off x="843760" y="5540377"/>
            <a:ext cx="3266382" cy="2286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заголовок в одну строку</a:t>
            </a:r>
          </a:p>
        </p:txBody>
      </p:sp>
      <p:sp>
        <p:nvSpPr>
          <p:cNvPr id="8" name="Прямоугольник: скругленные углы 10">
            <a:extLst>
              <a:ext uri="{FF2B5EF4-FFF2-40B4-BE49-F238E27FC236}">
                <a16:creationId xmlns:a16="http://schemas.microsoft.com/office/drawing/2014/main" id="{142BFC2A-732F-D6A6-BCB1-211DC9498A79}"/>
              </a:ext>
            </a:extLst>
          </p:cNvPr>
          <p:cNvSpPr/>
          <p:nvPr/>
        </p:nvSpPr>
        <p:spPr>
          <a:xfrm>
            <a:off x="7391523" y="2086210"/>
            <a:ext cx="625351" cy="210678"/>
          </a:xfrm>
          <a:prstGeom prst="roundRect">
            <a:avLst>
              <a:gd name="adj" fmla="val 23786"/>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 name="Объект 1">
            <a:extLst>
              <a:ext uri="{FF2B5EF4-FFF2-40B4-BE49-F238E27FC236}">
                <a16:creationId xmlns:a16="http://schemas.microsoft.com/office/drawing/2014/main" id="{D16D47F1-A2A9-A740-A763-7BDE243C03D8}"/>
              </a:ext>
            </a:extLst>
          </p:cNvPr>
          <p:cNvSpPr txBox="1">
            <a:spLocks/>
          </p:cNvSpPr>
          <p:nvPr/>
        </p:nvSpPr>
        <p:spPr>
          <a:xfrm>
            <a:off x="7575588" y="2119548"/>
            <a:ext cx="419062"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solidFill>
                  <a:schemeClr val="bg1"/>
                </a:solidFill>
              </a:rPr>
              <a:t>+37%</a:t>
            </a:r>
          </a:p>
        </p:txBody>
      </p:sp>
      <p:sp>
        <p:nvSpPr>
          <p:cNvPr id="10" name="Рисунок 11">
            <a:extLst>
              <a:ext uri="{FF2B5EF4-FFF2-40B4-BE49-F238E27FC236}">
                <a16:creationId xmlns:a16="http://schemas.microsoft.com/office/drawing/2014/main" id="{2B4CF615-EDDD-8615-1581-8CEEC5981D43}"/>
              </a:ext>
            </a:extLst>
          </p:cNvPr>
          <p:cNvSpPr/>
          <p:nvPr/>
        </p:nvSpPr>
        <p:spPr>
          <a:xfrm>
            <a:off x="7427774" y="2133180"/>
            <a:ext cx="116724" cy="116736"/>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bg1"/>
          </a:solidFill>
          <a:ln w="9525" cap="flat">
            <a:noFill/>
            <a:prstDash val="solid"/>
            <a:miter/>
          </a:ln>
        </p:spPr>
        <p:txBody>
          <a:bodyPr rtlCol="0" anchor="ctr"/>
          <a:lstStyle/>
          <a:p>
            <a:endParaRPr lang="ru-RU"/>
          </a:p>
        </p:txBody>
      </p:sp>
      <p:sp>
        <p:nvSpPr>
          <p:cNvPr id="15" name="Объект 1">
            <a:extLst>
              <a:ext uri="{FF2B5EF4-FFF2-40B4-BE49-F238E27FC236}">
                <a16:creationId xmlns:a16="http://schemas.microsoft.com/office/drawing/2014/main" id="{A99BCEF2-7EA5-34E6-F338-1EBED5162C8F}"/>
              </a:ext>
            </a:extLst>
          </p:cNvPr>
          <p:cNvSpPr txBox="1">
            <a:spLocks/>
          </p:cNvSpPr>
          <p:nvPr/>
        </p:nvSpPr>
        <p:spPr>
          <a:xfrm>
            <a:off x="843507" y="2403825"/>
            <a:ext cx="1863142"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solidFill>
                  <a:schemeClr val="accent1">
                    <a:lumMod val="40000"/>
                    <a:lumOff val="60000"/>
                  </a:schemeClr>
                </a:solidFill>
              </a:rPr>
              <a:t>Период времени/комментарий</a:t>
            </a:r>
          </a:p>
        </p:txBody>
      </p:sp>
      <p:sp>
        <p:nvSpPr>
          <p:cNvPr id="30" name="Прямоугольник: скругленные углы 10">
            <a:extLst>
              <a:ext uri="{FF2B5EF4-FFF2-40B4-BE49-F238E27FC236}">
                <a16:creationId xmlns:a16="http://schemas.microsoft.com/office/drawing/2014/main" id="{5ED4DD5B-BBD9-3CBB-8944-AF8008A4EBC3}"/>
              </a:ext>
            </a:extLst>
          </p:cNvPr>
          <p:cNvSpPr/>
          <p:nvPr/>
        </p:nvSpPr>
        <p:spPr>
          <a:xfrm>
            <a:off x="1852751" y="2086210"/>
            <a:ext cx="625351" cy="210678"/>
          </a:xfrm>
          <a:prstGeom prst="roundRect">
            <a:avLst>
              <a:gd name="adj" fmla="val 23786"/>
            </a:avLst>
          </a:prstGeom>
          <a:solidFill>
            <a:srgbClr val="F53C1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4" name="Объект 1">
            <a:extLst>
              <a:ext uri="{FF2B5EF4-FFF2-40B4-BE49-F238E27FC236}">
                <a16:creationId xmlns:a16="http://schemas.microsoft.com/office/drawing/2014/main" id="{6CAC646E-5EDB-3727-0D6C-BFB5C9BEC220}"/>
              </a:ext>
            </a:extLst>
          </p:cNvPr>
          <p:cNvSpPr txBox="1">
            <a:spLocks/>
          </p:cNvSpPr>
          <p:nvPr/>
        </p:nvSpPr>
        <p:spPr>
          <a:xfrm>
            <a:off x="2036816" y="2119548"/>
            <a:ext cx="419062"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solidFill>
                  <a:schemeClr val="bg1"/>
                </a:solidFill>
              </a:rPr>
              <a:t>+37%</a:t>
            </a:r>
          </a:p>
        </p:txBody>
      </p:sp>
      <p:sp>
        <p:nvSpPr>
          <p:cNvPr id="35" name="Рисунок 11">
            <a:extLst>
              <a:ext uri="{FF2B5EF4-FFF2-40B4-BE49-F238E27FC236}">
                <a16:creationId xmlns:a16="http://schemas.microsoft.com/office/drawing/2014/main" id="{9F5843BE-7CEC-7DCE-0A88-07A2913B84B5}"/>
              </a:ext>
            </a:extLst>
          </p:cNvPr>
          <p:cNvSpPr/>
          <p:nvPr/>
        </p:nvSpPr>
        <p:spPr>
          <a:xfrm>
            <a:off x="1889002" y="2133180"/>
            <a:ext cx="116724" cy="116736"/>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bg1"/>
          </a:solidFill>
          <a:ln w="9525" cap="flat">
            <a:noFill/>
            <a:prstDash val="solid"/>
            <a:miter/>
          </a:ln>
        </p:spPr>
        <p:txBody>
          <a:bodyPr rtlCol="0" anchor="ctr"/>
          <a:lstStyle/>
          <a:p>
            <a:endParaRPr lang="ru-RU"/>
          </a:p>
        </p:txBody>
      </p:sp>
      <p:graphicFrame>
        <p:nvGraphicFramePr>
          <p:cNvPr id="52" name="Диаграмма 51">
            <a:extLst>
              <a:ext uri="{FF2B5EF4-FFF2-40B4-BE49-F238E27FC236}">
                <a16:creationId xmlns:a16="http://schemas.microsoft.com/office/drawing/2014/main" id="{433D8C48-496F-24AB-7752-702572EA51E7}"/>
              </a:ext>
            </a:extLst>
          </p:cNvPr>
          <p:cNvGraphicFramePr/>
          <p:nvPr/>
        </p:nvGraphicFramePr>
        <p:xfrm>
          <a:off x="679157" y="3936694"/>
          <a:ext cx="10120221" cy="1037069"/>
        </p:xfrm>
        <a:graphic>
          <a:graphicData uri="http://schemas.openxmlformats.org/drawingml/2006/chart">
            <c:chart xmlns:c="http://schemas.openxmlformats.org/drawingml/2006/chart" xmlns:r="http://schemas.openxmlformats.org/officeDocument/2006/relationships" r:id="rId4"/>
          </a:graphicData>
        </a:graphic>
      </p:graphicFrame>
      <p:sp>
        <p:nvSpPr>
          <p:cNvPr id="41" name="Объект 1">
            <a:extLst>
              <a:ext uri="{FF2B5EF4-FFF2-40B4-BE49-F238E27FC236}">
                <a16:creationId xmlns:a16="http://schemas.microsoft.com/office/drawing/2014/main" id="{9665A246-41C4-6E7E-91D8-D4B1639F7A4D}"/>
              </a:ext>
            </a:extLst>
          </p:cNvPr>
          <p:cNvSpPr txBox="1">
            <a:spLocks/>
          </p:cNvSpPr>
          <p:nvPr/>
        </p:nvSpPr>
        <p:spPr>
          <a:xfrm>
            <a:off x="843760" y="4912191"/>
            <a:ext cx="629274"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115</a:t>
            </a:r>
          </a:p>
        </p:txBody>
      </p:sp>
      <p:sp>
        <p:nvSpPr>
          <p:cNvPr id="42" name="Объект 1">
            <a:extLst>
              <a:ext uri="{FF2B5EF4-FFF2-40B4-BE49-F238E27FC236}">
                <a16:creationId xmlns:a16="http://schemas.microsoft.com/office/drawing/2014/main" id="{03008445-33A1-924B-38CE-ED93A2B19ACA}"/>
              </a:ext>
            </a:extLst>
          </p:cNvPr>
          <p:cNvSpPr txBox="1">
            <a:spLocks/>
          </p:cNvSpPr>
          <p:nvPr/>
        </p:nvSpPr>
        <p:spPr>
          <a:xfrm>
            <a:off x="843761" y="4697718"/>
            <a:ext cx="1008990"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Показатель 1</a:t>
            </a:r>
          </a:p>
        </p:txBody>
      </p:sp>
      <p:sp>
        <p:nvSpPr>
          <p:cNvPr id="43" name="Объект 1">
            <a:extLst>
              <a:ext uri="{FF2B5EF4-FFF2-40B4-BE49-F238E27FC236}">
                <a16:creationId xmlns:a16="http://schemas.microsoft.com/office/drawing/2014/main" id="{EBE2CEB0-9F84-9E63-6CD7-11B612410673}"/>
              </a:ext>
            </a:extLst>
          </p:cNvPr>
          <p:cNvSpPr txBox="1">
            <a:spLocks/>
          </p:cNvSpPr>
          <p:nvPr/>
        </p:nvSpPr>
        <p:spPr>
          <a:xfrm>
            <a:off x="6304784" y="4912191"/>
            <a:ext cx="629274"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13</a:t>
            </a:r>
          </a:p>
        </p:txBody>
      </p:sp>
      <p:sp>
        <p:nvSpPr>
          <p:cNvPr id="44" name="Объект 1">
            <a:extLst>
              <a:ext uri="{FF2B5EF4-FFF2-40B4-BE49-F238E27FC236}">
                <a16:creationId xmlns:a16="http://schemas.microsoft.com/office/drawing/2014/main" id="{FC004F4B-6DF5-FE57-15CA-696A7FA73718}"/>
              </a:ext>
            </a:extLst>
          </p:cNvPr>
          <p:cNvSpPr txBox="1">
            <a:spLocks/>
          </p:cNvSpPr>
          <p:nvPr/>
        </p:nvSpPr>
        <p:spPr>
          <a:xfrm>
            <a:off x="6304785" y="4697718"/>
            <a:ext cx="1008990"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Показатель 2</a:t>
            </a:r>
          </a:p>
        </p:txBody>
      </p:sp>
      <p:sp>
        <p:nvSpPr>
          <p:cNvPr id="45" name="Объект 1">
            <a:extLst>
              <a:ext uri="{FF2B5EF4-FFF2-40B4-BE49-F238E27FC236}">
                <a16:creationId xmlns:a16="http://schemas.microsoft.com/office/drawing/2014/main" id="{DA44AC51-7BB0-C00C-918F-FD906F743890}"/>
              </a:ext>
            </a:extLst>
          </p:cNvPr>
          <p:cNvSpPr txBox="1">
            <a:spLocks/>
          </p:cNvSpPr>
          <p:nvPr/>
        </p:nvSpPr>
        <p:spPr>
          <a:xfrm>
            <a:off x="7939088" y="4912191"/>
            <a:ext cx="629274"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24</a:t>
            </a:r>
          </a:p>
        </p:txBody>
      </p:sp>
      <p:sp>
        <p:nvSpPr>
          <p:cNvPr id="46" name="Объект 1">
            <a:extLst>
              <a:ext uri="{FF2B5EF4-FFF2-40B4-BE49-F238E27FC236}">
                <a16:creationId xmlns:a16="http://schemas.microsoft.com/office/drawing/2014/main" id="{DC06454D-87CF-ACD9-BDA4-E5AB6882FC9B}"/>
              </a:ext>
            </a:extLst>
          </p:cNvPr>
          <p:cNvSpPr txBox="1">
            <a:spLocks/>
          </p:cNvSpPr>
          <p:nvPr/>
        </p:nvSpPr>
        <p:spPr>
          <a:xfrm>
            <a:off x="7939089" y="4697718"/>
            <a:ext cx="1008990"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Показатель 3</a:t>
            </a:r>
          </a:p>
        </p:txBody>
      </p:sp>
      <p:sp>
        <p:nvSpPr>
          <p:cNvPr id="58" name="Объект 1">
            <a:extLst>
              <a:ext uri="{FF2B5EF4-FFF2-40B4-BE49-F238E27FC236}">
                <a16:creationId xmlns:a16="http://schemas.microsoft.com/office/drawing/2014/main" id="{4588155D-165A-8BFA-B750-3EB3BC21AB1C}"/>
              </a:ext>
            </a:extLst>
          </p:cNvPr>
          <p:cNvSpPr txBox="1">
            <a:spLocks/>
          </p:cNvSpPr>
          <p:nvPr/>
        </p:nvSpPr>
        <p:spPr>
          <a:xfrm>
            <a:off x="1027235" y="5809714"/>
            <a:ext cx="2857285" cy="32292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spcAft>
                <a:spcPts val="400"/>
              </a:spcAft>
            </a:pPr>
            <a:r>
              <a:rPr lang="ru-RU" sz="1000"/>
              <a:t>Здесь может быть твой текст. Добавь еще текста. Можно еще немного. Размести текст.</a:t>
            </a:r>
          </a:p>
        </p:txBody>
      </p:sp>
      <p:sp>
        <p:nvSpPr>
          <p:cNvPr id="53" name="Рисунок 61">
            <a:extLst>
              <a:ext uri="{FF2B5EF4-FFF2-40B4-BE49-F238E27FC236}">
                <a16:creationId xmlns:a16="http://schemas.microsoft.com/office/drawing/2014/main" id="{1B1B80F4-805D-FC44-5EBB-77AF3553C843}"/>
              </a:ext>
            </a:extLst>
          </p:cNvPr>
          <p:cNvSpPr/>
          <p:nvPr/>
        </p:nvSpPr>
        <p:spPr>
          <a:xfrm>
            <a:off x="843507" y="5827796"/>
            <a:ext cx="126500" cy="1265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6200 w 171450"/>
              <a:gd name="connsiteY5" fmla="*/ 47625 h 171450"/>
              <a:gd name="connsiteX6" fmla="*/ 85725 w 171450"/>
              <a:gd name="connsiteY6" fmla="*/ 38100 h 171450"/>
              <a:gd name="connsiteX7" fmla="*/ 95250 w 171450"/>
              <a:gd name="connsiteY7" fmla="*/ 47625 h 171450"/>
              <a:gd name="connsiteX8" fmla="*/ 95250 w 171450"/>
              <a:gd name="connsiteY8" fmla="*/ 85725 h 171450"/>
              <a:gd name="connsiteX9" fmla="*/ 85725 w 171450"/>
              <a:gd name="connsiteY9" fmla="*/ 95250 h 171450"/>
              <a:gd name="connsiteX10" fmla="*/ 76200 w 171450"/>
              <a:gd name="connsiteY10" fmla="*/ 85725 h 171450"/>
              <a:gd name="connsiteX11" fmla="*/ 76200 w 171450"/>
              <a:gd name="connsiteY11" fmla="*/ 47625 h 171450"/>
              <a:gd name="connsiteX12" fmla="*/ 95250 w 171450"/>
              <a:gd name="connsiteY12" fmla="*/ 123825 h 171450"/>
              <a:gd name="connsiteX13" fmla="*/ 85725 w 171450"/>
              <a:gd name="connsiteY13" fmla="*/ 133350 h 171450"/>
              <a:gd name="connsiteX14" fmla="*/ 76200 w 171450"/>
              <a:gd name="connsiteY14" fmla="*/ 123825 h 171450"/>
              <a:gd name="connsiteX15" fmla="*/ 85725 w 171450"/>
              <a:gd name="connsiteY15" fmla="*/ 114300 h 171450"/>
              <a:gd name="connsiteX16" fmla="*/ 95250 w 171450"/>
              <a:gd name="connsiteY16"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6200" y="47625"/>
                </a:moveTo>
                <a:cubicBezTo>
                  <a:pt x="76200" y="42365"/>
                  <a:pt x="80464" y="38100"/>
                  <a:pt x="85725" y="38100"/>
                </a:cubicBezTo>
                <a:cubicBezTo>
                  <a:pt x="90986" y="38100"/>
                  <a:pt x="95250" y="42365"/>
                  <a:pt x="95250" y="47625"/>
                </a:cubicBezTo>
                <a:lnTo>
                  <a:pt x="95250" y="85725"/>
                </a:lnTo>
                <a:cubicBezTo>
                  <a:pt x="95250" y="90986"/>
                  <a:pt x="90986" y="95250"/>
                  <a:pt x="85725" y="95250"/>
                </a:cubicBezTo>
                <a:cubicBezTo>
                  <a:pt x="80464" y="95250"/>
                  <a:pt x="76200" y="90986"/>
                  <a:pt x="76200" y="85725"/>
                </a:cubicBezTo>
                <a:lnTo>
                  <a:pt x="76200" y="47625"/>
                </a:lnTo>
                <a:close/>
                <a:moveTo>
                  <a:pt x="95250" y="123825"/>
                </a:moveTo>
                <a:cubicBezTo>
                  <a:pt x="95250" y="129086"/>
                  <a:pt x="90986" y="133350"/>
                  <a:pt x="85725" y="133350"/>
                </a:cubicBezTo>
                <a:cubicBezTo>
                  <a:pt x="80464" y="133350"/>
                  <a:pt x="76200" y="129086"/>
                  <a:pt x="76200" y="123825"/>
                </a:cubicBezTo>
                <a:cubicBezTo>
                  <a:pt x="76200" y="118564"/>
                  <a:pt x="80464" y="114300"/>
                  <a:pt x="85725" y="114300"/>
                </a:cubicBezTo>
                <a:cubicBezTo>
                  <a:pt x="90986" y="114300"/>
                  <a:pt x="95250" y="118564"/>
                  <a:pt x="95250" y="123825"/>
                </a:cubicBezTo>
                <a:close/>
              </a:path>
            </a:pathLst>
          </a:custGeom>
          <a:solidFill>
            <a:schemeClr val="accent1"/>
          </a:solidFill>
          <a:ln w="9525" cap="flat">
            <a:noFill/>
            <a:prstDash val="solid"/>
            <a:miter/>
          </a:ln>
        </p:spPr>
        <p:txBody>
          <a:bodyPr rtlCol="0" anchor="ctr"/>
          <a:lstStyle/>
          <a:p>
            <a:endParaRPr lang="ru-RU"/>
          </a:p>
        </p:txBody>
      </p:sp>
      <p:sp>
        <p:nvSpPr>
          <p:cNvPr id="54" name="Объект 1">
            <a:extLst>
              <a:ext uri="{FF2B5EF4-FFF2-40B4-BE49-F238E27FC236}">
                <a16:creationId xmlns:a16="http://schemas.microsoft.com/office/drawing/2014/main" id="{79551385-1B68-5CC5-D6E0-0CB74A95F8BB}"/>
              </a:ext>
            </a:extLst>
          </p:cNvPr>
          <p:cNvSpPr txBox="1">
            <a:spLocks/>
          </p:cNvSpPr>
          <p:nvPr/>
        </p:nvSpPr>
        <p:spPr>
          <a:xfrm>
            <a:off x="4406275" y="5809714"/>
            <a:ext cx="2857285" cy="32292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spcAft>
                <a:spcPts val="400"/>
              </a:spcAft>
            </a:pPr>
            <a:r>
              <a:rPr lang="ru-RU" sz="1000"/>
              <a:t>Здесь может быть твой текст. Добавь еще текста. Можно еще немного. Размести текст.</a:t>
            </a:r>
          </a:p>
        </p:txBody>
      </p:sp>
      <p:sp>
        <p:nvSpPr>
          <p:cNvPr id="55" name="Рисунок 61">
            <a:extLst>
              <a:ext uri="{FF2B5EF4-FFF2-40B4-BE49-F238E27FC236}">
                <a16:creationId xmlns:a16="http://schemas.microsoft.com/office/drawing/2014/main" id="{44C0F85A-E9C6-979A-3306-DD4CDDD36043}"/>
              </a:ext>
            </a:extLst>
          </p:cNvPr>
          <p:cNvSpPr/>
          <p:nvPr/>
        </p:nvSpPr>
        <p:spPr>
          <a:xfrm>
            <a:off x="4222547" y="5827796"/>
            <a:ext cx="126500" cy="1265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6200 w 171450"/>
              <a:gd name="connsiteY5" fmla="*/ 47625 h 171450"/>
              <a:gd name="connsiteX6" fmla="*/ 85725 w 171450"/>
              <a:gd name="connsiteY6" fmla="*/ 38100 h 171450"/>
              <a:gd name="connsiteX7" fmla="*/ 95250 w 171450"/>
              <a:gd name="connsiteY7" fmla="*/ 47625 h 171450"/>
              <a:gd name="connsiteX8" fmla="*/ 95250 w 171450"/>
              <a:gd name="connsiteY8" fmla="*/ 85725 h 171450"/>
              <a:gd name="connsiteX9" fmla="*/ 85725 w 171450"/>
              <a:gd name="connsiteY9" fmla="*/ 95250 h 171450"/>
              <a:gd name="connsiteX10" fmla="*/ 76200 w 171450"/>
              <a:gd name="connsiteY10" fmla="*/ 85725 h 171450"/>
              <a:gd name="connsiteX11" fmla="*/ 76200 w 171450"/>
              <a:gd name="connsiteY11" fmla="*/ 47625 h 171450"/>
              <a:gd name="connsiteX12" fmla="*/ 95250 w 171450"/>
              <a:gd name="connsiteY12" fmla="*/ 123825 h 171450"/>
              <a:gd name="connsiteX13" fmla="*/ 85725 w 171450"/>
              <a:gd name="connsiteY13" fmla="*/ 133350 h 171450"/>
              <a:gd name="connsiteX14" fmla="*/ 76200 w 171450"/>
              <a:gd name="connsiteY14" fmla="*/ 123825 h 171450"/>
              <a:gd name="connsiteX15" fmla="*/ 85725 w 171450"/>
              <a:gd name="connsiteY15" fmla="*/ 114300 h 171450"/>
              <a:gd name="connsiteX16" fmla="*/ 95250 w 171450"/>
              <a:gd name="connsiteY16"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6200" y="47625"/>
                </a:moveTo>
                <a:cubicBezTo>
                  <a:pt x="76200" y="42365"/>
                  <a:pt x="80464" y="38100"/>
                  <a:pt x="85725" y="38100"/>
                </a:cubicBezTo>
                <a:cubicBezTo>
                  <a:pt x="90986" y="38100"/>
                  <a:pt x="95250" y="42365"/>
                  <a:pt x="95250" y="47625"/>
                </a:cubicBezTo>
                <a:lnTo>
                  <a:pt x="95250" y="85725"/>
                </a:lnTo>
                <a:cubicBezTo>
                  <a:pt x="95250" y="90986"/>
                  <a:pt x="90986" y="95250"/>
                  <a:pt x="85725" y="95250"/>
                </a:cubicBezTo>
                <a:cubicBezTo>
                  <a:pt x="80464" y="95250"/>
                  <a:pt x="76200" y="90986"/>
                  <a:pt x="76200" y="85725"/>
                </a:cubicBezTo>
                <a:lnTo>
                  <a:pt x="76200" y="47625"/>
                </a:lnTo>
                <a:close/>
                <a:moveTo>
                  <a:pt x="95250" y="123825"/>
                </a:moveTo>
                <a:cubicBezTo>
                  <a:pt x="95250" y="129086"/>
                  <a:pt x="90986" y="133350"/>
                  <a:pt x="85725" y="133350"/>
                </a:cubicBezTo>
                <a:cubicBezTo>
                  <a:pt x="80464" y="133350"/>
                  <a:pt x="76200" y="129086"/>
                  <a:pt x="76200" y="123825"/>
                </a:cubicBezTo>
                <a:cubicBezTo>
                  <a:pt x="76200" y="118564"/>
                  <a:pt x="80464" y="114300"/>
                  <a:pt x="85725" y="114300"/>
                </a:cubicBezTo>
                <a:cubicBezTo>
                  <a:pt x="90986" y="114300"/>
                  <a:pt x="95250" y="118564"/>
                  <a:pt x="95250" y="123825"/>
                </a:cubicBezTo>
                <a:close/>
              </a:path>
            </a:pathLst>
          </a:custGeom>
          <a:solidFill>
            <a:schemeClr val="accent1"/>
          </a:solidFill>
          <a:ln w="9525" cap="flat">
            <a:noFill/>
            <a:prstDash val="solid"/>
            <a:miter/>
          </a:ln>
        </p:spPr>
        <p:txBody>
          <a:bodyPr rtlCol="0" anchor="ctr"/>
          <a:lstStyle/>
          <a:p>
            <a:endParaRPr lang="ru-RU"/>
          </a:p>
        </p:txBody>
      </p:sp>
      <p:sp>
        <p:nvSpPr>
          <p:cNvPr id="63" name="Объект 1">
            <a:extLst>
              <a:ext uri="{FF2B5EF4-FFF2-40B4-BE49-F238E27FC236}">
                <a16:creationId xmlns:a16="http://schemas.microsoft.com/office/drawing/2014/main" id="{7DD3B66A-5E5F-9B63-F731-F474445DB6F2}"/>
              </a:ext>
            </a:extLst>
          </p:cNvPr>
          <p:cNvSpPr txBox="1">
            <a:spLocks/>
          </p:cNvSpPr>
          <p:nvPr/>
        </p:nvSpPr>
        <p:spPr>
          <a:xfrm>
            <a:off x="7785315" y="5809714"/>
            <a:ext cx="2857285" cy="32292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spcAft>
                <a:spcPts val="400"/>
              </a:spcAft>
            </a:pPr>
            <a:r>
              <a:rPr lang="ru-RU" sz="1000"/>
              <a:t>Здесь может быть твой текст. Добавь еще текста. Можно еще немного. Размести текст.</a:t>
            </a:r>
          </a:p>
        </p:txBody>
      </p:sp>
      <p:sp>
        <p:nvSpPr>
          <p:cNvPr id="64" name="Рисунок 61">
            <a:extLst>
              <a:ext uri="{FF2B5EF4-FFF2-40B4-BE49-F238E27FC236}">
                <a16:creationId xmlns:a16="http://schemas.microsoft.com/office/drawing/2014/main" id="{EDAFC357-9F32-EDB7-8619-B8D53252B558}"/>
              </a:ext>
            </a:extLst>
          </p:cNvPr>
          <p:cNvSpPr/>
          <p:nvPr/>
        </p:nvSpPr>
        <p:spPr>
          <a:xfrm>
            <a:off x="7601587" y="5827796"/>
            <a:ext cx="126500" cy="1265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6200 w 171450"/>
              <a:gd name="connsiteY5" fmla="*/ 47625 h 171450"/>
              <a:gd name="connsiteX6" fmla="*/ 85725 w 171450"/>
              <a:gd name="connsiteY6" fmla="*/ 38100 h 171450"/>
              <a:gd name="connsiteX7" fmla="*/ 95250 w 171450"/>
              <a:gd name="connsiteY7" fmla="*/ 47625 h 171450"/>
              <a:gd name="connsiteX8" fmla="*/ 95250 w 171450"/>
              <a:gd name="connsiteY8" fmla="*/ 85725 h 171450"/>
              <a:gd name="connsiteX9" fmla="*/ 85725 w 171450"/>
              <a:gd name="connsiteY9" fmla="*/ 95250 h 171450"/>
              <a:gd name="connsiteX10" fmla="*/ 76200 w 171450"/>
              <a:gd name="connsiteY10" fmla="*/ 85725 h 171450"/>
              <a:gd name="connsiteX11" fmla="*/ 76200 w 171450"/>
              <a:gd name="connsiteY11" fmla="*/ 47625 h 171450"/>
              <a:gd name="connsiteX12" fmla="*/ 95250 w 171450"/>
              <a:gd name="connsiteY12" fmla="*/ 123825 h 171450"/>
              <a:gd name="connsiteX13" fmla="*/ 85725 w 171450"/>
              <a:gd name="connsiteY13" fmla="*/ 133350 h 171450"/>
              <a:gd name="connsiteX14" fmla="*/ 76200 w 171450"/>
              <a:gd name="connsiteY14" fmla="*/ 123825 h 171450"/>
              <a:gd name="connsiteX15" fmla="*/ 85725 w 171450"/>
              <a:gd name="connsiteY15" fmla="*/ 114300 h 171450"/>
              <a:gd name="connsiteX16" fmla="*/ 95250 w 171450"/>
              <a:gd name="connsiteY16"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6200" y="47625"/>
                </a:moveTo>
                <a:cubicBezTo>
                  <a:pt x="76200" y="42365"/>
                  <a:pt x="80464" y="38100"/>
                  <a:pt x="85725" y="38100"/>
                </a:cubicBezTo>
                <a:cubicBezTo>
                  <a:pt x="90986" y="38100"/>
                  <a:pt x="95250" y="42365"/>
                  <a:pt x="95250" y="47625"/>
                </a:cubicBezTo>
                <a:lnTo>
                  <a:pt x="95250" y="85725"/>
                </a:lnTo>
                <a:cubicBezTo>
                  <a:pt x="95250" y="90986"/>
                  <a:pt x="90986" y="95250"/>
                  <a:pt x="85725" y="95250"/>
                </a:cubicBezTo>
                <a:cubicBezTo>
                  <a:pt x="80464" y="95250"/>
                  <a:pt x="76200" y="90986"/>
                  <a:pt x="76200" y="85725"/>
                </a:cubicBezTo>
                <a:lnTo>
                  <a:pt x="76200" y="47625"/>
                </a:lnTo>
                <a:close/>
                <a:moveTo>
                  <a:pt x="95250" y="123825"/>
                </a:moveTo>
                <a:cubicBezTo>
                  <a:pt x="95250" y="129086"/>
                  <a:pt x="90986" y="133350"/>
                  <a:pt x="85725" y="133350"/>
                </a:cubicBezTo>
                <a:cubicBezTo>
                  <a:pt x="80464" y="133350"/>
                  <a:pt x="76200" y="129086"/>
                  <a:pt x="76200" y="123825"/>
                </a:cubicBezTo>
                <a:cubicBezTo>
                  <a:pt x="76200" y="118564"/>
                  <a:pt x="80464" y="114300"/>
                  <a:pt x="85725" y="114300"/>
                </a:cubicBezTo>
                <a:cubicBezTo>
                  <a:pt x="90986" y="114300"/>
                  <a:pt x="95250" y="118564"/>
                  <a:pt x="95250" y="123825"/>
                </a:cubicBezTo>
                <a:close/>
              </a:path>
            </a:pathLst>
          </a:custGeom>
          <a:solidFill>
            <a:schemeClr val="accent1"/>
          </a:solidFill>
          <a:ln w="9525" cap="flat">
            <a:noFill/>
            <a:prstDash val="solid"/>
            <a:miter/>
          </a:ln>
        </p:spPr>
        <p:txBody>
          <a:bodyPr rtlCol="0" anchor="ctr"/>
          <a:lstStyle/>
          <a:p>
            <a:endParaRPr lang="ru-RU"/>
          </a:p>
        </p:txBody>
      </p:sp>
      <p:grpSp>
        <p:nvGrpSpPr>
          <p:cNvPr id="6" name="Группа 5">
            <a:extLst>
              <a:ext uri="{FF2B5EF4-FFF2-40B4-BE49-F238E27FC236}">
                <a16:creationId xmlns:a16="http://schemas.microsoft.com/office/drawing/2014/main" id="{1780F89C-A4A3-E0E9-8D4F-1144F010276C}"/>
              </a:ext>
            </a:extLst>
          </p:cNvPr>
          <p:cNvGrpSpPr/>
          <p:nvPr/>
        </p:nvGrpSpPr>
        <p:grpSpPr>
          <a:xfrm>
            <a:off x="5435168" y="3643011"/>
            <a:ext cx="1321665" cy="252000"/>
            <a:chOff x="5435168" y="3643011"/>
            <a:chExt cx="1321665" cy="252000"/>
          </a:xfrm>
        </p:grpSpPr>
        <p:sp>
          <p:nvSpPr>
            <p:cNvPr id="12" name="Прямоугольник: скругленные углы 11">
              <a:extLst>
                <a:ext uri="{FF2B5EF4-FFF2-40B4-BE49-F238E27FC236}">
                  <a16:creationId xmlns:a16="http://schemas.microsoft.com/office/drawing/2014/main" id="{78BDFADD-EB18-4423-6126-47D02939DD3A}"/>
                </a:ext>
              </a:extLst>
            </p:cNvPr>
            <p:cNvSpPr/>
            <p:nvPr/>
          </p:nvSpPr>
          <p:spPr>
            <a:xfrm>
              <a:off x="5435168" y="3643011"/>
              <a:ext cx="1321665"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18000" rIns="72000" bIns="36000" rtlCol="0" anchor="ctr">
              <a:noAutofit/>
            </a:bodyPr>
            <a:lstStyle/>
            <a:p>
              <a:r>
                <a:rPr lang="ru-RU" sz="1200"/>
                <a:t>Детализация</a:t>
              </a:r>
              <a:endParaRPr lang="ru-RU" sz="1400"/>
            </a:p>
          </p:txBody>
        </p:sp>
        <p:sp>
          <p:nvSpPr>
            <p:cNvPr id="66" name="Рисунок 363">
              <a:extLst>
                <a:ext uri="{FF2B5EF4-FFF2-40B4-BE49-F238E27FC236}">
                  <a16:creationId xmlns:a16="http://schemas.microsoft.com/office/drawing/2014/main" id="{0AE7DE78-C0BC-51AA-AB57-DDFFEAB510FA}"/>
                </a:ext>
              </a:extLst>
            </p:cNvPr>
            <p:cNvSpPr/>
            <p:nvPr/>
          </p:nvSpPr>
          <p:spPr>
            <a:xfrm>
              <a:off x="6533004" y="3699853"/>
              <a:ext cx="144000" cy="144000"/>
            </a:xfrm>
            <a:custGeom>
              <a:avLst/>
              <a:gdLst>
                <a:gd name="connsiteX0" fmla="*/ 57150 w 171450"/>
                <a:gd name="connsiteY0" fmla="*/ 1020 h 171404"/>
                <a:gd name="connsiteX1" fmla="*/ 0 w 171450"/>
                <a:gd name="connsiteY1" fmla="*/ 85679 h 171404"/>
                <a:gd name="connsiteX2" fmla="*/ 85725 w 171450"/>
                <a:gd name="connsiteY2" fmla="*/ 171404 h 171404"/>
                <a:gd name="connsiteX3" fmla="*/ 171450 w 171450"/>
                <a:gd name="connsiteY3" fmla="*/ 85679 h 171404"/>
                <a:gd name="connsiteX4" fmla="*/ 114300 w 171450"/>
                <a:gd name="connsiteY4" fmla="*/ 1020 h 171404"/>
                <a:gd name="connsiteX5" fmla="*/ 95250 w 171450"/>
                <a:gd name="connsiteY5" fmla="*/ 19004 h 171404"/>
                <a:gd name="connsiteX6" fmla="*/ 95250 w 171450"/>
                <a:gd name="connsiteY6" fmla="*/ 95204 h 171404"/>
                <a:gd name="connsiteX7" fmla="*/ 118110 w 171450"/>
                <a:gd name="connsiteY7" fmla="*/ 78059 h 171404"/>
                <a:gd name="connsiteX8" fmla="*/ 131445 w 171450"/>
                <a:gd name="connsiteY8" fmla="*/ 79964 h 171404"/>
                <a:gd name="connsiteX9" fmla="*/ 129540 w 171450"/>
                <a:gd name="connsiteY9" fmla="*/ 93299 h 171404"/>
                <a:gd name="connsiteX10" fmla="*/ 91440 w 171450"/>
                <a:gd name="connsiteY10" fmla="*/ 121874 h 171404"/>
                <a:gd name="connsiteX11" fmla="*/ 80010 w 171450"/>
                <a:gd name="connsiteY11" fmla="*/ 121874 h 171404"/>
                <a:gd name="connsiteX12" fmla="*/ 41910 w 171450"/>
                <a:gd name="connsiteY12" fmla="*/ 93299 h 171404"/>
                <a:gd name="connsiteX13" fmla="*/ 40005 w 171450"/>
                <a:gd name="connsiteY13" fmla="*/ 79964 h 171404"/>
                <a:gd name="connsiteX14" fmla="*/ 53340 w 171450"/>
                <a:gd name="connsiteY14" fmla="*/ 78059 h 171404"/>
                <a:gd name="connsiteX15" fmla="*/ 76200 w 171450"/>
                <a:gd name="connsiteY15" fmla="*/ 95204 h 171404"/>
                <a:gd name="connsiteX16" fmla="*/ 76200 w 171450"/>
                <a:gd name="connsiteY16" fmla="*/ 19004 h 171404"/>
                <a:gd name="connsiteX17" fmla="*/ 57150 w 171450"/>
                <a:gd name="connsiteY17" fmla="*/ 1020 h 171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71404">
                  <a:moveTo>
                    <a:pt x="57150" y="1020"/>
                  </a:moveTo>
                  <a:cubicBezTo>
                    <a:pt x="10867" y="5204"/>
                    <a:pt x="0" y="24720"/>
                    <a:pt x="0" y="85679"/>
                  </a:cubicBezTo>
                  <a:cubicBezTo>
                    <a:pt x="0" y="152355"/>
                    <a:pt x="9525" y="171404"/>
                    <a:pt x="85725" y="171404"/>
                  </a:cubicBezTo>
                  <a:cubicBezTo>
                    <a:pt x="161925" y="171404"/>
                    <a:pt x="171450" y="152355"/>
                    <a:pt x="171450" y="85679"/>
                  </a:cubicBezTo>
                  <a:cubicBezTo>
                    <a:pt x="171450" y="23767"/>
                    <a:pt x="160583" y="5204"/>
                    <a:pt x="114300" y="1020"/>
                  </a:cubicBezTo>
                  <a:cubicBezTo>
                    <a:pt x="95250" y="-702"/>
                    <a:pt x="95250" y="-2904"/>
                    <a:pt x="95250" y="19004"/>
                  </a:cubicBezTo>
                  <a:lnTo>
                    <a:pt x="95250" y="95204"/>
                  </a:lnTo>
                  <a:lnTo>
                    <a:pt x="118110" y="78059"/>
                  </a:lnTo>
                  <a:cubicBezTo>
                    <a:pt x="122318" y="74902"/>
                    <a:pt x="128288" y="75756"/>
                    <a:pt x="131445" y="79964"/>
                  </a:cubicBezTo>
                  <a:cubicBezTo>
                    <a:pt x="134602" y="84172"/>
                    <a:pt x="133748" y="90142"/>
                    <a:pt x="129540" y="93299"/>
                  </a:cubicBezTo>
                  <a:lnTo>
                    <a:pt x="91440" y="121874"/>
                  </a:lnTo>
                  <a:cubicBezTo>
                    <a:pt x="88053" y="124414"/>
                    <a:pt x="83397" y="124414"/>
                    <a:pt x="80010" y="121874"/>
                  </a:cubicBezTo>
                  <a:lnTo>
                    <a:pt x="41910" y="93299"/>
                  </a:lnTo>
                  <a:cubicBezTo>
                    <a:pt x="37702" y="90142"/>
                    <a:pt x="36849" y="84172"/>
                    <a:pt x="40005" y="79964"/>
                  </a:cubicBezTo>
                  <a:cubicBezTo>
                    <a:pt x="43161" y="75756"/>
                    <a:pt x="49132" y="74902"/>
                    <a:pt x="53340" y="78059"/>
                  </a:cubicBezTo>
                  <a:lnTo>
                    <a:pt x="76200" y="95204"/>
                  </a:lnTo>
                  <a:lnTo>
                    <a:pt x="76200" y="19004"/>
                  </a:lnTo>
                  <a:cubicBezTo>
                    <a:pt x="76200" y="-2904"/>
                    <a:pt x="76200" y="-702"/>
                    <a:pt x="57150" y="1020"/>
                  </a:cubicBezTo>
                  <a:close/>
                </a:path>
              </a:pathLst>
            </a:custGeom>
            <a:solidFill>
              <a:schemeClr val="bg1"/>
            </a:solidFill>
            <a:ln w="9525" cap="flat">
              <a:noFill/>
              <a:prstDash val="solid"/>
              <a:miter/>
            </a:ln>
          </p:spPr>
          <p:txBody>
            <a:bodyPr rtlCol="0" anchor="ctr"/>
            <a:lstStyle/>
            <a:p>
              <a:endParaRPr lang="ru-RU"/>
            </a:p>
          </p:txBody>
        </p:sp>
      </p:grpSp>
      <p:sp>
        <p:nvSpPr>
          <p:cNvPr id="5" name="Нижний колонтитул 4">
            <a:extLst>
              <a:ext uri="{FF2B5EF4-FFF2-40B4-BE49-F238E27FC236}">
                <a16:creationId xmlns:a16="http://schemas.microsoft.com/office/drawing/2014/main" id="{E7BF81A1-B37A-7196-C9D7-5ECABF644184}"/>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996752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CF698856-DB71-0E2B-409D-EA744E65A8F0}"/>
              </a:ext>
            </a:extLst>
          </p:cNvPr>
          <p:cNvSpPr>
            <a:spLocks noGrp="1"/>
          </p:cNvSpPr>
          <p:nvPr>
            <p:ph type="sldNum" sz="quarter" idx="12"/>
          </p:nvPr>
        </p:nvSpPr>
        <p:spPr/>
        <p:txBody>
          <a:bodyPr/>
          <a:lstStyle/>
          <a:p>
            <a:fld id="{EB5249F5-0093-48B0-B996-C4E44A87EAFB}" type="slidenum">
              <a:rPr lang="ru-RU" smtClean="0"/>
              <a:pPr/>
              <a:t>37</a:t>
            </a:fld>
            <a:endParaRPr lang="ru-RU"/>
          </a:p>
        </p:txBody>
      </p:sp>
      <p:sp>
        <p:nvSpPr>
          <p:cNvPr id="4" name="Заголовок 3">
            <a:extLst>
              <a:ext uri="{FF2B5EF4-FFF2-40B4-BE49-F238E27FC236}">
                <a16:creationId xmlns:a16="http://schemas.microsoft.com/office/drawing/2014/main" id="{7B67BC55-E923-2139-B216-B9065709014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2" name="Прямоугольник: скругленные углы 1">
            <a:extLst>
              <a:ext uri="{FF2B5EF4-FFF2-40B4-BE49-F238E27FC236}">
                <a16:creationId xmlns:a16="http://schemas.microsoft.com/office/drawing/2014/main" id="{EBB17459-A647-709C-885F-7FE8F6328AF4}"/>
              </a:ext>
            </a:extLst>
          </p:cNvPr>
          <p:cNvSpPr/>
          <p:nvPr/>
        </p:nvSpPr>
        <p:spPr>
          <a:xfrm>
            <a:off x="639764" y="1520825"/>
            <a:ext cx="6331179" cy="1620000"/>
          </a:xfrm>
          <a:prstGeom prst="roundRect">
            <a:avLst>
              <a:gd name="adj" fmla="val 1187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10" name="Диаграмма 9">
            <a:extLst>
              <a:ext uri="{FF2B5EF4-FFF2-40B4-BE49-F238E27FC236}">
                <a16:creationId xmlns:a16="http://schemas.microsoft.com/office/drawing/2014/main" id="{26A5B9CF-AD69-D8FF-470A-7C29CA4F5147}"/>
              </a:ext>
            </a:extLst>
          </p:cNvPr>
          <p:cNvGraphicFramePr/>
          <p:nvPr/>
        </p:nvGraphicFramePr>
        <p:xfrm>
          <a:off x="2751952" y="1612607"/>
          <a:ext cx="4066794" cy="1441092"/>
        </p:xfrm>
        <a:graphic>
          <a:graphicData uri="http://schemas.openxmlformats.org/drawingml/2006/chart">
            <c:chart xmlns:c="http://schemas.openxmlformats.org/drawingml/2006/chart" xmlns:r="http://schemas.openxmlformats.org/officeDocument/2006/relationships" r:id="rId2"/>
          </a:graphicData>
        </a:graphic>
      </p:graphicFrame>
      <p:sp>
        <p:nvSpPr>
          <p:cNvPr id="11" name="Овал 10">
            <a:extLst>
              <a:ext uri="{FF2B5EF4-FFF2-40B4-BE49-F238E27FC236}">
                <a16:creationId xmlns:a16="http://schemas.microsoft.com/office/drawing/2014/main" id="{68E8F4A5-16F5-90E8-DD14-5FA2816C400C}"/>
              </a:ext>
            </a:extLst>
          </p:cNvPr>
          <p:cNvSpPr/>
          <p:nvPr/>
        </p:nvSpPr>
        <p:spPr>
          <a:xfrm>
            <a:off x="5440119" y="2210850"/>
            <a:ext cx="112956" cy="112956"/>
          </a:xfrm>
          <a:prstGeom prst="ellipse">
            <a:avLst/>
          </a:prstGeom>
          <a:solidFill>
            <a:schemeClr val="accent2"/>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12" name="Овал 11">
            <a:extLst>
              <a:ext uri="{FF2B5EF4-FFF2-40B4-BE49-F238E27FC236}">
                <a16:creationId xmlns:a16="http://schemas.microsoft.com/office/drawing/2014/main" id="{188A7721-008D-C267-052A-ADC329C4A52A}"/>
              </a:ext>
            </a:extLst>
          </p:cNvPr>
          <p:cNvSpPr/>
          <p:nvPr/>
        </p:nvSpPr>
        <p:spPr>
          <a:xfrm>
            <a:off x="5440119" y="2542345"/>
            <a:ext cx="112956" cy="112956"/>
          </a:xfrm>
          <a:prstGeom prst="ellipse">
            <a:avLst/>
          </a:prstGeom>
          <a:solidFill>
            <a:schemeClr val="accent1"/>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13" name="Объект 1">
            <a:extLst>
              <a:ext uri="{FF2B5EF4-FFF2-40B4-BE49-F238E27FC236}">
                <a16:creationId xmlns:a16="http://schemas.microsoft.com/office/drawing/2014/main" id="{7B723562-D2B7-D293-687C-0BA55FC13D93}"/>
              </a:ext>
            </a:extLst>
          </p:cNvPr>
          <p:cNvSpPr txBox="1">
            <a:spLocks/>
          </p:cNvSpPr>
          <p:nvPr/>
        </p:nvSpPr>
        <p:spPr>
          <a:xfrm>
            <a:off x="824259" y="1677871"/>
            <a:ext cx="1909610" cy="37442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заголовок</a:t>
            </a:r>
            <a:br>
              <a:rPr lang="ru-RU" sz="1400" b="1"/>
            </a:br>
            <a:r>
              <a:rPr lang="ru-RU" sz="1400" b="1"/>
              <a:t>в 1-2 строки</a:t>
            </a:r>
          </a:p>
        </p:txBody>
      </p:sp>
      <p:sp>
        <p:nvSpPr>
          <p:cNvPr id="14" name="Объект 1">
            <a:extLst>
              <a:ext uri="{FF2B5EF4-FFF2-40B4-BE49-F238E27FC236}">
                <a16:creationId xmlns:a16="http://schemas.microsoft.com/office/drawing/2014/main" id="{C464845B-37F4-426C-2982-45ACC5BA592B}"/>
              </a:ext>
            </a:extLst>
          </p:cNvPr>
          <p:cNvSpPr txBox="1">
            <a:spLocks/>
          </p:cNvSpPr>
          <p:nvPr/>
        </p:nvSpPr>
        <p:spPr>
          <a:xfrm>
            <a:off x="824259" y="2442192"/>
            <a:ext cx="1012132"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113,58</a:t>
            </a:r>
          </a:p>
        </p:txBody>
      </p:sp>
      <p:grpSp>
        <p:nvGrpSpPr>
          <p:cNvPr id="15" name="Группа 14">
            <a:extLst>
              <a:ext uri="{FF2B5EF4-FFF2-40B4-BE49-F238E27FC236}">
                <a16:creationId xmlns:a16="http://schemas.microsoft.com/office/drawing/2014/main" id="{E7DF4A4D-39C9-92C7-FF9D-DAB8B9B2E011}"/>
              </a:ext>
            </a:extLst>
          </p:cNvPr>
          <p:cNvGrpSpPr/>
          <p:nvPr/>
        </p:nvGrpSpPr>
        <p:grpSpPr>
          <a:xfrm>
            <a:off x="1828176" y="2527121"/>
            <a:ext cx="629274" cy="171450"/>
            <a:chOff x="1565819" y="2271113"/>
            <a:chExt cx="629274" cy="171450"/>
          </a:xfrm>
        </p:grpSpPr>
        <p:sp>
          <p:nvSpPr>
            <p:cNvPr id="16" name="Объект 1">
              <a:extLst>
                <a:ext uri="{FF2B5EF4-FFF2-40B4-BE49-F238E27FC236}">
                  <a16:creationId xmlns:a16="http://schemas.microsoft.com/office/drawing/2014/main" id="{18A2B864-575F-041D-A26B-8B1987693A13}"/>
                </a:ext>
              </a:extLst>
            </p:cNvPr>
            <p:cNvSpPr txBox="1">
              <a:spLocks/>
            </p:cNvSpPr>
            <p:nvPr/>
          </p:nvSpPr>
          <p:spPr>
            <a:xfrm>
              <a:off x="1740892" y="2284838"/>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rgbClr val="F53C14"/>
                  </a:solidFill>
                </a:rPr>
                <a:t>-23%</a:t>
              </a:r>
            </a:p>
          </p:txBody>
        </p:sp>
        <p:sp>
          <p:nvSpPr>
            <p:cNvPr id="17" name="Рисунок 11">
              <a:extLst>
                <a:ext uri="{FF2B5EF4-FFF2-40B4-BE49-F238E27FC236}">
                  <a16:creationId xmlns:a16="http://schemas.microsoft.com/office/drawing/2014/main" id="{10037AC1-99BE-CB2B-73AC-122EA8B1A91A}"/>
                </a:ext>
              </a:extLst>
            </p:cNvPr>
            <p:cNvSpPr/>
            <p:nvPr/>
          </p:nvSpPr>
          <p:spPr>
            <a:xfrm rot="10800000">
              <a:off x="1565819" y="2271113"/>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grpSp>
      <p:sp>
        <p:nvSpPr>
          <p:cNvPr id="18" name="Объект 1">
            <a:extLst>
              <a:ext uri="{FF2B5EF4-FFF2-40B4-BE49-F238E27FC236}">
                <a16:creationId xmlns:a16="http://schemas.microsoft.com/office/drawing/2014/main" id="{695E9D60-D427-EA44-4B50-6A507A17BA38}"/>
              </a:ext>
            </a:extLst>
          </p:cNvPr>
          <p:cNvSpPr txBox="1">
            <a:spLocks/>
          </p:cNvSpPr>
          <p:nvPr/>
        </p:nvSpPr>
        <p:spPr>
          <a:xfrm>
            <a:off x="824259" y="2864514"/>
            <a:ext cx="136552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accent6">
                    <a:lumMod val="75000"/>
                  </a:schemeClr>
                </a:solidFill>
              </a:rPr>
              <a:t>Период времени</a:t>
            </a:r>
          </a:p>
        </p:txBody>
      </p:sp>
      <p:sp>
        <p:nvSpPr>
          <p:cNvPr id="5" name="Прямоугольник: скругленные углы 4">
            <a:extLst>
              <a:ext uri="{FF2B5EF4-FFF2-40B4-BE49-F238E27FC236}">
                <a16:creationId xmlns:a16="http://schemas.microsoft.com/office/drawing/2014/main" id="{ADD7551A-227C-4E74-50D4-AF0537D70AA6}"/>
              </a:ext>
            </a:extLst>
          </p:cNvPr>
          <p:cNvSpPr/>
          <p:nvPr/>
        </p:nvSpPr>
        <p:spPr>
          <a:xfrm>
            <a:off x="7265445" y="1520825"/>
            <a:ext cx="4285203" cy="1620000"/>
          </a:xfrm>
          <a:prstGeom prst="roundRect">
            <a:avLst>
              <a:gd name="adj" fmla="val 1088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19" name="Диаграмма 18">
            <a:extLst>
              <a:ext uri="{FF2B5EF4-FFF2-40B4-BE49-F238E27FC236}">
                <a16:creationId xmlns:a16="http://schemas.microsoft.com/office/drawing/2014/main" id="{86574AB9-B431-1EC6-2FD2-14703A5CAEA8}"/>
              </a:ext>
            </a:extLst>
          </p:cNvPr>
          <p:cNvGraphicFramePr/>
          <p:nvPr/>
        </p:nvGraphicFramePr>
        <p:xfrm>
          <a:off x="7139423" y="1652178"/>
          <a:ext cx="1920087" cy="1362203"/>
        </p:xfrm>
        <a:graphic>
          <a:graphicData uri="http://schemas.openxmlformats.org/drawingml/2006/chart">
            <c:chart xmlns:c="http://schemas.openxmlformats.org/drawingml/2006/chart" xmlns:r="http://schemas.openxmlformats.org/officeDocument/2006/relationships" r:id="rId3"/>
          </a:graphicData>
        </a:graphic>
      </p:graphicFrame>
      <p:sp>
        <p:nvSpPr>
          <p:cNvPr id="20" name="Объект 1">
            <a:extLst>
              <a:ext uri="{FF2B5EF4-FFF2-40B4-BE49-F238E27FC236}">
                <a16:creationId xmlns:a16="http://schemas.microsoft.com/office/drawing/2014/main" id="{C3714A41-B622-DA37-71CF-65438DE3F948}"/>
              </a:ext>
            </a:extLst>
          </p:cNvPr>
          <p:cNvSpPr txBox="1">
            <a:spLocks/>
          </p:cNvSpPr>
          <p:nvPr/>
        </p:nvSpPr>
        <p:spPr>
          <a:xfrm>
            <a:off x="7757401" y="2126936"/>
            <a:ext cx="684130" cy="21890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b="1"/>
              <a:t>34,5</a:t>
            </a:r>
          </a:p>
        </p:txBody>
      </p:sp>
      <p:sp>
        <p:nvSpPr>
          <p:cNvPr id="21" name="Объект 1">
            <a:extLst>
              <a:ext uri="{FF2B5EF4-FFF2-40B4-BE49-F238E27FC236}">
                <a16:creationId xmlns:a16="http://schemas.microsoft.com/office/drawing/2014/main" id="{BEFF5990-85B0-8C02-25E5-75970B3B7BE4}"/>
              </a:ext>
            </a:extLst>
          </p:cNvPr>
          <p:cNvSpPr txBox="1">
            <a:spLocks/>
          </p:cNvSpPr>
          <p:nvPr/>
        </p:nvSpPr>
        <p:spPr>
          <a:xfrm>
            <a:off x="7785976" y="2391777"/>
            <a:ext cx="626980" cy="21890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800">
                <a:solidFill>
                  <a:schemeClr val="accent6">
                    <a:lumMod val="75000"/>
                  </a:schemeClr>
                </a:solidFill>
              </a:rPr>
              <a:t>Название </a:t>
            </a:r>
            <a:br>
              <a:rPr lang="ru-RU" sz="800">
                <a:solidFill>
                  <a:schemeClr val="accent6">
                    <a:lumMod val="75000"/>
                  </a:schemeClr>
                </a:solidFill>
              </a:rPr>
            </a:br>
            <a:r>
              <a:rPr lang="ru-RU" sz="800">
                <a:solidFill>
                  <a:schemeClr val="accent6">
                    <a:lumMod val="75000"/>
                  </a:schemeClr>
                </a:solidFill>
              </a:rPr>
              <a:t>показателя</a:t>
            </a:r>
          </a:p>
        </p:txBody>
      </p:sp>
      <p:sp>
        <p:nvSpPr>
          <p:cNvPr id="22" name="Объект 1">
            <a:extLst>
              <a:ext uri="{FF2B5EF4-FFF2-40B4-BE49-F238E27FC236}">
                <a16:creationId xmlns:a16="http://schemas.microsoft.com/office/drawing/2014/main" id="{F4E04B80-90BF-F4D0-900C-A4F04FBF62E0}"/>
              </a:ext>
            </a:extLst>
          </p:cNvPr>
          <p:cNvSpPr txBox="1">
            <a:spLocks/>
          </p:cNvSpPr>
          <p:nvPr/>
        </p:nvSpPr>
        <p:spPr>
          <a:xfrm>
            <a:off x="8962561" y="1756217"/>
            <a:ext cx="1012132" cy="3229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547,4</a:t>
            </a:r>
          </a:p>
        </p:txBody>
      </p:sp>
      <p:sp>
        <p:nvSpPr>
          <p:cNvPr id="23" name="Объект 1">
            <a:extLst>
              <a:ext uri="{FF2B5EF4-FFF2-40B4-BE49-F238E27FC236}">
                <a16:creationId xmlns:a16="http://schemas.microsoft.com/office/drawing/2014/main" id="{DB30A9FA-B1BB-387C-5087-7E3225AC96A7}"/>
              </a:ext>
            </a:extLst>
          </p:cNvPr>
          <p:cNvSpPr txBox="1">
            <a:spLocks/>
          </p:cNvSpPr>
          <p:nvPr/>
        </p:nvSpPr>
        <p:spPr>
          <a:xfrm>
            <a:off x="8962561" y="2171404"/>
            <a:ext cx="2322659"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accent6">
                    <a:lumMod val="75000"/>
                  </a:schemeClr>
                </a:solidFill>
              </a:rPr>
              <a:t>Краткий комментарий в 1 строку</a:t>
            </a:r>
          </a:p>
        </p:txBody>
      </p:sp>
      <p:sp>
        <p:nvSpPr>
          <p:cNvPr id="24" name="Объект 1">
            <a:extLst>
              <a:ext uri="{FF2B5EF4-FFF2-40B4-BE49-F238E27FC236}">
                <a16:creationId xmlns:a16="http://schemas.microsoft.com/office/drawing/2014/main" id="{0D9511AC-548D-5138-1AD6-801A75EF893C}"/>
              </a:ext>
            </a:extLst>
          </p:cNvPr>
          <p:cNvSpPr txBox="1">
            <a:spLocks/>
          </p:cNvSpPr>
          <p:nvPr/>
        </p:nvSpPr>
        <p:spPr>
          <a:xfrm>
            <a:off x="9823042" y="1893856"/>
            <a:ext cx="1462178"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Единицы измерения</a:t>
            </a:r>
          </a:p>
        </p:txBody>
      </p:sp>
      <p:sp>
        <p:nvSpPr>
          <p:cNvPr id="25" name="Объект 1">
            <a:extLst>
              <a:ext uri="{FF2B5EF4-FFF2-40B4-BE49-F238E27FC236}">
                <a16:creationId xmlns:a16="http://schemas.microsoft.com/office/drawing/2014/main" id="{4FA92389-59FA-DA47-61F0-B51C6AE82A82}"/>
              </a:ext>
            </a:extLst>
          </p:cNvPr>
          <p:cNvSpPr txBox="1">
            <a:spLocks/>
          </p:cNvSpPr>
          <p:nvPr/>
        </p:nvSpPr>
        <p:spPr>
          <a:xfrm>
            <a:off x="9156458" y="2508211"/>
            <a:ext cx="2076692"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показателя 1</a:t>
            </a:r>
          </a:p>
        </p:txBody>
      </p:sp>
      <p:sp>
        <p:nvSpPr>
          <p:cNvPr id="26" name="Объект 1">
            <a:extLst>
              <a:ext uri="{FF2B5EF4-FFF2-40B4-BE49-F238E27FC236}">
                <a16:creationId xmlns:a16="http://schemas.microsoft.com/office/drawing/2014/main" id="{EBA29452-337F-CFB4-751D-90D46D5D0E09}"/>
              </a:ext>
            </a:extLst>
          </p:cNvPr>
          <p:cNvSpPr txBox="1">
            <a:spLocks/>
          </p:cNvSpPr>
          <p:nvPr/>
        </p:nvSpPr>
        <p:spPr>
          <a:xfrm>
            <a:off x="9156458" y="2772446"/>
            <a:ext cx="2076692"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показателя 2</a:t>
            </a:r>
          </a:p>
        </p:txBody>
      </p:sp>
      <p:sp>
        <p:nvSpPr>
          <p:cNvPr id="28" name="Овал 27">
            <a:extLst>
              <a:ext uri="{FF2B5EF4-FFF2-40B4-BE49-F238E27FC236}">
                <a16:creationId xmlns:a16="http://schemas.microsoft.com/office/drawing/2014/main" id="{596A3BB8-1E07-7E85-17F7-494DA3A75EE7}"/>
              </a:ext>
            </a:extLst>
          </p:cNvPr>
          <p:cNvSpPr/>
          <p:nvPr/>
        </p:nvSpPr>
        <p:spPr>
          <a:xfrm>
            <a:off x="8962561" y="2523733"/>
            <a:ext cx="112956" cy="112956"/>
          </a:xfrm>
          <a:prstGeom prst="ellipse">
            <a:avLst/>
          </a:prstGeom>
          <a:solidFill>
            <a:schemeClr val="accent1"/>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29" name="Овал 28">
            <a:extLst>
              <a:ext uri="{FF2B5EF4-FFF2-40B4-BE49-F238E27FC236}">
                <a16:creationId xmlns:a16="http://schemas.microsoft.com/office/drawing/2014/main" id="{68049132-F17F-9448-8738-B6CE4B8488CF}"/>
              </a:ext>
            </a:extLst>
          </p:cNvPr>
          <p:cNvSpPr/>
          <p:nvPr/>
        </p:nvSpPr>
        <p:spPr>
          <a:xfrm>
            <a:off x="8962561" y="2787968"/>
            <a:ext cx="112956" cy="112956"/>
          </a:xfrm>
          <a:prstGeom prst="ellipse">
            <a:avLst/>
          </a:prstGeom>
          <a:solidFill>
            <a:schemeClr val="accent6">
              <a:lumMod val="60000"/>
              <a:lumOff val="40000"/>
            </a:schemeClr>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8" name="Прямоугольник: скругленные углы 7">
            <a:extLst>
              <a:ext uri="{FF2B5EF4-FFF2-40B4-BE49-F238E27FC236}">
                <a16:creationId xmlns:a16="http://schemas.microsoft.com/office/drawing/2014/main" id="{FB06CF52-08BA-F346-E86C-094F5EFBCA54}"/>
              </a:ext>
            </a:extLst>
          </p:cNvPr>
          <p:cNvSpPr/>
          <p:nvPr/>
        </p:nvSpPr>
        <p:spPr>
          <a:xfrm>
            <a:off x="639762" y="4642688"/>
            <a:ext cx="10910886" cy="1620000"/>
          </a:xfrm>
          <a:prstGeom prst="roundRect">
            <a:avLst>
              <a:gd name="adj" fmla="val 773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 name="Прямоугольник: скругленные углы 6">
            <a:extLst>
              <a:ext uri="{FF2B5EF4-FFF2-40B4-BE49-F238E27FC236}">
                <a16:creationId xmlns:a16="http://schemas.microsoft.com/office/drawing/2014/main" id="{1C833366-4F95-D030-02F3-736BE61B9A90}"/>
              </a:ext>
            </a:extLst>
          </p:cNvPr>
          <p:cNvSpPr/>
          <p:nvPr/>
        </p:nvSpPr>
        <p:spPr>
          <a:xfrm>
            <a:off x="639762" y="3432969"/>
            <a:ext cx="10910884" cy="917575"/>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44" name="Группа 43">
            <a:extLst>
              <a:ext uri="{FF2B5EF4-FFF2-40B4-BE49-F238E27FC236}">
                <a16:creationId xmlns:a16="http://schemas.microsoft.com/office/drawing/2014/main" id="{1CB5332A-AFB3-2FE3-36DB-EC4ED1FE0A3E}"/>
              </a:ext>
            </a:extLst>
          </p:cNvPr>
          <p:cNvGrpSpPr/>
          <p:nvPr/>
        </p:nvGrpSpPr>
        <p:grpSpPr>
          <a:xfrm>
            <a:off x="818183" y="3560208"/>
            <a:ext cx="921715" cy="663097"/>
            <a:chOff x="818183" y="3468637"/>
            <a:chExt cx="921715" cy="663097"/>
          </a:xfrm>
        </p:grpSpPr>
        <p:sp>
          <p:nvSpPr>
            <p:cNvPr id="33" name="Объект 1">
              <a:extLst>
                <a:ext uri="{FF2B5EF4-FFF2-40B4-BE49-F238E27FC236}">
                  <a16:creationId xmlns:a16="http://schemas.microsoft.com/office/drawing/2014/main" id="{F93E88A8-35A6-F5E3-DB3F-52D4696C9B1C}"/>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34" name="Объект 1">
              <a:extLst>
                <a:ext uri="{FF2B5EF4-FFF2-40B4-BE49-F238E27FC236}">
                  <a16:creationId xmlns:a16="http://schemas.microsoft.com/office/drawing/2014/main" id="{DCC79C9B-56F9-6E3C-C42B-2B98C3D952A5}"/>
                </a:ext>
              </a:extLst>
            </p:cNvPr>
            <p:cNvSpPr txBox="1">
              <a:spLocks/>
            </p:cNvSpPr>
            <p:nvPr/>
          </p:nvSpPr>
          <p:spPr>
            <a:xfrm>
              <a:off x="824259" y="3859859"/>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96,5%</a:t>
              </a:r>
            </a:p>
          </p:txBody>
        </p:sp>
      </p:grpSp>
      <p:cxnSp>
        <p:nvCxnSpPr>
          <p:cNvPr id="39" name="Прямая соединительная линия 38">
            <a:extLst>
              <a:ext uri="{FF2B5EF4-FFF2-40B4-BE49-F238E27FC236}">
                <a16:creationId xmlns:a16="http://schemas.microsoft.com/office/drawing/2014/main" id="{294041B2-1E05-C010-7C75-FDDBEC3C0099}"/>
              </a:ext>
            </a:extLst>
          </p:cNvPr>
          <p:cNvCxnSpPr>
            <a:cxnSpLocks/>
          </p:cNvCxnSpPr>
          <p:nvPr/>
        </p:nvCxnSpPr>
        <p:spPr>
          <a:xfrm flipV="1">
            <a:off x="6029944" y="3526997"/>
            <a:ext cx="0" cy="729519"/>
          </a:xfrm>
          <a:prstGeom prst="line">
            <a:avLst/>
          </a:prstGeom>
          <a:ln w="952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65" name="Группа 64">
            <a:extLst>
              <a:ext uri="{FF2B5EF4-FFF2-40B4-BE49-F238E27FC236}">
                <a16:creationId xmlns:a16="http://schemas.microsoft.com/office/drawing/2014/main" id="{CA89432F-BF16-67F2-7E8C-6AB1B01D3925}"/>
              </a:ext>
            </a:extLst>
          </p:cNvPr>
          <p:cNvGrpSpPr/>
          <p:nvPr/>
        </p:nvGrpSpPr>
        <p:grpSpPr>
          <a:xfrm>
            <a:off x="2121123" y="3560208"/>
            <a:ext cx="921715" cy="663097"/>
            <a:chOff x="818183" y="3468637"/>
            <a:chExt cx="921715" cy="663097"/>
          </a:xfrm>
        </p:grpSpPr>
        <p:sp>
          <p:nvSpPr>
            <p:cNvPr id="66" name="Объект 1">
              <a:extLst>
                <a:ext uri="{FF2B5EF4-FFF2-40B4-BE49-F238E27FC236}">
                  <a16:creationId xmlns:a16="http://schemas.microsoft.com/office/drawing/2014/main" id="{9415502D-8A3C-4435-0E79-89E2D0DF9975}"/>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67" name="Объект 1">
              <a:extLst>
                <a:ext uri="{FF2B5EF4-FFF2-40B4-BE49-F238E27FC236}">
                  <a16:creationId xmlns:a16="http://schemas.microsoft.com/office/drawing/2014/main" id="{98C84E71-6D60-470E-0FF9-3FC6CED9DBC8}"/>
                </a:ext>
              </a:extLst>
            </p:cNvPr>
            <p:cNvSpPr txBox="1">
              <a:spLocks/>
            </p:cNvSpPr>
            <p:nvPr/>
          </p:nvSpPr>
          <p:spPr>
            <a:xfrm>
              <a:off x="824259" y="3859859"/>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115,4</a:t>
              </a:r>
            </a:p>
          </p:txBody>
        </p:sp>
      </p:grpSp>
      <p:grpSp>
        <p:nvGrpSpPr>
          <p:cNvPr id="68" name="Группа 67">
            <a:extLst>
              <a:ext uri="{FF2B5EF4-FFF2-40B4-BE49-F238E27FC236}">
                <a16:creationId xmlns:a16="http://schemas.microsoft.com/office/drawing/2014/main" id="{5F137D3D-46B4-4577-5605-D6BDFF1B8D1A}"/>
              </a:ext>
            </a:extLst>
          </p:cNvPr>
          <p:cNvGrpSpPr/>
          <p:nvPr/>
        </p:nvGrpSpPr>
        <p:grpSpPr>
          <a:xfrm>
            <a:off x="3424063" y="3560208"/>
            <a:ext cx="921715" cy="663097"/>
            <a:chOff x="818183" y="3468637"/>
            <a:chExt cx="921715" cy="663097"/>
          </a:xfrm>
        </p:grpSpPr>
        <p:sp>
          <p:nvSpPr>
            <p:cNvPr id="69" name="Объект 1">
              <a:extLst>
                <a:ext uri="{FF2B5EF4-FFF2-40B4-BE49-F238E27FC236}">
                  <a16:creationId xmlns:a16="http://schemas.microsoft.com/office/drawing/2014/main" id="{727B83FB-2FAE-D58A-B20F-233052A1EA39}"/>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70" name="Объект 1">
              <a:extLst>
                <a:ext uri="{FF2B5EF4-FFF2-40B4-BE49-F238E27FC236}">
                  <a16:creationId xmlns:a16="http://schemas.microsoft.com/office/drawing/2014/main" id="{DF680E4D-E48B-9537-57FB-FD977C60C8A6}"/>
                </a:ext>
              </a:extLst>
            </p:cNvPr>
            <p:cNvSpPr txBox="1">
              <a:spLocks/>
            </p:cNvSpPr>
            <p:nvPr/>
          </p:nvSpPr>
          <p:spPr>
            <a:xfrm>
              <a:off x="824259" y="3859859"/>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578,4</a:t>
              </a:r>
            </a:p>
          </p:txBody>
        </p:sp>
      </p:grpSp>
      <p:grpSp>
        <p:nvGrpSpPr>
          <p:cNvPr id="75" name="Группа 74">
            <a:extLst>
              <a:ext uri="{FF2B5EF4-FFF2-40B4-BE49-F238E27FC236}">
                <a16:creationId xmlns:a16="http://schemas.microsoft.com/office/drawing/2014/main" id="{D85D4544-DE76-001E-FD82-0C61DA2D6B89}"/>
              </a:ext>
            </a:extLst>
          </p:cNvPr>
          <p:cNvGrpSpPr/>
          <p:nvPr/>
        </p:nvGrpSpPr>
        <p:grpSpPr>
          <a:xfrm>
            <a:off x="4727003" y="3560208"/>
            <a:ext cx="921715" cy="663097"/>
            <a:chOff x="818183" y="3468637"/>
            <a:chExt cx="921715" cy="663097"/>
          </a:xfrm>
        </p:grpSpPr>
        <p:sp>
          <p:nvSpPr>
            <p:cNvPr id="76" name="Объект 1">
              <a:extLst>
                <a:ext uri="{FF2B5EF4-FFF2-40B4-BE49-F238E27FC236}">
                  <a16:creationId xmlns:a16="http://schemas.microsoft.com/office/drawing/2014/main" id="{05C5CC4A-7C13-1D7E-3259-887308FEACEB}"/>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77" name="Объект 1">
              <a:extLst>
                <a:ext uri="{FF2B5EF4-FFF2-40B4-BE49-F238E27FC236}">
                  <a16:creationId xmlns:a16="http://schemas.microsoft.com/office/drawing/2014/main" id="{4F507A42-15CD-4C4F-A6C2-23392E30659B}"/>
                </a:ext>
              </a:extLst>
            </p:cNvPr>
            <p:cNvSpPr txBox="1">
              <a:spLocks/>
            </p:cNvSpPr>
            <p:nvPr/>
          </p:nvSpPr>
          <p:spPr>
            <a:xfrm>
              <a:off x="824259" y="3859859"/>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13,4%</a:t>
              </a:r>
            </a:p>
          </p:txBody>
        </p:sp>
      </p:grpSp>
      <p:grpSp>
        <p:nvGrpSpPr>
          <p:cNvPr id="90" name="Группа 89">
            <a:extLst>
              <a:ext uri="{FF2B5EF4-FFF2-40B4-BE49-F238E27FC236}">
                <a16:creationId xmlns:a16="http://schemas.microsoft.com/office/drawing/2014/main" id="{F7058641-E737-CD5C-AD74-9FCE36AAE917}"/>
              </a:ext>
            </a:extLst>
          </p:cNvPr>
          <p:cNvGrpSpPr/>
          <p:nvPr/>
        </p:nvGrpSpPr>
        <p:grpSpPr>
          <a:xfrm>
            <a:off x="6411170" y="3560208"/>
            <a:ext cx="921715" cy="663097"/>
            <a:chOff x="818183" y="3468637"/>
            <a:chExt cx="921715" cy="663097"/>
          </a:xfrm>
        </p:grpSpPr>
        <p:sp>
          <p:nvSpPr>
            <p:cNvPr id="91" name="Объект 1">
              <a:extLst>
                <a:ext uri="{FF2B5EF4-FFF2-40B4-BE49-F238E27FC236}">
                  <a16:creationId xmlns:a16="http://schemas.microsoft.com/office/drawing/2014/main" id="{CA23366B-C360-D009-4C01-4310D3FE6B3E}"/>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92" name="Объект 1">
              <a:extLst>
                <a:ext uri="{FF2B5EF4-FFF2-40B4-BE49-F238E27FC236}">
                  <a16:creationId xmlns:a16="http://schemas.microsoft.com/office/drawing/2014/main" id="{9E430FDF-D182-E0A4-1425-42065AD52E4E}"/>
                </a:ext>
              </a:extLst>
            </p:cNvPr>
            <p:cNvSpPr txBox="1">
              <a:spLocks/>
            </p:cNvSpPr>
            <p:nvPr/>
          </p:nvSpPr>
          <p:spPr>
            <a:xfrm>
              <a:off x="824259" y="3859859"/>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96,5%</a:t>
              </a:r>
            </a:p>
          </p:txBody>
        </p:sp>
      </p:grpSp>
      <p:grpSp>
        <p:nvGrpSpPr>
          <p:cNvPr id="93" name="Группа 92">
            <a:extLst>
              <a:ext uri="{FF2B5EF4-FFF2-40B4-BE49-F238E27FC236}">
                <a16:creationId xmlns:a16="http://schemas.microsoft.com/office/drawing/2014/main" id="{40401E4F-7A26-941A-96E2-DC993CC40668}"/>
              </a:ext>
            </a:extLst>
          </p:cNvPr>
          <p:cNvGrpSpPr/>
          <p:nvPr/>
        </p:nvGrpSpPr>
        <p:grpSpPr>
          <a:xfrm>
            <a:off x="7714111" y="3560208"/>
            <a:ext cx="921715" cy="663097"/>
            <a:chOff x="818183" y="3468637"/>
            <a:chExt cx="921715" cy="663097"/>
          </a:xfrm>
        </p:grpSpPr>
        <p:sp>
          <p:nvSpPr>
            <p:cNvPr id="94" name="Объект 1">
              <a:extLst>
                <a:ext uri="{FF2B5EF4-FFF2-40B4-BE49-F238E27FC236}">
                  <a16:creationId xmlns:a16="http://schemas.microsoft.com/office/drawing/2014/main" id="{7B930E04-8EBD-A3F6-BB54-D7146722BD98}"/>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95" name="Объект 1">
              <a:extLst>
                <a:ext uri="{FF2B5EF4-FFF2-40B4-BE49-F238E27FC236}">
                  <a16:creationId xmlns:a16="http://schemas.microsoft.com/office/drawing/2014/main" id="{E163A861-539B-3542-01A9-BBBE3DAC3FE7}"/>
                </a:ext>
              </a:extLst>
            </p:cNvPr>
            <p:cNvSpPr txBox="1">
              <a:spLocks/>
            </p:cNvSpPr>
            <p:nvPr/>
          </p:nvSpPr>
          <p:spPr>
            <a:xfrm>
              <a:off x="824259" y="3859859"/>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115,4</a:t>
              </a:r>
            </a:p>
          </p:txBody>
        </p:sp>
      </p:grpSp>
      <p:grpSp>
        <p:nvGrpSpPr>
          <p:cNvPr id="96" name="Группа 95">
            <a:extLst>
              <a:ext uri="{FF2B5EF4-FFF2-40B4-BE49-F238E27FC236}">
                <a16:creationId xmlns:a16="http://schemas.microsoft.com/office/drawing/2014/main" id="{ED3757F0-1818-8617-B585-AA37EE34C28C}"/>
              </a:ext>
            </a:extLst>
          </p:cNvPr>
          <p:cNvGrpSpPr/>
          <p:nvPr/>
        </p:nvGrpSpPr>
        <p:grpSpPr>
          <a:xfrm>
            <a:off x="9017052" y="3560208"/>
            <a:ext cx="921715" cy="663097"/>
            <a:chOff x="818183" y="3468637"/>
            <a:chExt cx="921715" cy="663097"/>
          </a:xfrm>
        </p:grpSpPr>
        <p:sp>
          <p:nvSpPr>
            <p:cNvPr id="97" name="Объект 1">
              <a:extLst>
                <a:ext uri="{FF2B5EF4-FFF2-40B4-BE49-F238E27FC236}">
                  <a16:creationId xmlns:a16="http://schemas.microsoft.com/office/drawing/2014/main" id="{34573279-97D5-4B01-9D71-0D763EB4D330}"/>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98" name="Объект 1">
              <a:extLst>
                <a:ext uri="{FF2B5EF4-FFF2-40B4-BE49-F238E27FC236}">
                  <a16:creationId xmlns:a16="http://schemas.microsoft.com/office/drawing/2014/main" id="{84E62998-3142-6E4F-23D9-C3D48D7136F1}"/>
                </a:ext>
              </a:extLst>
            </p:cNvPr>
            <p:cNvSpPr txBox="1">
              <a:spLocks/>
            </p:cNvSpPr>
            <p:nvPr/>
          </p:nvSpPr>
          <p:spPr>
            <a:xfrm>
              <a:off x="824259" y="3859859"/>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578,4</a:t>
              </a:r>
            </a:p>
          </p:txBody>
        </p:sp>
      </p:grpSp>
      <p:grpSp>
        <p:nvGrpSpPr>
          <p:cNvPr id="99" name="Группа 98">
            <a:extLst>
              <a:ext uri="{FF2B5EF4-FFF2-40B4-BE49-F238E27FC236}">
                <a16:creationId xmlns:a16="http://schemas.microsoft.com/office/drawing/2014/main" id="{3F956ED7-4E1E-69CD-70AE-DCB52678740F}"/>
              </a:ext>
            </a:extLst>
          </p:cNvPr>
          <p:cNvGrpSpPr/>
          <p:nvPr/>
        </p:nvGrpSpPr>
        <p:grpSpPr>
          <a:xfrm>
            <a:off x="10319992" y="3560208"/>
            <a:ext cx="921715" cy="663097"/>
            <a:chOff x="818183" y="3468637"/>
            <a:chExt cx="921715" cy="663097"/>
          </a:xfrm>
        </p:grpSpPr>
        <p:sp>
          <p:nvSpPr>
            <p:cNvPr id="100" name="Объект 1">
              <a:extLst>
                <a:ext uri="{FF2B5EF4-FFF2-40B4-BE49-F238E27FC236}">
                  <a16:creationId xmlns:a16="http://schemas.microsoft.com/office/drawing/2014/main" id="{47F34745-3D7D-88AE-AF04-7E552519D641}"/>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101" name="Объект 1">
              <a:extLst>
                <a:ext uri="{FF2B5EF4-FFF2-40B4-BE49-F238E27FC236}">
                  <a16:creationId xmlns:a16="http://schemas.microsoft.com/office/drawing/2014/main" id="{320F5A3B-4076-A463-1810-9E721228D850}"/>
                </a:ext>
              </a:extLst>
            </p:cNvPr>
            <p:cNvSpPr txBox="1">
              <a:spLocks/>
            </p:cNvSpPr>
            <p:nvPr/>
          </p:nvSpPr>
          <p:spPr>
            <a:xfrm>
              <a:off x="824259" y="3859859"/>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accent1"/>
                  </a:solidFill>
                </a:rPr>
                <a:t>13,4%</a:t>
              </a:r>
            </a:p>
          </p:txBody>
        </p:sp>
      </p:grpSp>
      <p:sp>
        <p:nvSpPr>
          <p:cNvPr id="57" name="Объект 1">
            <a:extLst>
              <a:ext uri="{FF2B5EF4-FFF2-40B4-BE49-F238E27FC236}">
                <a16:creationId xmlns:a16="http://schemas.microsoft.com/office/drawing/2014/main" id="{1C05A612-0E61-94A5-4F1B-3194B9774E12}"/>
              </a:ext>
            </a:extLst>
          </p:cNvPr>
          <p:cNvSpPr txBox="1">
            <a:spLocks/>
          </p:cNvSpPr>
          <p:nvPr/>
        </p:nvSpPr>
        <p:spPr>
          <a:xfrm>
            <a:off x="818182" y="4755338"/>
            <a:ext cx="1909610" cy="37442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заголовок</a:t>
            </a:r>
            <a:br>
              <a:rPr lang="ru-RU" sz="1400" b="1"/>
            </a:br>
            <a:r>
              <a:rPr lang="ru-RU" sz="1400" b="1"/>
              <a:t>в 1-2 строки</a:t>
            </a:r>
          </a:p>
        </p:txBody>
      </p:sp>
      <p:sp>
        <p:nvSpPr>
          <p:cNvPr id="58" name="Объект 1">
            <a:extLst>
              <a:ext uri="{FF2B5EF4-FFF2-40B4-BE49-F238E27FC236}">
                <a16:creationId xmlns:a16="http://schemas.microsoft.com/office/drawing/2014/main" id="{86E1740D-6FE3-3ACB-3923-470C0C9F07DB}"/>
              </a:ext>
            </a:extLst>
          </p:cNvPr>
          <p:cNvSpPr txBox="1">
            <a:spLocks/>
          </p:cNvSpPr>
          <p:nvPr/>
        </p:nvSpPr>
        <p:spPr>
          <a:xfrm>
            <a:off x="818181" y="5468388"/>
            <a:ext cx="1181425" cy="42232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3200" b="1"/>
              <a:t>27,6%</a:t>
            </a:r>
          </a:p>
        </p:txBody>
      </p:sp>
      <p:grpSp>
        <p:nvGrpSpPr>
          <p:cNvPr id="30" name="Группа 29">
            <a:extLst>
              <a:ext uri="{FF2B5EF4-FFF2-40B4-BE49-F238E27FC236}">
                <a16:creationId xmlns:a16="http://schemas.microsoft.com/office/drawing/2014/main" id="{D3869385-B1B2-F187-69DB-2475E066BBD8}"/>
              </a:ext>
            </a:extLst>
          </p:cNvPr>
          <p:cNvGrpSpPr/>
          <p:nvPr/>
        </p:nvGrpSpPr>
        <p:grpSpPr>
          <a:xfrm>
            <a:off x="2139034" y="5681168"/>
            <a:ext cx="629274" cy="171450"/>
            <a:chOff x="2139034" y="5681168"/>
            <a:chExt cx="629274" cy="171450"/>
          </a:xfrm>
        </p:grpSpPr>
        <p:sp>
          <p:nvSpPr>
            <p:cNvPr id="59" name="Объект 1">
              <a:extLst>
                <a:ext uri="{FF2B5EF4-FFF2-40B4-BE49-F238E27FC236}">
                  <a16:creationId xmlns:a16="http://schemas.microsoft.com/office/drawing/2014/main" id="{33C75F0B-EBA9-DDAC-DD61-61722742B89A}"/>
                </a:ext>
              </a:extLst>
            </p:cNvPr>
            <p:cNvSpPr txBox="1">
              <a:spLocks/>
            </p:cNvSpPr>
            <p:nvPr/>
          </p:nvSpPr>
          <p:spPr>
            <a:xfrm>
              <a:off x="2314107" y="5694893"/>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rgbClr val="10C44C"/>
                  </a:solidFill>
                </a:rPr>
                <a:t>+13%</a:t>
              </a:r>
            </a:p>
          </p:txBody>
        </p:sp>
        <p:sp>
          <p:nvSpPr>
            <p:cNvPr id="60" name="Рисунок 11">
              <a:extLst>
                <a:ext uri="{FF2B5EF4-FFF2-40B4-BE49-F238E27FC236}">
                  <a16:creationId xmlns:a16="http://schemas.microsoft.com/office/drawing/2014/main" id="{A83E1062-7E3D-7E14-F8FB-EB966A5DD82D}"/>
                </a:ext>
              </a:extLst>
            </p:cNvPr>
            <p:cNvSpPr/>
            <p:nvPr/>
          </p:nvSpPr>
          <p:spPr>
            <a:xfrm rot="10800000" flipV="1">
              <a:off x="2139034" y="5681168"/>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grpSp>
      <p:sp>
        <p:nvSpPr>
          <p:cNvPr id="61" name="Объект 1">
            <a:extLst>
              <a:ext uri="{FF2B5EF4-FFF2-40B4-BE49-F238E27FC236}">
                <a16:creationId xmlns:a16="http://schemas.microsoft.com/office/drawing/2014/main" id="{78C0BC4C-38F1-5122-AD3F-AC243E8C6F6C}"/>
              </a:ext>
            </a:extLst>
          </p:cNvPr>
          <p:cNvSpPr txBox="1">
            <a:spLocks/>
          </p:cNvSpPr>
          <p:nvPr/>
        </p:nvSpPr>
        <p:spPr>
          <a:xfrm>
            <a:off x="818182" y="5985900"/>
            <a:ext cx="136552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accent6">
                    <a:lumMod val="75000"/>
                  </a:schemeClr>
                </a:solidFill>
              </a:rPr>
              <a:t>Период времени</a:t>
            </a:r>
          </a:p>
        </p:txBody>
      </p:sp>
      <p:grpSp>
        <p:nvGrpSpPr>
          <p:cNvPr id="111" name="Группа 110">
            <a:extLst>
              <a:ext uri="{FF2B5EF4-FFF2-40B4-BE49-F238E27FC236}">
                <a16:creationId xmlns:a16="http://schemas.microsoft.com/office/drawing/2014/main" id="{B98D49AB-B019-60AE-BB58-83D5056D13F1}"/>
              </a:ext>
            </a:extLst>
          </p:cNvPr>
          <p:cNvGrpSpPr/>
          <p:nvPr/>
        </p:nvGrpSpPr>
        <p:grpSpPr>
          <a:xfrm>
            <a:off x="3424063" y="4754467"/>
            <a:ext cx="921715" cy="657135"/>
            <a:chOff x="818183" y="3468637"/>
            <a:chExt cx="921715" cy="657135"/>
          </a:xfrm>
        </p:grpSpPr>
        <p:sp>
          <p:nvSpPr>
            <p:cNvPr id="112" name="Объект 1">
              <a:extLst>
                <a:ext uri="{FF2B5EF4-FFF2-40B4-BE49-F238E27FC236}">
                  <a16:creationId xmlns:a16="http://schemas.microsoft.com/office/drawing/2014/main" id="{4FF2F131-81AA-BD7C-7C41-917E1925296B}"/>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113" name="Объект 1">
              <a:extLst>
                <a:ext uri="{FF2B5EF4-FFF2-40B4-BE49-F238E27FC236}">
                  <a16:creationId xmlns:a16="http://schemas.microsoft.com/office/drawing/2014/main" id="{253533F5-ECB1-6CF0-DD4F-97532F5AF989}"/>
                </a:ext>
              </a:extLst>
            </p:cNvPr>
            <p:cNvSpPr txBox="1">
              <a:spLocks/>
            </p:cNvSpPr>
            <p:nvPr/>
          </p:nvSpPr>
          <p:spPr>
            <a:xfrm>
              <a:off x="824259" y="3853897"/>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578,4</a:t>
              </a:r>
            </a:p>
          </p:txBody>
        </p:sp>
      </p:grpSp>
      <p:grpSp>
        <p:nvGrpSpPr>
          <p:cNvPr id="114" name="Группа 113">
            <a:extLst>
              <a:ext uri="{FF2B5EF4-FFF2-40B4-BE49-F238E27FC236}">
                <a16:creationId xmlns:a16="http://schemas.microsoft.com/office/drawing/2014/main" id="{04B84F1F-0F76-0BB3-C038-AA3EB66C21F4}"/>
              </a:ext>
            </a:extLst>
          </p:cNvPr>
          <p:cNvGrpSpPr/>
          <p:nvPr/>
        </p:nvGrpSpPr>
        <p:grpSpPr>
          <a:xfrm>
            <a:off x="3424063" y="5510363"/>
            <a:ext cx="921715" cy="657135"/>
            <a:chOff x="818183" y="3468637"/>
            <a:chExt cx="921715" cy="657135"/>
          </a:xfrm>
        </p:grpSpPr>
        <p:sp>
          <p:nvSpPr>
            <p:cNvPr id="115" name="Объект 1">
              <a:extLst>
                <a:ext uri="{FF2B5EF4-FFF2-40B4-BE49-F238E27FC236}">
                  <a16:creationId xmlns:a16="http://schemas.microsoft.com/office/drawing/2014/main" id="{8AA0BD8F-862E-8561-222B-C3B31A0E042A}"/>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116" name="Объект 1">
              <a:extLst>
                <a:ext uri="{FF2B5EF4-FFF2-40B4-BE49-F238E27FC236}">
                  <a16:creationId xmlns:a16="http://schemas.microsoft.com/office/drawing/2014/main" id="{2EF174B4-FBA5-BCC5-044D-D9CAB90A1149}"/>
                </a:ext>
              </a:extLst>
            </p:cNvPr>
            <p:cNvSpPr txBox="1">
              <a:spLocks/>
            </p:cNvSpPr>
            <p:nvPr/>
          </p:nvSpPr>
          <p:spPr>
            <a:xfrm>
              <a:off x="824259" y="3853897"/>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34,3</a:t>
              </a:r>
            </a:p>
          </p:txBody>
        </p:sp>
      </p:grpSp>
      <p:grpSp>
        <p:nvGrpSpPr>
          <p:cNvPr id="118" name="Группа 117">
            <a:extLst>
              <a:ext uri="{FF2B5EF4-FFF2-40B4-BE49-F238E27FC236}">
                <a16:creationId xmlns:a16="http://schemas.microsoft.com/office/drawing/2014/main" id="{24570ED6-2BFE-E39F-27BF-B0FFA83FAD99}"/>
              </a:ext>
            </a:extLst>
          </p:cNvPr>
          <p:cNvGrpSpPr/>
          <p:nvPr/>
        </p:nvGrpSpPr>
        <p:grpSpPr>
          <a:xfrm>
            <a:off x="4725505" y="4754467"/>
            <a:ext cx="921715" cy="657135"/>
            <a:chOff x="818183" y="3468637"/>
            <a:chExt cx="921715" cy="657135"/>
          </a:xfrm>
        </p:grpSpPr>
        <p:sp>
          <p:nvSpPr>
            <p:cNvPr id="119" name="Объект 1">
              <a:extLst>
                <a:ext uri="{FF2B5EF4-FFF2-40B4-BE49-F238E27FC236}">
                  <a16:creationId xmlns:a16="http://schemas.microsoft.com/office/drawing/2014/main" id="{B547804D-3E34-2AB4-7DC2-E053CEF67E67}"/>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120" name="Объект 1">
              <a:extLst>
                <a:ext uri="{FF2B5EF4-FFF2-40B4-BE49-F238E27FC236}">
                  <a16:creationId xmlns:a16="http://schemas.microsoft.com/office/drawing/2014/main" id="{33440BDE-A295-78ED-73CD-3B0CA3688CCC}"/>
                </a:ext>
              </a:extLst>
            </p:cNvPr>
            <p:cNvSpPr txBox="1">
              <a:spLocks/>
            </p:cNvSpPr>
            <p:nvPr/>
          </p:nvSpPr>
          <p:spPr>
            <a:xfrm>
              <a:off x="824259" y="3853897"/>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578,4</a:t>
              </a:r>
            </a:p>
          </p:txBody>
        </p:sp>
      </p:grpSp>
      <p:grpSp>
        <p:nvGrpSpPr>
          <p:cNvPr id="121" name="Группа 120">
            <a:extLst>
              <a:ext uri="{FF2B5EF4-FFF2-40B4-BE49-F238E27FC236}">
                <a16:creationId xmlns:a16="http://schemas.microsoft.com/office/drawing/2014/main" id="{F02D941C-5D24-6024-D2DA-7464BF7D59E7}"/>
              </a:ext>
            </a:extLst>
          </p:cNvPr>
          <p:cNvGrpSpPr/>
          <p:nvPr/>
        </p:nvGrpSpPr>
        <p:grpSpPr>
          <a:xfrm>
            <a:off x="4725505" y="5510363"/>
            <a:ext cx="921715" cy="657135"/>
            <a:chOff x="818183" y="3468637"/>
            <a:chExt cx="921715" cy="657135"/>
          </a:xfrm>
        </p:grpSpPr>
        <p:sp>
          <p:nvSpPr>
            <p:cNvPr id="122" name="Объект 1">
              <a:extLst>
                <a:ext uri="{FF2B5EF4-FFF2-40B4-BE49-F238E27FC236}">
                  <a16:creationId xmlns:a16="http://schemas.microsoft.com/office/drawing/2014/main" id="{33A8ED53-6D98-F1C9-1A6E-B14DFB73008E}"/>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123" name="Объект 1">
              <a:extLst>
                <a:ext uri="{FF2B5EF4-FFF2-40B4-BE49-F238E27FC236}">
                  <a16:creationId xmlns:a16="http://schemas.microsoft.com/office/drawing/2014/main" id="{3ED5B954-D185-1847-686C-1BC6CF425609}"/>
                </a:ext>
              </a:extLst>
            </p:cNvPr>
            <p:cNvSpPr txBox="1">
              <a:spLocks/>
            </p:cNvSpPr>
            <p:nvPr/>
          </p:nvSpPr>
          <p:spPr>
            <a:xfrm>
              <a:off x="824259" y="3853897"/>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34,3</a:t>
              </a:r>
            </a:p>
          </p:txBody>
        </p:sp>
      </p:grpSp>
      <p:cxnSp>
        <p:nvCxnSpPr>
          <p:cNvPr id="124" name="Прямая соединительная линия 123">
            <a:extLst>
              <a:ext uri="{FF2B5EF4-FFF2-40B4-BE49-F238E27FC236}">
                <a16:creationId xmlns:a16="http://schemas.microsoft.com/office/drawing/2014/main" id="{CCE9A976-72CB-03BE-6D0E-19002341AF8F}"/>
              </a:ext>
            </a:extLst>
          </p:cNvPr>
          <p:cNvCxnSpPr>
            <a:cxnSpLocks/>
          </p:cNvCxnSpPr>
          <p:nvPr/>
        </p:nvCxnSpPr>
        <p:spPr>
          <a:xfrm flipV="1">
            <a:off x="6041590" y="4765253"/>
            <a:ext cx="0" cy="1374871"/>
          </a:xfrm>
          <a:prstGeom prst="line">
            <a:avLst/>
          </a:prstGeom>
          <a:ln w="952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5" name="Объект 1">
            <a:extLst>
              <a:ext uri="{FF2B5EF4-FFF2-40B4-BE49-F238E27FC236}">
                <a16:creationId xmlns:a16="http://schemas.microsoft.com/office/drawing/2014/main" id="{55F1BAE4-ABDB-7265-5D4C-73D0A18DD11B}"/>
              </a:ext>
            </a:extLst>
          </p:cNvPr>
          <p:cNvSpPr txBox="1">
            <a:spLocks/>
          </p:cNvSpPr>
          <p:nvPr/>
        </p:nvSpPr>
        <p:spPr>
          <a:xfrm>
            <a:off x="6411170" y="4755338"/>
            <a:ext cx="1909610" cy="37442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заголовок</a:t>
            </a:r>
            <a:br>
              <a:rPr lang="ru-RU" sz="1400" b="1"/>
            </a:br>
            <a:r>
              <a:rPr lang="ru-RU" sz="1400" b="1"/>
              <a:t>в 1-2 строки</a:t>
            </a:r>
          </a:p>
        </p:txBody>
      </p:sp>
      <p:sp>
        <p:nvSpPr>
          <p:cNvPr id="126" name="Объект 1">
            <a:extLst>
              <a:ext uri="{FF2B5EF4-FFF2-40B4-BE49-F238E27FC236}">
                <a16:creationId xmlns:a16="http://schemas.microsoft.com/office/drawing/2014/main" id="{BA65F383-A84E-DF5F-ABD4-CFF82B0A9B35}"/>
              </a:ext>
            </a:extLst>
          </p:cNvPr>
          <p:cNvSpPr txBox="1">
            <a:spLocks/>
          </p:cNvSpPr>
          <p:nvPr/>
        </p:nvSpPr>
        <p:spPr>
          <a:xfrm>
            <a:off x="6411169" y="5468388"/>
            <a:ext cx="1185483" cy="42232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3200" b="1"/>
              <a:t>27,6%</a:t>
            </a:r>
          </a:p>
        </p:txBody>
      </p:sp>
      <p:grpSp>
        <p:nvGrpSpPr>
          <p:cNvPr id="36" name="Группа 35">
            <a:extLst>
              <a:ext uri="{FF2B5EF4-FFF2-40B4-BE49-F238E27FC236}">
                <a16:creationId xmlns:a16="http://schemas.microsoft.com/office/drawing/2014/main" id="{4DD3A79F-69C5-8C4E-4484-44C374ED04D1}"/>
              </a:ext>
            </a:extLst>
          </p:cNvPr>
          <p:cNvGrpSpPr/>
          <p:nvPr/>
        </p:nvGrpSpPr>
        <p:grpSpPr>
          <a:xfrm>
            <a:off x="7732022" y="5681168"/>
            <a:ext cx="629274" cy="171450"/>
            <a:chOff x="7732022" y="5681168"/>
            <a:chExt cx="629274" cy="171450"/>
          </a:xfrm>
        </p:grpSpPr>
        <p:sp>
          <p:nvSpPr>
            <p:cNvPr id="127" name="Объект 1">
              <a:extLst>
                <a:ext uri="{FF2B5EF4-FFF2-40B4-BE49-F238E27FC236}">
                  <a16:creationId xmlns:a16="http://schemas.microsoft.com/office/drawing/2014/main" id="{29B0418D-6861-12C8-9844-A7E156AB3E08}"/>
                </a:ext>
              </a:extLst>
            </p:cNvPr>
            <p:cNvSpPr txBox="1">
              <a:spLocks/>
            </p:cNvSpPr>
            <p:nvPr/>
          </p:nvSpPr>
          <p:spPr>
            <a:xfrm>
              <a:off x="7907095" y="5694893"/>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rgbClr val="10C44C"/>
                  </a:solidFill>
                </a:rPr>
                <a:t>+13%</a:t>
              </a:r>
            </a:p>
          </p:txBody>
        </p:sp>
        <p:sp>
          <p:nvSpPr>
            <p:cNvPr id="128" name="Рисунок 11">
              <a:extLst>
                <a:ext uri="{FF2B5EF4-FFF2-40B4-BE49-F238E27FC236}">
                  <a16:creationId xmlns:a16="http://schemas.microsoft.com/office/drawing/2014/main" id="{D0E11C97-97E2-4881-BF93-E92872A0DF77}"/>
                </a:ext>
              </a:extLst>
            </p:cNvPr>
            <p:cNvSpPr/>
            <p:nvPr/>
          </p:nvSpPr>
          <p:spPr>
            <a:xfrm rot="10800000" flipV="1">
              <a:off x="7732022" y="5681168"/>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grpSp>
      <p:sp>
        <p:nvSpPr>
          <p:cNvPr id="129" name="Объект 1">
            <a:extLst>
              <a:ext uri="{FF2B5EF4-FFF2-40B4-BE49-F238E27FC236}">
                <a16:creationId xmlns:a16="http://schemas.microsoft.com/office/drawing/2014/main" id="{513BB048-B2B7-97F5-96FD-EA0376B8EF30}"/>
              </a:ext>
            </a:extLst>
          </p:cNvPr>
          <p:cNvSpPr txBox="1">
            <a:spLocks/>
          </p:cNvSpPr>
          <p:nvPr/>
        </p:nvSpPr>
        <p:spPr>
          <a:xfrm>
            <a:off x="6411170" y="5985900"/>
            <a:ext cx="136552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accent6">
                    <a:lumMod val="75000"/>
                  </a:schemeClr>
                </a:solidFill>
              </a:rPr>
              <a:t>Период времени</a:t>
            </a:r>
          </a:p>
        </p:txBody>
      </p:sp>
      <p:grpSp>
        <p:nvGrpSpPr>
          <p:cNvPr id="130" name="Группа 129">
            <a:extLst>
              <a:ext uri="{FF2B5EF4-FFF2-40B4-BE49-F238E27FC236}">
                <a16:creationId xmlns:a16="http://schemas.microsoft.com/office/drawing/2014/main" id="{F1828F04-E134-1CBD-E127-ABB2B2E488C2}"/>
              </a:ext>
            </a:extLst>
          </p:cNvPr>
          <p:cNvGrpSpPr/>
          <p:nvPr/>
        </p:nvGrpSpPr>
        <p:grpSpPr>
          <a:xfrm>
            <a:off x="9017051" y="4754467"/>
            <a:ext cx="921715" cy="657135"/>
            <a:chOff x="818183" y="3468637"/>
            <a:chExt cx="921715" cy="657135"/>
          </a:xfrm>
        </p:grpSpPr>
        <p:sp>
          <p:nvSpPr>
            <p:cNvPr id="131" name="Объект 1">
              <a:extLst>
                <a:ext uri="{FF2B5EF4-FFF2-40B4-BE49-F238E27FC236}">
                  <a16:creationId xmlns:a16="http://schemas.microsoft.com/office/drawing/2014/main" id="{E6282E47-55F0-3F1C-74F4-72B4CD58F68E}"/>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132" name="Объект 1">
              <a:extLst>
                <a:ext uri="{FF2B5EF4-FFF2-40B4-BE49-F238E27FC236}">
                  <a16:creationId xmlns:a16="http://schemas.microsoft.com/office/drawing/2014/main" id="{02C19B5D-9E16-443C-11E9-D34F7045F77D}"/>
                </a:ext>
              </a:extLst>
            </p:cNvPr>
            <p:cNvSpPr txBox="1">
              <a:spLocks/>
            </p:cNvSpPr>
            <p:nvPr/>
          </p:nvSpPr>
          <p:spPr>
            <a:xfrm>
              <a:off x="824259" y="3853897"/>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578,4</a:t>
              </a:r>
            </a:p>
          </p:txBody>
        </p:sp>
      </p:grpSp>
      <p:grpSp>
        <p:nvGrpSpPr>
          <p:cNvPr id="133" name="Группа 132">
            <a:extLst>
              <a:ext uri="{FF2B5EF4-FFF2-40B4-BE49-F238E27FC236}">
                <a16:creationId xmlns:a16="http://schemas.microsoft.com/office/drawing/2014/main" id="{9B1A669B-2ED7-7796-7EEF-7B059A1F3F93}"/>
              </a:ext>
            </a:extLst>
          </p:cNvPr>
          <p:cNvGrpSpPr/>
          <p:nvPr/>
        </p:nvGrpSpPr>
        <p:grpSpPr>
          <a:xfrm>
            <a:off x="9017051" y="5510363"/>
            <a:ext cx="921715" cy="657135"/>
            <a:chOff x="818183" y="3468637"/>
            <a:chExt cx="921715" cy="657135"/>
          </a:xfrm>
        </p:grpSpPr>
        <p:sp>
          <p:nvSpPr>
            <p:cNvPr id="134" name="Объект 1">
              <a:extLst>
                <a:ext uri="{FF2B5EF4-FFF2-40B4-BE49-F238E27FC236}">
                  <a16:creationId xmlns:a16="http://schemas.microsoft.com/office/drawing/2014/main" id="{E6415CC0-30E2-226A-A771-7BF78271B1EF}"/>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135" name="Объект 1">
              <a:extLst>
                <a:ext uri="{FF2B5EF4-FFF2-40B4-BE49-F238E27FC236}">
                  <a16:creationId xmlns:a16="http://schemas.microsoft.com/office/drawing/2014/main" id="{1A61FDA9-2F4B-7360-DA4B-40E3804D43E6}"/>
                </a:ext>
              </a:extLst>
            </p:cNvPr>
            <p:cNvSpPr txBox="1">
              <a:spLocks/>
            </p:cNvSpPr>
            <p:nvPr/>
          </p:nvSpPr>
          <p:spPr>
            <a:xfrm>
              <a:off x="824259" y="3853897"/>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34,3</a:t>
              </a:r>
            </a:p>
          </p:txBody>
        </p:sp>
      </p:grpSp>
      <p:grpSp>
        <p:nvGrpSpPr>
          <p:cNvPr id="136" name="Группа 135">
            <a:extLst>
              <a:ext uri="{FF2B5EF4-FFF2-40B4-BE49-F238E27FC236}">
                <a16:creationId xmlns:a16="http://schemas.microsoft.com/office/drawing/2014/main" id="{1F2A196F-8BC5-B262-88EF-A6FF5DC0CB69}"/>
              </a:ext>
            </a:extLst>
          </p:cNvPr>
          <p:cNvGrpSpPr/>
          <p:nvPr/>
        </p:nvGrpSpPr>
        <p:grpSpPr>
          <a:xfrm>
            <a:off x="10318493" y="4754467"/>
            <a:ext cx="921715" cy="657135"/>
            <a:chOff x="818183" y="3468637"/>
            <a:chExt cx="921715" cy="657135"/>
          </a:xfrm>
        </p:grpSpPr>
        <p:sp>
          <p:nvSpPr>
            <p:cNvPr id="137" name="Объект 1">
              <a:extLst>
                <a:ext uri="{FF2B5EF4-FFF2-40B4-BE49-F238E27FC236}">
                  <a16:creationId xmlns:a16="http://schemas.microsoft.com/office/drawing/2014/main" id="{783B4557-86AF-2D17-473D-22D2A0C8FE73}"/>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138" name="Объект 1">
              <a:extLst>
                <a:ext uri="{FF2B5EF4-FFF2-40B4-BE49-F238E27FC236}">
                  <a16:creationId xmlns:a16="http://schemas.microsoft.com/office/drawing/2014/main" id="{0C5B51A6-1E33-F194-0FB2-1A51FF7D19DD}"/>
                </a:ext>
              </a:extLst>
            </p:cNvPr>
            <p:cNvSpPr txBox="1">
              <a:spLocks/>
            </p:cNvSpPr>
            <p:nvPr/>
          </p:nvSpPr>
          <p:spPr>
            <a:xfrm>
              <a:off x="824259" y="3853897"/>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578,4</a:t>
              </a:r>
            </a:p>
          </p:txBody>
        </p:sp>
      </p:grpSp>
      <p:grpSp>
        <p:nvGrpSpPr>
          <p:cNvPr id="139" name="Группа 138">
            <a:extLst>
              <a:ext uri="{FF2B5EF4-FFF2-40B4-BE49-F238E27FC236}">
                <a16:creationId xmlns:a16="http://schemas.microsoft.com/office/drawing/2014/main" id="{5F05B77A-1844-AD0C-C7BE-D3AED5AFE4FD}"/>
              </a:ext>
            </a:extLst>
          </p:cNvPr>
          <p:cNvGrpSpPr/>
          <p:nvPr/>
        </p:nvGrpSpPr>
        <p:grpSpPr>
          <a:xfrm>
            <a:off x="10318493" y="5510363"/>
            <a:ext cx="921715" cy="657135"/>
            <a:chOff x="818183" y="3468637"/>
            <a:chExt cx="921715" cy="657135"/>
          </a:xfrm>
        </p:grpSpPr>
        <p:sp>
          <p:nvSpPr>
            <p:cNvPr id="140" name="Объект 1">
              <a:extLst>
                <a:ext uri="{FF2B5EF4-FFF2-40B4-BE49-F238E27FC236}">
                  <a16:creationId xmlns:a16="http://schemas.microsoft.com/office/drawing/2014/main" id="{4CB7FC33-B07A-522F-20DA-4717CC1D5DD0}"/>
                </a:ext>
              </a:extLst>
            </p:cNvPr>
            <p:cNvSpPr txBox="1">
              <a:spLocks/>
            </p:cNvSpPr>
            <p:nvPr/>
          </p:nvSpPr>
          <p:spPr>
            <a:xfrm>
              <a:off x="818183" y="3468637"/>
              <a:ext cx="921715"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a:t>
              </a:r>
              <a:br>
                <a:rPr lang="ru-RU" sz="1200"/>
              </a:br>
              <a:r>
                <a:rPr lang="ru-RU" sz="1200"/>
                <a:t>показателя</a:t>
              </a:r>
            </a:p>
          </p:txBody>
        </p:sp>
        <p:sp>
          <p:nvSpPr>
            <p:cNvPr id="141" name="Объект 1">
              <a:extLst>
                <a:ext uri="{FF2B5EF4-FFF2-40B4-BE49-F238E27FC236}">
                  <a16:creationId xmlns:a16="http://schemas.microsoft.com/office/drawing/2014/main" id="{2D5FC0BD-3738-D1D2-94F1-75E0D91DFDCF}"/>
                </a:ext>
              </a:extLst>
            </p:cNvPr>
            <p:cNvSpPr txBox="1">
              <a:spLocks/>
            </p:cNvSpPr>
            <p:nvPr/>
          </p:nvSpPr>
          <p:spPr>
            <a:xfrm>
              <a:off x="824259" y="3853897"/>
              <a:ext cx="85213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34,3</a:t>
              </a:r>
            </a:p>
          </p:txBody>
        </p:sp>
      </p:grpSp>
      <p:sp>
        <p:nvSpPr>
          <p:cNvPr id="6" name="Нижний колонтитул 5">
            <a:extLst>
              <a:ext uri="{FF2B5EF4-FFF2-40B4-BE49-F238E27FC236}">
                <a16:creationId xmlns:a16="http://schemas.microsoft.com/office/drawing/2014/main" id="{AE07FE36-28D7-5D78-310A-21F809685A7B}"/>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9880004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скругленные углы 5">
            <a:extLst>
              <a:ext uri="{FF2B5EF4-FFF2-40B4-BE49-F238E27FC236}">
                <a16:creationId xmlns:a16="http://schemas.microsoft.com/office/drawing/2014/main" id="{DF0969E2-53D1-9599-010B-732CCC5EA8D8}"/>
              </a:ext>
            </a:extLst>
          </p:cNvPr>
          <p:cNvSpPr/>
          <p:nvPr/>
        </p:nvSpPr>
        <p:spPr>
          <a:xfrm>
            <a:off x="639764" y="1520825"/>
            <a:ext cx="5456236" cy="1908175"/>
          </a:xfrm>
          <a:prstGeom prst="roundRect">
            <a:avLst>
              <a:gd name="adj" fmla="val 12536"/>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8" name="Полилиния: фигура 27">
            <a:extLst>
              <a:ext uri="{FF2B5EF4-FFF2-40B4-BE49-F238E27FC236}">
                <a16:creationId xmlns:a16="http://schemas.microsoft.com/office/drawing/2014/main" id="{08543E41-36E2-5E8C-204F-3ACCF27C1FE4}"/>
              </a:ext>
            </a:extLst>
          </p:cNvPr>
          <p:cNvSpPr/>
          <p:nvPr/>
        </p:nvSpPr>
        <p:spPr>
          <a:xfrm>
            <a:off x="639763" y="1520825"/>
            <a:ext cx="1489913" cy="1908175"/>
          </a:xfrm>
          <a:custGeom>
            <a:avLst/>
            <a:gdLst>
              <a:gd name="connsiteX0" fmla="*/ 239209 w 1489913"/>
              <a:gd name="connsiteY0" fmla="*/ 0 h 1908175"/>
              <a:gd name="connsiteX1" fmla="*/ 939993 w 1489913"/>
              <a:gd name="connsiteY1" fmla="*/ 0 h 1908175"/>
              <a:gd name="connsiteX2" fmla="*/ 1003474 w 1489913"/>
              <a:gd name="connsiteY2" fmla="*/ 35377 h 1908175"/>
              <a:gd name="connsiteX3" fmla="*/ 1489913 w 1489913"/>
              <a:gd name="connsiteY3" fmla="*/ 980869 h 1908175"/>
              <a:gd name="connsiteX4" fmla="*/ 1080111 w 1489913"/>
              <a:gd name="connsiteY4" fmla="*/ 1872501 h 1908175"/>
              <a:gd name="connsiteX5" fmla="*/ 1029351 w 1489913"/>
              <a:gd name="connsiteY5" fmla="*/ 1908175 h 1908175"/>
              <a:gd name="connsiteX6" fmla="*/ 239209 w 1489913"/>
              <a:gd name="connsiteY6" fmla="*/ 1908175 h 1908175"/>
              <a:gd name="connsiteX7" fmla="*/ 0 w 1489913"/>
              <a:gd name="connsiteY7" fmla="*/ 1668966 h 1908175"/>
              <a:gd name="connsiteX8" fmla="*/ 0 w 1489913"/>
              <a:gd name="connsiteY8" fmla="*/ 239209 h 1908175"/>
              <a:gd name="connsiteX9" fmla="*/ 70063 w 1489913"/>
              <a:gd name="connsiteY9" fmla="*/ 70063 h 1908175"/>
              <a:gd name="connsiteX10" fmla="*/ 81796 w 1489913"/>
              <a:gd name="connsiteY10" fmla="*/ 60382 h 1908175"/>
              <a:gd name="connsiteX11" fmla="*/ 117376 w 1489913"/>
              <a:gd name="connsiteY11" fmla="*/ 35377 h 1908175"/>
              <a:gd name="connsiteX12" fmla="*/ 148415 w 1489913"/>
              <a:gd name="connsiteY12" fmla="*/ 18079 h 1908175"/>
              <a:gd name="connsiteX13" fmla="*/ 191000 w 1489913"/>
              <a:gd name="connsiteY13" fmla="*/ 4860 h 1908175"/>
              <a:gd name="connsiteX14" fmla="*/ 239209 w 1489913"/>
              <a:gd name="connsiteY14" fmla="*/ 0 h 19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89913" h="1908175">
                <a:moveTo>
                  <a:pt x="239209" y="0"/>
                </a:moveTo>
                <a:lnTo>
                  <a:pt x="939993" y="0"/>
                </a:lnTo>
                <a:lnTo>
                  <a:pt x="1003474" y="35377"/>
                </a:lnTo>
                <a:cubicBezTo>
                  <a:pt x="1293219" y="217463"/>
                  <a:pt x="1489913" y="572593"/>
                  <a:pt x="1489913" y="980869"/>
                </a:cubicBezTo>
                <a:cubicBezTo>
                  <a:pt x="1489913" y="1352029"/>
                  <a:pt x="1327356" y="1679267"/>
                  <a:pt x="1080111" y="1872501"/>
                </a:cubicBezTo>
                <a:lnTo>
                  <a:pt x="1029351" y="1908175"/>
                </a:lnTo>
                <a:lnTo>
                  <a:pt x="239209" y="1908175"/>
                </a:lnTo>
                <a:cubicBezTo>
                  <a:pt x="107098" y="1908175"/>
                  <a:pt x="0" y="1801077"/>
                  <a:pt x="0" y="1668966"/>
                </a:cubicBezTo>
                <a:lnTo>
                  <a:pt x="0" y="239209"/>
                </a:lnTo>
                <a:cubicBezTo>
                  <a:pt x="0" y="173154"/>
                  <a:pt x="26775" y="113351"/>
                  <a:pt x="70063" y="70063"/>
                </a:cubicBezTo>
                <a:lnTo>
                  <a:pt x="81796" y="60382"/>
                </a:lnTo>
                <a:lnTo>
                  <a:pt x="117376" y="35377"/>
                </a:lnTo>
                <a:lnTo>
                  <a:pt x="148415" y="18079"/>
                </a:lnTo>
                <a:lnTo>
                  <a:pt x="191000" y="4860"/>
                </a:lnTo>
                <a:cubicBezTo>
                  <a:pt x="206572" y="1673"/>
                  <a:pt x="222695" y="0"/>
                  <a:pt x="239209"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sp>
        <p:nvSpPr>
          <p:cNvPr id="5" name="Заголовок 4">
            <a:extLst>
              <a:ext uri="{FF2B5EF4-FFF2-40B4-BE49-F238E27FC236}">
                <a16:creationId xmlns:a16="http://schemas.microsoft.com/office/drawing/2014/main" id="{EA3F60E3-0DD9-EF08-5D9E-9428FEA0C4BE}"/>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7" name="Прямоугольник: скругленные углы 6">
            <a:extLst>
              <a:ext uri="{FF2B5EF4-FFF2-40B4-BE49-F238E27FC236}">
                <a16:creationId xmlns:a16="http://schemas.microsoft.com/office/drawing/2014/main" id="{9F7E00EC-2CF1-B1A6-FDC0-81CBE6F2BB9B}"/>
              </a:ext>
            </a:extLst>
          </p:cNvPr>
          <p:cNvSpPr/>
          <p:nvPr/>
        </p:nvSpPr>
        <p:spPr>
          <a:xfrm>
            <a:off x="6432330" y="1520825"/>
            <a:ext cx="5118321" cy="4741863"/>
          </a:xfrm>
          <a:prstGeom prst="roundRect">
            <a:avLst>
              <a:gd name="adj" fmla="val 472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 name="Объект 1">
            <a:extLst>
              <a:ext uri="{FF2B5EF4-FFF2-40B4-BE49-F238E27FC236}">
                <a16:creationId xmlns:a16="http://schemas.microsoft.com/office/drawing/2014/main" id="{67517231-4357-A3A3-CD0F-02D4521AAF76}"/>
              </a:ext>
            </a:extLst>
          </p:cNvPr>
          <p:cNvSpPr txBox="1">
            <a:spLocks/>
          </p:cNvSpPr>
          <p:nvPr/>
        </p:nvSpPr>
        <p:spPr>
          <a:xfrm>
            <a:off x="639764" y="3782519"/>
            <a:ext cx="4546601" cy="27644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Напиши краткий заголовок диаграммы</a:t>
            </a:r>
          </a:p>
        </p:txBody>
      </p:sp>
      <p:graphicFrame>
        <p:nvGraphicFramePr>
          <p:cNvPr id="13" name="Диаграмма 12">
            <a:extLst>
              <a:ext uri="{FF2B5EF4-FFF2-40B4-BE49-F238E27FC236}">
                <a16:creationId xmlns:a16="http://schemas.microsoft.com/office/drawing/2014/main" id="{8CC3FFEA-E932-A065-DC80-7A315A3D213A}"/>
              </a:ext>
            </a:extLst>
          </p:cNvPr>
          <p:cNvGraphicFramePr/>
          <p:nvPr/>
        </p:nvGraphicFramePr>
        <p:xfrm>
          <a:off x="2967380" y="4191000"/>
          <a:ext cx="3182144" cy="2071688"/>
        </p:xfrm>
        <a:graphic>
          <a:graphicData uri="http://schemas.openxmlformats.org/drawingml/2006/chart">
            <c:chart xmlns:c="http://schemas.openxmlformats.org/drawingml/2006/chart" xmlns:r="http://schemas.openxmlformats.org/officeDocument/2006/relationships" r:id="rId3"/>
          </a:graphicData>
        </a:graphic>
      </p:graphicFrame>
      <p:sp>
        <p:nvSpPr>
          <p:cNvPr id="14" name="Овал 13">
            <a:extLst>
              <a:ext uri="{FF2B5EF4-FFF2-40B4-BE49-F238E27FC236}">
                <a16:creationId xmlns:a16="http://schemas.microsoft.com/office/drawing/2014/main" id="{1E4C339A-332C-9414-A970-C39D8F3158EC}"/>
              </a:ext>
            </a:extLst>
          </p:cNvPr>
          <p:cNvSpPr/>
          <p:nvPr/>
        </p:nvSpPr>
        <p:spPr>
          <a:xfrm>
            <a:off x="673101" y="4426053"/>
            <a:ext cx="180000" cy="180000"/>
          </a:xfrm>
          <a:prstGeom prst="ellipse">
            <a:avLst/>
          </a:prstGeom>
          <a:solidFill>
            <a:schemeClr val="accent1"/>
          </a:solidFill>
          <a:ln w="50800">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16" name="Объект 1">
            <a:extLst>
              <a:ext uri="{FF2B5EF4-FFF2-40B4-BE49-F238E27FC236}">
                <a16:creationId xmlns:a16="http://schemas.microsoft.com/office/drawing/2014/main" id="{9A0E1582-1CC0-2E6F-DE1F-B5EB71A6CD9B}"/>
              </a:ext>
            </a:extLst>
          </p:cNvPr>
          <p:cNvSpPr txBox="1">
            <a:spLocks/>
          </p:cNvSpPr>
          <p:nvPr/>
        </p:nvSpPr>
        <p:spPr>
          <a:xfrm>
            <a:off x="946447" y="4412482"/>
            <a:ext cx="1853903" cy="4071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Напиши здесь название показателя</a:t>
            </a:r>
          </a:p>
        </p:txBody>
      </p:sp>
      <p:sp>
        <p:nvSpPr>
          <p:cNvPr id="17" name="Овал 16">
            <a:extLst>
              <a:ext uri="{FF2B5EF4-FFF2-40B4-BE49-F238E27FC236}">
                <a16:creationId xmlns:a16="http://schemas.microsoft.com/office/drawing/2014/main" id="{F77703E5-4683-B429-4280-0DA822D54D82}"/>
              </a:ext>
            </a:extLst>
          </p:cNvPr>
          <p:cNvSpPr/>
          <p:nvPr/>
        </p:nvSpPr>
        <p:spPr>
          <a:xfrm>
            <a:off x="673101" y="5037980"/>
            <a:ext cx="180000" cy="180000"/>
          </a:xfrm>
          <a:prstGeom prst="ellipse">
            <a:avLst/>
          </a:prstGeom>
          <a:solidFill>
            <a:schemeClr val="accent2"/>
          </a:solidFill>
          <a:ln w="50800">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18" name="Объект 1">
            <a:extLst>
              <a:ext uri="{FF2B5EF4-FFF2-40B4-BE49-F238E27FC236}">
                <a16:creationId xmlns:a16="http://schemas.microsoft.com/office/drawing/2014/main" id="{1C8416B8-FDF0-3233-549F-F07C4B12DD77}"/>
              </a:ext>
            </a:extLst>
          </p:cNvPr>
          <p:cNvSpPr txBox="1">
            <a:spLocks/>
          </p:cNvSpPr>
          <p:nvPr/>
        </p:nvSpPr>
        <p:spPr>
          <a:xfrm>
            <a:off x="946447" y="5024409"/>
            <a:ext cx="1853903" cy="4071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Напиши здесь название показателя</a:t>
            </a:r>
          </a:p>
        </p:txBody>
      </p:sp>
      <p:sp>
        <p:nvSpPr>
          <p:cNvPr id="19" name="Овал 18">
            <a:extLst>
              <a:ext uri="{FF2B5EF4-FFF2-40B4-BE49-F238E27FC236}">
                <a16:creationId xmlns:a16="http://schemas.microsoft.com/office/drawing/2014/main" id="{3572E796-5866-0482-438A-96FAA72648AA}"/>
              </a:ext>
            </a:extLst>
          </p:cNvPr>
          <p:cNvSpPr/>
          <p:nvPr/>
        </p:nvSpPr>
        <p:spPr>
          <a:xfrm>
            <a:off x="673101" y="5649906"/>
            <a:ext cx="180000" cy="180000"/>
          </a:xfrm>
          <a:prstGeom prst="ellipse">
            <a:avLst/>
          </a:prstGeom>
          <a:solidFill>
            <a:schemeClr val="accent3"/>
          </a:solidFill>
          <a:ln w="50800">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20" name="Объект 1">
            <a:extLst>
              <a:ext uri="{FF2B5EF4-FFF2-40B4-BE49-F238E27FC236}">
                <a16:creationId xmlns:a16="http://schemas.microsoft.com/office/drawing/2014/main" id="{F19E51BC-5349-F61C-E5CA-C2D95F1ACA3E}"/>
              </a:ext>
            </a:extLst>
          </p:cNvPr>
          <p:cNvSpPr txBox="1">
            <a:spLocks/>
          </p:cNvSpPr>
          <p:nvPr/>
        </p:nvSpPr>
        <p:spPr>
          <a:xfrm>
            <a:off x="946447" y="5636335"/>
            <a:ext cx="1853903" cy="4071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Напиши здесь название показателя</a:t>
            </a:r>
          </a:p>
        </p:txBody>
      </p:sp>
      <p:sp>
        <p:nvSpPr>
          <p:cNvPr id="26" name="Объект 1">
            <a:extLst>
              <a:ext uri="{FF2B5EF4-FFF2-40B4-BE49-F238E27FC236}">
                <a16:creationId xmlns:a16="http://schemas.microsoft.com/office/drawing/2014/main" id="{782D295D-1FF0-BFE0-7786-8B8BCE79D441}"/>
              </a:ext>
            </a:extLst>
          </p:cNvPr>
          <p:cNvSpPr txBox="1">
            <a:spLocks/>
          </p:cNvSpPr>
          <p:nvPr/>
        </p:nvSpPr>
        <p:spPr>
          <a:xfrm>
            <a:off x="858422" y="2022593"/>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a:t>
            </a:r>
            <a:br>
              <a:rPr lang="ru-RU" sz="1000">
                <a:solidFill>
                  <a:schemeClr val="bg1"/>
                </a:solidFill>
              </a:rPr>
            </a:br>
            <a:r>
              <a:rPr lang="ru-RU" sz="1000">
                <a:solidFill>
                  <a:schemeClr val="bg1"/>
                </a:solidFill>
              </a:rPr>
              <a:t>комментарий</a:t>
            </a:r>
          </a:p>
        </p:txBody>
      </p:sp>
      <p:sp>
        <p:nvSpPr>
          <p:cNvPr id="27" name="Объект 1">
            <a:extLst>
              <a:ext uri="{FF2B5EF4-FFF2-40B4-BE49-F238E27FC236}">
                <a16:creationId xmlns:a16="http://schemas.microsoft.com/office/drawing/2014/main" id="{FF206F17-7199-5628-3741-88DF037E4E93}"/>
              </a:ext>
            </a:extLst>
          </p:cNvPr>
          <p:cNvSpPr txBox="1">
            <a:spLocks/>
          </p:cNvSpPr>
          <p:nvPr/>
        </p:nvSpPr>
        <p:spPr>
          <a:xfrm>
            <a:off x="853101" y="1649543"/>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35,8</a:t>
            </a:r>
          </a:p>
        </p:txBody>
      </p:sp>
      <p:sp>
        <p:nvSpPr>
          <p:cNvPr id="33" name="Объект 1">
            <a:extLst>
              <a:ext uri="{FF2B5EF4-FFF2-40B4-BE49-F238E27FC236}">
                <a16:creationId xmlns:a16="http://schemas.microsoft.com/office/drawing/2014/main" id="{3F003213-3B98-9DBA-7038-37A16EE28F0A}"/>
              </a:ext>
            </a:extLst>
          </p:cNvPr>
          <p:cNvSpPr txBox="1">
            <a:spLocks/>
          </p:cNvSpPr>
          <p:nvPr/>
        </p:nvSpPr>
        <p:spPr>
          <a:xfrm>
            <a:off x="861082" y="2930061"/>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a:t>
            </a:r>
            <a:br>
              <a:rPr lang="ru-RU" sz="1000">
                <a:solidFill>
                  <a:schemeClr val="bg1"/>
                </a:solidFill>
              </a:rPr>
            </a:br>
            <a:r>
              <a:rPr lang="ru-RU" sz="1000">
                <a:solidFill>
                  <a:schemeClr val="bg1"/>
                </a:solidFill>
              </a:rPr>
              <a:t>комментарий</a:t>
            </a:r>
          </a:p>
        </p:txBody>
      </p:sp>
      <p:sp>
        <p:nvSpPr>
          <p:cNvPr id="34" name="Объект 1">
            <a:extLst>
              <a:ext uri="{FF2B5EF4-FFF2-40B4-BE49-F238E27FC236}">
                <a16:creationId xmlns:a16="http://schemas.microsoft.com/office/drawing/2014/main" id="{01070214-93C5-03F2-9EC7-C588A8DB6571}"/>
              </a:ext>
            </a:extLst>
          </p:cNvPr>
          <p:cNvSpPr txBox="1">
            <a:spLocks/>
          </p:cNvSpPr>
          <p:nvPr/>
        </p:nvSpPr>
        <p:spPr>
          <a:xfrm>
            <a:off x="855761" y="2557011"/>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63%</a:t>
            </a:r>
          </a:p>
        </p:txBody>
      </p:sp>
      <p:sp>
        <p:nvSpPr>
          <p:cNvPr id="39" name="Объект 1">
            <a:extLst>
              <a:ext uri="{FF2B5EF4-FFF2-40B4-BE49-F238E27FC236}">
                <a16:creationId xmlns:a16="http://schemas.microsoft.com/office/drawing/2014/main" id="{65C13D44-45F4-218C-2EC6-5A8951752F25}"/>
              </a:ext>
            </a:extLst>
          </p:cNvPr>
          <p:cNvSpPr txBox="1">
            <a:spLocks/>
          </p:cNvSpPr>
          <p:nvPr/>
        </p:nvSpPr>
        <p:spPr>
          <a:xfrm>
            <a:off x="2523596" y="2022593"/>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a:t>
            </a:r>
            <a:br>
              <a:rPr lang="ru-RU" sz="1000">
                <a:solidFill>
                  <a:schemeClr val="bg1"/>
                </a:solidFill>
              </a:rPr>
            </a:br>
            <a:r>
              <a:rPr lang="ru-RU" sz="1000">
                <a:solidFill>
                  <a:schemeClr val="bg1"/>
                </a:solidFill>
              </a:rPr>
              <a:t>комментарий</a:t>
            </a:r>
          </a:p>
        </p:txBody>
      </p:sp>
      <p:sp>
        <p:nvSpPr>
          <p:cNvPr id="40" name="Объект 1">
            <a:extLst>
              <a:ext uri="{FF2B5EF4-FFF2-40B4-BE49-F238E27FC236}">
                <a16:creationId xmlns:a16="http://schemas.microsoft.com/office/drawing/2014/main" id="{2D721C57-D776-F1A9-8E71-86C33813F80D}"/>
              </a:ext>
            </a:extLst>
          </p:cNvPr>
          <p:cNvSpPr txBox="1">
            <a:spLocks/>
          </p:cNvSpPr>
          <p:nvPr/>
        </p:nvSpPr>
        <p:spPr>
          <a:xfrm>
            <a:off x="2518275" y="1649543"/>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3,45%</a:t>
            </a:r>
          </a:p>
        </p:txBody>
      </p:sp>
      <p:sp>
        <p:nvSpPr>
          <p:cNvPr id="42" name="Объект 1">
            <a:extLst>
              <a:ext uri="{FF2B5EF4-FFF2-40B4-BE49-F238E27FC236}">
                <a16:creationId xmlns:a16="http://schemas.microsoft.com/office/drawing/2014/main" id="{10EE2BA1-D8BC-C673-1094-CF467B14E541}"/>
              </a:ext>
            </a:extLst>
          </p:cNvPr>
          <p:cNvSpPr txBox="1">
            <a:spLocks/>
          </p:cNvSpPr>
          <p:nvPr/>
        </p:nvSpPr>
        <p:spPr>
          <a:xfrm>
            <a:off x="2526256" y="2930061"/>
            <a:ext cx="2068604"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комментарий или</a:t>
            </a:r>
            <a:br>
              <a:rPr lang="ru-RU" sz="1000">
                <a:solidFill>
                  <a:schemeClr val="bg1"/>
                </a:solidFill>
              </a:rPr>
            </a:br>
            <a:r>
              <a:rPr lang="ru-RU" sz="1000">
                <a:solidFill>
                  <a:schemeClr val="bg1"/>
                </a:solidFill>
              </a:rPr>
              <a:t>отчетный период этого значения</a:t>
            </a:r>
          </a:p>
        </p:txBody>
      </p:sp>
      <p:sp>
        <p:nvSpPr>
          <p:cNvPr id="43" name="Объект 1">
            <a:extLst>
              <a:ext uri="{FF2B5EF4-FFF2-40B4-BE49-F238E27FC236}">
                <a16:creationId xmlns:a16="http://schemas.microsoft.com/office/drawing/2014/main" id="{79A2BF2C-3582-490D-EE44-A86B06739DE3}"/>
              </a:ext>
            </a:extLst>
          </p:cNvPr>
          <p:cNvSpPr txBox="1">
            <a:spLocks/>
          </p:cNvSpPr>
          <p:nvPr/>
        </p:nvSpPr>
        <p:spPr>
          <a:xfrm>
            <a:off x="2520936" y="2557011"/>
            <a:ext cx="2141514"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246 млрд руб.</a:t>
            </a:r>
          </a:p>
        </p:txBody>
      </p:sp>
      <p:sp>
        <p:nvSpPr>
          <p:cNvPr id="45" name="Объект 1">
            <a:extLst>
              <a:ext uri="{FF2B5EF4-FFF2-40B4-BE49-F238E27FC236}">
                <a16:creationId xmlns:a16="http://schemas.microsoft.com/office/drawing/2014/main" id="{7277F449-1E50-F746-477F-E113E57021B8}"/>
              </a:ext>
            </a:extLst>
          </p:cNvPr>
          <p:cNvSpPr txBox="1">
            <a:spLocks/>
          </p:cNvSpPr>
          <p:nvPr/>
        </p:nvSpPr>
        <p:spPr>
          <a:xfrm>
            <a:off x="3669054" y="2022593"/>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a:t>
            </a:r>
            <a:br>
              <a:rPr lang="ru-RU" sz="1000">
                <a:solidFill>
                  <a:schemeClr val="bg1"/>
                </a:solidFill>
              </a:rPr>
            </a:br>
            <a:r>
              <a:rPr lang="ru-RU" sz="1000">
                <a:solidFill>
                  <a:schemeClr val="bg1"/>
                </a:solidFill>
              </a:rPr>
              <a:t>комментарий</a:t>
            </a:r>
          </a:p>
        </p:txBody>
      </p:sp>
      <p:sp>
        <p:nvSpPr>
          <p:cNvPr id="46" name="Объект 1">
            <a:extLst>
              <a:ext uri="{FF2B5EF4-FFF2-40B4-BE49-F238E27FC236}">
                <a16:creationId xmlns:a16="http://schemas.microsoft.com/office/drawing/2014/main" id="{E10FE88C-9557-8E93-2A21-F69EB71F323D}"/>
              </a:ext>
            </a:extLst>
          </p:cNvPr>
          <p:cNvSpPr txBox="1">
            <a:spLocks/>
          </p:cNvSpPr>
          <p:nvPr/>
        </p:nvSpPr>
        <p:spPr>
          <a:xfrm>
            <a:off x="3663733" y="1649543"/>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0,98</a:t>
            </a:r>
          </a:p>
        </p:txBody>
      </p:sp>
      <p:sp>
        <p:nvSpPr>
          <p:cNvPr id="48" name="Объект 1">
            <a:extLst>
              <a:ext uri="{FF2B5EF4-FFF2-40B4-BE49-F238E27FC236}">
                <a16:creationId xmlns:a16="http://schemas.microsoft.com/office/drawing/2014/main" id="{20877E48-8893-6C6C-AA4C-E41472065148}"/>
              </a:ext>
            </a:extLst>
          </p:cNvPr>
          <p:cNvSpPr txBox="1">
            <a:spLocks/>
          </p:cNvSpPr>
          <p:nvPr/>
        </p:nvSpPr>
        <p:spPr>
          <a:xfrm>
            <a:off x="4814512" y="2022593"/>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здесь </a:t>
            </a:r>
            <a:br>
              <a:rPr lang="ru-RU" sz="1000">
                <a:solidFill>
                  <a:schemeClr val="bg1"/>
                </a:solidFill>
              </a:rPr>
            </a:br>
            <a:r>
              <a:rPr lang="ru-RU" sz="1000">
                <a:solidFill>
                  <a:schemeClr val="bg1"/>
                </a:solidFill>
              </a:rPr>
              <a:t>комментарий</a:t>
            </a:r>
          </a:p>
        </p:txBody>
      </p:sp>
      <p:sp>
        <p:nvSpPr>
          <p:cNvPr id="49" name="Объект 1">
            <a:extLst>
              <a:ext uri="{FF2B5EF4-FFF2-40B4-BE49-F238E27FC236}">
                <a16:creationId xmlns:a16="http://schemas.microsoft.com/office/drawing/2014/main" id="{78B0641E-CD42-4ECC-DBF3-A0E21EED6AC8}"/>
              </a:ext>
            </a:extLst>
          </p:cNvPr>
          <p:cNvSpPr txBox="1">
            <a:spLocks/>
          </p:cNvSpPr>
          <p:nvPr/>
        </p:nvSpPr>
        <p:spPr>
          <a:xfrm>
            <a:off x="4809191" y="1649543"/>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113,4</a:t>
            </a:r>
          </a:p>
        </p:txBody>
      </p:sp>
      <p:sp>
        <p:nvSpPr>
          <p:cNvPr id="69" name="Прямоугольник: скругленные углы 68">
            <a:extLst>
              <a:ext uri="{FF2B5EF4-FFF2-40B4-BE49-F238E27FC236}">
                <a16:creationId xmlns:a16="http://schemas.microsoft.com/office/drawing/2014/main" id="{580485FB-4C1D-70B3-E33C-326FA878581F}"/>
              </a:ext>
            </a:extLst>
          </p:cNvPr>
          <p:cNvSpPr/>
          <p:nvPr/>
        </p:nvSpPr>
        <p:spPr>
          <a:xfrm>
            <a:off x="6684199" y="1810010"/>
            <a:ext cx="2984205" cy="306595"/>
          </a:xfrm>
          <a:prstGeom prst="roundRect">
            <a:avLst>
              <a:gd name="adj" fmla="val 28032"/>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72000" bIns="0" rtlCol="0" anchor="ctr">
            <a:noAutofit/>
          </a:bodyPr>
          <a:lstStyle/>
          <a:p>
            <a:r>
              <a:rPr lang="ru-RU" sz="1400"/>
              <a:t>Название категории</a:t>
            </a:r>
            <a:endParaRPr lang="en-US" sz="1400"/>
          </a:p>
        </p:txBody>
      </p:sp>
      <p:sp>
        <p:nvSpPr>
          <p:cNvPr id="73" name="Объект 1">
            <a:extLst>
              <a:ext uri="{FF2B5EF4-FFF2-40B4-BE49-F238E27FC236}">
                <a16:creationId xmlns:a16="http://schemas.microsoft.com/office/drawing/2014/main" id="{64AE3450-74F0-06C6-8B9E-4C1998DF6A9A}"/>
              </a:ext>
            </a:extLst>
          </p:cNvPr>
          <p:cNvSpPr txBox="1">
            <a:spLocks/>
          </p:cNvSpPr>
          <p:nvPr/>
        </p:nvSpPr>
        <p:spPr>
          <a:xfrm>
            <a:off x="6752199" y="5666754"/>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a:t>
            </a:r>
            <a:br>
              <a:rPr lang="ru-RU" sz="1000"/>
            </a:br>
            <a:r>
              <a:rPr lang="ru-RU" sz="1000"/>
              <a:t>комментарий</a:t>
            </a:r>
          </a:p>
        </p:txBody>
      </p:sp>
      <p:sp>
        <p:nvSpPr>
          <p:cNvPr id="74" name="Объект 1">
            <a:extLst>
              <a:ext uri="{FF2B5EF4-FFF2-40B4-BE49-F238E27FC236}">
                <a16:creationId xmlns:a16="http://schemas.microsoft.com/office/drawing/2014/main" id="{3EF4843B-F717-9D2A-7796-F215D611CB61}"/>
              </a:ext>
            </a:extLst>
          </p:cNvPr>
          <p:cNvSpPr txBox="1">
            <a:spLocks/>
          </p:cNvSpPr>
          <p:nvPr/>
        </p:nvSpPr>
        <p:spPr>
          <a:xfrm>
            <a:off x="6746878" y="5293704"/>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t>3,45%</a:t>
            </a:r>
          </a:p>
        </p:txBody>
      </p:sp>
      <p:sp>
        <p:nvSpPr>
          <p:cNvPr id="76" name="Объект 1">
            <a:extLst>
              <a:ext uri="{FF2B5EF4-FFF2-40B4-BE49-F238E27FC236}">
                <a16:creationId xmlns:a16="http://schemas.microsoft.com/office/drawing/2014/main" id="{98AB4386-CC92-BB9E-707F-1F0655121783}"/>
              </a:ext>
            </a:extLst>
          </p:cNvPr>
          <p:cNvSpPr txBox="1">
            <a:spLocks/>
          </p:cNvSpPr>
          <p:nvPr/>
        </p:nvSpPr>
        <p:spPr>
          <a:xfrm>
            <a:off x="7952354" y="5666754"/>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a:t>
            </a:r>
            <a:br>
              <a:rPr lang="ru-RU" sz="1000"/>
            </a:br>
            <a:r>
              <a:rPr lang="ru-RU" sz="1000"/>
              <a:t>комментарий</a:t>
            </a:r>
          </a:p>
        </p:txBody>
      </p:sp>
      <p:sp>
        <p:nvSpPr>
          <p:cNvPr id="77" name="Объект 1">
            <a:extLst>
              <a:ext uri="{FF2B5EF4-FFF2-40B4-BE49-F238E27FC236}">
                <a16:creationId xmlns:a16="http://schemas.microsoft.com/office/drawing/2014/main" id="{5F21BCA9-08B0-5B07-9F7B-F44217AADFB9}"/>
              </a:ext>
            </a:extLst>
          </p:cNvPr>
          <p:cNvSpPr txBox="1">
            <a:spLocks/>
          </p:cNvSpPr>
          <p:nvPr/>
        </p:nvSpPr>
        <p:spPr>
          <a:xfrm>
            <a:off x="7947033" y="5293704"/>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t>0,98</a:t>
            </a:r>
          </a:p>
        </p:txBody>
      </p:sp>
      <p:sp>
        <p:nvSpPr>
          <p:cNvPr id="79" name="Объект 1">
            <a:extLst>
              <a:ext uri="{FF2B5EF4-FFF2-40B4-BE49-F238E27FC236}">
                <a16:creationId xmlns:a16="http://schemas.microsoft.com/office/drawing/2014/main" id="{37C23762-F267-90D2-ACF4-36A889CCB5AC}"/>
              </a:ext>
            </a:extLst>
          </p:cNvPr>
          <p:cNvSpPr txBox="1">
            <a:spLocks/>
          </p:cNvSpPr>
          <p:nvPr/>
        </p:nvSpPr>
        <p:spPr>
          <a:xfrm>
            <a:off x="9152509" y="5666754"/>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a:t>
            </a:r>
            <a:br>
              <a:rPr lang="ru-RU" sz="1000"/>
            </a:br>
            <a:r>
              <a:rPr lang="ru-RU" sz="1000"/>
              <a:t>комментарий</a:t>
            </a:r>
          </a:p>
        </p:txBody>
      </p:sp>
      <p:sp>
        <p:nvSpPr>
          <p:cNvPr id="80" name="Объект 1">
            <a:extLst>
              <a:ext uri="{FF2B5EF4-FFF2-40B4-BE49-F238E27FC236}">
                <a16:creationId xmlns:a16="http://schemas.microsoft.com/office/drawing/2014/main" id="{DA3AD707-5A40-10A6-F66B-30A5DAA85E8A}"/>
              </a:ext>
            </a:extLst>
          </p:cNvPr>
          <p:cNvSpPr txBox="1">
            <a:spLocks/>
          </p:cNvSpPr>
          <p:nvPr/>
        </p:nvSpPr>
        <p:spPr>
          <a:xfrm>
            <a:off x="9147188" y="5293704"/>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t>45,6</a:t>
            </a:r>
          </a:p>
        </p:txBody>
      </p:sp>
      <p:sp>
        <p:nvSpPr>
          <p:cNvPr id="82" name="Объект 1">
            <a:extLst>
              <a:ext uri="{FF2B5EF4-FFF2-40B4-BE49-F238E27FC236}">
                <a16:creationId xmlns:a16="http://schemas.microsoft.com/office/drawing/2014/main" id="{736997AD-3911-2330-77F4-8AA069B3CCEB}"/>
              </a:ext>
            </a:extLst>
          </p:cNvPr>
          <p:cNvSpPr txBox="1">
            <a:spLocks/>
          </p:cNvSpPr>
          <p:nvPr/>
        </p:nvSpPr>
        <p:spPr>
          <a:xfrm>
            <a:off x="10352664" y="5666754"/>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a:t>
            </a:r>
            <a:br>
              <a:rPr lang="ru-RU" sz="1000"/>
            </a:br>
            <a:r>
              <a:rPr lang="ru-RU" sz="1000"/>
              <a:t>комментарий</a:t>
            </a:r>
          </a:p>
        </p:txBody>
      </p:sp>
      <p:sp>
        <p:nvSpPr>
          <p:cNvPr id="83" name="Объект 1">
            <a:extLst>
              <a:ext uri="{FF2B5EF4-FFF2-40B4-BE49-F238E27FC236}">
                <a16:creationId xmlns:a16="http://schemas.microsoft.com/office/drawing/2014/main" id="{1F280C71-C2BB-5816-4AD7-971F85C6CD42}"/>
              </a:ext>
            </a:extLst>
          </p:cNvPr>
          <p:cNvSpPr txBox="1">
            <a:spLocks/>
          </p:cNvSpPr>
          <p:nvPr/>
        </p:nvSpPr>
        <p:spPr>
          <a:xfrm>
            <a:off x="10347343" y="5293704"/>
            <a:ext cx="869815" cy="3065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t>113,4</a:t>
            </a:r>
          </a:p>
        </p:txBody>
      </p:sp>
      <p:sp>
        <p:nvSpPr>
          <p:cNvPr id="88" name="Объект 1">
            <a:extLst>
              <a:ext uri="{FF2B5EF4-FFF2-40B4-BE49-F238E27FC236}">
                <a16:creationId xmlns:a16="http://schemas.microsoft.com/office/drawing/2014/main" id="{604A9B98-93E8-7249-6999-39371BA1FD95}"/>
              </a:ext>
            </a:extLst>
          </p:cNvPr>
          <p:cNvSpPr txBox="1">
            <a:spLocks/>
          </p:cNvSpPr>
          <p:nvPr/>
        </p:nvSpPr>
        <p:spPr>
          <a:xfrm>
            <a:off x="7045242" y="2357012"/>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89" name="Объект 1">
            <a:extLst>
              <a:ext uri="{FF2B5EF4-FFF2-40B4-BE49-F238E27FC236}">
                <a16:creationId xmlns:a16="http://schemas.microsoft.com/office/drawing/2014/main" id="{21216B58-C53D-1B38-4573-12B7A64ECDB4}"/>
              </a:ext>
            </a:extLst>
          </p:cNvPr>
          <p:cNvSpPr txBox="1">
            <a:spLocks/>
          </p:cNvSpPr>
          <p:nvPr/>
        </p:nvSpPr>
        <p:spPr>
          <a:xfrm>
            <a:off x="7045243" y="2556530"/>
            <a:ext cx="1800000" cy="44183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a:t>
            </a:r>
          </a:p>
        </p:txBody>
      </p:sp>
      <p:sp>
        <p:nvSpPr>
          <p:cNvPr id="90" name="Рисунок 39">
            <a:extLst>
              <a:ext uri="{FF2B5EF4-FFF2-40B4-BE49-F238E27FC236}">
                <a16:creationId xmlns:a16="http://schemas.microsoft.com/office/drawing/2014/main" id="{71D1F8AD-5F88-A800-F6DA-5CF1AC480FB6}"/>
              </a:ext>
            </a:extLst>
          </p:cNvPr>
          <p:cNvSpPr/>
          <p:nvPr/>
        </p:nvSpPr>
        <p:spPr>
          <a:xfrm>
            <a:off x="6846820" y="2357012"/>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96" name="Объект 1">
            <a:extLst>
              <a:ext uri="{FF2B5EF4-FFF2-40B4-BE49-F238E27FC236}">
                <a16:creationId xmlns:a16="http://schemas.microsoft.com/office/drawing/2014/main" id="{28AEA856-DE50-F493-58AC-BD74D670854C}"/>
              </a:ext>
            </a:extLst>
          </p:cNvPr>
          <p:cNvSpPr txBox="1">
            <a:spLocks/>
          </p:cNvSpPr>
          <p:nvPr/>
        </p:nvSpPr>
        <p:spPr>
          <a:xfrm>
            <a:off x="7045242" y="3196728"/>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97" name="Объект 1">
            <a:extLst>
              <a:ext uri="{FF2B5EF4-FFF2-40B4-BE49-F238E27FC236}">
                <a16:creationId xmlns:a16="http://schemas.microsoft.com/office/drawing/2014/main" id="{4A8068C2-8EB3-8DB0-14D1-0BEC5138A0EA}"/>
              </a:ext>
            </a:extLst>
          </p:cNvPr>
          <p:cNvSpPr txBox="1">
            <a:spLocks/>
          </p:cNvSpPr>
          <p:nvPr/>
        </p:nvSpPr>
        <p:spPr>
          <a:xfrm>
            <a:off x="7045243" y="3396246"/>
            <a:ext cx="1800000" cy="44183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a:t>
            </a:r>
          </a:p>
        </p:txBody>
      </p:sp>
      <p:sp>
        <p:nvSpPr>
          <p:cNvPr id="98" name="Рисунок 39">
            <a:extLst>
              <a:ext uri="{FF2B5EF4-FFF2-40B4-BE49-F238E27FC236}">
                <a16:creationId xmlns:a16="http://schemas.microsoft.com/office/drawing/2014/main" id="{8E6E134A-03E7-09AE-EF40-F7A4D3EA9BCD}"/>
              </a:ext>
            </a:extLst>
          </p:cNvPr>
          <p:cNvSpPr/>
          <p:nvPr/>
        </p:nvSpPr>
        <p:spPr>
          <a:xfrm>
            <a:off x="6846820" y="3196728"/>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100" name="Объект 1">
            <a:extLst>
              <a:ext uri="{FF2B5EF4-FFF2-40B4-BE49-F238E27FC236}">
                <a16:creationId xmlns:a16="http://schemas.microsoft.com/office/drawing/2014/main" id="{7B5FA232-697A-CC55-A701-7A1BFCDD1628}"/>
              </a:ext>
            </a:extLst>
          </p:cNvPr>
          <p:cNvSpPr txBox="1">
            <a:spLocks/>
          </p:cNvSpPr>
          <p:nvPr/>
        </p:nvSpPr>
        <p:spPr>
          <a:xfrm>
            <a:off x="9302244" y="2357012"/>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101" name="Объект 1">
            <a:extLst>
              <a:ext uri="{FF2B5EF4-FFF2-40B4-BE49-F238E27FC236}">
                <a16:creationId xmlns:a16="http://schemas.microsoft.com/office/drawing/2014/main" id="{44ABE797-5DDF-D326-E6D4-2BFA803C4BD7}"/>
              </a:ext>
            </a:extLst>
          </p:cNvPr>
          <p:cNvSpPr txBox="1">
            <a:spLocks/>
          </p:cNvSpPr>
          <p:nvPr/>
        </p:nvSpPr>
        <p:spPr>
          <a:xfrm>
            <a:off x="9302245" y="2556530"/>
            <a:ext cx="1800000" cy="44183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a:t>
            </a:r>
          </a:p>
        </p:txBody>
      </p:sp>
      <p:sp>
        <p:nvSpPr>
          <p:cNvPr id="102" name="Рисунок 39">
            <a:extLst>
              <a:ext uri="{FF2B5EF4-FFF2-40B4-BE49-F238E27FC236}">
                <a16:creationId xmlns:a16="http://schemas.microsoft.com/office/drawing/2014/main" id="{64ACE566-235A-FC8E-E429-22E46571F034}"/>
              </a:ext>
            </a:extLst>
          </p:cNvPr>
          <p:cNvSpPr/>
          <p:nvPr/>
        </p:nvSpPr>
        <p:spPr>
          <a:xfrm>
            <a:off x="9103822" y="2357012"/>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104" name="Объект 1">
            <a:extLst>
              <a:ext uri="{FF2B5EF4-FFF2-40B4-BE49-F238E27FC236}">
                <a16:creationId xmlns:a16="http://schemas.microsoft.com/office/drawing/2014/main" id="{93B11FDF-8CE7-CD5C-D3C4-14C7CE539441}"/>
              </a:ext>
            </a:extLst>
          </p:cNvPr>
          <p:cNvSpPr txBox="1">
            <a:spLocks/>
          </p:cNvSpPr>
          <p:nvPr/>
        </p:nvSpPr>
        <p:spPr>
          <a:xfrm>
            <a:off x="9302244" y="3196728"/>
            <a:ext cx="1518523"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b="1"/>
              <a:t>Краткий подзаголовок</a:t>
            </a:r>
          </a:p>
        </p:txBody>
      </p:sp>
      <p:sp>
        <p:nvSpPr>
          <p:cNvPr id="105" name="Объект 1">
            <a:extLst>
              <a:ext uri="{FF2B5EF4-FFF2-40B4-BE49-F238E27FC236}">
                <a16:creationId xmlns:a16="http://schemas.microsoft.com/office/drawing/2014/main" id="{D8804879-46BC-39F6-D910-041ED4E7AC27}"/>
              </a:ext>
            </a:extLst>
          </p:cNvPr>
          <p:cNvSpPr txBox="1">
            <a:spLocks/>
          </p:cNvSpPr>
          <p:nvPr/>
        </p:nvSpPr>
        <p:spPr>
          <a:xfrm>
            <a:off x="9302245" y="3396246"/>
            <a:ext cx="1800000" cy="44183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Здесь может быть твой текст. Добавь еще текста. Можно еще немного. Напиши текст. </a:t>
            </a:r>
          </a:p>
        </p:txBody>
      </p:sp>
      <p:sp>
        <p:nvSpPr>
          <p:cNvPr id="106" name="Рисунок 39">
            <a:extLst>
              <a:ext uri="{FF2B5EF4-FFF2-40B4-BE49-F238E27FC236}">
                <a16:creationId xmlns:a16="http://schemas.microsoft.com/office/drawing/2014/main" id="{A2C993B2-C38A-3BB3-168B-8EA8355BEFB7}"/>
              </a:ext>
            </a:extLst>
          </p:cNvPr>
          <p:cNvSpPr/>
          <p:nvPr/>
        </p:nvSpPr>
        <p:spPr>
          <a:xfrm>
            <a:off x="9103822" y="3196728"/>
            <a:ext cx="134662" cy="13466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solidFill>
          <a:ln w="9525" cap="flat">
            <a:noFill/>
            <a:prstDash val="solid"/>
            <a:miter/>
          </a:ln>
        </p:spPr>
        <p:txBody>
          <a:bodyPr rtlCol="0" anchor="ctr"/>
          <a:lstStyle/>
          <a:p>
            <a:endParaRPr lang="ru-RU"/>
          </a:p>
        </p:txBody>
      </p:sp>
      <p:sp>
        <p:nvSpPr>
          <p:cNvPr id="107" name="Полилиния: фигура 106">
            <a:extLst>
              <a:ext uri="{FF2B5EF4-FFF2-40B4-BE49-F238E27FC236}">
                <a16:creationId xmlns:a16="http://schemas.microsoft.com/office/drawing/2014/main" id="{86C6952F-C05A-10E5-0A9C-E1989ACEB647}"/>
              </a:ext>
            </a:extLst>
          </p:cNvPr>
          <p:cNvSpPr/>
          <p:nvPr/>
        </p:nvSpPr>
        <p:spPr>
          <a:xfrm>
            <a:off x="6782902" y="4907483"/>
            <a:ext cx="295257" cy="295259"/>
          </a:xfrm>
          <a:custGeom>
            <a:avLst/>
            <a:gdLst>
              <a:gd name="connsiteX0" fmla="*/ 76200 w 152400"/>
              <a:gd name="connsiteY0" fmla="*/ 66675 h 152401"/>
              <a:gd name="connsiteX1" fmla="*/ 47625 w 152400"/>
              <a:gd name="connsiteY1" fmla="*/ 95250 h 152401"/>
              <a:gd name="connsiteX2" fmla="*/ 76200 w 152400"/>
              <a:gd name="connsiteY2" fmla="*/ 123825 h 152401"/>
              <a:gd name="connsiteX3" fmla="*/ 104775 w 152400"/>
              <a:gd name="connsiteY3" fmla="*/ 95250 h 152401"/>
              <a:gd name="connsiteX4" fmla="*/ 76200 w 152400"/>
              <a:gd name="connsiteY4" fmla="*/ 66675 h 152401"/>
              <a:gd name="connsiteX5" fmla="*/ 12292 w 152400"/>
              <a:gd name="connsiteY5" fmla="*/ 45032 h 152401"/>
              <a:gd name="connsiteX6" fmla="*/ 37225 w 152400"/>
              <a:gd name="connsiteY6" fmla="*/ 47323 h 152401"/>
              <a:gd name="connsiteX7" fmla="*/ 76052 w 152400"/>
              <a:gd name="connsiteY7" fmla="*/ 47625 h 152401"/>
              <a:gd name="connsiteX8" fmla="*/ 76348 w 152400"/>
              <a:gd name="connsiteY8" fmla="*/ 47625 h 152401"/>
              <a:gd name="connsiteX9" fmla="*/ 115175 w 152400"/>
              <a:gd name="connsiteY9" fmla="*/ 47323 h 152401"/>
              <a:gd name="connsiteX10" fmla="*/ 140108 w 152400"/>
              <a:gd name="connsiteY10" fmla="*/ 45032 h 152401"/>
              <a:gd name="connsiteX11" fmla="*/ 152400 w 152400"/>
              <a:gd name="connsiteY11" fmla="*/ 52388 h 152401"/>
              <a:gd name="connsiteX12" fmla="*/ 152400 w 152400"/>
              <a:gd name="connsiteY12" fmla="*/ 80963 h 152401"/>
              <a:gd name="connsiteX13" fmla="*/ 76200 w 152400"/>
              <a:gd name="connsiteY13" fmla="*/ 152401 h 152401"/>
              <a:gd name="connsiteX14" fmla="*/ 0 w 152400"/>
              <a:gd name="connsiteY14" fmla="*/ 80963 h 152401"/>
              <a:gd name="connsiteX15" fmla="*/ 0 w 152400"/>
              <a:gd name="connsiteY15" fmla="*/ 52388 h 152401"/>
              <a:gd name="connsiteX16" fmla="*/ 12292 w 152400"/>
              <a:gd name="connsiteY16" fmla="*/ 45032 h 152401"/>
              <a:gd name="connsiteX17" fmla="*/ 114300 w 152400"/>
              <a:gd name="connsiteY17" fmla="*/ 9525 h 152401"/>
              <a:gd name="connsiteX18" fmla="*/ 104775 w 152400"/>
              <a:gd name="connsiteY18" fmla="*/ 19050 h 152401"/>
              <a:gd name="connsiteX19" fmla="*/ 114300 w 152400"/>
              <a:gd name="connsiteY19" fmla="*/ 28575 h 152401"/>
              <a:gd name="connsiteX20" fmla="*/ 123825 w 152400"/>
              <a:gd name="connsiteY20" fmla="*/ 19050 h 152401"/>
              <a:gd name="connsiteX21" fmla="*/ 114300 w 152400"/>
              <a:gd name="connsiteY21" fmla="*/ 9525 h 152401"/>
              <a:gd name="connsiteX22" fmla="*/ 85725 w 152400"/>
              <a:gd name="connsiteY22" fmla="*/ 9525 h 152401"/>
              <a:gd name="connsiteX23" fmla="*/ 76200 w 152400"/>
              <a:gd name="connsiteY23" fmla="*/ 19050 h 152401"/>
              <a:gd name="connsiteX24" fmla="*/ 85725 w 152400"/>
              <a:gd name="connsiteY24" fmla="*/ 28575 h 152401"/>
              <a:gd name="connsiteX25" fmla="*/ 95250 w 152400"/>
              <a:gd name="connsiteY25" fmla="*/ 19050 h 152401"/>
              <a:gd name="connsiteX26" fmla="*/ 85725 w 152400"/>
              <a:gd name="connsiteY26" fmla="*/ 9525 h 152401"/>
              <a:gd name="connsiteX27" fmla="*/ 76200 w 152400"/>
              <a:gd name="connsiteY27" fmla="*/ 0 h 152401"/>
              <a:gd name="connsiteX28" fmla="*/ 152400 w 152400"/>
              <a:gd name="connsiteY28" fmla="*/ 19050 h 152401"/>
              <a:gd name="connsiteX29" fmla="*/ 76200 w 152400"/>
              <a:gd name="connsiteY29" fmla="*/ 38100 h 152401"/>
              <a:gd name="connsiteX30" fmla="*/ 0 w 152400"/>
              <a:gd name="connsiteY30" fmla="*/ 19050 h 152401"/>
              <a:gd name="connsiteX31" fmla="*/ 76200 w 152400"/>
              <a:gd name="connsiteY31" fmla="*/ 0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2400" h="152401">
                <a:moveTo>
                  <a:pt x="76200" y="66675"/>
                </a:moveTo>
                <a:cubicBezTo>
                  <a:pt x="60418" y="66675"/>
                  <a:pt x="47625" y="79468"/>
                  <a:pt x="47625" y="95250"/>
                </a:cubicBezTo>
                <a:cubicBezTo>
                  <a:pt x="47625" y="111032"/>
                  <a:pt x="60418" y="123825"/>
                  <a:pt x="76200" y="123825"/>
                </a:cubicBezTo>
                <a:cubicBezTo>
                  <a:pt x="91982" y="123825"/>
                  <a:pt x="104775" y="111032"/>
                  <a:pt x="104775" y="95250"/>
                </a:cubicBezTo>
                <a:cubicBezTo>
                  <a:pt x="104775" y="79468"/>
                  <a:pt x="91982" y="66675"/>
                  <a:pt x="76200" y="66675"/>
                </a:cubicBezTo>
                <a:close/>
                <a:moveTo>
                  <a:pt x="12292" y="45032"/>
                </a:moveTo>
                <a:cubicBezTo>
                  <a:pt x="18752" y="46417"/>
                  <a:pt x="27031" y="47024"/>
                  <a:pt x="37225" y="47323"/>
                </a:cubicBezTo>
                <a:cubicBezTo>
                  <a:pt x="47485" y="47625"/>
                  <a:pt x="60299" y="47625"/>
                  <a:pt x="76052" y="47625"/>
                </a:cubicBezTo>
                <a:lnTo>
                  <a:pt x="76348" y="47625"/>
                </a:lnTo>
                <a:cubicBezTo>
                  <a:pt x="92101" y="47625"/>
                  <a:pt x="104915" y="47625"/>
                  <a:pt x="115175" y="47323"/>
                </a:cubicBezTo>
                <a:cubicBezTo>
                  <a:pt x="125369" y="47024"/>
                  <a:pt x="133648" y="46417"/>
                  <a:pt x="140108" y="45032"/>
                </a:cubicBezTo>
                <a:cubicBezTo>
                  <a:pt x="152387" y="42401"/>
                  <a:pt x="152400" y="47625"/>
                  <a:pt x="152400" y="52388"/>
                </a:cubicBezTo>
                <a:lnTo>
                  <a:pt x="152400" y="80963"/>
                </a:lnTo>
                <a:cubicBezTo>
                  <a:pt x="152400" y="142876"/>
                  <a:pt x="152400" y="152401"/>
                  <a:pt x="76200" y="152401"/>
                </a:cubicBezTo>
                <a:cubicBezTo>
                  <a:pt x="0" y="152401"/>
                  <a:pt x="0" y="142876"/>
                  <a:pt x="0" y="80963"/>
                </a:cubicBezTo>
                <a:lnTo>
                  <a:pt x="0" y="52388"/>
                </a:lnTo>
                <a:cubicBezTo>
                  <a:pt x="0" y="47625"/>
                  <a:pt x="13" y="42401"/>
                  <a:pt x="12292" y="45032"/>
                </a:cubicBezTo>
                <a:close/>
                <a:moveTo>
                  <a:pt x="114300" y="9525"/>
                </a:moveTo>
                <a:cubicBezTo>
                  <a:pt x="109039" y="9525"/>
                  <a:pt x="104775" y="13790"/>
                  <a:pt x="104775" y="19050"/>
                </a:cubicBezTo>
                <a:cubicBezTo>
                  <a:pt x="104775" y="24310"/>
                  <a:pt x="109039" y="28575"/>
                  <a:pt x="114300" y="28575"/>
                </a:cubicBezTo>
                <a:cubicBezTo>
                  <a:pt x="119561" y="28575"/>
                  <a:pt x="123825" y="24310"/>
                  <a:pt x="123825" y="19050"/>
                </a:cubicBezTo>
                <a:cubicBezTo>
                  <a:pt x="123825" y="13790"/>
                  <a:pt x="119561" y="9525"/>
                  <a:pt x="114300" y="9525"/>
                </a:cubicBezTo>
                <a:close/>
                <a:moveTo>
                  <a:pt x="85725" y="9525"/>
                </a:moveTo>
                <a:cubicBezTo>
                  <a:pt x="80464" y="9525"/>
                  <a:pt x="76200" y="13790"/>
                  <a:pt x="76200" y="19050"/>
                </a:cubicBezTo>
                <a:cubicBezTo>
                  <a:pt x="76200" y="24310"/>
                  <a:pt x="80464" y="28575"/>
                  <a:pt x="85725" y="28575"/>
                </a:cubicBezTo>
                <a:cubicBezTo>
                  <a:pt x="90986" y="28575"/>
                  <a:pt x="95250" y="24310"/>
                  <a:pt x="95250" y="19050"/>
                </a:cubicBezTo>
                <a:cubicBezTo>
                  <a:pt x="95250" y="13790"/>
                  <a:pt x="90986" y="9525"/>
                  <a:pt x="85725" y="9525"/>
                </a:cubicBezTo>
                <a:close/>
                <a:moveTo>
                  <a:pt x="76200" y="0"/>
                </a:moveTo>
                <a:cubicBezTo>
                  <a:pt x="139700" y="0"/>
                  <a:pt x="152400" y="0"/>
                  <a:pt x="152400" y="19050"/>
                </a:cubicBezTo>
                <a:cubicBezTo>
                  <a:pt x="152400" y="38100"/>
                  <a:pt x="139700" y="38100"/>
                  <a:pt x="76200" y="38100"/>
                </a:cubicBezTo>
                <a:cubicBezTo>
                  <a:pt x="12700" y="38100"/>
                  <a:pt x="0" y="38100"/>
                  <a:pt x="0" y="19050"/>
                </a:cubicBezTo>
                <a:cubicBezTo>
                  <a:pt x="0" y="0"/>
                  <a:pt x="12700" y="0"/>
                  <a:pt x="76200" y="0"/>
                </a:cubicBezTo>
                <a:close/>
              </a:path>
            </a:pathLst>
          </a:custGeom>
          <a:solidFill>
            <a:schemeClr val="accent1"/>
          </a:solidFill>
          <a:ln w="9525" cap="flat">
            <a:noFill/>
            <a:prstDash val="solid"/>
            <a:miter/>
          </a:ln>
        </p:spPr>
        <p:txBody>
          <a:bodyPr rtlCol="0" anchor="ctr"/>
          <a:lstStyle/>
          <a:p>
            <a:endParaRPr lang="ru-RU"/>
          </a:p>
        </p:txBody>
      </p:sp>
      <p:sp>
        <p:nvSpPr>
          <p:cNvPr id="108" name="Полилиния: фигура 107">
            <a:extLst>
              <a:ext uri="{FF2B5EF4-FFF2-40B4-BE49-F238E27FC236}">
                <a16:creationId xmlns:a16="http://schemas.microsoft.com/office/drawing/2014/main" id="{D5063DBB-B726-BC95-C5F1-0896F63BD968}"/>
              </a:ext>
            </a:extLst>
          </p:cNvPr>
          <p:cNvSpPr/>
          <p:nvPr/>
        </p:nvSpPr>
        <p:spPr>
          <a:xfrm>
            <a:off x="7942696" y="4866410"/>
            <a:ext cx="332161" cy="350618"/>
          </a:xfrm>
          <a:custGeom>
            <a:avLst/>
            <a:gdLst>
              <a:gd name="connsiteX0" fmla="*/ 159564 w 171448"/>
              <a:gd name="connsiteY0" fmla="*/ 104550 h 180975"/>
              <a:gd name="connsiteX1" fmla="*/ 159485 w 171448"/>
              <a:gd name="connsiteY1" fmla="*/ 104776 h 180975"/>
              <a:gd name="connsiteX2" fmla="*/ 170921 w 171448"/>
              <a:gd name="connsiteY2" fmla="*/ 121828 h 180975"/>
              <a:gd name="connsiteX3" fmla="*/ 85724 w 171448"/>
              <a:gd name="connsiteY3" fmla="*/ 180975 h 180975"/>
              <a:gd name="connsiteX4" fmla="*/ 527 w 171448"/>
              <a:gd name="connsiteY4" fmla="*/ 121828 h 180975"/>
              <a:gd name="connsiteX5" fmla="*/ 15149 w 171448"/>
              <a:gd name="connsiteY5" fmla="*/ 105028 h 180975"/>
              <a:gd name="connsiteX6" fmla="*/ 15331 w 171448"/>
              <a:gd name="connsiteY6" fmla="*/ 105056 h 180975"/>
              <a:gd name="connsiteX7" fmla="*/ 24712 w 171448"/>
              <a:gd name="connsiteY7" fmla="*/ 106600 h 180975"/>
              <a:gd name="connsiteX8" fmla="*/ 85724 w 171448"/>
              <a:gd name="connsiteY8" fmla="*/ 111971 h 180975"/>
              <a:gd name="connsiteX9" fmla="*/ 146735 w 171448"/>
              <a:gd name="connsiteY9" fmla="*/ 106601 h 180975"/>
              <a:gd name="connsiteX10" fmla="*/ 156118 w 171448"/>
              <a:gd name="connsiteY10" fmla="*/ 105056 h 180975"/>
              <a:gd name="connsiteX11" fmla="*/ 159564 w 171448"/>
              <a:gd name="connsiteY11" fmla="*/ 104550 h 180975"/>
              <a:gd name="connsiteX12" fmla="*/ 10658 w 171448"/>
              <a:gd name="connsiteY12" fmla="*/ 67473 h 180975"/>
              <a:gd name="connsiteX13" fmla="*/ 19287 w 171448"/>
              <a:gd name="connsiteY13" fmla="*/ 67530 h 180975"/>
              <a:gd name="connsiteX14" fmla="*/ 45475 w 171448"/>
              <a:gd name="connsiteY14" fmla="*/ 80112 h 180975"/>
              <a:gd name="connsiteX15" fmla="*/ 57306 w 171448"/>
              <a:gd name="connsiteY15" fmla="*/ 92724 h 180975"/>
              <a:gd name="connsiteX16" fmla="*/ 61539 w 171448"/>
              <a:gd name="connsiteY16" fmla="*/ 101694 h 180975"/>
              <a:gd name="connsiteX17" fmla="*/ 26362 w 171448"/>
              <a:gd name="connsiteY17" fmla="*/ 97218 h 180975"/>
              <a:gd name="connsiteX18" fmla="*/ 16796 w 171448"/>
              <a:gd name="connsiteY18" fmla="*/ 95644 h 180975"/>
              <a:gd name="connsiteX19" fmla="*/ 14092 w 171448"/>
              <a:gd name="connsiteY19" fmla="*/ 95253 h 180975"/>
              <a:gd name="connsiteX20" fmla="*/ 9790 w 171448"/>
              <a:gd name="connsiteY20" fmla="*/ 75847 h 180975"/>
              <a:gd name="connsiteX21" fmla="*/ 10658 w 171448"/>
              <a:gd name="connsiteY21" fmla="*/ 67473 h 180975"/>
              <a:gd name="connsiteX22" fmla="*/ 23289 w 171448"/>
              <a:gd name="connsiteY22" fmla="*/ 20650 h 180975"/>
              <a:gd name="connsiteX23" fmla="*/ 36498 w 171448"/>
              <a:gd name="connsiteY23" fmla="*/ 23292 h 180975"/>
              <a:gd name="connsiteX24" fmla="*/ 62699 w 171448"/>
              <a:gd name="connsiteY24" fmla="*/ 62592 h 180975"/>
              <a:gd name="connsiteX25" fmla="*/ 72497 w 171448"/>
              <a:gd name="connsiteY25" fmla="*/ 58234 h 180975"/>
              <a:gd name="connsiteX26" fmla="*/ 73604 w 171448"/>
              <a:gd name="connsiteY26" fmla="*/ 58116 h 180975"/>
              <a:gd name="connsiteX27" fmla="*/ 80961 w 171448"/>
              <a:gd name="connsiteY27" fmla="*/ 57299 h 180975"/>
              <a:gd name="connsiteX28" fmla="*/ 106868 w 171448"/>
              <a:gd name="connsiteY28" fmla="*/ 69741 h 180975"/>
              <a:gd name="connsiteX29" fmla="*/ 113562 w 171448"/>
              <a:gd name="connsiteY29" fmla="*/ 70476 h 180975"/>
              <a:gd name="connsiteX30" fmla="*/ 114297 w 171448"/>
              <a:gd name="connsiteY30" fmla="*/ 63781 h 180975"/>
              <a:gd name="connsiteX31" fmla="*/ 99842 w 171448"/>
              <a:gd name="connsiteY31" fmla="*/ 52165 h 180975"/>
              <a:gd name="connsiteX32" fmla="*/ 119061 w 171448"/>
              <a:gd name="connsiteY32" fmla="*/ 47625 h 180975"/>
              <a:gd name="connsiteX33" fmla="*/ 161923 w 171448"/>
              <a:gd name="connsiteY33" fmla="*/ 90487 h 180975"/>
              <a:gd name="connsiteX34" fmla="*/ 161720 w 171448"/>
              <a:gd name="connsiteY34" fmla="*/ 94687 h 180975"/>
              <a:gd name="connsiteX35" fmla="*/ 154650 w 171448"/>
              <a:gd name="connsiteY35" fmla="*/ 95644 h 180975"/>
              <a:gd name="connsiteX36" fmla="*/ 145085 w 171448"/>
              <a:gd name="connsiteY36" fmla="*/ 97218 h 180975"/>
              <a:gd name="connsiteX37" fmla="*/ 85723 w 171448"/>
              <a:gd name="connsiteY37" fmla="*/ 102446 h 180975"/>
              <a:gd name="connsiteX38" fmla="*/ 71282 w 171448"/>
              <a:gd name="connsiteY38" fmla="*/ 102196 h 180975"/>
              <a:gd name="connsiteX39" fmla="*/ 65176 w 171448"/>
              <a:gd name="connsiteY39" fmla="*/ 87358 h 180975"/>
              <a:gd name="connsiteX40" fmla="*/ 51246 w 171448"/>
              <a:gd name="connsiteY40" fmla="*/ 72524 h 180975"/>
              <a:gd name="connsiteX41" fmla="*/ 41924 w 171448"/>
              <a:gd name="connsiteY41" fmla="*/ 65773 h 180975"/>
              <a:gd name="connsiteX42" fmla="*/ 20648 w 171448"/>
              <a:gd name="connsiteY42" fmla="*/ 33859 h 180975"/>
              <a:gd name="connsiteX43" fmla="*/ 23289 w 171448"/>
              <a:gd name="connsiteY43" fmla="*/ 20650 h 180975"/>
              <a:gd name="connsiteX44" fmla="*/ 74852 w 171448"/>
              <a:gd name="connsiteY44" fmla="*/ 96 h 180975"/>
              <a:gd name="connsiteX45" fmla="*/ 85629 w 171448"/>
              <a:gd name="connsiteY45" fmla="*/ 8178 h 180975"/>
              <a:gd name="connsiteX46" fmla="*/ 91471 w 171448"/>
              <a:gd name="connsiteY46" fmla="*/ 49077 h 180975"/>
              <a:gd name="connsiteX47" fmla="*/ 80961 w 171448"/>
              <a:gd name="connsiteY47" fmla="*/ 47774 h 180975"/>
              <a:gd name="connsiteX48" fmla="*/ 72171 w 171448"/>
              <a:gd name="connsiteY48" fmla="*/ 48680 h 180975"/>
              <a:gd name="connsiteX49" fmla="*/ 66770 w 171448"/>
              <a:gd name="connsiteY49" fmla="*/ 10872 h 180975"/>
              <a:gd name="connsiteX50" fmla="*/ 74852 w 171448"/>
              <a:gd name="connsiteY50" fmla="*/ 96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71448" h="180975">
                <a:moveTo>
                  <a:pt x="159564" y="104550"/>
                </a:moveTo>
                <a:cubicBezTo>
                  <a:pt x="159538" y="104625"/>
                  <a:pt x="159511" y="104700"/>
                  <a:pt x="159485" y="104776"/>
                </a:cubicBezTo>
                <a:cubicBezTo>
                  <a:pt x="166987" y="104736"/>
                  <a:pt x="173357" y="108942"/>
                  <a:pt x="170921" y="121828"/>
                </a:cubicBezTo>
                <a:cubicBezTo>
                  <a:pt x="160827" y="172660"/>
                  <a:pt x="154304" y="180975"/>
                  <a:pt x="85724" y="180975"/>
                </a:cubicBezTo>
                <a:cubicBezTo>
                  <a:pt x="17144" y="180975"/>
                  <a:pt x="10622" y="172660"/>
                  <a:pt x="527" y="121828"/>
                </a:cubicBezTo>
                <a:cubicBezTo>
                  <a:pt x="-2249" y="107144"/>
                  <a:pt x="6411" y="103731"/>
                  <a:pt x="15149" y="105028"/>
                </a:cubicBezTo>
                <a:cubicBezTo>
                  <a:pt x="15209" y="105037"/>
                  <a:pt x="15270" y="105046"/>
                  <a:pt x="15331" y="105056"/>
                </a:cubicBezTo>
                <a:cubicBezTo>
                  <a:pt x="18484" y="105547"/>
                  <a:pt x="21578" y="106070"/>
                  <a:pt x="24712" y="106600"/>
                </a:cubicBezTo>
                <a:cubicBezTo>
                  <a:pt x="40106" y="109203"/>
                  <a:pt x="56482" y="111971"/>
                  <a:pt x="85724" y="111971"/>
                </a:cubicBezTo>
                <a:cubicBezTo>
                  <a:pt x="114967" y="111971"/>
                  <a:pt x="131341" y="109203"/>
                  <a:pt x="146735" y="106601"/>
                </a:cubicBezTo>
                <a:cubicBezTo>
                  <a:pt x="149868" y="106071"/>
                  <a:pt x="152966" y="105547"/>
                  <a:pt x="156118" y="105056"/>
                </a:cubicBezTo>
                <a:cubicBezTo>
                  <a:pt x="157341" y="104865"/>
                  <a:pt x="158488" y="104697"/>
                  <a:pt x="159564" y="104550"/>
                </a:cubicBezTo>
                <a:close/>
                <a:moveTo>
                  <a:pt x="10658" y="67473"/>
                </a:moveTo>
                <a:cubicBezTo>
                  <a:pt x="11963" y="66292"/>
                  <a:pt x="14562" y="66517"/>
                  <a:pt x="19287" y="67530"/>
                </a:cubicBezTo>
                <a:cubicBezTo>
                  <a:pt x="28757" y="69560"/>
                  <a:pt x="37840" y="74256"/>
                  <a:pt x="45475" y="80112"/>
                </a:cubicBezTo>
                <a:cubicBezTo>
                  <a:pt x="50169" y="84013"/>
                  <a:pt x="54334" y="88365"/>
                  <a:pt x="57306" y="92724"/>
                </a:cubicBezTo>
                <a:cubicBezTo>
                  <a:pt x="59505" y="95950"/>
                  <a:pt x="60916" y="98977"/>
                  <a:pt x="61539" y="101694"/>
                </a:cubicBezTo>
                <a:cubicBezTo>
                  <a:pt x="47130" y="100726"/>
                  <a:pt x="36668" y="98959"/>
                  <a:pt x="26362" y="97218"/>
                </a:cubicBezTo>
                <a:cubicBezTo>
                  <a:pt x="23195" y="96683"/>
                  <a:pt x="20043" y="96151"/>
                  <a:pt x="16796" y="95644"/>
                </a:cubicBezTo>
                <a:cubicBezTo>
                  <a:pt x="15878" y="95501"/>
                  <a:pt x="14976" y="95370"/>
                  <a:pt x="14092" y="95253"/>
                </a:cubicBezTo>
                <a:cubicBezTo>
                  <a:pt x="11954" y="89456"/>
                  <a:pt x="10481" y="82937"/>
                  <a:pt x="9790" y="75847"/>
                </a:cubicBezTo>
                <a:cubicBezTo>
                  <a:pt x="9341" y="71239"/>
                  <a:pt x="9352" y="68653"/>
                  <a:pt x="10658" y="67473"/>
                </a:cubicBezTo>
                <a:close/>
                <a:moveTo>
                  <a:pt x="23289" y="20650"/>
                </a:moveTo>
                <a:cubicBezTo>
                  <a:pt x="27667" y="17732"/>
                  <a:pt x="33580" y="18915"/>
                  <a:pt x="36498" y="23292"/>
                </a:cubicBezTo>
                <a:lnTo>
                  <a:pt x="62699" y="62592"/>
                </a:lnTo>
                <a:cubicBezTo>
                  <a:pt x="65669" y="60644"/>
                  <a:pt x="68969" y="59157"/>
                  <a:pt x="72497" y="58234"/>
                </a:cubicBezTo>
                <a:cubicBezTo>
                  <a:pt x="72861" y="58238"/>
                  <a:pt x="73233" y="58200"/>
                  <a:pt x="73604" y="58116"/>
                </a:cubicBezTo>
                <a:cubicBezTo>
                  <a:pt x="75967" y="57582"/>
                  <a:pt x="78428" y="57299"/>
                  <a:pt x="80961" y="57299"/>
                </a:cubicBezTo>
                <a:cubicBezTo>
                  <a:pt x="91436" y="57299"/>
                  <a:pt x="100777" y="62147"/>
                  <a:pt x="106868" y="69741"/>
                </a:cubicBezTo>
                <a:cubicBezTo>
                  <a:pt x="108513" y="71793"/>
                  <a:pt x="111510" y="72122"/>
                  <a:pt x="113562" y="70476"/>
                </a:cubicBezTo>
                <a:cubicBezTo>
                  <a:pt x="115613" y="68831"/>
                  <a:pt x="115943" y="65833"/>
                  <a:pt x="114297" y="63781"/>
                </a:cubicBezTo>
                <a:cubicBezTo>
                  <a:pt x="110408" y="58931"/>
                  <a:pt x="105476" y="54946"/>
                  <a:pt x="99842" y="52165"/>
                </a:cubicBezTo>
                <a:cubicBezTo>
                  <a:pt x="105623" y="49260"/>
                  <a:pt x="112151" y="47625"/>
                  <a:pt x="119061" y="47625"/>
                </a:cubicBezTo>
                <a:cubicBezTo>
                  <a:pt x="142733" y="47625"/>
                  <a:pt x="161923" y="66815"/>
                  <a:pt x="161923" y="90487"/>
                </a:cubicBezTo>
                <a:cubicBezTo>
                  <a:pt x="161923" y="91905"/>
                  <a:pt x="161854" y="93305"/>
                  <a:pt x="161720" y="94687"/>
                </a:cubicBezTo>
                <a:cubicBezTo>
                  <a:pt x="159545" y="94922"/>
                  <a:pt x="157185" y="95250"/>
                  <a:pt x="154650" y="95644"/>
                </a:cubicBezTo>
                <a:cubicBezTo>
                  <a:pt x="151404" y="96151"/>
                  <a:pt x="148251" y="96683"/>
                  <a:pt x="145085" y="97218"/>
                </a:cubicBezTo>
                <a:cubicBezTo>
                  <a:pt x="129779" y="99803"/>
                  <a:pt x="114131" y="102446"/>
                  <a:pt x="85723" y="102446"/>
                </a:cubicBezTo>
                <a:cubicBezTo>
                  <a:pt x="80504" y="102446"/>
                  <a:pt x="75716" y="102358"/>
                  <a:pt x="71282" y="102196"/>
                </a:cubicBezTo>
                <a:cubicBezTo>
                  <a:pt x="70671" y="96993"/>
                  <a:pt x="68288" y="91923"/>
                  <a:pt x="65176" y="87358"/>
                </a:cubicBezTo>
                <a:cubicBezTo>
                  <a:pt x="61510" y="81983"/>
                  <a:pt x="56556" y="76897"/>
                  <a:pt x="51246" y="72524"/>
                </a:cubicBezTo>
                <a:cubicBezTo>
                  <a:pt x="48247" y="70054"/>
                  <a:pt x="45091" y="67776"/>
                  <a:pt x="41924" y="65773"/>
                </a:cubicBezTo>
                <a:lnTo>
                  <a:pt x="20648" y="33859"/>
                </a:lnTo>
                <a:cubicBezTo>
                  <a:pt x="17730" y="29482"/>
                  <a:pt x="18912" y="23568"/>
                  <a:pt x="23289" y="20650"/>
                </a:cubicBezTo>
                <a:close/>
                <a:moveTo>
                  <a:pt x="74852" y="96"/>
                </a:moveTo>
                <a:cubicBezTo>
                  <a:pt x="80059" y="-648"/>
                  <a:pt x="84884" y="2970"/>
                  <a:pt x="85629" y="8178"/>
                </a:cubicBezTo>
                <a:lnTo>
                  <a:pt x="91471" y="49077"/>
                </a:lnTo>
                <a:cubicBezTo>
                  <a:pt x="88109" y="48226"/>
                  <a:pt x="84588" y="47774"/>
                  <a:pt x="80961" y="47774"/>
                </a:cubicBezTo>
                <a:cubicBezTo>
                  <a:pt x="77952" y="47774"/>
                  <a:pt x="75012" y="48086"/>
                  <a:pt x="72171" y="48680"/>
                </a:cubicBezTo>
                <a:lnTo>
                  <a:pt x="66770" y="10872"/>
                </a:lnTo>
                <a:cubicBezTo>
                  <a:pt x="66026" y="5665"/>
                  <a:pt x="69645" y="840"/>
                  <a:pt x="74852" y="96"/>
                </a:cubicBezTo>
                <a:close/>
              </a:path>
            </a:pathLst>
          </a:custGeom>
          <a:solidFill>
            <a:schemeClr val="accent1"/>
          </a:solidFill>
          <a:ln w="9525" cap="flat">
            <a:noFill/>
            <a:prstDash val="solid"/>
            <a:miter/>
          </a:ln>
        </p:spPr>
        <p:txBody>
          <a:bodyPr rtlCol="0" anchor="ctr"/>
          <a:lstStyle/>
          <a:p>
            <a:endParaRPr lang="ru-RU"/>
          </a:p>
        </p:txBody>
      </p:sp>
      <p:sp>
        <p:nvSpPr>
          <p:cNvPr id="109" name="Рисунок 41">
            <a:extLst>
              <a:ext uri="{FF2B5EF4-FFF2-40B4-BE49-F238E27FC236}">
                <a16:creationId xmlns:a16="http://schemas.microsoft.com/office/drawing/2014/main" id="{9F47E3DA-9091-2EAE-5344-A3545F8FAF85}"/>
              </a:ext>
            </a:extLst>
          </p:cNvPr>
          <p:cNvSpPr/>
          <p:nvPr/>
        </p:nvSpPr>
        <p:spPr>
          <a:xfrm>
            <a:off x="9146251" y="4907484"/>
            <a:ext cx="332143" cy="295257"/>
          </a:xfrm>
          <a:custGeom>
            <a:avLst/>
            <a:gdLst>
              <a:gd name="connsiteX0" fmla="*/ 99902 w 171439"/>
              <a:gd name="connsiteY0" fmla="*/ 114382 h 152400"/>
              <a:gd name="connsiteX1" fmla="*/ 85719 w 171439"/>
              <a:gd name="connsiteY1" fmla="*/ 115082 h 152400"/>
              <a:gd name="connsiteX2" fmla="*/ 71538 w 171439"/>
              <a:gd name="connsiteY2" fmla="*/ 114382 h 152400"/>
              <a:gd name="connsiteX3" fmla="*/ 62695 w 171439"/>
              <a:gd name="connsiteY3" fmla="*/ 113880 h 152400"/>
              <a:gd name="connsiteX4" fmla="*/ 43561 w 171439"/>
              <a:gd name="connsiteY4" fmla="*/ 134218 h 152400"/>
              <a:gd name="connsiteX5" fmla="*/ 43411 w 171439"/>
              <a:gd name="connsiteY5" fmla="*/ 134676 h 152400"/>
              <a:gd name="connsiteX6" fmla="*/ 42899 w 171439"/>
              <a:gd name="connsiteY6" fmla="*/ 136252 h 152400"/>
              <a:gd name="connsiteX7" fmla="*/ 28570 w 171439"/>
              <a:gd name="connsiteY7" fmla="*/ 152394 h 152400"/>
              <a:gd name="connsiteX8" fmla="*/ 27753 w 171439"/>
              <a:gd name="connsiteY8" fmla="*/ 152397 h 152400"/>
              <a:gd name="connsiteX9" fmla="*/ 5 w 171439"/>
              <a:gd name="connsiteY9" fmla="*/ 123496 h 152400"/>
              <a:gd name="connsiteX10" fmla="*/ 85719 w 171439"/>
              <a:gd name="connsiteY10" fmla="*/ 0 h 152400"/>
              <a:gd name="connsiteX11" fmla="*/ 171435 w 171439"/>
              <a:gd name="connsiteY11" fmla="*/ 123496 h 152400"/>
              <a:gd name="connsiteX12" fmla="*/ 143687 w 171439"/>
              <a:gd name="connsiteY12" fmla="*/ 152397 h 152400"/>
              <a:gd name="connsiteX13" fmla="*/ 142869 w 171439"/>
              <a:gd name="connsiteY13" fmla="*/ 152394 h 152400"/>
              <a:gd name="connsiteX14" fmla="*/ 128541 w 171439"/>
              <a:gd name="connsiteY14" fmla="*/ 136251 h 152400"/>
              <a:gd name="connsiteX15" fmla="*/ 128028 w 171439"/>
              <a:gd name="connsiteY15" fmla="*/ 134676 h 152400"/>
              <a:gd name="connsiteX16" fmla="*/ 127879 w 171439"/>
              <a:gd name="connsiteY16" fmla="*/ 134218 h 152400"/>
              <a:gd name="connsiteX17" fmla="*/ 108745 w 171439"/>
              <a:gd name="connsiteY17" fmla="*/ 113880 h 152400"/>
              <a:gd name="connsiteX18" fmla="*/ 99902 w 171439"/>
              <a:gd name="connsiteY18" fmla="*/ 114382 h 152400"/>
              <a:gd name="connsiteX19" fmla="*/ 57145 w 171439"/>
              <a:gd name="connsiteY19" fmla="*/ 47625 h 152400"/>
              <a:gd name="connsiteX20" fmla="*/ 47620 w 171439"/>
              <a:gd name="connsiteY20" fmla="*/ 38100 h 152400"/>
              <a:gd name="connsiteX21" fmla="*/ 38095 w 171439"/>
              <a:gd name="connsiteY21" fmla="*/ 47625 h 152400"/>
              <a:gd name="connsiteX22" fmla="*/ 38095 w 171439"/>
              <a:gd name="connsiteY22" fmla="*/ 57150 h 152400"/>
              <a:gd name="connsiteX23" fmla="*/ 28570 w 171439"/>
              <a:gd name="connsiteY23" fmla="*/ 57150 h 152400"/>
              <a:gd name="connsiteX24" fmla="*/ 19045 w 171439"/>
              <a:gd name="connsiteY24" fmla="*/ 66675 h 152400"/>
              <a:gd name="connsiteX25" fmla="*/ 28570 w 171439"/>
              <a:gd name="connsiteY25" fmla="*/ 76200 h 152400"/>
              <a:gd name="connsiteX26" fmla="*/ 38095 w 171439"/>
              <a:gd name="connsiteY26" fmla="*/ 76200 h 152400"/>
              <a:gd name="connsiteX27" fmla="*/ 38095 w 171439"/>
              <a:gd name="connsiteY27" fmla="*/ 85725 h 152400"/>
              <a:gd name="connsiteX28" fmla="*/ 47620 w 171439"/>
              <a:gd name="connsiteY28" fmla="*/ 95250 h 152400"/>
              <a:gd name="connsiteX29" fmla="*/ 57145 w 171439"/>
              <a:gd name="connsiteY29" fmla="*/ 85725 h 152400"/>
              <a:gd name="connsiteX30" fmla="*/ 57145 w 171439"/>
              <a:gd name="connsiteY30" fmla="*/ 76200 h 152400"/>
              <a:gd name="connsiteX31" fmla="*/ 66670 w 171439"/>
              <a:gd name="connsiteY31" fmla="*/ 76200 h 152400"/>
              <a:gd name="connsiteX32" fmla="*/ 76194 w 171439"/>
              <a:gd name="connsiteY32" fmla="*/ 66675 h 152400"/>
              <a:gd name="connsiteX33" fmla="*/ 66670 w 171439"/>
              <a:gd name="connsiteY33" fmla="*/ 57150 h 152400"/>
              <a:gd name="connsiteX34" fmla="*/ 57145 w 171439"/>
              <a:gd name="connsiteY34" fmla="*/ 57150 h 152400"/>
              <a:gd name="connsiteX35" fmla="*/ 57145 w 171439"/>
              <a:gd name="connsiteY35" fmla="*/ 47625 h 152400"/>
              <a:gd name="connsiteX36" fmla="*/ 133344 w 171439"/>
              <a:gd name="connsiteY36" fmla="*/ 47625 h 152400"/>
              <a:gd name="connsiteX37" fmla="*/ 123819 w 171439"/>
              <a:gd name="connsiteY37" fmla="*/ 38100 h 152400"/>
              <a:gd name="connsiteX38" fmla="*/ 114294 w 171439"/>
              <a:gd name="connsiteY38" fmla="*/ 47625 h 152400"/>
              <a:gd name="connsiteX39" fmla="*/ 123819 w 171439"/>
              <a:gd name="connsiteY39" fmla="*/ 57150 h 152400"/>
              <a:gd name="connsiteX40" fmla="*/ 133344 w 171439"/>
              <a:gd name="connsiteY40" fmla="*/ 47625 h 152400"/>
              <a:gd name="connsiteX41" fmla="*/ 123819 w 171439"/>
              <a:gd name="connsiteY41" fmla="*/ 95250 h 152400"/>
              <a:gd name="connsiteX42" fmla="*/ 133344 w 171439"/>
              <a:gd name="connsiteY42" fmla="*/ 85725 h 152400"/>
              <a:gd name="connsiteX43" fmla="*/ 123819 w 171439"/>
              <a:gd name="connsiteY43" fmla="*/ 76200 h 152400"/>
              <a:gd name="connsiteX44" fmla="*/ 114294 w 171439"/>
              <a:gd name="connsiteY44" fmla="*/ 85725 h 152400"/>
              <a:gd name="connsiteX45" fmla="*/ 123819 w 171439"/>
              <a:gd name="connsiteY45" fmla="*/ 95250 h 152400"/>
              <a:gd name="connsiteX46" fmla="*/ 104769 w 171439"/>
              <a:gd name="connsiteY46" fmla="*/ 76200 h 152400"/>
              <a:gd name="connsiteX47" fmla="*/ 114294 w 171439"/>
              <a:gd name="connsiteY47" fmla="*/ 66675 h 152400"/>
              <a:gd name="connsiteX48" fmla="*/ 104769 w 171439"/>
              <a:gd name="connsiteY48" fmla="*/ 57150 h 152400"/>
              <a:gd name="connsiteX49" fmla="*/ 95244 w 171439"/>
              <a:gd name="connsiteY49" fmla="*/ 66675 h 152400"/>
              <a:gd name="connsiteX50" fmla="*/ 104769 w 171439"/>
              <a:gd name="connsiteY50" fmla="*/ 76200 h 152400"/>
              <a:gd name="connsiteX51" fmla="*/ 142869 w 171439"/>
              <a:gd name="connsiteY51" fmla="*/ 76200 h 152400"/>
              <a:gd name="connsiteX52" fmla="*/ 152394 w 171439"/>
              <a:gd name="connsiteY52" fmla="*/ 66675 h 152400"/>
              <a:gd name="connsiteX53" fmla="*/ 142869 w 171439"/>
              <a:gd name="connsiteY53" fmla="*/ 57150 h 152400"/>
              <a:gd name="connsiteX54" fmla="*/ 133344 w 171439"/>
              <a:gd name="connsiteY54" fmla="*/ 66675 h 152400"/>
              <a:gd name="connsiteX55" fmla="*/ 142869 w 171439"/>
              <a:gd name="connsiteY55" fmla="*/ 762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71439" h="152400">
                <a:moveTo>
                  <a:pt x="99902" y="114382"/>
                </a:moveTo>
                <a:cubicBezTo>
                  <a:pt x="96315" y="114711"/>
                  <a:pt x="92284" y="115082"/>
                  <a:pt x="85719" y="115082"/>
                </a:cubicBezTo>
                <a:cubicBezTo>
                  <a:pt x="79156" y="115082"/>
                  <a:pt x="75125" y="114711"/>
                  <a:pt x="71538" y="114382"/>
                </a:cubicBezTo>
                <a:cubicBezTo>
                  <a:pt x="68663" y="114118"/>
                  <a:pt x="66074" y="113880"/>
                  <a:pt x="62695" y="113880"/>
                </a:cubicBezTo>
                <a:cubicBezTo>
                  <a:pt x="50197" y="113880"/>
                  <a:pt x="46831" y="124196"/>
                  <a:pt x="43561" y="134218"/>
                </a:cubicBezTo>
                <a:cubicBezTo>
                  <a:pt x="43511" y="134371"/>
                  <a:pt x="43461" y="134523"/>
                  <a:pt x="43411" y="134676"/>
                </a:cubicBezTo>
                <a:cubicBezTo>
                  <a:pt x="43236" y="135213"/>
                  <a:pt x="43065" y="135739"/>
                  <a:pt x="42899" y="136252"/>
                </a:cubicBezTo>
                <a:cubicBezTo>
                  <a:pt x="39436" y="146916"/>
                  <a:pt x="37657" y="152394"/>
                  <a:pt x="28570" y="152394"/>
                </a:cubicBezTo>
                <a:cubicBezTo>
                  <a:pt x="28313" y="152394"/>
                  <a:pt x="28040" y="152395"/>
                  <a:pt x="27753" y="152397"/>
                </a:cubicBezTo>
                <a:cubicBezTo>
                  <a:pt x="19555" y="152436"/>
                  <a:pt x="-359" y="152533"/>
                  <a:pt x="5" y="123496"/>
                </a:cubicBezTo>
                <a:cubicBezTo>
                  <a:pt x="5" y="19050"/>
                  <a:pt x="18450" y="1202"/>
                  <a:pt x="85719" y="0"/>
                </a:cubicBezTo>
                <a:cubicBezTo>
                  <a:pt x="152990" y="1202"/>
                  <a:pt x="171435" y="19050"/>
                  <a:pt x="171435" y="123496"/>
                </a:cubicBezTo>
                <a:cubicBezTo>
                  <a:pt x="171799" y="152533"/>
                  <a:pt x="151885" y="152436"/>
                  <a:pt x="143687" y="152397"/>
                </a:cubicBezTo>
                <a:cubicBezTo>
                  <a:pt x="143399" y="152395"/>
                  <a:pt x="143127" y="152394"/>
                  <a:pt x="142869" y="152394"/>
                </a:cubicBezTo>
                <a:cubicBezTo>
                  <a:pt x="133783" y="152394"/>
                  <a:pt x="132003" y="146916"/>
                  <a:pt x="128541" y="136251"/>
                </a:cubicBezTo>
                <a:cubicBezTo>
                  <a:pt x="128374" y="135739"/>
                  <a:pt x="128204" y="135213"/>
                  <a:pt x="128028" y="134676"/>
                </a:cubicBezTo>
                <a:cubicBezTo>
                  <a:pt x="127978" y="134523"/>
                  <a:pt x="127928" y="134370"/>
                  <a:pt x="127879" y="134218"/>
                </a:cubicBezTo>
                <a:cubicBezTo>
                  <a:pt x="124609" y="124196"/>
                  <a:pt x="121242" y="113880"/>
                  <a:pt x="108745" y="113880"/>
                </a:cubicBezTo>
                <a:cubicBezTo>
                  <a:pt x="105366" y="113880"/>
                  <a:pt x="102777" y="114118"/>
                  <a:pt x="99902" y="114382"/>
                </a:cubicBezTo>
                <a:close/>
                <a:moveTo>
                  <a:pt x="57145" y="47625"/>
                </a:moveTo>
                <a:cubicBezTo>
                  <a:pt x="57145" y="42365"/>
                  <a:pt x="52880" y="38100"/>
                  <a:pt x="47620" y="38100"/>
                </a:cubicBezTo>
                <a:cubicBezTo>
                  <a:pt x="42359" y="38100"/>
                  <a:pt x="38095" y="42365"/>
                  <a:pt x="38095" y="47625"/>
                </a:cubicBezTo>
                <a:lnTo>
                  <a:pt x="38095" y="57150"/>
                </a:lnTo>
                <a:lnTo>
                  <a:pt x="28570" y="57150"/>
                </a:lnTo>
                <a:cubicBezTo>
                  <a:pt x="23309" y="57150"/>
                  <a:pt x="19045" y="61414"/>
                  <a:pt x="19045" y="66675"/>
                </a:cubicBezTo>
                <a:cubicBezTo>
                  <a:pt x="19045" y="71936"/>
                  <a:pt x="23309" y="76200"/>
                  <a:pt x="28570" y="76200"/>
                </a:cubicBezTo>
                <a:lnTo>
                  <a:pt x="38095" y="76200"/>
                </a:lnTo>
                <a:lnTo>
                  <a:pt x="38095" y="85725"/>
                </a:lnTo>
                <a:cubicBezTo>
                  <a:pt x="38095" y="90986"/>
                  <a:pt x="42359" y="95250"/>
                  <a:pt x="47620" y="95250"/>
                </a:cubicBezTo>
                <a:cubicBezTo>
                  <a:pt x="52880" y="95250"/>
                  <a:pt x="57145" y="90986"/>
                  <a:pt x="57145" y="85725"/>
                </a:cubicBezTo>
                <a:lnTo>
                  <a:pt x="57145" y="76200"/>
                </a:lnTo>
                <a:lnTo>
                  <a:pt x="66670" y="76200"/>
                </a:lnTo>
                <a:cubicBezTo>
                  <a:pt x="71930" y="76200"/>
                  <a:pt x="76194" y="71936"/>
                  <a:pt x="76194" y="66675"/>
                </a:cubicBezTo>
                <a:cubicBezTo>
                  <a:pt x="76194" y="61414"/>
                  <a:pt x="71930" y="57150"/>
                  <a:pt x="66670" y="57150"/>
                </a:cubicBezTo>
                <a:lnTo>
                  <a:pt x="57145" y="57150"/>
                </a:lnTo>
                <a:lnTo>
                  <a:pt x="57145" y="47625"/>
                </a:lnTo>
                <a:close/>
                <a:moveTo>
                  <a:pt x="133344" y="47625"/>
                </a:moveTo>
                <a:cubicBezTo>
                  <a:pt x="133344" y="42365"/>
                  <a:pt x="129080" y="38100"/>
                  <a:pt x="123819" y="38100"/>
                </a:cubicBezTo>
                <a:cubicBezTo>
                  <a:pt x="118560" y="38100"/>
                  <a:pt x="114294" y="42365"/>
                  <a:pt x="114294" y="47625"/>
                </a:cubicBezTo>
                <a:cubicBezTo>
                  <a:pt x="114294" y="52885"/>
                  <a:pt x="118560" y="57150"/>
                  <a:pt x="123819" y="57150"/>
                </a:cubicBezTo>
                <a:cubicBezTo>
                  <a:pt x="129080" y="57150"/>
                  <a:pt x="133344" y="52885"/>
                  <a:pt x="133344" y="47625"/>
                </a:cubicBezTo>
                <a:close/>
                <a:moveTo>
                  <a:pt x="123819" y="95250"/>
                </a:moveTo>
                <a:cubicBezTo>
                  <a:pt x="129080" y="95250"/>
                  <a:pt x="133344" y="90986"/>
                  <a:pt x="133344" y="85725"/>
                </a:cubicBezTo>
                <a:cubicBezTo>
                  <a:pt x="133344" y="80464"/>
                  <a:pt x="129080" y="76200"/>
                  <a:pt x="123819" y="76200"/>
                </a:cubicBezTo>
                <a:cubicBezTo>
                  <a:pt x="118560" y="76200"/>
                  <a:pt x="114294" y="80464"/>
                  <a:pt x="114294" y="85725"/>
                </a:cubicBezTo>
                <a:cubicBezTo>
                  <a:pt x="114294" y="90986"/>
                  <a:pt x="118560" y="95250"/>
                  <a:pt x="123819" y="95250"/>
                </a:cubicBezTo>
                <a:close/>
                <a:moveTo>
                  <a:pt x="104769" y="76200"/>
                </a:moveTo>
                <a:cubicBezTo>
                  <a:pt x="110030" y="76200"/>
                  <a:pt x="114294" y="71936"/>
                  <a:pt x="114294" y="66675"/>
                </a:cubicBezTo>
                <a:cubicBezTo>
                  <a:pt x="114294" y="61414"/>
                  <a:pt x="110030" y="57150"/>
                  <a:pt x="104769" y="57150"/>
                </a:cubicBezTo>
                <a:cubicBezTo>
                  <a:pt x="99510" y="57150"/>
                  <a:pt x="95244" y="61414"/>
                  <a:pt x="95244" y="66675"/>
                </a:cubicBezTo>
                <a:cubicBezTo>
                  <a:pt x="95244" y="71936"/>
                  <a:pt x="99510" y="76200"/>
                  <a:pt x="104769" y="76200"/>
                </a:cubicBezTo>
                <a:close/>
                <a:moveTo>
                  <a:pt x="142869" y="76200"/>
                </a:moveTo>
                <a:cubicBezTo>
                  <a:pt x="148130" y="76200"/>
                  <a:pt x="152394" y="71936"/>
                  <a:pt x="152394" y="66675"/>
                </a:cubicBezTo>
                <a:cubicBezTo>
                  <a:pt x="152394" y="61414"/>
                  <a:pt x="148130" y="57150"/>
                  <a:pt x="142869" y="57150"/>
                </a:cubicBezTo>
                <a:cubicBezTo>
                  <a:pt x="137610" y="57150"/>
                  <a:pt x="133344" y="61414"/>
                  <a:pt x="133344" y="66675"/>
                </a:cubicBezTo>
                <a:cubicBezTo>
                  <a:pt x="133344" y="71936"/>
                  <a:pt x="137610" y="76200"/>
                  <a:pt x="142869" y="76200"/>
                </a:cubicBezTo>
                <a:close/>
              </a:path>
            </a:pathLst>
          </a:custGeom>
          <a:solidFill>
            <a:schemeClr val="accent1"/>
          </a:solidFill>
          <a:ln w="9525" cap="flat">
            <a:noFill/>
            <a:prstDash val="solid"/>
            <a:miter/>
          </a:ln>
        </p:spPr>
        <p:txBody>
          <a:bodyPr rtlCol="0" anchor="ctr"/>
          <a:lstStyle/>
          <a:p>
            <a:endParaRPr lang="ru-RU"/>
          </a:p>
        </p:txBody>
      </p:sp>
      <p:sp>
        <p:nvSpPr>
          <p:cNvPr id="110" name="Рисунок 21">
            <a:extLst>
              <a:ext uri="{FF2B5EF4-FFF2-40B4-BE49-F238E27FC236}">
                <a16:creationId xmlns:a16="http://schemas.microsoft.com/office/drawing/2014/main" id="{1134EBE1-304B-A30F-1A73-6FDBA7338FFC}"/>
              </a:ext>
            </a:extLst>
          </p:cNvPr>
          <p:cNvSpPr/>
          <p:nvPr/>
        </p:nvSpPr>
        <p:spPr>
          <a:xfrm>
            <a:off x="10347343" y="4884381"/>
            <a:ext cx="295257" cy="332164"/>
          </a:xfrm>
          <a:custGeom>
            <a:avLst/>
            <a:gdLst>
              <a:gd name="connsiteX0" fmla="*/ 123825 w 152400"/>
              <a:gd name="connsiteY0" fmla="*/ 171450 h 171450"/>
              <a:gd name="connsiteX1" fmla="*/ 76200 w 152400"/>
              <a:gd name="connsiteY1" fmla="*/ 171450 h 171450"/>
              <a:gd name="connsiteX2" fmla="*/ 0 w 152400"/>
              <a:gd name="connsiteY2" fmla="*/ 85726 h 171450"/>
              <a:gd name="connsiteX3" fmla="*/ 66675 w 152400"/>
              <a:gd name="connsiteY3" fmla="*/ 0 h 171450"/>
              <a:gd name="connsiteX4" fmla="*/ 123825 w 152400"/>
              <a:gd name="connsiteY4" fmla="*/ 0 h 171450"/>
              <a:gd name="connsiteX5" fmla="*/ 152400 w 152400"/>
              <a:gd name="connsiteY5" fmla="*/ 28575 h 171450"/>
              <a:gd name="connsiteX6" fmla="*/ 152400 w 152400"/>
              <a:gd name="connsiteY6" fmla="*/ 142875 h 171450"/>
              <a:gd name="connsiteX7" fmla="*/ 123825 w 152400"/>
              <a:gd name="connsiteY7" fmla="*/ 171450 h 171450"/>
              <a:gd name="connsiteX8" fmla="*/ 47625 w 152400"/>
              <a:gd name="connsiteY8" fmla="*/ 152400 h 171450"/>
              <a:gd name="connsiteX9" fmla="*/ 133350 w 152400"/>
              <a:gd name="connsiteY9" fmla="*/ 152400 h 171450"/>
              <a:gd name="connsiteX10" fmla="*/ 142875 w 152400"/>
              <a:gd name="connsiteY10" fmla="*/ 138113 h 171450"/>
              <a:gd name="connsiteX11" fmla="*/ 133350 w 152400"/>
              <a:gd name="connsiteY11" fmla="*/ 123825 h 171450"/>
              <a:gd name="connsiteX12" fmla="*/ 102080 w 152400"/>
              <a:gd name="connsiteY12" fmla="*/ 123824 h 171450"/>
              <a:gd name="connsiteX13" fmla="*/ 38100 w 152400"/>
              <a:gd name="connsiteY13" fmla="*/ 123825 h 171450"/>
              <a:gd name="connsiteX14" fmla="*/ 19050 w 152400"/>
              <a:gd name="connsiteY14" fmla="*/ 133350 h 171450"/>
              <a:gd name="connsiteX15" fmla="*/ 47625 w 152400"/>
              <a:gd name="connsiteY15" fmla="*/ 152400 h 171450"/>
              <a:gd name="connsiteX16" fmla="*/ 38100 w 152400"/>
              <a:gd name="connsiteY16" fmla="*/ 38100 h 171450"/>
              <a:gd name="connsiteX17" fmla="*/ 47625 w 152400"/>
              <a:gd name="connsiteY17" fmla="*/ 47625 h 171450"/>
              <a:gd name="connsiteX18" fmla="*/ 104775 w 152400"/>
              <a:gd name="connsiteY18" fmla="*/ 47625 h 171450"/>
              <a:gd name="connsiteX19" fmla="*/ 114300 w 152400"/>
              <a:gd name="connsiteY19" fmla="*/ 38100 h 171450"/>
              <a:gd name="connsiteX20" fmla="*/ 104775 w 152400"/>
              <a:gd name="connsiteY20" fmla="*/ 28575 h 171450"/>
              <a:gd name="connsiteX21" fmla="*/ 47625 w 152400"/>
              <a:gd name="connsiteY21" fmla="*/ 28575 h 171450"/>
              <a:gd name="connsiteX22" fmla="*/ 38100 w 152400"/>
              <a:gd name="connsiteY22" fmla="*/ 38100 h 171450"/>
              <a:gd name="connsiteX23" fmla="*/ 47625 w 152400"/>
              <a:gd name="connsiteY23" fmla="*/ 66675 h 171450"/>
              <a:gd name="connsiteX24" fmla="*/ 38100 w 152400"/>
              <a:gd name="connsiteY24" fmla="*/ 76200 h 171450"/>
              <a:gd name="connsiteX25" fmla="*/ 47625 w 152400"/>
              <a:gd name="connsiteY25" fmla="*/ 85725 h 171450"/>
              <a:gd name="connsiteX26" fmla="*/ 66675 w 152400"/>
              <a:gd name="connsiteY26" fmla="*/ 85725 h 171450"/>
              <a:gd name="connsiteX27" fmla="*/ 76200 w 152400"/>
              <a:gd name="connsiteY27" fmla="*/ 76200 h 171450"/>
              <a:gd name="connsiteX28" fmla="*/ 66675 w 152400"/>
              <a:gd name="connsiteY28" fmla="*/ 66675 h 171450"/>
              <a:gd name="connsiteX29" fmla="*/ 47625 w 152400"/>
              <a:gd name="connsiteY29" fmla="*/ 666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2400" h="171450">
                <a:moveTo>
                  <a:pt x="123825" y="171450"/>
                </a:moveTo>
                <a:lnTo>
                  <a:pt x="76200" y="171450"/>
                </a:lnTo>
                <a:cubicBezTo>
                  <a:pt x="0" y="171450"/>
                  <a:pt x="0" y="161925"/>
                  <a:pt x="0" y="85726"/>
                </a:cubicBezTo>
                <a:cubicBezTo>
                  <a:pt x="0" y="9525"/>
                  <a:pt x="0" y="0"/>
                  <a:pt x="66675" y="0"/>
                </a:cubicBezTo>
                <a:lnTo>
                  <a:pt x="123825" y="0"/>
                </a:lnTo>
                <a:cubicBezTo>
                  <a:pt x="147638" y="0"/>
                  <a:pt x="152400" y="4763"/>
                  <a:pt x="152400" y="28575"/>
                </a:cubicBezTo>
                <a:lnTo>
                  <a:pt x="152400" y="142875"/>
                </a:lnTo>
                <a:cubicBezTo>
                  <a:pt x="152400" y="166688"/>
                  <a:pt x="147638" y="171450"/>
                  <a:pt x="123825" y="171450"/>
                </a:cubicBezTo>
                <a:close/>
                <a:moveTo>
                  <a:pt x="47625" y="152400"/>
                </a:moveTo>
                <a:lnTo>
                  <a:pt x="133350" y="152400"/>
                </a:lnTo>
                <a:cubicBezTo>
                  <a:pt x="142875" y="152400"/>
                  <a:pt x="142875" y="147638"/>
                  <a:pt x="142875" y="138113"/>
                </a:cubicBezTo>
                <a:cubicBezTo>
                  <a:pt x="142875" y="128588"/>
                  <a:pt x="142875" y="123825"/>
                  <a:pt x="133350" y="123825"/>
                </a:cubicBezTo>
                <a:lnTo>
                  <a:pt x="102080" y="123824"/>
                </a:lnTo>
                <a:cubicBezTo>
                  <a:pt x="80987" y="123824"/>
                  <a:pt x="60728" y="123823"/>
                  <a:pt x="38100" y="123825"/>
                </a:cubicBezTo>
                <a:cubicBezTo>
                  <a:pt x="33336" y="123825"/>
                  <a:pt x="19050" y="123826"/>
                  <a:pt x="19050" y="133350"/>
                </a:cubicBezTo>
                <a:cubicBezTo>
                  <a:pt x="19050" y="142875"/>
                  <a:pt x="28575" y="152400"/>
                  <a:pt x="47625" y="152400"/>
                </a:cubicBezTo>
                <a:close/>
                <a:moveTo>
                  <a:pt x="38100" y="38100"/>
                </a:moveTo>
                <a:cubicBezTo>
                  <a:pt x="38100" y="43360"/>
                  <a:pt x="42365" y="47625"/>
                  <a:pt x="47625" y="47625"/>
                </a:cubicBezTo>
                <a:lnTo>
                  <a:pt x="104775" y="47625"/>
                </a:lnTo>
                <a:cubicBezTo>
                  <a:pt x="110036" y="47625"/>
                  <a:pt x="114300" y="43360"/>
                  <a:pt x="114300" y="38100"/>
                </a:cubicBezTo>
                <a:cubicBezTo>
                  <a:pt x="114300" y="32840"/>
                  <a:pt x="110036" y="28575"/>
                  <a:pt x="104775" y="28575"/>
                </a:cubicBezTo>
                <a:lnTo>
                  <a:pt x="47625" y="28575"/>
                </a:lnTo>
                <a:cubicBezTo>
                  <a:pt x="42365" y="28575"/>
                  <a:pt x="38100" y="32840"/>
                  <a:pt x="38100" y="38100"/>
                </a:cubicBezTo>
                <a:close/>
                <a:moveTo>
                  <a:pt x="47625" y="66675"/>
                </a:moveTo>
                <a:cubicBezTo>
                  <a:pt x="42365" y="66675"/>
                  <a:pt x="38100" y="70939"/>
                  <a:pt x="38100" y="76200"/>
                </a:cubicBezTo>
                <a:cubicBezTo>
                  <a:pt x="38100" y="81461"/>
                  <a:pt x="42365" y="85725"/>
                  <a:pt x="47625" y="85725"/>
                </a:cubicBezTo>
                <a:lnTo>
                  <a:pt x="66675" y="85725"/>
                </a:lnTo>
                <a:cubicBezTo>
                  <a:pt x="71936" y="85725"/>
                  <a:pt x="76200" y="81461"/>
                  <a:pt x="76200" y="76200"/>
                </a:cubicBezTo>
                <a:cubicBezTo>
                  <a:pt x="76200" y="70939"/>
                  <a:pt x="71936" y="66675"/>
                  <a:pt x="66675" y="66675"/>
                </a:cubicBezTo>
                <a:lnTo>
                  <a:pt x="47625" y="66675"/>
                </a:lnTo>
                <a:close/>
              </a:path>
            </a:pathLst>
          </a:custGeom>
          <a:solidFill>
            <a:schemeClr val="accent1"/>
          </a:solidFill>
          <a:ln w="9525" cap="flat">
            <a:noFill/>
            <a:prstDash val="solid"/>
            <a:miter/>
          </a:ln>
        </p:spPr>
        <p:txBody>
          <a:bodyPr rtlCol="0" anchor="ctr"/>
          <a:lstStyle/>
          <a:p>
            <a:endParaRPr lang="ru-RU"/>
          </a:p>
        </p:txBody>
      </p:sp>
      <p:sp>
        <p:nvSpPr>
          <p:cNvPr id="29" name="Прямоугольник: скругленные углы 28">
            <a:extLst>
              <a:ext uri="{FF2B5EF4-FFF2-40B4-BE49-F238E27FC236}">
                <a16:creationId xmlns:a16="http://schemas.microsoft.com/office/drawing/2014/main" id="{DA857F15-6062-E31D-31E1-82D1476AF5A8}"/>
              </a:ext>
            </a:extLst>
          </p:cNvPr>
          <p:cNvSpPr/>
          <p:nvPr/>
        </p:nvSpPr>
        <p:spPr>
          <a:xfrm>
            <a:off x="6684199" y="4281335"/>
            <a:ext cx="2984205" cy="306595"/>
          </a:xfrm>
          <a:prstGeom prst="roundRect">
            <a:avLst>
              <a:gd name="adj" fmla="val 28032"/>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72000" bIns="0" rtlCol="0" anchor="ctr">
            <a:noAutofit/>
          </a:bodyPr>
          <a:lstStyle/>
          <a:p>
            <a:r>
              <a:rPr lang="ru-RU" sz="1400"/>
              <a:t>Название категории</a:t>
            </a:r>
            <a:endParaRPr lang="en-US" sz="1400"/>
          </a:p>
        </p:txBody>
      </p:sp>
      <p:sp>
        <p:nvSpPr>
          <p:cNvPr id="2" name="Нижний колонтитул 1">
            <a:extLst>
              <a:ext uri="{FF2B5EF4-FFF2-40B4-BE49-F238E27FC236}">
                <a16:creationId xmlns:a16="http://schemas.microsoft.com/office/drawing/2014/main" id="{7BAF5DC6-8081-7519-56BE-BCFB5199FDB6}"/>
              </a:ext>
            </a:extLst>
          </p:cNvPr>
          <p:cNvSpPr>
            <a:spLocks noGrp="1"/>
          </p:cNvSpPr>
          <p:nvPr>
            <p:ph type="ftr" sz="quarter" idx="11"/>
          </p:nvPr>
        </p:nvSpPr>
        <p:spPr/>
        <p:txBody>
          <a:bodyPr/>
          <a:lstStyle/>
          <a:p>
            <a:endParaRPr lang="ru-RU"/>
          </a:p>
        </p:txBody>
      </p:sp>
      <p:sp>
        <p:nvSpPr>
          <p:cNvPr id="3" name="Номер слайда 2">
            <a:extLst>
              <a:ext uri="{FF2B5EF4-FFF2-40B4-BE49-F238E27FC236}">
                <a16:creationId xmlns:a16="http://schemas.microsoft.com/office/drawing/2014/main" id="{873BF770-02D4-9F9D-028B-3A6E95E35C71}"/>
              </a:ext>
            </a:extLst>
          </p:cNvPr>
          <p:cNvSpPr>
            <a:spLocks noGrp="1"/>
          </p:cNvSpPr>
          <p:nvPr>
            <p:ph type="sldNum" sz="quarter" idx="12"/>
          </p:nvPr>
        </p:nvSpPr>
        <p:spPr/>
        <p:txBody>
          <a:bodyPr/>
          <a:lstStyle/>
          <a:p>
            <a:fld id="{EB5249F5-0093-48B0-B996-C4E44A87EAFB}" type="slidenum">
              <a:rPr lang="ru-RU" smtClean="0"/>
              <a:pPr/>
              <a:t>38</a:t>
            </a:fld>
            <a:endParaRPr lang="ru-RU"/>
          </a:p>
        </p:txBody>
      </p:sp>
      <p:pic>
        <p:nvPicPr>
          <p:cNvPr id="8" name="Рисунок 7">
            <a:extLst>
              <a:ext uri="{FF2B5EF4-FFF2-40B4-BE49-F238E27FC236}">
                <a16:creationId xmlns:a16="http://schemas.microsoft.com/office/drawing/2014/main" id="{0BB4CA40-1B20-4657-B550-E451260796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741192">
            <a:off x="4950146" y="2611008"/>
            <a:ext cx="1025875" cy="1025875"/>
          </a:xfrm>
          <a:prstGeom prst="rect">
            <a:avLst/>
          </a:prstGeom>
        </p:spPr>
      </p:pic>
    </p:spTree>
    <p:extLst>
      <p:ext uri="{BB962C8B-B14F-4D97-AF65-F5344CB8AC3E}">
        <p14:creationId xmlns:p14="http://schemas.microsoft.com/office/powerpoint/2010/main" val="3916624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29AF696C-8E74-8F4D-122F-529B0971978E}"/>
              </a:ext>
            </a:extLst>
          </p:cNvPr>
          <p:cNvSpPr/>
          <p:nvPr/>
        </p:nvSpPr>
        <p:spPr>
          <a:xfrm>
            <a:off x="639763" y="411163"/>
            <a:ext cx="3636962" cy="1246187"/>
          </a:xfrm>
          <a:prstGeom prst="roundRect">
            <a:avLst>
              <a:gd name="adj" fmla="val 117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11" name="Диаграмма 10">
            <a:extLst>
              <a:ext uri="{FF2B5EF4-FFF2-40B4-BE49-F238E27FC236}">
                <a16:creationId xmlns:a16="http://schemas.microsoft.com/office/drawing/2014/main" id="{BCECFFC2-1DAD-99C0-758D-157361A7B6A9}"/>
              </a:ext>
            </a:extLst>
          </p:cNvPr>
          <p:cNvGraphicFramePr/>
          <p:nvPr/>
        </p:nvGraphicFramePr>
        <p:xfrm>
          <a:off x="2457450" y="460850"/>
          <a:ext cx="1676349" cy="1146811"/>
        </p:xfrm>
        <a:graphic>
          <a:graphicData uri="http://schemas.openxmlformats.org/drawingml/2006/chart">
            <c:chart xmlns:c="http://schemas.openxmlformats.org/drawingml/2006/chart" xmlns:r="http://schemas.openxmlformats.org/officeDocument/2006/relationships" r:id="rId2"/>
          </a:graphicData>
        </a:graphic>
      </p:graphicFrame>
      <p:sp>
        <p:nvSpPr>
          <p:cNvPr id="12" name="Объект 1">
            <a:extLst>
              <a:ext uri="{FF2B5EF4-FFF2-40B4-BE49-F238E27FC236}">
                <a16:creationId xmlns:a16="http://schemas.microsoft.com/office/drawing/2014/main" id="{831092DF-9587-03D1-8E1B-B2AD3E9DC0A3}"/>
              </a:ext>
            </a:extLst>
          </p:cNvPr>
          <p:cNvSpPr txBox="1">
            <a:spLocks/>
          </p:cNvSpPr>
          <p:nvPr/>
        </p:nvSpPr>
        <p:spPr>
          <a:xfrm>
            <a:off x="783446" y="543627"/>
            <a:ext cx="1530321" cy="37442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Краткий заголовок</a:t>
            </a:r>
            <a:br>
              <a:rPr lang="ru-RU" sz="1200" b="1"/>
            </a:br>
            <a:r>
              <a:rPr lang="ru-RU" sz="1200" b="1"/>
              <a:t>длиной в 1-2 строки</a:t>
            </a:r>
          </a:p>
        </p:txBody>
      </p:sp>
      <p:sp>
        <p:nvSpPr>
          <p:cNvPr id="13" name="Объект 1">
            <a:extLst>
              <a:ext uri="{FF2B5EF4-FFF2-40B4-BE49-F238E27FC236}">
                <a16:creationId xmlns:a16="http://schemas.microsoft.com/office/drawing/2014/main" id="{C3D59745-96B7-1D7D-30D9-4F631120D123}"/>
              </a:ext>
            </a:extLst>
          </p:cNvPr>
          <p:cNvSpPr txBox="1">
            <a:spLocks/>
          </p:cNvSpPr>
          <p:nvPr/>
        </p:nvSpPr>
        <p:spPr>
          <a:xfrm>
            <a:off x="783446" y="1043500"/>
            <a:ext cx="725141" cy="2426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113,58</a:t>
            </a:r>
          </a:p>
        </p:txBody>
      </p:sp>
      <p:sp>
        <p:nvSpPr>
          <p:cNvPr id="14" name="Объект 1">
            <a:extLst>
              <a:ext uri="{FF2B5EF4-FFF2-40B4-BE49-F238E27FC236}">
                <a16:creationId xmlns:a16="http://schemas.microsoft.com/office/drawing/2014/main" id="{6C93DE97-8DDF-99D8-9E3F-0DFC4F0ED50A}"/>
              </a:ext>
            </a:extLst>
          </p:cNvPr>
          <p:cNvSpPr txBox="1">
            <a:spLocks/>
          </p:cNvSpPr>
          <p:nvPr/>
        </p:nvSpPr>
        <p:spPr>
          <a:xfrm>
            <a:off x="1746795" y="1099970"/>
            <a:ext cx="412767"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solidFill>
                  <a:schemeClr val="accent1"/>
                </a:solidFill>
              </a:rPr>
              <a:t>-23%</a:t>
            </a:r>
          </a:p>
        </p:txBody>
      </p:sp>
      <p:sp>
        <p:nvSpPr>
          <p:cNvPr id="15" name="Рисунок 11">
            <a:extLst>
              <a:ext uri="{FF2B5EF4-FFF2-40B4-BE49-F238E27FC236}">
                <a16:creationId xmlns:a16="http://schemas.microsoft.com/office/drawing/2014/main" id="{DA34B511-FD17-BB3D-144D-9C89B53755A7}"/>
              </a:ext>
            </a:extLst>
          </p:cNvPr>
          <p:cNvSpPr/>
          <p:nvPr/>
        </p:nvSpPr>
        <p:spPr>
          <a:xfrm rot="10800000">
            <a:off x="1559948" y="1099970"/>
            <a:ext cx="143984" cy="14400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accent1"/>
          </a:solidFill>
          <a:ln w="9525" cap="flat">
            <a:noFill/>
            <a:prstDash val="solid"/>
            <a:miter/>
          </a:ln>
        </p:spPr>
        <p:txBody>
          <a:bodyPr rtlCol="0" anchor="ctr"/>
          <a:lstStyle/>
          <a:p>
            <a:endParaRPr lang="ru-RU"/>
          </a:p>
        </p:txBody>
      </p:sp>
      <p:sp>
        <p:nvSpPr>
          <p:cNvPr id="16" name="Объект 1">
            <a:extLst>
              <a:ext uri="{FF2B5EF4-FFF2-40B4-BE49-F238E27FC236}">
                <a16:creationId xmlns:a16="http://schemas.microsoft.com/office/drawing/2014/main" id="{5612ED80-A262-A925-EF7A-83C13DC8BD48}"/>
              </a:ext>
            </a:extLst>
          </p:cNvPr>
          <p:cNvSpPr txBox="1">
            <a:spLocks/>
          </p:cNvSpPr>
          <p:nvPr/>
        </p:nvSpPr>
        <p:spPr>
          <a:xfrm>
            <a:off x="783446" y="1301394"/>
            <a:ext cx="1489508" cy="17145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accent6">
                    <a:lumMod val="75000"/>
                  </a:schemeClr>
                </a:solidFill>
              </a:rPr>
              <a:t>Единицы измерения</a:t>
            </a:r>
          </a:p>
        </p:txBody>
      </p:sp>
      <p:sp>
        <p:nvSpPr>
          <p:cNvPr id="20" name="Прямоугольник: скругленные углы 19">
            <a:extLst>
              <a:ext uri="{FF2B5EF4-FFF2-40B4-BE49-F238E27FC236}">
                <a16:creationId xmlns:a16="http://schemas.microsoft.com/office/drawing/2014/main" id="{45CDE382-D477-02A8-B511-0998FA21CC6F}"/>
              </a:ext>
            </a:extLst>
          </p:cNvPr>
          <p:cNvSpPr/>
          <p:nvPr/>
        </p:nvSpPr>
        <p:spPr>
          <a:xfrm>
            <a:off x="639763" y="1941976"/>
            <a:ext cx="3636962" cy="1246187"/>
          </a:xfrm>
          <a:prstGeom prst="roundRect">
            <a:avLst>
              <a:gd name="adj" fmla="val 117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21" name="Диаграмма 20">
            <a:extLst>
              <a:ext uri="{FF2B5EF4-FFF2-40B4-BE49-F238E27FC236}">
                <a16:creationId xmlns:a16="http://schemas.microsoft.com/office/drawing/2014/main" id="{AE0C5DEA-837E-82BC-5FE8-CA77EDAF76ED}"/>
              </a:ext>
            </a:extLst>
          </p:cNvPr>
          <p:cNvGraphicFramePr/>
          <p:nvPr/>
        </p:nvGraphicFramePr>
        <p:xfrm>
          <a:off x="2457450" y="1991663"/>
          <a:ext cx="1676349" cy="1146811"/>
        </p:xfrm>
        <a:graphic>
          <a:graphicData uri="http://schemas.openxmlformats.org/drawingml/2006/chart">
            <c:chart xmlns:c="http://schemas.openxmlformats.org/drawingml/2006/chart" xmlns:r="http://schemas.openxmlformats.org/officeDocument/2006/relationships" r:id="rId3"/>
          </a:graphicData>
        </a:graphic>
      </p:graphicFrame>
      <p:sp>
        <p:nvSpPr>
          <p:cNvPr id="22" name="Объект 1">
            <a:extLst>
              <a:ext uri="{FF2B5EF4-FFF2-40B4-BE49-F238E27FC236}">
                <a16:creationId xmlns:a16="http://schemas.microsoft.com/office/drawing/2014/main" id="{5264426F-06AE-732F-CA37-2AC9E47A8915}"/>
              </a:ext>
            </a:extLst>
          </p:cNvPr>
          <p:cNvSpPr txBox="1">
            <a:spLocks/>
          </p:cNvSpPr>
          <p:nvPr/>
        </p:nvSpPr>
        <p:spPr>
          <a:xfrm>
            <a:off x="783446" y="2073214"/>
            <a:ext cx="1530321" cy="37442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Краткий заголовок</a:t>
            </a:r>
            <a:br>
              <a:rPr lang="ru-RU" sz="1200" b="1"/>
            </a:br>
            <a:r>
              <a:rPr lang="ru-RU" sz="1200" b="1"/>
              <a:t>длиной в 1-2 строки</a:t>
            </a:r>
          </a:p>
        </p:txBody>
      </p:sp>
      <p:sp>
        <p:nvSpPr>
          <p:cNvPr id="23" name="Объект 1">
            <a:extLst>
              <a:ext uri="{FF2B5EF4-FFF2-40B4-BE49-F238E27FC236}">
                <a16:creationId xmlns:a16="http://schemas.microsoft.com/office/drawing/2014/main" id="{79012F18-0424-91C2-576F-FA30D0B42B0F}"/>
              </a:ext>
            </a:extLst>
          </p:cNvPr>
          <p:cNvSpPr txBox="1">
            <a:spLocks/>
          </p:cNvSpPr>
          <p:nvPr/>
        </p:nvSpPr>
        <p:spPr>
          <a:xfrm>
            <a:off x="783446" y="2574313"/>
            <a:ext cx="725141" cy="2426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30,4%</a:t>
            </a:r>
          </a:p>
        </p:txBody>
      </p:sp>
      <p:sp>
        <p:nvSpPr>
          <p:cNvPr id="26" name="Объект 1">
            <a:extLst>
              <a:ext uri="{FF2B5EF4-FFF2-40B4-BE49-F238E27FC236}">
                <a16:creationId xmlns:a16="http://schemas.microsoft.com/office/drawing/2014/main" id="{FBBBE47F-4CF9-5101-6113-250AE8A4FB7C}"/>
              </a:ext>
            </a:extLst>
          </p:cNvPr>
          <p:cNvSpPr txBox="1">
            <a:spLocks/>
          </p:cNvSpPr>
          <p:nvPr/>
        </p:nvSpPr>
        <p:spPr>
          <a:xfrm>
            <a:off x="1734095" y="2630783"/>
            <a:ext cx="412767"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solidFill>
                  <a:schemeClr val="accent2"/>
                </a:solidFill>
              </a:rPr>
              <a:t>+19%</a:t>
            </a:r>
          </a:p>
        </p:txBody>
      </p:sp>
      <p:sp>
        <p:nvSpPr>
          <p:cNvPr id="27" name="Рисунок 11">
            <a:extLst>
              <a:ext uri="{FF2B5EF4-FFF2-40B4-BE49-F238E27FC236}">
                <a16:creationId xmlns:a16="http://schemas.microsoft.com/office/drawing/2014/main" id="{778E7DA6-CF2A-3533-CAED-7C67A747555A}"/>
              </a:ext>
            </a:extLst>
          </p:cNvPr>
          <p:cNvSpPr/>
          <p:nvPr/>
        </p:nvSpPr>
        <p:spPr>
          <a:xfrm rot="10800000" flipV="1">
            <a:off x="1547248" y="2630783"/>
            <a:ext cx="143984" cy="14400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accent2"/>
          </a:solidFill>
          <a:ln w="9525" cap="flat">
            <a:noFill/>
            <a:prstDash val="solid"/>
            <a:miter/>
          </a:ln>
        </p:spPr>
        <p:txBody>
          <a:bodyPr rtlCol="0" anchor="ctr"/>
          <a:lstStyle/>
          <a:p>
            <a:endParaRPr lang="ru-RU"/>
          </a:p>
        </p:txBody>
      </p:sp>
      <p:sp>
        <p:nvSpPr>
          <p:cNvPr id="25" name="Объект 1">
            <a:extLst>
              <a:ext uri="{FF2B5EF4-FFF2-40B4-BE49-F238E27FC236}">
                <a16:creationId xmlns:a16="http://schemas.microsoft.com/office/drawing/2014/main" id="{919A3C84-B460-6B38-153E-5F975F5D5799}"/>
              </a:ext>
            </a:extLst>
          </p:cNvPr>
          <p:cNvSpPr txBox="1">
            <a:spLocks/>
          </p:cNvSpPr>
          <p:nvPr/>
        </p:nvSpPr>
        <p:spPr>
          <a:xfrm>
            <a:off x="783446" y="2832207"/>
            <a:ext cx="1489508" cy="17145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accent6">
                    <a:lumMod val="75000"/>
                  </a:schemeClr>
                </a:solidFill>
              </a:rPr>
              <a:t>Единицы измерения</a:t>
            </a:r>
          </a:p>
        </p:txBody>
      </p:sp>
      <p:sp>
        <p:nvSpPr>
          <p:cNvPr id="29" name="Прямоугольник: скругленные углы 28">
            <a:extLst>
              <a:ext uri="{FF2B5EF4-FFF2-40B4-BE49-F238E27FC236}">
                <a16:creationId xmlns:a16="http://schemas.microsoft.com/office/drawing/2014/main" id="{9FDD7C8E-AEDA-9411-756B-1D72051E7827}"/>
              </a:ext>
            </a:extLst>
          </p:cNvPr>
          <p:cNvSpPr/>
          <p:nvPr/>
        </p:nvSpPr>
        <p:spPr>
          <a:xfrm>
            <a:off x="639763" y="3472789"/>
            <a:ext cx="3636962" cy="1246187"/>
          </a:xfrm>
          <a:prstGeom prst="roundRect">
            <a:avLst>
              <a:gd name="adj" fmla="val 117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30" name="Диаграмма 29">
            <a:extLst>
              <a:ext uri="{FF2B5EF4-FFF2-40B4-BE49-F238E27FC236}">
                <a16:creationId xmlns:a16="http://schemas.microsoft.com/office/drawing/2014/main" id="{F596CDAF-8198-4410-8744-1B84530814CF}"/>
              </a:ext>
            </a:extLst>
          </p:cNvPr>
          <p:cNvGraphicFramePr/>
          <p:nvPr/>
        </p:nvGraphicFramePr>
        <p:xfrm>
          <a:off x="2457450" y="3522476"/>
          <a:ext cx="1676349" cy="1146811"/>
        </p:xfrm>
        <a:graphic>
          <a:graphicData uri="http://schemas.openxmlformats.org/drawingml/2006/chart">
            <c:chart xmlns:c="http://schemas.openxmlformats.org/drawingml/2006/chart" xmlns:r="http://schemas.openxmlformats.org/officeDocument/2006/relationships" r:id="rId4"/>
          </a:graphicData>
        </a:graphic>
      </p:graphicFrame>
      <p:sp>
        <p:nvSpPr>
          <p:cNvPr id="31" name="Объект 1">
            <a:extLst>
              <a:ext uri="{FF2B5EF4-FFF2-40B4-BE49-F238E27FC236}">
                <a16:creationId xmlns:a16="http://schemas.microsoft.com/office/drawing/2014/main" id="{668FFE99-4D24-F275-4834-B5A6F730E28A}"/>
              </a:ext>
            </a:extLst>
          </p:cNvPr>
          <p:cNvSpPr txBox="1">
            <a:spLocks/>
          </p:cNvSpPr>
          <p:nvPr/>
        </p:nvSpPr>
        <p:spPr>
          <a:xfrm>
            <a:off x="783446" y="3605262"/>
            <a:ext cx="1530321" cy="37442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Краткий заголовок</a:t>
            </a:r>
            <a:br>
              <a:rPr lang="ru-RU" sz="1200" b="1"/>
            </a:br>
            <a:r>
              <a:rPr lang="ru-RU" sz="1200" b="1"/>
              <a:t>длиной в 1-2 строки</a:t>
            </a:r>
          </a:p>
        </p:txBody>
      </p:sp>
      <p:sp>
        <p:nvSpPr>
          <p:cNvPr id="32" name="Объект 1">
            <a:extLst>
              <a:ext uri="{FF2B5EF4-FFF2-40B4-BE49-F238E27FC236}">
                <a16:creationId xmlns:a16="http://schemas.microsoft.com/office/drawing/2014/main" id="{3D36CE72-5EB4-7EBF-EF71-FCE6BE9FE1D1}"/>
              </a:ext>
            </a:extLst>
          </p:cNvPr>
          <p:cNvSpPr txBox="1">
            <a:spLocks/>
          </p:cNvSpPr>
          <p:nvPr/>
        </p:nvSpPr>
        <p:spPr>
          <a:xfrm>
            <a:off x="783446" y="4105126"/>
            <a:ext cx="725141" cy="2426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0,98</a:t>
            </a:r>
          </a:p>
        </p:txBody>
      </p:sp>
      <p:sp>
        <p:nvSpPr>
          <p:cNvPr id="35" name="Объект 1">
            <a:extLst>
              <a:ext uri="{FF2B5EF4-FFF2-40B4-BE49-F238E27FC236}">
                <a16:creationId xmlns:a16="http://schemas.microsoft.com/office/drawing/2014/main" id="{680890E4-863B-FE37-D4FB-EC89669BD478}"/>
              </a:ext>
            </a:extLst>
          </p:cNvPr>
          <p:cNvSpPr txBox="1">
            <a:spLocks/>
          </p:cNvSpPr>
          <p:nvPr/>
        </p:nvSpPr>
        <p:spPr>
          <a:xfrm>
            <a:off x="1513423" y="4161596"/>
            <a:ext cx="412767"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dirty="0">
                <a:solidFill>
                  <a:schemeClr val="accent3">
                    <a:lumMod val="50000"/>
                  </a:schemeClr>
                </a:solidFill>
              </a:rPr>
              <a:t>-8%</a:t>
            </a:r>
          </a:p>
        </p:txBody>
      </p:sp>
      <p:sp>
        <p:nvSpPr>
          <p:cNvPr id="36" name="Рисунок 11">
            <a:extLst>
              <a:ext uri="{FF2B5EF4-FFF2-40B4-BE49-F238E27FC236}">
                <a16:creationId xmlns:a16="http://schemas.microsoft.com/office/drawing/2014/main" id="{62BC1E1B-2B1D-14BE-F43D-33959CDD59D0}"/>
              </a:ext>
            </a:extLst>
          </p:cNvPr>
          <p:cNvSpPr/>
          <p:nvPr/>
        </p:nvSpPr>
        <p:spPr>
          <a:xfrm rot="10800000">
            <a:off x="1326576" y="4161596"/>
            <a:ext cx="143984" cy="14400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accent3">
              <a:lumMod val="50000"/>
            </a:schemeClr>
          </a:solidFill>
          <a:ln w="9525" cap="flat">
            <a:noFill/>
            <a:prstDash val="solid"/>
            <a:miter/>
          </a:ln>
        </p:spPr>
        <p:txBody>
          <a:bodyPr rtlCol="0" anchor="ctr"/>
          <a:lstStyle/>
          <a:p>
            <a:endParaRPr lang="ru-RU"/>
          </a:p>
        </p:txBody>
      </p:sp>
      <p:sp>
        <p:nvSpPr>
          <p:cNvPr id="34" name="Объект 1">
            <a:extLst>
              <a:ext uri="{FF2B5EF4-FFF2-40B4-BE49-F238E27FC236}">
                <a16:creationId xmlns:a16="http://schemas.microsoft.com/office/drawing/2014/main" id="{A0BF6FBF-8C15-50E9-A0BB-02866FF1C107}"/>
              </a:ext>
            </a:extLst>
          </p:cNvPr>
          <p:cNvSpPr txBox="1">
            <a:spLocks/>
          </p:cNvSpPr>
          <p:nvPr/>
        </p:nvSpPr>
        <p:spPr>
          <a:xfrm>
            <a:off x="783446" y="4363020"/>
            <a:ext cx="1489508" cy="17145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accent6">
                    <a:lumMod val="75000"/>
                  </a:schemeClr>
                </a:solidFill>
              </a:rPr>
              <a:t>Единицы измерения</a:t>
            </a:r>
          </a:p>
        </p:txBody>
      </p:sp>
      <p:sp>
        <p:nvSpPr>
          <p:cNvPr id="38" name="Прямоугольник: скругленные углы 37">
            <a:extLst>
              <a:ext uri="{FF2B5EF4-FFF2-40B4-BE49-F238E27FC236}">
                <a16:creationId xmlns:a16="http://schemas.microsoft.com/office/drawing/2014/main" id="{AF6EFD8A-FE92-9D84-18B4-F4DE8FC70A95}"/>
              </a:ext>
            </a:extLst>
          </p:cNvPr>
          <p:cNvSpPr/>
          <p:nvPr/>
        </p:nvSpPr>
        <p:spPr>
          <a:xfrm>
            <a:off x="639763" y="5003602"/>
            <a:ext cx="3636962" cy="1246187"/>
          </a:xfrm>
          <a:prstGeom prst="roundRect">
            <a:avLst>
              <a:gd name="adj" fmla="val 117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39" name="Диаграмма 38">
            <a:extLst>
              <a:ext uri="{FF2B5EF4-FFF2-40B4-BE49-F238E27FC236}">
                <a16:creationId xmlns:a16="http://schemas.microsoft.com/office/drawing/2014/main" id="{7784FF6E-160F-6E12-FA91-96D287491F77}"/>
              </a:ext>
            </a:extLst>
          </p:cNvPr>
          <p:cNvGraphicFramePr/>
          <p:nvPr/>
        </p:nvGraphicFramePr>
        <p:xfrm>
          <a:off x="2457450" y="5053289"/>
          <a:ext cx="1676349" cy="1146811"/>
        </p:xfrm>
        <a:graphic>
          <a:graphicData uri="http://schemas.openxmlformats.org/drawingml/2006/chart">
            <c:chart xmlns:c="http://schemas.openxmlformats.org/drawingml/2006/chart" xmlns:r="http://schemas.openxmlformats.org/officeDocument/2006/relationships" r:id="rId5"/>
          </a:graphicData>
        </a:graphic>
      </p:graphicFrame>
      <p:sp>
        <p:nvSpPr>
          <p:cNvPr id="40" name="Объект 1">
            <a:extLst>
              <a:ext uri="{FF2B5EF4-FFF2-40B4-BE49-F238E27FC236}">
                <a16:creationId xmlns:a16="http://schemas.microsoft.com/office/drawing/2014/main" id="{8F59B8A4-676E-36FA-C8D4-02D28FA24FF6}"/>
              </a:ext>
            </a:extLst>
          </p:cNvPr>
          <p:cNvSpPr txBox="1">
            <a:spLocks/>
          </p:cNvSpPr>
          <p:nvPr/>
        </p:nvSpPr>
        <p:spPr>
          <a:xfrm>
            <a:off x="783446" y="5132894"/>
            <a:ext cx="1530321" cy="37442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Краткий заголовок</a:t>
            </a:r>
            <a:br>
              <a:rPr lang="ru-RU" sz="1200" b="1"/>
            </a:br>
            <a:r>
              <a:rPr lang="ru-RU" sz="1200" b="1"/>
              <a:t>длиной в 1-2 строки</a:t>
            </a:r>
          </a:p>
        </p:txBody>
      </p:sp>
      <p:sp>
        <p:nvSpPr>
          <p:cNvPr id="41" name="Объект 1">
            <a:extLst>
              <a:ext uri="{FF2B5EF4-FFF2-40B4-BE49-F238E27FC236}">
                <a16:creationId xmlns:a16="http://schemas.microsoft.com/office/drawing/2014/main" id="{C304FC30-F6E2-CE5F-3D91-DB76D6D5B2C3}"/>
              </a:ext>
            </a:extLst>
          </p:cNvPr>
          <p:cNvSpPr txBox="1">
            <a:spLocks/>
          </p:cNvSpPr>
          <p:nvPr/>
        </p:nvSpPr>
        <p:spPr>
          <a:xfrm>
            <a:off x="783446" y="5635939"/>
            <a:ext cx="725141" cy="2426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1 094</a:t>
            </a:r>
          </a:p>
        </p:txBody>
      </p:sp>
      <p:sp>
        <p:nvSpPr>
          <p:cNvPr id="44" name="Объект 1">
            <a:extLst>
              <a:ext uri="{FF2B5EF4-FFF2-40B4-BE49-F238E27FC236}">
                <a16:creationId xmlns:a16="http://schemas.microsoft.com/office/drawing/2014/main" id="{5993B115-B356-4BF4-C99B-25BAA10E1925}"/>
              </a:ext>
            </a:extLst>
          </p:cNvPr>
          <p:cNvSpPr txBox="1">
            <a:spLocks/>
          </p:cNvSpPr>
          <p:nvPr/>
        </p:nvSpPr>
        <p:spPr>
          <a:xfrm>
            <a:off x="1652270" y="5692409"/>
            <a:ext cx="412767"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solidFill>
                  <a:schemeClr val="accent6">
                    <a:lumMod val="75000"/>
                  </a:schemeClr>
                </a:solidFill>
              </a:rPr>
              <a:t>+31%</a:t>
            </a:r>
          </a:p>
        </p:txBody>
      </p:sp>
      <p:sp>
        <p:nvSpPr>
          <p:cNvPr id="45" name="Рисунок 11">
            <a:extLst>
              <a:ext uri="{FF2B5EF4-FFF2-40B4-BE49-F238E27FC236}">
                <a16:creationId xmlns:a16="http://schemas.microsoft.com/office/drawing/2014/main" id="{CAB1AAF2-931E-B272-8CE6-CCBA4E0204E5}"/>
              </a:ext>
            </a:extLst>
          </p:cNvPr>
          <p:cNvSpPr/>
          <p:nvPr/>
        </p:nvSpPr>
        <p:spPr>
          <a:xfrm rot="10800000" flipV="1">
            <a:off x="1465423" y="5692409"/>
            <a:ext cx="143984" cy="14400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accent6">
              <a:lumMod val="75000"/>
            </a:schemeClr>
          </a:solidFill>
          <a:ln w="9525" cap="flat">
            <a:noFill/>
            <a:prstDash val="solid"/>
            <a:miter/>
          </a:ln>
        </p:spPr>
        <p:txBody>
          <a:bodyPr rtlCol="0" anchor="ctr"/>
          <a:lstStyle/>
          <a:p>
            <a:endParaRPr lang="ru-RU"/>
          </a:p>
        </p:txBody>
      </p:sp>
      <p:sp>
        <p:nvSpPr>
          <p:cNvPr id="43" name="Объект 1">
            <a:extLst>
              <a:ext uri="{FF2B5EF4-FFF2-40B4-BE49-F238E27FC236}">
                <a16:creationId xmlns:a16="http://schemas.microsoft.com/office/drawing/2014/main" id="{97085177-17B6-A0AE-AF8A-1FC581D2995B}"/>
              </a:ext>
            </a:extLst>
          </p:cNvPr>
          <p:cNvSpPr txBox="1">
            <a:spLocks/>
          </p:cNvSpPr>
          <p:nvPr/>
        </p:nvSpPr>
        <p:spPr>
          <a:xfrm>
            <a:off x="783446" y="5893833"/>
            <a:ext cx="1489508" cy="17145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accent6">
                    <a:lumMod val="75000"/>
                  </a:schemeClr>
                </a:solidFill>
              </a:rPr>
              <a:t>Единицы измерения</a:t>
            </a:r>
          </a:p>
        </p:txBody>
      </p:sp>
      <p:sp>
        <p:nvSpPr>
          <p:cNvPr id="46" name="Прямоугольник: скругленные углы 45">
            <a:extLst>
              <a:ext uri="{FF2B5EF4-FFF2-40B4-BE49-F238E27FC236}">
                <a16:creationId xmlns:a16="http://schemas.microsoft.com/office/drawing/2014/main" id="{796A0AF1-7CEE-79ED-0ABA-1301D368AD86}"/>
              </a:ext>
            </a:extLst>
          </p:cNvPr>
          <p:cNvSpPr/>
          <p:nvPr/>
        </p:nvSpPr>
        <p:spPr>
          <a:xfrm>
            <a:off x="4560085" y="411161"/>
            <a:ext cx="2452317" cy="2777002"/>
          </a:xfrm>
          <a:prstGeom prst="roundRect">
            <a:avLst>
              <a:gd name="adj" fmla="val 480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9" name="Прямоугольник: скругленные углы 48">
            <a:extLst>
              <a:ext uri="{FF2B5EF4-FFF2-40B4-BE49-F238E27FC236}">
                <a16:creationId xmlns:a16="http://schemas.microsoft.com/office/drawing/2014/main" id="{4C76A457-F7D4-E2A6-1261-83802382775C}"/>
              </a:ext>
            </a:extLst>
          </p:cNvPr>
          <p:cNvSpPr/>
          <p:nvPr/>
        </p:nvSpPr>
        <p:spPr>
          <a:xfrm>
            <a:off x="7294392" y="411162"/>
            <a:ext cx="4256258" cy="2777002"/>
          </a:xfrm>
          <a:prstGeom prst="roundRect">
            <a:avLst>
              <a:gd name="adj" fmla="val 480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53" name="Таблица 53">
            <a:extLst>
              <a:ext uri="{FF2B5EF4-FFF2-40B4-BE49-F238E27FC236}">
                <a16:creationId xmlns:a16="http://schemas.microsoft.com/office/drawing/2014/main" id="{48D072C0-B700-C084-4C43-59B7F6D729C6}"/>
              </a:ext>
            </a:extLst>
          </p:cNvPr>
          <p:cNvGraphicFramePr>
            <a:graphicFrameLocks noGrp="1"/>
          </p:cNvGraphicFramePr>
          <p:nvPr/>
        </p:nvGraphicFramePr>
        <p:xfrm>
          <a:off x="4562774" y="3455164"/>
          <a:ext cx="6987874" cy="2807528"/>
        </p:xfrm>
        <a:graphic>
          <a:graphicData uri="http://schemas.openxmlformats.org/drawingml/2006/table">
            <a:tbl>
              <a:tblPr firstRow="1" bandRow="1">
                <a:tableStyleId>{914A2982-056F-4F8E-A7C0-7B2B0B0CB698}</a:tableStyleId>
              </a:tblPr>
              <a:tblGrid>
                <a:gridCol w="343055">
                  <a:extLst>
                    <a:ext uri="{9D8B030D-6E8A-4147-A177-3AD203B41FA5}">
                      <a16:colId xmlns:a16="http://schemas.microsoft.com/office/drawing/2014/main" val="3330751970"/>
                    </a:ext>
                  </a:extLst>
                </a:gridCol>
                <a:gridCol w="754742">
                  <a:extLst>
                    <a:ext uri="{9D8B030D-6E8A-4147-A177-3AD203B41FA5}">
                      <a16:colId xmlns:a16="http://schemas.microsoft.com/office/drawing/2014/main" val="1261590255"/>
                    </a:ext>
                  </a:extLst>
                </a:gridCol>
                <a:gridCol w="2104572">
                  <a:extLst>
                    <a:ext uri="{9D8B030D-6E8A-4147-A177-3AD203B41FA5}">
                      <a16:colId xmlns:a16="http://schemas.microsoft.com/office/drawing/2014/main" val="4105485098"/>
                    </a:ext>
                  </a:extLst>
                </a:gridCol>
                <a:gridCol w="667657">
                  <a:extLst>
                    <a:ext uri="{9D8B030D-6E8A-4147-A177-3AD203B41FA5}">
                      <a16:colId xmlns:a16="http://schemas.microsoft.com/office/drawing/2014/main" val="262542593"/>
                    </a:ext>
                  </a:extLst>
                </a:gridCol>
                <a:gridCol w="711200">
                  <a:extLst>
                    <a:ext uri="{9D8B030D-6E8A-4147-A177-3AD203B41FA5}">
                      <a16:colId xmlns:a16="http://schemas.microsoft.com/office/drawing/2014/main" val="1753635488"/>
                    </a:ext>
                  </a:extLst>
                </a:gridCol>
                <a:gridCol w="1175657">
                  <a:extLst>
                    <a:ext uri="{9D8B030D-6E8A-4147-A177-3AD203B41FA5}">
                      <a16:colId xmlns:a16="http://schemas.microsoft.com/office/drawing/2014/main" val="3847889753"/>
                    </a:ext>
                  </a:extLst>
                </a:gridCol>
                <a:gridCol w="1230991">
                  <a:extLst>
                    <a:ext uri="{9D8B030D-6E8A-4147-A177-3AD203B41FA5}">
                      <a16:colId xmlns:a16="http://schemas.microsoft.com/office/drawing/2014/main" val="809063575"/>
                    </a:ext>
                  </a:extLst>
                </a:gridCol>
              </a:tblGrid>
              <a:tr h="350941">
                <a:tc>
                  <a:txBody>
                    <a:bodyPr/>
                    <a:lstStyle/>
                    <a:p>
                      <a:pPr algn="l"/>
                      <a:r>
                        <a:rPr lang="ru-RU"/>
                        <a:t>№ </a:t>
                      </a:r>
                    </a:p>
                  </a:txBody>
                  <a:tcPr anchor="ctr"/>
                </a:tc>
                <a:tc>
                  <a:txBody>
                    <a:bodyPr/>
                    <a:lstStyle/>
                    <a:p>
                      <a:pPr algn="ctr"/>
                      <a:r>
                        <a:rPr lang="ru-RU"/>
                        <a:t>Статус</a:t>
                      </a:r>
                    </a:p>
                  </a:txBody>
                  <a:tcPr anchor="ctr"/>
                </a:tc>
                <a:tc>
                  <a:txBody>
                    <a:bodyPr/>
                    <a:lstStyle/>
                    <a:p>
                      <a:r>
                        <a:rPr lang="ru-RU"/>
                        <a:t>Название параметра</a:t>
                      </a:r>
                    </a:p>
                  </a:txBody>
                  <a:tcPr anchor="ctr"/>
                </a:tc>
                <a:tc>
                  <a:txBody>
                    <a:bodyPr/>
                    <a:lstStyle/>
                    <a:p>
                      <a:r>
                        <a:rPr lang="ru-RU"/>
                        <a:t>План</a:t>
                      </a:r>
                    </a:p>
                  </a:txBody>
                  <a:tcPr anchor="ctr"/>
                </a:tc>
                <a:tc>
                  <a:txBody>
                    <a:bodyPr/>
                    <a:lstStyle/>
                    <a:p>
                      <a:r>
                        <a:rPr lang="ru-RU"/>
                        <a:t>Факт</a:t>
                      </a:r>
                    </a:p>
                  </a:txBody>
                  <a:tcPr anchor="ctr"/>
                </a:tc>
                <a:tc>
                  <a:txBody>
                    <a:bodyPr/>
                    <a:lstStyle/>
                    <a:p>
                      <a:r>
                        <a:rPr lang="ru-RU"/>
                        <a:t>Отклонение</a:t>
                      </a:r>
                    </a:p>
                  </a:txBody>
                  <a:tcPr anchor="ctr"/>
                </a:tc>
                <a:tc>
                  <a:txBody>
                    <a:bodyPr/>
                    <a:lstStyle/>
                    <a:p>
                      <a:r>
                        <a:rPr lang="ru-RU"/>
                        <a:t>Прогноз</a:t>
                      </a:r>
                    </a:p>
                  </a:txBody>
                  <a:tcPr anchor="ctr"/>
                </a:tc>
                <a:extLst>
                  <a:ext uri="{0D108BD9-81ED-4DB2-BD59-A6C34878D82A}">
                    <a16:rowId xmlns:a16="http://schemas.microsoft.com/office/drawing/2014/main" val="1712720471"/>
                  </a:ext>
                </a:extLst>
              </a:tr>
              <a:tr h="350941">
                <a:tc>
                  <a:txBody>
                    <a:bodyPr/>
                    <a:lstStyle/>
                    <a:p>
                      <a:pPr algn="l"/>
                      <a:r>
                        <a:rPr lang="ru-RU"/>
                        <a:t>1</a:t>
                      </a:r>
                    </a:p>
                  </a:txBody>
                  <a:tcPr anchor="ctr"/>
                </a:tc>
                <a:tc>
                  <a:txBody>
                    <a:bodyPr/>
                    <a:lstStyle/>
                    <a:p>
                      <a:pPr algn="l"/>
                      <a:endParaRPr lang="ru-RU"/>
                    </a:p>
                  </a:txBody>
                  <a:tcPr anchor="ctr"/>
                </a:tc>
                <a:tc>
                  <a:txBody>
                    <a:bodyPr/>
                    <a:lstStyle/>
                    <a:p>
                      <a:r>
                        <a:rPr lang="ru-RU"/>
                        <a:t>Название параметра №1</a:t>
                      </a:r>
                    </a:p>
                  </a:txBody>
                  <a:tcPr anchor="ctr"/>
                </a:tc>
                <a:tc>
                  <a:txBody>
                    <a:bodyPr/>
                    <a:lstStyle/>
                    <a:p>
                      <a:r>
                        <a:rPr lang="ru-RU"/>
                        <a:t>4,5</a:t>
                      </a:r>
                    </a:p>
                  </a:txBody>
                  <a:tcPr anchor="ctr"/>
                </a:tc>
                <a:tc>
                  <a:txBody>
                    <a:bodyPr/>
                    <a:lstStyle/>
                    <a:p>
                      <a:r>
                        <a:rPr lang="ru-RU"/>
                        <a:t>4,2</a:t>
                      </a:r>
                    </a:p>
                  </a:txBody>
                  <a:tcPr anchor="ctr"/>
                </a:tc>
                <a:tc>
                  <a:txBody>
                    <a:bodyPr/>
                    <a:lstStyle/>
                    <a:p>
                      <a:r>
                        <a:rPr lang="ru-RU"/>
                        <a:t>+0,3</a:t>
                      </a:r>
                    </a:p>
                  </a:txBody>
                  <a:tcPr anchor="ctr"/>
                </a:tc>
                <a:tc>
                  <a:txBody>
                    <a:bodyPr/>
                    <a:lstStyle/>
                    <a:p>
                      <a:r>
                        <a:rPr lang="ru-RU"/>
                        <a:t>4,7 (+0,2)</a:t>
                      </a:r>
                    </a:p>
                  </a:txBody>
                  <a:tcPr anchor="ctr"/>
                </a:tc>
                <a:extLst>
                  <a:ext uri="{0D108BD9-81ED-4DB2-BD59-A6C34878D82A}">
                    <a16:rowId xmlns:a16="http://schemas.microsoft.com/office/drawing/2014/main" val="2983331324"/>
                  </a:ext>
                </a:extLst>
              </a:tr>
              <a:tr h="350941">
                <a:tc>
                  <a:txBody>
                    <a:bodyPr/>
                    <a:lstStyle/>
                    <a:p>
                      <a:pPr algn="l"/>
                      <a:r>
                        <a:rPr lang="ru-RU"/>
                        <a: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Название параметра №2</a:t>
                      </a:r>
                    </a:p>
                  </a:txBody>
                  <a:tcPr anchor="ctr"/>
                </a:tc>
                <a:tc>
                  <a:txBody>
                    <a:bodyPr/>
                    <a:lstStyle/>
                    <a:p>
                      <a:r>
                        <a:rPr lang="ru-RU"/>
                        <a:t>3,4</a:t>
                      </a:r>
                    </a:p>
                  </a:txBody>
                  <a:tcPr anchor="ctr"/>
                </a:tc>
                <a:tc>
                  <a:txBody>
                    <a:bodyPr/>
                    <a:lstStyle/>
                    <a:p>
                      <a:r>
                        <a:rPr lang="ru-RU"/>
                        <a:t>3,2</a:t>
                      </a:r>
                    </a:p>
                  </a:txBody>
                  <a:tcPr anchor="ctr"/>
                </a:tc>
                <a:tc>
                  <a:txBody>
                    <a:bodyPr/>
                    <a:lstStyle/>
                    <a:p>
                      <a:r>
                        <a:rPr lang="ru-RU"/>
                        <a:t>+0,2</a:t>
                      </a:r>
                    </a:p>
                  </a:txBody>
                  <a:tcPr anchor="ctr"/>
                </a:tc>
                <a:tc>
                  <a:txBody>
                    <a:bodyPr/>
                    <a:lstStyle/>
                    <a:p>
                      <a:r>
                        <a:rPr lang="ru-RU"/>
                        <a:t>3,7 (+0,3)</a:t>
                      </a:r>
                    </a:p>
                  </a:txBody>
                  <a:tcPr anchor="ctr"/>
                </a:tc>
                <a:extLst>
                  <a:ext uri="{0D108BD9-81ED-4DB2-BD59-A6C34878D82A}">
                    <a16:rowId xmlns:a16="http://schemas.microsoft.com/office/drawing/2014/main" val="630173315"/>
                  </a:ext>
                </a:extLst>
              </a:tr>
              <a:tr h="350941">
                <a:tc>
                  <a:txBody>
                    <a:bodyPr/>
                    <a:lstStyle/>
                    <a:p>
                      <a:pPr algn="l"/>
                      <a:r>
                        <a:rPr lang="ru-RU"/>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Название параметра №3</a:t>
                      </a:r>
                    </a:p>
                  </a:txBody>
                  <a:tcPr anchor="ctr"/>
                </a:tc>
                <a:tc>
                  <a:txBody>
                    <a:bodyPr/>
                    <a:lstStyle/>
                    <a:p>
                      <a:r>
                        <a:rPr lang="ru-RU"/>
                        <a:t>3,8</a:t>
                      </a:r>
                    </a:p>
                  </a:txBody>
                  <a:tcPr anchor="ctr"/>
                </a:tc>
                <a:tc>
                  <a:txBody>
                    <a:bodyPr/>
                    <a:lstStyle/>
                    <a:p>
                      <a:r>
                        <a:rPr lang="ru-RU"/>
                        <a:t>3,7</a:t>
                      </a:r>
                    </a:p>
                  </a:txBody>
                  <a:tcPr anchor="ctr"/>
                </a:tc>
                <a:tc>
                  <a:txBody>
                    <a:bodyPr/>
                    <a:lstStyle/>
                    <a:p>
                      <a:r>
                        <a:rPr lang="ru-RU"/>
                        <a:t>+0,1</a:t>
                      </a:r>
                    </a:p>
                  </a:txBody>
                  <a:tcPr anchor="ctr"/>
                </a:tc>
                <a:tc>
                  <a:txBody>
                    <a:bodyPr/>
                    <a:lstStyle/>
                    <a:p>
                      <a:r>
                        <a:rPr lang="ru-RU"/>
                        <a:t>4,2 (+0,4)</a:t>
                      </a:r>
                    </a:p>
                  </a:txBody>
                  <a:tcPr anchor="ctr"/>
                </a:tc>
                <a:extLst>
                  <a:ext uri="{0D108BD9-81ED-4DB2-BD59-A6C34878D82A}">
                    <a16:rowId xmlns:a16="http://schemas.microsoft.com/office/drawing/2014/main" val="1674735677"/>
                  </a:ext>
                </a:extLst>
              </a:tr>
              <a:tr h="350941">
                <a:tc>
                  <a:txBody>
                    <a:bodyPr/>
                    <a:lstStyle/>
                    <a:p>
                      <a:pPr algn="l"/>
                      <a:r>
                        <a:rPr lang="ru-RU"/>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Название параметра №4</a:t>
                      </a:r>
                    </a:p>
                  </a:txBody>
                  <a:tcPr anchor="ctr"/>
                </a:tc>
                <a:tc>
                  <a:txBody>
                    <a:bodyPr/>
                    <a:lstStyle/>
                    <a:p>
                      <a:r>
                        <a:rPr lang="ru-RU"/>
                        <a:t>8,1</a:t>
                      </a:r>
                    </a:p>
                  </a:txBody>
                  <a:tcPr anchor="ctr"/>
                </a:tc>
                <a:tc>
                  <a:txBody>
                    <a:bodyPr/>
                    <a:lstStyle/>
                    <a:p>
                      <a:r>
                        <a:rPr lang="ru-RU"/>
                        <a:t>7,9</a:t>
                      </a:r>
                    </a:p>
                  </a:txBody>
                  <a:tcPr anchor="ctr"/>
                </a:tc>
                <a:tc>
                  <a:txBody>
                    <a:bodyPr/>
                    <a:lstStyle/>
                    <a:p>
                      <a:r>
                        <a:rPr lang="ru-RU"/>
                        <a:t>-0,2</a:t>
                      </a:r>
                    </a:p>
                  </a:txBody>
                  <a:tcPr anchor="ctr"/>
                </a:tc>
                <a:tc>
                  <a:txBody>
                    <a:bodyPr/>
                    <a:lstStyle/>
                    <a:p>
                      <a:r>
                        <a:rPr lang="ru-RU"/>
                        <a:t>8,3 (+0,2)</a:t>
                      </a:r>
                    </a:p>
                  </a:txBody>
                  <a:tcPr anchor="ctr"/>
                </a:tc>
                <a:extLst>
                  <a:ext uri="{0D108BD9-81ED-4DB2-BD59-A6C34878D82A}">
                    <a16:rowId xmlns:a16="http://schemas.microsoft.com/office/drawing/2014/main" val="3801427635"/>
                  </a:ext>
                </a:extLst>
              </a:tr>
              <a:tr h="350941">
                <a:tc>
                  <a:txBody>
                    <a:bodyPr/>
                    <a:lstStyle/>
                    <a:p>
                      <a:pPr algn="l"/>
                      <a:r>
                        <a:rPr lang="ru-RU"/>
                        <a:t>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Название параметра №5</a:t>
                      </a:r>
                    </a:p>
                  </a:txBody>
                  <a:tcPr anchor="ctr"/>
                </a:tc>
                <a:tc>
                  <a:txBody>
                    <a:bodyPr/>
                    <a:lstStyle/>
                    <a:p>
                      <a:r>
                        <a:rPr lang="ru-RU"/>
                        <a:t>13,2</a:t>
                      </a:r>
                    </a:p>
                  </a:txBody>
                  <a:tcPr anchor="ctr"/>
                </a:tc>
                <a:tc>
                  <a:txBody>
                    <a:bodyPr/>
                    <a:lstStyle/>
                    <a:p>
                      <a:r>
                        <a:rPr lang="ru-RU"/>
                        <a:t>13,2</a:t>
                      </a:r>
                    </a:p>
                  </a:txBody>
                  <a:tcPr anchor="ctr"/>
                </a:tc>
                <a:tc>
                  <a:txBody>
                    <a:bodyPr/>
                    <a:lstStyle/>
                    <a:p>
                      <a:r>
                        <a:rPr lang="ru-RU"/>
                        <a:t>0</a:t>
                      </a:r>
                    </a:p>
                  </a:txBody>
                  <a:tcPr anchor="ctr"/>
                </a:tc>
                <a:tc>
                  <a:txBody>
                    <a:bodyPr/>
                    <a:lstStyle/>
                    <a:p>
                      <a:r>
                        <a:rPr lang="ru-RU"/>
                        <a:t>13,8 (+0,6)</a:t>
                      </a:r>
                    </a:p>
                  </a:txBody>
                  <a:tcPr anchor="ctr"/>
                </a:tc>
                <a:extLst>
                  <a:ext uri="{0D108BD9-81ED-4DB2-BD59-A6C34878D82A}">
                    <a16:rowId xmlns:a16="http://schemas.microsoft.com/office/drawing/2014/main" val="722305926"/>
                  </a:ext>
                </a:extLst>
              </a:tr>
              <a:tr h="350941">
                <a:tc>
                  <a:txBody>
                    <a:bodyPr/>
                    <a:lstStyle/>
                    <a:p>
                      <a:pPr algn="l"/>
                      <a:r>
                        <a:rPr lang="ru-RU"/>
                        <a:t>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Название параметра №6</a:t>
                      </a:r>
                    </a:p>
                  </a:txBody>
                  <a:tcPr anchor="ctr"/>
                </a:tc>
                <a:tc>
                  <a:txBody>
                    <a:bodyPr/>
                    <a:lstStyle/>
                    <a:p>
                      <a:r>
                        <a:rPr lang="ru-RU"/>
                        <a:t>9,4</a:t>
                      </a:r>
                    </a:p>
                  </a:txBody>
                  <a:tcPr anchor="ctr"/>
                </a:tc>
                <a:tc>
                  <a:txBody>
                    <a:bodyPr/>
                    <a:lstStyle/>
                    <a:p>
                      <a:r>
                        <a:rPr lang="ru-RU"/>
                        <a:t>9,4</a:t>
                      </a:r>
                    </a:p>
                  </a:txBody>
                  <a:tcPr anchor="ctr"/>
                </a:tc>
                <a:tc>
                  <a:txBody>
                    <a:bodyPr/>
                    <a:lstStyle/>
                    <a:p>
                      <a:r>
                        <a:rPr lang="ru-RU"/>
                        <a:t>0</a:t>
                      </a:r>
                    </a:p>
                  </a:txBody>
                  <a:tcPr anchor="ctr"/>
                </a:tc>
                <a:tc>
                  <a:txBody>
                    <a:bodyPr/>
                    <a:lstStyle/>
                    <a:p>
                      <a:r>
                        <a:rPr lang="ru-RU"/>
                        <a:t>9,9 (+0,5)</a:t>
                      </a:r>
                    </a:p>
                  </a:txBody>
                  <a:tcPr anchor="ctr"/>
                </a:tc>
                <a:extLst>
                  <a:ext uri="{0D108BD9-81ED-4DB2-BD59-A6C34878D82A}">
                    <a16:rowId xmlns:a16="http://schemas.microsoft.com/office/drawing/2014/main" val="144665161"/>
                  </a:ext>
                </a:extLst>
              </a:tr>
              <a:tr h="350941">
                <a:tc>
                  <a:txBody>
                    <a:bodyPr/>
                    <a:lstStyle/>
                    <a:p>
                      <a:pPr algn="l"/>
                      <a:r>
                        <a:rPr lang="ru-RU"/>
                        <a:t>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Название параметра №7</a:t>
                      </a:r>
                    </a:p>
                  </a:txBody>
                  <a:tcPr anchor="ctr"/>
                </a:tc>
                <a:tc>
                  <a:txBody>
                    <a:bodyPr/>
                    <a:lstStyle/>
                    <a:p>
                      <a:r>
                        <a:rPr lang="ru-RU"/>
                        <a:t>3,7</a:t>
                      </a:r>
                    </a:p>
                  </a:txBody>
                  <a:tcPr anchor="ctr"/>
                </a:tc>
                <a:tc>
                  <a:txBody>
                    <a:bodyPr/>
                    <a:lstStyle/>
                    <a:p>
                      <a:r>
                        <a:rPr lang="ru-RU"/>
                        <a:t>3,7</a:t>
                      </a:r>
                    </a:p>
                  </a:txBody>
                  <a:tcPr anchor="ctr"/>
                </a:tc>
                <a:tc>
                  <a:txBody>
                    <a:bodyPr/>
                    <a:lstStyle/>
                    <a:p>
                      <a:r>
                        <a:rPr lang="ru-RU"/>
                        <a:t>0</a:t>
                      </a:r>
                    </a:p>
                  </a:txBody>
                  <a:tcPr anchor="ctr"/>
                </a:tc>
                <a:tc>
                  <a:txBody>
                    <a:bodyPr/>
                    <a:lstStyle/>
                    <a:p>
                      <a:r>
                        <a:rPr lang="ru-RU"/>
                        <a:t>3,9 (+0,2)</a:t>
                      </a:r>
                    </a:p>
                  </a:txBody>
                  <a:tcPr anchor="ctr"/>
                </a:tc>
                <a:extLst>
                  <a:ext uri="{0D108BD9-81ED-4DB2-BD59-A6C34878D82A}">
                    <a16:rowId xmlns:a16="http://schemas.microsoft.com/office/drawing/2014/main" val="405297203"/>
                  </a:ext>
                </a:extLst>
              </a:tr>
            </a:tbl>
          </a:graphicData>
        </a:graphic>
      </p:graphicFrame>
      <p:pic>
        <p:nvPicPr>
          <p:cNvPr id="54" name="Рисунок 53">
            <a:extLst>
              <a:ext uri="{FF2B5EF4-FFF2-40B4-BE49-F238E27FC236}">
                <a16:creationId xmlns:a16="http://schemas.microsoft.com/office/drawing/2014/main" id="{84282948-CD1A-BE2C-F2B3-9E39417519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25588" y="5322084"/>
            <a:ext cx="138158" cy="138158"/>
          </a:xfrm>
          <a:prstGeom prst="rect">
            <a:avLst/>
          </a:prstGeom>
        </p:spPr>
      </p:pic>
      <p:sp>
        <p:nvSpPr>
          <p:cNvPr id="56" name="Рисунок 61">
            <a:extLst>
              <a:ext uri="{FF2B5EF4-FFF2-40B4-BE49-F238E27FC236}">
                <a16:creationId xmlns:a16="http://schemas.microsoft.com/office/drawing/2014/main" id="{A0463308-7F8F-7D1E-B542-796F7873CDD6}"/>
              </a:ext>
            </a:extLst>
          </p:cNvPr>
          <p:cNvSpPr/>
          <p:nvPr/>
        </p:nvSpPr>
        <p:spPr>
          <a:xfrm>
            <a:off x="5225588" y="4969336"/>
            <a:ext cx="138158" cy="1381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76200 w 171450"/>
              <a:gd name="connsiteY5" fmla="*/ 47625 h 171450"/>
              <a:gd name="connsiteX6" fmla="*/ 85725 w 171450"/>
              <a:gd name="connsiteY6" fmla="*/ 38100 h 171450"/>
              <a:gd name="connsiteX7" fmla="*/ 95250 w 171450"/>
              <a:gd name="connsiteY7" fmla="*/ 47625 h 171450"/>
              <a:gd name="connsiteX8" fmla="*/ 95250 w 171450"/>
              <a:gd name="connsiteY8" fmla="*/ 85725 h 171450"/>
              <a:gd name="connsiteX9" fmla="*/ 85725 w 171450"/>
              <a:gd name="connsiteY9" fmla="*/ 95250 h 171450"/>
              <a:gd name="connsiteX10" fmla="*/ 76200 w 171450"/>
              <a:gd name="connsiteY10" fmla="*/ 85725 h 171450"/>
              <a:gd name="connsiteX11" fmla="*/ 76200 w 171450"/>
              <a:gd name="connsiteY11" fmla="*/ 47625 h 171450"/>
              <a:gd name="connsiteX12" fmla="*/ 95250 w 171450"/>
              <a:gd name="connsiteY12" fmla="*/ 123825 h 171450"/>
              <a:gd name="connsiteX13" fmla="*/ 85725 w 171450"/>
              <a:gd name="connsiteY13" fmla="*/ 133350 h 171450"/>
              <a:gd name="connsiteX14" fmla="*/ 76200 w 171450"/>
              <a:gd name="connsiteY14" fmla="*/ 123825 h 171450"/>
              <a:gd name="connsiteX15" fmla="*/ 85725 w 171450"/>
              <a:gd name="connsiteY15" fmla="*/ 114300 h 171450"/>
              <a:gd name="connsiteX16" fmla="*/ 95250 w 171450"/>
              <a:gd name="connsiteY16" fmla="*/ 1238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76200" y="47625"/>
                </a:moveTo>
                <a:cubicBezTo>
                  <a:pt x="76200" y="42365"/>
                  <a:pt x="80464" y="38100"/>
                  <a:pt x="85725" y="38100"/>
                </a:cubicBezTo>
                <a:cubicBezTo>
                  <a:pt x="90986" y="38100"/>
                  <a:pt x="95250" y="42365"/>
                  <a:pt x="95250" y="47625"/>
                </a:cubicBezTo>
                <a:lnTo>
                  <a:pt x="95250" y="85725"/>
                </a:lnTo>
                <a:cubicBezTo>
                  <a:pt x="95250" y="90986"/>
                  <a:pt x="90986" y="95250"/>
                  <a:pt x="85725" y="95250"/>
                </a:cubicBezTo>
                <a:cubicBezTo>
                  <a:pt x="80464" y="95250"/>
                  <a:pt x="76200" y="90986"/>
                  <a:pt x="76200" y="85725"/>
                </a:cubicBezTo>
                <a:lnTo>
                  <a:pt x="76200" y="47625"/>
                </a:lnTo>
                <a:close/>
                <a:moveTo>
                  <a:pt x="95250" y="123825"/>
                </a:moveTo>
                <a:cubicBezTo>
                  <a:pt x="95250" y="129086"/>
                  <a:pt x="90986" y="133350"/>
                  <a:pt x="85725" y="133350"/>
                </a:cubicBezTo>
                <a:cubicBezTo>
                  <a:pt x="80464" y="133350"/>
                  <a:pt x="76200" y="129086"/>
                  <a:pt x="76200" y="123825"/>
                </a:cubicBezTo>
                <a:cubicBezTo>
                  <a:pt x="76200" y="118564"/>
                  <a:pt x="80464" y="114300"/>
                  <a:pt x="85725" y="114300"/>
                </a:cubicBezTo>
                <a:cubicBezTo>
                  <a:pt x="90986" y="114300"/>
                  <a:pt x="95250" y="118564"/>
                  <a:pt x="95250" y="123825"/>
                </a:cubicBezTo>
                <a:close/>
              </a:path>
            </a:pathLst>
          </a:custGeom>
          <a:solidFill>
            <a:srgbClr val="F53C14"/>
          </a:solidFill>
          <a:ln w="9525" cap="flat">
            <a:noFill/>
            <a:prstDash val="solid"/>
            <a:miter/>
          </a:ln>
        </p:spPr>
        <p:txBody>
          <a:bodyPr rtlCol="0" anchor="ctr"/>
          <a:lstStyle/>
          <a:p>
            <a:endParaRPr lang="ru-RU"/>
          </a:p>
        </p:txBody>
      </p:sp>
      <p:sp>
        <p:nvSpPr>
          <p:cNvPr id="57" name="Рисунок 51">
            <a:extLst>
              <a:ext uri="{FF2B5EF4-FFF2-40B4-BE49-F238E27FC236}">
                <a16:creationId xmlns:a16="http://schemas.microsoft.com/office/drawing/2014/main" id="{6ECDC441-39B8-694F-3E7E-71EA1524DAB2}"/>
              </a:ext>
            </a:extLst>
          </p:cNvPr>
          <p:cNvSpPr/>
          <p:nvPr/>
        </p:nvSpPr>
        <p:spPr>
          <a:xfrm>
            <a:off x="5225588" y="3907031"/>
            <a:ext cx="138158" cy="1381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pic>
        <p:nvPicPr>
          <p:cNvPr id="58" name="Рисунок 57">
            <a:extLst>
              <a:ext uri="{FF2B5EF4-FFF2-40B4-BE49-F238E27FC236}">
                <a16:creationId xmlns:a16="http://schemas.microsoft.com/office/drawing/2014/main" id="{A9B6BE62-B0F4-EB9F-2F0C-8B94FC6ED37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25588" y="5674832"/>
            <a:ext cx="138158" cy="138158"/>
          </a:xfrm>
          <a:prstGeom prst="rect">
            <a:avLst/>
          </a:prstGeom>
        </p:spPr>
      </p:pic>
      <p:pic>
        <p:nvPicPr>
          <p:cNvPr id="59" name="Рисунок 58">
            <a:extLst>
              <a:ext uri="{FF2B5EF4-FFF2-40B4-BE49-F238E27FC236}">
                <a16:creationId xmlns:a16="http://schemas.microsoft.com/office/drawing/2014/main" id="{F672AE11-17F5-82AD-69BD-08E9D905DD2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25588" y="6032678"/>
            <a:ext cx="138158" cy="138158"/>
          </a:xfrm>
          <a:prstGeom prst="rect">
            <a:avLst/>
          </a:prstGeom>
        </p:spPr>
      </p:pic>
      <p:sp>
        <p:nvSpPr>
          <p:cNvPr id="60" name="Рисунок 51">
            <a:extLst>
              <a:ext uri="{FF2B5EF4-FFF2-40B4-BE49-F238E27FC236}">
                <a16:creationId xmlns:a16="http://schemas.microsoft.com/office/drawing/2014/main" id="{AED43194-05F5-E372-4CCF-1C514819014B}"/>
              </a:ext>
            </a:extLst>
          </p:cNvPr>
          <p:cNvSpPr/>
          <p:nvPr/>
        </p:nvSpPr>
        <p:spPr>
          <a:xfrm>
            <a:off x="5225588" y="4264541"/>
            <a:ext cx="138158" cy="1381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61" name="Рисунок 51">
            <a:extLst>
              <a:ext uri="{FF2B5EF4-FFF2-40B4-BE49-F238E27FC236}">
                <a16:creationId xmlns:a16="http://schemas.microsoft.com/office/drawing/2014/main" id="{E687B767-F479-9550-35B0-5261D779BD77}"/>
              </a:ext>
            </a:extLst>
          </p:cNvPr>
          <p:cNvSpPr/>
          <p:nvPr/>
        </p:nvSpPr>
        <p:spPr>
          <a:xfrm>
            <a:off x="5225588" y="4611490"/>
            <a:ext cx="138158" cy="138158"/>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graphicFrame>
        <p:nvGraphicFramePr>
          <p:cNvPr id="64" name="Диаграмма 63">
            <a:extLst>
              <a:ext uri="{FF2B5EF4-FFF2-40B4-BE49-F238E27FC236}">
                <a16:creationId xmlns:a16="http://schemas.microsoft.com/office/drawing/2014/main" id="{EFB42D84-0436-CC53-7E53-325E6841FA27}"/>
              </a:ext>
            </a:extLst>
          </p:cNvPr>
          <p:cNvGraphicFramePr/>
          <p:nvPr>
            <p:extLst>
              <p:ext uri="{D42A27DB-BD31-4B8C-83A1-F6EECF244321}">
                <p14:modId xmlns:p14="http://schemas.microsoft.com/office/powerpoint/2010/main" val="4201718559"/>
              </p:ext>
            </p:extLst>
          </p:nvPr>
        </p:nvGraphicFramePr>
        <p:xfrm>
          <a:off x="7429500" y="982715"/>
          <a:ext cx="3979054" cy="2065543"/>
        </p:xfrm>
        <a:graphic>
          <a:graphicData uri="http://schemas.openxmlformats.org/drawingml/2006/chart">
            <c:chart xmlns:c="http://schemas.openxmlformats.org/drawingml/2006/chart" xmlns:r="http://schemas.openxmlformats.org/officeDocument/2006/relationships" r:id="rId8"/>
          </a:graphicData>
        </a:graphic>
      </p:graphicFrame>
      <p:sp>
        <p:nvSpPr>
          <p:cNvPr id="71" name="Объект 1">
            <a:extLst>
              <a:ext uri="{FF2B5EF4-FFF2-40B4-BE49-F238E27FC236}">
                <a16:creationId xmlns:a16="http://schemas.microsoft.com/office/drawing/2014/main" id="{A4155548-FFF4-0F22-E112-0E1D0C1F06CB}"/>
              </a:ext>
            </a:extLst>
          </p:cNvPr>
          <p:cNvSpPr txBox="1">
            <a:spLocks/>
          </p:cNvSpPr>
          <p:nvPr/>
        </p:nvSpPr>
        <p:spPr>
          <a:xfrm>
            <a:off x="4708465" y="543627"/>
            <a:ext cx="1530321" cy="37442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Краткий заголовок</a:t>
            </a:r>
            <a:br>
              <a:rPr lang="ru-RU" sz="1200" b="1"/>
            </a:br>
            <a:r>
              <a:rPr lang="ru-RU" sz="1200" b="1"/>
              <a:t>длиной в 1-2 строки</a:t>
            </a:r>
          </a:p>
        </p:txBody>
      </p:sp>
      <p:sp>
        <p:nvSpPr>
          <p:cNvPr id="73" name="Объект 1">
            <a:extLst>
              <a:ext uri="{FF2B5EF4-FFF2-40B4-BE49-F238E27FC236}">
                <a16:creationId xmlns:a16="http://schemas.microsoft.com/office/drawing/2014/main" id="{EB599FA7-4E0F-8A02-DDDF-921E06E0F7D0}"/>
              </a:ext>
            </a:extLst>
          </p:cNvPr>
          <p:cNvSpPr txBox="1">
            <a:spLocks/>
          </p:cNvSpPr>
          <p:nvPr/>
        </p:nvSpPr>
        <p:spPr>
          <a:xfrm>
            <a:off x="7436654" y="543627"/>
            <a:ext cx="2297896" cy="37442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Напиши здесь заголовок</a:t>
            </a:r>
            <a:br>
              <a:rPr lang="ru-RU" sz="1200" b="1"/>
            </a:br>
            <a:r>
              <a:rPr lang="ru-RU" sz="1200" b="1"/>
              <a:t>длиной в 1-2 строки</a:t>
            </a:r>
          </a:p>
        </p:txBody>
      </p:sp>
      <p:grpSp>
        <p:nvGrpSpPr>
          <p:cNvPr id="3" name="Группа 2">
            <a:extLst>
              <a:ext uri="{FF2B5EF4-FFF2-40B4-BE49-F238E27FC236}">
                <a16:creationId xmlns:a16="http://schemas.microsoft.com/office/drawing/2014/main" id="{2DD9180A-F238-F9CF-302E-EB8C5CCDCBCF}"/>
              </a:ext>
            </a:extLst>
          </p:cNvPr>
          <p:cNvGrpSpPr/>
          <p:nvPr/>
        </p:nvGrpSpPr>
        <p:grpSpPr>
          <a:xfrm>
            <a:off x="11114530" y="543627"/>
            <a:ext cx="294024" cy="64668"/>
            <a:chOff x="11114530" y="543627"/>
            <a:chExt cx="294024" cy="64668"/>
          </a:xfrm>
        </p:grpSpPr>
        <p:sp>
          <p:nvSpPr>
            <p:cNvPr id="75" name="Овал 74">
              <a:extLst>
                <a:ext uri="{FF2B5EF4-FFF2-40B4-BE49-F238E27FC236}">
                  <a16:creationId xmlns:a16="http://schemas.microsoft.com/office/drawing/2014/main" id="{9B5F0CEF-0908-7A85-88D0-D07F6B6008E7}"/>
                </a:ext>
              </a:extLst>
            </p:cNvPr>
            <p:cNvSpPr/>
            <p:nvPr/>
          </p:nvSpPr>
          <p:spPr>
            <a:xfrm>
              <a:off x="11114530" y="543627"/>
              <a:ext cx="64668" cy="64668"/>
            </a:xfrm>
            <a:prstGeom prst="ellipse">
              <a:avLst/>
            </a:prstGeom>
            <a:solidFill>
              <a:schemeClr val="accent6">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76" name="Овал 75">
              <a:extLst>
                <a:ext uri="{FF2B5EF4-FFF2-40B4-BE49-F238E27FC236}">
                  <a16:creationId xmlns:a16="http://schemas.microsoft.com/office/drawing/2014/main" id="{C3168A98-80AB-4841-98D8-8297D20B1F86}"/>
                </a:ext>
              </a:extLst>
            </p:cNvPr>
            <p:cNvSpPr/>
            <p:nvPr/>
          </p:nvSpPr>
          <p:spPr>
            <a:xfrm>
              <a:off x="11229208" y="543627"/>
              <a:ext cx="64668" cy="64668"/>
            </a:xfrm>
            <a:prstGeom prst="ellipse">
              <a:avLst/>
            </a:prstGeom>
            <a:solidFill>
              <a:schemeClr val="accent6">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77" name="Овал 76">
              <a:extLst>
                <a:ext uri="{FF2B5EF4-FFF2-40B4-BE49-F238E27FC236}">
                  <a16:creationId xmlns:a16="http://schemas.microsoft.com/office/drawing/2014/main" id="{D93B4078-9817-15D0-0D6A-95CE2EAEB98E}"/>
                </a:ext>
              </a:extLst>
            </p:cNvPr>
            <p:cNvSpPr/>
            <p:nvPr/>
          </p:nvSpPr>
          <p:spPr>
            <a:xfrm>
              <a:off x="11343886" y="543627"/>
              <a:ext cx="64668" cy="64668"/>
            </a:xfrm>
            <a:prstGeom prst="ellipse">
              <a:avLst/>
            </a:prstGeom>
            <a:solidFill>
              <a:schemeClr val="accent6">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grpSp>
      <p:graphicFrame>
        <p:nvGraphicFramePr>
          <p:cNvPr id="78" name="Диаграмма 77">
            <a:extLst>
              <a:ext uri="{FF2B5EF4-FFF2-40B4-BE49-F238E27FC236}">
                <a16:creationId xmlns:a16="http://schemas.microsoft.com/office/drawing/2014/main" id="{6EF147F7-E5BA-6668-EEA6-D220318898AB}"/>
              </a:ext>
            </a:extLst>
          </p:cNvPr>
          <p:cNvGraphicFramePr/>
          <p:nvPr/>
        </p:nvGraphicFramePr>
        <p:xfrm>
          <a:off x="4708465" y="968912"/>
          <a:ext cx="2194096" cy="1859322"/>
        </p:xfrm>
        <a:graphic>
          <a:graphicData uri="http://schemas.openxmlformats.org/drawingml/2006/chart">
            <c:chart xmlns:c="http://schemas.openxmlformats.org/drawingml/2006/chart" xmlns:r="http://schemas.openxmlformats.org/officeDocument/2006/relationships" r:id="rId9"/>
          </a:graphicData>
        </a:graphic>
      </p:graphicFrame>
      <p:sp>
        <p:nvSpPr>
          <p:cNvPr id="80" name="Объект 1">
            <a:extLst>
              <a:ext uri="{FF2B5EF4-FFF2-40B4-BE49-F238E27FC236}">
                <a16:creationId xmlns:a16="http://schemas.microsoft.com/office/drawing/2014/main" id="{D395065D-862D-5C13-0FCA-036943C8B100}"/>
              </a:ext>
            </a:extLst>
          </p:cNvPr>
          <p:cNvSpPr txBox="1">
            <a:spLocks/>
          </p:cNvSpPr>
          <p:nvPr/>
        </p:nvSpPr>
        <p:spPr>
          <a:xfrm>
            <a:off x="5255834" y="2839451"/>
            <a:ext cx="1551365" cy="21905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spcAft>
                <a:spcPts val="400"/>
              </a:spcAft>
            </a:pPr>
            <a:r>
              <a:rPr lang="ru-RU" sz="800"/>
              <a:t>Здесь может быть краткий комментарий к итоговой цифре </a:t>
            </a:r>
          </a:p>
        </p:txBody>
      </p:sp>
      <p:sp>
        <p:nvSpPr>
          <p:cNvPr id="81" name="Объект 1">
            <a:extLst>
              <a:ext uri="{FF2B5EF4-FFF2-40B4-BE49-F238E27FC236}">
                <a16:creationId xmlns:a16="http://schemas.microsoft.com/office/drawing/2014/main" id="{A999B3E2-6CC4-F932-5300-AECCAB3266B8}"/>
              </a:ext>
            </a:extLst>
          </p:cNvPr>
          <p:cNvSpPr txBox="1">
            <a:spLocks/>
          </p:cNvSpPr>
          <p:nvPr/>
        </p:nvSpPr>
        <p:spPr>
          <a:xfrm>
            <a:off x="4710966" y="2842376"/>
            <a:ext cx="514622" cy="21320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49,9</a:t>
            </a:r>
          </a:p>
        </p:txBody>
      </p:sp>
    </p:spTree>
    <p:extLst>
      <p:ext uri="{BB962C8B-B14F-4D97-AF65-F5344CB8AC3E}">
        <p14:creationId xmlns:p14="http://schemas.microsoft.com/office/powerpoint/2010/main" val="2154754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21145434-0A54-35A1-BEC4-EDA67AB20972}"/>
              </a:ext>
            </a:extLst>
          </p:cNvPr>
          <p:cNvSpPr>
            <a:spLocks noGrp="1"/>
          </p:cNvSpPr>
          <p:nvPr>
            <p:ph type="title"/>
          </p:nvPr>
        </p:nvSpPr>
        <p:spPr>
          <a:xfrm>
            <a:off x="639764" y="411163"/>
            <a:ext cx="8034336" cy="684465"/>
          </a:xfrm>
        </p:spPr>
        <p:txBody>
          <a:bodyPr/>
          <a:lstStyle/>
          <a:p>
            <a:r>
              <a:rPr lang="ru-RU"/>
              <a:t>Сформулируй смысловой заголовок</a:t>
            </a:r>
          </a:p>
        </p:txBody>
      </p:sp>
      <p:sp>
        <p:nvSpPr>
          <p:cNvPr id="5" name="Прямоугольник 4">
            <a:extLst>
              <a:ext uri="{FF2B5EF4-FFF2-40B4-BE49-F238E27FC236}">
                <a16:creationId xmlns:a16="http://schemas.microsoft.com/office/drawing/2014/main" id="{D16C0C07-28DD-71A5-5432-C498551FC884}"/>
              </a:ext>
            </a:extLst>
          </p:cNvPr>
          <p:cNvSpPr/>
          <p:nvPr/>
        </p:nvSpPr>
        <p:spPr>
          <a:xfrm>
            <a:off x="8823325" y="0"/>
            <a:ext cx="33686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6" name="Диаграмма 5">
            <a:extLst>
              <a:ext uri="{FF2B5EF4-FFF2-40B4-BE49-F238E27FC236}">
                <a16:creationId xmlns:a16="http://schemas.microsoft.com/office/drawing/2014/main" id="{D90C791E-418E-E428-5370-A24988E25FEB}"/>
              </a:ext>
            </a:extLst>
          </p:cNvPr>
          <p:cNvGraphicFramePr/>
          <p:nvPr/>
        </p:nvGraphicFramePr>
        <p:xfrm>
          <a:off x="8992307" y="2209402"/>
          <a:ext cx="2558343" cy="2024924"/>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0447CA1B-1768-51E2-F68F-0E6763BB0469}"/>
              </a:ext>
            </a:extLst>
          </p:cNvPr>
          <p:cNvSpPr txBox="1"/>
          <p:nvPr/>
        </p:nvSpPr>
        <p:spPr>
          <a:xfrm>
            <a:off x="9070170" y="1536524"/>
            <a:ext cx="2185298" cy="598894"/>
          </a:xfrm>
          <a:prstGeom prst="rect">
            <a:avLst/>
          </a:prstGeom>
          <a:noFill/>
        </p:spPr>
        <p:txBody>
          <a:bodyPr wrap="square" lIns="0" tIns="0" rIns="0" bIns="0" rtlCol="0">
            <a:noAutofit/>
          </a:bodyPr>
          <a:lstStyle/>
          <a:p>
            <a:r>
              <a:rPr lang="ru-RU" b="1">
                <a:solidFill>
                  <a:schemeClr val="bg1"/>
                </a:solidFill>
              </a:rPr>
              <a:t>Напиши здесь краткий заголовок</a:t>
            </a:r>
          </a:p>
        </p:txBody>
      </p:sp>
      <p:sp>
        <p:nvSpPr>
          <p:cNvPr id="9" name="Овал 8">
            <a:extLst>
              <a:ext uri="{FF2B5EF4-FFF2-40B4-BE49-F238E27FC236}">
                <a16:creationId xmlns:a16="http://schemas.microsoft.com/office/drawing/2014/main" id="{2934FDAE-2A04-3B61-3BAB-A4402630A9AB}"/>
              </a:ext>
            </a:extLst>
          </p:cNvPr>
          <p:cNvSpPr/>
          <p:nvPr/>
        </p:nvSpPr>
        <p:spPr>
          <a:xfrm>
            <a:off x="9106776" y="4484967"/>
            <a:ext cx="161882" cy="161882"/>
          </a:xfrm>
          <a:prstGeom prst="ellipse">
            <a:avLst/>
          </a:prstGeom>
          <a:solidFill>
            <a:schemeClr val="accent2"/>
          </a:solidFill>
          <a:ln w="38100">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10" name="Объект 1">
            <a:extLst>
              <a:ext uri="{FF2B5EF4-FFF2-40B4-BE49-F238E27FC236}">
                <a16:creationId xmlns:a16="http://schemas.microsoft.com/office/drawing/2014/main" id="{F002DD7A-4545-81F1-B719-444992476502}"/>
              </a:ext>
            </a:extLst>
          </p:cNvPr>
          <p:cNvSpPr txBox="1">
            <a:spLocks/>
          </p:cNvSpPr>
          <p:nvPr/>
        </p:nvSpPr>
        <p:spPr>
          <a:xfrm>
            <a:off x="9371063" y="4484967"/>
            <a:ext cx="2179587" cy="16188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bg1"/>
                </a:solidFill>
              </a:rPr>
              <a:t>Название показателя №1</a:t>
            </a:r>
          </a:p>
        </p:txBody>
      </p:sp>
      <p:sp>
        <p:nvSpPr>
          <p:cNvPr id="12" name="Овал 11">
            <a:extLst>
              <a:ext uri="{FF2B5EF4-FFF2-40B4-BE49-F238E27FC236}">
                <a16:creationId xmlns:a16="http://schemas.microsoft.com/office/drawing/2014/main" id="{72C35D09-D529-E8DC-EF8D-EBFDB9ECD2C4}"/>
              </a:ext>
            </a:extLst>
          </p:cNvPr>
          <p:cNvSpPr/>
          <p:nvPr/>
        </p:nvSpPr>
        <p:spPr>
          <a:xfrm>
            <a:off x="9106776" y="4880163"/>
            <a:ext cx="161882" cy="161882"/>
          </a:xfrm>
          <a:prstGeom prst="ellipse">
            <a:avLst/>
          </a:prstGeom>
          <a:solidFill>
            <a:schemeClr val="accent3"/>
          </a:solidFill>
          <a:ln w="38100">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19" name="Объект 1">
            <a:extLst>
              <a:ext uri="{FF2B5EF4-FFF2-40B4-BE49-F238E27FC236}">
                <a16:creationId xmlns:a16="http://schemas.microsoft.com/office/drawing/2014/main" id="{5ED07DD6-937D-9B61-EE3A-FA04F51B0F34}"/>
              </a:ext>
            </a:extLst>
          </p:cNvPr>
          <p:cNvSpPr txBox="1">
            <a:spLocks/>
          </p:cNvSpPr>
          <p:nvPr/>
        </p:nvSpPr>
        <p:spPr>
          <a:xfrm>
            <a:off x="9371063" y="4880163"/>
            <a:ext cx="2179587" cy="16188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bg1"/>
                </a:solidFill>
              </a:rPr>
              <a:t>Название показателя №2</a:t>
            </a:r>
          </a:p>
        </p:txBody>
      </p:sp>
      <p:sp>
        <p:nvSpPr>
          <p:cNvPr id="15" name="Овал 14">
            <a:extLst>
              <a:ext uri="{FF2B5EF4-FFF2-40B4-BE49-F238E27FC236}">
                <a16:creationId xmlns:a16="http://schemas.microsoft.com/office/drawing/2014/main" id="{E73853BF-429E-146F-B733-DB0101521BDB}"/>
              </a:ext>
            </a:extLst>
          </p:cNvPr>
          <p:cNvSpPr/>
          <p:nvPr/>
        </p:nvSpPr>
        <p:spPr>
          <a:xfrm>
            <a:off x="9106776" y="5275359"/>
            <a:ext cx="161882" cy="161882"/>
          </a:xfrm>
          <a:prstGeom prst="ellipse">
            <a:avLst/>
          </a:prstGeom>
          <a:solidFill>
            <a:schemeClr val="accent4"/>
          </a:solidFill>
          <a:ln w="38100">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20" name="Объект 1">
            <a:extLst>
              <a:ext uri="{FF2B5EF4-FFF2-40B4-BE49-F238E27FC236}">
                <a16:creationId xmlns:a16="http://schemas.microsoft.com/office/drawing/2014/main" id="{9F4F6904-9CED-436A-A320-0F83BDE8D64D}"/>
              </a:ext>
            </a:extLst>
          </p:cNvPr>
          <p:cNvSpPr txBox="1">
            <a:spLocks/>
          </p:cNvSpPr>
          <p:nvPr/>
        </p:nvSpPr>
        <p:spPr>
          <a:xfrm>
            <a:off x="9371063" y="5275359"/>
            <a:ext cx="2179587" cy="16188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bg1"/>
                </a:solidFill>
              </a:rPr>
              <a:t>Название показателя №3</a:t>
            </a:r>
          </a:p>
        </p:txBody>
      </p:sp>
      <p:sp>
        <p:nvSpPr>
          <p:cNvPr id="17" name="Овал 16">
            <a:extLst>
              <a:ext uri="{FF2B5EF4-FFF2-40B4-BE49-F238E27FC236}">
                <a16:creationId xmlns:a16="http://schemas.microsoft.com/office/drawing/2014/main" id="{85202E18-81A8-F91B-AE7F-58891A139D5D}"/>
              </a:ext>
            </a:extLst>
          </p:cNvPr>
          <p:cNvSpPr/>
          <p:nvPr/>
        </p:nvSpPr>
        <p:spPr>
          <a:xfrm>
            <a:off x="9106776" y="5670555"/>
            <a:ext cx="161882" cy="161882"/>
          </a:xfrm>
          <a:prstGeom prst="ellipse">
            <a:avLst/>
          </a:prstGeom>
          <a:solidFill>
            <a:schemeClr val="accent6"/>
          </a:solidFill>
          <a:ln w="38100">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21" name="Объект 1">
            <a:extLst>
              <a:ext uri="{FF2B5EF4-FFF2-40B4-BE49-F238E27FC236}">
                <a16:creationId xmlns:a16="http://schemas.microsoft.com/office/drawing/2014/main" id="{3099BCD5-8A40-0F37-7F9D-4A59AF04B324}"/>
              </a:ext>
            </a:extLst>
          </p:cNvPr>
          <p:cNvSpPr txBox="1">
            <a:spLocks/>
          </p:cNvSpPr>
          <p:nvPr/>
        </p:nvSpPr>
        <p:spPr>
          <a:xfrm>
            <a:off x="9371063" y="5670555"/>
            <a:ext cx="2179587" cy="16188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bg1"/>
                </a:solidFill>
              </a:rPr>
              <a:t>Название показателя №4</a:t>
            </a:r>
          </a:p>
        </p:txBody>
      </p:sp>
      <p:sp>
        <p:nvSpPr>
          <p:cNvPr id="18" name="Овал 17">
            <a:extLst>
              <a:ext uri="{FF2B5EF4-FFF2-40B4-BE49-F238E27FC236}">
                <a16:creationId xmlns:a16="http://schemas.microsoft.com/office/drawing/2014/main" id="{50278B30-0449-1B5F-4C04-1B8886C31A2B}"/>
              </a:ext>
            </a:extLst>
          </p:cNvPr>
          <p:cNvSpPr/>
          <p:nvPr/>
        </p:nvSpPr>
        <p:spPr>
          <a:xfrm>
            <a:off x="9106776" y="6065750"/>
            <a:ext cx="161882" cy="161882"/>
          </a:xfrm>
          <a:prstGeom prst="ellipse">
            <a:avLst/>
          </a:prstGeom>
          <a:solidFill>
            <a:schemeClr val="accent6">
              <a:lumMod val="20000"/>
              <a:lumOff val="80000"/>
            </a:schemeClr>
          </a:solidFill>
          <a:ln w="38100">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22" name="Объект 1">
            <a:extLst>
              <a:ext uri="{FF2B5EF4-FFF2-40B4-BE49-F238E27FC236}">
                <a16:creationId xmlns:a16="http://schemas.microsoft.com/office/drawing/2014/main" id="{7CC0597C-826B-4D12-66F3-0A58471CA054}"/>
              </a:ext>
            </a:extLst>
          </p:cNvPr>
          <p:cNvSpPr txBox="1">
            <a:spLocks/>
          </p:cNvSpPr>
          <p:nvPr/>
        </p:nvSpPr>
        <p:spPr>
          <a:xfrm>
            <a:off x="9371063" y="6065750"/>
            <a:ext cx="2179587" cy="16188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bg1"/>
                </a:solidFill>
              </a:rPr>
              <a:t>Название показателя №5</a:t>
            </a:r>
          </a:p>
        </p:txBody>
      </p:sp>
      <p:graphicFrame>
        <p:nvGraphicFramePr>
          <p:cNvPr id="34" name="Диаграмма 33">
            <a:extLst>
              <a:ext uri="{FF2B5EF4-FFF2-40B4-BE49-F238E27FC236}">
                <a16:creationId xmlns:a16="http://schemas.microsoft.com/office/drawing/2014/main" id="{E751866F-1E2C-759F-05A1-F13A6EB5923C}"/>
              </a:ext>
            </a:extLst>
          </p:cNvPr>
          <p:cNvGraphicFramePr/>
          <p:nvPr/>
        </p:nvGraphicFramePr>
        <p:xfrm>
          <a:off x="526942" y="2212633"/>
          <a:ext cx="4213604" cy="2272334"/>
        </p:xfrm>
        <a:graphic>
          <a:graphicData uri="http://schemas.openxmlformats.org/drawingml/2006/chart">
            <c:chart xmlns:c="http://schemas.openxmlformats.org/drawingml/2006/chart" xmlns:r="http://schemas.openxmlformats.org/officeDocument/2006/relationships" r:id="rId3"/>
          </a:graphicData>
        </a:graphic>
      </p:graphicFrame>
      <p:sp>
        <p:nvSpPr>
          <p:cNvPr id="35" name="TextBox 34">
            <a:extLst>
              <a:ext uri="{FF2B5EF4-FFF2-40B4-BE49-F238E27FC236}">
                <a16:creationId xmlns:a16="http://schemas.microsoft.com/office/drawing/2014/main" id="{A21C7D4D-23B3-92EC-5C88-95D9DBF61A83}"/>
              </a:ext>
            </a:extLst>
          </p:cNvPr>
          <p:cNvSpPr txBox="1"/>
          <p:nvPr/>
        </p:nvSpPr>
        <p:spPr>
          <a:xfrm>
            <a:off x="634051" y="1536524"/>
            <a:ext cx="4094636" cy="598894"/>
          </a:xfrm>
          <a:prstGeom prst="rect">
            <a:avLst/>
          </a:prstGeom>
          <a:noFill/>
        </p:spPr>
        <p:txBody>
          <a:bodyPr wrap="square" lIns="0" tIns="0" rIns="0" bIns="0" rtlCol="0">
            <a:noAutofit/>
          </a:bodyPr>
          <a:lstStyle/>
          <a:p>
            <a:r>
              <a:rPr lang="ru-RU" b="1"/>
              <a:t>Напиши здесь заголовок, </a:t>
            </a:r>
            <a:br>
              <a:rPr lang="ru-RU" b="1"/>
            </a:br>
            <a:r>
              <a:rPr lang="ru-RU" b="1"/>
              <a:t>можно даже длиной в 1-2 строки</a:t>
            </a:r>
          </a:p>
        </p:txBody>
      </p:sp>
      <p:sp>
        <p:nvSpPr>
          <p:cNvPr id="36" name="TextBox 35">
            <a:extLst>
              <a:ext uri="{FF2B5EF4-FFF2-40B4-BE49-F238E27FC236}">
                <a16:creationId xmlns:a16="http://schemas.microsoft.com/office/drawing/2014/main" id="{C79C1822-AEB1-A6D2-07AE-786BF6857A1B}"/>
              </a:ext>
            </a:extLst>
          </p:cNvPr>
          <p:cNvSpPr txBox="1"/>
          <p:nvPr/>
        </p:nvSpPr>
        <p:spPr>
          <a:xfrm>
            <a:off x="634051" y="4829359"/>
            <a:ext cx="4094636" cy="339689"/>
          </a:xfrm>
          <a:prstGeom prst="rect">
            <a:avLst/>
          </a:prstGeom>
          <a:noFill/>
        </p:spPr>
        <p:txBody>
          <a:bodyPr wrap="square" lIns="0" tIns="0" rIns="0" bIns="0" rtlCol="0">
            <a:noAutofit/>
          </a:bodyPr>
          <a:lstStyle/>
          <a:p>
            <a:r>
              <a:rPr lang="ru-RU" b="1"/>
              <a:t>Напиши заголовок в 1 строку</a:t>
            </a:r>
          </a:p>
        </p:txBody>
      </p:sp>
      <p:sp>
        <p:nvSpPr>
          <p:cNvPr id="38" name="Прямоугольник: скругленные углы 37">
            <a:extLst>
              <a:ext uri="{FF2B5EF4-FFF2-40B4-BE49-F238E27FC236}">
                <a16:creationId xmlns:a16="http://schemas.microsoft.com/office/drawing/2014/main" id="{6F8CAFDC-9D40-71FD-112A-4AFE9C5294F0}"/>
              </a:ext>
            </a:extLst>
          </p:cNvPr>
          <p:cNvSpPr/>
          <p:nvPr/>
        </p:nvSpPr>
        <p:spPr>
          <a:xfrm>
            <a:off x="634051" y="5283200"/>
            <a:ext cx="1860360" cy="979487"/>
          </a:xfrm>
          <a:prstGeom prst="roundRect">
            <a:avLst>
              <a:gd name="adj" fmla="val 1407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2" name="Объект 1">
            <a:extLst>
              <a:ext uri="{FF2B5EF4-FFF2-40B4-BE49-F238E27FC236}">
                <a16:creationId xmlns:a16="http://schemas.microsoft.com/office/drawing/2014/main" id="{B4A984CF-55EF-13EE-4F36-BC56BD78E5FB}"/>
              </a:ext>
            </a:extLst>
          </p:cNvPr>
          <p:cNvSpPr txBox="1">
            <a:spLocks/>
          </p:cNvSpPr>
          <p:nvPr/>
        </p:nvSpPr>
        <p:spPr>
          <a:xfrm>
            <a:off x="758731" y="5818281"/>
            <a:ext cx="1610999"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показателя</a:t>
            </a:r>
            <a:br>
              <a:rPr lang="ru-RU" sz="1200"/>
            </a:br>
            <a:r>
              <a:rPr lang="ru-RU" sz="1200"/>
              <a:t>в 1-2 строки</a:t>
            </a:r>
          </a:p>
        </p:txBody>
      </p:sp>
      <p:sp>
        <p:nvSpPr>
          <p:cNvPr id="63" name="Объект 1">
            <a:extLst>
              <a:ext uri="{FF2B5EF4-FFF2-40B4-BE49-F238E27FC236}">
                <a16:creationId xmlns:a16="http://schemas.microsoft.com/office/drawing/2014/main" id="{ABAF5832-4022-E128-6329-01A1113EC5C2}"/>
              </a:ext>
            </a:extLst>
          </p:cNvPr>
          <p:cNvSpPr txBox="1">
            <a:spLocks/>
          </p:cNvSpPr>
          <p:nvPr/>
        </p:nvSpPr>
        <p:spPr>
          <a:xfrm>
            <a:off x="758731" y="5423085"/>
            <a:ext cx="1153799" cy="2718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solidFill>
                  <a:schemeClr val="accent1"/>
                </a:solidFill>
              </a:rPr>
              <a:t>96,5%</a:t>
            </a:r>
          </a:p>
        </p:txBody>
      </p:sp>
      <p:sp>
        <p:nvSpPr>
          <p:cNvPr id="3075" name="Прямоугольник: скругленные углы 3074">
            <a:extLst>
              <a:ext uri="{FF2B5EF4-FFF2-40B4-BE49-F238E27FC236}">
                <a16:creationId xmlns:a16="http://schemas.microsoft.com/office/drawing/2014/main" id="{E5814FB4-7EA9-E128-E70B-1C0821F9130F}"/>
              </a:ext>
            </a:extLst>
          </p:cNvPr>
          <p:cNvSpPr/>
          <p:nvPr/>
        </p:nvSpPr>
        <p:spPr>
          <a:xfrm>
            <a:off x="2639809" y="5283200"/>
            <a:ext cx="1860360" cy="979487"/>
          </a:xfrm>
          <a:prstGeom prst="roundRect">
            <a:avLst>
              <a:gd name="adj" fmla="val 1407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077" name="Объект 1">
            <a:extLst>
              <a:ext uri="{FF2B5EF4-FFF2-40B4-BE49-F238E27FC236}">
                <a16:creationId xmlns:a16="http://schemas.microsoft.com/office/drawing/2014/main" id="{45AAC969-C1B4-6FAA-DE71-87E2AA360B42}"/>
              </a:ext>
            </a:extLst>
          </p:cNvPr>
          <p:cNvSpPr txBox="1">
            <a:spLocks/>
          </p:cNvSpPr>
          <p:nvPr/>
        </p:nvSpPr>
        <p:spPr>
          <a:xfrm>
            <a:off x="2764489" y="5818281"/>
            <a:ext cx="1610999"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показателя</a:t>
            </a:r>
            <a:br>
              <a:rPr lang="ru-RU" sz="1200"/>
            </a:br>
            <a:r>
              <a:rPr lang="ru-RU" sz="1200"/>
              <a:t>в 1-2 строки</a:t>
            </a:r>
          </a:p>
        </p:txBody>
      </p:sp>
      <p:sp>
        <p:nvSpPr>
          <p:cNvPr id="3078" name="Объект 1">
            <a:extLst>
              <a:ext uri="{FF2B5EF4-FFF2-40B4-BE49-F238E27FC236}">
                <a16:creationId xmlns:a16="http://schemas.microsoft.com/office/drawing/2014/main" id="{69F3F195-6BE4-195C-8E70-DB4C453322DE}"/>
              </a:ext>
            </a:extLst>
          </p:cNvPr>
          <p:cNvSpPr txBox="1">
            <a:spLocks/>
          </p:cNvSpPr>
          <p:nvPr/>
        </p:nvSpPr>
        <p:spPr>
          <a:xfrm>
            <a:off x="2764489" y="5423085"/>
            <a:ext cx="1153799" cy="271875"/>
          </a:xfrm>
          <a:prstGeom prst="rect">
            <a:avLst/>
          </a:prstGeom>
        </p:spPr>
        <p:txBody>
          <a:bodyPr vert="horz" lIns="0" tIns="0" rIns="0" bIns="0" rtlCol="0">
            <a:noAutofit/>
          </a:bodyPr>
          <a:lstStyle>
            <a:defPPr>
              <a:defRPr lang="ru-RU"/>
            </a:defPPr>
            <a:lvl1pPr indent="0">
              <a:lnSpc>
                <a:spcPct val="90000"/>
              </a:lnSpc>
              <a:spcBef>
                <a:spcPts val="0"/>
              </a:spcBef>
              <a:spcAft>
                <a:spcPts val="600"/>
              </a:spcAft>
              <a:buFont typeface="Arial" panose="020B0604020202020204" pitchFamily="34" charset="0"/>
              <a:buNone/>
              <a:defRPr sz="2400" b="1">
                <a:solidFill>
                  <a:schemeClr val="accent1"/>
                </a:solidFill>
              </a:defRPr>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r>
              <a:rPr lang="ru-RU"/>
              <a:t>0,46</a:t>
            </a:r>
          </a:p>
        </p:txBody>
      </p:sp>
      <p:sp>
        <p:nvSpPr>
          <p:cNvPr id="3080" name="Прямоугольник: скругленные углы 3079">
            <a:extLst>
              <a:ext uri="{FF2B5EF4-FFF2-40B4-BE49-F238E27FC236}">
                <a16:creationId xmlns:a16="http://schemas.microsoft.com/office/drawing/2014/main" id="{C86F76EE-AA53-195C-EE3E-C057D0CD2E31}"/>
              </a:ext>
            </a:extLst>
          </p:cNvPr>
          <p:cNvSpPr/>
          <p:nvPr/>
        </p:nvSpPr>
        <p:spPr>
          <a:xfrm>
            <a:off x="4645567" y="5283200"/>
            <a:ext cx="1860360" cy="979487"/>
          </a:xfrm>
          <a:prstGeom prst="roundRect">
            <a:avLst>
              <a:gd name="adj" fmla="val 1407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082" name="Объект 1">
            <a:extLst>
              <a:ext uri="{FF2B5EF4-FFF2-40B4-BE49-F238E27FC236}">
                <a16:creationId xmlns:a16="http://schemas.microsoft.com/office/drawing/2014/main" id="{58B80533-F545-F7E6-E8EE-79953A0D9013}"/>
              </a:ext>
            </a:extLst>
          </p:cNvPr>
          <p:cNvSpPr txBox="1">
            <a:spLocks/>
          </p:cNvSpPr>
          <p:nvPr/>
        </p:nvSpPr>
        <p:spPr>
          <a:xfrm>
            <a:off x="4770247" y="5818281"/>
            <a:ext cx="1610999"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показателя</a:t>
            </a:r>
            <a:br>
              <a:rPr lang="ru-RU" sz="1200"/>
            </a:br>
            <a:r>
              <a:rPr lang="ru-RU" sz="1200"/>
              <a:t>в 1-2 строки</a:t>
            </a:r>
          </a:p>
        </p:txBody>
      </p:sp>
      <p:sp>
        <p:nvSpPr>
          <p:cNvPr id="3083" name="Объект 1">
            <a:extLst>
              <a:ext uri="{FF2B5EF4-FFF2-40B4-BE49-F238E27FC236}">
                <a16:creationId xmlns:a16="http://schemas.microsoft.com/office/drawing/2014/main" id="{6380A204-03AF-664C-91D6-2FA16443AED8}"/>
              </a:ext>
            </a:extLst>
          </p:cNvPr>
          <p:cNvSpPr txBox="1">
            <a:spLocks/>
          </p:cNvSpPr>
          <p:nvPr/>
        </p:nvSpPr>
        <p:spPr>
          <a:xfrm>
            <a:off x="4770247" y="5423085"/>
            <a:ext cx="1153799" cy="271875"/>
          </a:xfrm>
          <a:prstGeom prst="rect">
            <a:avLst/>
          </a:prstGeom>
        </p:spPr>
        <p:txBody>
          <a:bodyPr vert="horz" lIns="0" tIns="0" rIns="0" bIns="0" rtlCol="0">
            <a:noAutofit/>
          </a:bodyPr>
          <a:lstStyle>
            <a:defPPr>
              <a:defRPr lang="ru-RU"/>
            </a:defPPr>
            <a:lvl1pPr indent="0">
              <a:lnSpc>
                <a:spcPct val="90000"/>
              </a:lnSpc>
              <a:spcBef>
                <a:spcPts val="0"/>
              </a:spcBef>
              <a:spcAft>
                <a:spcPts val="600"/>
              </a:spcAft>
              <a:buFont typeface="Arial" panose="020B0604020202020204" pitchFamily="34" charset="0"/>
              <a:buNone/>
              <a:defRPr sz="2400" b="1">
                <a:solidFill>
                  <a:schemeClr val="accent1"/>
                </a:solidFill>
              </a:defRPr>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r>
              <a:rPr lang="ru-RU"/>
              <a:t>1 897</a:t>
            </a:r>
          </a:p>
        </p:txBody>
      </p:sp>
      <p:sp>
        <p:nvSpPr>
          <p:cNvPr id="3085" name="Прямоугольник: скругленные углы 3084">
            <a:extLst>
              <a:ext uri="{FF2B5EF4-FFF2-40B4-BE49-F238E27FC236}">
                <a16:creationId xmlns:a16="http://schemas.microsoft.com/office/drawing/2014/main" id="{41D97BC5-274F-D3F0-342B-A6CF03E9A00D}"/>
              </a:ext>
            </a:extLst>
          </p:cNvPr>
          <p:cNvSpPr/>
          <p:nvPr/>
        </p:nvSpPr>
        <p:spPr>
          <a:xfrm>
            <a:off x="6651325" y="5283200"/>
            <a:ext cx="1860360" cy="979487"/>
          </a:xfrm>
          <a:prstGeom prst="roundRect">
            <a:avLst>
              <a:gd name="adj" fmla="val 1310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087" name="Объект 1">
            <a:extLst>
              <a:ext uri="{FF2B5EF4-FFF2-40B4-BE49-F238E27FC236}">
                <a16:creationId xmlns:a16="http://schemas.microsoft.com/office/drawing/2014/main" id="{6C752F67-C9D7-DD0D-462D-EB9C86AC1EA5}"/>
              </a:ext>
            </a:extLst>
          </p:cNvPr>
          <p:cNvSpPr txBox="1">
            <a:spLocks/>
          </p:cNvSpPr>
          <p:nvPr/>
        </p:nvSpPr>
        <p:spPr>
          <a:xfrm>
            <a:off x="6776005" y="5818281"/>
            <a:ext cx="1610999" cy="30452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Название показателя</a:t>
            </a:r>
            <a:br>
              <a:rPr lang="ru-RU" sz="1200"/>
            </a:br>
            <a:r>
              <a:rPr lang="ru-RU" sz="1200"/>
              <a:t>в 1-2 строки</a:t>
            </a:r>
          </a:p>
        </p:txBody>
      </p:sp>
      <p:sp>
        <p:nvSpPr>
          <p:cNvPr id="3088" name="Объект 1">
            <a:extLst>
              <a:ext uri="{FF2B5EF4-FFF2-40B4-BE49-F238E27FC236}">
                <a16:creationId xmlns:a16="http://schemas.microsoft.com/office/drawing/2014/main" id="{644D9DD0-B732-23C6-9A64-3246946AFC9E}"/>
              </a:ext>
            </a:extLst>
          </p:cNvPr>
          <p:cNvSpPr txBox="1">
            <a:spLocks/>
          </p:cNvSpPr>
          <p:nvPr/>
        </p:nvSpPr>
        <p:spPr>
          <a:xfrm>
            <a:off x="6776005" y="5423085"/>
            <a:ext cx="1153799" cy="271875"/>
          </a:xfrm>
          <a:prstGeom prst="rect">
            <a:avLst/>
          </a:prstGeom>
        </p:spPr>
        <p:txBody>
          <a:bodyPr vert="horz" lIns="0" tIns="0" rIns="0" bIns="0" rtlCol="0">
            <a:noAutofit/>
          </a:bodyPr>
          <a:lstStyle>
            <a:defPPr>
              <a:defRPr lang="ru-RU"/>
            </a:defPPr>
            <a:lvl1pPr indent="0">
              <a:lnSpc>
                <a:spcPct val="90000"/>
              </a:lnSpc>
              <a:spcBef>
                <a:spcPts val="0"/>
              </a:spcBef>
              <a:spcAft>
                <a:spcPts val="600"/>
              </a:spcAft>
              <a:buFont typeface="Arial" panose="020B0604020202020204" pitchFamily="34" charset="0"/>
              <a:buNone/>
              <a:defRPr sz="2400" b="1">
                <a:solidFill>
                  <a:schemeClr val="accent1"/>
                </a:solidFill>
              </a:defRPr>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r>
              <a:rPr lang="ru-RU"/>
              <a:t>45,67</a:t>
            </a:r>
          </a:p>
        </p:txBody>
      </p:sp>
      <p:sp>
        <p:nvSpPr>
          <p:cNvPr id="3116" name="Прямоугольник: скругленные углы 3115">
            <a:extLst>
              <a:ext uri="{FF2B5EF4-FFF2-40B4-BE49-F238E27FC236}">
                <a16:creationId xmlns:a16="http://schemas.microsoft.com/office/drawing/2014/main" id="{0DFA78C2-9D3A-20D1-4870-F8874DF938D6}"/>
              </a:ext>
            </a:extLst>
          </p:cNvPr>
          <p:cNvSpPr/>
          <p:nvPr/>
        </p:nvSpPr>
        <p:spPr>
          <a:xfrm>
            <a:off x="5186363" y="1536524"/>
            <a:ext cx="3325321" cy="3505521"/>
          </a:xfrm>
          <a:prstGeom prst="roundRect">
            <a:avLst>
              <a:gd name="adj" fmla="val 565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118" name="TextBox 3117">
            <a:extLst>
              <a:ext uri="{FF2B5EF4-FFF2-40B4-BE49-F238E27FC236}">
                <a16:creationId xmlns:a16="http://schemas.microsoft.com/office/drawing/2014/main" id="{B9A99A86-F5A8-8051-3684-3E7BE3901CE9}"/>
              </a:ext>
            </a:extLst>
          </p:cNvPr>
          <p:cNvSpPr txBox="1"/>
          <p:nvPr/>
        </p:nvSpPr>
        <p:spPr>
          <a:xfrm>
            <a:off x="5381723" y="1678138"/>
            <a:ext cx="2891420" cy="598894"/>
          </a:xfrm>
          <a:prstGeom prst="rect">
            <a:avLst/>
          </a:prstGeom>
          <a:noFill/>
        </p:spPr>
        <p:txBody>
          <a:bodyPr wrap="square" lIns="0" tIns="0" rIns="0" bIns="0" rtlCol="0">
            <a:noAutofit/>
          </a:bodyPr>
          <a:lstStyle>
            <a:defPPr>
              <a:defRPr lang="ru-RU"/>
            </a:defPPr>
            <a:lvl1pPr>
              <a:defRPr b="1"/>
            </a:lvl1pPr>
          </a:lstStyle>
          <a:p>
            <a:r>
              <a:rPr lang="ru-RU"/>
              <a:t>Напиши здесь заголовок,</a:t>
            </a:r>
            <a:br>
              <a:rPr lang="ru-RU"/>
            </a:br>
            <a:r>
              <a:rPr lang="ru-RU"/>
              <a:t>длиной в 1-2 строки</a:t>
            </a:r>
          </a:p>
        </p:txBody>
      </p:sp>
      <p:sp>
        <p:nvSpPr>
          <p:cNvPr id="3130" name="Объект 1">
            <a:extLst>
              <a:ext uri="{FF2B5EF4-FFF2-40B4-BE49-F238E27FC236}">
                <a16:creationId xmlns:a16="http://schemas.microsoft.com/office/drawing/2014/main" id="{EF0E2B22-8D80-F1EA-DD46-0EED83E956D9}"/>
              </a:ext>
            </a:extLst>
          </p:cNvPr>
          <p:cNvSpPr txBox="1">
            <a:spLocks/>
          </p:cNvSpPr>
          <p:nvPr/>
        </p:nvSpPr>
        <p:spPr>
          <a:xfrm>
            <a:off x="5387233" y="3622244"/>
            <a:ext cx="1616817" cy="1193428"/>
          </a:xfrm>
          <a:prstGeom prst="rect">
            <a:avLst/>
          </a:prstGeom>
        </p:spPr>
        <p:txBody>
          <a:bodyPr vert="horz" lIns="0" tIns="0" rIns="0" bIns="0" rtlCol="0">
            <a:noAutofit/>
          </a:bodyPr>
          <a:lstStyle>
            <a:defPPr>
              <a:defRPr lang="ru-RU"/>
            </a:defPPr>
            <a:lvl1pPr marL="108000" indent="-108000">
              <a:lnSpc>
                <a:spcPct val="100000"/>
              </a:lnSpc>
              <a:spcBef>
                <a:spcPts val="0"/>
              </a:spcBef>
              <a:spcAft>
                <a:spcPts val="400"/>
              </a:spcAft>
              <a:buFont typeface="Arial" panose="020B0604020202020204" pitchFamily="34" charset="0"/>
              <a:buChar char="•"/>
              <a:defRPr sz="1000"/>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pPr marL="144000" indent="-144000"/>
            <a:r>
              <a:rPr lang="ru-RU" sz="1200"/>
              <a:t>Здесь может быть твой текст. Добавь еще текста. </a:t>
            </a:r>
          </a:p>
          <a:p>
            <a:pPr marL="144000" indent="-144000"/>
            <a:r>
              <a:rPr lang="ru-RU" sz="1200"/>
              <a:t>Здесь может быть твой текст. Добавь еще текста. </a:t>
            </a:r>
          </a:p>
        </p:txBody>
      </p:sp>
      <p:sp>
        <p:nvSpPr>
          <p:cNvPr id="3132" name="Объект 1">
            <a:extLst>
              <a:ext uri="{FF2B5EF4-FFF2-40B4-BE49-F238E27FC236}">
                <a16:creationId xmlns:a16="http://schemas.microsoft.com/office/drawing/2014/main" id="{6B6F6F1E-15BD-80E2-7CE0-9AB188AAA01D}"/>
              </a:ext>
            </a:extLst>
          </p:cNvPr>
          <p:cNvSpPr txBox="1">
            <a:spLocks/>
          </p:cNvSpPr>
          <p:nvPr/>
        </p:nvSpPr>
        <p:spPr>
          <a:xfrm>
            <a:off x="6111161" y="2540589"/>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a:t>
            </a:r>
            <a:br>
              <a:rPr lang="ru-RU" sz="1000"/>
            </a:br>
            <a:r>
              <a:rPr lang="ru-RU" sz="1000"/>
              <a:t>комментарий</a:t>
            </a:r>
          </a:p>
        </p:txBody>
      </p:sp>
      <p:sp>
        <p:nvSpPr>
          <p:cNvPr id="3133" name="Объект 1">
            <a:extLst>
              <a:ext uri="{FF2B5EF4-FFF2-40B4-BE49-F238E27FC236}">
                <a16:creationId xmlns:a16="http://schemas.microsoft.com/office/drawing/2014/main" id="{766DBBD1-CD80-F934-A2BB-B30F2F674D8F}"/>
              </a:ext>
            </a:extLst>
          </p:cNvPr>
          <p:cNvSpPr txBox="1">
            <a:spLocks/>
          </p:cNvSpPr>
          <p:nvPr/>
        </p:nvSpPr>
        <p:spPr>
          <a:xfrm>
            <a:off x="5388338" y="2503405"/>
            <a:ext cx="869815" cy="37631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t>35,8</a:t>
            </a:r>
          </a:p>
        </p:txBody>
      </p:sp>
      <p:sp>
        <p:nvSpPr>
          <p:cNvPr id="3138" name="Объект 1">
            <a:extLst>
              <a:ext uri="{FF2B5EF4-FFF2-40B4-BE49-F238E27FC236}">
                <a16:creationId xmlns:a16="http://schemas.microsoft.com/office/drawing/2014/main" id="{13E67586-DC47-D098-D736-194056E23CE9}"/>
              </a:ext>
            </a:extLst>
          </p:cNvPr>
          <p:cNvSpPr txBox="1">
            <a:spLocks/>
          </p:cNvSpPr>
          <p:nvPr/>
        </p:nvSpPr>
        <p:spPr>
          <a:xfrm>
            <a:off x="6111161" y="3075894"/>
            <a:ext cx="892889"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t>Укажи здесь </a:t>
            </a:r>
            <a:br>
              <a:rPr lang="ru-RU" sz="1000"/>
            </a:br>
            <a:r>
              <a:rPr lang="ru-RU" sz="1000"/>
              <a:t>комментарий</a:t>
            </a:r>
          </a:p>
        </p:txBody>
      </p:sp>
      <p:sp>
        <p:nvSpPr>
          <p:cNvPr id="3139" name="Объект 1">
            <a:extLst>
              <a:ext uri="{FF2B5EF4-FFF2-40B4-BE49-F238E27FC236}">
                <a16:creationId xmlns:a16="http://schemas.microsoft.com/office/drawing/2014/main" id="{A15B6E6D-36FF-9D9C-C4D9-788AA63A4B77}"/>
              </a:ext>
            </a:extLst>
          </p:cNvPr>
          <p:cNvSpPr txBox="1">
            <a:spLocks/>
          </p:cNvSpPr>
          <p:nvPr/>
        </p:nvSpPr>
        <p:spPr>
          <a:xfrm>
            <a:off x="5388338" y="3038711"/>
            <a:ext cx="869815" cy="37631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t>0,65</a:t>
            </a:r>
          </a:p>
        </p:txBody>
      </p:sp>
      <p:sp>
        <p:nvSpPr>
          <p:cNvPr id="2" name="Нижний колонтитул 1">
            <a:extLst>
              <a:ext uri="{FF2B5EF4-FFF2-40B4-BE49-F238E27FC236}">
                <a16:creationId xmlns:a16="http://schemas.microsoft.com/office/drawing/2014/main" id="{D60C0858-7D3D-9810-94BD-E7B1DDABE54D}"/>
              </a:ext>
            </a:extLst>
          </p:cNvPr>
          <p:cNvSpPr>
            <a:spLocks noGrp="1"/>
          </p:cNvSpPr>
          <p:nvPr>
            <p:ph type="ftr" sz="quarter" idx="11"/>
          </p:nvPr>
        </p:nvSpPr>
        <p:spPr/>
        <p:txBody>
          <a:bodyPr/>
          <a:lstStyle/>
          <a:p>
            <a:endParaRPr lang="ru-RU"/>
          </a:p>
        </p:txBody>
      </p:sp>
      <p:sp>
        <p:nvSpPr>
          <p:cNvPr id="3" name="Номер слайда 2">
            <a:extLst>
              <a:ext uri="{FF2B5EF4-FFF2-40B4-BE49-F238E27FC236}">
                <a16:creationId xmlns:a16="http://schemas.microsoft.com/office/drawing/2014/main" id="{C3AB7077-4CC3-7998-809D-65BBF50F6F5D}"/>
              </a:ext>
            </a:extLst>
          </p:cNvPr>
          <p:cNvSpPr>
            <a:spLocks noGrp="1"/>
          </p:cNvSpPr>
          <p:nvPr>
            <p:ph type="sldNum" sz="quarter" idx="12"/>
          </p:nvPr>
        </p:nvSpPr>
        <p:spPr/>
        <p:txBody>
          <a:bodyPr/>
          <a:lstStyle/>
          <a:p>
            <a:fld id="{EB5249F5-0093-48B0-B996-C4E44A87EAFB}" type="slidenum">
              <a:rPr lang="ru-RU" smtClean="0"/>
              <a:pPr/>
              <a:t>40</a:t>
            </a:fld>
            <a:endParaRPr lang="ru-RU"/>
          </a:p>
        </p:txBody>
      </p:sp>
      <p:pic>
        <p:nvPicPr>
          <p:cNvPr id="11" name="Рисунок 10">
            <a:extLst>
              <a:ext uri="{FF2B5EF4-FFF2-40B4-BE49-F238E27FC236}">
                <a16:creationId xmlns:a16="http://schemas.microsoft.com/office/drawing/2014/main" id="{40B688D8-BC13-4918-9628-EBEEE1E343BA}"/>
              </a:ext>
            </a:extLst>
          </p:cNvPr>
          <p:cNvPicPr>
            <a:picLocks noChangeAspect="1"/>
          </p:cNvPicPr>
          <p:nvPr/>
        </p:nvPicPr>
        <p:blipFill rotWithShape="1">
          <a:blip r:embed="rId4">
            <a:extLst>
              <a:ext uri="{28A0092B-C50C-407E-A947-70E740481C1C}">
                <a14:useLocalDpi xmlns:a14="http://schemas.microsoft.com/office/drawing/2010/main" val="0"/>
              </a:ext>
            </a:extLst>
          </a:blip>
          <a:srcRect l="2551" t="395" r="25083" b="-395"/>
          <a:stretch/>
        </p:blipFill>
        <p:spPr>
          <a:xfrm>
            <a:off x="6953268" y="2288603"/>
            <a:ext cx="1558416" cy="2756999"/>
          </a:xfrm>
          <a:prstGeom prst="rect">
            <a:avLst/>
          </a:prstGeom>
        </p:spPr>
      </p:pic>
    </p:spTree>
    <p:extLst>
      <p:ext uri="{BB962C8B-B14F-4D97-AF65-F5344CB8AC3E}">
        <p14:creationId xmlns:p14="http://schemas.microsoft.com/office/powerpoint/2010/main" val="6681098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2DF0F90B-3DE1-8E64-7461-559C09DCAA1F}"/>
              </a:ext>
            </a:extLst>
          </p:cNvPr>
          <p:cNvSpPr>
            <a:spLocks noGrp="1"/>
          </p:cNvSpPr>
          <p:nvPr>
            <p:ph type="sldNum" sz="quarter" idx="12"/>
          </p:nvPr>
        </p:nvSpPr>
        <p:spPr/>
        <p:txBody>
          <a:bodyPr/>
          <a:lstStyle/>
          <a:p>
            <a:fld id="{EB5249F5-0093-48B0-B996-C4E44A87EAFB}" type="slidenum">
              <a:rPr lang="ru-RU" smtClean="0"/>
              <a:pPr/>
              <a:t>41</a:t>
            </a:fld>
            <a:endParaRPr lang="ru-RU"/>
          </a:p>
        </p:txBody>
      </p:sp>
      <p:sp>
        <p:nvSpPr>
          <p:cNvPr id="4" name="Заголовок 3">
            <a:extLst>
              <a:ext uri="{FF2B5EF4-FFF2-40B4-BE49-F238E27FC236}">
                <a16:creationId xmlns:a16="http://schemas.microsoft.com/office/drawing/2014/main" id="{3729046D-74BF-3E33-5599-44B864CBF22F}"/>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11" name="Диаграмма 10">
            <a:extLst>
              <a:ext uri="{FF2B5EF4-FFF2-40B4-BE49-F238E27FC236}">
                <a16:creationId xmlns:a16="http://schemas.microsoft.com/office/drawing/2014/main" id="{77FDB5D1-1562-AE7B-1494-31D5652332B1}"/>
              </a:ext>
            </a:extLst>
          </p:cNvPr>
          <p:cNvGraphicFramePr/>
          <p:nvPr>
            <p:extLst>
              <p:ext uri="{D42A27DB-BD31-4B8C-83A1-F6EECF244321}">
                <p14:modId xmlns:p14="http://schemas.microsoft.com/office/powerpoint/2010/main" val="1938175930"/>
              </p:ext>
            </p:extLst>
          </p:nvPr>
        </p:nvGraphicFramePr>
        <p:xfrm>
          <a:off x="550184" y="2254468"/>
          <a:ext cx="7077075" cy="4068657"/>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CA1B82CD-FAB2-DD4E-9D62-95781703B732}"/>
              </a:ext>
            </a:extLst>
          </p:cNvPr>
          <p:cNvSpPr txBox="1"/>
          <p:nvPr/>
        </p:nvSpPr>
        <p:spPr>
          <a:xfrm>
            <a:off x="639764" y="1520825"/>
            <a:ext cx="6364286" cy="492443"/>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подзаголовок в 1 строку</a:t>
            </a:r>
            <a:endParaRPr kumimoji="0" lang="en-US"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подзаголовок графика в 1 строку </a:t>
            </a:r>
          </a:p>
        </p:txBody>
      </p:sp>
      <p:sp>
        <p:nvSpPr>
          <p:cNvPr id="30" name="Прямоугольник: скругленные углы 29">
            <a:extLst>
              <a:ext uri="{FF2B5EF4-FFF2-40B4-BE49-F238E27FC236}">
                <a16:creationId xmlns:a16="http://schemas.microsoft.com/office/drawing/2014/main" id="{F5A35889-2685-27D2-9A09-0D2F1FD0F444}"/>
              </a:ext>
            </a:extLst>
          </p:cNvPr>
          <p:cNvSpPr/>
          <p:nvPr/>
        </p:nvSpPr>
        <p:spPr>
          <a:xfrm>
            <a:off x="8276522" y="1545048"/>
            <a:ext cx="3274130" cy="1421606"/>
          </a:xfrm>
          <a:prstGeom prst="roundRect">
            <a:avLst>
              <a:gd name="adj" fmla="val 1184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1" name="Объект 1">
            <a:extLst>
              <a:ext uri="{FF2B5EF4-FFF2-40B4-BE49-F238E27FC236}">
                <a16:creationId xmlns:a16="http://schemas.microsoft.com/office/drawing/2014/main" id="{FAA3AF36-5965-EC85-01D5-96B393562692}"/>
              </a:ext>
            </a:extLst>
          </p:cNvPr>
          <p:cNvSpPr txBox="1">
            <a:spLocks/>
          </p:cNvSpPr>
          <p:nvPr/>
        </p:nvSpPr>
        <p:spPr>
          <a:xfrm>
            <a:off x="8726681" y="1672071"/>
            <a:ext cx="2628387" cy="31152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Здесь можно разместить длинный заголовок в 2 строки</a:t>
            </a:r>
          </a:p>
        </p:txBody>
      </p:sp>
      <p:pic>
        <p:nvPicPr>
          <p:cNvPr id="44" name="Рисунок 43">
            <a:extLst>
              <a:ext uri="{FF2B5EF4-FFF2-40B4-BE49-F238E27FC236}">
                <a16:creationId xmlns:a16="http://schemas.microsoft.com/office/drawing/2014/main" id="{B19FF8D4-AFB4-32FA-3674-96F901810D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2957" y="1222651"/>
            <a:ext cx="864920" cy="864920"/>
          </a:xfrm>
          <a:prstGeom prst="rect">
            <a:avLst/>
          </a:prstGeom>
        </p:spPr>
      </p:pic>
      <p:sp>
        <p:nvSpPr>
          <p:cNvPr id="45" name="Объект 1">
            <a:extLst>
              <a:ext uri="{FF2B5EF4-FFF2-40B4-BE49-F238E27FC236}">
                <a16:creationId xmlns:a16="http://schemas.microsoft.com/office/drawing/2014/main" id="{FDE8CBAA-70AF-882C-ADA9-F4FD17719FCD}"/>
              </a:ext>
            </a:extLst>
          </p:cNvPr>
          <p:cNvSpPr txBox="1">
            <a:spLocks/>
          </p:cNvSpPr>
          <p:nvPr/>
        </p:nvSpPr>
        <p:spPr>
          <a:xfrm>
            <a:off x="8726681" y="2077852"/>
            <a:ext cx="2482339" cy="42747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t>Здесь может быть твой текст. Размести здесь свой текст. Добавь </a:t>
            </a:r>
            <a:r>
              <a:rPr lang="ru-RU" sz="1000" err="1"/>
              <a:t>еще</a:t>
            </a:r>
            <a:r>
              <a:rPr lang="ru-RU" sz="1000"/>
              <a:t> текста. Здесь может быть твой текст. </a:t>
            </a:r>
          </a:p>
          <a:p>
            <a:endParaRPr lang="ru-RU" sz="1000"/>
          </a:p>
        </p:txBody>
      </p:sp>
      <p:sp>
        <p:nvSpPr>
          <p:cNvPr id="46" name="Объект 1">
            <a:extLst>
              <a:ext uri="{FF2B5EF4-FFF2-40B4-BE49-F238E27FC236}">
                <a16:creationId xmlns:a16="http://schemas.microsoft.com/office/drawing/2014/main" id="{DD3C3F9A-D472-0CD7-FE4F-8D22719B9CE4}"/>
              </a:ext>
            </a:extLst>
          </p:cNvPr>
          <p:cNvSpPr txBox="1">
            <a:spLocks/>
          </p:cNvSpPr>
          <p:nvPr/>
        </p:nvSpPr>
        <p:spPr>
          <a:xfrm>
            <a:off x="8726681" y="2574748"/>
            <a:ext cx="2482339" cy="26545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t>Здесь может быть твой текст. Размести здесь свой текст. Добавь </a:t>
            </a:r>
            <a:r>
              <a:rPr lang="ru-RU" sz="1000" err="1"/>
              <a:t>еще</a:t>
            </a:r>
            <a:r>
              <a:rPr lang="ru-RU" sz="1000"/>
              <a:t> текста.</a:t>
            </a:r>
          </a:p>
        </p:txBody>
      </p:sp>
      <p:sp>
        <p:nvSpPr>
          <p:cNvPr id="13" name="Прямоугольник: скругленные углы 12">
            <a:extLst>
              <a:ext uri="{FF2B5EF4-FFF2-40B4-BE49-F238E27FC236}">
                <a16:creationId xmlns:a16="http://schemas.microsoft.com/office/drawing/2014/main" id="{822F38DB-1F44-B5C7-E55D-F2705892E747}"/>
              </a:ext>
            </a:extLst>
          </p:cNvPr>
          <p:cNvSpPr/>
          <p:nvPr/>
        </p:nvSpPr>
        <p:spPr>
          <a:xfrm>
            <a:off x="8276522" y="3193065"/>
            <a:ext cx="3274130" cy="1421606"/>
          </a:xfrm>
          <a:prstGeom prst="roundRect">
            <a:avLst>
              <a:gd name="adj" fmla="val 916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9" name="Объект 1">
            <a:extLst>
              <a:ext uri="{FF2B5EF4-FFF2-40B4-BE49-F238E27FC236}">
                <a16:creationId xmlns:a16="http://schemas.microsoft.com/office/drawing/2014/main" id="{BB666930-35A5-9120-97B9-A6FC6886FBB4}"/>
              </a:ext>
            </a:extLst>
          </p:cNvPr>
          <p:cNvSpPr txBox="1">
            <a:spLocks/>
          </p:cNvSpPr>
          <p:nvPr/>
        </p:nvSpPr>
        <p:spPr>
          <a:xfrm>
            <a:off x="8411601" y="3320088"/>
            <a:ext cx="2943467" cy="32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Здесь можно разместить длинный заголовок в 2 строки</a:t>
            </a:r>
          </a:p>
        </p:txBody>
      </p:sp>
      <p:sp>
        <p:nvSpPr>
          <p:cNvPr id="20" name="Объект 1">
            <a:extLst>
              <a:ext uri="{FF2B5EF4-FFF2-40B4-BE49-F238E27FC236}">
                <a16:creationId xmlns:a16="http://schemas.microsoft.com/office/drawing/2014/main" id="{64040E9E-717B-F3B6-108C-49854A615BFF}"/>
              </a:ext>
            </a:extLst>
          </p:cNvPr>
          <p:cNvSpPr txBox="1">
            <a:spLocks/>
          </p:cNvSpPr>
          <p:nvPr/>
        </p:nvSpPr>
        <p:spPr>
          <a:xfrm>
            <a:off x="8411601" y="4083203"/>
            <a:ext cx="2927117" cy="4062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t>Здесь может быть твой текст. Размести здесь свой текст. Добавь </a:t>
            </a:r>
            <a:r>
              <a:rPr lang="ru-RU" sz="1000" err="1"/>
              <a:t>еще</a:t>
            </a:r>
            <a:r>
              <a:rPr lang="ru-RU" sz="1000"/>
              <a:t> немного текста. Здесь может быть твой текст. </a:t>
            </a:r>
          </a:p>
        </p:txBody>
      </p:sp>
      <p:sp>
        <p:nvSpPr>
          <p:cNvPr id="21" name="Объект 1">
            <a:extLst>
              <a:ext uri="{FF2B5EF4-FFF2-40B4-BE49-F238E27FC236}">
                <a16:creationId xmlns:a16="http://schemas.microsoft.com/office/drawing/2014/main" id="{05C32425-DA44-41AD-B976-6E83A4059881}"/>
              </a:ext>
            </a:extLst>
          </p:cNvPr>
          <p:cNvSpPr txBox="1">
            <a:spLocks/>
          </p:cNvSpPr>
          <p:nvPr/>
        </p:nvSpPr>
        <p:spPr>
          <a:xfrm>
            <a:off x="8411601" y="3730010"/>
            <a:ext cx="718655" cy="2808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3,5</a:t>
            </a:r>
          </a:p>
        </p:txBody>
      </p:sp>
      <p:grpSp>
        <p:nvGrpSpPr>
          <p:cNvPr id="14" name="Группа 13">
            <a:extLst>
              <a:ext uri="{FF2B5EF4-FFF2-40B4-BE49-F238E27FC236}">
                <a16:creationId xmlns:a16="http://schemas.microsoft.com/office/drawing/2014/main" id="{16BD54E4-3BF3-E42A-FD7E-9B1DCAF476CF}"/>
              </a:ext>
            </a:extLst>
          </p:cNvPr>
          <p:cNvGrpSpPr/>
          <p:nvPr/>
        </p:nvGrpSpPr>
        <p:grpSpPr>
          <a:xfrm>
            <a:off x="8983747" y="3822421"/>
            <a:ext cx="629274" cy="171450"/>
            <a:chOff x="9130256" y="3904181"/>
            <a:chExt cx="629274" cy="171450"/>
          </a:xfrm>
        </p:grpSpPr>
        <p:sp>
          <p:nvSpPr>
            <p:cNvPr id="22" name="Объект 1">
              <a:extLst>
                <a:ext uri="{FF2B5EF4-FFF2-40B4-BE49-F238E27FC236}">
                  <a16:creationId xmlns:a16="http://schemas.microsoft.com/office/drawing/2014/main" id="{F4AC745E-691B-8D43-3348-888456E372D3}"/>
                </a:ext>
              </a:extLst>
            </p:cNvPr>
            <p:cNvSpPr txBox="1">
              <a:spLocks/>
            </p:cNvSpPr>
            <p:nvPr/>
          </p:nvSpPr>
          <p:spPr>
            <a:xfrm>
              <a:off x="9305329" y="3918451"/>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rgbClr val="10C44C"/>
                  </a:solidFill>
                </a:rPr>
                <a:t>+12%</a:t>
              </a:r>
            </a:p>
          </p:txBody>
        </p:sp>
        <p:sp>
          <p:nvSpPr>
            <p:cNvPr id="23" name="Рисунок 11">
              <a:extLst>
                <a:ext uri="{FF2B5EF4-FFF2-40B4-BE49-F238E27FC236}">
                  <a16:creationId xmlns:a16="http://schemas.microsoft.com/office/drawing/2014/main" id="{37F65F3A-C071-B801-2436-38DDC3AE6F68}"/>
                </a:ext>
              </a:extLst>
            </p:cNvPr>
            <p:cNvSpPr/>
            <p:nvPr/>
          </p:nvSpPr>
          <p:spPr>
            <a:xfrm>
              <a:off x="9130256" y="3904181"/>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grpSp>
      <p:sp>
        <p:nvSpPr>
          <p:cNvPr id="74" name="Объект 1">
            <a:extLst>
              <a:ext uri="{FF2B5EF4-FFF2-40B4-BE49-F238E27FC236}">
                <a16:creationId xmlns:a16="http://schemas.microsoft.com/office/drawing/2014/main" id="{07AFBEA6-A957-AD85-11D5-4974DF705DB4}"/>
              </a:ext>
            </a:extLst>
          </p:cNvPr>
          <p:cNvSpPr txBox="1">
            <a:spLocks/>
          </p:cNvSpPr>
          <p:nvPr/>
        </p:nvSpPr>
        <p:spPr>
          <a:xfrm>
            <a:off x="10021431" y="3730010"/>
            <a:ext cx="718655" cy="2808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4,9</a:t>
            </a:r>
          </a:p>
        </p:txBody>
      </p:sp>
      <p:grpSp>
        <p:nvGrpSpPr>
          <p:cNvPr id="10" name="Группа 9">
            <a:extLst>
              <a:ext uri="{FF2B5EF4-FFF2-40B4-BE49-F238E27FC236}">
                <a16:creationId xmlns:a16="http://schemas.microsoft.com/office/drawing/2014/main" id="{E6398E8F-38E5-5643-EF72-259F0731255C}"/>
              </a:ext>
            </a:extLst>
          </p:cNvPr>
          <p:cNvGrpSpPr/>
          <p:nvPr/>
        </p:nvGrpSpPr>
        <p:grpSpPr>
          <a:xfrm>
            <a:off x="10573470" y="3822421"/>
            <a:ext cx="633051" cy="171450"/>
            <a:chOff x="10719979" y="3904181"/>
            <a:chExt cx="633051" cy="171450"/>
          </a:xfrm>
        </p:grpSpPr>
        <p:sp>
          <p:nvSpPr>
            <p:cNvPr id="75" name="Объект 1">
              <a:extLst>
                <a:ext uri="{FF2B5EF4-FFF2-40B4-BE49-F238E27FC236}">
                  <a16:creationId xmlns:a16="http://schemas.microsoft.com/office/drawing/2014/main" id="{7E49C66B-5CBA-AD79-80E5-6B60A203CE9D}"/>
                </a:ext>
              </a:extLst>
            </p:cNvPr>
            <p:cNvSpPr txBox="1">
              <a:spLocks/>
            </p:cNvSpPr>
            <p:nvPr/>
          </p:nvSpPr>
          <p:spPr>
            <a:xfrm>
              <a:off x="10898829" y="3918451"/>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rgbClr val="F53C14"/>
                  </a:solidFill>
                </a:rPr>
                <a:t>-21%</a:t>
              </a:r>
            </a:p>
          </p:txBody>
        </p:sp>
        <p:sp>
          <p:nvSpPr>
            <p:cNvPr id="77" name="Рисунок 11">
              <a:extLst>
                <a:ext uri="{FF2B5EF4-FFF2-40B4-BE49-F238E27FC236}">
                  <a16:creationId xmlns:a16="http://schemas.microsoft.com/office/drawing/2014/main" id="{EE4ADD76-EE86-D239-0C3E-26296F25CF7E}"/>
                </a:ext>
              </a:extLst>
            </p:cNvPr>
            <p:cNvSpPr/>
            <p:nvPr/>
          </p:nvSpPr>
          <p:spPr>
            <a:xfrm rot="10800000">
              <a:off x="10719979" y="3904181"/>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grpSp>
      <p:sp>
        <p:nvSpPr>
          <p:cNvPr id="82" name="Прямоугольник: скругленные углы 81">
            <a:extLst>
              <a:ext uri="{FF2B5EF4-FFF2-40B4-BE49-F238E27FC236}">
                <a16:creationId xmlns:a16="http://schemas.microsoft.com/office/drawing/2014/main" id="{EB1558B6-C746-D3F9-A81E-D757B7124FDA}"/>
              </a:ext>
            </a:extLst>
          </p:cNvPr>
          <p:cNvSpPr/>
          <p:nvPr/>
        </p:nvSpPr>
        <p:spPr>
          <a:xfrm>
            <a:off x="8276522" y="4841082"/>
            <a:ext cx="3274130" cy="1421606"/>
          </a:xfrm>
          <a:prstGeom prst="roundRect">
            <a:avLst>
              <a:gd name="adj" fmla="val 916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83" name="Объект 1">
            <a:extLst>
              <a:ext uri="{FF2B5EF4-FFF2-40B4-BE49-F238E27FC236}">
                <a16:creationId xmlns:a16="http://schemas.microsoft.com/office/drawing/2014/main" id="{3070433E-C1E5-A6DC-7744-A0B691CE112B}"/>
              </a:ext>
            </a:extLst>
          </p:cNvPr>
          <p:cNvSpPr txBox="1">
            <a:spLocks/>
          </p:cNvSpPr>
          <p:nvPr/>
        </p:nvSpPr>
        <p:spPr>
          <a:xfrm>
            <a:off x="8411601" y="4968917"/>
            <a:ext cx="2943467" cy="32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Здесь можно разместить длинный заголовок в 2 строки</a:t>
            </a:r>
          </a:p>
        </p:txBody>
      </p:sp>
      <p:sp>
        <p:nvSpPr>
          <p:cNvPr id="84" name="Объект 1">
            <a:extLst>
              <a:ext uri="{FF2B5EF4-FFF2-40B4-BE49-F238E27FC236}">
                <a16:creationId xmlns:a16="http://schemas.microsoft.com/office/drawing/2014/main" id="{99DFB761-BA45-7F4E-2CBC-0408E3683136}"/>
              </a:ext>
            </a:extLst>
          </p:cNvPr>
          <p:cNvSpPr txBox="1">
            <a:spLocks/>
          </p:cNvSpPr>
          <p:nvPr/>
        </p:nvSpPr>
        <p:spPr>
          <a:xfrm>
            <a:off x="8411601" y="5389797"/>
            <a:ext cx="2927117" cy="70138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t>Здесь может быть твой текст. Размести здесь свой текст. Добавь еще немного текста. Здесь может быть твой текст. Размести здесь свой текст. Можно еще немного. Здесь может быть твой текст. Размести здесь свой текст. </a:t>
            </a:r>
          </a:p>
        </p:txBody>
      </p:sp>
      <p:sp>
        <p:nvSpPr>
          <p:cNvPr id="2" name="Нижний колонтитул 1">
            <a:extLst>
              <a:ext uri="{FF2B5EF4-FFF2-40B4-BE49-F238E27FC236}">
                <a16:creationId xmlns:a16="http://schemas.microsoft.com/office/drawing/2014/main" id="{E586DF95-CEAC-D2FB-C0B0-5DB1588770EA}"/>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8037269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E06036D8-40FD-0754-B87D-A6BC1A817C5B}"/>
              </a:ext>
            </a:extLst>
          </p:cNvPr>
          <p:cNvSpPr>
            <a:spLocks noGrp="1"/>
          </p:cNvSpPr>
          <p:nvPr>
            <p:ph type="sldNum" sz="quarter" idx="12"/>
          </p:nvPr>
        </p:nvSpPr>
        <p:spPr/>
        <p:txBody>
          <a:bodyPr/>
          <a:lstStyle/>
          <a:p>
            <a:fld id="{EB5249F5-0093-48B0-B996-C4E44A87EAFB}" type="slidenum">
              <a:rPr lang="ru-RU" smtClean="0"/>
              <a:pPr/>
              <a:t>42</a:t>
            </a:fld>
            <a:endParaRPr lang="ru-RU"/>
          </a:p>
        </p:txBody>
      </p:sp>
      <p:sp>
        <p:nvSpPr>
          <p:cNvPr id="4" name="Заголовок 3">
            <a:extLst>
              <a:ext uri="{FF2B5EF4-FFF2-40B4-BE49-F238E27FC236}">
                <a16:creationId xmlns:a16="http://schemas.microsoft.com/office/drawing/2014/main" id="{8E03E9A2-16FE-47A0-83BC-5BBD83AEA37F}"/>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9" name="Прямоугольник: скругленные углы 10">
            <a:extLst>
              <a:ext uri="{FF2B5EF4-FFF2-40B4-BE49-F238E27FC236}">
                <a16:creationId xmlns:a16="http://schemas.microsoft.com/office/drawing/2014/main" id="{DDA72262-48EE-6838-2A75-60B31CCC030E}"/>
              </a:ext>
            </a:extLst>
          </p:cNvPr>
          <p:cNvSpPr/>
          <p:nvPr/>
        </p:nvSpPr>
        <p:spPr>
          <a:xfrm>
            <a:off x="9415573" y="1520826"/>
            <a:ext cx="2189241" cy="1183960"/>
          </a:xfrm>
          <a:prstGeom prst="roundRect">
            <a:avLst>
              <a:gd name="adj" fmla="val 12146"/>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 name="Объект 1">
            <a:extLst>
              <a:ext uri="{FF2B5EF4-FFF2-40B4-BE49-F238E27FC236}">
                <a16:creationId xmlns:a16="http://schemas.microsoft.com/office/drawing/2014/main" id="{64307C67-5B22-38FA-EEAC-235E07F68EBF}"/>
              </a:ext>
            </a:extLst>
          </p:cNvPr>
          <p:cNvSpPr txBox="1">
            <a:spLocks/>
          </p:cNvSpPr>
          <p:nvPr/>
        </p:nvSpPr>
        <p:spPr>
          <a:xfrm>
            <a:off x="9567890" y="1653396"/>
            <a:ext cx="1939898" cy="3650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показателя</a:t>
            </a:r>
            <a:br>
              <a:rPr lang="ru-RU" sz="1400" b="1"/>
            </a:br>
            <a:r>
              <a:rPr lang="ru-RU" sz="1400" b="1"/>
              <a:t>в 1-2 строки</a:t>
            </a:r>
            <a:endParaRPr lang="ru-RU" sz="1600" b="1"/>
          </a:p>
        </p:txBody>
      </p:sp>
      <p:sp>
        <p:nvSpPr>
          <p:cNvPr id="15" name="Объект 1">
            <a:extLst>
              <a:ext uri="{FF2B5EF4-FFF2-40B4-BE49-F238E27FC236}">
                <a16:creationId xmlns:a16="http://schemas.microsoft.com/office/drawing/2014/main" id="{F03979CF-39FA-F421-5C0F-C6781AB7952E}"/>
              </a:ext>
            </a:extLst>
          </p:cNvPr>
          <p:cNvSpPr txBox="1">
            <a:spLocks/>
          </p:cNvSpPr>
          <p:nvPr/>
        </p:nvSpPr>
        <p:spPr>
          <a:xfrm>
            <a:off x="9567890" y="2154621"/>
            <a:ext cx="1063112" cy="42094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3200" b="1"/>
              <a:t>67%</a:t>
            </a:r>
          </a:p>
        </p:txBody>
      </p:sp>
      <p:grpSp>
        <p:nvGrpSpPr>
          <p:cNvPr id="21" name="Группа 20">
            <a:extLst>
              <a:ext uri="{FF2B5EF4-FFF2-40B4-BE49-F238E27FC236}">
                <a16:creationId xmlns:a16="http://schemas.microsoft.com/office/drawing/2014/main" id="{427230AD-BA51-605E-CD6C-E7694AC2F425}"/>
              </a:ext>
            </a:extLst>
          </p:cNvPr>
          <p:cNvGrpSpPr/>
          <p:nvPr/>
        </p:nvGrpSpPr>
        <p:grpSpPr>
          <a:xfrm>
            <a:off x="10532320" y="2228603"/>
            <a:ext cx="687596" cy="283041"/>
            <a:chOff x="10265757" y="2121390"/>
            <a:chExt cx="687596" cy="283041"/>
          </a:xfrm>
        </p:grpSpPr>
        <p:sp>
          <p:nvSpPr>
            <p:cNvPr id="20" name="Прямоугольник: скругленные углы 10">
              <a:extLst>
                <a:ext uri="{FF2B5EF4-FFF2-40B4-BE49-F238E27FC236}">
                  <a16:creationId xmlns:a16="http://schemas.microsoft.com/office/drawing/2014/main" id="{E59BF1A8-3A96-2614-A28E-F60FD9A3A036}"/>
                </a:ext>
              </a:extLst>
            </p:cNvPr>
            <p:cNvSpPr/>
            <p:nvPr/>
          </p:nvSpPr>
          <p:spPr>
            <a:xfrm>
              <a:off x="10265757" y="2121390"/>
              <a:ext cx="687596" cy="283041"/>
            </a:xfrm>
            <a:prstGeom prst="roundRect">
              <a:avLst>
                <a:gd name="adj" fmla="val 23786"/>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7" name="Объект 1">
              <a:extLst>
                <a:ext uri="{FF2B5EF4-FFF2-40B4-BE49-F238E27FC236}">
                  <a16:creationId xmlns:a16="http://schemas.microsoft.com/office/drawing/2014/main" id="{DCD4E3D0-F880-1E97-3378-F44FE68AE82F}"/>
                </a:ext>
              </a:extLst>
            </p:cNvPr>
            <p:cNvSpPr txBox="1">
              <a:spLocks/>
            </p:cNvSpPr>
            <p:nvPr/>
          </p:nvSpPr>
          <p:spPr>
            <a:xfrm>
              <a:off x="10499152" y="2190910"/>
              <a:ext cx="454201" cy="144000"/>
            </a:xfrm>
            <a:prstGeom prst="rect">
              <a:avLst/>
            </a:prstGeom>
          </p:spPr>
          <p:txBody>
            <a:bodyPr vert="horz" lIns="0" tIns="0" rIns="0" bIns="0" rtlCol="0">
              <a:noAutofit/>
            </a:bodyPr>
            <a:lstStyle>
              <a:defPPr>
                <a:defRPr lang="ru-RU"/>
              </a:defPPr>
              <a:lvl1pPr indent="0" algn="ctr">
                <a:lnSpc>
                  <a:spcPct val="90000"/>
                </a:lnSpc>
                <a:spcBef>
                  <a:spcPts val="0"/>
                </a:spcBef>
                <a:spcAft>
                  <a:spcPts val="600"/>
                </a:spcAft>
                <a:buFont typeface="Arial" panose="020B0604020202020204" pitchFamily="34" charset="0"/>
                <a:buNone/>
                <a:defRPr sz="1200" b="1">
                  <a:solidFill>
                    <a:schemeClr val="bg1"/>
                  </a:solidFill>
                </a:defRPr>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r>
                <a:rPr lang="ru-RU"/>
                <a:t>+12%</a:t>
              </a:r>
            </a:p>
          </p:txBody>
        </p:sp>
        <p:sp>
          <p:nvSpPr>
            <p:cNvPr id="19" name="Рисунок 11">
              <a:extLst>
                <a:ext uri="{FF2B5EF4-FFF2-40B4-BE49-F238E27FC236}">
                  <a16:creationId xmlns:a16="http://schemas.microsoft.com/office/drawing/2014/main" id="{2B231125-0B42-2842-1D81-7906FAD424EB}"/>
                </a:ext>
              </a:extLst>
            </p:cNvPr>
            <p:cNvSpPr/>
            <p:nvPr/>
          </p:nvSpPr>
          <p:spPr>
            <a:xfrm>
              <a:off x="10324079" y="2177185"/>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bg1"/>
            </a:solidFill>
          </p:spPr>
          <p:txBody>
            <a:bodyPr rtlCol="0" anchor="ctr"/>
            <a:lstStyle/>
            <a:p>
              <a:endParaRPr lang="ru-RU"/>
            </a:p>
          </p:txBody>
        </p:sp>
      </p:grpSp>
      <p:sp>
        <p:nvSpPr>
          <p:cNvPr id="66" name="Прямоугольник: скругленные углы 10">
            <a:extLst>
              <a:ext uri="{FF2B5EF4-FFF2-40B4-BE49-F238E27FC236}">
                <a16:creationId xmlns:a16="http://schemas.microsoft.com/office/drawing/2014/main" id="{21E58075-32BD-EFFE-D755-28F640C575E4}"/>
              </a:ext>
            </a:extLst>
          </p:cNvPr>
          <p:cNvSpPr/>
          <p:nvPr/>
        </p:nvSpPr>
        <p:spPr>
          <a:xfrm>
            <a:off x="6490302" y="1520826"/>
            <a:ext cx="2189241" cy="1183960"/>
          </a:xfrm>
          <a:prstGeom prst="roundRect">
            <a:avLst>
              <a:gd name="adj" fmla="val 107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7" name="Объект 1">
            <a:extLst>
              <a:ext uri="{FF2B5EF4-FFF2-40B4-BE49-F238E27FC236}">
                <a16:creationId xmlns:a16="http://schemas.microsoft.com/office/drawing/2014/main" id="{91E00CF4-5753-C465-C564-1BD07141C0F9}"/>
              </a:ext>
            </a:extLst>
          </p:cNvPr>
          <p:cNvSpPr txBox="1">
            <a:spLocks/>
          </p:cNvSpPr>
          <p:nvPr/>
        </p:nvSpPr>
        <p:spPr>
          <a:xfrm>
            <a:off x="6642619" y="1653396"/>
            <a:ext cx="1939898" cy="3650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показателя</a:t>
            </a:r>
            <a:br>
              <a:rPr lang="ru-RU" sz="1400" b="1"/>
            </a:br>
            <a:r>
              <a:rPr lang="ru-RU" sz="1400" b="1"/>
              <a:t>в 1-2 строки</a:t>
            </a:r>
            <a:endParaRPr lang="ru-RU" sz="1600" b="1"/>
          </a:p>
        </p:txBody>
      </p:sp>
      <p:sp>
        <p:nvSpPr>
          <p:cNvPr id="68" name="Объект 1">
            <a:extLst>
              <a:ext uri="{FF2B5EF4-FFF2-40B4-BE49-F238E27FC236}">
                <a16:creationId xmlns:a16="http://schemas.microsoft.com/office/drawing/2014/main" id="{45277E35-C5ED-141B-E1CE-579D1A4D2966}"/>
              </a:ext>
            </a:extLst>
          </p:cNvPr>
          <p:cNvSpPr txBox="1">
            <a:spLocks/>
          </p:cNvSpPr>
          <p:nvPr/>
        </p:nvSpPr>
        <p:spPr>
          <a:xfrm>
            <a:off x="6642619" y="2154621"/>
            <a:ext cx="1063112" cy="42094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3200" b="1"/>
              <a:t>33,4</a:t>
            </a:r>
          </a:p>
        </p:txBody>
      </p:sp>
      <p:grpSp>
        <p:nvGrpSpPr>
          <p:cNvPr id="69" name="Группа 68">
            <a:extLst>
              <a:ext uri="{FF2B5EF4-FFF2-40B4-BE49-F238E27FC236}">
                <a16:creationId xmlns:a16="http://schemas.microsoft.com/office/drawing/2014/main" id="{CF17310D-F1BB-4CD8-AFD2-B3F835EDA1E4}"/>
              </a:ext>
            </a:extLst>
          </p:cNvPr>
          <p:cNvGrpSpPr/>
          <p:nvPr/>
        </p:nvGrpSpPr>
        <p:grpSpPr>
          <a:xfrm>
            <a:off x="7607049" y="2228603"/>
            <a:ext cx="687596" cy="283041"/>
            <a:chOff x="10265757" y="2121390"/>
            <a:chExt cx="687596" cy="283041"/>
          </a:xfrm>
        </p:grpSpPr>
        <p:sp>
          <p:nvSpPr>
            <p:cNvPr id="70" name="Прямоугольник: скругленные углы 10">
              <a:extLst>
                <a:ext uri="{FF2B5EF4-FFF2-40B4-BE49-F238E27FC236}">
                  <a16:creationId xmlns:a16="http://schemas.microsoft.com/office/drawing/2014/main" id="{B6C29217-A7A8-F77D-E27B-963B96D38CEC}"/>
                </a:ext>
              </a:extLst>
            </p:cNvPr>
            <p:cNvSpPr/>
            <p:nvPr/>
          </p:nvSpPr>
          <p:spPr>
            <a:xfrm>
              <a:off x="10265757" y="2121390"/>
              <a:ext cx="687596" cy="283041"/>
            </a:xfrm>
            <a:prstGeom prst="roundRect">
              <a:avLst>
                <a:gd name="adj" fmla="val 23786"/>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1" name="Объект 1">
              <a:extLst>
                <a:ext uri="{FF2B5EF4-FFF2-40B4-BE49-F238E27FC236}">
                  <a16:creationId xmlns:a16="http://schemas.microsoft.com/office/drawing/2014/main" id="{57E38794-F449-9833-6A95-0945623D3EDF}"/>
                </a:ext>
              </a:extLst>
            </p:cNvPr>
            <p:cNvSpPr txBox="1">
              <a:spLocks/>
            </p:cNvSpPr>
            <p:nvPr/>
          </p:nvSpPr>
          <p:spPr>
            <a:xfrm>
              <a:off x="10499152" y="2190910"/>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chemeClr val="bg1"/>
                  </a:solidFill>
                </a:rPr>
                <a:t>+4%</a:t>
              </a:r>
            </a:p>
          </p:txBody>
        </p:sp>
        <p:sp>
          <p:nvSpPr>
            <p:cNvPr id="72" name="Рисунок 11">
              <a:extLst>
                <a:ext uri="{FF2B5EF4-FFF2-40B4-BE49-F238E27FC236}">
                  <a16:creationId xmlns:a16="http://schemas.microsoft.com/office/drawing/2014/main" id="{F1289D70-7323-BF3C-1D24-5540E05AE0DD}"/>
                </a:ext>
              </a:extLst>
            </p:cNvPr>
            <p:cNvSpPr/>
            <p:nvPr/>
          </p:nvSpPr>
          <p:spPr>
            <a:xfrm>
              <a:off x="10324079" y="2177185"/>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bg1"/>
            </a:solidFill>
            <a:ln w="9525" cap="flat">
              <a:noFill/>
              <a:prstDash val="solid"/>
              <a:miter/>
            </a:ln>
          </p:spPr>
          <p:txBody>
            <a:bodyPr rtlCol="0" anchor="ctr"/>
            <a:lstStyle/>
            <a:p>
              <a:endParaRPr lang="ru-RU"/>
            </a:p>
          </p:txBody>
        </p:sp>
      </p:grpSp>
      <p:sp>
        <p:nvSpPr>
          <p:cNvPr id="58" name="Прямоугольник: скругленные углы 10">
            <a:extLst>
              <a:ext uri="{FF2B5EF4-FFF2-40B4-BE49-F238E27FC236}">
                <a16:creationId xmlns:a16="http://schemas.microsoft.com/office/drawing/2014/main" id="{18FE755B-2785-97F5-9AAF-70FA8DD22F78}"/>
              </a:ext>
            </a:extLst>
          </p:cNvPr>
          <p:cNvSpPr/>
          <p:nvPr/>
        </p:nvSpPr>
        <p:spPr>
          <a:xfrm>
            <a:off x="3565032" y="1520826"/>
            <a:ext cx="2189241" cy="1183960"/>
          </a:xfrm>
          <a:prstGeom prst="roundRect">
            <a:avLst>
              <a:gd name="adj" fmla="val 1315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9" name="Объект 1">
            <a:extLst>
              <a:ext uri="{FF2B5EF4-FFF2-40B4-BE49-F238E27FC236}">
                <a16:creationId xmlns:a16="http://schemas.microsoft.com/office/drawing/2014/main" id="{7A921857-4F97-C88D-9CCD-DEA4B10C7A7D}"/>
              </a:ext>
            </a:extLst>
          </p:cNvPr>
          <p:cNvSpPr txBox="1">
            <a:spLocks/>
          </p:cNvSpPr>
          <p:nvPr/>
        </p:nvSpPr>
        <p:spPr>
          <a:xfrm>
            <a:off x="3717349" y="1653396"/>
            <a:ext cx="1939898" cy="36507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показателя</a:t>
            </a:r>
            <a:br>
              <a:rPr lang="ru-RU" sz="1400" b="1"/>
            </a:br>
            <a:r>
              <a:rPr lang="ru-RU" sz="1400" b="1"/>
              <a:t>в 1-2 строки</a:t>
            </a:r>
            <a:endParaRPr lang="ru-RU" sz="1600" b="1"/>
          </a:p>
        </p:txBody>
      </p:sp>
      <p:sp>
        <p:nvSpPr>
          <p:cNvPr id="60" name="Объект 1">
            <a:extLst>
              <a:ext uri="{FF2B5EF4-FFF2-40B4-BE49-F238E27FC236}">
                <a16:creationId xmlns:a16="http://schemas.microsoft.com/office/drawing/2014/main" id="{5202FAFD-4218-526A-39D1-A6E99108949E}"/>
              </a:ext>
            </a:extLst>
          </p:cNvPr>
          <p:cNvSpPr txBox="1">
            <a:spLocks/>
          </p:cNvSpPr>
          <p:nvPr/>
        </p:nvSpPr>
        <p:spPr>
          <a:xfrm>
            <a:off x="3717349" y="2154621"/>
            <a:ext cx="1063112" cy="42094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3200" b="1"/>
              <a:t>35%</a:t>
            </a:r>
          </a:p>
        </p:txBody>
      </p:sp>
      <p:grpSp>
        <p:nvGrpSpPr>
          <p:cNvPr id="84" name="Группа 83">
            <a:extLst>
              <a:ext uri="{FF2B5EF4-FFF2-40B4-BE49-F238E27FC236}">
                <a16:creationId xmlns:a16="http://schemas.microsoft.com/office/drawing/2014/main" id="{E4EDA5D1-8967-CBBF-04B2-CD71074EA3A3}"/>
              </a:ext>
            </a:extLst>
          </p:cNvPr>
          <p:cNvGrpSpPr/>
          <p:nvPr/>
        </p:nvGrpSpPr>
        <p:grpSpPr>
          <a:xfrm>
            <a:off x="4681779" y="2228603"/>
            <a:ext cx="687596" cy="283041"/>
            <a:chOff x="4719879" y="2022323"/>
            <a:chExt cx="687596" cy="283041"/>
          </a:xfrm>
        </p:grpSpPr>
        <p:grpSp>
          <p:nvGrpSpPr>
            <p:cNvPr id="61" name="Группа 60">
              <a:extLst>
                <a:ext uri="{FF2B5EF4-FFF2-40B4-BE49-F238E27FC236}">
                  <a16:creationId xmlns:a16="http://schemas.microsoft.com/office/drawing/2014/main" id="{CFAB63EE-7C80-9C52-2731-A3DF02481B4F}"/>
                </a:ext>
              </a:extLst>
            </p:cNvPr>
            <p:cNvGrpSpPr/>
            <p:nvPr/>
          </p:nvGrpSpPr>
          <p:grpSpPr>
            <a:xfrm>
              <a:off x="4719879" y="2022323"/>
              <a:ext cx="687596" cy="283041"/>
              <a:chOff x="10265757" y="2121390"/>
              <a:chExt cx="687596" cy="283041"/>
            </a:xfrm>
          </p:grpSpPr>
          <p:sp>
            <p:nvSpPr>
              <p:cNvPr id="62" name="Прямоугольник: скругленные углы 10">
                <a:extLst>
                  <a:ext uri="{FF2B5EF4-FFF2-40B4-BE49-F238E27FC236}">
                    <a16:creationId xmlns:a16="http://schemas.microsoft.com/office/drawing/2014/main" id="{C229503F-76D3-C0C8-2348-F0D04DDE709F}"/>
                  </a:ext>
                </a:extLst>
              </p:cNvPr>
              <p:cNvSpPr/>
              <p:nvPr/>
            </p:nvSpPr>
            <p:spPr>
              <a:xfrm>
                <a:off x="10265757" y="2121390"/>
                <a:ext cx="687596" cy="283041"/>
              </a:xfrm>
              <a:prstGeom prst="roundRect">
                <a:avLst>
                  <a:gd name="adj" fmla="val 23786"/>
                </a:avLst>
              </a:prstGeom>
              <a:solidFill>
                <a:srgbClr val="F53C1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3" name="Объект 1">
                <a:extLst>
                  <a:ext uri="{FF2B5EF4-FFF2-40B4-BE49-F238E27FC236}">
                    <a16:creationId xmlns:a16="http://schemas.microsoft.com/office/drawing/2014/main" id="{882C6BBF-9202-41DD-F897-69EE7555C852}"/>
                  </a:ext>
                </a:extLst>
              </p:cNvPr>
              <p:cNvSpPr txBox="1">
                <a:spLocks/>
              </p:cNvSpPr>
              <p:nvPr/>
            </p:nvSpPr>
            <p:spPr>
              <a:xfrm>
                <a:off x="10499152" y="2190910"/>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chemeClr val="bg1"/>
                    </a:solidFill>
                  </a:rPr>
                  <a:t>-23%</a:t>
                </a:r>
              </a:p>
            </p:txBody>
          </p:sp>
        </p:grpSp>
        <p:sp>
          <p:nvSpPr>
            <p:cNvPr id="73" name="Рисунок 11">
              <a:extLst>
                <a:ext uri="{FF2B5EF4-FFF2-40B4-BE49-F238E27FC236}">
                  <a16:creationId xmlns:a16="http://schemas.microsoft.com/office/drawing/2014/main" id="{69488CD0-73EE-9441-A494-3101EE9A57A8}"/>
                </a:ext>
              </a:extLst>
            </p:cNvPr>
            <p:cNvSpPr/>
            <p:nvPr/>
          </p:nvSpPr>
          <p:spPr>
            <a:xfrm rot="10800000">
              <a:off x="4790332" y="2078118"/>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bg1"/>
            </a:solidFill>
            <a:ln w="9525" cap="flat">
              <a:noFill/>
              <a:prstDash val="solid"/>
              <a:miter/>
            </a:ln>
          </p:spPr>
          <p:txBody>
            <a:bodyPr rtlCol="0" anchor="ctr"/>
            <a:lstStyle/>
            <a:p>
              <a:endParaRPr lang="ru-RU"/>
            </a:p>
          </p:txBody>
        </p:sp>
      </p:grpSp>
      <p:sp>
        <p:nvSpPr>
          <p:cNvPr id="78" name="Прямоугольник: скругленные углы 10">
            <a:extLst>
              <a:ext uri="{FF2B5EF4-FFF2-40B4-BE49-F238E27FC236}">
                <a16:creationId xmlns:a16="http://schemas.microsoft.com/office/drawing/2014/main" id="{ACF0DCD5-5B44-AD85-F279-04ED18C59470}"/>
              </a:ext>
            </a:extLst>
          </p:cNvPr>
          <p:cNvSpPr/>
          <p:nvPr/>
        </p:nvSpPr>
        <p:spPr>
          <a:xfrm>
            <a:off x="635866" y="1520826"/>
            <a:ext cx="2189241" cy="1183960"/>
          </a:xfrm>
          <a:prstGeom prst="roundRect">
            <a:avLst>
              <a:gd name="adj" fmla="val 1268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79" name="Объект 1">
            <a:extLst>
              <a:ext uri="{FF2B5EF4-FFF2-40B4-BE49-F238E27FC236}">
                <a16:creationId xmlns:a16="http://schemas.microsoft.com/office/drawing/2014/main" id="{0A3A4D52-A7D6-196C-81C2-7F935AC455D3}"/>
              </a:ext>
            </a:extLst>
          </p:cNvPr>
          <p:cNvSpPr txBox="1">
            <a:spLocks/>
          </p:cNvSpPr>
          <p:nvPr/>
        </p:nvSpPr>
        <p:spPr>
          <a:xfrm>
            <a:off x="788183" y="1653396"/>
            <a:ext cx="1939898" cy="39894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Название показателя</a:t>
            </a:r>
            <a:br>
              <a:rPr lang="ru-RU" sz="1400" b="1"/>
            </a:br>
            <a:r>
              <a:rPr lang="ru-RU" sz="1400" b="1"/>
              <a:t>в 1-2 строки</a:t>
            </a:r>
          </a:p>
        </p:txBody>
      </p:sp>
      <p:sp>
        <p:nvSpPr>
          <p:cNvPr id="80" name="Объект 1">
            <a:extLst>
              <a:ext uri="{FF2B5EF4-FFF2-40B4-BE49-F238E27FC236}">
                <a16:creationId xmlns:a16="http://schemas.microsoft.com/office/drawing/2014/main" id="{4D0A5CD1-B24D-CA62-EB27-43DD52898A4C}"/>
              </a:ext>
            </a:extLst>
          </p:cNvPr>
          <p:cNvSpPr txBox="1">
            <a:spLocks/>
          </p:cNvSpPr>
          <p:nvPr/>
        </p:nvSpPr>
        <p:spPr>
          <a:xfrm>
            <a:off x="788183" y="2154621"/>
            <a:ext cx="1063112" cy="42094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3200" b="1"/>
              <a:t>4,58</a:t>
            </a:r>
          </a:p>
        </p:txBody>
      </p:sp>
      <p:grpSp>
        <p:nvGrpSpPr>
          <p:cNvPr id="85" name="Группа 84">
            <a:extLst>
              <a:ext uri="{FF2B5EF4-FFF2-40B4-BE49-F238E27FC236}">
                <a16:creationId xmlns:a16="http://schemas.microsoft.com/office/drawing/2014/main" id="{9F75868D-883D-9A0B-32EC-CA99DBA514CB}"/>
              </a:ext>
            </a:extLst>
          </p:cNvPr>
          <p:cNvGrpSpPr/>
          <p:nvPr/>
        </p:nvGrpSpPr>
        <p:grpSpPr>
          <a:xfrm>
            <a:off x="1752613" y="2228603"/>
            <a:ext cx="687596" cy="283041"/>
            <a:chOff x="1790713" y="2022323"/>
            <a:chExt cx="687596" cy="283041"/>
          </a:xfrm>
        </p:grpSpPr>
        <p:sp>
          <p:nvSpPr>
            <p:cNvPr id="82" name="Прямоугольник: скругленные углы 10">
              <a:extLst>
                <a:ext uri="{FF2B5EF4-FFF2-40B4-BE49-F238E27FC236}">
                  <a16:creationId xmlns:a16="http://schemas.microsoft.com/office/drawing/2014/main" id="{C4577957-A60F-5C11-C398-E5DE02551980}"/>
                </a:ext>
              </a:extLst>
            </p:cNvPr>
            <p:cNvSpPr/>
            <p:nvPr/>
          </p:nvSpPr>
          <p:spPr>
            <a:xfrm>
              <a:off x="1790713" y="2022323"/>
              <a:ext cx="687596" cy="283041"/>
            </a:xfrm>
            <a:prstGeom prst="roundRect">
              <a:avLst>
                <a:gd name="adj" fmla="val 23786"/>
              </a:avLst>
            </a:prstGeom>
            <a:solidFill>
              <a:srgbClr val="F53C1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83" name="Объект 1">
              <a:extLst>
                <a:ext uri="{FF2B5EF4-FFF2-40B4-BE49-F238E27FC236}">
                  <a16:creationId xmlns:a16="http://schemas.microsoft.com/office/drawing/2014/main" id="{29C3131E-BE96-1843-491E-3068A48AD4D9}"/>
                </a:ext>
              </a:extLst>
            </p:cNvPr>
            <p:cNvSpPr txBox="1">
              <a:spLocks/>
            </p:cNvSpPr>
            <p:nvPr/>
          </p:nvSpPr>
          <p:spPr>
            <a:xfrm>
              <a:off x="2024108" y="2091843"/>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chemeClr val="bg1"/>
                  </a:solidFill>
                </a:rPr>
                <a:t>-23%</a:t>
              </a:r>
            </a:p>
          </p:txBody>
        </p:sp>
        <p:sp>
          <p:nvSpPr>
            <p:cNvPr id="77" name="Рисунок 11">
              <a:extLst>
                <a:ext uri="{FF2B5EF4-FFF2-40B4-BE49-F238E27FC236}">
                  <a16:creationId xmlns:a16="http://schemas.microsoft.com/office/drawing/2014/main" id="{937B8CC0-1275-70D6-6193-F04498558906}"/>
                </a:ext>
              </a:extLst>
            </p:cNvPr>
            <p:cNvSpPr/>
            <p:nvPr/>
          </p:nvSpPr>
          <p:spPr>
            <a:xfrm rot="10800000">
              <a:off x="1849035" y="2078118"/>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bg1"/>
            </a:solidFill>
            <a:ln w="9525" cap="flat">
              <a:noFill/>
              <a:prstDash val="solid"/>
              <a:miter/>
            </a:ln>
          </p:spPr>
          <p:txBody>
            <a:bodyPr rtlCol="0" anchor="ctr"/>
            <a:lstStyle/>
            <a:p>
              <a:endParaRPr lang="ru-RU"/>
            </a:p>
          </p:txBody>
        </p:sp>
      </p:grpSp>
      <p:graphicFrame>
        <p:nvGraphicFramePr>
          <p:cNvPr id="86" name="Диаграмма 85">
            <a:extLst>
              <a:ext uri="{FF2B5EF4-FFF2-40B4-BE49-F238E27FC236}">
                <a16:creationId xmlns:a16="http://schemas.microsoft.com/office/drawing/2014/main" id="{EE3E0580-9FA8-B914-AE3B-E683CCF6C57B}"/>
              </a:ext>
            </a:extLst>
          </p:cNvPr>
          <p:cNvGraphicFramePr/>
          <p:nvPr/>
        </p:nvGraphicFramePr>
        <p:xfrm>
          <a:off x="693926" y="2930272"/>
          <a:ext cx="10910888" cy="3332415"/>
        </p:xfrm>
        <a:graphic>
          <a:graphicData uri="http://schemas.openxmlformats.org/drawingml/2006/chart">
            <c:chart xmlns:c="http://schemas.openxmlformats.org/drawingml/2006/chart" xmlns:r="http://schemas.openxmlformats.org/officeDocument/2006/relationships" r:id="rId2"/>
          </a:graphicData>
        </a:graphic>
      </p:graphicFrame>
      <p:sp>
        <p:nvSpPr>
          <p:cNvPr id="2" name="Нижний колонтитул 1">
            <a:extLst>
              <a:ext uri="{FF2B5EF4-FFF2-40B4-BE49-F238E27FC236}">
                <a16:creationId xmlns:a16="http://schemas.microsoft.com/office/drawing/2014/main" id="{11B2EB89-EBE1-E568-E19A-82296DB0C176}"/>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22062207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Скругленный прямоугольник 11">
            <a:extLst>
              <a:ext uri="{FF2B5EF4-FFF2-40B4-BE49-F238E27FC236}">
                <a16:creationId xmlns:a16="http://schemas.microsoft.com/office/drawing/2014/main" id="{9B74BA54-39E5-1DD2-508B-6E80AA076446}"/>
              </a:ext>
            </a:extLst>
          </p:cNvPr>
          <p:cNvSpPr/>
          <p:nvPr/>
        </p:nvSpPr>
        <p:spPr>
          <a:xfrm>
            <a:off x="633979" y="1524532"/>
            <a:ext cx="2592000" cy="4738155"/>
          </a:xfrm>
          <a:prstGeom prst="roundRect">
            <a:avLst>
              <a:gd name="adj" fmla="val 5836"/>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7" name="Скругленный прямоугольник 11">
            <a:extLst>
              <a:ext uri="{FF2B5EF4-FFF2-40B4-BE49-F238E27FC236}">
                <a16:creationId xmlns:a16="http://schemas.microsoft.com/office/drawing/2014/main" id="{F37257BC-FF27-DC5E-4705-DE5F630AC444}"/>
              </a:ext>
            </a:extLst>
          </p:cNvPr>
          <p:cNvSpPr/>
          <p:nvPr/>
        </p:nvSpPr>
        <p:spPr>
          <a:xfrm>
            <a:off x="3408031" y="1524532"/>
            <a:ext cx="2592000" cy="4738155"/>
          </a:xfrm>
          <a:prstGeom prst="roundRect">
            <a:avLst>
              <a:gd name="adj" fmla="val 5284"/>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9" name="Скругленный прямоугольник 11">
            <a:extLst>
              <a:ext uri="{FF2B5EF4-FFF2-40B4-BE49-F238E27FC236}">
                <a16:creationId xmlns:a16="http://schemas.microsoft.com/office/drawing/2014/main" id="{29A78CE8-BB5C-A476-74B8-D1D24DC34B69}"/>
              </a:ext>
            </a:extLst>
          </p:cNvPr>
          <p:cNvSpPr/>
          <p:nvPr/>
        </p:nvSpPr>
        <p:spPr>
          <a:xfrm>
            <a:off x="6182083" y="1524532"/>
            <a:ext cx="2592000" cy="4738155"/>
          </a:xfrm>
          <a:prstGeom prst="roundRect">
            <a:avLst>
              <a:gd name="adj" fmla="val 4917"/>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10" name="Скругленный прямоугольник 11">
            <a:extLst>
              <a:ext uri="{FF2B5EF4-FFF2-40B4-BE49-F238E27FC236}">
                <a16:creationId xmlns:a16="http://schemas.microsoft.com/office/drawing/2014/main" id="{137D726B-0D32-2EC9-01DE-775AE595BC73}"/>
              </a:ext>
            </a:extLst>
          </p:cNvPr>
          <p:cNvSpPr/>
          <p:nvPr/>
        </p:nvSpPr>
        <p:spPr>
          <a:xfrm>
            <a:off x="8956136" y="1524532"/>
            <a:ext cx="2592000" cy="4738155"/>
          </a:xfrm>
          <a:prstGeom prst="roundRect">
            <a:avLst>
              <a:gd name="adj" fmla="val 4917"/>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3" name="Номер слайда 2">
            <a:extLst>
              <a:ext uri="{FF2B5EF4-FFF2-40B4-BE49-F238E27FC236}">
                <a16:creationId xmlns:a16="http://schemas.microsoft.com/office/drawing/2014/main" id="{EDB64968-74A9-8E60-503D-211C43CBDFB5}"/>
              </a:ext>
            </a:extLst>
          </p:cNvPr>
          <p:cNvSpPr>
            <a:spLocks noGrp="1"/>
          </p:cNvSpPr>
          <p:nvPr>
            <p:ph type="sldNum" sz="quarter" idx="12"/>
          </p:nvPr>
        </p:nvSpPr>
        <p:spPr/>
        <p:txBody>
          <a:bodyPr/>
          <a:lstStyle/>
          <a:p>
            <a:fld id="{EB5249F5-0093-48B0-B996-C4E44A87EAFB}" type="slidenum">
              <a:rPr lang="ru-RU" smtClean="0"/>
              <a:pPr/>
              <a:t>43</a:t>
            </a:fld>
            <a:endParaRPr lang="ru-RU"/>
          </a:p>
        </p:txBody>
      </p:sp>
      <p:sp>
        <p:nvSpPr>
          <p:cNvPr id="4" name="Заголовок 3">
            <a:extLst>
              <a:ext uri="{FF2B5EF4-FFF2-40B4-BE49-F238E27FC236}">
                <a16:creationId xmlns:a16="http://schemas.microsoft.com/office/drawing/2014/main" id="{A2603AE2-AFBB-9231-2306-9678CA2C95D7}"/>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pSp>
        <p:nvGrpSpPr>
          <p:cNvPr id="15" name="Группа 14">
            <a:extLst>
              <a:ext uri="{FF2B5EF4-FFF2-40B4-BE49-F238E27FC236}">
                <a16:creationId xmlns:a16="http://schemas.microsoft.com/office/drawing/2014/main" id="{8B8F25CA-505F-9956-C596-CAD59C0CC06B}"/>
              </a:ext>
            </a:extLst>
          </p:cNvPr>
          <p:cNvGrpSpPr/>
          <p:nvPr/>
        </p:nvGrpSpPr>
        <p:grpSpPr>
          <a:xfrm>
            <a:off x="9057299" y="1642143"/>
            <a:ext cx="2361145" cy="4620545"/>
            <a:chOff x="9011641" y="1642143"/>
            <a:chExt cx="2361145" cy="4620545"/>
          </a:xfrm>
        </p:grpSpPr>
        <p:grpSp>
          <p:nvGrpSpPr>
            <p:cNvPr id="202" name="Группа 201">
              <a:extLst>
                <a:ext uri="{FF2B5EF4-FFF2-40B4-BE49-F238E27FC236}">
                  <a16:creationId xmlns:a16="http://schemas.microsoft.com/office/drawing/2014/main" id="{FCAFA20C-05BB-C5BD-77B3-094025671EAC}"/>
                </a:ext>
              </a:extLst>
            </p:cNvPr>
            <p:cNvGrpSpPr/>
            <p:nvPr/>
          </p:nvGrpSpPr>
          <p:grpSpPr>
            <a:xfrm>
              <a:off x="9030689" y="1642143"/>
              <a:ext cx="2342097" cy="2283239"/>
              <a:chOff x="9060962" y="1524535"/>
              <a:chExt cx="2342097" cy="2283239"/>
            </a:xfrm>
          </p:grpSpPr>
          <p:sp>
            <p:nvSpPr>
              <p:cNvPr id="133" name="Объект 1">
                <a:extLst>
                  <a:ext uri="{FF2B5EF4-FFF2-40B4-BE49-F238E27FC236}">
                    <a16:creationId xmlns:a16="http://schemas.microsoft.com/office/drawing/2014/main" id="{4CC004D5-E5A7-AE2A-4E92-336A134D9850}"/>
                  </a:ext>
                </a:extLst>
              </p:cNvPr>
              <p:cNvSpPr txBox="1">
                <a:spLocks/>
              </p:cNvSpPr>
              <p:nvPr/>
            </p:nvSpPr>
            <p:spPr>
              <a:xfrm>
                <a:off x="9067310" y="1524535"/>
                <a:ext cx="2332529" cy="35351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p:txBody>
          </p:sp>
          <p:graphicFrame>
            <p:nvGraphicFramePr>
              <p:cNvPr id="135" name="Диаграмма 134">
                <a:extLst>
                  <a:ext uri="{FF2B5EF4-FFF2-40B4-BE49-F238E27FC236}">
                    <a16:creationId xmlns:a16="http://schemas.microsoft.com/office/drawing/2014/main" id="{B02072A5-164F-61F4-30FE-C12674E8578E}"/>
                  </a:ext>
                </a:extLst>
              </p:cNvPr>
              <p:cNvGraphicFramePr/>
              <p:nvPr/>
            </p:nvGraphicFramePr>
            <p:xfrm>
              <a:off x="9060962" y="2006897"/>
              <a:ext cx="1785714" cy="1800877"/>
            </p:xfrm>
            <a:graphic>
              <a:graphicData uri="http://schemas.openxmlformats.org/drawingml/2006/chart">
                <c:chart xmlns:c="http://schemas.openxmlformats.org/drawingml/2006/chart" xmlns:r="http://schemas.openxmlformats.org/officeDocument/2006/relationships" r:id="rId2"/>
              </a:graphicData>
            </a:graphic>
          </p:graphicFrame>
          <p:cxnSp>
            <p:nvCxnSpPr>
              <p:cNvPr id="49" name="Прямая соединительная линия 48">
                <a:extLst>
                  <a:ext uri="{FF2B5EF4-FFF2-40B4-BE49-F238E27FC236}">
                    <a16:creationId xmlns:a16="http://schemas.microsoft.com/office/drawing/2014/main" id="{DC727DAF-A6A9-8024-EB6D-9D5FBCAA9810}"/>
                  </a:ext>
                </a:extLst>
              </p:cNvPr>
              <p:cNvCxnSpPr>
                <a:cxnSpLocks/>
              </p:cNvCxnSpPr>
              <p:nvPr/>
            </p:nvCxnSpPr>
            <p:spPr>
              <a:xfrm>
                <a:off x="9099059" y="3386774"/>
                <a:ext cx="2304000"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1" name="Объект 1">
                <a:extLst>
                  <a:ext uri="{FF2B5EF4-FFF2-40B4-BE49-F238E27FC236}">
                    <a16:creationId xmlns:a16="http://schemas.microsoft.com/office/drawing/2014/main" id="{FA60E725-83A3-4745-525F-118D01B659D7}"/>
                  </a:ext>
                </a:extLst>
              </p:cNvPr>
              <p:cNvSpPr txBox="1">
                <a:spLocks/>
              </p:cNvSpPr>
              <p:nvPr/>
            </p:nvSpPr>
            <p:spPr>
              <a:xfrm>
                <a:off x="10477500" y="3065914"/>
                <a:ext cx="804865" cy="32086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b="1"/>
                  <a:t>+31%</a:t>
                </a:r>
              </a:p>
            </p:txBody>
          </p:sp>
        </p:grpSp>
        <p:grpSp>
          <p:nvGrpSpPr>
            <p:cNvPr id="201" name="Группа 200">
              <a:extLst>
                <a:ext uri="{FF2B5EF4-FFF2-40B4-BE49-F238E27FC236}">
                  <a16:creationId xmlns:a16="http://schemas.microsoft.com/office/drawing/2014/main" id="{D2831820-BEEA-BFE5-A9BE-C124372F02EB}"/>
                </a:ext>
              </a:extLst>
            </p:cNvPr>
            <p:cNvGrpSpPr/>
            <p:nvPr/>
          </p:nvGrpSpPr>
          <p:grpSpPr>
            <a:xfrm>
              <a:off x="9011641" y="4106410"/>
              <a:ext cx="2357928" cy="2156278"/>
              <a:chOff x="9060961" y="4214042"/>
              <a:chExt cx="2357928" cy="2156278"/>
            </a:xfrm>
          </p:grpSpPr>
          <p:sp>
            <p:nvSpPr>
              <p:cNvPr id="139" name="Объект 1">
                <a:extLst>
                  <a:ext uri="{FF2B5EF4-FFF2-40B4-BE49-F238E27FC236}">
                    <a16:creationId xmlns:a16="http://schemas.microsoft.com/office/drawing/2014/main" id="{61E440F9-8B81-94CD-E64B-2F78BD3D419E}"/>
                  </a:ext>
                </a:extLst>
              </p:cNvPr>
              <p:cNvSpPr txBox="1">
                <a:spLocks/>
              </p:cNvSpPr>
              <p:nvPr/>
            </p:nvSpPr>
            <p:spPr>
              <a:xfrm>
                <a:off x="9086360" y="4214042"/>
                <a:ext cx="2332529" cy="35351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p:txBody>
          </p:sp>
          <p:graphicFrame>
            <p:nvGraphicFramePr>
              <p:cNvPr id="141" name="Диаграмма 140">
                <a:extLst>
                  <a:ext uri="{FF2B5EF4-FFF2-40B4-BE49-F238E27FC236}">
                    <a16:creationId xmlns:a16="http://schemas.microsoft.com/office/drawing/2014/main" id="{859A96C9-2DB4-72CD-9B4F-522FF0BC8DDD}"/>
                  </a:ext>
                </a:extLst>
              </p:cNvPr>
              <p:cNvGraphicFramePr/>
              <p:nvPr/>
            </p:nvGraphicFramePr>
            <p:xfrm>
              <a:off x="9060961" y="4487857"/>
              <a:ext cx="1596783" cy="1882463"/>
            </p:xfrm>
            <a:graphic>
              <a:graphicData uri="http://schemas.openxmlformats.org/drawingml/2006/chart">
                <c:chart xmlns:c="http://schemas.openxmlformats.org/drawingml/2006/chart" xmlns:r="http://schemas.openxmlformats.org/officeDocument/2006/relationships" r:id="rId3"/>
              </a:graphicData>
            </a:graphic>
          </p:graphicFrame>
          <p:cxnSp>
            <p:nvCxnSpPr>
              <p:cNvPr id="53" name="Прямая соединительная линия 52">
                <a:extLst>
                  <a:ext uri="{FF2B5EF4-FFF2-40B4-BE49-F238E27FC236}">
                    <a16:creationId xmlns:a16="http://schemas.microsoft.com/office/drawing/2014/main" id="{39000FA9-8C52-1990-3B71-847789CE9CA1}"/>
                  </a:ext>
                </a:extLst>
              </p:cNvPr>
              <p:cNvCxnSpPr>
                <a:cxnSpLocks/>
              </p:cNvCxnSpPr>
              <p:nvPr/>
            </p:nvCxnSpPr>
            <p:spPr>
              <a:xfrm>
                <a:off x="9099059" y="6131066"/>
                <a:ext cx="2304000"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4" name="Объект 1">
                <a:extLst>
                  <a:ext uri="{FF2B5EF4-FFF2-40B4-BE49-F238E27FC236}">
                    <a16:creationId xmlns:a16="http://schemas.microsoft.com/office/drawing/2014/main" id="{74E47B52-C147-BE72-E244-82857265EEA4}"/>
                  </a:ext>
                </a:extLst>
              </p:cNvPr>
              <p:cNvSpPr txBox="1">
                <a:spLocks/>
              </p:cNvSpPr>
              <p:nvPr/>
            </p:nvSpPr>
            <p:spPr>
              <a:xfrm>
                <a:off x="10477500" y="5820814"/>
                <a:ext cx="804865" cy="31025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b="1"/>
                  <a:t>+27%</a:t>
                </a:r>
              </a:p>
            </p:txBody>
          </p:sp>
        </p:grpSp>
      </p:grpSp>
      <p:sp>
        <p:nvSpPr>
          <p:cNvPr id="8" name="Объект 1">
            <a:extLst>
              <a:ext uri="{FF2B5EF4-FFF2-40B4-BE49-F238E27FC236}">
                <a16:creationId xmlns:a16="http://schemas.microsoft.com/office/drawing/2014/main" id="{4C437E55-F11F-1B24-1F95-A37A0CB19021}"/>
              </a:ext>
            </a:extLst>
          </p:cNvPr>
          <p:cNvSpPr txBox="1">
            <a:spLocks/>
          </p:cNvSpPr>
          <p:nvPr/>
        </p:nvSpPr>
        <p:spPr>
          <a:xfrm>
            <a:off x="765091" y="1642143"/>
            <a:ext cx="2221407" cy="35351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p:txBody>
      </p:sp>
      <p:graphicFrame>
        <p:nvGraphicFramePr>
          <p:cNvPr id="62" name="Диаграмма 61">
            <a:extLst>
              <a:ext uri="{FF2B5EF4-FFF2-40B4-BE49-F238E27FC236}">
                <a16:creationId xmlns:a16="http://schemas.microsoft.com/office/drawing/2014/main" id="{47BBC9AB-57CD-7AF2-83EC-0F91B280CFFF}"/>
              </a:ext>
            </a:extLst>
          </p:cNvPr>
          <p:cNvGraphicFramePr/>
          <p:nvPr/>
        </p:nvGraphicFramePr>
        <p:xfrm>
          <a:off x="742231" y="2145622"/>
          <a:ext cx="1785714" cy="1767060"/>
        </p:xfrm>
        <a:graphic>
          <a:graphicData uri="http://schemas.openxmlformats.org/drawingml/2006/chart">
            <c:chart xmlns:c="http://schemas.openxmlformats.org/drawingml/2006/chart" xmlns:r="http://schemas.openxmlformats.org/officeDocument/2006/relationships" r:id="rId4"/>
          </a:graphicData>
        </a:graphic>
      </p:graphicFrame>
      <p:cxnSp>
        <p:nvCxnSpPr>
          <p:cNvPr id="63" name="Прямая соединительная линия 62">
            <a:extLst>
              <a:ext uri="{FF2B5EF4-FFF2-40B4-BE49-F238E27FC236}">
                <a16:creationId xmlns:a16="http://schemas.microsoft.com/office/drawing/2014/main" id="{E3B6BEE6-5A4D-97E4-7819-76AEC0216EA0}"/>
              </a:ext>
            </a:extLst>
          </p:cNvPr>
          <p:cNvCxnSpPr>
            <a:cxnSpLocks/>
          </p:cNvCxnSpPr>
          <p:nvPr/>
        </p:nvCxnSpPr>
        <p:spPr>
          <a:xfrm>
            <a:off x="780330" y="3504382"/>
            <a:ext cx="2304000"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5" name="Объект 1">
            <a:extLst>
              <a:ext uri="{FF2B5EF4-FFF2-40B4-BE49-F238E27FC236}">
                <a16:creationId xmlns:a16="http://schemas.microsoft.com/office/drawing/2014/main" id="{8B6628B7-52AA-162C-5430-F4F058F263FB}"/>
              </a:ext>
            </a:extLst>
          </p:cNvPr>
          <p:cNvSpPr txBox="1">
            <a:spLocks/>
          </p:cNvSpPr>
          <p:nvPr/>
        </p:nvSpPr>
        <p:spPr>
          <a:xfrm>
            <a:off x="2173433" y="3183522"/>
            <a:ext cx="790205" cy="32086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b="1"/>
              <a:t>+19%</a:t>
            </a:r>
          </a:p>
        </p:txBody>
      </p:sp>
      <p:sp>
        <p:nvSpPr>
          <p:cNvPr id="103" name="Объект 1">
            <a:extLst>
              <a:ext uri="{FF2B5EF4-FFF2-40B4-BE49-F238E27FC236}">
                <a16:creationId xmlns:a16="http://schemas.microsoft.com/office/drawing/2014/main" id="{EB244837-55EC-0600-E6AE-16F9B1D624D1}"/>
              </a:ext>
            </a:extLst>
          </p:cNvPr>
          <p:cNvSpPr txBox="1">
            <a:spLocks/>
          </p:cNvSpPr>
          <p:nvPr/>
        </p:nvSpPr>
        <p:spPr>
          <a:xfrm>
            <a:off x="770222" y="4104368"/>
            <a:ext cx="2279202" cy="35351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p:txBody>
      </p:sp>
      <p:graphicFrame>
        <p:nvGraphicFramePr>
          <p:cNvPr id="155" name="Диаграмма 154">
            <a:extLst>
              <a:ext uri="{FF2B5EF4-FFF2-40B4-BE49-F238E27FC236}">
                <a16:creationId xmlns:a16="http://schemas.microsoft.com/office/drawing/2014/main" id="{96DBA492-4B67-740D-C856-06E0F16F2EBB}"/>
              </a:ext>
            </a:extLst>
          </p:cNvPr>
          <p:cNvGraphicFramePr/>
          <p:nvPr/>
        </p:nvGraphicFramePr>
        <p:xfrm>
          <a:off x="747101" y="4378183"/>
          <a:ext cx="1596783" cy="1882463"/>
        </p:xfrm>
        <a:graphic>
          <a:graphicData uri="http://schemas.openxmlformats.org/drawingml/2006/chart">
            <c:chart xmlns:c="http://schemas.openxmlformats.org/drawingml/2006/chart" xmlns:r="http://schemas.openxmlformats.org/officeDocument/2006/relationships" r:id="rId5"/>
          </a:graphicData>
        </a:graphic>
      </p:graphicFrame>
      <p:cxnSp>
        <p:nvCxnSpPr>
          <p:cNvPr id="156" name="Прямая соединительная линия 155">
            <a:extLst>
              <a:ext uri="{FF2B5EF4-FFF2-40B4-BE49-F238E27FC236}">
                <a16:creationId xmlns:a16="http://schemas.microsoft.com/office/drawing/2014/main" id="{42C2368F-B331-311B-C37D-6E49B833CE9D}"/>
              </a:ext>
            </a:extLst>
          </p:cNvPr>
          <p:cNvCxnSpPr>
            <a:cxnSpLocks/>
          </p:cNvCxnSpPr>
          <p:nvPr/>
        </p:nvCxnSpPr>
        <p:spPr>
          <a:xfrm>
            <a:off x="785199" y="6021392"/>
            <a:ext cx="2304000"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57" name="Объект 1">
            <a:extLst>
              <a:ext uri="{FF2B5EF4-FFF2-40B4-BE49-F238E27FC236}">
                <a16:creationId xmlns:a16="http://schemas.microsoft.com/office/drawing/2014/main" id="{E5E067D8-ABF0-0DC9-B72A-3088058BE5B0}"/>
              </a:ext>
            </a:extLst>
          </p:cNvPr>
          <p:cNvSpPr txBox="1">
            <a:spLocks/>
          </p:cNvSpPr>
          <p:nvPr/>
        </p:nvSpPr>
        <p:spPr>
          <a:xfrm>
            <a:off x="2331445" y="5711139"/>
            <a:ext cx="695118" cy="31025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b="1"/>
              <a:t>+7%</a:t>
            </a:r>
          </a:p>
        </p:txBody>
      </p:sp>
      <p:sp>
        <p:nvSpPr>
          <p:cNvPr id="94" name="Объект 1">
            <a:extLst>
              <a:ext uri="{FF2B5EF4-FFF2-40B4-BE49-F238E27FC236}">
                <a16:creationId xmlns:a16="http://schemas.microsoft.com/office/drawing/2014/main" id="{E7C5C181-B05E-8285-A63F-C9D5689AE4E5}"/>
              </a:ext>
            </a:extLst>
          </p:cNvPr>
          <p:cNvSpPr txBox="1">
            <a:spLocks/>
          </p:cNvSpPr>
          <p:nvPr/>
        </p:nvSpPr>
        <p:spPr>
          <a:xfrm>
            <a:off x="3540941" y="4108678"/>
            <a:ext cx="2332529" cy="35351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p:txBody>
      </p:sp>
      <p:graphicFrame>
        <p:nvGraphicFramePr>
          <p:cNvPr id="96" name="Диаграмма 95">
            <a:extLst>
              <a:ext uri="{FF2B5EF4-FFF2-40B4-BE49-F238E27FC236}">
                <a16:creationId xmlns:a16="http://schemas.microsoft.com/office/drawing/2014/main" id="{8EA77B1D-1A14-A84C-2702-CEE93687D783}"/>
              </a:ext>
            </a:extLst>
          </p:cNvPr>
          <p:cNvGraphicFramePr/>
          <p:nvPr/>
        </p:nvGraphicFramePr>
        <p:xfrm>
          <a:off x="3518717" y="4382493"/>
          <a:ext cx="1596783" cy="1882463"/>
        </p:xfrm>
        <a:graphic>
          <a:graphicData uri="http://schemas.openxmlformats.org/drawingml/2006/chart">
            <c:chart xmlns:c="http://schemas.openxmlformats.org/drawingml/2006/chart" xmlns:r="http://schemas.openxmlformats.org/officeDocument/2006/relationships" r:id="rId6"/>
          </a:graphicData>
        </a:graphic>
      </p:graphicFrame>
      <p:cxnSp>
        <p:nvCxnSpPr>
          <p:cNvPr id="97" name="Прямая соединительная линия 96">
            <a:extLst>
              <a:ext uri="{FF2B5EF4-FFF2-40B4-BE49-F238E27FC236}">
                <a16:creationId xmlns:a16="http://schemas.microsoft.com/office/drawing/2014/main" id="{2DA9DEF7-92D5-1084-63E9-A1ECF88B4272}"/>
              </a:ext>
            </a:extLst>
          </p:cNvPr>
          <p:cNvCxnSpPr>
            <a:cxnSpLocks/>
          </p:cNvCxnSpPr>
          <p:nvPr/>
        </p:nvCxnSpPr>
        <p:spPr>
          <a:xfrm>
            <a:off x="3556815" y="6025702"/>
            <a:ext cx="2304000"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8" name="Объект 1">
            <a:extLst>
              <a:ext uri="{FF2B5EF4-FFF2-40B4-BE49-F238E27FC236}">
                <a16:creationId xmlns:a16="http://schemas.microsoft.com/office/drawing/2014/main" id="{983E06F3-5A50-405B-09FF-CAE0B29A64E5}"/>
              </a:ext>
            </a:extLst>
          </p:cNvPr>
          <p:cNvSpPr txBox="1">
            <a:spLocks/>
          </p:cNvSpPr>
          <p:nvPr/>
        </p:nvSpPr>
        <p:spPr>
          <a:xfrm>
            <a:off x="4946744" y="5715450"/>
            <a:ext cx="793377" cy="31025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b="1"/>
              <a:t>+27%</a:t>
            </a:r>
          </a:p>
        </p:txBody>
      </p:sp>
      <p:sp>
        <p:nvSpPr>
          <p:cNvPr id="149" name="Объект 1">
            <a:extLst>
              <a:ext uri="{FF2B5EF4-FFF2-40B4-BE49-F238E27FC236}">
                <a16:creationId xmlns:a16="http://schemas.microsoft.com/office/drawing/2014/main" id="{3DA5E429-61AC-B2A0-9939-F78F75CDF6A5}"/>
              </a:ext>
            </a:extLst>
          </p:cNvPr>
          <p:cNvSpPr txBox="1">
            <a:spLocks/>
          </p:cNvSpPr>
          <p:nvPr/>
        </p:nvSpPr>
        <p:spPr>
          <a:xfrm>
            <a:off x="3540941" y="1642143"/>
            <a:ext cx="2332529" cy="35351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p:txBody>
      </p:sp>
      <p:graphicFrame>
        <p:nvGraphicFramePr>
          <p:cNvPr id="180" name="Диаграмма 179">
            <a:extLst>
              <a:ext uri="{FF2B5EF4-FFF2-40B4-BE49-F238E27FC236}">
                <a16:creationId xmlns:a16="http://schemas.microsoft.com/office/drawing/2014/main" id="{100547CD-52C4-ABD8-D53F-C8E7E638972C}"/>
              </a:ext>
            </a:extLst>
          </p:cNvPr>
          <p:cNvGraphicFramePr/>
          <p:nvPr/>
        </p:nvGraphicFramePr>
        <p:xfrm>
          <a:off x="3518717" y="1863538"/>
          <a:ext cx="1596783" cy="1882465"/>
        </p:xfrm>
        <a:graphic>
          <a:graphicData uri="http://schemas.openxmlformats.org/drawingml/2006/chart">
            <c:chart xmlns:c="http://schemas.openxmlformats.org/drawingml/2006/chart" xmlns:r="http://schemas.openxmlformats.org/officeDocument/2006/relationships" r:id="rId7"/>
          </a:graphicData>
        </a:graphic>
      </p:graphicFrame>
      <p:cxnSp>
        <p:nvCxnSpPr>
          <p:cNvPr id="181" name="Прямая соединительная линия 180">
            <a:extLst>
              <a:ext uri="{FF2B5EF4-FFF2-40B4-BE49-F238E27FC236}">
                <a16:creationId xmlns:a16="http://schemas.microsoft.com/office/drawing/2014/main" id="{181BCEC6-1DA0-CE12-937B-0F74F1070FA8}"/>
              </a:ext>
            </a:extLst>
          </p:cNvPr>
          <p:cNvCxnSpPr>
            <a:cxnSpLocks/>
          </p:cNvCxnSpPr>
          <p:nvPr/>
        </p:nvCxnSpPr>
        <p:spPr>
          <a:xfrm>
            <a:off x="3556815" y="3506749"/>
            <a:ext cx="2304000"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82" name="Объект 1">
            <a:extLst>
              <a:ext uri="{FF2B5EF4-FFF2-40B4-BE49-F238E27FC236}">
                <a16:creationId xmlns:a16="http://schemas.microsoft.com/office/drawing/2014/main" id="{3AB99FD4-4C1F-0735-B733-69A807B8F92A}"/>
              </a:ext>
            </a:extLst>
          </p:cNvPr>
          <p:cNvSpPr txBox="1">
            <a:spLocks/>
          </p:cNvSpPr>
          <p:nvPr/>
        </p:nvSpPr>
        <p:spPr>
          <a:xfrm>
            <a:off x="4946744" y="3188540"/>
            <a:ext cx="812049" cy="31584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b="1"/>
              <a:t>+11%</a:t>
            </a:r>
          </a:p>
        </p:txBody>
      </p:sp>
      <p:sp>
        <p:nvSpPr>
          <p:cNvPr id="88" name="Объект 1">
            <a:extLst>
              <a:ext uri="{FF2B5EF4-FFF2-40B4-BE49-F238E27FC236}">
                <a16:creationId xmlns:a16="http://schemas.microsoft.com/office/drawing/2014/main" id="{9FCA3C96-D1FA-F129-702F-CF1E6E9DFF57}"/>
              </a:ext>
            </a:extLst>
          </p:cNvPr>
          <p:cNvSpPr txBox="1">
            <a:spLocks/>
          </p:cNvSpPr>
          <p:nvPr/>
        </p:nvSpPr>
        <p:spPr>
          <a:xfrm>
            <a:off x="6312743" y="4104368"/>
            <a:ext cx="2332529" cy="35351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p:txBody>
      </p:sp>
      <p:graphicFrame>
        <p:nvGraphicFramePr>
          <p:cNvPr id="90" name="Диаграмма 89">
            <a:extLst>
              <a:ext uri="{FF2B5EF4-FFF2-40B4-BE49-F238E27FC236}">
                <a16:creationId xmlns:a16="http://schemas.microsoft.com/office/drawing/2014/main" id="{EF0E0BB1-E2E8-5A20-CE4E-9194779439BD}"/>
              </a:ext>
            </a:extLst>
          </p:cNvPr>
          <p:cNvGraphicFramePr/>
          <p:nvPr/>
        </p:nvGraphicFramePr>
        <p:xfrm>
          <a:off x="6296869" y="4378183"/>
          <a:ext cx="1596783" cy="1882463"/>
        </p:xfrm>
        <a:graphic>
          <a:graphicData uri="http://schemas.openxmlformats.org/drawingml/2006/chart">
            <c:chart xmlns:c="http://schemas.openxmlformats.org/drawingml/2006/chart" xmlns:r="http://schemas.openxmlformats.org/officeDocument/2006/relationships" r:id="rId8"/>
          </a:graphicData>
        </a:graphic>
      </p:graphicFrame>
      <p:cxnSp>
        <p:nvCxnSpPr>
          <p:cNvPr id="91" name="Прямая соединительная линия 90">
            <a:extLst>
              <a:ext uri="{FF2B5EF4-FFF2-40B4-BE49-F238E27FC236}">
                <a16:creationId xmlns:a16="http://schemas.microsoft.com/office/drawing/2014/main" id="{06E74C82-CF6D-6D09-A91C-5775F4C6C460}"/>
              </a:ext>
            </a:extLst>
          </p:cNvPr>
          <p:cNvCxnSpPr>
            <a:cxnSpLocks/>
          </p:cNvCxnSpPr>
          <p:nvPr/>
        </p:nvCxnSpPr>
        <p:spPr>
          <a:xfrm>
            <a:off x="6334967" y="6021392"/>
            <a:ext cx="2304000"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2" name="Объект 1">
            <a:extLst>
              <a:ext uri="{FF2B5EF4-FFF2-40B4-BE49-F238E27FC236}">
                <a16:creationId xmlns:a16="http://schemas.microsoft.com/office/drawing/2014/main" id="{AE71CA01-F2D2-B67C-5485-978E4F5725C4}"/>
              </a:ext>
            </a:extLst>
          </p:cNvPr>
          <p:cNvSpPr txBox="1">
            <a:spLocks/>
          </p:cNvSpPr>
          <p:nvPr/>
        </p:nvSpPr>
        <p:spPr>
          <a:xfrm>
            <a:off x="7837670" y="5711140"/>
            <a:ext cx="695118" cy="31025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b="1"/>
              <a:t>+7%</a:t>
            </a:r>
          </a:p>
        </p:txBody>
      </p:sp>
      <p:grpSp>
        <p:nvGrpSpPr>
          <p:cNvPr id="199" name="Группа 198">
            <a:extLst>
              <a:ext uri="{FF2B5EF4-FFF2-40B4-BE49-F238E27FC236}">
                <a16:creationId xmlns:a16="http://schemas.microsoft.com/office/drawing/2014/main" id="{C56433BE-774F-F1BC-13FB-8F8D48BC6570}"/>
              </a:ext>
            </a:extLst>
          </p:cNvPr>
          <p:cNvGrpSpPr/>
          <p:nvPr/>
        </p:nvGrpSpPr>
        <p:grpSpPr>
          <a:xfrm>
            <a:off x="6288669" y="1642143"/>
            <a:ext cx="2354752" cy="2283239"/>
            <a:chOff x="6253896" y="1524535"/>
            <a:chExt cx="2354752" cy="2283239"/>
          </a:xfrm>
        </p:grpSpPr>
        <p:sp>
          <p:nvSpPr>
            <p:cNvPr id="100" name="Объект 1">
              <a:extLst>
                <a:ext uri="{FF2B5EF4-FFF2-40B4-BE49-F238E27FC236}">
                  <a16:creationId xmlns:a16="http://schemas.microsoft.com/office/drawing/2014/main" id="{B61DFA8C-5B10-0E94-1E4A-BA4B917BB6E2}"/>
                </a:ext>
              </a:extLst>
            </p:cNvPr>
            <p:cNvSpPr txBox="1">
              <a:spLocks/>
            </p:cNvSpPr>
            <p:nvPr/>
          </p:nvSpPr>
          <p:spPr>
            <a:xfrm>
              <a:off x="6276119" y="1524535"/>
              <a:ext cx="2332529" cy="35351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Напиши краткий заголовок в 1-2 строки</a:t>
              </a:r>
            </a:p>
          </p:txBody>
        </p:sp>
        <p:graphicFrame>
          <p:nvGraphicFramePr>
            <p:cNvPr id="145" name="Диаграмма 144">
              <a:extLst>
                <a:ext uri="{FF2B5EF4-FFF2-40B4-BE49-F238E27FC236}">
                  <a16:creationId xmlns:a16="http://schemas.microsoft.com/office/drawing/2014/main" id="{1D0DD513-7AD9-8FAC-08FE-ED70A6D9A419}"/>
                </a:ext>
              </a:extLst>
            </p:cNvPr>
            <p:cNvGraphicFramePr/>
            <p:nvPr/>
          </p:nvGraphicFramePr>
          <p:xfrm>
            <a:off x="6253896" y="2006897"/>
            <a:ext cx="1785714" cy="1800877"/>
          </p:xfrm>
          <a:graphic>
            <a:graphicData uri="http://schemas.openxmlformats.org/drawingml/2006/chart">
              <c:chart xmlns:c="http://schemas.openxmlformats.org/drawingml/2006/chart" xmlns:r="http://schemas.openxmlformats.org/officeDocument/2006/relationships" r:id="rId9"/>
            </a:graphicData>
          </a:graphic>
        </p:graphicFrame>
        <p:cxnSp>
          <p:nvCxnSpPr>
            <p:cNvPr id="146" name="Прямая соединительная линия 145">
              <a:extLst>
                <a:ext uri="{FF2B5EF4-FFF2-40B4-BE49-F238E27FC236}">
                  <a16:creationId xmlns:a16="http://schemas.microsoft.com/office/drawing/2014/main" id="{6DA44CAA-6201-2722-550B-3C805C6344A8}"/>
                </a:ext>
              </a:extLst>
            </p:cNvPr>
            <p:cNvCxnSpPr>
              <a:cxnSpLocks/>
            </p:cNvCxnSpPr>
            <p:nvPr/>
          </p:nvCxnSpPr>
          <p:spPr>
            <a:xfrm>
              <a:off x="6291993" y="3002917"/>
              <a:ext cx="2304000"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7" name="Объект 1">
            <a:extLst>
              <a:ext uri="{FF2B5EF4-FFF2-40B4-BE49-F238E27FC236}">
                <a16:creationId xmlns:a16="http://schemas.microsoft.com/office/drawing/2014/main" id="{D4DC77B7-A2D3-E973-0750-2452A9F378E1}"/>
              </a:ext>
            </a:extLst>
          </p:cNvPr>
          <p:cNvSpPr txBox="1">
            <a:spLocks/>
          </p:cNvSpPr>
          <p:nvPr/>
        </p:nvSpPr>
        <p:spPr>
          <a:xfrm>
            <a:off x="6533454" y="3519830"/>
            <a:ext cx="335443" cy="1187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800"/>
              <a:t>2021</a:t>
            </a:r>
          </a:p>
        </p:txBody>
      </p:sp>
      <p:sp>
        <p:nvSpPr>
          <p:cNvPr id="188" name="Объект 1">
            <a:extLst>
              <a:ext uri="{FF2B5EF4-FFF2-40B4-BE49-F238E27FC236}">
                <a16:creationId xmlns:a16="http://schemas.microsoft.com/office/drawing/2014/main" id="{E8350378-C449-2D00-01CE-A35EF4434C5B}"/>
              </a:ext>
            </a:extLst>
          </p:cNvPr>
          <p:cNvSpPr txBox="1">
            <a:spLocks/>
          </p:cNvSpPr>
          <p:nvPr/>
        </p:nvSpPr>
        <p:spPr>
          <a:xfrm>
            <a:off x="7315316" y="3170240"/>
            <a:ext cx="335443" cy="11879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800"/>
              <a:t>2022</a:t>
            </a:r>
          </a:p>
        </p:txBody>
      </p:sp>
      <p:sp>
        <p:nvSpPr>
          <p:cNvPr id="2" name="Нижний колонтитул 1">
            <a:extLst>
              <a:ext uri="{FF2B5EF4-FFF2-40B4-BE49-F238E27FC236}">
                <a16:creationId xmlns:a16="http://schemas.microsoft.com/office/drawing/2014/main" id="{62B3DEE4-EA8A-063B-4E72-6C1A2B8C88A8}"/>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993107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BD6BB085-D844-942F-318A-B8A4C7C6C2C6}"/>
              </a:ext>
            </a:extLst>
          </p:cNvPr>
          <p:cNvSpPr>
            <a:spLocks noGrp="1"/>
          </p:cNvSpPr>
          <p:nvPr>
            <p:ph type="sldNum" sz="quarter" idx="12"/>
          </p:nvPr>
        </p:nvSpPr>
        <p:spPr/>
        <p:txBody>
          <a:bodyPr/>
          <a:lstStyle/>
          <a:p>
            <a:fld id="{EB5249F5-0093-48B0-B996-C4E44A87EAFB}" type="slidenum">
              <a:rPr lang="ru-RU" smtClean="0"/>
              <a:pPr/>
              <a:t>44</a:t>
            </a:fld>
            <a:endParaRPr lang="ru-RU"/>
          </a:p>
        </p:txBody>
      </p:sp>
      <p:sp>
        <p:nvSpPr>
          <p:cNvPr id="4" name="Заголовок 3">
            <a:extLst>
              <a:ext uri="{FF2B5EF4-FFF2-40B4-BE49-F238E27FC236}">
                <a16:creationId xmlns:a16="http://schemas.microsoft.com/office/drawing/2014/main" id="{B73DAF9F-89CE-4F14-9133-56E20CD75D02}"/>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2" name="Прямоугольник: скругленные углы 1">
            <a:extLst>
              <a:ext uri="{FF2B5EF4-FFF2-40B4-BE49-F238E27FC236}">
                <a16:creationId xmlns:a16="http://schemas.microsoft.com/office/drawing/2014/main" id="{37FBC6B4-0B3B-8393-F45A-DB7CFA062340}"/>
              </a:ext>
            </a:extLst>
          </p:cNvPr>
          <p:cNvSpPr/>
          <p:nvPr/>
        </p:nvSpPr>
        <p:spPr>
          <a:xfrm>
            <a:off x="639763" y="1520825"/>
            <a:ext cx="10926031" cy="1581879"/>
          </a:xfrm>
          <a:prstGeom prst="roundRect">
            <a:avLst>
              <a:gd name="adj" fmla="val 1104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cxnSp>
        <p:nvCxnSpPr>
          <p:cNvPr id="12" name="Прямая соединительная линия 11">
            <a:extLst>
              <a:ext uri="{FF2B5EF4-FFF2-40B4-BE49-F238E27FC236}">
                <a16:creationId xmlns:a16="http://schemas.microsoft.com/office/drawing/2014/main" id="{BC7D8E47-B6E1-B9A9-3332-53609CCD0761}"/>
              </a:ext>
            </a:extLst>
          </p:cNvPr>
          <p:cNvCxnSpPr/>
          <p:nvPr/>
        </p:nvCxnSpPr>
        <p:spPr>
          <a:xfrm>
            <a:off x="6103307" y="1520825"/>
            <a:ext cx="0" cy="1584000"/>
          </a:xfrm>
          <a:prstGeom prst="line">
            <a:avLst/>
          </a:prstGeom>
          <a:ln w="952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BC5840C7-41B6-AE69-BC0F-387384C4BB06}"/>
              </a:ext>
            </a:extLst>
          </p:cNvPr>
          <p:cNvCxnSpPr/>
          <p:nvPr/>
        </p:nvCxnSpPr>
        <p:spPr>
          <a:xfrm>
            <a:off x="8835079" y="1520825"/>
            <a:ext cx="0" cy="1584000"/>
          </a:xfrm>
          <a:prstGeom prst="line">
            <a:avLst/>
          </a:prstGeom>
          <a:ln w="952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2A9C9348-FB54-3355-5B7C-94DA43690ABC}"/>
              </a:ext>
            </a:extLst>
          </p:cNvPr>
          <p:cNvCxnSpPr>
            <a:cxnSpLocks/>
          </p:cNvCxnSpPr>
          <p:nvPr/>
        </p:nvCxnSpPr>
        <p:spPr>
          <a:xfrm flipH="1">
            <a:off x="3367088" y="1520825"/>
            <a:ext cx="4447" cy="1581879"/>
          </a:xfrm>
          <a:prstGeom prst="line">
            <a:avLst/>
          </a:prstGeom>
          <a:ln w="952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3" name="Прямоугольник: скругленные углы 22">
            <a:extLst>
              <a:ext uri="{FF2B5EF4-FFF2-40B4-BE49-F238E27FC236}">
                <a16:creationId xmlns:a16="http://schemas.microsoft.com/office/drawing/2014/main" id="{109E79C1-9814-07AE-EB79-BB5E2FFF5046}"/>
              </a:ext>
            </a:extLst>
          </p:cNvPr>
          <p:cNvSpPr/>
          <p:nvPr/>
        </p:nvSpPr>
        <p:spPr>
          <a:xfrm>
            <a:off x="639763" y="3276599"/>
            <a:ext cx="3420000" cy="2986089"/>
          </a:xfrm>
          <a:prstGeom prst="roundRect">
            <a:avLst>
              <a:gd name="adj" fmla="val 64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18" name="Диаграмма 17">
            <a:extLst>
              <a:ext uri="{FF2B5EF4-FFF2-40B4-BE49-F238E27FC236}">
                <a16:creationId xmlns:a16="http://schemas.microsoft.com/office/drawing/2014/main" id="{465B81ED-5816-0BEA-5FED-707676EF4F23}"/>
              </a:ext>
            </a:extLst>
          </p:cNvPr>
          <p:cNvGraphicFramePr/>
          <p:nvPr/>
        </p:nvGraphicFramePr>
        <p:xfrm>
          <a:off x="626206" y="4052888"/>
          <a:ext cx="3420001" cy="2209800"/>
        </p:xfrm>
        <a:graphic>
          <a:graphicData uri="http://schemas.openxmlformats.org/drawingml/2006/chart">
            <c:chart xmlns:c="http://schemas.openxmlformats.org/drawingml/2006/chart" xmlns:r="http://schemas.openxmlformats.org/officeDocument/2006/relationships" r:id="rId2"/>
          </a:graphicData>
        </a:graphic>
      </p:graphicFrame>
      <p:sp>
        <p:nvSpPr>
          <p:cNvPr id="29" name="TextBox 28">
            <a:extLst>
              <a:ext uri="{FF2B5EF4-FFF2-40B4-BE49-F238E27FC236}">
                <a16:creationId xmlns:a16="http://schemas.microsoft.com/office/drawing/2014/main" id="{77673AC6-F7BB-0931-9882-00347A56433A}"/>
              </a:ext>
            </a:extLst>
          </p:cNvPr>
          <p:cNvSpPr txBox="1"/>
          <p:nvPr/>
        </p:nvSpPr>
        <p:spPr>
          <a:xfrm>
            <a:off x="810364" y="3403875"/>
            <a:ext cx="3008821" cy="400110"/>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lang="ru-RU" sz="1400" b="1">
                <a:solidFill>
                  <a:srgbClr val="000000"/>
                </a:solidFill>
                <a:latin typeface="Arial" panose="020B0604020202020204"/>
              </a:rPr>
              <a:t>Заголовок диаграммы </a:t>
            </a:r>
            <a:r>
              <a:rPr kumimoji="0" lang="ru-RU" sz="1400" b="1" i="0" u="none" strike="noStrike" kern="1200" cap="none" spc="0" normalizeH="0" baseline="0" noProof="0">
                <a:ln>
                  <a:noFill/>
                </a:ln>
                <a:solidFill>
                  <a:srgbClr val="000000"/>
                </a:solidFill>
                <a:effectLst/>
                <a:uLnTx/>
                <a:uFillTx/>
                <a:latin typeface="Arial" panose="020B0604020202020204"/>
                <a:ea typeface="+mn-ea"/>
                <a:cs typeface="+mn-cs"/>
              </a:rPr>
              <a:t>в 1 строку</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00000"/>
                </a:solidFill>
                <a:effectLst/>
                <a:uLnTx/>
                <a:uFillTx/>
                <a:latin typeface="Arial" panose="020B0604020202020204"/>
                <a:ea typeface="+mn-ea"/>
                <a:cs typeface="+mn-cs"/>
              </a:rPr>
              <a:t>Подзаголовок или единицы измерения</a:t>
            </a:r>
          </a:p>
        </p:txBody>
      </p:sp>
      <p:grpSp>
        <p:nvGrpSpPr>
          <p:cNvPr id="34" name="Группа 33">
            <a:extLst>
              <a:ext uri="{FF2B5EF4-FFF2-40B4-BE49-F238E27FC236}">
                <a16:creationId xmlns:a16="http://schemas.microsoft.com/office/drawing/2014/main" id="{E947D07E-F112-AED3-C350-932BD6D575F4}"/>
              </a:ext>
            </a:extLst>
          </p:cNvPr>
          <p:cNvGrpSpPr/>
          <p:nvPr/>
        </p:nvGrpSpPr>
        <p:grpSpPr>
          <a:xfrm>
            <a:off x="2484499" y="5563458"/>
            <a:ext cx="1334686" cy="293549"/>
            <a:chOff x="2484499" y="5563458"/>
            <a:chExt cx="1334686" cy="293549"/>
          </a:xfrm>
        </p:grpSpPr>
        <p:sp>
          <p:nvSpPr>
            <p:cNvPr id="31" name="Объект 1">
              <a:extLst>
                <a:ext uri="{FF2B5EF4-FFF2-40B4-BE49-F238E27FC236}">
                  <a16:creationId xmlns:a16="http://schemas.microsoft.com/office/drawing/2014/main" id="{B8E50BD5-F066-82C9-2F62-0E2CB9F8047C}"/>
                </a:ext>
              </a:extLst>
            </p:cNvPr>
            <p:cNvSpPr txBox="1">
              <a:spLocks/>
            </p:cNvSpPr>
            <p:nvPr/>
          </p:nvSpPr>
          <p:spPr>
            <a:xfrm>
              <a:off x="2773958" y="5563458"/>
              <a:ext cx="1045227" cy="29354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Х</a:t>
              </a:r>
              <a:r>
                <a:rPr lang="ru-RU" sz="2400" b="1"/>
                <a:t>2,3 </a:t>
              </a:r>
              <a:r>
                <a:rPr lang="ru-RU" sz="1400" b="1"/>
                <a:t>раза</a:t>
              </a:r>
              <a:endParaRPr lang="ru-RU" sz="2400" b="1"/>
            </a:p>
          </p:txBody>
        </p:sp>
        <p:sp>
          <p:nvSpPr>
            <p:cNvPr id="33" name="Рисунок 11">
              <a:extLst>
                <a:ext uri="{FF2B5EF4-FFF2-40B4-BE49-F238E27FC236}">
                  <a16:creationId xmlns:a16="http://schemas.microsoft.com/office/drawing/2014/main" id="{03DC01EA-9439-D6A8-7847-6BFE061D20B1}"/>
                </a:ext>
              </a:extLst>
            </p:cNvPr>
            <p:cNvSpPr/>
            <p:nvPr/>
          </p:nvSpPr>
          <p:spPr>
            <a:xfrm>
              <a:off x="2484499" y="5607845"/>
              <a:ext cx="217328" cy="217348"/>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grpSp>
      <p:sp>
        <p:nvSpPr>
          <p:cNvPr id="37" name="Прямоугольник: скругленные углы 36">
            <a:extLst>
              <a:ext uri="{FF2B5EF4-FFF2-40B4-BE49-F238E27FC236}">
                <a16:creationId xmlns:a16="http://schemas.microsoft.com/office/drawing/2014/main" id="{98FDB37C-0778-405B-E01D-023BDCE96283}"/>
              </a:ext>
            </a:extLst>
          </p:cNvPr>
          <p:cNvSpPr/>
          <p:nvPr/>
        </p:nvSpPr>
        <p:spPr>
          <a:xfrm>
            <a:off x="4383578" y="3276599"/>
            <a:ext cx="3420000" cy="2986089"/>
          </a:xfrm>
          <a:prstGeom prst="roundRect">
            <a:avLst>
              <a:gd name="adj" fmla="val 64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38" name="Диаграмма 37">
            <a:extLst>
              <a:ext uri="{FF2B5EF4-FFF2-40B4-BE49-F238E27FC236}">
                <a16:creationId xmlns:a16="http://schemas.microsoft.com/office/drawing/2014/main" id="{0B9A288A-5182-B0C5-88A2-C4B61D31DE03}"/>
              </a:ext>
            </a:extLst>
          </p:cNvPr>
          <p:cNvGraphicFramePr/>
          <p:nvPr/>
        </p:nvGraphicFramePr>
        <p:xfrm>
          <a:off x="4370021" y="4052888"/>
          <a:ext cx="3420001" cy="2209800"/>
        </p:xfrm>
        <a:graphic>
          <a:graphicData uri="http://schemas.openxmlformats.org/drawingml/2006/chart">
            <c:chart xmlns:c="http://schemas.openxmlformats.org/drawingml/2006/chart" xmlns:r="http://schemas.openxmlformats.org/officeDocument/2006/relationships" r:id="rId3"/>
          </a:graphicData>
        </a:graphic>
      </p:graphicFrame>
      <p:sp>
        <p:nvSpPr>
          <p:cNvPr id="39" name="TextBox 38">
            <a:extLst>
              <a:ext uri="{FF2B5EF4-FFF2-40B4-BE49-F238E27FC236}">
                <a16:creationId xmlns:a16="http://schemas.microsoft.com/office/drawing/2014/main" id="{67BA3948-937A-4883-B0E8-56DD5375D3E8}"/>
              </a:ext>
            </a:extLst>
          </p:cNvPr>
          <p:cNvSpPr txBox="1"/>
          <p:nvPr/>
        </p:nvSpPr>
        <p:spPr>
          <a:xfrm>
            <a:off x="4554179" y="3403875"/>
            <a:ext cx="3008821" cy="400110"/>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lang="ru-RU" sz="1400" b="1">
                <a:solidFill>
                  <a:srgbClr val="000000"/>
                </a:solidFill>
                <a:latin typeface="Arial" panose="020B0604020202020204"/>
              </a:rPr>
              <a:t>Заголовок диаграммы </a:t>
            </a:r>
            <a:r>
              <a:rPr kumimoji="0" lang="ru-RU" sz="1400" b="1" i="0" u="none" strike="noStrike" kern="1200" cap="none" spc="0" normalizeH="0" baseline="0" noProof="0">
                <a:ln>
                  <a:noFill/>
                </a:ln>
                <a:solidFill>
                  <a:srgbClr val="000000"/>
                </a:solidFill>
                <a:effectLst/>
                <a:uLnTx/>
                <a:uFillTx/>
                <a:latin typeface="Arial" panose="020B0604020202020204"/>
                <a:ea typeface="+mn-ea"/>
                <a:cs typeface="+mn-cs"/>
              </a:rPr>
              <a:t>в 1 строку</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00000"/>
                </a:solidFill>
                <a:effectLst/>
                <a:uLnTx/>
                <a:uFillTx/>
                <a:latin typeface="Arial" panose="020B0604020202020204"/>
                <a:ea typeface="+mn-ea"/>
                <a:cs typeface="+mn-cs"/>
              </a:rPr>
              <a:t>Подзаголовок или единицы измерения</a:t>
            </a:r>
          </a:p>
        </p:txBody>
      </p:sp>
      <p:sp>
        <p:nvSpPr>
          <p:cNvPr id="41" name="Объект 1">
            <a:extLst>
              <a:ext uri="{FF2B5EF4-FFF2-40B4-BE49-F238E27FC236}">
                <a16:creationId xmlns:a16="http://schemas.microsoft.com/office/drawing/2014/main" id="{96F35F4C-5B04-49F9-CD91-37B7F74E85E4}"/>
              </a:ext>
            </a:extLst>
          </p:cNvPr>
          <p:cNvSpPr txBox="1">
            <a:spLocks/>
          </p:cNvSpPr>
          <p:nvPr/>
        </p:nvSpPr>
        <p:spPr>
          <a:xfrm>
            <a:off x="6517773" y="5563458"/>
            <a:ext cx="1045227" cy="29354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Х</a:t>
            </a:r>
            <a:r>
              <a:rPr lang="ru-RU" sz="2400" b="1"/>
              <a:t>3,2 </a:t>
            </a:r>
            <a:r>
              <a:rPr lang="ru-RU" sz="1400" b="1"/>
              <a:t>раза</a:t>
            </a:r>
            <a:endParaRPr lang="ru-RU" sz="2400" b="1"/>
          </a:p>
        </p:txBody>
      </p:sp>
      <p:sp>
        <p:nvSpPr>
          <p:cNvPr id="44" name="Прямоугольник: скругленные углы 43">
            <a:extLst>
              <a:ext uri="{FF2B5EF4-FFF2-40B4-BE49-F238E27FC236}">
                <a16:creationId xmlns:a16="http://schemas.microsoft.com/office/drawing/2014/main" id="{044B17F1-B503-7DBC-CD86-0681C293413A}"/>
              </a:ext>
            </a:extLst>
          </p:cNvPr>
          <p:cNvSpPr/>
          <p:nvPr/>
        </p:nvSpPr>
        <p:spPr>
          <a:xfrm>
            <a:off x="8127394" y="3276599"/>
            <a:ext cx="3420000" cy="2986089"/>
          </a:xfrm>
          <a:prstGeom prst="roundRect">
            <a:avLst>
              <a:gd name="adj" fmla="val 64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45" name="Диаграмма 44">
            <a:extLst>
              <a:ext uri="{FF2B5EF4-FFF2-40B4-BE49-F238E27FC236}">
                <a16:creationId xmlns:a16="http://schemas.microsoft.com/office/drawing/2014/main" id="{461F3676-071A-C1A2-4FCE-49A72A78073B}"/>
              </a:ext>
            </a:extLst>
          </p:cNvPr>
          <p:cNvGraphicFramePr/>
          <p:nvPr/>
        </p:nvGraphicFramePr>
        <p:xfrm>
          <a:off x="8113837" y="4052888"/>
          <a:ext cx="3420001" cy="2209800"/>
        </p:xfrm>
        <a:graphic>
          <a:graphicData uri="http://schemas.openxmlformats.org/drawingml/2006/chart">
            <c:chart xmlns:c="http://schemas.openxmlformats.org/drawingml/2006/chart" xmlns:r="http://schemas.openxmlformats.org/officeDocument/2006/relationships" r:id="rId4"/>
          </a:graphicData>
        </a:graphic>
      </p:graphicFrame>
      <p:sp>
        <p:nvSpPr>
          <p:cNvPr id="46" name="TextBox 45">
            <a:extLst>
              <a:ext uri="{FF2B5EF4-FFF2-40B4-BE49-F238E27FC236}">
                <a16:creationId xmlns:a16="http://schemas.microsoft.com/office/drawing/2014/main" id="{BBC8E3A1-15CF-3F76-51FD-6ABFCDE15080}"/>
              </a:ext>
            </a:extLst>
          </p:cNvPr>
          <p:cNvSpPr txBox="1"/>
          <p:nvPr/>
        </p:nvSpPr>
        <p:spPr>
          <a:xfrm>
            <a:off x="8297995" y="3403875"/>
            <a:ext cx="3008821" cy="400110"/>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lang="ru-RU" sz="1400" b="1">
                <a:solidFill>
                  <a:srgbClr val="000000"/>
                </a:solidFill>
                <a:latin typeface="Arial" panose="020B0604020202020204"/>
              </a:rPr>
              <a:t>Заголовок диаграммы </a:t>
            </a:r>
            <a:r>
              <a:rPr kumimoji="0" lang="ru-RU" sz="1400" b="1" i="0" u="none" strike="noStrike" kern="1200" cap="none" spc="0" normalizeH="0" baseline="0" noProof="0">
                <a:ln>
                  <a:noFill/>
                </a:ln>
                <a:solidFill>
                  <a:srgbClr val="000000"/>
                </a:solidFill>
                <a:effectLst/>
                <a:uLnTx/>
                <a:uFillTx/>
                <a:latin typeface="Arial" panose="020B0604020202020204"/>
                <a:ea typeface="+mn-ea"/>
                <a:cs typeface="+mn-cs"/>
              </a:rPr>
              <a:t>в 1 строку</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00000"/>
                </a:solidFill>
                <a:effectLst/>
                <a:uLnTx/>
                <a:uFillTx/>
                <a:latin typeface="Arial" panose="020B0604020202020204"/>
                <a:ea typeface="+mn-ea"/>
                <a:cs typeface="+mn-cs"/>
              </a:rPr>
              <a:t>Подзаголовок или единицы измерения</a:t>
            </a:r>
          </a:p>
        </p:txBody>
      </p:sp>
      <p:grpSp>
        <p:nvGrpSpPr>
          <p:cNvPr id="47" name="Группа 46">
            <a:extLst>
              <a:ext uri="{FF2B5EF4-FFF2-40B4-BE49-F238E27FC236}">
                <a16:creationId xmlns:a16="http://schemas.microsoft.com/office/drawing/2014/main" id="{2EA977AB-8C86-C4A2-C19A-DFDD625CE44A}"/>
              </a:ext>
            </a:extLst>
          </p:cNvPr>
          <p:cNvGrpSpPr/>
          <p:nvPr/>
        </p:nvGrpSpPr>
        <p:grpSpPr>
          <a:xfrm>
            <a:off x="9972130" y="5563458"/>
            <a:ext cx="1334686" cy="293549"/>
            <a:chOff x="2484499" y="5563458"/>
            <a:chExt cx="1334686" cy="293549"/>
          </a:xfrm>
        </p:grpSpPr>
        <p:sp>
          <p:nvSpPr>
            <p:cNvPr id="48" name="Объект 1">
              <a:extLst>
                <a:ext uri="{FF2B5EF4-FFF2-40B4-BE49-F238E27FC236}">
                  <a16:creationId xmlns:a16="http://schemas.microsoft.com/office/drawing/2014/main" id="{1FBF5370-CFDF-3CFF-1F9D-1977E26AF3CC}"/>
                </a:ext>
              </a:extLst>
            </p:cNvPr>
            <p:cNvSpPr txBox="1">
              <a:spLocks/>
            </p:cNvSpPr>
            <p:nvPr/>
          </p:nvSpPr>
          <p:spPr>
            <a:xfrm>
              <a:off x="2773958" y="5563458"/>
              <a:ext cx="1045227" cy="29354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Х</a:t>
              </a:r>
              <a:r>
                <a:rPr lang="ru-RU" sz="2400" b="1"/>
                <a:t>1,3 </a:t>
              </a:r>
              <a:r>
                <a:rPr lang="ru-RU" sz="1400" b="1"/>
                <a:t>раза</a:t>
              </a:r>
              <a:endParaRPr lang="ru-RU" sz="2400" b="1"/>
            </a:p>
          </p:txBody>
        </p:sp>
        <p:sp>
          <p:nvSpPr>
            <p:cNvPr id="49" name="Рисунок 11">
              <a:extLst>
                <a:ext uri="{FF2B5EF4-FFF2-40B4-BE49-F238E27FC236}">
                  <a16:creationId xmlns:a16="http://schemas.microsoft.com/office/drawing/2014/main" id="{47930452-3430-1229-798E-7E7CAFF1D94D}"/>
                </a:ext>
              </a:extLst>
            </p:cNvPr>
            <p:cNvSpPr/>
            <p:nvPr/>
          </p:nvSpPr>
          <p:spPr>
            <a:xfrm>
              <a:off x="2484499" y="5607845"/>
              <a:ext cx="217328" cy="217348"/>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grpSp>
      <p:sp>
        <p:nvSpPr>
          <p:cNvPr id="50" name="Рисунок 11">
            <a:extLst>
              <a:ext uri="{FF2B5EF4-FFF2-40B4-BE49-F238E27FC236}">
                <a16:creationId xmlns:a16="http://schemas.microsoft.com/office/drawing/2014/main" id="{511B91CB-8251-6D71-2FF0-F5243969DAF9}"/>
              </a:ext>
            </a:extLst>
          </p:cNvPr>
          <p:cNvSpPr/>
          <p:nvPr/>
        </p:nvSpPr>
        <p:spPr>
          <a:xfrm rot="10800000">
            <a:off x="6214758" y="5596264"/>
            <a:ext cx="230622" cy="230646"/>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sp>
        <p:nvSpPr>
          <p:cNvPr id="52" name="Объект 1">
            <a:extLst>
              <a:ext uri="{FF2B5EF4-FFF2-40B4-BE49-F238E27FC236}">
                <a16:creationId xmlns:a16="http://schemas.microsoft.com/office/drawing/2014/main" id="{701007DE-8930-94D0-6BCA-473612B1392B}"/>
              </a:ext>
            </a:extLst>
          </p:cNvPr>
          <p:cNvSpPr txBox="1">
            <a:spLocks/>
          </p:cNvSpPr>
          <p:nvPr/>
        </p:nvSpPr>
        <p:spPr>
          <a:xfrm>
            <a:off x="810364" y="1674201"/>
            <a:ext cx="2382411" cy="3939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подзаголовок</a:t>
            </a:r>
            <a:br>
              <a:rPr lang="ru-RU" sz="1400" b="1"/>
            </a:br>
            <a:r>
              <a:rPr lang="ru-RU" sz="1400" b="1"/>
              <a:t>в 1-2 строки</a:t>
            </a:r>
          </a:p>
        </p:txBody>
      </p:sp>
      <p:sp>
        <p:nvSpPr>
          <p:cNvPr id="53" name="Объект 1">
            <a:extLst>
              <a:ext uri="{FF2B5EF4-FFF2-40B4-BE49-F238E27FC236}">
                <a16:creationId xmlns:a16="http://schemas.microsoft.com/office/drawing/2014/main" id="{1041FC34-33E7-4A49-6FFB-900949F95B45}"/>
              </a:ext>
            </a:extLst>
          </p:cNvPr>
          <p:cNvSpPr txBox="1">
            <a:spLocks/>
          </p:cNvSpPr>
          <p:nvPr/>
        </p:nvSpPr>
        <p:spPr>
          <a:xfrm>
            <a:off x="810364" y="2129527"/>
            <a:ext cx="2382414" cy="83018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 Добавь </a:t>
            </a:r>
            <a:r>
              <a:rPr lang="ru-RU" sz="1200" err="1"/>
              <a:t>еще</a:t>
            </a:r>
            <a:r>
              <a:rPr lang="ru-RU" sz="1200"/>
              <a:t> текста. Можно </a:t>
            </a:r>
            <a:r>
              <a:rPr lang="ru-RU" sz="1200" err="1"/>
              <a:t>еще</a:t>
            </a:r>
            <a:r>
              <a:rPr lang="ru-RU" sz="1200"/>
              <a:t> немного. Здесь может быть твой текст. Добавь </a:t>
            </a:r>
            <a:r>
              <a:rPr lang="ru-RU" sz="1200" err="1"/>
              <a:t>еще</a:t>
            </a:r>
            <a:r>
              <a:rPr lang="ru-RU" sz="1200"/>
              <a:t> текста. Можно </a:t>
            </a:r>
            <a:r>
              <a:rPr lang="ru-RU" sz="1200" err="1"/>
              <a:t>еще</a:t>
            </a:r>
            <a:r>
              <a:rPr lang="ru-RU" sz="1200"/>
              <a:t> немного. Размести текст.</a:t>
            </a:r>
          </a:p>
        </p:txBody>
      </p:sp>
      <p:sp>
        <p:nvSpPr>
          <p:cNvPr id="55" name="Объект 1">
            <a:extLst>
              <a:ext uri="{FF2B5EF4-FFF2-40B4-BE49-F238E27FC236}">
                <a16:creationId xmlns:a16="http://schemas.microsoft.com/office/drawing/2014/main" id="{1BA2C691-9157-43BE-1650-149473544601}"/>
              </a:ext>
            </a:extLst>
          </p:cNvPr>
          <p:cNvSpPr txBox="1">
            <a:spLocks/>
          </p:cNvSpPr>
          <p:nvPr/>
        </p:nvSpPr>
        <p:spPr>
          <a:xfrm>
            <a:off x="3542135" y="1674201"/>
            <a:ext cx="2382411" cy="3939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подзаголовок</a:t>
            </a:r>
            <a:br>
              <a:rPr lang="ru-RU" sz="1400" b="1"/>
            </a:br>
            <a:r>
              <a:rPr lang="ru-RU" sz="1400" b="1"/>
              <a:t>в 1-2 строки</a:t>
            </a:r>
          </a:p>
        </p:txBody>
      </p:sp>
      <p:sp>
        <p:nvSpPr>
          <p:cNvPr id="56" name="Объект 1">
            <a:extLst>
              <a:ext uri="{FF2B5EF4-FFF2-40B4-BE49-F238E27FC236}">
                <a16:creationId xmlns:a16="http://schemas.microsoft.com/office/drawing/2014/main" id="{EB943FC0-81FD-664D-8015-B1CFD9B9146A}"/>
              </a:ext>
            </a:extLst>
          </p:cNvPr>
          <p:cNvSpPr txBox="1">
            <a:spLocks/>
          </p:cNvSpPr>
          <p:nvPr/>
        </p:nvSpPr>
        <p:spPr>
          <a:xfrm>
            <a:off x="3542135" y="2129527"/>
            <a:ext cx="2382414" cy="83018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 Добавь </a:t>
            </a:r>
            <a:r>
              <a:rPr lang="ru-RU" sz="1200" err="1"/>
              <a:t>еще</a:t>
            </a:r>
            <a:r>
              <a:rPr lang="ru-RU" sz="1200"/>
              <a:t> текста. Можно </a:t>
            </a:r>
            <a:r>
              <a:rPr lang="ru-RU" sz="1200" err="1"/>
              <a:t>еще</a:t>
            </a:r>
            <a:r>
              <a:rPr lang="ru-RU" sz="1200"/>
              <a:t> немного. Здесь может быть твой текст. Добавь </a:t>
            </a:r>
            <a:r>
              <a:rPr lang="ru-RU" sz="1200" err="1"/>
              <a:t>еще</a:t>
            </a:r>
            <a:r>
              <a:rPr lang="ru-RU" sz="1200"/>
              <a:t> текста. Можно </a:t>
            </a:r>
            <a:r>
              <a:rPr lang="ru-RU" sz="1200" err="1"/>
              <a:t>еще</a:t>
            </a:r>
            <a:r>
              <a:rPr lang="ru-RU" sz="1200"/>
              <a:t> немного. Размести текст.</a:t>
            </a:r>
          </a:p>
        </p:txBody>
      </p:sp>
      <p:sp>
        <p:nvSpPr>
          <p:cNvPr id="57" name="Объект 1">
            <a:extLst>
              <a:ext uri="{FF2B5EF4-FFF2-40B4-BE49-F238E27FC236}">
                <a16:creationId xmlns:a16="http://schemas.microsoft.com/office/drawing/2014/main" id="{6ABA9E9B-8E46-C691-8236-D8CDB50B6342}"/>
              </a:ext>
            </a:extLst>
          </p:cNvPr>
          <p:cNvSpPr txBox="1">
            <a:spLocks/>
          </p:cNvSpPr>
          <p:nvPr/>
        </p:nvSpPr>
        <p:spPr>
          <a:xfrm>
            <a:off x="6273906" y="1674201"/>
            <a:ext cx="2382411" cy="3939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подзаголовок</a:t>
            </a:r>
            <a:br>
              <a:rPr lang="ru-RU" sz="1400" b="1"/>
            </a:br>
            <a:r>
              <a:rPr lang="ru-RU" sz="1400" b="1"/>
              <a:t>в 1-2 строки</a:t>
            </a:r>
          </a:p>
        </p:txBody>
      </p:sp>
      <p:sp>
        <p:nvSpPr>
          <p:cNvPr id="58" name="Объект 1">
            <a:extLst>
              <a:ext uri="{FF2B5EF4-FFF2-40B4-BE49-F238E27FC236}">
                <a16:creationId xmlns:a16="http://schemas.microsoft.com/office/drawing/2014/main" id="{D1710F0D-BC0A-6843-2EB9-A4B4853ED1FE}"/>
              </a:ext>
            </a:extLst>
          </p:cNvPr>
          <p:cNvSpPr txBox="1">
            <a:spLocks/>
          </p:cNvSpPr>
          <p:nvPr/>
        </p:nvSpPr>
        <p:spPr>
          <a:xfrm>
            <a:off x="6273906" y="2129527"/>
            <a:ext cx="2382414" cy="83018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 Добавь еще текста. Можно еще немного. Здесь может быть твой текст. Добавь еще текста. Можно еще немного. Размести текст.</a:t>
            </a:r>
          </a:p>
        </p:txBody>
      </p:sp>
      <p:sp>
        <p:nvSpPr>
          <p:cNvPr id="59" name="Объект 1">
            <a:extLst>
              <a:ext uri="{FF2B5EF4-FFF2-40B4-BE49-F238E27FC236}">
                <a16:creationId xmlns:a16="http://schemas.microsoft.com/office/drawing/2014/main" id="{F8F47273-5051-892C-5B14-0BEB5EAD2E5F}"/>
              </a:ext>
            </a:extLst>
          </p:cNvPr>
          <p:cNvSpPr txBox="1">
            <a:spLocks/>
          </p:cNvSpPr>
          <p:nvPr/>
        </p:nvSpPr>
        <p:spPr>
          <a:xfrm>
            <a:off x="9005677" y="1674201"/>
            <a:ext cx="2382411" cy="3939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подзаголовок</a:t>
            </a:r>
            <a:br>
              <a:rPr lang="ru-RU" sz="1400" b="1"/>
            </a:br>
            <a:r>
              <a:rPr lang="ru-RU" sz="1400" b="1"/>
              <a:t>в 1-2 строки</a:t>
            </a:r>
          </a:p>
        </p:txBody>
      </p:sp>
      <p:sp>
        <p:nvSpPr>
          <p:cNvPr id="60" name="Объект 1">
            <a:extLst>
              <a:ext uri="{FF2B5EF4-FFF2-40B4-BE49-F238E27FC236}">
                <a16:creationId xmlns:a16="http://schemas.microsoft.com/office/drawing/2014/main" id="{2B635AD1-5647-110A-EBD5-DA76AA0FB88A}"/>
              </a:ext>
            </a:extLst>
          </p:cNvPr>
          <p:cNvSpPr txBox="1">
            <a:spLocks/>
          </p:cNvSpPr>
          <p:nvPr/>
        </p:nvSpPr>
        <p:spPr>
          <a:xfrm>
            <a:off x="9005677" y="2129527"/>
            <a:ext cx="2382414" cy="83018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 Добавь еще текста. Можно еще немного. Здесь может быть твой текст. Добавь еще текста. Можно еще немного. Размести текст.</a:t>
            </a:r>
          </a:p>
        </p:txBody>
      </p:sp>
      <p:sp>
        <p:nvSpPr>
          <p:cNvPr id="5" name="Нижний колонтитул 4">
            <a:extLst>
              <a:ext uri="{FF2B5EF4-FFF2-40B4-BE49-F238E27FC236}">
                <a16:creationId xmlns:a16="http://schemas.microsoft.com/office/drawing/2014/main" id="{3F6A2033-4788-F9A2-F465-5323575BF3E1}"/>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9612967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E3F1BCF5-FD44-FACB-E915-665A3AF4AAF7}"/>
              </a:ext>
            </a:extLst>
          </p:cNvPr>
          <p:cNvSpPr>
            <a:spLocks noGrp="1"/>
          </p:cNvSpPr>
          <p:nvPr>
            <p:ph type="sldNum" sz="quarter" idx="12"/>
          </p:nvPr>
        </p:nvSpPr>
        <p:spPr/>
        <p:txBody>
          <a:bodyPr/>
          <a:lstStyle/>
          <a:p>
            <a:fld id="{EB5249F5-0093-48B0-B996-C4E44A87EAFB}" type="slidenum">
              <a:rPr lang="ru-RU" smtClean="0"/>
              <a:pPr/>
              <a:t>45</a:t>
            </a:fld>
            <a:endParaRPr lang="ru-RU"/>
          </a:p>
        </p:txBody>
      </p:sp>
      <p:sp>
        <p:nvSpPr>
          <p:cNvPr id="4" name="Заголовок 3">
            <a:extLst>
              <a:ext uri="{FF2B5EF4-FFF2-40B4-BE49-F238E27FC236}">
                <a16:creationId xmlns:a16="http://schemas.microsoft.com/office/drawing/2014/main" id="{CBD5D7A4-51C1-2589-BCBF-8E17D32F0C38}"/>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9" name="Скругленный прямоугольник 11">
            <a:extLst>
              <a:ext uri="{FF2B5EF4-FFF2-40B4-BE49-F238E27FC236}">
                <a16:creationId xmlns:a16="http://schemas.microsoft.com/office/drawing/2014/main" id="{56C1A504-7D9A-C3BD-7A69-C5ECAA7BC6FE}"/>
              </a:ext>
            </a:extLst>
          </p:cNvPr>
          <p:cNvSpPr/>
          <p:nvPr/>
        </p:nvSpPr>
        <p:spPr>
          <a:xfrm>
            <a:off x="642304" y="1530720"/>
            <a:ext cx="10908346" cy="1440000"/>
          </a:xfrm>
          <a:prstGeom prst="roundRect">
            <a:avLst>
              <a:gd name="adj" fmla="val 13870"/>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graphicFrame>
        <p:nvGraphicFramePr>
          <p:cNvPr id="27" name="Диаграмма 26">
            <a:extLst>
              <a:ext uri="{FF2B5EF4-FFF2-40B4-BE49-F238E27FC236}">
                <a16:creationId xmlns:a16="http://schemas.microsoft.com/office/drawing/2014/main" id="{453A7F97-0ACB-A3D5-D327-B68E22FAC4DC}"/>
              </a:ext>
            </a:extLst>
          </p:cNvPr>
          <p:cNvGraphicFramePr/>
          <p:nvPr/>
        </p:nvGraphicFramePr>
        <p:xfrm>
          <a:off x="2457450" y="1638300"/>
          <a:ext cx="6149521" cy="1332420"/>
        </p:xfrm>
        <a:graphic>
          <a:graphicData uri="http://schemas.openxmlformats.org/drawingml/2006/chart">
            <c:chart xmlns:c="http://schemas.openxmlformats.org/drawingml/2006/chart" xmlns:r="http://schemas.openxmlformats.org/officeDocument/2006/relationships" r:id="rId2"/>
          </a:graphicData>
        </a:graphic>
      </p:graphicFrame>
      <p:cxnSp>
        <p:nvCxnSpPr>
          <p:cNvPr id="28" name="Прямая соединительная линия 27">
            <a:extLst>
              <a:ext uri="{FF2B5EF4-FFF2-40B4-BE49-F238E27FC236}">
                <a16:creationId xmlns:a16="http://schemas.microsoft.com/office/drawing/2014/main" id="{98F41240-D854-DAA7-1ED9-01EDC0D0BEDB}"/>
              </a:ext>
            </a:extLst>
          </p:cNvPr>
          <p:cNvCxnSpPr>
            <a:cxnSpLocks/>
          </p:cNvCxnSpPr>
          <p:nvPr/>
        </p:nvCxnSpPr>
        <p:spPr>
          <a:xfrm>
            <a:off x="8831717" y="1520825"/>
            <a:ext cx="0" cy="1449895"/>
          </a:xfrm>
          <a:prstGeom prst="line">
            <a:avLst/>
          </a:prstGeom>
          <a:ln w="952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 name="Объект 1">
            <a:extLst>
              <a:ext uri="{FF2B5EF4-FFF2-40B4-BE49-F238E27FC236}">
                <a16:creationId xmlns:a16="http://schemas.microsoft.com/office/drawing/2014/main" id="{DABAF70E-7A8B-535D-EC80-2F00EB71571B}"/>
              </a:ext>
            </a:extLst>
          </p:cNvPr>
          <p:cNvSpPr txBox="1">
            <a:spLocks/>
          </p:cNvSpPr>
          <p:nvPr/>
        </p:nvSpPr>
        <p:spPr>
          <a:xfrm>
            <a:off x="850333" y="1880182"/>
            <a:ext cx="1443287" cy="48544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Напиши краткий заголовок для диаграммы</a:t>
            </a:r>
          </a:p>
        </p:txBody>
      </p:sp>
      <p:sp>
        <p:nvSpPr>
          <p:cNvPr id="33" name="Объект 1">
            <a:extLst>
              <a:ext uri="{FF2B5EF4-FFF2-40B4-BE49-F238E27FC236}">
                <a16:creationId xmlns:a16="http://schemas.microsoft.com/office/drawing/2014/main" id="{B461EAAA-D767-D87B-F89F-7B71ECFD71BB}"/>
              </a:ext>
            </a:extLst>
          </p:cNvPr>
          <p:cNvSpPr txBox="1">
            <a:spLocks/>
          </p:cNvSpPr>
          <p:nvPr/>
        </p:nvSpPr>
        <p:spPr>
          <a:xfrm>
            <a:off x="850333" y="2448051"/>
            <a:ext cx="1443287" cy="17320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err="1">
                <a:solidFill>
                  <a:schemeClr val="accent6">
                    <a:lumMod val="75000"/>
                  </a:schemeClr>
                </a:solidFill>
              </a:rPr>
              <a:t>Ед.измерения</a:t>
            </a:r>
            <a:endParaRPr lang="ru-RU" sz="1000">
              <a:solidFill>
                <a:schemeClr val="accent6">
                  <a:lumMod val="75000"/>
                </a:schemeClr>
              </a:solidFill>
            </a:endParaRPr>
          </a:p>
        </p:txBody>
      </p:sp>
      <p:sp>
        <p:nvSpPr>
          <p:cNvPr id="35" name="Объект 1">
            <a:extLst>
              <a:ext uri="{FF2B5EF4-FFF2-40B4-BE49-F238E27FC236}">
                <a16:creationId xmlns:a16="http://schemas.microsoft.com/office/drawing/2014/main" id="{8B7A8289-190B-69B4-57AF-0C296A6B5984}"/>
              </a:ext>
            </a:extLst>
          </p:cNvPr>
          <p:cNvSpPr txBox="1">
            <a:spLocks/>
          </p:cNvSpPr>
          <p:nvPr/>
        </p:nvSpPr>
        <p:spPr>
          <a:xfrm>
            <a:off x="9002534" y="1700399"/>
            <a:ext cx="2382675" cy="32098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Напиши краткий подзаголовок в 1-2 строки</a:t>
            </a:r>
          </a:p>
        </p:txBody>
      </p:sp>
      <p:sp>
        <p:nvSpPr>
          <p:cNvPr id="36" name="Объект 1">
            <a:extLst>
              <a:ext uri="{FF2B5EF4-FFF2-40B4-BE49-F238E27FC236}">
                <a16:creationId xmlns:a16="http://schemas.microsoft.com/office/drawing/2014/main" id="{486CA16B-9040-FB45-E95E-0574334C3367}"/>
              </a:ext>
            </a:extLst>
          </p:cNvPr>
          <p:cNvSpPr txBox="1">
            <a:spLocks/>
          </p:cNvSpPr>
          <p:nvPr/>
        </p:nvSpPr>
        <p:spPr>
          <a:xfrm>
            <a:off x="9002533" y="2111906"/>
            <a:ext cx="2382674" cy="68913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 Добавь </a:t>
            </a:r>
            <a:r>
              <a:rPr lang="ru-RU" sz="1200" err="1"/>
              <a:t>еще</a:t>
            </a:r>
            <a:r>
              <a:rPr lang="ru-RU" sz="1200"/>
              <a:t> текста. Можно </a:t>
            </a:r>
            <a:r>
              <a:rPr lang="ru-RU" sz="1200" err="1"/>
              <a:t>еще</a:t>
            </a:r>
            <a:r>
              <a:rPr lang="ru-RU" sz="1200"/>
              <a:t> немного. Здесь может быть твой текст. Добавь </a:t>
            </a:r>
            <a:r>
              <a:rPr lang="ru-RU" sz="1200" err="1"/>
              <a:t>еще</a:t>
            </a:r>
            <a:r>
              <a:rPr lang="ru-RU" sz="1200"/>
              <a:t> текста. </a:t>
            </a:r>
          </a:p>
        </p:txBody>
      </p:sp>
      <p:sp>
        <p:nvSpPr>
          <p:cNvPr id="40" name="Скругленный прямоугольник 11">
            <a:extLst>
              <a:ext uri="{FF2B5EF4-FFF2-40B4-BE49-F238E27FC236}">
                <a16:creationId xmlns:a16="http://schemas.microsoft.com/office/drawing/2014/main" id="{B556F107-1D60-0D90-A4AA-D4B6055B2FFA}"/>
              </a:ext>
            </a:extLst>
          </p:cNvPr>
          <p:cNvSpPr/>
          <p:nvPr/>
        </p:nvSpPr>
        <p:spPr>
          <a:xfrm>
            <a:off x="642304" y="3174600"/>
            <a:ext cx="10908346" cy="1440000"/>
          </a:xfrm>
          <a:prstGeom prst="roundRect">
            <a:avLst>
              <a:gd name="adj" fmla="val 13870"/>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graphicFrame>
        <p:nvGraphicFramePr>
          <p:cNvPr id="41" name="Диаграмма 40">
            <a:extLst>
              <a:ext uri="{FF2B5EF4-FFF2-40B4-BE49-F238E27FC236}">
                <a16:creationId xmlns:a16="http://schemas.microsoft.com/office/drawing/2014/main" id="{2D086F0E-08F5-8CE3-E362-EDA1187FEC20}"/>
              </a:ext>
            </a:extLst>
          </p:cNvPr>
          <p:cNvGraphicFramePr/>
          <p:nvPr/>
        </p:nvGraphicFramePr>
        <p:xfrm>
          <a:off x="2457450" y="3282180"/>
          <a:ext cx="6149521" cy="1332420"/>
        </p:xfrm>
        <a:graphic>
          <a:graphicData uri="http://schemas.openxmlformats.org/drawingml/2006/chart">
            <c:chart xmlns:c="http://schemas.openxmlformats.org/drawingml/2006/chart" xmlns:r="http://schemas.openxmlformats.org/officeDocument/2006/relationships" r:id="rId3"/>
          </a:graphicData>
        </a:graphic>
      </p:graphicFrame>
      <p:cxnSp>
        <p:nvCxnSpPr>
          <p:cNvPr id="42" name="Прямая соединительная линия 41">
            <a:extLst>
              <a:ext uri="{FF2B5EF4-FFF2-40B4-BE49-F238E27FC236}">
                <a16:creationId xmlns:a16="http://schemas.microsoft.com/office/drawing/2014/main" id="{CA4ABADD-5D9D-DC03-CAF9-27FE599F42C5}"/>
              </a:ext>
            </a:extLst>
          </p:cNvPr>
          <p:cNvCxnSpPr>
            <a:cxnSpLocks/>
          </p:cNvCxnSpPr>
          <p:nvPr/>
        </p:nvCxnSpPr>
        <p:spPr>
          <a:xfrm>
            <a:off x="8831717" y="3164705"/>
            <a:ext cx="0" cy="1449895"/>
          </a:xfrm>
          <a:prstGeom prst="line">
            <a:avLst/>
          </a:prstGeom>
          <a:ln w="952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7" name="Объект 1">
            <a:extLst>
              <a:ext uri="{FF2B5EF4-FFF2-40B4-BE49-F238E27FC236}">
                <a16:creationId xmlns:a16="http://schemas.microsoft.com/office/drawing/2014/main" id="{2B0643D7-C616-AA20-88A0-CB4940866E8E}"/>
              </a:ext>
            </a:extLst>
          </p:cNvPr>
          <p:cNvSpPr txBox="1">
            <a:spLocks/>
          </p:cNvSpPr>
          <p:nvPr/>
        </p:nvSpPr>
        <p:spPr>
          <a:xfrm>
            <a:off x="850333" y="3524062"/>
            <a:ext cx="1443287" cy="48544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Напиши краткий заголовок для диаграммы</a:t>
            </a:r>
          </a:p>
        </p:txBody>
      </p:sp>
      <p:sp>
        <p:nvSpPr>
          <p:cNvPr id="48" name="Объект 1">
            <a:extLst>
              <a:ext uri="{FF2B5EF4-FFF2-40B4-BE49-F238E27FC236}">
                <a16:creationId xmlns:a16="http://schemas.microsoft.com/office/drawing/2014/main" id="{19108671-DE07-2634-F143-DDFC4D3E5BB7}"/>
              </a:ext>
            </a:extLst>
          </p:cNvPr>
          <p:cNvSpPr txBox="1">
            <a:spLocks/>
          </p:cNvSpPr>
          <p:nvPr/>
        </p:nvSpPr>
        <p:spPr>
          <a:xfrm>
            <a:off x="850333" y="4091931"/>
            <a:ext cx="1443287" cy="17320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err="1">
                <a:solidFill>
                  <a:schemeClr val="accent6">
                    <a:lumMod val="75000"/>
                  </a:schemeClr>
                </a:solidFill>
              </a:rPr>
              <a:t>Ед.измерения</a:t>
            </a:r>
            <a:endParaRPr lang="ru-RU" sz="1000">
              <a:solidFill>
                <a:schemeClr val="accent6">
                  <a:lumMod val="75000"/>
                </a:schemeClr>
              </a:solidFill>
            </a:endParaRPr>
          </a:p>
        </p:txBody>
      </p:sp>
      <p:sp>
        <p:nvSpPr>
          <p:cNvPr id="45" name="Объект 1">
            <a:extLst>
              <a:ext uri="{FF2B5EF4-FFF2-40B4-BE49-F238E27FC236}">
                <a16:creationId xmlns:a16="http://schemas.microsoft.com/office/drawing/2014/main" id="{2D3F44FA-E9B5-7EF2-9409-80659B3C5535}"/>
              </a:ext>
            </a:extLst>
          </p:cNvPr>
          <p:cNvSpPr txBox="1">
            <a:spLocks/>
          </p:cNvSpPr>
          <p:nvPr/>
        </p:nvSpPr>
        <p:spPr>
          <a:xfrm>
            <a:off x="9002534" y="3344279"/>
            <a:ext cx="2382675" cy="32098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Напиши краткий подзаголовок в 1-2 строки</a:t>
            </a:r>
          </a:p>
        </p:txBody>
      </p:sp>
      <p:sp>
        <p:nvSpPr>
          <p:cNvPr id="46" name="Объект 1">
            <a:extLst>
              <a:ext uri="{FF2B5EF4-FFF2-40B4-BE49-F238E27FC236}">
                <a16:creationId xmlns:a16="http://schemas.microsoft.com/office/drawing/2014/main" id="{8F229739-B179-7E43-4354-0268764AB497}"/>
              </a:ext>
            </a:extLst>
          </p:cNvPr>
          <p:cNvSpPr txBox="1">
            <a:spLocks/>
          </p:cNvSpPr>
          <p:nvPr/>
        </p:nvSpPr>
        <p:spPr>
          <a:xfrm>
            <a:off x="9002533" y="3755786"/>
            <a:ext cx="2382674" cy="68913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 Добавь еще текста. Можно еще немного. Здесь может быть твой текст. Добавь еще текста. </a:t>
            </a:r>
          </a:p>
        </p:txBody>
      </p:sp>
      <p:sp>
        <p:nvSpPr>
          <p:cNvPr id="50" name="Скругленный прямоугольник 11">
            <a:extLst>
              <a:ext uri="{FF2B5EF4-FFF2-40B4-BE49-F238E27FC236}">
                <a16:creationId xmlns:a16="http://schemas.microsoft.com/office/drawing/2014/main" id="{1806322C-531B-4418-1418-12ABB13DD0F0}"/>
              </a:ext>
            </a:extLst>
          </p:cNvPr>
          <p:cNvSpPr/>
          <p:nvPr/>
        </p:nvSpPr>
        <p:spPr>
          <a:xfrm>
            <a:off x="642304" y="4818481"/>
            <a:ext cx="10908346" cy="1440000"/>
          </a:xfrm>
          <a:prstGeom prst="roundRect">
            <a:avLst>
              <a:gd name="adj" fmla="val 13870"/>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graphicFrame>
        <p:nvGraphicFramePr>
          <p:cNvPr id="51" name="Диаграмма 50">
            <a:extLst>
              <a:ext uri="{FF2B5EF4-FFF2-40B4-BE49-F238E27FC236}">
                <a16:creationId xmlns:a16="http://schemas.microsoft.com/office/drawing/2014/main" id="{6D988CBB-0D47-2498-378F-6B09AC0AE9EF}"/>
              </a:ext>
            </a:extLst>
          </p:cNvPr>
          <p:cNvGraphicFramePr/>
          <p:nvPr/>
        </p:nvGraphicFramePr>
        <p:xfrm>
          <a:off x="2457450" y="4926061"/>
          <a:ext cx="6149521" cy="1332420"/>
        </p:xfrm>
        <a:graphic>
          <a:graphicData uri="http://schemas.openxmlformats.org/drawingml/2006/chart">
            <c:chart xmlns:c="http://schemas.openxmlformats.org/drawingml/2006/chart" xmlns:r="http://schemas.openxmlformats.org/officeDocument/2006/relationships" r:id="rId4"/>
          </a:graphicData>
        </a:graphic>
      </p:graphicFrame>
      <p:cxnSp>
        <p:nvCxnSpPr>
          <p:cNvPr id="52" name="Прямая соединительная линия 51">
            <a:extLst>
              <a:ext uri="{FF2B5EF4-FFF2-40B4-BE49-F238E27FC236}">
                <a16:creationId xmlns:a16="http://schemas.microsoft.com/office/drawing/2014/main" id="{F0EF6177-1D9F-3EE3-80B4-C1FE29FFF361}"/>
              </a:ext>
            </a:extLst>
          </p:cNvPr>
          <p:cNvCxnSpPr>
            <a:cxnSpLocks/>
          </p:cNvCxnSpPr>
          <p:nvPr/>
        </p:nvCxnSpPr>
        <p:spPr>
          <a:xfrm>
            <a:off x="8831717" y="4808586"/>
            <a:ext cx="0" cy="1449895"/>
          </a:xfrm>
          <a:prstGeom prst="line">
            <a:avLst/>
          </a:prstGeom>
          <a:ln w="952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7" name="Объект 1">
            <a:extLst>
              <a:ext uri="{FF2B5EF4-FFF2-40B4-BE49-F238E27FC236}">
                <a16:creationId xmlns:a16="http://schemas.microsoft.com/office/drawing/2014/main" id="{2061AA5C-5470-5617-274D-53D7D2480781}"/>
              </a:ext>
            </a:extLst>
          </p:cNvPr>
          <p:cNvSpPr txBox="1">
            <a:spLocks/>
          </p:cNvSpPr>
          <p:nvPr/>
        </p:nvSpPr>
        <p:spPr>
          <a:xfrm>
            <a:off x="850333" y="5167943"/>
            <a:ext cx="1443287" cy="48544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Напиши краткий заголовок для диаграммы</a:t>
            </a:r>
          </a:p>
        </p:txBody>
      </p:sp>
      <p:sp>
        <p:nvSpPr>
          <p:cNvPr id="58" name="Объект 1">
            <a:extLst>
              <a:ext uri="{FF2B5EF4-FFF2-40B4-BE49-F238E27FC236}">
                <a16:creationId xmlns:a16="http://schemas.microsoft.com/office/drawing/2014/main" id="{A89922B1-BBCB-C24A-13D9-4132956ACC53}"/>
              </a:ext>
            </a:extLst>
          </p:cNvPr>
          <p:cNvSpPr txBox="1">
            <a:spLocks/>
          </p:cNvSpPr>
          <p:nvPr/>
        </p:nvSpPr>
        <p:spPr>
          <a:xfrm>
            <a:off x="850333" y="5735812"/>
            <a:ext cx="1443287" cy="17320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err="1">
                <a:solidFill>
                  <a:schemeClr val="accent6">
                    <a:lumMod val="75000"/>
                  </a:schemeClr>
                </a:solidFill>
              </a:rPr>
              <a:t>Ед.измерения</a:t>
            </a:r>
            <a:endParaRPr lang="ru-RU" sz="1000">
              <a:solidFill>
                <a:schemeClr val="accent6">
                  <a:lumMod val="75000"/>
                </a:schemeClr>
              </a:solidFill>
            </a:endParaRPr>
          </a:p>
        </p:txBody>
      </p:sp>
      <p:sp>
        <p:nvSpPr>
          <p:cNvPr id="55" name="Объект 1">
            <a:extLst>
              <a:ext uri="{FF2B5EF4-FFF2-40B4-BE49-F238E27FC236}">
                <a16:creationId xmlns:a16="http://schemas.microsoft.com/office/drawing/2014/main" id="{78102D0D-A5C1-2B0D-6BDB-C3ADCD91EBD0}"/>
              </a:ext>
            </a:extLst>
          </p:cNvPr>
          <p:cNvSpPr txBox="1">
            <a:spLocks/>
          </p:cNvSpPr>
          <p:nvPr/>
        </p:nvSpPr>
        <p:spPr>
          <a:xfrm>
            <a:off x="9002534" y="4988160"/>
            <a:ext cx="2382675" cy="32098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Напиши краткий подзаголовок в 1-2 строки</a:t>
            </a:r>
          </a:p>
        </p:txBody>
      </p:sp>
      <p:sp>
        <p:nvSpPr>
          <p:cNvPr id="56" name="Объект 1">
            <a:extLst>
              <a:ext uri="{FF2B5EF4-FFF2-40B4-BE49-F238E27FC236}">
                <a16:creationId xmlns:a16="http://schemas.microsoft.com/office/drawing/2014/main" id="{6010819F-4132-637F-AA9D-85D64E4DE89E}"/>
              </a:ext>
            </a:extLst>
          </p:cNvPr>
          <p:cNvSpPr txBox="1">
            <a:spLocks/>
          </p:cNvSpPr>
          <p:nvPr/>
        </p:nvSpPr>
        <p:spPr>
          <a:xfrm>
            <a:off x="9002533" y="5399667"/>
            <a:ext cx="2382674" cy="68913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 Добавь еще текста. Можно еще немного. Здесь может быть твой текст. Добавь еще текста. </a:t>
            </a:r>
          </a:p>
        </p:txBody>
      </p:sp>
      <p:sp>
        <p:nvSpPr>
          <p:cNvPr id="2" name="Нижний колонтитул 1">
            <a:extLst>
              <a:ext uri="{FF2B5EF4-FFF2-40B4-BE49-F238E27FC236}">
                <a16:creationId xmlns:a16="http://schemas.microsoft.com/office/drawing/2014/main" id="{B7CDDAF8-6043-3E88-6E52-428A2777E3AC}"/>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0168239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Заголовок 11">
            <a:extLst>
              <a:ext uri="{FF2B5EF4-FFF2-40B4-BE49-F238E27FC236}">
                <a16:creationId xmlns:a16="http://schemas.microsoft.com/office/drawing/2014/main" id="{56F3279A-F28B-4C69-8285-5D3149D0203A}"/>
              </a:ext>
            </a:extLst>
          </p:cNvPr>
          <p:cNvSpPr>
            <a:spLocks noGrp="1"/>
          </p:cNvSpPr>
          <p:nvPr>
            <p:ph type="title"/>
          </p:nvPr>
        </p:nvSpPr>
        <p:spPr>
          <a:xfrm>
            <a:off x="639764" y="411163"/>
            <a:ext cx="10910888" cy="684465"/>
          </a:xfrm>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46</a:t>
            </a:fld>
            <a:endParaRPr lang="ru-RU"/>
          </a:p>
        </p:txBody>
      </p:sp>
      <p:sp>
        <p:nvSpPr>
          <p:cNvPr id="7" name="Прямоугольник: скругленные углы 6">
            <a:extLst>
              <a:ext uri="{FF2B5EF4-FFF2-40B4-BE49-F238E27FC236}">
                <a16:creationId xmlns:a16="http://schemas.microsoft.com/office/drawing/2014/main" id="{DA0BE267-4BF2-473C-A7F2-F93AED39C977}"/>
              </a:ext>
            </a:extLst>
          </p:cNvPr>
          <p:cNvSpPr/>
          <p:nvPr/>
        </p:nvSpPr>
        <p:spPr>
          <a:xfrm>
            <a:off x="638627" y="1964267"/>
            <a:ext cx="5012874" cy="4298421"/>
          </a:xfrm>
          <a:prstGeom prst="roundRect">
            <a:avLst>
              <a:gd name="adj" fmla="val 1043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 name="Объект 12">
            <a:extLst>
              <a:ext uri="{FF2B5EF4-FFF2-40B4-BE49-F238E27FC236}">
                <a16:creationId xmlns:a16="http://schemas.microsoft.com/office/drawing/2014/main" id="{8772F188-449B-44E0-A4B5-F930BB45A946}"/>
              </a:ext>
            </a:extLst>
          </p:cNvPr>
          <p:cNvSpPr>
            <a:spLocks noGrp="1"/>
          </p:cNvSpPr>
          <p:nvPr>
            <p:ph idx="1"/>
          </p:nvPr>
        </p:nvSpPr>
        <p:spPr>
          <a:xfrm>
            <a:off x="619443" y="1448160"/>
            <a:ext cx="3379787" cy="478778"/>
          </a:xfrm>
        </p:spPr>
        <p:txBody>
          <a:bodyPr/>
          <a:lstStyle/>
          <a:p>
            <a:pPr lvl="1"/>
            <a:r>
              <a:rPr lang="ru-RU" sz="2400"/>
              <a:t>Подзаголовок</a:t>
            </a:r>
          </a:p>
        </p:txBody>
      </p:sp>
      <p:grpSp>
        <p:nvGrpSpPr>
          <p:cNvPr id="51" name="Группа 50">
            <a:extLst>
              <a:ext uri="{FF2B5EF4-FFF2-40B4-BE49-F238E27FC236}">
                <a16:creationId xmlns:a16="http://schemas.microsoft.com/office/drawing/2014/main" id="{A86CBC82-1229-49FC-A0E8-D511AEDC8E4A}"/>
              </a:ext>
            </a:extLst>
          </p:cNvPr>
          <p:cNvGrpSpPr/>
          <p:nvPr/>
        </p:nvGrpSpPr>
        <p:grpSpPr>
          <a:xfrm>
            <a:off x="2809026" y="1506564"/>
            <a:ext cx="928687" cy="252000"/>
            <a:chOff x="639762" y="2243320"/>
            <a:chExt cx="928687" cy="252000"/>
          </a:xfrm>
        </p:grpSpPr>
        <p:sp>
          <p:nvSpPr>
            <p:cNvPr id="52" name="Прямоугольник: скругленные углы 51">
              <a:extLst>
                <a:ext uri="{FF2B5EF4-FFF2-40B4-BE49-F238E27FC236}">
                  <a16:creationId xmlns:a16="http://schemas.microsoft.com/office/drawing/2014/main" id="{6DA156D3-619A-493B-9D46-D1EE69E349B2}"/>
                </a:ext>
              </a:extLst>
            </p:cNvPr>
            <p:cNvSpPr/>
            <p:nvPr/>
          </p:nvSpPr>
          <p:spPr>
            <a:xfrm>
              <a:off x="639762" y="2243320"/>
              <a:ext cx="928687"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ПЛАН</a:t>
              </a:r>
            </a:p>
          </p:txBody>
        </p:sp>
        <p:sp>
          <p:nvSpPr>
            <p:cNvPr id="53" name="Полилиния: фигура 52">
              <a:extLst>
                <a:ext uri="{FF2B5EF4-FFF2-40B4-BE49-F238E27FC236}">
                  <a16:creationId xmlns:a16="http://schemas.microsoft.com/office/drawing/2014/main" id="{48E9AD0B-EC6D-46B6-82C6-B95CEEE46B8C}"/>
                </a:ext>
              </a:extLst>
            </p:cNvPr>
            <p:cNvSpPr/>
            <p:nvPr/>
          </p:nvSpPr>
          <p:spPr>
            <a:xfrm>
              <a:off x="733281" y="2296824"/>
              <a:ext cx="152815" cy="135812"/>
            </a:xfrm>
            <a:custGeom>
              <a:avLst/>
              <a:gdLst>
                <a:gd name="connsiteX0" fmla="*/ 89966 w 171450"/>
                <a:gd name="connsiteY0" fmla="*/ 58723 h 152374"/>
                <a:gd name="connsiteX1" fmla="*/ 87324 w 171450"/>
                <a:gd name="connsiteY1" fmla="*/ 71933 h 152374"/>
                <a:gd name="connsiteX2" fmla="*/ 96503 w 171450"/>
                <a:gd name="connsiteY2" fmla="*/ 85699 h 152374"/>
                <a:gd name="connsiteX3" fmla="*/ 47625 w 171450"/>
                <a:gd name="connsiteY3" fmla="*/ 85699 h 152374"/>
                <a:gd name="connsiteX4" fmla="*/ 38100 w 171450"/>
                <a:gd name="connsiteY4" fmla="*/ 95224 h 152374"/>
                <a:gd name="connsiteX5" fmla="*/ 47625 w 171450"/>
                <a:gd name="connsiteY5" fmla="*/ 104749 h 152374"/>
                <a:gd name="connsiteX6" fmla="*/ 96503 w 171450"/>
                <a:gd name="connsiteY6" fmla="*/ 104749 h 152374"/>
                <a:gd name="connsiteX7" fmla="*/ 87324 w 171450"/>
                <a:gd name="connsiteY7" fmla="*/ 118515 h 152374"/>
                <a:gd name="connsiteX8" fmla="*/ 89966 w 171450"/>
                <a:gd name="connsiteY8" fmla="*/ 131724 h 152374"/>
                <a:gd name="connsiteX9" fmla="*/ 103176 w 171450"/>
                <a:gd name="connsiteY9" fmla="*/ 129083 h 152374"/>
                <a:gd name="connsiteX10" fmla="*/ 122226 w 171450"/>
                <a:gd name="connsiteY10" fmla="*/ 100508 h 152374"/>
                <a:gd name="connsiteX11" fmla="*/ 122226 w 171450"/>
                <a:gd name="connsiteY11" fmla="*/ 89940 h 152374"/>
                <a:gd name="connsiteX12" fmla="*/ 103176 w 171450"/>
                <a:gd name="connsiteY12" fmla="*/ 61365 h 152374"/>
                <a:gd name="connsiteX13" fmla="*/ 89966 w 171450"/>
                <a:gd name="connsiteY13" fmla="*/ 58723 h 152374"/>
                <a:gd name="connsiteX14" fmla="*/ 85725 w 171450"/>
                <a:gd name="connsiteY14" fmla="*/ 38074 h 152374"/>
                <a:gd name="connsiteX15" fmla="*/ 138806 w 171450"/>
                <a:gd name="connsiteY15" fmla="*/ 39364 h 152374"/>
                <a:gd name="connsiteX16" fmla="*/ 152400 w 171450"/>
                <a:gd name="connsiteY16" fmla="*/ 40220 h 152374"/>
                <a:gd name="connsiteX17" fmla="*/ 171062 w 171450"/>
                <a:gd name="connsiteY17" fmla="*/ 57125 h 152374"/>
                <a:gd name="connsiteX18" fmla="*/ 171450 w 171450"/>
                <a:gd name="connsiteY18" fmla="*/ 95224 h 152374"/>
                <a:gd name="connsiteX19" fmla="*/ 171449 w 171450"/>
                <a:gd name="connsiteY19" fmla="*/ 95539 h 152374"/>
                <a:gd name="connsiteX20" fmla="*/ 171450 w 171450"/>
                <a:gd name="connsiteY20" fmla="*/ 99987 h 152374"/>
                <a:gd name="connsiteX21" fmla="*/ 85725 w 171450"/>
                <a:gd name="connsiteY21" fmla="*/ 152374 h 152374"/>
                <a:gd name="connsiteX22" fmla="*/ 0 w 171450"/>
                <a:gd name="connsiteY22" fmla="*/ 99987 h 152374"/>
                <a:gd name="connsiteX23" fmla="*/ 1 w 171450"/>
                <a:gd name="connsiteY23" fmla="*/ 95539 h 152374"/>
                <a:gd name="connsiteX24" fmla="*/ 0 w 171450"/>
                <a:gd name="connsiteY24" fmla="*/ 95224 h 152374"/>
                <a:gd name="connsiteX25" fmla="*/ 387 w 171450"/>
                <a:gd name="connsiteY25" fmla="*/ 57125 h 152374"/>
                <a:gd name="connsiteX26" fmla="*/ 19050 w 171450"/>
                <a:gd name="connsiteY26" fmla="*/ 40220 h 152374"/>
                <a:gd name="connsiteX27" fmla="*/ 32644 w 171450"/>
                <a:gd name="connsiteY27" fmla="*/ 39364 h 152374"/>
                <a:gd name="connsiteX28" fmla="*/ 85725 w 171450"/>
                <a:gd name="connsiteY28" fmla="*/ 38074 h 152374"/>
                <a:gd name="connsiteX29" fmla="*/ 109714 w 171450"/>
                <a:gd name="connsiteY29" fmla="*/ 15 h 152374"/>
                <a:gd name="connsiteX30" fmla="*/ 153452 w 171450"/>
                <a:gd name="connsiteY30" fmla="*/ 13917 h 152374"/>
                <a:gd name="connsiteX31" fmla="*/ 157162 w 171450"/>
                <a:gd name="connsiteY31" fmla="*/ 19023 h 152374"/>
                <a:gd name="connsiteX32" fmla="*/ 152400 w 171450"/>
                <a:gd name="connsiteY32" fmla="*/ 30669 h 152374"/>
                <a:gd name="connsiteX33" fmla="*/ 109718 w 171450"/>
                <a:gd name="connsiteY33" fmla="*/ 28699 h 152374"/>
                <a:gd name="connsiteX34" fmla="*/ 109537 w 171450"/>
                <a:gd name="connsiteY34" fmla="*/ 28696 h 152374"/>
                <a:gd name="connsiteX35" fmla="*/ 95430 w 171450"/>
                <a:gd name="connsiteY35" fmla="*/ 14269 h 152374"/>
                <a:gd name="connsiteX36" fmla="*/ 109714 w 171450"/>
                <a:gd name="connsiteY36" fmla="*/ 15 h 152374"/>
                <a:gd name="connsiteX37" fmla="*/ 61912 w 171450"/>
                <a:gd name="connsiteY37" fmla="*/ 12 h 152374"/>
                <a:gd name="connsiteX38" fmla="*/ 76199 w 171450"/>
                <a:gd name="connsiteY38" fmla="*/ 14266 h 152374"/>
                <a:gd name="connsiteX39" fmla="*/ 62092 w 171450"/>
                <a:gd name="connsiteY39" fmla="*/ 28693 h 152374"/>
                <a:gd name="connsiteX40" fmla="*/ 61912 w 171450"/>
                <a:gd name="connsiteY40" fmla="*/ 28696 h 152374"/>
                <a:gd name="connsiteX41" fmla="*/ 19049 w 171450"/>
                <a:gd name="connsiteY41" fmla="*/ 30669 h 152374"/>
                <a:gd name="connsiteX42" fmla="*/ 14287 w 171450"/>
                <a:gd name="connsiteY42" fmla="*/ 19023 h 152374"/>
                <a:gd name="connsiteX43" fmla="*/ 17899 w 171450"/>
                <a:gd name="connsiteY43" fmla="*/ 14062 h 152374"/>
                <a:gd name="connsiteX44" fmla="*/ 61912 w 171450"/>
                <a:gd name="connsiteY44" fmla="*/ 12 h 15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52374">
                  <a:moveTo>
                    <a:pt x="89966" y="58723"/>
                  </a:moveTo>
                  <a:cubicBezTo>
                    <a:pt x="85590" y="61642"/>
                    <a:pt x="84407" y="67556"/>
                    <a:pt x="87324" y="71933"/>
                  </a:cubicBezTo>
                  <a:lnTo>
                    <a:pt x="96503" y="85699"/>
                  </a:lnTo>
                  <a:lnTo>
                    <a:pt x="47625" y="85699"/>
                  </a:lnTo>
                  <a:cubicBezTo>
                    <a:pt x="42365" y="85699"/>
                    <a:pt x="38100" y="89963"/>
                    <a:pt x="38100" y="95224"/>
                  </a:cubicBezTo>
                  <a:cubicBezTo>
                    <a:pt x="38100" y="100485"/>
                    <a:pt x="42365" y="104749"/>
                    <a:pt x="47625" y="104749"/>
                  </a:cubicBezTo>
                  <a:lnTo>
                    <a:pt x="96503" y="104749"/>
                  </a:lnTo>
                  <a:lnTo>
                    <a:pt x="87324" y="118515"/>
                  </a:lnTo>
                  <a:cubicBezTo>
                    <a:pt x="84407" y="122892"/>
                    <a:pt x="85590" y="128806"/>
                    <a:pt x="89966" y="131724"/>
                  </a:cubicBezTo>
                  <a:cubicBezTo>
                    <a:pt x="94343" y="134642"/>
                    <a:pt x="100257" y="133459"/>
                    <a:pt x="103176" y="129083"/>
                  </a:cubicBezTo>
                  <a:lnTo>
                    <a:pt x="122226" y="100508"/>
                  </a:lnTo>
                  <a:cubicBezTo>
                    <a:pt x="124358" y="97308"/>
                    <a:pt x="124358" y="93140"/>
                    <a:pt x="122226" y="89940"/>
                  </a:cubicBezTo>
                  <a:lnTo>
                    <a:pt x="103176" y="61365"/>
                  </a:lnTo>
                  <a:cubicBezTo>
                    <a:pt x="100257" y="56988"/>
                    <a:pt x="94343" y="55806"/>
                    <a:pt x="89966" y="58723"/>
                  </a:cubicBezTo>
                  <a:close/>
                  <a:moveTo>
                    <a:pt x="85725" y="38074"/>
                  </a:moveTo>
                  <a:cubicBezTo>
                    <a:pt x="109315" y="38074"/>
                    <a:pt x="126413" y="38074"/>
                    <a:pt x="138806" y="39364"/>
                  </a:cubicBezTo>
                  <a:cubicBezTo>
                    <a:pt x="143652" y="39622"/>
                    <a:pt x="148179" y="39911"/>
                    <a:pt x="152400" y="40220"/>
                  </a:cubicBezTo>
                  <a:cubicBezTo>
                    <a:pt x="167908" y="41355"/>
                    <a:pt x="171450" y="42837"/>
                    <a:pt x="171062" y="57125"/>
                  </a:cubicBezTo>
                  <a:cubicBezTo>
                    <a:pt x="171450" y="66044"/>
                    <a:pt x="171450" y="78055"/>
                    <a:pt x="171450" y="95224"/>
                  </a:cubicBezTo>
                  <a:lnTo>
                    <a:pt x="171449" y="95539"/>
                  </a:lnTo>
                  <a:lnTo>
                    <a:pt x="171450" y="99987"/>
                  </a:lnTo>
                  <a:cubicBezTo>
                    <a:pt x="171450" y="141446"/>
                    <a:pt x="171450" y="152374"/>
                    <a:pt x="85725" y="152374"/>
                  </a:cubicBezTo>
                  <a:cubicBezTo>
                    <a:pt x="0" y="152374"/>
                    <a:pt x="0" y="141446"/>
                    <a:pt x="0" y="99987"/>
                  </a:cubicBezTo>
                  <a:lnTo>
                    <a:pt x="1" y="95539"/>
                  </a:lnTo>
                  <a:lnTo>
                    <a:pt x="0" y="95224"/>
                  </a:lnTo>
                  <a:cubicBezTo>
                    <a:pt x="0" y="78055"/>
                    <a:pt x="0" y="66044"/>
                    <a:pt x="387" y="57125"/>
                  </a:cubicBezTo>
                  <a:cubicBezTo>
                    <a:pt x="387" y="42837"/>
                    <a:pt x="3542" y="41355"/>
                    <a:pt x="19050" y="40220"/>
                  </a:cubicBezTo>
                  <a:cubicBezTo>
                    <a:pt x="23272" y="39911"/>
                    <a:pt x="27798" y="39622"/>
                    <a:pt x="32644" y="39364"/>
                  </a:cubicBezTo>
                  <a:cubicBezTo>
                    <a:pt x="45037" y="38074"/>
                    <a:pt x="62135" y="38074"/>
                    <a:pt x="85725" y="38074"/>
                  </a:cubicBezTo>
                  <a:close/>
                  <a:moveTo>
                    <a:pt x="109714" y="15"/>
                  </a:moveTo>
                  <a:cubicBezTo>
                    <a:pt x="143711" y="250"/>
                    <a:pt x="144906" y="1927"/>
                    <a:pt x="153452" y="13917"/>
                  </a:cubicBezTo>
                  <a:cubicBezTo>
                    <a:pt x="154542" y="15445"/>
                    <a:pt x="155751" y="17141"/>
                    <a:pt x="157162" y="19023"/>
                  </a:cubicBezTo>
                  <a:cubicBezTo>
                    <a:pt x="164417" y="28696"/>
                    <a:pt x="161925" y="31356"/>
                    <a:pt x="152400" y="30669"/>
                  </a:cubicBezTo>
                  <a:cubicBezTo>
                    <a:pt x="139407" y="29732"/>
                    <a:pt x="128610" y="29000"/>
                    <a:pt x="109718" y="28699"/>
                  </a:cubicBezTo>
                  <a:lnTo>
                    <a:pt x="109537" y="28696"/>
                  </a:lnTo>
                  <a:cubicBezTo>
                    <a:pt x="95517" y="28473"/>
                    <a:pt x="95430" y="28472"/>
                    <a:pt x="95430" y="14269"/>
                  </a:cubicBezTo>
                  <a:cubicBezTo>
                    <a:pt x="95430" y="116"/>
                    <a:pt x="95521" y="-84"/>
                    <a:pt x="109714" y="15"/>
                  </a:cubicBezTo>
                  <a:close/>
                  <a:moveTo>
                    <a:pt x="61912" y="12"/>
                  </a:moveTo>
                  <a:cubicBezTo>
                    <a:pt x="76106" y="-87"/>
                    <a:pt x="76199" y="111"/>
                    <a:pt x="76199" y="14266"/>
                  </a:cubicBezTo>
                  <a:cubicBezTo>
                    <a:pt x="76199" y="28469"/>
                    <a:pt x="76112" y="28470"/>
                    <a:pt x="62092" y="28693"/>
                  </a:cubicBezTo>
                  <a:lnTo>
                    <a:pt x="61912" y="28696"/>
                  </a:lnTo>
                  <a:cubicBezTo>
                    <a:pt x="43019" y="28997"/>
                    <a:pt x="32042" y="29732"/>
                    <a:pt x="19049" y="30669"/>
                  </a:cubicBezTo>
                  <a:cubicBezTo>
                    <a:pt x="9524" y="31356"/>
                    <a:pt x="7032" y="28696"/>
                    <a:pt x="14287" y="19023"/>
                  </a:cubicBezTo>
                  <a:cubicBezTo>
                    <a:pt x="15654" y="17201"/>
                    <a:pt x="16833" y="15552"/>
                    <a:pt x="17899" y="14062"/>
                  </a:cubicBezTo>
                  <a:cubicBezTo>
                    <a:pt x="26571" y="1939"/>
                    <a:pt x="27781" y="248"/>
                    <a:pt x="61912" y="12"/>
                  </a:cubicBezTo>
                  <a:close/>
                </a:path>
              </a:pathLst>
            </a:custGeom>
            <a:solidFill>
              <a:schemeClr val="bg2"/>
            </a:solidFill>
            <a:ln w="9525" cap="flat">
              <a:noFill/>
              <a:prstDash val="solid"/>
              <a:miter/>
            </a:ln>
          </p:spPr>
          <p:txBody>
            <a:bodyPr rtlCol="0" anchor="ctr"/>
            <a:lstStyle/>
            <a:p>
              <a:endParaRPr lang="ru-RU"/>
            </a:p>
          </p:txBody>
        </p:sp>
      </p:grpSp>
      <p:sp>
        <p:nvSpPr>
          <p:cNvPr id="18" name="Объект 12">
            <a:extLst>
              <a:ext uri="{FF2B5EF4-FFF2-40B4-BE49-F238E27FC236}">
                <a16:creationId xmlns:a16="http://schemas.microsoft.com/office/drawing/2014/main" id="{FF4A22D6-F85C-4573-8D0D-981F49F1F053}"/>
              </a:ext>
            </a:extLst>
          </p:cNvPr>
          <p:cNvSpPr txBox="1">
            <a:spLocks/>
          </p:cNvSpPr>
          <p:nvPr/>
        </p:nvSpPr>
        <p:spPr>
          <a:xfrm>
            <a:off x="962807" y="2220903"/>
            <a:ext cx="1777602" cy="323798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spcAft>
                <a:spcPts val="600"/>
              </a:spcAft>
            </a:pPr>
            <a:r>
              <a:rPr lang="ru-RU" sz="1400"/>
              <a:t>Здесь может быть твой подзаголовок </a:t>
            </a:r>
          </a:p>
          <a:p>
            <a:pPr>
              <a:spcAft>
                <a:spcPts val="600"/>
              </a:spcAft>
            </a:pPr>
            <a:r>
              <a:rPr lang="ru-RU" sz="1200"/>
              <a:t>Здесь может быть твой текст. Размести здесь свой текст. Добавь ещё текст. Здесь может быть твой текст. </a:t>
            </a:r>
          </a:p>
          <a:p>
            <a:pPr lvl="2">
              <a:spcAft>
                <a:spcPts val="600"/>
              </a:spcAft>
            </a:pPr>
            <a:r>
              <a:rPr lang="ru-RU" sz="1200"/>
              <a:t>Размести здесь свой текст. </a:t>
            </a:r>
          </a:p>
          <a:p>
            <a:pPr lvl="2">
              <a:spcAft>
                <a:spcPts val="600"/>
              </a:spcAft>
            </a:pPr>
            <a:r>
              <a:rPr lang="ru-RU" sz="1200"/>
              <a:t>Добавь ещё текст. </a:t>
            </a:r>
          </a:p>
          <a:p>
            <a:pPr lvl="2">
              <a:spcAft>
                <a:spcPts val="600"/>
              </a:spcAft>
            </a:pPr>
            <a:r>
              <a:rPr lang="ru-RU" sz="1200"/>
              <a:t>Здесь может быть твой текст. </a:t>
            </a:r>
          </a:p>
          <a:p>
            <a:endParaRPr lang="ru-RU"/>
          </a:p>
        </p:txBody>
      </p:sp>
      <p:graphicFrame>
        <p:nvGraphicFramePr>
          <p:cNvPr id="39" name="Диаграмма 38">
            <a:extLst>
              <a:ext uri="{FF2B5EF4-FFF2-40B4-BE49-F238E27FC236}">
                <a16:creationId xmlns:a16="http://schemas.microsoft.com/office/drawing/2014/main" id="{E5D38732-14A0-45BF-8680-CBBAE8F9311D}"/>
              </a:ext>
            </a:extLst>
          </p:cNvPr>
          <p:cNvGraphicFramePr/>
          <p:nvPr/>
        </p:nvGraphicFramePr>
        <p:xfrm>
          <a:off x="2968912" y="2030004"/>
          <a:ext cx="2452823" cy="2825853"/>
        </p:xfrm>
        <a:graphic>
          <a:graphicData uri="http://schemas.openxmlformats.org/drawingml/2006/chart">
            <c:chart xmlns:c="http://schemas.openxmlformats.org/drawingml/2006/chart" xmlns:r="http://schemas.openxmlformats.org/officeDocument/2006/relationships" r:id="rId2"/>
          </a:graphicData>
        </a:graphic>
      </p:graphicFrame>
      <p:sp>
        <p:nvSpPr>
          <p:cNvPr id="40" name="Объект 1">
            <a:extLst>
              <a:ext uri="{FF2B5EF4-FFF2-40B4-BE49-F238E27FC236}">
                <a16:creationId xmlns:a16="http://schemas.microsoft.com/office/drawing/2014/main" id="{9B1EF945-771D-4353-B5D6-C94DD39F1417}"/>
              </a:ext>
            </a:extLst>
          </p:cNvPr>
          <p:cNvSpPr txBox="1">
            <a:spLocks/>
          </p:cNvSpPr>
          <p:nvPr/>
        </p:nvSpPr>
        <p:spPr>
          <a:xfrm>
            <a:off x="1006696" y="5004749"/>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41" name="Объект 1">
            <a:extLst>
              <a:ext uri="{FF2B5EF4-FFF2-40B4-BE49-F238E27FC236}">
                <a16:creationId xmlns:a16="http://schemas.microsoft.com/office/drawing/2014/main" id="{8EA7CC1A-1458-4A05-8B29-446343299BF3}"/>
              </a:ext>
            </a:extLst>
          </p:cNvPr>
          <p:cNvSpPr txBox="1">
            <a:spLocks/>
          </p:cNvSpPr>
          <p:nvPr/>
        </p:nvSpPr>
        <p:spPr>
          <a:xfrm>
            <a:off x="1006694" y="5500899"/>
            <a:ext cx="1142855"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58" name="Объект 1">
            <a:extLst>
              <a:ext uri="{FF2B5EF4-FFF2-40B4-BE49-F238E27FC236}">
                <a16:creationId xmlns:a16="http://schemas.microsoft.com/office/drawing/2014/main" id="{831CE49E-B1C6-48F5-9D74-856DDFB8611A}"/>
              </a:ext>
            </a:extLst>
          </p:cNvPr>
          <p:cNvSpPr txBox="1">
            <a:spLocks/>
          </p:cNvSpPr>
          <p:nvPr/>
        </p:nvSpPr>
        <p:spPr>
          <a:xfrm>
            <a:off x="2613255" y="5004749"/>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59" name="Объект 1">
            <a:extLst>
              <a:ext uri="{FF2B5EF4-FFF2-40B4-BE49-F238E27FC236}">
                <a16:creationId xmlns:a16="http://schemas.microsoft.com/office/drawing/2014/main" id="{AADC4A7A-45E8-4D3F-9B04-6731F0126E06}"/>
              </a:ext>
            </a:extLst>
          </p:cNvPr>
          <p:cNvSpPr txBox="1">
            <a:spLocks/>
          </p:cNvSpPr>
          <p:nvPr/>
        </p:nvSpPr>
        <p:spPr>
          <a:xfrm>
            <a:off x="2613253" y="5500899"/>
            <a:ext cx="10064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61" name="Объект 1">
            <a:extLst>
              <a:ext uri="{FF2B5EF4-FFF2-40B4-BE49-F238E27FC236}">
                <a16:creationId xmlns:a16="http://schemas.microsoft.com/office/drawing/2014/main" id="{F534B166-FE8F-437F-BE86-8F3CC18D2CC9}"/>
              </a:ext>
            </a:extLst>
          </p:cNvPr>
          <p:cNvSpPr txBox="1">
            <a:spLocks/>
          </p:cNvSpPr>
          <p:nvPr/>
        </p:nvSpPr>
        <p:spPr>
          <a:xfrm>
            <a:off x="4253162" y="5004749"/>
            <a:ext cx="1322408"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62" name="Объект 1">
            <a:extLst>
              <a:ext uri="{FF2B5EF4-FFF2-40B4-BE49-F238E27FC236}">
                <a16:creationId xmlns:a16="http://schemas.microsoft.com/office/drawing/2014/main" id="{CA56DAE0-426A-407C-99C0-BF35987DC8B3}"/>
              </a:ext>
            </a:extLst>
          </p:cNvPr>
          <p:cNvSpPr txBox="1">
            <a:spLocks/>
          </p:cNvSpPr>
          <p:nvPr/>
        </p:nvSpPr>
        <p:spPr>
          <a:xfrm>
            <a:off x="4253159" y="5500899"/>
            <a:ext cx="10064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45" name="Прямоугольник: скругленные углы 44">
            <a:extLst>
              <a:ext uri="{FF2B5EF4-FFF2-40B4-BE49-F238E27FC236}">
                <a16:creationId xmlns:a16="http://schemas.microsoft.com/office/drawing/2014/main" id="{46D18D88-22A0-44B9-8F49-5C01D77140D1}"/>
              </a:ext>
            </a:extLst>
          </p:cNvPr>
          <p:cNvSpPr/>
          <p:nvPr/>
        </p:nvSpPr>
        <p:spPr>
          <a:xfrm>
            <a:off x="6552920" y="1964267"/>
            <a:ext cx="5012874" cy="4298421"/>
          </a:xfrm>
          <a:prstGeom prst="roundRect">
            <a:avLst>
              <a:gd name="adj" fmla="val 1043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6" name="Объект 12">
            <a:extLst>
              <a:ext uri="{FF2B5EF4-FFF2-40B4-BE49-F238E27FC236}">
                <a16:creationId xmlns:a16="http://schemas.microsoft.com/office/drawing/2014/main" id="{3A561033-6855-498E-9A5A-8BD514A75AAB}"/>
              </a:ext>
            </a:extLst>
          </p:cNvPr>
          <p:cNvSpPr txBox="1">
            <a:spLocks/>
          </p:cNvSpPr>
          <p:nvPr/>
        </p:nvSpPr>
        <p:spPr>
          <a:xfrm>
            <a:off x="6533736" y="1448160"/>
            <a:ext cx="3379787" cy="47877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2400"/>
              <a:t>Подзаголовок</a:t>
            </a:r>
          </a:p>
        </p:txBody>
      </p:sp>
      <p:sp>
        <p:nvSpPr>
          <p:cNvPr id="50" name="Объект 12">
            <a:extLst>
              <a:ext uri="{FF2B5EF4-FFF2-40B4-BE49-F238E27FC236}">
                <a16:creationId xmlns:a16="http://schemas.microsoft.com/office/drawing/2014/main" id="{3CC74C4D-E421-4121-B352-BBC061D6F484}"/>
              </a:ext>
            </a:extLst>
          </p:cNvPr>
          <p:cNvSpPr txBox="1">
            <a:spLocks/>
          </p:cNvSpPr>
          <p:nvPr/>
        </p:nvSpPr>
        <p:spPr>
          <a:xfrm>
            <a:off x="6881817" y="2220903"/>
            <a:ext cx="1777602" cy="323798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spcAft>
                <a:spcPts val="600"/>
              </a:spcAft>
            </a:pPr>
            <a:r>
              <a:rPr lang="ru-RU" sz="1400"/>
              <a:t>Здесь может быть твой подзаголовок </a:t>
            </a:r>
          </a:p>
          <a:p>
            <a:pPr>
              <a:spcAft>
                <a:spcPts val="600"/>
              </a:spcAft>
            </a:pPr>
            <a:r>
              <a:rPr lang="ru-RU" sz="1200"/>
              <a:t>Здесь может быть твой текст. Размести здесь свой текст. Добавь ещё текст. Здесь может быть твой текст. </a:t>
            </a:r>
          </a:p>
          <a:p>
            <a:pPr lvl="2">
              <a:spcAft>
                <a:spcPts val="600"/>
              </a:spcAft>
            </a:pPr>
            <a:r>
              <a:rPr lang="ru-RU" sz="1200"/>
              <a:t>Размести здесь свой текст. </a:t>
            </a:r>
          </a:p>
          <a:p>
            <a:pPr lvl="2">
              <a:spcAft>
                <a:spcPts val="600"/>
              </a:spcAft>
            </a:pPr>
            <a:r>
              <a:rPr lang="ru-RU" sz="1200"/>
              <a:t>Добавь ещё текст. </a:t>
            </a:r>
          </a:p>
          <a:p>
            <a:pPr lvl="2">
              <a:spcAft>
                <a:spcPts val="600"/>
              </a:spcAft>
            </a:pPr>
            <a:r>
              <a:rPr lang="ru-RU" sz="1200"/>
              <a:t>Здесь может быть твой текст. </a:t>
            </a:r>
          </a:p>
          <a:p>
            <a:endParaRPr lang="ru-RU"/>
          </a:p>
        </p:txBody>
      </p:sp>
      <p:sp>
        <p:nvSpPr>
          <p:cNvPr id="76" name="Объект 1">
            <a:extLst>
              <a:ext uri="{FF2B5EF4-FFF2-40B4-BE49-F238E27FC236}">
                <a16:creationId xmlns:a16="http://schemas.microsoft.com/office/drawing/2014/main" id="{86A2E1A3-83D3-4CA5-8FDB-76E06F352168}"/>
              </a:ext>
            </a:extLst>
          </p:cNvPr>
          <p:cNvSpPr txBox="1">
            <a:spLocks/>
          </p:cNvSpPr>
          <p:nvPr/>
        </p:nvSpPr>
        <p:spPr>
          <a:xfrm>
            <a:off x="6925706" y="5004749"/>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77" name="Объект 1">
            <a:extLst>
              <a:ext uri="{FF2B5EF4-FFF2-40B4-BE49-F238E27FC236}">
                <a16:creationId xmlns:a16="http://schemas.microsoft.com/office/drawing/2014/main" id="{88D39B59-6069-4326-BEA1-291FF52C7C47}"/>
              </a:ext>
            </a:extLst>
          </p:cNvPr>
          <p:cNvSpPr txBox="1">
            <a:spLocks/>
          </p:cNvSpPr>
          <p:nvPr/>
        </p:nvSpPr>
        <p:spPr>
          <a:xfrm>
            <a:off x="6925704" y="5500899"/>
            <a:ext cx="1142855"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80" name="Объект 1">
            <a:extLst>
              <a:ext uri="{FF2B5EF4-FFF2-40B4-BE49-F238E27FC236}">
                <a16:creationId xmlns:a16="http://schemas.microsoft.com/office/drawing/2014/main" id="{9E11741C-74EA-4A0A-8023-063A4B0DAA96}"/>
              </a:ext>
            </a:extLst>
          </p:cNvPr>
          <p:cNvSpPr txBox="1">
            <a:spLocks/>
          </p:cNvSpPr>
          <p:nvPr/>
        </p:nvSpPr>
        <p:spPr>
          <a:xfrm>
            <a:off x="8529906" y="5004749"/>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81" name="Объект 1">
            <a:extLst>
              <a:ext uri="{FF2B5EF4-FFF2-40B4-BE49-F238E27FC236}">
                <a16:creationId xmlns:a16="http://schemas.microsoft.com/office/drawing/2014/main" id="{FCE19422-21B2-404C-9076-566486DD28E1}"/>
              </a:ext>
            </a:extLst>
          </p:cNvPr>
          <p:cNvSpPr txBox="1">
            <a:spLocks/>
          </p:cNvSpPr>
          <p:nvPr/>
        </p:nvSpPr>
        <p:spPr>
          <a:xfrm>
            <a:off x="8529904" y="5500899"/>
            <a:ext cx="10064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83" name="Объект 1">
            <a:extLst>
              <a:ext uri="{FF2B5EF4-FFF2-40B4-BE49-F238E27FC236}">
                <a16:creationId xmlns:a16="http://schemas.microsoft.com/office/drawing/2014/main" id="{50199EC6-7B3E-42FA-82FC-190448E56DF7}"/>
              </a:ext>
            </a:extLst>
          </p:cNvPr>
          <p:cNvSpPr txBox="1">
            <a:spLocks/>
          </p:cNvSpPr>
          <p:nvPr/>
        </p:nvSpPr>
        <p:spPr>
          <a:xfrm>
            <a:off x="10134107" y="5004749"/>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84" name="Объект 1">
            <a:extLst>
              <a:ext uri="{FF2B5EF4-FFF2-40B4-BE49-F238E27FC236}">
                <a16:creationId xmlns:a16="http://schemas.microsoft.com/office/drawing/2014/main" id="{2A98C07A-B279-4691-8F9E-D1F7F4E4ED37}"/>
              </a:ext>
            </a:extLst>
          </p:cNvPr>
          <p:cNvSpPr txBox="1">
            <a:spLocks/>
          </p:cNvSpPr>
          <p:nvPr/>
        </p:nvSpPr>
        <p:spPr>
          <a:xfrm>
            <a:off x="10134105" y="5500899"/>
            <a:ext cx="10064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grpSp>
        <p:nvGrpSpPr>
          <p:cNvPr id="85" name="Группа 84">
            <a:extLst>
              <a:ext uri="{FF2B5EF4-FFF2-40B4-BE49-F238E27FC236}">
                <a16:creationId xmlns:a16="http://schemas.microsoft.com/office/drawing/2014/main" id="{40B9FA10-6744-4E6E-A0E7-557F6B77A01C}"/>
              </a:ext>
            </a:extLst>
          </p:cNvPr>
          <p:cNvGrpSpPr/>
          <p:nvPr/>
        </p:nvGrpSpPr>
        <p:grpSpPr>
          <a:xfrm>
            <a:off x="8723319" y="1523519"/>
            <a:ext cx="902884" cy="252000"/>
            <a:chOff x="2900766" y="2243320"/>
            <a:chExt cx="902884" cy="252000"/>
          </a:xfrm>
        </p:grpSpPr>
        <p:sp>
          <p:nvSpPr>
            <p:cNvPr id="86" name="Прямоугольник: скругленные углы 85">
              <a:extLst>
                <a:ext uri="{FF2B5EF4-FFF2-40B4-BE49-F238E27FC236}">
                  <a16:creationId xmlns:a16="http://schemas.microsoft.com/office/drawing/2014/main" id="{A4EE7DAF-DF1D-4FB0-86CE-1B2D30B7F878}"/>
                </a:ext>
              </a:extLst>
            </p:cNvPr>
            <p:cNvSpPr/>
            <p:nvPr/>
          </p:nvSpPr>
          <p:spPr>
            <a:xfrm>
              <a:off x="2900766" y="2243320"/>
              <a:ext cx="902884"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ФАКТ</a:t>
              </a:r>
            </a:p>
          </p:txBody>
        </p:sp>
        <p:sp>
          <p:nvSpPr>
            <p:cNvPr id="87" name="Полилиния: фигура 86">
              <a:extLst>
                <a:ext uri="{FF2B5EF4-FFF2-40B4-BE49-F238E27FC236}">
                  <a16:creationId xmlns:a16="http://schemas.microsoft.com/office/drawing/2014/main" id="{AA4FA72D-7F87-44AB-BACE-98EE142D809B}"/>
                </a:ext>
              </a:extLst>
            </p:cNvPr>
            <p:cNvSpPr/>
            <p:nvPr/>
          </p:nvSpPr>
          <p:spPr>
            <a:xfrm>
              <a:off x="2990292" y="2295151"/>
              <a:ext cx="154699" cy="137486"/>
            </a:xfrm>
            <a:custGeom>
              <a:avLst/>
              <a:gdLst>
                <a:gd name="connsiteX0" fmla="*/ 107565 w 171450"/>
                <a:gd name="connsiteY0" fmla="*/ 69439 h 152374"/>
                <a:gd name="connsiteX1" fmla="*/ 85725 w 171450"/>
                <a:gd name="connsiteY1" fmla="*/ 91279 h 152374"/>
                <a:gd name="connsiteX2" fmla="*/ 73410 w 171450"/>
                <a:gd name="connsiteY2" fmla="*/ 78964 h 152374"/>
                <a:gd name="connsiteX3" fmla="*/ 59940 w 171450"/>
                <a:gd name="connsiteY3" fmla="*/ 78964 h 152374"/>
                <a:gd name="connsiteX4" fmla="*/ 59940 w 171450"/>
                <a:gd name="connsiteY4" fmla="*/ 92434 h 152374"/>
                <a:gd name="connsiteX5" fmla="*/ 78990 w 171450"/>
                <a:gd name="connsiteY5" fmla="*/ 111484 h 152374"/>
                <a:gd name="connsiteX6" fmla="*/ 92460 w 171450"/>
                <a:gd name="connsiteY6" fmla="*/ 111484 h 152374"/>
                <a:gd name="connsiteX7" fmla="*/ 121035 w 171450"/>
                <a:gd name="connsiteY7" fmla="*/ 82909 h 152374"/>
                <a:gd name="connsiteX8" fmla="*/ 121035 w 171450"/>
                <a:gd name="connsiteY8" fmla="*/ 69439 h 152374"/>
                <a:gd name="connsiteX9" fmla="*/ 107565 w 171450"/>
                <a:gd name="connsiteY9" fmla="*/ 69439 h 152374"/>
                <a:gd name="connsiteX10" fmla="*/ 85725 w 171450"/>
                <a:gd name="connsiteY10" fmla="*/ 38074 h 152374"/>
                <a:gd name="connsiteX11" fmla="*/ 138806 w 171450"/>
                <a:gd name="connsiteY11" fmla="*/ 39364 h 152374"/>
                <a:gd name="connsiteX12" fmla="*/ 152400 w 171450"/>
                <a:gd name="connsiteY12" fmla="*/ 40220 h 152374"/>
                <a:gd name="connsiteX13" fmla="*/ 171062 w 171450"/>
                <a:gd name="connsiteY13" fmla="*/ 57125 h 152374"/>
                <a:gd name="connsiteX14" fmla="*/ 171450 w 171450"/>
                <a:gd name="connsiteY14" fmla="*/ 95224 h 152374"/>
                <a:gd name="connsiteX15" fmla="*/ 171449 w 171450"/>
                <a:gd name="connsiteY15" fmla="*/ 95539 h 152374"/>
                <a:gd name="connsiteX16" fmla="*/ 171450 w 171450"/>
                <a:gd name="connsiteY16" fmla="*/ 99987 h 152374"/>
                <a:gd name="connsiteX17" fmla="*/ 85725 w 171450"/>
                <a:gd name="connsiteY17" fmla="*/ 152374 h 152374"/>
                <a:gd name="connsiteX18" fmla="*/ 0 w 171450"/>
                <a:gd name="connsiteY18" fmla="*/ 99987 h 152374"/>
                <a:gd name="connsiteX19" fmla="*/ 1 w 171450"/>
                <a:gd name="connsiteY19" fmla="*/ 95539 h 152374"/>
                <a:gd name="connsiteX20" fmla="*/ 0 w 171450"/>
                <a:gd name="connsiteY20" fmla="*/ 95224 h 152374"/>
                <a:gd name="connsiteX21" fmla="*/ 387 w 171450"/>
                <a:gd name="connsiteY21" fmla="*/ 57125 h 152374"/>
                <a:gd name="connsiteX22" fmla="*/ 19050 w 171450"/>
                <a:gd name="connsiteY22" fmla="*/ 40220 h 152374"/>
                <a:gd name="connsiteX23" fmla="*/ 32644 w 171450"/>
                <a:gd name="connsiteY23" fmla="*/ 39364 h 152374"/>
                <a:gd name="connsiteX24" fmla="*/ 85725 w 171450"/>
                <a:gd name="connsiteY24" fmla="*/ 38074 h 152374"/>
                <a:gd name="connsiteX25" fmla="*/ 109714 w 171450"/>
                <a:gd name="connsiteY25" fmla="*/ 15 h 152374"/>
                <a:gd name="connsiteX26" fmla="*/ 153452 w 171450"/>
                <a:gd name="connsiteY26" fmla="*/ 13917 h 152374"/>
                <a:gd name="connsiteX27" fmla="*/ 157162 w 171450"/>
                <a:gd name="connsiteY27" fmla="*/ 19023 h 152374"/>
                <a:gd name="connsiteX28" fmla="*/ 152400 w 171450"/>
                <a:gd name="connsiteY28" fmla="*/ 30669 h 152374"/>
                <a:gd name="connsiteX29" fmla="*/ 109718 w 171450"/>
                <a:gd name="connsiteY29" fmla="*/ 28699 h 152374"/>
                <a:gd name="connsiteX30" fmla="*/ 109537 w 171450"/>
                <a:gd name="connsiteY30" fmla="*/ 28696 h 152374"/>
                <a:gd name="connsiteX31" fmla="*/ 95430 w 171450"/>
                <a:gd name="connsiteY31" fmla="*/ 14269 h 152374"/>
                <a:gd name="connsiteX32" fmla="*/ 109714 w 171450"/>
                <a:gd name="connsiteY32" fmla="*/ 15 h 152374"/>
                <a:gd name="connsiteX33" fmla="*/ 61912 w 171450"/>
                <a:gd name="connsiteY33" fmla="*/ 12 h 152374"/>
                <a:gd name="connsiteX34" fmla="*/ 76199 w 171450"/>
                <a:gd name="connsiteY34" fmla="*/ 14266 h 152374"/>
                <a:gd name="connsiteX35" fmla="*/ 62092 w 171450"/>
                <a:gd name="connsiteY35" fmla="*/ 28693 h 152374"/>
                <a:gd name="connsiteX36" fmla="*/ 61912 w 171450"/>
                <a:gd name="connsiteY36" fmla="*/ 28696 h 152374"/>
                <a:gd name="connsiteX37" fmla="*/ 19049 w 171450"/>
                <a:gd name="connsiteY37" fmla="*/ 30669 h 152374"/>
                <a:gd name="connsiteX38" fmla="*/ 14287 w 171450"/>
                <a:gd name="connsiteY38" fmla="*/ 19023 h 152374"/>
                <a:gd name="connsiteX39" fmla="*/ 17899 w 171450"/>
                <a:gd name="connsiteY39" fmla="*/ 14062 h 152374"/>
                <a:gd name="connsiteX40" fmla="*/ 61912 w 171450"/>
                <a:gd name="connsiteY40" fmla="*/ 12 h 15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1450" h="152374">
                  <a:moveTo>
                    <a:pt x="107565" y="69439"/>
                  </a:moveTo>
                  <a:lnTo>
                    <a:pt x="85725" y="91279"/>
                  </a:lnTo>
                  <a:lnTo>
                    <a:pt x="73410" y="78964"/>
                  </a:lnTo>
                  <a:cubicBezTo>
                    <a:pt x="69691" y="75244"/>
                    <a:pt x="63660" y="75244"/>
                    <a:pt x="59940" y="78964"/>
                  </a:cubicBezTo>
                  <a:cubicBezTo>
                    <a:pt x="56220" y="82683"/>
                    <a:pt x="56220" y="88715"/>
                    <a:pt x="59940" y="92434"/>
                  </a:cubicBezTo>
                  <a:lnTo>
                    <a:pt x="78990" y="111484"/>
                  </a:lnTo>
                  <a:cubicBezTo>
                    <a:pt x="82709" y="115204"/>
                    <a:pt x="88741" y="115204"/>
                    <a:pt x="92460" y="111484"/>
                  </a:cubicBezTo>
                  <a:lnTo>
                    <a:pt x="121035" y="82909"/>
                  </a:lnTo>
                  <a:cubicBezTo>
                    <a:pt x="124755" y="79190"/>
                    <a:pt x="124755" y="73158"/>
                    <a:pt x="121035" y="69439"/>
                  </a:cubicBezTo>
                  <a:cubicBezTo>
                    <a:pt x="117316" y="65719"/>
                    <a:pt x="111284" y="65719"/>
                    <a:pt x="107565" y="69439"/>
                  </a:cubicBezTo>
                  <a:close/>
                  <a:moveTo>
                    <a:pt x="85725" y="38074"/>
                  </a:moveTo>
                  <a:cubicBezTo>
                    <a:pt x="109315" y="38074"/>
                    <a:pt x="126413" y="38074"/>
                    <a:pt x="138806" y="39364"/>
                  </a:cubicBezTo>
                  <a:cubicBezTo>
                    <a:pt x="143652" y="39622"/>
                    <a:pt x="148179" y="39911"/>
                    <a:pt x="152400" y="40220"/>
                  </a:cubicBezTo>
                  <a:cubicBezTo>
                    <a:pt x="167908" y="41355"/>
                    <a:pt x="171450" y="42837"/>
                    <a:pt x="171062" y="57125"/>
                  </a:cubicBezTo>
                  <a:cubicBezTo>
                    <a:pt x="171450" y="66044"/>
                    <a:pt x="171450" y="78055"/>
                    <a:pt x="171450" y="95224"/>
                  </a:cubicBezTo>
                  <a:lnTo>
                    <a:pt x="171449" y="95539"/>
                  </a:lnTo>
                  <a:lnTo>
                    <a:pt x="171450" y="99987"/>
                  </a:lnTo>
                  <a:cubicBezTo>
                    <a:pt x="171450" y="141446"/>
                    <a:pt x="171450" y="152374"/>
                    <a:pt x="85725" y="152374"/>
                  </a:cubicBezTo>
                  <a:cubicBezTo>
                    <a:pt x="0" y="152374"/>
                    <a:pt x="0" y="141446"/>
                    <a:pt x="0" y="99987"/>
                  </a:cubicBezTo>
                  <a:lnTo>
                    <a:pt x="1" y="95539"/>
                  </a:lnTo>
                  <a:lnTo>
                    <a:pt x="0" y="95224"/>
                  </a:lnTo>
                  <a:cubicBezTo>
                    <a:pt x="0" y="78055"/>
                    <a:pt x="0" y="66044"/>
                    <a:pt x="387" y="57125"/>
                  </a:cubicBezTo>
                  <a:cubicBezTo>
                    <a:pt x="387" y="42837"/>
                    <a:pt x="3542" y="41355"/>
                    <a:pt x="19050" y="40220"/>
                  </a:cubicBezTo>
                  <a:cubicBezTo>
                    <a:pt x="23272" y="39911"/>
                    <a:pt x="27798" y="39622"/>
                    <a:pt x="32644" y="39364"/>
                  </a:cubicBezTo>
                  <a:cubicBezTo>
                    <a:pt x="45037" y="38074"/>
                    <a:pt x="62135" y="38074"/>
                    <a:pt x="85725" y="38074"/>
                  </a:cubicBezTo>
                  <a:close/>
                  <a:moveTo>
                    <a:pt x="109714" y="15"/>
                  </a:moveTo>
                  <a:cubicBezTo>
                    <a:pt x="143711" y="250"/>
                    <a:pt x="144906" y="1927"/>
                    <a:pt x="153452" y="13917"/>
                  </a:cubicBezTo>
                  <a:cubicBezTo>
                    <a:pt x="154542" y="15445"/>
                    <a:pt x="155751" y="17141"/>
                    <a:pt x="157162" y="19023"/>
                  </a:cubicBezTo>
                  <a:cubicBezTo>
                    <a:pt x="164417" y="28696"/>
                    <a:pt x="161925" y="31356"/>
                    <a:pt x="152400" y="30669"/>
                  </a:cubicBezTo>
                  <a:cubicBezTo>
                    <a:pt x="139407" y="29732"/>
                    <a:pt x="128610" y="29000"/>
                    <a:pt x="109718" y="28699"/>
                  </a:cubicBezTo>
                  <a:lnTo>
                    <a:pt x="109537" y="28696"/>
                  </a:lnTo>
                  <a:cubicBezTo>
                    <a:pt x="95517" y="28473"/>
                    <a:pt x="95430" y="28472"/>
                    <a:pt x="95430" y="14269"/>
                  </a:cubicBezTo>
                  <a:cubicBezTo>
                    <a:pt x="95430" y="116"/>
                    <a:pt x="95521" y="-84"/>
                    <a:pt x="109714" y="15"/>
                  </a:cubicBezTo>
                  <a:close/>
                  <a:moveTo>
                    <a:pt x="61912" y="12"/>
                  </a:moveTo>
                  <a:cubicBezTo>
                    <a:pt x="76106" y="-87"/>
                    <a:pt x="76199" y="111"/>
                    <a:pt x="76199" y="14266"/>
                  </a:cubicBezTo>
                  <a:cubicBezTo>
                    <a:pt x="76199" y="28469"/>
                    <a:pt x="76112" y="28470"/>
                    <a:pt x="62092" y="28693"/>
                  </a:cubicBezTo>
                  <a:lnTo>
                    <a:pt x="61912" y="28696"/>
                  </a:lnTo>
                  <a:cubicBezTo>
                    <a:pt x="43019" y="28997"/>
                    <a:pt x="32042" y="29732"/>
                    <a:pt x="19049" y="30669"/>
                  </a:cubicBezTo>
                  <a:cubicBezTo>
                    <a:pt x="9524" y="31356"/>
                    <a:pt x="7032" y="28696"/>
                    <a:pt x="14287" y="19023"/>
                  </a:cubicBezTo>
                  <a:cubicBezTo>
                    <a:pt x="15654" y="17201"/>
                    <a:pt x="16833" y="15552"/>
                    <a:pt x="17899" y="14062"/>
                  </a:cubicBezTo>
                  <a:cubicBezTo>
                    <a:pt x="26571" y="1939"/>
                    <a:pt x="27781" y="248"/>
                    <a:pt x="61912" y="12"/>
                  </a:cubicBezTo>
                  <a:close/>
                </a:path>
              </a:pathLst>
            </a:custGeom>
            <a:solidFill>
              <a:schemeClr val="bg1"/>
            </a:solidFill>
            <a:ln w="9525" cap="flat">
              <a:noFill/>
              <a:prstDash val="solid"/>
              <a:miter/>
            </a:ln>
          </p:spPr>
          <p:txBody>
            <a:bodyPr rtlCol="0" anchor="ctr"/>
            <a:lstStyle/>
            <a:p>
              <a:endParaRPr lang="ru-RU"/>
            </a:p>
          </p:txBody>
        </p:sp>
      </p:grpSp>
      <p:graphicFrame>
        <p:nvGraphicFramePr>
          <p:cNvPr id="88" name="Диаграмма 87">
            <a:extLst>
              <a:ext uri="{FF2B5EF4-FFF2-40B4-BE49-F238E27FC236}">
                <a16:creationId xmlns:a16="http://schemas.microsoft.com/office/drawing/2014/main" id="{C7D9AB31-AD30-4F32-A300-D7BD7D334A76}"/>
              </a:ext>
            </a:extLst>
          </p:cNvPr>
          <p:cNvGraphicFramePr/>
          <p:nvPr/>
        </p:nvGraphicFramePr>
        <p:xfrm>
          <a:off x="8879051" y="2032155"/>
          <a:ext cx="2452823" cy="2821550"/>
        </p:xfrm>
        <a:graphic>
          <a:graphicData uri="http://schemas.openxmlformats.org/drawingml/2006/chart">
            <c:chart xmlns:c="http://schemas.openxmlformats.org/drawingml/2006/chart" xmlns:r="http://schemas.openxmlformats.org/officeDocument/2006/relationships" r:id="rId3"/>
          </a:graphicData>
        </a:graphic>
      </p:graphicFrame>
      <p:sp>
        <p:nvSpPr>
          <p:cNvPr id="2" name="Нижний колонтитул 1">
            <a:extLst>
              <a:ext uri="{FF2B5EF4-FFF2-40B4-BE49-F238E27FC236}">
                <a16:creationId xmlns:a16="http://schemas.microsoft.com/office/drawing/2014/main" id="{DA396BF0-87DA-8F53-2BBA-86E8BF45687F}"/>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6099825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олилиния: фигура 3">
            <a:extLst>
              <a:ext uri="{FF2B5EF4-FFF2-40B4-BE49-F238E27FC236}">
                <a16:creationId xmlns:a16="http://schemas.microsoft.com/office/drawing/2014/main" id="{47213049-7F9C-CF27-66B3-B29E042CC1D8}"/>
              </a:ext>
            </a:extLst>
          </p:cNvPr>
          <p:cNvSpPr/>
          <p:nvPr/>
        </p:nvSpPr>
        <p:spPr>
          <a:xfrm>
            <a:off x="5070476" y="1605280"/>
            <a:ext cx="3752850" cy="557107"/>
          </a:xfrm>
          <a:custGeom>
            <a:avLst/>
            <a:gdLst>
              <a:gd name="connsiteX0" fmla="*/ 0 w 3572933"/>
              <a:gd name="connsiteY0" fmla="*/ 592667 h 592667"/>
              <a:gd name="connsiteX1" fmla="*/ 592667 w 3572933"/>
              <a:gd name="connsiteY1" fmla="*/ 0 h 592667"/>
              <a:gd name="connsiteX2" fmla="*/ 3572933 w 3572933"/>
              <a:gd name="connsiteY2" fmla="*/ 0 h 592667"/>
              <a:gd name="connsiteX0" fmla="*/ 0 w 3542453"/>
              <a:gd name="connsiteY0" fmla="*/ 557107 h 557107"/>
              <a:gd name="connsiteX1" fmla="*/ 562187 w 3542453"/>
              <a:gd name="connsiteY1" fmla="*/ 0 h 557107"/>
              <a:gd name="connsiteX2" fmla="*/ 3542453 w 3542453"/>
              <a:gd name="connsiteY2" fmla="*/ 0 h 557107"/>
            </a:gdLst>
            <a:ahLst/>
            <a:cxnLst>
              <a:cxn ang="0">
                <a:pos x="connsiteX0" y="connsiteY0"/>
              </a:cxn>
              <a:cxn ang="0">
                <a:pos x="connsiteX1" y="connsiteY1"/>
              </a:cxn>
              <a:cxn ang="0">
                <a:pos x="connsiteX2" y="connsiteY2"/>
              </a:cxn>
            </a:cxnLst>
            <a:rect l="l" t="t" r="r" b="b"/>
            <a:pathLst>
              <a:path w="3542453" h="557107">
                <a:moveTo>
                  <a:pt x="0" y="557107"/>
                </a:moveTo>
                <a:lnTo>
                  <a:pt x="562187" y="0"/>
                </a:lnTo>
                <a:lnTo>
                  <a:pt x="3542453" y="0"/>
                </a:lnTo>
              </a:path>
            </a:pathLst>
          </a:custGeom>
          <a:ln w="12700">
            <a:solidFill>
              <a:schemeClr val="tx2">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5" name="Полилиния: фигура 4">
            <a:extLst>
              <a:ext uri="{FF2B5EF4-FFF2-40B4-BE49-F238E27FC236}">
                <a16:creationId xmlns:a16="http://schemas.microsoft.com/office/drawing/2014/main" id="{F562C3AA-395B-AB9B-A3BF-75E57607D37F}"/>
              </a:ext>
            </a:extLst>
          </p:cNvPr>
          <p:cNvSpPr/>
          <p:nvPr/>
        </p:nvSpPr>
        <p:spPr>
          <a:xfrm>
            <a:off x="6169025" y="2493883"/>
            <a:ext cx="2656886" cy="684464"/>
          </a:xfrm>
          <a:custGeom>
            <a:avLst/>
            <a:gdLst>
              <a:gd name="connsiteX0" fmla="*/ 0 w 3572933"/>
              <a:gd name="connsiteY0" fmla="*/ 592667 h 592667"/>
              <a:gd name="connsiteX1" fmla="*/ 592667 w 3572933"/>
              <a:gd name="connsiteY1" fmla="*/ 0 h 592667"/>
              <a:gd name="connsiteX2" fmla="*/ 3572933 w 3572933"/>
              <a:gd name="connsiteY2" fmla="*/ 0 h 592667"/>
              <a:gd name="connsiteX0" fmla="*/ 0 w 3542453"/>
              <a:gd name="connsiteY0" fmla="*/ 557107 h 557107"/>
              <a:gd name="connsiteX1" fmla="*/ 562187 w 3542453"/>
              <a:gd name="connsiteY1" fmla="*/ 0 h 557107"/>
              <a:gd name="connsiteX2" fmla="*/ 3542453 w 3542453"/>
              <a:gd name="connsiteY2" fmla="*/ 0 h 557107"/>
            </a:gdLst>
            <a:ahLst/>
            <a:cxnLst>
              <a:cxn ang="0">
                <a:pos x="connsiteX0" y="connsiteY0"/>
              </a:cxn>
              <a:cxn ang="0">
                <a:pos x="connsiteX1" y="connsiteY1"/>
              </a:cxn>
              <a:cxn ang="0">
                <a:pos x="connsiteX2" y="connsiteY2"/>
              </a:cxn>
            </a:cxnLst>
            <a:rect l="l" t="t" r="r" b="b"/>
            <a:pathLst>
              <a:path w="3542453" h="557107">
                <a:moveTo>
                  <a:pt x="0" y="557107"/>
                </a:moveTo>
                <a:lnTo>
                  <a:pt x="562187" y="0"/>
                </a:lnTo>
                <a:lnTo>
                  <a:pt x="3542453" y="0"/>
                </a:lnTo>
              </a:path>
            </a:pathLst>
          </a:custGeom>
          <a:ln w="12700">
            <a:solidFill>
              <a:schemeClr val="tx2">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6" name="Полилиния: фигура 5">
            <a:extLst>
              <a:ext uri="{FF2B5EF4-FFF2-40B4-BE49-F238E27FC236}">
                <a16:creationId xmlns:a16="http://schemas.microsoft.com/office/drawing/2014/main" id="{6D927150-1919-4988-CF35-C569E48C58F9}"/>
              </a:ext>
            </a:extLst>
          </p:cNvPr>
          <p:cNvSpPr/>
          <p:nvPr/>
        </p:nvSpPr>
        <p:spPr>
          <a:xfrm>
            <a:off x="3966634" y="3579947"/>
            <a:ext cx="4859278" cy="378909"/>
          </a:xfrm>
          <a:custGeom>
            <a:avLst/>
            <a:gdLst>
              <a:gd name="connsiteX0" fmla="*/ 0 w 3572933"/>
              <a:gd name="connsiteY0" fmla="*/ 592667 h 592667"/>
              <a:gd name="connsiteX1" fmla="*/ 592667 w 3572933"/>
              <a:gd name="connsiteY1" fmla="*/ 0 h 592667"/>
              <a:gd name="connsiteX2" fmla="*/ 3572933 w 3572933"/>
              <a:gd name="connsiteY2" fmla="*/ 0 h 592667"/>
              <a:gd name="connsiteX0" fmla="*/ 0 w 3542453"/>
              <a:gd name="connsiteY0" fmla="*/ 557107 h 557107"/>
              <a:gd name="connsiteX1" fmla="*/ 562187 w 3542453"/>
              <a:gd name="connsiteY1" fmla="*/ 0 h 557107"/>
              <a:gd name="connsiteX2" fmla="*/ 3542453 w 3542453"/>
              <a:gd name="connsiteY2" fmla="*/ 0 h 557107"/>
            </a:gdLst>
            <a:ahLst/>
            <a:cxnLst>
              <a:cxn ang="0">
                <a:pos x="connsiteX0" y="connsiteY0"/>
              </a:cxn>
              <a:cxn ang="0">
                <a:pos x="connsiteX1" y="connsiteY1"/>
              </a:cxn>
              <a:cxn ang="0">
                <a:pos x="connsiteX2" y="connsiteY2"/>
              </a:cxn>
            </a:cxnLst>
            <a:rect l="l" t="t" r="r" b="b"/>
            <a:pathLst>
              <a:path w="3542453" h="557107">
                <a:moveTo>
                  <a:pt x="0" y="557107"/>
                </a:moveTo>
                <a:lnTo>
                  <a:pt x="562187" y="0"/>
                </a:lnTo>
                <a:lnTo>
                  <a:pt x="3542453" y="0"/>
                </a:lnTo>
              </a:path>
            </a:pathLst>
          </a:custGeom>
          <a:ln w="12700">
            <a:solidFill>
              <a:schemeClr val="tx2">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7" name="Полилиния: фигура 6">
            <a:extLst>
              <a:ext uri="{FF2B5EF4-FFF2-40B4-BE49-F238E27FC236}">
                <a16:creationId xmlns:a16="http://schemas.microsoft.com/office/drawing/2014/main" id="{15C3EB13-66C4-5A06-CDE5-E97CEE288226}"/>
              </a:ext>
            </a:extLst>
          </p:cNvPr>
          <p:cNvSpPr/>
          <p:nvPr/>
        </p:nvSpPr>
        <p:spPr>
          <a:xfrm>
            <a:off x="6169026" y="4464050"/>
            <a:ext cx="2656886" cy="248289"/>
          </a:xfrm>
          <a:custGeom>
            <a:avLst/>
            <a:gdLst>
              <a:gd name="connsiteX0" fmla="*/ 0 w 3572933"/>
              <a:gd name="connsiteY0" fmla="*/ 592667 h 592667"/>
              <a:gd name="connsiteX1" fmla="*/ 592667 w 3572933"/>
              <a:gd name="connsiteY1" fmla="*/ 0 h 592667"/>
              <a:gd name="connsiteX2" fmla="*/ 3572933 w 3572933"/>
              <a:gd name="connsiteY2" fmla="*/ 0 h 592667"/>
              <a:gd name="connsiteX0" fmla="*/ 0 w 3542453"/>
              <a:gd name="connsiteY0" fmla="*/ 557107 h 557107"/>
              <a:gd name="connsiteX1" fmla="*/ 562187 w 3542453"/>
              <a:gd name="connsiteY1" fmla="*/ 0 h 557107"/>
              <a:gd name="connsiteX2" fmla="*/ 3542453 w 3542453"/>
              <a:gd name="connsiteY2" fmla="*/ 0 h 557107"/>
            </a:gdLst>
            <a:ahLst/>
            <a:cxnLst>
              <a:cxn ang="0">
                <a:pos x="connsiteX0" y="connsiteY0"/>
              </a:cxn>
              <a:cxn ang="0">
                <a:pos x="connsiteX1" y="connsiteY1"/>
              </a:cxn>
              <a:cxn ang="0">
                <a:pos x="connsiteX2" y="connsiteY2"/>
              </a:cxn>
            </a:cxnLst>
            <a:rect l="l" t="t" r="r" b="b"/>
            <a:pathLst>
              <a:path w="3542453" h="557107">
                <a:moveTo>
                  <a:pt x="0" y="557107"/>
                </a:moveTo>
                <a:lnTo>
                  <a:pt x="562187" y="0"/>
                </a:lnTo>
                <a:lnTo>
                  <a:pt x="3542453" y="0"/>
                </a:lnTo>
              </a:path>
            </a:pathLst>
          </a:custGeom>
          <a:ln w="12700">
            <a:solidFill>
              <a:schemeClr val="tx2">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8" name="Полилиния: фигура 7">
            <a:extLst>
              <a:ext uri="{FF2B5EF4-FFF2-40B4-BE49-F238E27FC236}">
                <a16:creationId xmlns:a16="http://schemas.microsoft.com/office/drawing/2014/main" id="{AEA7F02B-F797-667E-2966-976A05014657}"/>
              </a:ext>
            </a:extLst>
          </p:cNvPr>
          <p:cNvSpPr/>
          <p:nvPr/>
        </p:nvSpPr>
        <p:spPr>
          <a:xfrm>
            <a:off x="7251700" y="5359400"/>
            <a:ext cx="1574211" cy="174662"/>
          </a:xfrm>
          <a:custGeom>
            <a:avLst/>
            <a:gdLst>
              <a:gd name="connsiteX0" fmla="*/ 0 w 3572933"/>
              <a:gd name="connsiteY0" fmla="*/ 592667 h 592667"/>
              <a:gd name="connsiteX1" fmla="*/ 592667 w 3572933"/>
              <a:gd name="connsiteY1" fmla="*/ 0 h 592667"/>
              <a:gd name="connsiteX2" fmla="*/ 3572933 w 3572933"/>
              <a:gd name="connsiteY2" fmla="*/ 0 h 592667"/>
              <a:gd name="connsiteX0" fmla="*/ 0 w 3542453"/>
              <a:gd name="connsiteY0" fmla="*/ 557107 h 557107"/>
              <a:gd name="connsiteX1" fmla="*/ 562187 w 3542453"/>
              <a:gd name="connsiteY1" fmla="*/ 0 h 557107"/>
              <a:gd name="connsiteX2" fmla="*/ 3542453 w 3542453"/>
              <a:gd name="connsiteY2" fmla="*/ 0 h 557107"/>
            </a:gdLst>
            <a:ahLst/>
            <a:cxnLst>
              <a:cxn ang="0">
                <a:pos x="connsiteX0" y="connsiteY0"/>
              </a:cxn>
              <a:cxn ang="0">
                <a:pos x="connsiteX1" y="connsiteY1"/>
              </a:cxn>
              <a:cxn ang="0">
                <a:pos x="connsiteX2" y="connsiteY2"/>
              </a:cxn>
            </a:cxnLst>
            <a:rect l="l" t="t" r="r" b="b"/>
            <a:pathLst>
              <a:path w="3542453" h="557107">
                <a:moveTo>
                  <a:pt x="0" y="557107"/>
                </a:moveTo>
                <a:lnTo>
                  <a:pt x="562187" y="0"/>
                </a:lnTo>
                <a:lnTo>
                  <a:pt x="3542453" y="0"/>
                </a:lnTo>
              </a:path>
            </a:pathLst>
          </a:custGeom>
          <a:ln w="12700">
            <a:solidFill>
              <a:schemeClr val="tx2">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47</a:t>
            </a:fld>
            <a:endParaRPr lang="ru-RU"/>
          </a:p>
        </p:txBody>
      </p:sp>
      <p:graphicFrame>
        <p:nvGraphicFramePr>
          <p:cNvPr id="27" name="Диаграмма 26">
            <a:extLst>
              <a:ext uri="{FF2B5EF4-FFF2-40B4-BE49-F238E27FC236}">
                <a16:creationId xmlns:a16="http://schemas.microsoft.com/office/drawing/2014/main" id="{2BD59C79-8B08-4EFB-AEEE-77CE5CF75A8A}"/>
              </a:ext>
            </a:extLst>
          </p:cNvPr>
          <p:cNvGraphicFramePr/>
          <p:nvPr/>
        </p:nvGraphicFramePr>
        <p:xfrm>
          <a:off x="2302932" y="1800891"/>
          <a:ext cx="5519193" cy="813164"/>
        </p:xfrm>
        <a:graphic>
          <a:graphicData uri="http://schemas.openxmlformats.org/drawingml/2006/chart">
            <c:chart xmlns:c="http://schemas.openxmlformats.org/drawingml/2006/chart" xmlns:r="http://schemas.openxmlformats.org/officeDocument/2006/relationships" r:id="rId3"/>
          </a:graphicData>
        </a:graphic>
      </p:graphicFrame>
      <p:sp>
        <p:nvSpPr>
          <p:cNvPr id="19" name="Прямоугольник: скругленные углы 18">
            <a:extLst>
              <a:ext uri="{FF2B5EF4-FFF2-40B4-BE49-F238E27FC236}">
                <a16:creationId xmlns:a16="http://schemas.microsoft.com/office/drawing/2014/main" id="{52AC4297-B9F1-4B05-AE33-521C2ED107BE}"/>
              </a:ext>
            </a:extLst>
          </p:cNvPr>
          <p:cNvSpPr/>
          <p:nvPr/>
        </p:nvSpPr>
        <p:spPr>
          <a:xfrm>
            <a:off x="628345" y="2275269"/>
            <a:ext cx="1476000" cy="360000"/>
          </a:xfrm>
          <a:prstGeom prst="roundRect">
            <a:avLst>
              <a:gd name="adj" fmla="val 2943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36000" rtlCol="0" anchor="ctr">
            <a:noAutofit/>
          </a:bodyPr>
          <a:lstStyle/>
          <a:p>
            <a:r>
              <a:rPr lang="ru-RU" sz="1200" b="1">
                <a:solidFill>
                  <a:schemeClr val="tx1"/>
                </a:solidFill>
              </a:rPr>
              <a:t>Показатель 1 </a:t>
            </a:r>
          </a:p>
        </p:txBody>
      </p:sp>
      <p:sp>
        <p:nvSpPr>
          <p:cNvPr id="11" name="Овал 10">
            <a:extLst>
              <a:ext uri="{FF2B5EF4-FFF2-40B4-BE49-F238E27FC236}">
                <a16:creationId xmlns:a16="http://schemas.microsoft.com/office/drawing/2014/main" id="{051FD4B8-BF5E-4709-8C88-9543B0DB23CC}"/>
              </a:ext>
            </a:extLst>
          </p:cNvPr>
          <p:cNvSpPr/>
          <p:nvPr/>
        </p:nvSpPr>
        <p:spPr>
          <a:xfrm>
            <a:off x="737006" y="2383269"/>
            <a:ext cx="144000" cy="144000"/>
          </a:xfrm>
          <a:prstGeom prst="ellipse">
            <a:avLst/>
          </a:prstGeom>
          <a:solidFill>
            <a:schemeClr val="accent1"/>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28" name="Прямоугольник: скругленные углы 27">
            <a:extLst>
              <a:ext uri="{FF2B5EF4-FFF2-40B4-BE49-F238E27FC236}">
                <a16:creationId xmlns:a16="http://schemas.microsoft.com/office/drawing/2014/main" id="{8BBD8DA5-4597-4D65-A641-CD790375D274}"/>
              </a:ext>
            </a:extLst>
          </p:cNvPr>
          <p:cNvSpPr/>
          <p:nvPr/>
        </p:nvSpPr>
        <p:spPr>
          <a:xfrm>
            <a:off x="628345" y="3046302"/>
            <a:ext cx="1476000" cy="360000"/>
          </a:xfrm>
          <a:prstGeom prst="roundRect">
            <a:avLst>
              <a:gd name="adj" fmla="val 2943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36000" rtlCol="0" anchor="ctr">
            <a:noAutofit/>
          </a:bodyPr>
          <a:lstStyle/>
          <a:p>
            <a:r>
              <a:rPr lang="ru-RU" sz="1200" b="1">
                <a:solidFill>
                  <a:schemeClr val="tx1"/>
                </a:solidFill>
              </a:rPr>
              <a:t>Показатель 2 </a:t>
            </a:r>
          </a:p>
        </p:txBody>
      </p:sp>
      <p:sp>
        <p:nvSpPr>
          <p:cNvPr id="29" name="Овал 28">
            <a:extLst>
              <a:ext uri="{FF2B5EF4-FFF2-40B4-BE49-F238E27FC236}">
                <a16:creationId xmlns:a16="http://schemas.microsoft.com/office/drawing/2014/main" id="{F9853DE8-57CC-4E49-B598-279EC5EE3A77}"/>
              </a:ext>
            </a:extLst>
          </p:cNvPr>
          <p:cNvSpPr/>
          <p:nvPr/>
        </p:nvSpPr>
        <p:spPr>
          <a:xfrm>
            <a:off x="737006" y="3154302"/>
            <a:ext cx="144000" cy="144000"/>
          </a:xfrm>
          <a:prstGeom prst="ellipse">
            <a:avLst/>
          </a:prstGeom>
          <a:solidFill>
            <a:schemeClr val="accent2"/>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31" name="Прямоугольник: скругленные углы 30">
            <a:extLst>
              <a:ext uri="{FF2B5EF4-FFF2-40B4-BE49-F238E27FC236}">
                <a16:creationId xmlns:a16="http://schemas.microsoft.com/office/drawing/2014/main" id="{1EEF54A9-BE4C-450C-B10F-4DF31E0CEFDE}"/>
              </a:ext>
            </a:extLst>
          </p:cNvPr>
          <p:cNvSpPr/>
          <p:nvPr/>
        </p:nvSpPr>
        <p:spPr>
          <a:xfrm>
            <a:off x="628345" y="3817335"/>
            <a:ext cx="1476000" cy="360000"/>
          </a:xfrm>
          <a:prstGeom prst="roundRect">
            <a:avLst>
              <a:gd name="adj" fmla="val 2943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36000" rtlCol="0" anchor="ctr">
            <a:noAutofit/>
          </a:bodyPr>
          <a:lstStyle/>
          <a:p>
            <a:r>
              <a:rPr lang="ru-RU" sz="1200" b="1">
                <a:solidFill>
                  <a:schemeClr val="tx1"/>
                </a:solidFill>
              </a:rPr>
              <a:t>Показатель 3 </a:t>
            </a:r>
          </a:p>
        </p:txBody>
      </p:sp>
      <p:sp>
        <p:nvSpPr>
          <p:cNvPr id="32" name="Овал 31">
            <a:extLst>
              <a:ext uri="{FF2B5EF4-FFF2-40B4-BE49-F238E27FC236}">
                <a16:creationId xmlns:a16="http://schemas.microsoft.com/office/drawing/2014/main" id="{212562DF-25ED-44AC-94FD-76F7D1B759CC}"/>
              </a:ext>
            </a:extLst>
          </p:cNvPr>
          <p:cNvSpPr/>
          <p:nvPr/>
        </p:nvSpPr>
        <p:spPr>
          <a:xfrm>
            <a:off x="737006" y="3925335"/>
            <a:ext cx="144000" cy="144000"/>
          </a:xfrm>
          <a:prstGeom prst="ellipse">
            <a:avLst/>
          </a:prstGeom>
          <a:solidFill>
            <a:schemeClr val="accent3"/>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34" name="Прямоугольник: скругленные углы 33">
            <a:extLst>
              <a:ext uri="{FF2B5EF4-FFF2-40B4-BE49-F238E27FC236}">
                <a16:creationId xmlns:a16="http://schemas.microsoft.com/office/drawing/2014/main" id="{3B764E10-4407-4DBF-8C36-26EEDCE499EE}"/>
              </a:ext>
            </a:extLst>
          </p:cNvPr>
          <p:cNvSpPr/>
          <p:nvPr/>
        </p:nvSpPr>
        <p:spPr>
          <a:xfrm>
            <a:off x="628345" y="4588368"/>
            <a:ext cx="1476000" cy="360000"/>
          </a:xfrm>
          <a:prstGeom prst="roundRect">
            <a:avLst>
              <a:gd name="adj" fmla="val 2943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36000" rtlCol="0" anchor="ctr">
            <a:noAutofit/>
          </a:bodyPr>
          <a:lstStyle/>
          <a:p>
            <a:r>
              <a:rPr lang="ru-RU" sz="1200" b="1">
                <a:solidFill>
                  <a:schemeClr val="tx1"/>
                </a:solidFill>
              </a:rPr>
              <a:t>Показатель 4 </a:t>
            </a:r>
          </a:p>
        </p:txBody>
      </p:sp>
      <p:sp>
        <p:nvSpPr>
          <p:cNvPr id="35" name="Овал 34">
            <a:extLst>
              <a:ext uri="{FF2B5EF4-FFF2-40B4-BE49-F238E27FC236}">
                <a16:creationId xmlns:a16="http://schemas.microsoft.com/office/drawing/2014/main" id="{5AF15C51-6196-410B-9F79-239D4923678F}"/>
              </a:ext>
            </a:extLst>
          </p:cNvPr>
          <p:cNvSpPr/>
          <p:nvPr/>
        </p:nvSpPr>
        <p:spPr>
          <a:xfrm>
            <a:off x="737006" y="4696368"/>
            <a:ext cx="144000" cy="144000"/>
          </a:xfrm>
          <a:prstGeom prst="ellipse">
            <a:avLst/>
          </a:prstGeom>
          <a:solidFill>
            <a:schemeClr val="accent4"/>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37" name="Прямоугольник: скругленные углы 36">
            <a:extLst>
              <a:ext uri="{FF2B5EF4-FFF2-40B4-BE49-F238E27FC236}">
                <a16:creationId xmlns:a16="http://schemas.microsoft.com/office/drawing/2014/main" id="{874C6CBE-CF98-48F1-A34F-76F8EAA42E4F}"/>
              </a:ext>
            </a:extLst>
          </p:cNvPr>
          <p:cNvSpPr/>
          <p:nvPr/>
        </p:nvSpPr>
        <p:spPr>
          <a:xfrm>
            <a:off x="628345" y="5359400"/>
            <a:ext cx="1476000" cy="360000"/>
          </a:xfrm>
          <a:prstGeom prst="roundRect">
            <a:avLst>
              <a:gd name="adj" fmla="val 2943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36000" rtlCol="0" anchor="ctr">
            <a:noAutofit/>
          </a:bodyPr>
          <a:lstStyle/>
          <a:p>
            <a:r>
              <a:rPr lang="ru-RU" sz="1200" b="1">
                <a:solidFill>
                  <a:schemeClr val="tx1"/>
                </a:solidFill>
              </a:rPr>
              <a:t>Показатель 5 </a:t>
            </a:r>
          </a:p>
        </p:txBody>
      </p:sp>
      <p:sp>
        <p:nvSpPr>
          <p:cNvPr id="38" name="Овал 37">
            <a:extLst>
              <a:ext uri="{FF2B5EF4-FFF2-40B4-BE49-F238E27FC236}">
                <a16:creationId xmlns:a16="http://schemas.microsoft.com/office/drawing/2014/main" id="{BACBD30F-3835-40DF-B669-5182B8142C9D}"/>
              </a:ext>
            </a:extLst>
          </p:cNvPr>
          <p:cNvSpPr/>
          <p:nvPr/>
        </p:nvSpPr>
        <p:spPr>
          <a:xfrm>
            <a:off x="737006" y="5467400"/>
            <a:ext cx="144000" cy="144000"/>
          </a:xfrm>
          <a:prstGeom prst="ellipse">
            <a:avLst/>
          </a:prstGeom>
          <a:solidFill>
            <a:schemeClr val="accent5">
              <a:lumMod val="50000"/>
            </a:schemeClr>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41" name="Объект 12">
            <a:extLst>
              <a:ext uri="{FF2B5EF4-FFF2-40B4-BE49-F238E27FC236}">
                <a16:creationId xmlns:a16="http://schemas.microsoft.com/office/drawing/2014/main" id="{D9B47ED5-1CFB-49FA-ACD5-3037597817F2}"/>
              </a:ext>
            </a:extLst>
          </p:cNvPr>
          <p:cNvSpPr>
            <a:spLocks noGrp="1"/>
          </p:cNvSpPr>
          <p:nvPr>
            <p:ph idx="1"/>
          </p:nvPr>
        </p:nvSpPr>
        <p:spPr>
          <a:xfrm>
            <a:off x="8960442" y="1520824"/>
            <a:ext cx="2590209" cy="684465"/>
          </a:xfrm>
        </p:spPr>
        <p:txBody>
          <a:bodyPr/>
          <a:lstStyle/>
          <a:p>
            <a:pPr lvl="1">
              <a:spcAft>
                <a:spcPts val="600"/>
              </a:spcAft>
            </a:pPr>
            <a:r>
              <a:rPr lang="ru-RU" sz="1200"/>
              <a:t>Подзаголовок </a:t>
            </a:r>
          </a:p>
          <a:p>
            <a:pPr>
              <a:spcAft>
                <a:spcPts val="600"/>
              </a:spcAft>
            </a:pPr>
            <a:r>
              <a:rPr lang="ru-RU" sz="1200"/>
              <a:t>Здесь может быть твой текст. Размести здесь свой текст. </a:t>
            </a:r>
            <a:endParaRPr lang="ru-RU" sz="1600"/>
          </a:p>
        </p:txBody>
      </p:sp>
      <p:sp>
        <p:nvSpPr>
          <p:cNvPr id="42" name="Объект 12">
            <a:extLst>
              <a:ext uri="{FF2B5EF4-FFF2-40B4-BE49-F238E27FC236}">
                <a16:creationId xmlns:a16="http://schemas.microsoft.com/office/drawing/2014/main" id="{05FE99F2-9455-48C1-B82C-15746209C121}"/>
              </a:ext>
            </a:extLst>
          </p:cNvPr>
          <p:cNvSpPr txBox="1">
            <a:spLocks/>
          </p:cNvSpPr>
          <p:nvPr/>
        </p:nvSpPr>
        <p:spPr>
          <a:xfrm>
            <a:off x="8949822" y="2402351"/>
            <a:ext cx="2590209" cy="68446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spcAft>
                <a:spcPts val="600"/>
              </a:spcAft>
            </a:pPr>
            <a:r>
              <a:rPr lang="ru-RU" sz="1200"/>
              <a:t>Подзаголовок </a:t>
            </a:r>
          </a:p>
          <a:p>
            <a:pPr>
              <a:spcAft>
                <a:spcPts val="600"/>
              </a:spcAft>
            </a:pPr>
            <a:r>
              <a:rPr lang="ru-RU" sz="1200"/>
              <a:t>Здесь может быть твой текст. Размести здесь свой текст. </a:t>
            </a:r>
            <a:endParaRPr lang="ru-RU" sz="1600"/>
          </a:p>
        </p:txBody>
      </p:sp>
      <p:sp>
        <p:nvSpPr>
          <p:cNvPr id="43" name="Объект 12">
            <a:extLst>
              <a:ext uri="{FF2B5EF4-FFF2-40B4-BE49-F238E27FC236}">
                <a16:creationId xmlns:a16="http://schemas.microsoft.com/office/drawing/2014/main" id="{7B8C1BE5-E6E8-4DD2-AA8E-AFF39AC179EF}"/>
              </a:ext>
            </a:extLst>
          </p:cNvPr>
          <p:cNvSpPr txBox="1">
            <a:spLocks/>
          </p:cNvSpPr>
          <p:nvPr/>
        </p:nvSpPr>
        <p:spPr>
          <a:xfrm>
            <a:off x="8960443" y="3489871"/>
            <a:ext cx="2590209" cy="68446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spcAft>
                <a:spcPts val="600"/>
              </a:spcAft>
            </a:pPr>
            <a:r>
              <a:rPr lang="ru-RU" sz="1200"/>
              <a:t>Подзаголовок </a:t>
            </a:r>
          </a:p>
          <a:p>
            <a:pPr>
              <a:spcAft>
                <a:spcPts val="600"/>
              </a:spcAft>
            </a:pPr>
            <a:r>
              <a:rPr lang="ru-RU" sz="1200"/>
              <a:t>Здесь может быть твой текст. Размести здесь свой текст. </a:t>
            </a:r>
            <a:endParaRPr lang="ru-RU" sz="1600"/>
          </a:p>
        </p:txBody>
      </p:sp>
      <p:sp>
        <p:nvSpPr>
          <p:cNvPr id="44" name="Объект 12">
            <a:extLst>
              <a:ext uri="{FF2B5EF4-FFF2-40B4-BE49-F238E27FC236}">
                <a16:creationId xmlns:a16="http://schemas.microsoft.com/office/drawing/2014/main" id="{F55E943C-9FC8-491E-B138-C45B99114A57}"/>
              </a:ext>
            </a:extLst>
          </p:cNvPr>
          <p:cNvSpPr txBox="1">
            <a:spLocks/>
          </p:cNvSpPr>
          <p:nvPr/>
        </p:nvSpPr>
        <p:spPr>
          <a:xfrm>
            <a:off x="8949823" y="4371398"/>
            <a:ext cx="2590209" cy="68446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spcAft>
                <a:spcPts val="600"/>
              </a:spcAft>
            </a:pPr>
            <a:r>
              <a:rPr lang="ru-RU" sz="1200"/>
              <a:t>Подзаголовок </a:t>
            </a:r>
          </a:p>
          <a:p>
            <a:pPr>
              <a:spcAft>
                <a:spcPts val="600"/>
              </a:spcAft>
            </a:pPr>
            <a:r>
              <a:rPr lang="ru-RU" sz="1200"/>
              <a:t>Здесь может быть твой текст. Размести здесь свой текст. </a:t>
            </a:r>
            <a:endParaRPr lang="ru-RU" sz="1600"/>
          </a:p>
        </p:txBody>
      </p:sp>
      <p:sp>
        <p:nvSpPr>
          <p:cNvPr id="45" name="Объект 12">
            <a:extLst>
              <a:ext uri="{FF2B5EF4-FFF2-40B4-BE49-F238E27FC236}">
                <a16:creationId xmlns:a16="http://schemas.microsoft.com/office/drawing/2014/main" id="{5E50E9F5-79C3-491D-8F28-DC599CF4B7C6}"/>
              </a:ext>
            </a:extLst>
          </p:cNvPr>
          <p:cNvSpPr txBox="1">
            <a:spLocks/>
          </p:cNvSpPr>
          <p:nvPr/>
        </p:nvSpPr>
        <p:spPr>
          <a:xfrm>
            <a:off x="8949821" y="5252926"/>
            <a:ext cx="2590209" cy="68446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spcAft>
                <a:spcPts val="600"/>
              </a:spcAft>
            </a:pPr>
            <a:r>
              <a:rPr lang="ru-RU" sz="1200"/>
              <a:t>Подзаголовок </a:t>
            </a:r>
          </a:p>
          <a:p>
            <a:pPr>
              <a:spcAft>
                <a:spcPts val="600"/>
              </a:spcAft>
            </a:pPr>
            <a:r>
              <a:rPr lang="ru-RU" sz="1200"/>
              <a:t>Здесь может быть твой текст. Размести здесь свой текст. </a:t>
            </a:r>
            <a:endParaRPr lang="ru-RU" sz="1600"/>
          </a:p>
        </p:txBody>
      </p:sp>
      <p:graphicFrame>
        <p:nvGraphicFramePr>
          <p:cNvPr id="40" name="Диаграмма 39">
            <a:extLst>
              <a:ext uri="{FF2B5EF4-FFF2-40B4-BE49-F238E27FC236}">
                <a16:creationId xmlns:a16="http://schemas.microsoft.com/office/drawing/2014/main" id="{641F2EF2-6C2E-42F4-94C9-02183A75B950}"/>
              </a:ext>
            </a:extLst>
          </p:cNvPr>
          <p:cNvGraphicFramePr/>
          <p:nvPr/>
        </p:nvGraphicFramePr>
        <p:xfrm>
          <a:off x="2302932" y="2766348"/>
          <a:ext cx="5519193" cy="813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7" name="Диаграмма 46">
            <a:extLst>
              <a:ext uri="{FF2B5EF4-FFF2-40B4-BE49-F238E27FC236}">
                <a16:creationId xmlns:a16="http://schemas.microsoft.com/office/drawing/2014/main" id="{E5F6CAF6-FDFF-40BA-817F-6B562AC96E09}"/>
              </a:ext>
            </a:extLst>
          </p:cNvPr>
          <p:cNvGraphicFramePr/>
          <p:nvPr/>
        </p:nvGraphicFramePr>
        <p:xfrm>
          <a:off x="2302932" y="3739344"/>
          <a:ext cx="5519193" cy="81359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8" name="Диаграмма 47">
            <a:extLst>
              <a:ext uri="{FF2B5EF4-FFF2-40B4-BE49-F238E27FC236}">
                <a16:creationId xmlns:a16="http://schemas.microsoft.com/office/drawing/2014/main" id="{3E753564-A836-4CFB-A218-921168BE86BF}"/>
              </a:ext>
            </a:extLst>
          </p:cNvPr>
          <p:cNvGraphicFramePr/>
          <p:nvPr/>
        </p:nvGraphicFramePr>
        <p:xfrm>
          <a:off x="2302932" y="4619695"/>
          <a:ext cx="5519193" cy="8136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9" name="Диаграмма 48">
            <a:extLst>
              <a:ext uri="{FF2B5EF4-FFF2-40B4-BE49-F238E27FC236}">
                <a16:creationId xmlns:a16="http://schemas.microsoft.com/office/drawing/2014/main" id="{C6CA9084-CA9E-4EF6-9BB8-1FEC8871EEA3}"/>
              </a:ext>
            </a:extLst>
          </p:cNvPr>
          <p:cNvGraphicFramePr/>
          <p:nvPr/>
        </p:nvGraphicFramePr>
        <p:xfrm>
          <a:off x="2302932" y="5280968"/>
          <a:ext cx="5519193" cy="981721"/>
        </p:xfrm>
        <a:graphic>
          <a:graphicData uri="http://schemas.openxmlformats.org/drawingml/2006/chart">
            <c:chart xmlns:c="http://schemas.openxmlformats.org/drawingml/2006/chart" xmlns:r="http://schemas.openxmlformats.org/officeDocument/2006/relationships" r:id="rId7"/>
          </a:graphicData>
        </a:graphic>
      </p:graphicFrame>
      <p:sp>
        <p:nvSpPr>
          <p:cNvPr id="2" name="Нижний колонтитул 1">
            <a:extLst>
              <a:ext uri="{FF2B5EF4-FFF2-40B4-BE49-F238E27FC236}">
                <a16:creationId xmlns:a16="http://schemas.microsoft.com/office/drawing/2014/main" id="{9E030992-EF76-19A3-93BE-47A8FAF1B219}"/>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7881519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43E6A2B5-D06B-46C1-A5DE-B86D36EAD164}"/>
              </a:ext>
            </a:extLst>
          </p:cNvPr>
          <p:cNvSpPr>
            <a:spLocks noGrp="1"/>
          </p:cNvSpPr>
          <p:nvPr>
            <p:ph type="sldNum" sz="quarter" idx="12"/>
          </p:nvPr>
        </p:nvSpPr>
        <p:spPr/>
        <p:txBody>
          <a:bodyPr/>
          <a:lstStyle/>
          <a:p>
            <a:fld id="{EB5249F5-0093-48B0-B996-C4E44A87EAFB}" type="slidenum">
              <a:rPr lang="ru-RU" smtClean="0"/>
              <a:pPr/>
              <a:t>48</a:t>
            </a:fld>
            <a:endParaRPr lang="ru-RU"/>
          </a:p>
        </p:txBody>
      </p:sp>
      <p:sp>
        <p:nvSpPr>
          <p:cNvPr id="5" name="Заголовок 4">
            <a:extLst>
              <a:ext uri="{FF2B5EF4-FFF2-40B4-BE49-F238E27FC236}">
                <a16:creationId xmlns:a16="http://schemas.microsoft.com/office/drawing/2014/main" id="{93A33462-5658-46A9-BB21-965E59CDA391}"/>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7" name="Таблица 4">
            <a:extLst>
              <a:ext uri="{FF2B5EF4-FFF2-40B4-BE49-F238E27FC236}">
                <a16:creationId xmlns:a16="http://schemas.microsoft.com/office/drawing/2014/main" id="{AAAB9A8E-5C63-4CAA-974A-9C15A47F927D}"/>
              </a:ext>
            </a:extLst>
          </p:cNvPr>
          <p:cNvGraphicFramePr>
            <a:graphicFrameLocks noGrp="1"/>
          </p:cNvGraphicFramePr>
          <p:nvPr/>
        </p:nvGraphicFramePr>
        <p:xfrm>
          <a:off x="638626" y="1520825"/>
          <a:ext cx="10927167" cy="4356209"/>
        </p:xfrm>
        <a:graphic>
          <a:graphicData uri="http://schemas.openxmlformats.org/drawingml/2006/table">
            <a:tbl>
              <a:tblPr firstRow="1">
                <a:tableStyleId>{914A2982-056F-4F8E-A7C0-7B2B0B0CB698}</a:tableStyleId>
              </a:tblPr>
              <a:tblGrid>
                <a:gridCol w="616630">
                  <a:extLst>
                    <a:ext uri="{9D8B030D-6E8A-4147-A177-3AD203B41FA5}">
                      <a16:colId xmlns:a16="http://schemas.microsoft.com/office/drawing/2014/main" val="740567093"/>
                    </a:ext>
                  </a:extLst>
                </a:gridCol>
                <a:gridCol w="2578687">
                  <a:extLst>
                    <a:ext uri="{9D8B030D-6E8A-4147-A177-3AD203B41FA5}">
                      <a16:colId xmlns:a16="http://schemas.microsoft.com/office/drawing/2014/main" val="594922317"/>
                    </a:ext>
                  </a:extLst>
                </a:gridCol>
                <a:gridCol w="1104550">
                  <a:extLst>
                    <a:ext uri="{9D8B030D-6E8A-4147-A177-3AD203B41FA5}">
                      <a16:colId xmlns:a16="http://schemas.microsoft.com/office/drawing/2014/main" val="4104067388"/>
                    </a:ext>
                  </a:extLst>
                </a:gridCol>
                <a:gridCol w="1104550">
                  <a:extLst>
                    <a:ext uri="{9D8B030D-6E8A-4147-A177-3AD203B41FA5}">
                      <a16:colId xmlns:a16="http://schemas.microsoft.com/office/drawing/2014/main" val="789915689"/>
                    </a:ext>
                  </a:extLst>
                </a:gridCol>
                <a:gridCol w="1104550">
                  <a:extLst>
                    <a:ext uri="{9D8B030D-6E8A-4147-A177-3AD203B41FA5}">
                      <a16:colId xmlns:a16="http://schemas.microsoft.com/office/drawing/2014/main" val="20676461"/>
                    </a:ext>
                  </a:extLst>
                </a:gridCol>
                <a:gridCol w="1104550">
                  <a:extLst>
                    <a:ext uri="{9D8B030D-6E8A-4147-A177-3AD203B41FA5}">
                      <a16:colId xmlns:a16="http://schemas.microsoft.com/office/drawing/2014/main" val="2202519385"/>
                    </a:ext>
                  </a:extLst>
                </a:gridCol>
                <a:gridCol w="1104550">
                  <a:extLst>
                    <a:ext uri="{9D8B030D-6E8A-4147-A177-3AD203B41FA5}">
                      <a16:colId xmlns:a16="http://schemas.microsoft.com/office/drawing/2014/main" val="3580056057"/>
                    </a:ext>
                  </a:extLst>
                </a:gridCol>
                <a:gridCol w="1104550">
                  <a:extLst>
                    <a:ext uri="{9D8B030D-6E8A-4147-A177-3AD203B41FA5}">
                      <a16:colId xmlns:a16="http://schemas.microsoft.com/office/drawing/2014/main" val="4015258607"/>
                    </a:ext>
                  </a:extLst>
                </a:gridCol>
                <a:gridCol w="1104550">
                  <a:extLst>
                    <a:ext uri="{9D8B030D-6E8A-4147-A177-3AD203B41FA5}">
                      <a16:colId xmlns:a16="http://schemas.microsoft.com/office/drawing/2014/main" val="2665941243"/>
                    </a:ext>
                  </a:extLst>
                </a:gridCol>
              </a:tblGrid>
              <a:tr h="449726">
                <a:tc>
                  <a:txBody>
                    <a:bodyPr/>
                    <a:lstStyle/>
                    <a:p>
                      <a:pPr lvl="0" algn="l">
                        <a:buNone/>
                      </a:pPr>
                      <a:r>
                        <a:rPr lang="ru-RU" sz="1200">
                          <a:solidFill>
                            <a:schemeClr val="bg1"/>
                          </a:solidFill>
                        </a:rPr>
                        <a:t>Этап</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l">
                        <a:buNone/>
                      </a:pPr>
                      <a:r>
                        <a:rPr lang="ru-RU" sz="1200">
                          <a:solidFill>
                            <a:schemeClr val="bg1"/>
                          </a:solidFill>
                        </a:rPr>
                        <a:t>Наименование </a:t>
                      </a:r>
                    </a:p>
                  </a:txBody>
                  <a:tcPr marL="90000" marR="90000" marT="46800" marB="46800">
                    <a:lnL w="0" cmpd="sng">
                      <a:noFill/>
                    </a:lnL>
                    <a:lnR w="12700" cap="flat" cmpd="sng" algn="ctr">
                      <a:noFill/>
                      <a:prstDash val="solid"/>
                      <a:round/>
                      <a:headEnd type="none" w="med" len="med"/>
                      <a:tailEnd type="none" w="med" len="med"/>
                    </a:lnR>
                  </a:tcPr>
                </a:tc>
                <a:tc>
                  <a:txBody>
                    <a:bodyPr/>
                    <a:lstStyle/>
                    <a:p>
                      <a:pPr marL="0" marR="0" lvl="0" indent="0" algn="r" rtl="0">
                        <a:lnSpc>
                          <a:spcPct val="100000"/>
                        </a:lnSpc>
                        <a:spcBef>
                          <a:spcPts val="0"/>
                        </a:spcBef>
                        <a:spcAft>
                          <a:spcPts val="0"/>
                        </a:spcAft>
                        <a:buClrTx/>
                        <a:buSzTx/>
                        <a:buFontTx/>
                        <a:buNone/>
                      </a:pPr>
                      <a:r>
                        <a:rPr lang="ru-RU" sz="1200" b="1">
                          <a:solidFill>
                            <a:schemeClr val="bg1"/>
                          </a:solidFill>
                        </a:rPr>
                        <a:t>Первый показатель</a:t>
                      </a:r>
                      <a:r>
                        <a:rPr lang="af-ZA" sz="1200" b="1">
                          <a:solidFill>
                            <a:schemeClr val="bg1"/>
                          </a:solidFill>
                        </a:rPr>
                        <a:t>​​</a:t>
                      </a:r>
                      <a:endParaRPr lang="ru-RU" sz="1200" b="1">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a:ln>
                            <a:noFill/>
                          </a:ln>
                          <a:solidFill>
                            <a:schemeClr val="bg1"/>
                          </a:solidFill>
                          <a:effectLst/>
                          <a:uLnTx/>
                          <a:uFillTx/>
                          <a:latin typeface="Arial"/>
                          <a:ea typeface="+mn-ea"/>
                          <a:cs typeface="+mn-cs"/>
                        </a:rPr>
                        <a:t>Второй показатель </a:t>
                      </a:r>
                      <a:r>
                        <a:rPr kumimoji="0" lang="af-ZA" sz="1200" b="1" i="0" u="none" strike="noStrike" kern="1200" cap="none" spc="0" normalizeH="0" baseline="0" noProof="0">
                          <a:ln>
                            <a:noFill/>
                          </a:ln>
                          <a:solidFill>
                            <a:schemeClr val="bg1"/>
                          </a:solidFill>
                          <a:effectLst/>
                          <a:uLnTx/>
                          <a:uFillTx/>
                          <a:latin typeface="Arial"/>
                          <a:ea typeface="+mn-ea"/>
                          <a:cs typeface="+mn-cs"/>
                        </a:rPr>
                        <a:t>​​</a:t>
                      </a:r>
                      <a:endParaRPr kumimoji="0" lang="ru-RU" sz="1200" b="1" i="0" u="none" strike="noStrike" kern="1200" cap="none" spc="0" normalizeH="0" baseline="0" noProof="0">
                        <a:ln>
                          <a:noFill/>
                        </a:ln>
                        <a:solidFill>
                          <a:schemeClr val="bg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a:ln>
                            <a:noFill/>
                          </a:ln>
                          <a:solidFill>
                            <a:schemeClr val="bg1"/>
                          </a:solidFill>
                          <a:effectLst/>
                          <a:uLnTx/>
                          <a:uFillTx/>
                          <a:latin typeface="Arial"/>
                          <a:ea typeface="+mn-ea"/>
                          <a:cs typeface="+mn-cs"/>
                        </a:rPr>
                        <a:t>Третий показатель </a:t>
                      </a:r>
                      <a:r>
                        <a:rPr kumimoji="0" lang="af-ZA" sz="1200" b="1" i="0" u="none" strike="noStrike" kern="1200" cap="none" spc="0" normalizeH="0" baseline="0" noProof="0">
                          <a:ln>
                            <a:noFill/>
                          </a:ln>
                          <a:solidFill>
                            <a:schemeClr val="bg1"/>
                          </a:solidFill>
                          <a:effectLst/>
                          <a:uLnTx/>
                          <a:uFillTx/>
                          <a:latin typeface="Arial"/>
                          <a:ea typeface="+mn-ea"/>
                          <a:cs typeface="+mn-cs"/>
                        </a:rPr>
                        <a:t>​​</a:t>
                      </a:r>
                      <a:endParaRPr kumimoji="0" lang="ru-RU" sz="1200" b="1" i="0" u="none" strike="noStrike" kern="1200" cap="none" spc="0" normalizeH="0" baseline="0" noProof="0">
                        <a:ln>
                          <a:noFill/>
                        </a:ln>
                        <a:solidFill>
                          <a:schemeClr val="bg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p>
                      <a:pPr marL="0" marR="0" lvl="0" indent="0" algn="r" rtl="0">
                        <a:lnSpc>
                          <a:spcPct val="100000"/>
                        </a:lnSpc>
                        <a:spcBef>
                          <a:spcPts val="0"/>
                        </a:spcBef>
                        <a:spcAft>
                          <a:spcPts val="0"/>
                        </a:spcAft>
                        <a:buClrTx/>
                        <a:buSzTx/>
                        <a:buFontTx/>
                        <a:buNone/>
                      </a:pPr>
                      <a:r>
                        <a:rPr lang="ru-RU" sz="1200" b="1">
                          <a:solidFill>
                            <a:schemeClr val="bg1"/>
                          </a:solidFill>
                        </a:rPr>
                        <a:t>Четвёртый показатель</a:t>
                      </a:r>
                      <a:r>
                        <a:rPr lang="af-ZA" sz="1200" b="1">
                          <a:solidFill>
                            <a:schemeClr val="bg1"/>
                          </a:solidFill>
                        </a:rPr>
                        <a:t>​​</a:t>
                      </a:r>
                      <a:endParaRPr lang="ru-RU" sz="1200" b="1">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a:ln>
                            <a:noFill/>
                          </a:ln>
                          <a:solidFill>
                            <a:schemeClr val="bg1"/>
                          </a:solidFill>
                          <a:effectLst/>
                          <a:uLnTx/>
                          <a:uFillTx/>
                          <a:latin typeface="Arial"/>
                          <a:ea typeface="+mn-ea"/>
                          <a:cs typeface="+mn-cs"/>
                        </a:rPr>
                        <a:t>Пятый показатель </a:t>
                      </a:r>
                      <a:r>
                        <a:rPr kumimoji="0" lang="af-ZA" sz="1200" b="1" i="0" u="none" strike="noStrike" kern="1200" cap="none" spc="0" normalizeH="0" baseline="0" noProof="0">
                          <a:ln>
                            <a:noFill/>
                          </a:ln>
                          <a:solidFill>
                            <a:schemeClr val="bg1"/>
                          </a:solidFill>
                          <a:effectLst/>
                          <a:uLnTx/>
                          <a:uFillTx/>
                          <a:latin typeface="Arial"/>
                          <a:ea typeface="+mn-ea"/>
                          <a:cs typeface="+mn-cs"/>
                        </a:rPr>
                        <a:t>​​</a:t>
                      </a:r>
                      <a:endParaRPr kumimoji="0" lang="ru-RU" sz="1200" b="1" i="0" u="none" strike="noStrike" kern="1200" cap="none" spc="0" normalizeH="0" baseline="0" noProof="0">
                        <a:ln>
                          <a:noFill/>
                        </a:ln>
                        <a:solidFill>
                          <a:schemeClr val="bg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a:ln>
                            <a:noFill/>
                          </a:ln>
                          <a:solidFill>
                            <a:schemeClr val="bg1"/>
                          </a:solidFill>
                          <a:effectLst/>
                          <a:uLnTx/>
                          <a:uFillTx/>
                          <a:latin typeface="Arial"/>
                          <a:ea typeface="+mn-ea"/>
                          <a:cs typeface="+mn-cs"/>
                        </a:rPr>
                        <a:t>Шестой показатель </a:t>
                      </a:r>
                      <a:r>
                        <a:rPr kumimoji="0" lang="af-ZA" sz="1200" b="1" i="0" u="none" strike="noStrike" kern="1200" cap="none" spc="0" normalizeH="0" baseline="0" noProof="0">
                          <a:ln>
                            <a:noFill/>
                          </a:ln>
                          <a:solidFill>
                            <a:schemeClr val="bg1"/>
                          </a:solidFill>
                          <a:effectLst/>
                          <a:uLnTx/>
                          <a:uFillTx/>
                          <a:latin typeface="Arial"/>
                          <a:ea typeface="+mn-ea"/>
                          <a:cs typeface="+mn-cs"/>
                        </a:rPr>
                        <a:t>​​</a:t>
                      </a:r>
                      <a:endParaRPr kumimoji="0" lang="ru-RU" sz="1200" b="1" i="0" u="none" strike="noStrike" kern="1200" cap="none" spc="0" normalizeH="0" baseline="0" noProof="0">
                        <a:ln>
                          <a:noFill/>
                        </a:ln>
                        <a:solidFill>
                          <a:schemeClr val="bg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p>
                      <a:pPr marL="0" marR="0" lvl="0" indent="0" algn="r" rtl="0">
                        <a:lnSpc>
                          <a:spcPct val="100000"/>
                        </a:lnSpc>
                        <a:spcBef>
                          <a:spcPts val="0"/>
                        </a:spcBef>
                        <a:spcAft>
                          <a:spcPts val="0"/>
                        </a:spcAft>
                        <a:buClrTx/>
                        <a:buSzTx/>
                        <a:buFontTx/>
                        <a:buNone/>
                      </a:pPr>
                      <a:r>
                        <a:rPr lang="ru-RU" sz="1200" b="1">
                          <a:solidFill>
                            <a:schemeClr val="bg1"/>
                          </a:solidFill>
                        </a:rPr>
                        <a:t>Седьмой показатель</a:t>
                      </a:r>
                      <a:r>
                        <a:rPr lang="af-ZA" sz="1200" b="1">
                          <a:solidFill>
                            <a:schemeClr val="bg1"/>
                          </a:solidFill>
                        </a:rPr>
                        <a:t>​​</a:t>
                      </a:r>
                      <a:endParaRPr lang="ru-RU" sz="1200" b="1">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1944209755"/>
                  </a:ext>
                </a:extLst>
              </a:tr>
              <a:tr h="354259">
                <a:tc rowSpan="4">
                  <a:txBody>
                    <a:bodyPr/>
                    <a:lstStyle/>
                    <a:p>
                      <a:pPr lvl="0" algn="ctr" rtl="0">
                        <a:buNone/>
                      </a:pPr>
                      <a:r>
                        <a:rPr lang="ru-RU" sz="1200"/>
                        <a:t>Первый этап</a:t>
                      </a:r>
                    </a:p>
                  </a:txBody>
                  <a:tcPr marL="90000" marR="90000" marT="46800" marB="46800" vert="vert270" anchor="ctr">
                    <a:lnL w="0" cmpd="sng">
                      <a:noFill/>
                    </a:lnL>
                    <a:lnR w="12700" cap="flat" cmpd="sng" algn="ctr">
                      <a:noFill/>
                      <a:prstDash val="solid"/>
                      <a:round/>
                      <a:headEnd type="none" w="med" len="med"/>
                      <a:tailEnd type="none" w="med" len="med"/>
                    </a:lnR>
                  </a:tcPr>
                </a:tc>
                <a:tc>
                  <a:txBody>
                    <a:bodyPr/>
                    <a:lstStyle/>
                    <a:p>
                      <a:pPr lvl="0" algn="l" rtl="0">
                        <a:buNone/>
                      </a:pPr>
                      <a:r>
                        <a:rPr lang="ru-RU" sz="1200"/>
                        <a:t>Наименование</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79,6%</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rtl="0">
                        <a:buNone/>
                      </a:pPr>
                      <a:r>
                        <a:rPr lang="ru-RU" sz="1200">
                          <a:solidFill>
                            <a:schemeClr val="tx1"/>
                          </a:solidFill>
                        </a:rPr>
                        <a:t>–3,2%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F53C14">
                        <a:alpha val="0"/>
                      </a:srgbClr>
                    </a:solidFill>
                  </a:tcPr>
                </a:tc>
                <a:tc>
                  <a:txBody>
                    <a:bodyPr/>
                    <a:lstStyle/>
                    <a:p>
                      <a:pPr lvl="0" algn="r">
                        <a:buNone/>
                      </a:pPr>
                      <a:r>
                        <a:rPr lang="ru-RU" sz="1200">
                          <a:solidFill>
                            <a:schemeClr val="tx1"/>
                          </a:solidFill>
                        </a:rPr>
                        <a:t>79,6%</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F53C14">
                        <a:alpha val="0"/>
                      </a:srgbClr>
                    </a:solidFill>
                  </a:tcPr>
                </a:tc>
                <a:tc>
                  <a:txBody>
                    <a:bodyPr/>
                    <a:lstStyle/>
                    <a:p>
                      <a:pPr lvl="0" algn="r">
                        <a:buNone/>
                      </a:pPr>
                      <a:r>
                        <a:rPr lang="ru-RU" sz="1200">
                          <a:solidFill>
                            <a:schemeClr val="tx1"/>
                          </a:solidFill>
                        </a:rPr>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F53C14">
                        <a:alpha val="0"/>
                      </a:srgbClr>
                    </a:solidFill>
                  </a:tcPr>
                </a:tc>
                <a:tc>
                  <a:txBody>
                    <a:bodyPr/>
                    <a:lstStyle/>
                    <a:p>
                      <a:pPr lvl="0" algn="r" rtl="0">
                        <a:buNone/>
                      </a:pPr>
                      <a:r>
                        <a:rPr lang="ru-RU" sz="1200">
                          <a:solidFill>
                            <a:srgbClr val="10C44C"/>
                          </a:solidFill>
                        </a:rPr>
                        <a:t>–3,2%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F53C14">
                        <a:alpha val="0"/>
                      </a:srgbClr>
                    </a:solidFill>
                  </a:tcPr>
                </a:tc>
                <a:tc>
                  <a:txBody>
                    <a:bodyPr/>
                    <a:lstStyle/>
                    <a:p>
                      <a:pPr lvl="0" algn="r">
                        <a:buNone/>
                      </a:pPr>
                      <a:r>
                        <a:rPr lang="ru-RU" sz="1200">
                          <a:solidFill>
                            <a:schemeClr val="tx1"/>
                          </a:solidFill>
                        </a:rPr>
                        <a:t>79,6%</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F53C14">
                        <a:alpha val="0"/>
                      </a:srgbClr>
                    </a:solidFill>
                  </a:tcPr>
                </a:tc>
                <a:extLst>
                  <a:ext uri="{0D108BD9-81ED-4DB2-BD59-A6C34878D82A}">
                    <a16:rowId xmlns:a16="http://schemas.microsoft.com/office/drawing/2014/main" val="980090632"/>
                  </a:ext>
                </a:extLst>
              </a:tr>
              <a:tr h="354259">
                <a:tc vMerge="1">
                  <a:txBody>
                    <a:bodyPr/>
                    <a:lstStyle/>
                    <a:p>
                      <a:pPr lvl="0" algn="l">
                        <a:buNone/>
                      </a:pPr>
                      <a:endParaRPr lang="ru-RU" sz="1400"/>
                    </a:p>
                  </a:txBody>
                  <a:tcPr marL="90000" marR="90000" marT="46800" marB="46800">
                    <a:lnR w="12700" cap="flat" cmpd="sng" algn="ctr">
                      <a:noFill/>
                      <a:prstDash val="solid"/>
                      <a:round/>
                      <a:headEnd type="none" w="med" len="med"/>
                      <a:tailEnd type="none" w="med" len="med"/>
                    </a:lnR>
                  </a:tcPr>
                </a:tc>
                <a:tc>
                  <a:txBody>
                    <a:bodyPr/>
                    <a:lstStyle/>
                    <a:p>
                      <a:pPr lvl="0" algn="l">
                        <a:buNone/>
                      </a:pPr>
                      <a:r>
                        <a:rPr lang="ru-RU" sz="1200"/>
                        <a:t>Наименование</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97,1%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rtl="0">
                        <a:buNone/>
                      </a:pPr>
                      <a:r>
                        <a:rPr lang="ru-RU" sz="1200">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97,1%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rtl="0">
                        <a:buNone/>
                      </a:pPr>
                      <a:r>
                        <a:rPr lang="ru-RU" sz="1200">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200">
                          <a:solidFill>
                            <a:srgbClr val="10C44C"/>
                          </a:solidFill>
                        </a:rPr>
                        <a:t>97,1%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818846902"/>
                  </a:ext>
                </a:extLst>
              </a:tr>
              <a:tr h="354259">
                <a:tc vMerge="1">
                  <a:txBody>
                    <a:bodyPr/>
                    <a:lstStyle/>
                    <a:p>
                      <a:endParaRPr lang="ru-RU"/>
                    </a:p>
                  </a:txBody>
                  <a:tcPr/>
                </a:tc>
                <a:tc>
                  <a:txBody>
                    <a:bodyPr/>
                    <a:lstStyle/>
                    <a:p>
                      <a:pPr lvl="0" algn="l">
                        <a:buNone/>
                      </a:pPr>
                      <a:r>
                        <a:rPr lang="ru-RU" sz="1200"/>
                        <a:t>Наименование</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90%</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92%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lvl="0" algn="r" defTabSz="914400" rtl="0" eaLnBrk="1" latinLnBrk="0" hangingPunct="1">
                        <a:buNone/>
                      </a:pPr>
                      <a:r>
                        <a:rPr lang="ru-RU" sz="1200" kern="1200">
                          <a:solidFill>
                            <a:schemeClr val="tx1"/>
                          </a:solidFill>
                          <a:latin typeface="+mn-lt"/>
                          <a:ea typeface="+mn-ea"/>
                          <a:cs typeface="+mn-cs"/>
                        </a:rPr>
                        <a:t>–2%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90%</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92%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lvl="0" algn="r" defTabSz="914400" rtl="0" eaLnBrk="1" latinLnBrk="0" hangingPunct="1">
                        <a:buNone/>
                      </a:pPr>
                      <a:r>
                        <a:rPr lang="ru-RU" sz="1200" kern="1200">
                          <a:solidFill>
                            <a:srgbClr val="F53C14"/>
                          </a:solidFill>
                          <a:latin typeface="+mn-lt"/>
                          <a:ea typeface="+mn-ea"/>
                          <a:cs typeface="+mn-cs"/>
                        </a:rPr>
                        <a:t>–2%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200">
                          <a:solidFill>
                            <a:schemeClr val="tx1"/>
                          </a:solidFill>
                        </a:rPr>
                        <a:t>90%</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658178393"/>
                  </a:ext>
                </a:extLst>
              </a:tr>
              <a:tr h="354259">
                <a:tc vMerge="1">
                  <a:txBody>
                    <a:bodyPr/>
                    <a:lstStyle/>
                    <a:p>
                      <a:pPr lvl="0" algn="l">
                        <a:buNone/>
                      </a:pPr>
                      <a:endParaRPr lang="ru-RU" sz="1400"/>
                    </a:p>
                  </a:txBody>
                  <a:tcPr marL="90000" marR="90000" marT="46800" marB="46800">
                    <a:lnR w="12700" cap="flat" cmpd="sng" algn="ctr">
                      <a:noFill/>
                      <a:prstDash val="solid"/>
                      <a:round/>
                      <a:headEnd type="none" w="med" len="med"/>
                      <a:tailEnd type="none" w="med" len="med"/>
                    </a:lnR>
                  </a:tcPr>
                </a:tc>
                <a:tc>
                  <a:txBody>
                    <a:bodyPr/>
                    <a:lstStyle/>
                    <a:p>
                      <a:pPr lvl="0" algn="l">
                        <a:buNone/>
                      </a:pPr>
                      <a:r>
                        <a:rPr lang="ru-RU" sz="1200" b="1">
                          <a:solidFill>
                            <a:schemeClr val="tx1"/>
                          </a:solidFill>
                        </a:rPr>
                        <a:t>Наименование</a:t>
                      </a:r>
                    </a:p>
                  </a:txBody>
                  <a:tcPr marL="90000" marR="90000" marT="46800" marB="46800">
                    <a:lnL w="0" cmpd="sng">
                      <a:noFill/>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en-US" sz="1200" b="1">
                          <a:solidFill>
                            <a:schemeClr val="tx1"/>
                          </a:solidFill>
                        </a:rPr>
                        <a:t>89%</a:t>
                      </a:r>
                      <a:endParaRPr lang="ru-RU" sz="1200" b="1">
                        <a:solidFill>
                          <a:schemeClr val="tx1"/>
                        </a:solidFill>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en-US" sz="1200" b="1">
                          <a:solidFill>
                            <a:schemeClr val="tx1"/>
                          </a:solidFill>
                        </a:rPr>
                        <a:t>90%</a:t>
                      </a:r>
                      <a:endParaRPr lang="ru-RU" sz="1200" b="1">
                        <a:solidFill>
                          <a:schemeClr val="tx1"/>
                        </a:solidFill>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marL="0" lvl="0" algn="r" defTabSz="914400" rtl="0" eaLnBrk="1" latinLnBrk="0" hangingPunct="1">
                        <a:buNone/>
                      </a:pPr>
                      <a:r>
                        <a:rPr lang="en-US" sz="1200" b="1" kern="1200">
                          <a:solidFill>
                            <a:schemeClr val="tx1"/>
                          </a:solidFill>
                          <a:latin typeface="+mn-lt"/>
                          <a:ea typeface="+mn-ea"/>
                          <a:cs typeface="+mn-cs"/>
                        </a:rPr>
                        <a:t>–1%</a:t>
                      </a:r>
                      <a:endParaRPr lang="ru-RU" sz="1200" b="1" kern="1200">
                        <a:solidFill>
                          <a:schemeClr val="tx1"/>
                        </a:solidFill>
                        <a:latin typeface="+mn-lt"/>
                        <a:ea typeface="+mn-ea"/>
                        <a:cs typeface="+mn-cs"/>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en-US" sz="1200" b="1">
                          <a:solidFill>
                            <a:schemeClr val="tx1"/>
                          </a:solidFill>
                        </a:rPr>
                        <a:t>89%</a:t>
                      </a:r>
                      <a:endParaRPr lang="ru-RU" sz="1200" b="1">
                        <a:solidFill>
                          <a:schemeClr val="tx1"/>
                        </a:solidFill>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en-US" sz="1200" b="1">
                          <a:solidFill>
                            <a:schemeClr val="tx1"/>
                          </a:solidFill>
                        </a:rPr>
                        <a:t>90%</a:t>
                      </a:r>
                      <a:endParaRPr lang="ru-RU" sz="1200" b="1">
                        <a:solidFill>
                          <a:schemeClr val="tx1"/>
                        </a:solidFill>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marL="0" lvl="0" algn="r" defTabSz="914400" rtl="0" eaLnBrk="1" latinLnBrk="0" hangingPunct="1">
                        <a:buNone/>
                      </a:pPr>
                      <a:r>
                        <a:rPr lang="en-US" sz="1200" b="1" kern="1200">
                          <a:solidFill>
                            <a:schemeClr val="tx1"/>
                          </a:solidFill>
                          <a:latin typeface="+mn-lt"/>
                          <a:ea typeface="+mn-ea"/>
                          <a:cs typeface="+mn-cs"/>
                        </a:rPr>
                        <a:t>–1%</a:t>
                      </a:r>
                      <a:endParaRPr lang="ru-RU" sz="1200" b="1" kern="1200">
                        <a:solidFill>
                          <a:schemeClr val="tx1"/>
                        </a:solidFill>
                        <a:latin typeface="+mn-lt"/>
                        <a:ea typeface="+mn-ea"/>
                        <a:cs typeface="+mn-cs"/>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en-US" sz="1200" b="1">
                          <a:solidFill>
                            <a:schemeClr val="tx1"/>
                          </a:solidFill>
                        </a:rPr>
                        <a:t>89%</a:t>
                      </a:r>
                      <a:endParaRPr lang="ru-RU" sz="1200" b="1">
                        <a:solidFill>
                          <a:schemeClr val="tx1"/>
                        </a:solidFill>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3079931719"/>
                  </a:ext>
                </a:extLst>
              </a:tr>
              <a:tr h="354259">
                <a:tc rowSpan="6">
                  <a:txBody>
                    <a:bodyPr/>
                    <a:lstStyle/>
                    <a:p>
                      <a:pPr lvl="0" algn="ctr">
                        <a:buNone/>
                      </a:pPr>
                      <a:r>
                        <a:rPr lang="ru-RU" sz="1200"/>
                        <a:t>Второй этап</a:t>
                      </a:r>
                    </a:p>
                  </a:txBody>
                  <a:tcPr marL="90000" marR="90000" marT="46800" marB="46800" vert="vert270" anchor="ctr">
                    <a:lnL w="0" cmpd="sng">
                      <a:noFill/>
                    </a:lnL>
                    <a:lnR w="12700" cap="flat" cmpd="sng" algn="ctr">
                      <a:noFill/>
                      <a:prstDash val="solid"/>
                      <a:round/>
                      <a:headEnd type="none" w="med" len="med"/>
                      <a:tailEnd type="none" w="med" len="med"/>
                    </a:lnR>
                    <a:noFill/>
                  </a:tcPr>
                </a:tc>
                <a:tc>
                  <a:txBody>
                    <a:bodyPr/>
                    <a:lstStyle/>
                    <a:p>
                      <a:pPr lvl="0" algn="l">
                        <a:buNone/>
                      </a:pPr>
                      <a:r>
                        <a:rPr lang="ru-RU" sz="1200"/>
                        <a:t>Наименование</a:t>
                      </a:r>
                    </a:p>
                  </a:txBody>
                  <a:tcPr marL="90000" marR="90000" marT="46800" marB="46800">
                    <a:lnL w="0" cmpd="sng">
                      <a:noFill/>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90%</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marL="0" lvl="0" algn="r" defTabSz="914400" rtl="0" eaLnBrk="1" latinLnBrk="0" hangingPunct="1">
                        <a:buNone/>
                      </a:pPr>
                      <a:r>
                        <a:rPr lang="ru-RU" sz="1200" kern="1200">
                          <a:solidFill>
                            <a:schemeClr val="tx1"/>
                          </a:solidFill>
                          <a:latin typeface="+mn-lt"/>
                          <a:ea typeface="+mn-ea"/>
                          <a:cs typeface="+mn-cs"/>
                        </a:rPr>
                        <a:t>–2%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90%</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marL="0" lvl="0" algn="r" defTabSz="914400" rtl="0" eaLnBrk="1" latinLnBrk="0" hangingPunct="1">
                        <a:buNone/>
                      </a:pPr>
                      <a:r>
                        <a:rPr lang="ru-RU" sz="1200" kern="1200">
                          <a:solidFill>
                            <a:schemeClr val="tx1"/>
                          </a:solidFill>
                          <a:latin typeface="+mn-lt"/>
                          <a:ea typeface="+mn-ea"/>
                          <a:cs typeface="+mn-cs"/>
                        </a:rPr>
                        <a:t>–2%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90%</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079398701"/>
                  </a:ext>
                </a:extLst>
              </a:tr>
              <a:tr h="354259">
                <a:tc vMerge="1">
                  <a:txBody>
                    <a:bodyPr/>
                    <a:lstStyle/>
                    <a:p>
                      <a:pPr lvl="0" algn="l">
                        <a:buNone/>
                      </a:pPr>
                      <a:endParaRPr lang="ru-RU" sz="1400"/>
                    </a:p>
                  </a:txBody>
                  <a:tcPr marL="90000" marR="90000" marT="46800" marB="46800">
                    <a:lnR w="12700" cap="flat" cmpd="sng" algn="ctr">
                      <a:noFill/>
                      <a:prstDash val="solid"/>
                      <a:round/>
                      <a:headEnd type="none" w="med" len="med"/>
                      <a:tailEnd type="none" w="med" len="med"/>
                    </a:lnR>
                  </a:tcPr>
                </a:tc>
                <a:tc>
                  <a:txBody>
                    <a:bodyPr/>
                    <a:lstStyle/>
                    <a:p>
                      <a:pPr lvl="0" algn="l">
                        <a:buNone/>
                      </a:pPr>
                      <a:r>
                        <a:rPr lang="ru-RU" sz="1200"/>
                        <a:t>Наименование</a:t>
                      </a:r>
                    </a:p>
                  </a:txBody>
                  <a:tcPr marL="90000" marR="90000" marT="46800" marB="46800">
                    <a:lnL w="0" cmpd="sng">
                      <a:noFill/>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93,4%</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200">
                          <a:solidFill>
                            <a:schemeClr val="tx1"/>
                          </a:solidFill>
                        </a:rPr>
                        <a:t>–2,8%</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a:solidFill>
                            <a:schemeClr val="tx1"/>
                          </a:solidFill>
                        </a:rPr>
                        <a:t>93,4%</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a:solidFill>
                            <a:schemeClr val="tx1"/>
                          </a:solidFill>
                        </a:rPr>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200">
                          <a:solidFill>
                            <a:srgbClr val="10C44C"/>
                          </a:solidFill>
                        </a:rPr>
                        <a:t>–2,8%</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93,4%</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590234571"/>
                  </a:ext>
                </a:extLst>
              </a:tr>
              <a:tr h="354259">
                <a:tc vMerge="1">
                  <a:txBody>
                    <a:bodyPr/>
                    <a:lstStyle/>
                    <a:p>
                      <a:pPr lvl="0" algn="l" rtl="0">
                        <a:buNone/>
                      </a:pPr>
                      <a:endParaRPr lang="ru-RU" sz="1400"/>
                    </a:p>
                  </a:txBody>
                  <a:tcPr marL="90000" marR="90000" marT="46800" marB="46800">
                    <a:lnR w="12700" cap="flat" cmpd="sng" algn="ctr">
                      <a:noFill/>
                      <a:prstDash val="solid"/>
                      <a:round/>
                      <a:headEnd type="none" w="med" len="med"/>
                      <a:tailEnd type="none" w="med" len="med"/>
                    </a:lnR>
                  </a:tcPr>
                </a:tc>
                <a:tc>
                  <a:txBody>
                    <a:bodyPr/>
                    <a:lstStyle/>
                    <a:p>
                      <a:pPr lvl="0" algn="l" rtl="0">
                        <a:buNone/>
                      </a:pPr>
                      <a:r>
                        <a:rPr lang="ru-RU" sz="1200"/>
                        <a:t>Наименование</a:t>
                      </a:r>
                    </a:p>
                  </a:txBody>
                  <a:tcPr marL="90000" marR="90000" marT="46800" marB="46800">
                    <a:lnL w="0" cmpd="sng">
                      <a:noFill/>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79,6%</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200">
                          <a:solidFill>
                            <a:schemeClr val="tx1"/>
                          </a:solidFill>
                        </a:rPr>
                        <a:t>–3,2%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a:solidFill>
                            <a:schemeClr val="tx1"/>
                          </a:solidFill>
                        </a:rPr>
                        <a:t>79,6%</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a:solidFill>
                            <a:schemeClr val="tx1"/>
                          </a:solidFill>
                        </a:rPr>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200">
                          <a:solidFill>
                            <a:srgbClr val="F53C14"/>
                          </a:solidFill>
                        </a:rPr>
                        <a:t>–3,2%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rgbClr val="10C44C"/>
                          </a:solidFill>
                        </a:rPr>
                        <a:t>79,6%</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647703986"/>
                  </a:ext>
                </a:extLst>
              </a:tr>
              <a:tr h="354259">
                <a:tc vMerge="1">
                  <a:txBody>
                    <a:bodyPr/>
                    <a:lstStyle/>
                    <a:p>
                      <a:endParaRPr lang="ru-RU"/>
                    </a:p>
                  </a:txBody>
                  <a:tcPr/>
                </a:tc>
                <a:tc>
                  <a:txBody>
                    <a:bodyPr/>
                    <a:lstStyle/>
                    <a:p>
                      <a:pPr lvl="0" algn="l">
                        <a:buNone/>
                      </a:pPr>
                      <a:r>
                        <a:rPr lang="ru-RU" sz="1200"/>
                        <a:t>Наименование</a:t>
                      </a:r>
                    </a:p>
                  </a:txBody>
                  <a:tcPr marL="90000" marR="90000" marT="46800" marB="46800">
                    <a:lnL w="0" cmpd="sng">
                      <a:noFill/>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90%</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marL="0" lvl="0" algn="r" defTabSz="914400" rtl="0" eaLnBrk="1" latinLnBrk="0" hangingPunct="1">
                        <a:buNone/>
                      </a:pPr>
                      <a:r>
                        <a:rPr lang="ru-RU" sz="1200" kern="1200">
                          <a:solidFill>
                            <a:schemeClr val="tx1"/>
                          </a:solidFill>
                          <a:latin typeface="+mn-lt"/>
                          <a:ea typeface="+mn-ea"/>
                          <a:cs typeface="+mn-cs"/>
                        </a:rPr>
                        <a:t>–2%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a:solidFill>
                            <a:schemeClr val="tx1"/>
                          </a:solidFill>
                        </a:rPr>
                        <a:t>90%</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a:solidFill>
                            <a:schemeClr val="tx1"/>
                          </a:solidFill>
                        </a:rPr>
                        <a:t>92%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marL="0" lvl="0" algn="r" defTabSz="914400" rtl="0" eaLnBrk="1" latinLnBrk="0" hangingPunct="1">
                        <a:buNone/>
                      </a:pPr>
                      <a:r>
                        <a:rPr lang="ru-RU" sz="1200" kern="1200">
                          <a:solidFill>
                            <a:schemeClr val="tx1"/>
                          </a:solidFill>
                          <a:latin typeface="+mn-lt"/>
                          <a:ea typeface="+mn-ea"/>
                          <a:cs typeface="+mn-cs"/>
                        </a:rPr>
                        <a:t>–2%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90%</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68426248"/>
                  </a:ext>
                </a:extLst>
              </a:tr>
              <a:tr h="354259">
                <a:tc vMerge="1">
                  <a:txBody>
                    <a:bodyPr/>
                    <a:lstStyle/>
                    <a:p>
                      <a:pPr lvl="0" algn="l">
                        <a:buNone/>
                      </a:pPr>
                      <a:endParaRPr lang="ru-RU" sz="1400"/>
                    </a:p>
                  </a:txBody>
                  <a:tcPr marL="90000" marR="90000" marT="46800" marB="46800">
                    <a:lnR w="12700" cap="flat" cmpd="sng" algn="ctr">
                      <a:noFill/>
                      <a:prstDash val="solid"/>
                      <a:round/>
                      <a:headEnd type="none" w="med" len="med"/>
                      <a:tailEnd type="none" w="med" len="med"/>
                    </a:lnR>
                  </a:tcPr>
                </a:tc>
                <a:tc>
                  <a:txBody>
                    <a:bodyPr/>
                    <a:lstStyle/>
                    <a:p>
                      <a:pPr lvl="0" algn="l">
                        <a:buNone/>
                      </a:pPr>
                      <a:r>
                        <a:rPr lang="ru-RU" sz="1200"/>
                        <a:t>Наименование</a:t>
                      </a:r>
                    </a:p>
                  </a:txBody>
                  <a:tcPr marL="90000" marR="90000" marT="46800" marB="46800">
                    <a:lnL w="0" cmpd="sng">
                      <a:noFill/>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97,1%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200">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a:solidFill>
                            <a:schemeClr val="tx1"/>
                          </a:solidFill>
                        </a:rPr>
                        <a:t>97,1%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200">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200">
                          <a:solidFill>
                            <a:srgbClr val="F53C14"/>
                          </a:solidFill>
                        </a:rPr>
                        <a:t>97,1%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84059117"/>
                  </a:ext>
                </a:extLst>
              </a:tr>
              <a:tr h="354259">
                <a:tc vMerge="1">
                  <a:txBody>
                    <a:bodyPr/>
                    <a:lstStyle/>
                    <a:p>
                      <a:pPr lvl="0" algn="l">
                        <a:buNone/>
                      </a:pPr>
                      <a:endParaRPr lang="ru-RU" sz="1400"/>
                    </a:p>
                  </a:txBody>
                  <a:tcPr marL="90000" marR="90000" marT="46800" marB="46800">
                    <a:lnR w="12700" cap="flat" cmpd="sng" algn="ctr">
                      <a:noFill/>
                      <a:prstDash val="solid"/>
                      <a:round/>
                      <a:headEnd type="none" w="med" len="med"/>
                      <a:tailEnd type="none" w="med" len="med"/>
                    </a:lnR>
                  </a:tcPr>
                </a:tc>
                <a:tc>
                  <a:txBody>
                    <a:bodyPr/>
                    <a:lstStyle/>
                    <a:p>
                      <a:pPr lvl="0" algn="l">
                        <a:buNone/>
                      </a:pPr>
                      <a:r>
                        <a:rPr lang="ru-RU" sz="1200" b="1"/>
                        <a:t>Наименование</a:t>
                      </a:r>
                    </a:p>
                  </a:txBody>
                  <a:tcPr marL="90000" marR="90000" marT="46800" marB="46800">
                    <a:lnL w="0" cmpd="sng">
                      <a:noFill/>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ru-RU" sz="1200" b="1">
                          <a:solidFill>
                            <a:schemeClr val="tx1"/>
                          </a:solidFill>
                        </a:rPr>
                        <a:t>93,4%</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ru-RU" sz="1200" b="1">
                          <a:solidFill>
                            <a:schemeClr val="tx1"/>
                          </a:solidFill>
                        </a:rPr>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rtl="0">
                        <a:buNone/>
                      </a:pPr>
                      <a:r>
                        <a:rPr lang="ru-RU" sz="1200" b="1">
                          <a:solidFill>
                            <a:schemeClr val="tx1"/>
                          </a:solidFill>
                        </a:rPr>
                        <a:t>–2,8%</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ru-RU" sz="1200" b="1">
                          <a:solidFill>
                            <a:schemeClr val="tx1"/>
                          </a:solidFill>
                        </a:rPr>
                        <a:t>93,4%</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ru-RU" sz="1200" b="1">
                          <a:solidFill>
                            <a:schemeClr val="tx1"/>
                          </a:solidFill>
                        </a:rPr>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rtl="0">
                        <a:buNone/>
                      </a:pPr>
                      <a:r>
                        <a:rPr lang="ru-RU" sz="1200" b="1">
                          <a:solidFill>
                            <a:schemeClr val="tx1"/>
                          </a:solidFill>
                        </a:rPr>
                        <a:t>–2,8%</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ru-RU" sz="1200" b="1">
                          <a:solidFill>
                            <a:schemeClr val="tx1"/>
                          </a:solidFill>
                        </a:rPr>
                        <a:t>93,4%</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789280255"/>
                  </a:ext>
                </a:extLst>
              </a:tr>
              <a:tr h="354259">
                <a:tc gridSpan="2">
                  <a:txBody>
                    <a:bodyPr/>
                    <a:lstStyle/>
                    <a:p>
                      <a:pPr lvl="0" algn="l">
                        <a:buNone/>
                      </a:pPr>
                      <a:r>
                        <a:rPr lang="ru-RU" sz="1200" b="1"/>
                        <a:t>Итого</a:t>
                      </a:r>
                    </a:p>
                  </a:txBody>
                  <a:tcPr marL="90000" marR="90000" marT="46800" marB="46800" anchor="ctr">
                    <a:lnL w="0" cmpd="sng">
                      <a:noFill/>
                    </a:lnL>
                    <a:lnR w="12700" cap="flat" cmpd="sng" algn="ctr">
                      <a:noFill/>
                      <a:prstDash val="solid"/>
                      <a:round/>
                      <a:headEnd type="none" w="med" len="med"/>
                      <a:tailEnd type="none" w="med" len="med"/>
                    </a:lnR>
                    <a:solidFill>
                      <a:schemeClr val="accent6">
                        <a:lumMod val="20000"/>
                        <a:lumOff val="80000"/>
                      </a:schemeClr>
                    </a:solidFill>
                  </a:tcPr>
                </a:tc>
                <a:tc hMerge="1">
                  <a:txBody>
                    <a:bodyPr/>
                    <a:lstStyle/>
                    <a:p>
                      <a:pPr lvl="0" algn="l">
                        <a:buNone/>
                      </a:pPr>
                      <a:r>
                        <a:rPr lang="ru-RU" sz="1200"/>
                        <a:t>Наименование</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r>
                        <a:rPr lang="ru-RU" sz="1200" b="1">
                          <a:solidFill>
                            <a:schemeClr val="tx1"/>
                          </a:solidFill>
                        </a:rPr>
                        <a:t>97,1%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ru-RU" sz="1200" b="1">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rtl="0">
                        <a:buNone/>
                      </a:pPr>
                      <a:r>
                        <a:rPr lang="ru-RU" sz="1200" b="1">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b="1">
                          <a:solidFill>
                            <a:schemeClr val="tx1"/>
                          </a:solidFill>
                        </a:rPr>
                        <a:t>97,1%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5"/>
                    </a:solidFill>
                  </a:tcPr>
                </a:tc>
                <a:tc>
                  <a:txBody>
                    <a:bodyPr/>
                    <a:lstStyle/>
                    <a:p>
                      <a:pPr lvl="0" algn="r">
                        <a:buNone/>
                      </a:pPr>
                      <a:r>
                        <a:rPr lang="ru-RU" sz="1200" b="1">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rtl="0">
                        <a:buNone/>
                      </a:pPr>
                      <a:r>
                        <a:rPr lang="ru-RU" sz="1200" b="1">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tc>
                  <a:txBody>
                    <a:bodyPr/>
                    <a:lstStyle/>
                    <a:p>
                      <a:pPr lvl="0" algn="r">
                        <a:buNone/>
                      </a:pPr>
                      <a:r>
                        <a:rPr lang="ru-RU" sz="1200" b="1">
                          <a:solidFill>
                            <a:schemeClr val="tx1"/>
                          </a:solidFill>
                        </a:rPr>
                        <a:t>97,1%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109283984"/>
                  </a:ext>
                </a:extLst>
              </a:tr>
            </a:tbl>
          </a:graphicData>
        </a:graphic>
      </p:graphicFrame>
      <p:sp>
        <p:nvSpPr>
          <p:cNvPr id="8" name="TextBox 7">
            <a:extLst>
              <a:ext uri="{FF2B5EF4-FFF2-40B4-BE49-F238E27FC236}">
                <a16:creationId xmlns:a16="http://schemas.microsoft.com/office/drawing/2014/main" id="{EA98E1E7-632A-4BCE-9AE1-A99DA455808F}"/>
              </a:ext>
            </a:extLst>
          </p:cNvPr>
          <p:cNvSpPr txBox="1"/>
          <p:nvPr/>
        </p:nvSpPr>
        <p:spPr>
          <a:xfrm>
            <a:off x="899937" y="6040254"/>
            <a:ext cx="832640" cy="163204"/>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a:ln>
                  <a:noFill/>
                </a:ln>
                <a:solidFill>
                  <a:srgbClr val="0E1114">
                    <a:lumMod val="50000"/>
                    <a:lumOff val="50000"/>
                  </a:srgbClr>
                </a:solidFill>
                <a:effectLst/>
                <a:uLnTx/>
                <a:uFillTx/>
                <a:latin typeface="Arial"/>
                <a:ea typeface="+mn-ea"/>
                <a:cs typeface="+mn-cs"/>
              </a:rPr>
              <a:t>В процессе</a:t>
            </a:r>
          </a:p>
        </p:txBody>
      </p:sp>
      <p:pic>
        <p:nvPicPr>
          <p:cNvPr id="9" name="Рисунок 8">
            <a:extLst>
              <a:ext uri="{FF2B5EF4-FFF2-40B4-BE49-F238E27FC236}">
                <a16:creationId xmlns:a16="http://schemas.microsoft.com/office/drawing/2014/main" id="{C9CAE3EA-A508-4E62-AD41-069689D3E4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9763" y="6040254"/>
            <a:ext cx="163204" cy="163204"/>
          </a:xfrm>
          <a:prstGeom prst="rect">
            <a:avLst/>
          </a:prstGeom>
        </p:spPr>
      </p:pic>
      <p:pic>
        <p:nvPicPr>
          <p:cNvPr id="12" name="Рисунок 11">
            <a:extLst>
              <a:ext uri="{FF2B5EF4-FFF2-40B4-BE49-F238E27FC236}">
                <a16:creationId xmlns:a16="http://schemas.microsoft.com/office/drawing/2014/main" id="{BE200815-D347-4F8C-B615-6D847C262F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61" y="3118119"/>
            <a:ext cx="132064" cy="132064"/>
          </a:xfrm>
          <a:prstGeom prst="rect">
            <a:avLst/>
          </a:prstGeom>
        </p:spPr>
      </p:pic>
      <p:pic>
        <p:nvPicPr>
          <p:cNvPr id="24" name="Рисунок 23">
            <a:extLst>
              <a:ext uri="{FF2B5EF4-FFF2-40B4-BE49-F238E27FC236}">
                <a16:creationId xmlns:a16="http://schemas.microsoft.com/office/drawing/2014/main" id="{F4257C62-56CC-F736-287C-FAC93C1BCE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22857" y="4190361"/>
            <a:ext cx="132064" cy="132064"/>
          </a:xfrm>
          <a:prstGeom prst="rect">
            <a:avLst/>
          </a:prstGeom>
        </p:spPr>
      </p:pic>
      <p:pic>
        <p:nvPicPr>
          <p:cNvPr id="28" name="Рисунок 27">
            <a:extLst>
              <a:ext uri="{FF2B5EF4-FFF2-40B4-BE49-F238E27FC236}">
                <a16:creationId xmlns:a16="http://schemas.microsoft.com/office/drawing/2014/main" id="{09F57878-3961-20A3-C77B-D369CF7A36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22224" y="4900199"/>
            <a:ext cx="132064" cy="132064"/>
          </a:xfrm>
          <a:prstGeom prst="rect">
            <a:avLst/>
          </a:prstGeom>
        </p:spPr>
      </p:pic>
      <p:pic>
        <p:nvPicPr>
          <p:cNvPr id="32" name="Рисунок 31">
            <a:extLst>
              <a:ext uri="{FF2B5EF4-FFF2-40B4-BE49-F238E27FC236}">
                <a16:creationId xmlns:a16="http://schemas.microsoft.com/office/drawing/2014/main" id="{787B2FDE-99C6-07FE-AFE3-D2690A8FC6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38035" y="4900199"/>
            <a:ext cx="132064" cy="132064"/>
          </a:xfrm>
          <a:prstGeom prst="rect">
            <a:avLst/>
          </a:prstGeom>
        </p:spPr>
      </p:pic>
      <p:pic>
        <p:nvPicPr>
          <p:cNvPr id="36" name="Рисунок 35">
            <a:extLst>
              <a:ext uri="{FF2B5EF4-FFF2-40B4-BE49-F238E27FC236}">
                <a16:creationId xmlns:a16="http://schemas.microsoft.com/office/drawing/2014/main" id="{CE414076-B5A8-2000-EA82-21D8D82DF8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38812" y="3118119"/>
            <a:ext cx="132064" cy="132064"/>
          </a:xfrm>
          <a:prstGeom prst="rect">
            <a:avLst/>
          </a:prstGeom>
        </p:spPr>
      </p:pic>
      <p:sp>
        <p:nvSpPr>
          <p:cNvPr id="2" name="Нижний колонтитул 1">
            <a:extLst>
              <a:ext uri="{FF2B5EF4-FFF2-40B4-BE49-F238E27FC236}">
                <a16:creationId xmlns:a16="http://schemas.microsoft.com/office/drawing/2014/main" id="{AA1D3FD8-6C2A-F3DF-EC93-4F404704FB52}"/>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710208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43E6A2B5-D06B-46C1-A5DE-B86D36EAD16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5249F5-0093-48B0-B996-C4E44A87EAFB}" type="slidenum">
              <a:rPr kumimoji="0" lang="ru-RU" sz="1200" b="0" i="0" u="none" strike="noStrike" kern="1200" cap="none" spc="0" normalizeH="0" baseline="0" noProof="0" smtClean="0">
                <a:ln>
                  <a:noFill/>
                </a:ln>
                <a:solidFill>
                  <a:srgbClr val="5A6C7D"/>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ru-RU" sz="1200" b="0" i="0" u="none" strike="noStrike" kern="1200" cap="none" spc="0" normalizeH="0" baseline="0" noProof="0">
              <a:ln>
                <a:noFill/>
              </a:ln>
              <a:solidFill>
                <a:srgbClr val="5A6C7D"/>
              </a:solidFill>
              <a:effectLst/>
              <a:uLnTx/>
              <a:uFillTx/>
              <a:latin typeface="Arial"/>
              <a:ea typeface="+mn-ea"/>
              <a:cs typeface="+mn-cs"/>
            </a:endParaRPr>
          </a:p>
        </p:txBody>
      </p:sp>
      <p:sp>
        <p:nvSpPr>
          <p:cNvPr id="5" name="Заголовок 4">
            <a:extLst>
              <a:ext uri="{FF2B5EF4-FFF2-40B4-BE49-F238E27FC236}">
                <a16:creationId xmlns:a16="http://schemas.microsoft.com/office/drawing/2014/main" id="{93A33462-5658-46A9-BB21-965E59CDA391}"/>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7" name="Таблица 4">
            <a:extLst>
              <a:ext uri="{FF2B5EF4-FFF2-40B4-BE49-F238E27FC236}">
                <a16:creationId xmlns:a16="http://schemas.microsoft.com/office/drawing/2014/main" id="{35FB286E-0E3C-4DA0-9464-CDCD9F38B754}"/>
              </a:ext>
            </a:extLst>
          </p:cNvPr>
          <p:cNvGraphicFramePr>
            <a:graphicFrameLocks noGrp="1"/>
          </p:cNvGraphicFramePr>
          <p:nvPr/>
        </p:nvGraphicFramePr>
        <p:xfrm>
          <a:off x="638627" y="1520827"/>
          <a:ext cx="5250544" cy="4741856"/>
        </p:xfrm>
        <a:graphic>
          <a:graphicData uri="http://schemas.openxmlformats.org/drawingml/2006/table">
            <a:tbl>
              <a:tblPr firstRow="1">
                <a:tableStyleId>{914A2982-056F-4F8E-A7C0-7B2B0B0CB698}</a:tableStyleId>
              </a:tblPr>
              <a:tblGrid>
                <a:gridCol w="1957064">
                  <a:extLst>
                    <a:ext uri="{9D8B030D-6E8A-4147-A177-3AD203B41FA5}">
                      <a16:colId xmlns:a16="http://schemas.microsoft.com/office/drawing/2014/main" val="594922317"/>
                    </a:ext>
                  </a:extLst>
                </a:gridCol>
                <a:gridCol w="823370">
                  <a:extLst>
                    <a:ext uri="{9D8B030D-6E8A-4147-A177-3AD203B41FA5}">
                      <a16:colId xmlns:a16="http://schemas.microsoft.com/office/drawing/2014/main" val="4104067388"/>
                    </a:ext>
                  </a:extLst>
                </a:gridCol>
                <a:gridCol w="823370">
                  <a:extLst>
                    <a:ext uri="{9D8B030D-6E8A-4147-A177-3AD203B41FA5}">
                      <a16:colId xmlns:a16="http://schemas.microsoft.com/office/drawing/2014/main" val="789915689"/>
                    </a:ext>
                  </a:extLst>
                </a:gridCol>
                <a:gridCol w="823370">
                  <a:extLst>
                    <a:ext uri="{9D8B030D-6E8A-4147-A177-3AD203B41FA5}">
                      <a16:colId xmlns:a16="http://schemas.microsoft.com/office/drawing/2014/main" val="3141902399"/>
                    </a:ext>
                  </a:extLst>
                </a:gridCol>
                <a:gridCol w="823370">
                  <a:extLst>
                    <a:ext uri="{9D8B030D-6E8A-4147-A177-3AD203B41FA5}">
                      <a16:colId xmlns:a16="http://schemas.microsoft.com/office/drawing/2014/main" val="3896538928"/>
                    </a:ext>
                  </a:extLst>
                </a:gridCol>
              </a:tblGrid>
              <a:tr h="287380">
                <a:tc rowSpan="2">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solidFill>
                            <a:schemeClr val="bg1"/>
                          </a:solidFill>
                        </a:rPr>
                        <a:t>Название </a:t>
                      </a:r>
                      <a:br>
                        <a:rPr lang="ru-RU" sz="1000" b="1">
                          <a:solidFill>
                            <a:schemeClr val="bg1"/>
                          </a:solidFill>
                        </a:rPr>
                      </a:br>
                      <a:r>
                        <a:rPr lang="ru-RU" sz="1000" b="1">
                          <a:solidFill>
                            <a:schemeClr val="bg1"/>
                          </a:solidFill>
                        </a:rPr>
                        <a:t>параметра</a:t>
                      </a:r>
                    </a:p>
                  </a:txBody>
                  <a:tcPr marL="90000" marR="90000" marT="46800" marB="46800" anchor="ctr">
                    <a:lnR w="6350" cap="flat" cmpd="sng" algn="ctr">
                      <a:solidFill>
                        <a:schemeClr val="accent6"/>
                      </a:solidFill>
                      <a:prstDash val="solid"/>
                      <a:round/>
                      <a:headEnd type="none" w="med" len="med"/>
                      <a:tailEnd type="none" w="med" len="med"/>
                    </a:lnR>
                    <a:lnB w="6350" cap="flat" cmpd="sng" algn="ctr">
                      <a:solidFill>
                        <a:srgbClr val="77818A"/>
                      </a:solidFill>
                      <a:prstDash val="solid"/>
                      <a:round/>
                      <a:headEnd type="none" w="med" len="med"/>
                      <a:tailEnd type="none" w="med" len="med"/>
                    </a:lnB>
                  </a:tcPr>
                </a:tc>
                <a:tc gridSpan="2">
                  <a:txBody>
                    <a:bodyPr/>
                    <a:lstStyle/>
                    <a:p>
                      <a:pPr marL="0" marR="0" lvl="0" indent="0" algn="r" rtl="0">
                        <a:lnSpc>
                          <a:spcPct val="100000"/>
                        </a:lnSpc>
                        <a:spcBef>
                          <a:spcPts val="0"/>
                        </a:spcBef>
                        <a:spcAft>
                          <a:spcPts val="0"/>
                        </a:spcAft>
                        <a:buClrTx/>
                        <a:buSzTx/>
                        <a:buFontTx/>
                        <a:buNone/>
                      </a:pPr>
                      <a:r>
                        <a:rPr lang="ru-RU" sz="1000" b="1">
                          <a:solidFill>
                            <a:schemeClr val="bg1"/>
                          </a:solidFill>
                        </a:rPr>
                        <a:t>Первый показатель</a:t>
                      </a:r>
                      <a:r>
                        <a:rPr lang="af-ZA" sz="1000" b="1">
                          <a:solidFill>
                            <a:schemeClr val="bg1"/>
                          </a:solidFill>
                        </a:rPr>
                        <a:t>​​</a:t>
                      </a:r>
                      <a:endParaRPr lang="ru-RU" sz="1000" b="1">
                        <a:solidFill>
                          <a:schemeClr val="bg1"/>
                        </a:solidFill>
                      </a:endParaRPr>
                    </a:p>
                  </a:txBody>
                  <a:tcPr marL="90000" marR="90000" marT="46800" marB="4680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a:ln>
                            <a:noFill/>
                          </a:ln>
                          <a:solidFill>
                            <a:schemeClr val="bg1"/>
                          </a:solidFill>
                          <a:effectLst/>
                          <a:uLnTx/>
                          <a:uFillTx/>
                          <a:latin typeface="+mn-lt"/>
                          <a:ea typeface="+mn-ea"/>
                          <a:cs typeface="+mn-cs"/>
                        </a:rPr>
                        <a:t>Второй показатель </a:t>
                      </a:r>
                      <a:endParaRPr lang="ru-RU" sz="1000" b="1"/>
                    </a:p>
                  </a:txBody>
                  <a:tcPr marL="90000" marR="90000" marT="46800" marB="46800" anchor="ctr">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549931237"/>
                  </a:ext>
                </a:extLst>
              </a:tr>
              <a:tr h="311110">
                <a:tc vMerge="1">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solidFill>
                            <a:schemeClr val="tx1"/>
                          </a:solidFill>
                        </a:rPr>
                        <a:t>Название </a:t>
                      </a:r>
                      <a:br>
                        <a:rPr lang="ru-RU" sz="1000" b="1">
                          <a:solidFill>
                            <a:schemeClr val="tx1"/>
                          </a:solidFill>
                        </a:rPr>
                      </a:br>
                      <a:r>
                        <a:rPr lang="ru-RU" sz="1000" b="1">
                          <a:solidFill>
                            <a:schemeClr val="tx1"/>
                          </a:solidFill>
                        </a:rPr>
                        <a:t>параметра</a:t>
                      </a:r>
                    </a:p>
                  </a:txBody>
                  <a:tcPr marL="90000" marR="90000" marT="46800" marB="46800" anchor="ctr">
                    <a:lnR w="12700" cap="flat" cmpd="sng" algn="ctr">
                      <a:noFill/>
                      <a:prstDash val="solid"/>
                      <a:round/>
                      <a:headEnd type="none" w="med" len="med"/>
                      <a:tailEnd type="none" w="med" len="med"/>
                    </a:lnR>
                  </a:tcPr>
                </a:tc>
                <a:tc>
                  <a:txBody>
                    <a:bodyPr/>
                    <a:lstStyle/>
                    <a:p>
                      <a:pPr marL="0" marR="0" lvl="0" indent="0" algn="r" rtl="0">
                        <a:lnSpc>
                          <a:spcPct val="100000"/>
                        </a:lnSpc>
                        <a:spcBef>
                          <a:spcPts val="0"/>
                        </a:spcBef>
                        <a:spcAft>
                          <a:spcPts val="0"/>
                        </a:spcAft>
                        <a:buClrTx/>
                        <a:buSzTx/>
                        <a:buFontTx/>
                        <a:buNone/>
                      </a:pPr>
                      <a:r>
                        <a:rPr lang="en-US" sz="1000" b="1">
                          <a:solidFill>
                            <a:schemeClr val="tx1"/>
                          </a:solidFill>
                        </a:rPr>
                        <a:t>W1</a:t>
                      </a:r>
                      <a:r>
                        <a:rPr lang="af-ZA" sz="1000" b="1">
                          <a:solidFill>
                            <a:schemeClr val="tx1"/>
                          </a:solidFill>
                        </a:rPr>
                        <a:t>​​</a:t>
                      </a:r>
                      <a:endParaRPr lang="ru-RU" sz="1000" b="1">
                        <a:solidFill>
                          <a:schemeClr val="tx1"/>
                        </a:solidFill>
                      </a:endParaRPr>
                    </a:p>
                  </a:txBody>
                  <a:tcPr marL="90000" marR="90000" marT="46800" marB="46800" anchor="ctr">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W2</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rtl="0">
                        <a:lnSpc>
                          <a:spcPct val="100000"/>
                        </a:lnSpc>
                        <a:spcBef>
                          <a:spcPts val="0"/>
                        </a:spcBef>
                        <a:spcAft>
                          <a:spcPts val="0"/>
                        </a:spcAft>
                        <a:buClrTx/>
                        <a:buSzTx/>
                        <a:buFontTx/>
                        <a:buNone/>
                      </a:pPr>
                      <a:r>
                        <a:rPr lang="en-US" sz="1000" b="1">
                          <a:solidFill>
                            <a:schemeClr val="tx1"/>
                          </a:solidFill>
                        </a:rPr>
                        <a:t>W1</a:t>
                      </a:r>
                      <a:r>
                        <a:rPr lang="af-ZA" sz="1000" b="1">
                          <a:solidFill>
                            <a:schemeClr val="tx1"/>
                          </a:solidFill>
                        </a:rPr>
                        <a:t>​​</a:t>
                      </a:r>
                      <a:endParaRPr lang="ru-RU" sz="1000" b="1">
                        <a:solidFill>
                          <a:schemeClr val="tx1"/>
                        </a:solidFill>
                      </a:endParaRPr>
                    </a:p>
                  </a:txBody>
                  <a:tcPr marL="90000" marR="90000" marT="46800" marB="468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W2</a:t>
                      </a:r>
                      <a:r>
                        <a:rPr kumimoji="0" lang="af-ZA" sz="1000" b="1" i="0" u="none" strike="noStrike" kern="1200" cap="none" spc="0" normalizeH="0" baseline="0" noProof="0">
                          <a:ln>
                            <a:noFill/>
                          </a:ln>
                          <a:solidFill>
                            <a:schemeClr val="tx1"/>
                          </a:solidFill>
                          <a:effectLst/>
                          <a:uLnTx/>
                          <a:uFillTx/>
                          <a:latin typeface="Arial"/>
                          <a:ea typeface="+mn-ea"/>
                          <a:cs typeface="+mn-cs"/>
                        </a:rPr>
                        <a:t>​​</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extLst>
                  <a:ext uri="{0D108BD9-81ED-4DB2-BD59-A6C34878D82A}">
                    <a16:rowId xmlns:a16="http://schemas.microsoft.com/office/drawing/2014/main" val="2911144332"/>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lnT w="6350" cap="flat" cmpd="sng" algn="ctr">
                      <a:solidFill>
                        <a:srgbClr val="77818A"/>
                      </a:solidFill>
                      <a:prstDash val="solid"/>
                      <a:round/>
                      <a:headEnd type="none" w="med" len="med"/>
                      <a:tailEnd type="none" w="med" len="med"/>
                    </a:lnT>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en-US" sz="1000"/>
                        <a:t>89%</a:t>
                      </a:r>
                      <a:endParaRPr lang="ru-RU" sz="1000"/>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944209755"/>
                  </a:ext>
                </a:extLst>
              </a:tr>
              <a:tr h="230187">
                <a:tc>
                  <a:txBody>
                    <a:bodyPr/>
                    <a:lstStyle/>
                    <a:p>
                      <a:pPr lvl="0" algn="l" rtl="0">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90%</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980090632"/>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97,1%</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solidFill>
                            <a:srgbClr val="10C44C"/>
                          </a:solidFill>
                        </a:rPr>
                        <a:t>93,4%</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818846902"/>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en-US" sz="1000"/>
                        <a:t>89%</a:t>
                      </a:r>
                      <a:endParaRPr lang="ru-RU" sz="1000"/>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en-US" sz="1000"/>
                        <a:t>90%</a:t>
                      </a:r>
                      <a:endParaRPr lang="ru-RU" sz="1000"/>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solidFill>
                            <a:srgbClr val="10C44C"/>
                          </a:solidFill>
                        </a:rPr>
                        <a:t>79,6%</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079931719"/>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90%</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solidFill>
                            <a:srgbClr val="10C44C"/>
                          </a:solidFill>
                        </a:rPr>
                        <a:t>97,1%</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079398701"/>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93,4%</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590234571"/>
                  </a:ext>
                </a:extLst>
              </a:tr>
              <a:tr h="230187">
                <a:tc>
                  <a:txBody>
                    <a:bodyPr/>
                    <a:lstStyle/>
                    <a:p>
                      <a:pPr lvl="0" algn="l" rtl="0">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en-US" sz="1000"/>
                        <a:t>89%</a:t>
                      </a:r>
                      <a:endParaRPr lang="ru-RU" sz="1000"/>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647703986"/>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97,1%</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90%</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384059117"/>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789280255"/>
                  </a:ext>
                </a:extLst>
              </a:tr>
              <a:tr h="230187">
                <a:tc>
                  <a:txBody>
                    <a:bodyPr/>
                    <a:lstStyle/>
                    <a:p>
                      <a:pPr lvl="0" algn="l" rtl="0">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1903910404"/>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en-US" sz="1000"/>
                        <a:t>89%</a:t>
                      </a:r>
                      <a:endParaRPr lang="ru-RU" sz="1000"/>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1699685760"/>
                  </a:ext>
                </a:extLst>
              </a:tr>
              <a:tr h="230187">
                <a:tc>
                  <a:txBody>
                    <a:bodyPr/>
                    <a:lstStyle/>
                    <a:p>
                      <a:pPr lvl="0" algn="l" rtl="0">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90%</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3285380633"/>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97,1%</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93,4%</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803475304"/>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en-US" sz="1000"/>
                        <a:t>89%</a:t>
                      </a:r>
                      <a:endParaRPr lang="ru-RU" sz="1000"/>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en-US" sz="1000"/>
                        <a:t>90%</a:t>
                      </a:r>
                      <a:endParaRPr lang="ru-RU" sz="1000"/>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79,6%</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312005205"/>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90%</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97,1%</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521868689"/>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525816848"/>
                  </a:ext>
                </a:extLst>
              </a:tr>
              <a:tr h="230187">
                <a:tc>
                  <a:txBody>
                    <a:bodyPr/>
                    <a:lstStyle/>
                    <a:p>
                      <a:pPr lvl="0" algn="l" rtl="0">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1707397358"/>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en-US" sz="1000"/>
                        <a:t>89%</a:t>
                      </a:r>
                      <a:endParaRPr lang="ru-RU" sz="1000"/>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631917101"/>
                  </a:ext>
                </a:extLst>
              </a:tr>
            </a:tbl>
          </a:graphicData>
        </a:graphic>
      </p:graphicFrame>
      <p:graphicFrame>
        <p:nvGraphicFramePr>
          <p:cNvPr id="2" name="Таблица 4">
            <a:extLst>
              <a:ext uri="{FF2B5EF4-FFF2-40B4-BE49-F238E27FC236}">
                <a16:creationId xmlns:a16="http://schemas.microsoft.com/office/drawing/2014/main" id="{F6747387-281B-09D0-3C06-31DA187F3977}"/>
              </a:ext>
            </a:extLst>
          </p:cNvPr>
          <p:cNvGraphicFramePr>
            <a:graphicFrameLocks noGrp="1"/>
          </p:cNvGraphicFramePr>
          <p:nvPr/>
        </p:nvGraphicFramePr>
        <p:xfrm>
          <a:off x="6300106" y="1520827"/>
          <a:ext cx="5250544" cy="3130547"/>
        </p:xfrm>
        <a:graphic>
          <a:graphicData uri="http://schemas.openxmlformats.org/drawingml/2006/table">
            <a:tbl>
              <a:tblPr firstRow="1">
                <a:tableStyleId>{914A2982-056F-4F8E-A7C0-7B2B0B0CB698}</a:tableStyleId>
              </a:tblPr>
              <a:tblGrid>
                <a:gridCol w="1957064">
                  <a:extLst>
                    <a:ext uri="{9D8B030D-6E8A-4147-A177-3AD203B41FA5}">
                      <a16:colId xmlns:a16="http://schemas.microsoft.com/office/drawing/2014/main" val="594922317"/>
                    </a:ext>
                  </a:extLst>
                </a:gridCol>
                <a:gridCol w="823370">
                  <a:extLst>
                    <a:ext uri="{9D8B030D-6E8A-4147-A177-3AD203B41FA5}">
                      <a16:colId xmlns:a16="http://schemas.microsoft.com/office/drawing/2014/main" val="4104067388"/>
                    </a:ext>
                  </a:extLst>
                </a:gridCol>
                <a:gridCol w="823370">
                  <a:extLst>
                    <a:ext uri="{9D8B030D-6E8A-4147-A177-3AD203B41FA5}">
                      <a16:colId xmlns:a16="http://schemas.microsoft.com/office/drawing/2014/main" val="789915689"/>
                    </a:ext>
                  </a:extLst>
                </a:gridCol>
                <a:gridCol w="823370">
                  <a:extLst>
                    <a:ext uri="{9D8B030D-6E8A-4147-A177-3AD203B41FA5}">
                      <a16:colId xmlns:a16="http://schemas.microsoft.com/office/drawing/2014/main" val="3141902399"/>
                    </a:ext>
                  </a:extLst>
                </a:gridCol>
                <a:gridCol w="823370">
                  <a:extLst>
                    <a:ext uri="{9D8B030D-6E8A-4147-A177-3AD203B41FA5}">
                      <a16:colId xmlns:a16="http://schemas.microsoft.com/office/drawing/2014/main" val="3896538928"/>
                    </a:ext>
                  </a:extLst>
                </a:gridCol>
              </a:tblGrid>
              <a:tr h="287380">
                <a:tc rowSpan="2">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solidFill>
                            <a:schemeClr val="bg1"/>
                          </a:solidFill>
                        </a:rPr>
                        <a:t>Название </a:t>
                      </a:r>
                      <a:br>
                        <a:rPr lang="ru-RU" sz="1000" b="1">
                          <a:solidFill>
                            <a:schemeClr val="bg1"/>
                          </a:solidFill>
                        </a:rPr>
                      </a:br>
                      <a:r>
                        <a:rPr lang="ru-RU" sz="1000" b="1">
                          <a:solidFill>
                            <a:schemeClr val="bg1"/>
                          </a:solidFill>
                        </a:rPr>
                        <a:t>параметра</a:t>
                      </a:r>
                    </a:p>
                  </a:txBody>
                  <a:tcPr marL="90000" marR="90000" marT="46800" marB="46800" anchor="ctr">
                    <a:lnR w="6350" cap="flat" cmpd="sng" algn="ctr">
                      <a:solidFill>
                        <a:schemeClr val="accent6"/>
                      </a:solidFill>
                      <a:prstDash val="solid"/>
                      <a:round/>
                      <a:headEnd type="none" w="med" len="med"/>
                      <a:tailEnd type="none" w="med" len="med"/>
                    </a:lnR>
                    <a:lnB w="6350" cap="flat" cmpd="sng" algn="ctr">
                      <a:solidFill>
                        <a:srgbClr val="77818A"/>
                      </a:solidFill>
                      <a:prstDash val="solid"/>
                      <a:round/>
                      <a:headEnd type="none" w="med" len="med"/>
                      <a:tailEnd type="none" w="med" len="med"/>
                    </a:lnB>
                  </a:tcPr>
                </a:tc>
                <a:tc gridSpan="2">
                  <a:txBody>
                    <a:bodyPr/>
                    <a:lstStyle/>
                    <a:p>
                      <a:pPr marL="0" marR="0" lvl="0" indent="0" algn="r" rtl="0">
                        <a:lnSpc>
                          <a:spcPct val="100000"/>
                        </a:lnSpc>
                        <a:spcBef>
                          <a:spcPts val="0"/>
                        </a:spcBef>
                        <a:spcAft>
                          <a:spcPts val="0"/>
                        </a:spcAft>
                        <a:buClrTx/>
                        <a:buSzTx/>
                        <a:buFontTx/>
                        <a:buNone/>
                      </a:pPr>
                      <a:r>
                        <a:rPr lang="ru-RU" sz="1000" b="1">
                          <a:solidFill>
                            <a:schemeClr val="bg1"/>
                          </a:solidFill>
                        </a:rPr>
                        <a:t>Первый показатель</a:t>
                      </a:r>
                      <a:r>
                        <a:rPr lang="af-ZA" sz="1000" b="1">
                          <a:solidFill>
                            <a:schemeClr val="bg1"/>
                          </a:solidFill>
                        </a:rPr>
                        <a:t>​​</a:t>
                      </a:r>
                      <a:endParaRPr lang="ru-RU" sz="1000" b="1">
                        <a:solidFill>
                          <a:schemeClr val="bg1"/>
                        </a:solidFill>
                      </a:endParaRPr>
                    </a:p>
                  </a:txBody>
                  <a:tcPr marL="90000" marR="90000" marT="46800" marB="4680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a:ln>
                            <a:noFill/>
                          </a:ln>
                          <a:solidFill>
                            <a:schemeClr val="bg1"/>
                          </a:solidFill>
                          <a:effectLst/>
                          <a:uLnTx/>
                          <a:uFillTx/>
                          <a:latin typeface="+mn-lt"/>
                          <a:ea typeface="+mn-ea"/>
                          <a:cs typeface="+mn-cs"/>
                        </a:rPr>
                        <a:t>Второй показатель </a:t>
                      </a:r>
                      <a:endParaRPr lang="ru-RU" sz="1000" b="1"/>
                    </a:p>
                  </a:txBody>
                  <a:tcPr marL="90000" marR="90000" marT="46800" marB="46800" anchor="ctr">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549931237"/>
                  </a:ext>
                </a:extLst>
              </a:tr>
              <a:tr h="311110">
                <a:tc vMerge="1">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solidFill>
                            <a:schemeClr val="tx1"/>
                          </a:solidFill>
                        </a:rPr>
                        <a:t>Название </a:t>
                      </a:r>
                      <a:br>
                        <a:rPr lang="ru-RU" sz="1000" b="1">
                          <a:solidFill>
                            <a:schemeClr val="tx1"/>
                          </a:solidFill>
                        </a:rPr>
                      </a:br>
                      <a:r>
                        <a:rPr lang="ru-RU" sz="1000" b="1">
                          <a:solidFill>
                            <a:schemeClr val="tx1"/>
                          </a:solidFill>
                        </a:rPr>
                        <a:t>параметра</a:t>
                      </a:r>
                    </a:p>
                  </a:txBody>
                  <a:tcPr marL="90000" marR="90000" marT="46800" marB="46800" anchor="ctr">
                    <a:lnR w="12700" cap="flat" cmpd="sng" algn="ctr">
                      <a:noFill/>
                      <a:prstDash val="solid"/>
                      <a:round/>
                      <a:headEnd type="none" w="med" len="med"/>
                      <a:tailEnd type="none" w="med" len="med"/>
                    </a:lnR>
                  </a:tcPr>
                </a:tc>
                <a:tc>
                  <a:txBody>
                    <a:bodyPr/>
                    <a:lstStyle/>
                    <a:p>
                      <a:pPr marL="0" marR="0" lvl="0" indent="0" algn="r" rtl="0">
                        <a:lnSpc>
                          <a:spcPct val="100000"/>
                        </a:lnSpc>
                        <a:spcBef>
                          <a:spcPts val="0"/>
                        </a:spcBef>
                        <a:spcAft>
                          <a:spcPts val="0"/>
                        </a:spcAft>
                        <a:buClrTx/>
                        <a:buSzTx/>
                        <a:buFontTx/>
                        <a:buNone/>
                      </a:pPr>
                      <a:r>
                        <a:rPr lang="en-US" sz="1000" b="1">
                          <a:solidFill>
                            <a:schemeClr val="tx1"/>
                          </a:solidFill>
                        </a:rPr>
                        <a:t>W1</a:t>
                      </a:r>
                      <a:r>
                        <a:rPr lang="af-ZA" sz="1000" b="1">
                          <a:solidFill>
                            <a:schemeClr val="tx1"/>
                          </a:solidFill>
                        </a:rPr>
                        <a:t>​​</a:t>
                      </a:r>
                      <a:endParaRPr lang="ru-RU" sz="1000" b="1">
                        <a:solidFill>
                          <a:schemeClr val="tx1"/>
                        </a:solidFill>
                      </a:endParaRPr>
                    </a:p>
                  </a:txBody>
                  <a:tcPr marL="90000" marR="90000" marT="46800" marB="46800" anchor="ctr">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W2</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rtl="0">
                        <a:lnSpc>
                          <a:spcPct val="100000"/>
                        </a:lnSpc>
                        <a:spcBef>
                          <a:spcPts val="0"/>
                        </a:spcBef>
                        <a:spcAft>
                          <a:spcPts val="0"/>
                        </a:spcAft>
                        <a:buClrTx/>
                        <a:buSzTx/>
                        <a:buFontTx/>
                        <a:buNone/>
                      </a:pPr>
                      <a:r>
                        <a:rPr lang="en-US" sz="1000" b="1">
                          <a:solidFill>
                            <a:schemeClr val="tx1"/>
                          </a:solidFill>
                        </a:rPr>
                        <a:t>W1</a:t>
                      </a:r>
                      <a:r>
                        <a:rPr lang="af-ZA" sz="1000" b="1">
                          <a:solidFill>
                            <a:schemeClr val="tx1"/>
                          </a:solidFill>
                        </a:rPr>
                        <a:t>​​</a:t>
                      </a:r>
                      <a:endParaRPr lang="ru-RU" sz="1000" b="1">
                        <a:solidFill>
                          <a:schemeClr val="tx1"/>
                        </a:solidFill>
                      </a:endParaRPr>
                    </a:p>
                  </a:txBody>
                  <a:tcPr marL="90000" marR="90000" marT="46800" marB="468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W2</a:t>
                      </a:r>
                      <a:r>
                        <a:rPr kumimoji="0" lang="af-ZA" sz="1000" b="1" i="0" u="none" strike="noStrike" kern="1200" cap="none" spc="0" normalizeH="0" baseline="0" noProof="0">
                          <a:ln>
                            <a:noFill/>
                          </a:ln>
                          <a:solidFill>
                            <a:schemeClr val="tx1"/>
                          </a:solidFill>
                          <a:effectLst/>
                          <a:uLnTx/>
                          <a:uFillTx/>
                          <a:latin typeface="Arial"/>
                          <a:ea typeface="+mn-ea"/>
                          <a:cs typeface="+mn-cs"/>
                        </a:rPr>
                        <a:t>​​</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extLst>
                  <a:ext uri="{0D108BD9-81ED-4DB2-BD59-A6C34878D82A}">
                    <a16:rowId xmlns:a16="http://schemas.microsoft.com/office/drawing/2014/main" val="2911144332"/>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lnT w="6350" cap="flat" cmpd="sng" algn="ctr">
                      <a:solidFill>
                        <a:srgbClr val="77818A"/>
                      </a:solidFill>
                      <a:prstDash val="solid"/>
                      <a:round/>
                      <a:headEnd type="none" w="med" len="med"/>
                      <a:tailEnd type="none" w="med" len="med"/>
                    </a:lnT>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789280255"/>
                  </a:ext>
                </a:extLst>
              </a:tr>
              <a:tr h="230187">
                <a:tc>
                  <a:txBody>
                    <a:bodyPr/>
                    <a:lstStyle/>
                    <a:p>
                      <a:pPr lvl="0" algn="l" rtl="0">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1903910404"/>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en-US" sz="1000"/>
                        <a:t>89%</a:t>
                      </a:r>
                      <a:endParaRPr lang="ru-RU" sz="1000"/>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1699685760"/>
                  </a:ext>
                </a:extLst>
              </a:tr>
              <a:tr h="230187">
                <a:tc>
                  <a:txBody>
                    <a:bodyPr/>
                    <a:lstStyle/>
                    <a:p>
                      <a:pPr lvl="0" algn="l" rtl="0">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90%</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3285380633"/>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97,1%</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93,4%</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803475304"/>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en-US" sz="1000"/>
                        <a:t>89%</a:t>
                      </a:r>
                      <a:endParaRPr lang="ru-RU" sz="1000"/>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en-US" sz="1000"/>
                        <a:t>90%</a:t>
                      </a:r>
                      <a:endParaRPr lang="ru-RU" sz="1000"/>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79,6%</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312005205"/>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90%</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97,1%</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521868689"/>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525816848"/>
                  </a:ext>
                </a:extLst>
              </a:tr>
              <a:tr h="230187">
                <a:tc>
                  <a:txBody>
                    <a:bodyPr/>
                    <a:lstStyle/>
                    <a:p>
                      <a:pPr lvl="0" algn="l" rtl="0">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79,6%</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1707397358"/>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en-US" sz="1000"/>
                        <a:t>89%</a:t>
                      </a:r>
                      <a:endParaRPr lang="ru-RU" sz="1000"/>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631917101"/>
                  </a:ext>
                </a:extLst>
              </a:tr>
              <a:tr h="230187">
                <a:tc>
                  <a:txBody>
                    <a:bodyPr/>
                    <a:lstStyle/>
                    <a:p>
                      <a:pPr lvl="0" algn="l">
                        <a:buNone/>
                      </a:pPr>
                      <a:r>
                        <a:rPr lang="ru-RU" sz="1000"/>
                        <a:t>Название параметра</a:t>
                      </a:r>
                    </a:p>
                  </a:txBody>
                  <a:tcPr marL="36000" marR="36000" marT="36000" marB="360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en-US" sz="1000"/>
                        <a:t>89%</a:t>
                      </a:r>
                      <a:endParaRPr lang="ru-RU" sz="1000"/>
                    </a:p>
                  </a:txBody>
                  <a:tcPr marL="36000" marR="36000" marT="36000" marB="360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en-US" sz="1000"/>
                        <a:t>90%</a:t>
                      </a:r>
                      <a:endParaRPr lang="ru-RU" sz="1000"/>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79,6%</a:t>
                      </a:r>
                    </a:p>
                  </a:txBody>
                  <a:tcPr marL="36000" marR="36000" marT="36000" marB="36000">
                    <a:lnL w="635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173210948"/>
                  </a:ext>
                </a:extLst>
              </a:tr>
            </a:tbl>
          </a:graphicData>
        </a:graphic>
      </p:graphicFrame>
      <p:sp>
        <p:nvSpPr>
          <p:cNvPr id="3" name="Прямоугольник: скругленные углы 2">
            <a:extLst>
              <a:ext uri="{FF2B5EF4-FFF2-40B4-BE49-F238E27FC236}">
                <a16:creationId xmlns:a16="http://schemas.microsoft.com/office/drawing/2014/main" id="{8B87DE68-1ACF-3CE8-1E19-FBB315339FE6}"/>
              </a:ext>
            </a:extLst>
          </p:cNvPr>
          <p:cNvSpPr/>
          <p:nvPr/>
        </p:nvSpPr>
        <p:spPr>
          <a:xfrm>
            <a:off x="6299375" y="4846386"/>
            <a:ext cx="2523219" cy="1416298"/>
          </a:xfrm>
          <a:prstGeom prst="roundRect">
            <a:avLst>
              <a:gd name="adj" fmla="val 15094"/>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400" b="0" i="0" u="none" strike="noStrike" kern="1200" cap="none" spc="0" normalizeH="0" baseline="0" noProof="0">
              <a:ln>
                <a:noFill/>
              </a:ln>
              <a:solidFill>
                <a:srgbClr val="0E1114"/>
              </a:solidFill>
              <a:effectLst/>
              <a:uLnTx/>
              <a:uFillTx/>
              <a:latin typeface="Arial"/>
              <a:ea typeface="+mn-ea"/>
              <a:cs typeface="+mn-cs"/>
            </a:endParaRPr>
          </a:p>
        </p:txBody>
      </p:sp>
      <p:grpSp>
        <p:nvGrpSpPr>
          <p:cNvPr id="6" name="Группа 5">
            <a:extLst>
              <a:ext uri="{FF2B5EF4-FFF2-40B4-BE49-F238E27FC236}">
                <a16:creationId xmlns:a16="http://schemas.microsoft.com/office/drawing/2014/main" id="{F436EDF9-5DAC-50A6-2935-5125C0035656}"/>
              </a:ext>
            </a:extLst>
          </p:cNvPr>
          <p:cNvGrpSpPr/>
          <p:nvPr/>
        </p:nvGrpSpPr>
        <p:grpSpPr>
          <a:xfrm>
            <a:off x="6562731" y="5118602"/>
            <a:ext cx="2123337" cy="1144086"/>
            <a:chOff x="6359355" y="1889528"/>
            <a:chExt cx="2123337" cy="1144086"/>
          </a:xfrm>
        </p:grpSpPr>
        <p:sp>
          <p:nvSpPr>
            <p:cNvPr id="9" name="Объект 1">
              <a:extLst>
                <a:ext uri="{FF2B5EF4-FFF2-40B4-BE49-F238E27FC236}">
                  <a16:creationId xmlns:a16="http://schemas.microsoft.com/office/drawing/2014/main" id="{CDD98AD9-C153-1646-EB2D-0C2B15280F8E}"/>
                </a:ext>
              </a:extLst>
            </p:cNvPr>
            <p:cNvSpPr txBox="1">
              <a:spLocks/>
            </p:cNvSpPr>
            <p:nvPr/>
          </p:nvSpPr>
          <p:spPr>
            <a:xfrm>
              <a:off x="6359356" y="1889528"/>
              <a:ext cx="174324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en-US" sz="3600">
                  <a:ln w="38100">
                    <a:noFill/>
                  </a:ln>
                  <a:latin typeface="+mj-lt"/>
                </a:rPr>
                <a:t>&gt;</a:t>
              </a:r>
              <a:r>
                <a:rPr lang="ru-RU" sz="3600">
                  <a:ln w="38100">
                    <a:noFill/>
                  </a:ln>
                  <a:latin typeface="+mj-lt"/>
                </a:rPr>
                <a:t>12</a:t>
              </a:r>
              <a:r>
                <a:rPr lang="ru-RU">
                  <a:ln w="38100">
                    <a:noFill/>
                  </a:ln>
                  <a:latin typeface="+mj-lt"/>
                </a:rPr>
                <a:t> млн</a:t>
              </a:r>
              <a:endParaRPr lang="ru-RU" sz="3600">
                <a:ln w="38100">
                  <a:noFill/>
                </a:ln>
                <a:latin typeface="+mj-lt"/>
              </a:endParaRPr>
            </a:p>
          </p:txBody>
        </p:sp>
        <p:sp>
          <p:nvSpPr>
            <p:cNvPr id="10" name="Объект 1">
              <a:extLst>
                <a:ext uri="{FF2B5EF4-FFF2-40B4-BE49-F238E27FC236}">
                  <a16:creationId xmlns:a16="http://schemas.microsoft.com/office/drawing/2014/main" id="{9F68F62E-5963-5E8A-43C2-FF5401F6F3B2}"/>
                </a:ext>
              </a:extLst>
            </p:cNvPr>
            <p:cNvSpPr txBox="1">
              <a:spLocks/>
            </p:cNvSpPr>
            <p:nvPr/>
          </p:nvSpPr>
          <p:spPr>
            <a:xfrm>
              <a:off x="6359355" y="2456016"/>
              <a:ext cx="2123337"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a:t>
              </a:r>
            </a:p>
          </p:txBody>
        </p:sp>
      </p:grpSp>
      <p:sp>
        <p:nvSpPr>
          <p:cNvPr id="31" name="Прямоугольник: скругленные углы 30">
            <a:extLst>
              <a:ext uri="{FF2B5EF4-FFF2-40B4-BE49-F238E27FC236}">
                <a16:creationId xmlns:a16="http://schemas.microsoft.com/office/drawing/2014/main" id="{2AC809CE-2E4C-7BCA-B7D8-CA758A361C17}"/>
              </a:ext>
            </a:extLst>
          </p:cNvPr>
          <p:cNvSpPr/>
          <p:nvPr/>
        </p:nvSpPr>
        <p:spPr>
          <a:xfrm>
            <a:off x="9026700" y="4846386"/>
            <a:ext cx="2523219" cy="1416298"/>
          </a:xfrm>
          <a:prstGeom prst="roundRect">
            <a:avLst>
              <a:gd name="adj" fmla="val 15094"/>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400" b="0" i="0" u="none" strike="noStrike" kern="1200" cap="none" spc="0" normalizeH="0" baseline="0" noProof="0">
              <a:ln>
                <a:noFill/>
              </a:ln>
              <a:solidFill>
                <a:srgbClr val="0E1114"/>
              </a:solidFill>
              <a:effectLst/>
              <a:uLnTx/>
              <a:uFillTx/>
              <a:latin typeface="Arial"/>
              <a:ea typeface="+mn-ea"/>
              <a:cs typeface="+mn-cs"/>
            </a:endParaRPr>
          </a:p>
        </p:txBody>
      </p:sp>
      <p:grpSp>
        <p:nvGrpSpPr>
          <p:cNvPr id="32" name="Группа 31">
            <a:extLst>
              <a:ext uri="{FF2B5EF4-FFF2-40B4-BE49-F238E27FC236}">
                <a16:creationId xmlns:a16="http://schemas.microsoft.com/office/drawing/2014/main" id="{CE131F40-4DA1-CEF0-8B84-EFCF71BA8082}"/>
              </a:ext>
            </a:extLst>
          </p:cNvPr>
          <p:cNvGrpSpPr/>
          <p:nvPr/>
        </p:nvGrpSpPr>
        <p:grpSpPr>
          <a:xfrm>
            <a:off x="9290056" y="5118602"/>
            <a:ext cx="2123337" cy="1144086"/>
            <a:chOff x="6359355" y="1889528"/>
            <a:chExt cx="2123337" cy="1144086"/>
          </a:xfrm>
        </p:grpSpPr>
        <p:sp>
          <p:nvSpPr>
            <p:cNvPr id="33" name="Объект 1">
              <a:extLst>
                <a:ext uri="{FF2B5EF4-FFF2-40B4-BE49-F238E27FC236}">
                  <a16:creationId xmlns:a16="http://schemas.microsoft.com/office/drawing/2014/main" id="{0035BDE9-B106-421F-FD73-8799E8D5F985}"/>
                </a:ext>
              </a:extLst>
            </p:cNvPr>
            <p:cNvSpPr txBox="1">
              <a:spLocks/>
            </p:cNvSpPr>
            <p:nvPr/>
          </p:nvSpPr>
          <p:spPr>
            <a:xfrm>
              <a:off x="6359356" y="1889528"/>
              <a:ext cx="174324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en-US" sz="3600">
                  <a:ln w="38100">
                    <a:noFill/>
                  </a:ln>
                  <a:latin typeface="+mj-lt"/>
                </a:rPr>
                <a:t>×</a:t>
              </a:r>
              <a:r>
                <a:rPr lang="ru-RU" sz="3600">
                  <a:ln w="38100">
                    <a:noFill/>
                  </a:ln>
                  <a:latin typeface="+mj-lt"/>
                </a:rPr>
                <a:t>2</a:t>
              </a:r>
            </a:p>
          </p:txBody>
        </p:sp>
        <p:sp>
          <p:nvSpPr>
            <p:cNvPr id="34" name="Объект 1">
              <a:extLst>
                <a:ext uri="{FF2B5EF4-FFF2-40B4-BE49-F238E27FC236}">
                  <a16:creationId xmlns:a16="http://schemas.microsoft.com/office/drawing/2014/main" id="{6F93375C-50B1-1B45-7A3C-118D6958DA5D}"/>
                </a:ext>
              </a:extLst>
            </p:cNvPr>
            <p:cNvSpPr txBox="1">
              <a:spLocks/>
            </p:cNvSpPr>
            <p:nvPr/>
          </p:nvSpPr>
          <p:spPr>
            <a:xfrm>
              <a:off x="6359355" y="2456016"/>
              <a:ext cx="2123337"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a:t>
              </a:r>
            </a:p>
          </p:txBody>
        </p:sp>
      </p:grpSp>
      <p:sp>
        <p:nvSpPr>
          <p:cNvPr id="8" name="Нижний колонтитул 7">
            <a:extLst>
              <a:ext uri="{FF2B5EF4-FFF2-40B4-BE49-F238E27FC236}">
                <a16:creationId xmlns:a16="http://schemas.microsoft.com/office/drawing/2014/main" id="{93D904FD-490B-778F-B3F1-77B3F738EDF1}"/>
              </a:ext>
            </a:extLst>
          </p:cNvPr>
          <p:cNvSpPr>
            <a:spLocks noGrp="1"/>
          </p:cNvSpPr>
          <p:nvPr>
            <p:ph type="ftr" sz="quarter" idx="11"/>
          </p:nvPr>
        </p:nvSpPr>
        <p:spPr/>
        <p:txBody>
          <a:bodyPr/>
          <a:lstStyle/>
          <a:p>
            <a:endParaRPr lang="ru-RU"/>
          </a:p>
        </p:txBody>
      </p:sp>
      <p:grpSp>
        <p:nvGrpSpPr>
          <p:cNvPr id="14" name="Группа 13">
            <a:extLst>
              <a:ext uri="{FF2B5EF4-FFF2-40B4-BE49-F238E27FC236}">
                <a16:creationId xmlns:a16="http://schemas.microsoft.com/office/drawing/2014/main" id="{FC767CA3-1E7E-2110-ED56-6DE95F46C18D}"/>
              </a:ext>
            </a:extLst>
          </p:cNvPr>
          <p:cNvGrpSpPr/>
          <p:nvPr/>
        </p:nvGrpSpPr>
        <p:grpSpPr>
          <a:xfrm>
            <a:off x="8032921" y="5014142"/>
            <a:ext cx="629274" cy="171450"/>
            <a:chOff x="2139034" y="5681168"/>
            <a:chExt cx="629274" cy="171450"/>
          </a:xfrm>
        </p:grpSpPr>
        <p:sp>
          <p:nvSpPr>
            <p:cNvPr id="15" name="Объект 1">
              <a:extLst>
                <a:ext uri="{FF2B5EF4-FFF2-40B4-BE49-F238E27FC236}">
                  <a16:creationId xmlns:a16="http://schemas.microsoft.com/office/drawing/2014/main" id="{B55C4145-A558-1792-4A33-2DA75143700F}"/>
                </a:ext>
              </a:extLst>
            </p:cNvPr>
            <p:cNvSpPr txBox="1">
              <a:spLocks/>
            </p:cNvSpPr>
            <p:nvPr/>
          </p:nvSpPr>
          <p:spPr>
            <a:xfrm>
              <a:off x="2314107" y="5694893"/>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200" b="1">
                  <a:solidFill>
                    <a:srgbClr val="10C44C"/>
                  </a:solidFill>
                </a:rPr>
                <a:t>+13%</a:t>
              </a:r>
            </a:p>
          </p:txBody>
        </p:sp>
        <p:sp>
          <p:nvSpPr>
            <p:cNvPr id="16" name="Рисунок 11">
              <a:extLst>
                <a:ext uri="{FF2B5EF4-FFF2-40B4-BE49-F238E27FC236}">
                  <a16:creationId xmlns:a16="http://schemas.microsoft.com/office/drawing/2014/main" id="{A05C4688-3D64-0F26-A428-1B9F7C58DE60}"/>
                </a:ext>
              </a:extLst>
            </p:cNvPr>
            <p:cNvSpPr/>
            <p:nvPr/>
          </p:nvSpPr>
          <p:spPr>
            <a:xfrm rot="10800000" flipV="1">
              <a:off x="2139034" y="5681168"/>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grpSp>
    </p:spTree>
    <p:extLst>
      <p:ext uri="{BB962C8B-B14F-4D97-AF65-F5344CB8AC3E}">
        <p14:creationId xmlns:p14="http://schemas.microsoft.com/office/powerpoint/2010/main" val="5686709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3F8DDB50-F16E-4259-8040-3DC149BEB366}"/>
              </a:ext>
            </a:extLst>
          </p:cNvPr>
          <p:cNvSpPr>
            <a:spLocks noGrp="1"/>
          </p:cNvSpPr>
          <p:nvPr>
            <p:ph type="sldNum" sz="quarter" idx="12"/>
          </p:nvPr>
        </p:nvSpPr>
        <p:spPr/>
        <p:txBody>
          <a:bodyPr/>
          <a:lstStyle/>
          <a:p>
            <a:fld id="{EB5249F5-0093-48B0-B996-C4E44A87EAFB}" type="slidenum">
              <a:rPr lang="ru-RU" smtClean="0"/>
              <a:pPr/>
              <a:t>50</a:t>
            </a:fld>
            <a:endParaRPr lang="ru-RU"/>
          </a:p>
        </p:txBody>
      </p:sp>
      <p:sp>
        <p:nvSpPr>
          <p:cNvPr id="4" name="Заголовок 3">
            <a:extLst>
              <a:ext uri="{FF2B5EF4-FFF2-40B4-BE49-F238E27FC236}">
                <a16:creationId xmlns:a16="http://schemas.microsoft.com/office/drawing/2014/main" id="{5F70E622-E3C0-41B2-9B2E-7812941CB5AE}"/>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5" name="Таблица 4">
            <a:extLst>
              <a:ext uri="{FF2B5EF4-FFF2-40B4-BE49-F238E27FC236}">
                <a16:creationId xmlns:a16="http://schemas.microsoft.com/office/drawing/2014/main" id="{DBFC5B89-3734-45DE-989E-61DB61B4528B}"/>
              </a:ext>
            </a:extLst>
          </p:cNvPr>
          <p:cNvGraphicFramePr>
            <a:graphicFrameLocks noGrp="1"/>
          </p:cNvGraphicFramePr>
          <p:nvPr/>
        </p:nvGraphicFramePr>
        <p:xfrm>
          <a:off x="639764" y="1530289"/>
          <a:ext cx="10926031" cy="4732396"/>
        </p:xfrm>
        <a:graphic>
          <a:graphicData uri="http://schemas.openxmlformats.org/drawingml/2006/table">
            <a:tbl>
              <a:tblPr firstRow="1" bandRow="1">
                <a:tableStyleId>{914A2982-056F-4F8E-A7C0-7B2B0B0CB698}</a:tableStyleId>
              </a:tblPr>
              <a:tblGrid>
                <a:gridCol w="3660387">
                  <a:extLst>
                    <a:ext uri="{9D8B030D-6E8A-4147-A177-3AD203B41FA5}">
                      <a16:colId xmlns:a16="http://schemas.microsoft.com/office/drawing/2014/main" val="594922317"/>
                    </a:ext>
                  </a:extLst>
                </a:gridCol>
                <a:gridCol w="4515375">
                  <a:extLst>
                    <a:ext uri="{9D8B030D-6E8A-4147-A177-3AD203B41FA5}">
                      <a16:colId xmlns:a16="http://schemas.microsoft.com/office/drawing/2014/main" val="869245531"/>
                    </a:ext>
                  </a:extLst>
                </a:gridCol>
                <a:gridCol w="2750269">
                  <a:extLst>
                    <a:ext uri="{9D8B030D-6E8A-4147-A177-3AD203B41FA5}">
                      <a16:colId xmlns:a16="http://schemas.microsoft.com/office/drawing/2014/main" val="4104067388"/>
                    </a:ext>
                  </a:extLst>
                </a:gridCol>
              </a:tblGrid>
              <a:tr h="503276">
                <a:tc>
                  <a:txBody>
                    <a:bodyPr/>
                    <a:lstStyle/>
                    <a:p>
                      <a:pPr marL="0" marR="0" lvl="0" indent="0" algn="l" defTabSz="1300277" rtl="0" eaLnBrk="1" latinLnBrk="0" hangingPunct="1">
                        <a:lnSpc>
                          <a:spcPct val="100000"/>
                        </a:lnSpc>
                        <a:spcBef>
                          <a:spcPts val="0"/>
                        </a:spcBef>
                        <a:spcAft>
                          <a:spcPts val="0"/>
                        </a:spcAft>
                        <a:buClrTx/>
                        <a:buSzTx/>
                        <a:buFontTx/>
                        <a:buNone/>
                      </a:pPr>
                      <a:r>
                        <a:rPr lang="ru-RU" sz="1400" b="1"/>
                        <a:t>Название активности</a:t>
                      </a:r>
                    </a:p>
                  </a:txBody>
                  <a:tcPr marL="90000" marR="90000" marT="46800" marB="46800" anchor="ctr">
                    <a:lnR w="12700" cap="flat" cmpd="sng" algn="ctr">
                      <a:noFill/>
                      <a:prstDash val="solid"/>
                      <a:round/>
                      <a:headEnd type="none" w="med" len="med"/>
                      <a:tailEnd type="none" w="med" len="med"/>
                    </a:lnR>
                  </a:tcPr>
                </a:tc>
                <a:tc>
                  <a:txBody>
                    <a:bodyPr/>
                    <a:lstStyle/>
                    <a:p>
                      <a:pPr marL="0" marR="0" lvl="0" indent="0" algn="l" defTabSz="1300277" rtl="0" eaLnBrk="1" latinLnBrk="0" hangingPunct="1">
                        <a:lnSpc>
                          <a:spcPct val="100000"/>
                        </a:lnSpc>
                        <a:spcBef>
                          <a:spcPts val="0"/>
                        </a:spcBef>
                        <a:spcAft>
                          <a:spcPts val="0"/>
                        </a:spcAft>
                        <a:buClrTx/>
                        <a:buSzTx/>
                        <a:buFontTx/>
                        <a:buNone/>
                      </a:pPr>
                      <a:r>
                        <a:rPr lang="ru-RU" sz="1400" b="1"/>
                        <a:t>Описание активности</a:t>
                      </a:r>
                    </a:p>
                  </a:txBody>
                  <a:tcPr marL="90000" marR="90000" marT="46800" marB="46800" anchor="ctr">
                    <a:lnL w="0" cmpd="sng">
                      <a:noFill/>
                    </a:lnL>
                    <a:lnR w="12700" cap="flat" cmpd="sng" algn="ctr">
                      <a:noFill/>
                      <a:prstDash val="solid"/>
                      <a:round/>
                      <a:headEnd type="none" w="med" len="med"/>
                      <a:tailEnd type="none" w="med" len="med"/>
                    </a:lnR>
                  </a:tcPr>
                </a:tc>
                <a:tc>
                  <a:txBody>
                    <a:bodyPr/>
                    <a:lstStyle/>
                    <a:p>
                      <a:pPr marL="0" marR="0" lvl="0" indent="0" algn="l" rtl="0">
                        <a:lnSpc>
                          <a:spcPct val="100000"/>
                        </a:lnSpc>
                        <a:spcBef>
                          <a:spcPts val="0"/>
                        </a:spcBef>
                        <a:spcAft>
                          <a:spcPts val="0"/>
                        </a:spcAft>
                        <a:buClrTx/>
                        <a:buSzTx/>
                        <a:buFontTx/>
                        <a:buNone/>
                      </a:pPr>
                      <a:r>
                        <a:rPr lang="ru-RU" sz="1400" b="1"/>
                        <a:t>Статус </a:t>
                      </a: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911144332"/>
                  </a:ext>
                </a:extLst>
              </a:tr>
              <a:tr h="604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Название активности в 1–2 строки</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mn-lt"/>
                          <a:ea typeface="+mn-ea"/>
                          <a:cs typeface="+mn-cs"/>
                        </a:rPr>
                        <a:t>Здесь может быть твой текст. Размести здесь свой текст. Добавь ещё текст. </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endParaRPr lang="ru-RU" sz="14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944209755"/>
                  </a:ext>
                </a:extLst>
              </a:tr>
              <a:tr h="604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Название активности в 1–2 строки</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mn-lt"/>
                          <a:ea typeface="+mn-ea"/>
                          <a:cs typeface="+mn-cs"/>
                        </a:rPr>
                        <a:t>Здесь может быть твой текст. Размести здесь свой текст. Добавь ещё текст. </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endParaRPr lang="ru-RU" sz="14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980090632"/>
                  </a:ext>
                </a:extLst>
              </a:tr>
              <a:tr h="604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Название активности в 1–2 строки</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mn-lt"/>
                          <a:ea typeface="+mn-ea"/>
                          <a:cs typeface="+mn-cs"/>
                        </a:rPr>
                        <a:t>Здесь может быть твой текст. Размести здесь свой текст. Добавь ещё текст. </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endParaRPr lang="ru-RU" sz="14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818846902"/>
                  </a:ext>
                </a:extLst>
              </a:tr>
              <a:tr h="604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Название активности в 1–2 строки</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mn-lt"/>
                          <a:ea typeface="+mn-ea"/>
                          <a:cs typeface="+mn-cs"/>
                        </a:rPr>
                        <a:t>Здесь может быть твой текст. Размести здесь свой текст. Добавь ещё текст. </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endParaRPr lang="ru-RU" sz="14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079931719"/>
                  </a:ext>
                </a:extLst>
              </a:tr>
              <a:tr h="604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Название активности в 1–2 строки</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mn-lt"/>
                          <a:ea typeface="+mn-ea"/>
                          <a:cs typeface="+mn-cs"/>
                        </a:rPr>
                        <a:t>Здесь может быть твой текст. Размести здесь свой текст. Добавь ещё текст. </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endParaRPr lang="ru-RU" sz="14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79398701"/>
                  </a:ext>
                </a:extLst>
              </a:tr>
              <a:tr h="604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Название активности в 1–2 строки</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mn-lt"/>
                          <a:ea typeface="+mn-ea"/>
                          <a:cs typeface="+mn-cs"/>
                        </a:rPr>
                        <a:t>Здесь может быть твой текст. Размести здесь свой текст. Добавь ещё текст. </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endParaRPr lang="ru-RU" sz="14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040368892"/>
                  </a:ext>
                </a:extLst>
              </a:tr>
              <a:tr h="604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Название активности в 1–2 строки</a:t>
                      </a:r>
                    </a:p>
                  </a:txBody>
                  <a:tcPr marL="90000" marR="90000" marT="46800" marB="46800">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E1114"/>
                          </a:solidFill>
                          <a:effectLst/>
                          <a:uLnTx/>
                          <a:uFillTx/>
                          <a:latin typeface="+mn-lt"/>
                          <a:ea typeface="+mn-ea"/>
                          <a:cs typeface="+mn-cs"/>
                        </a:rPr>
                        <a:t>Здесь может быть твой текст. Размести здесь свой текст. Добавь ещё текст. </a:t>
                      </a:r>
                    </a:p>
                  </a:txBody>
                  <a:tcPr marL="90000" marR="90000" marT="46800" marB="46800">
                    <a:lnL w="0" cmpd="sng">
                      <a:noFill/>
                    </a:lnL>
                    <a:lnR w="12700" cap="flat" cmpd="sng" algn="ctr">
                      <a:noFill/>
                      <a:prstDash val="solid"/>
                      <a:round/>
                      <a:headEnd type="none" w="med" len="med"/>
                      <a:tailEnd type="none" w="med" len="med"/>
                    </a:lnR>
                  </a:tcPr>
                </a:tc>
                <a:tc>
                  <a:txBody>
                    <a:bodyPr/>
                    <a:lstStyle/>
                    <a:p>
                      <a:pPr lvl="0" algn="r">
                        <a:buNone/>
                      </a:pPr>
                      <a:endParaRPr lang="ru-RU" sz="14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135931145"/>
                  </a:ext>
                </a:extLst>
              </a:tr>
            </a:tbl>
          </a:graphicData>
        </a:graphic>
      </p:graphicFrame>
      <p:grpSp>
        <p:nvGrpSpPr>
          <p:cNvPr id="6" name="Группа 5">
            <a:extLst>
              <a:ext uri="{FF2B5EF4-FFF2-40B4-BE49-F238E27FC236}">
                <a16:creationId xmlns:a16="http://schemas.microsoft.com/office/drawing/2014/main" id="{D11E6116-C7F6-45EA-A8B6-279E13B1CE72}"/>
              </a:ext>
            </a:extLst>
          </p:cNvPr>
          <p:cNvGrpSpPr/>
          <p:nvPr/>
        </p:nvGrpSpPr>
        <p:grpSpPr>
          <a:xfrm>
            <a:off x="8895428" y="2205508"/>
            <a:ext cx="1599697" cy="252000"/>
            <a:chOff x="4267702" y="3661465"/>
            <a:chExt cx="1599697" cy="252000"/>
          </a:xfrm>
        </p:grpSpPr>
        <p:sp>
          <p:nvSpPr>
            <p:cNvPr id="7" name="Прямоугольник: скругленные углы 6">
              <a:extLst>
                <a:ext uri="{FF2B5EF4-FFF2-40B4-BE49-F238E27FC236}">
                  <a16:creationId xmlns:a16="http://schemas.microsoft.com/office/drawing/2014/main" id="{7E192BBA-8A8A-4D98-8CF1-D4D67BEE1FD7}"/>
                </a:ext>
              </a:extLst>
            </p:cNvPr>
            <p:cNvSpPr/>
            <p:nvPr/>
          </p:nvSpPr>
          <p:spPr>
            <a:xfrm>
              <a:off x="4267702" y="3661465"/>
              <a:ext cx="1599697"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В ПРОЦЕССЕ</a:t>
              </a:r>
            </a:p>
          </p:txBody>
        </p:sp>
        <p:sp>
          <p:nvSpPr>
            <p:cNvPr id="8" name="Рисунок 14">
              <a:extLst>
                <a:ext uri="{FF2B5EF4-FFF2-40B4-BE49-F238E27FC236}">
                  <a16:creationId xmlns:a16="http://schemas.microsoft.com/office/drawing/2014/main" id="{084C0AFA-DABD-4887-8D4C-E5134A19AB51}"/>
                </a:ext>
              </a:extLst>
            </p:cNvPr>
            <p:cNvSpPr/>
            <p:nvPr/>
          </p:nvSpPr>
          <p:spPr>
            <a:xfrm>
              <a:off x="4364021" y="3711403"/>
              <a:ext cx="136800" cy="136800"/>
            </a:xfrm>
            <a:custGeom>
              <a:avLst/>
              <a:gdLst>
                <a:gd name="connsiteX0" fmla="*/ 165600 w 165600"/>
                <a:gd name="connsiteY0" fmla="*/ 82800 h 165600"/>
                <a:gd name="connsiteX1" fmla="*/ 82800 w 165600"/>
                <a:gd name="connsiteY1" fmla="*/ 165600 h 165600"/>
                <a:gd name="connsiteX2" fmla="*/ 0 w 165600"/>
                <a:gd name="connsiteY2" fmla="*/ 82800 h 165600"/>
                <a:gd name="connsiteX3" fmla="*/ 82800 w 165600"/>
                <a:gd name="connsiteY3" fmla="*/ 0 h 165600"/>
                <a:gd name="connsiteX4" fmla="*/ 165600 w 165600"/>
                <a:gd name="connsiteY4" fmla="*/ 82800 h 165600"/>
                <a:gd name="connsiteX5" fmla="*/ 82800 w 165600"/>
                <a:gd name="connsiteY5" fmla="*/ 36800 h 165600"/>
                <a:gd name="connsiteX6" fmla="*/ 73600 w 165600"/>
                <a:gd name="connsiteY6" fmla="*/ 46000 h 165600"/>
                <a:gd name="connsiteX7" fmla="*/ 73600 w 165600"/>
                <a:gd name="connsiteY7" fmla="*/ 82800 h 165600"/>
                <a:gd name="connsiteX8" fmla="*/ 76295 w 165600"/>
                <a:gd name="connsiteY8" fmla="*/ 89305 h 165600"/>
                <a:gd name="connsiteX9" fmla="*/ 103895 w 165600"/>
                <a:gd name="connsiteY9" fmla="*/ 116905 h 165600"/>
                <a:gd name="connsiteX10" fmla="*/ 116905 w 165600"/>
                <a:gd name="connsiteY10" fmla="*/ 116905 h 165600"/>
                <a:gd name="connsiteX11" fmla="*/ 116905 w 165600"/>
                <a:gd name="connsiteY11" fmla="*/ 103895 h 165600"/>
                <a:gd name="connsiteX12" fmla="*/ 92000 w 165600"/>
                <a:gd name="connsiteY12" fmla="*/ 78989 h 165600"/>
                <a:gd name="connsiteX13" fmla="*/ 92000 w 165600"/>
                <a:gd name="connsiteY13" fmla="*/ 46000 h 165600"/>
                <a:gd name="connsiteX14" fmla="*/ 82800 w 165600"/>
                <a:gd name="connsiteY14" fmla="*/ 36800 h 16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5600" h="165600">
                  <a:moveTo>
                    <a:pt x="165600" y="82800"/>
                  </a:moveTo>
                  <a:cubicBezTo>
                    <a:pt x="165600" y="134175"/>
                    <a:pt x="134175" y="165600"/>
                    <a:pt x="82800" y="165600"/>
                  </a:cubicBezTo>
                  <a:cubicBezTo>
                    <a:pt x="31425" y="165600"/>
                    <a:pt x="0" y="134175"/>
                    <a:pt x="0" y="82800"/>
                  </a:cubicBezTo>
                  <a:cubicBezTo>
                    <a:pt x="0" y="31425"/>
                    <a:pt x="31425" y="0"/>
                    <a:pt x="82800" y="0"/>
                  </a:cubicBezTo>
                  <a:cubicBezTo>
                    <a:pt x="134175" y="0"/>
                    <a:pt x="165600" y="31425"/>
                    <a:pt x="165600" y="82800"/>
                  </a:cubicBezTo>
                  <a:close/>
                  <a:moveTo>
                    <a:pt x="82800" y="36800"/>
                  </a:moveTo>
                  <a:cubicBezTo>
                    <a:pt x="77719" y="36800"/>
                    <a:pt x="73600" y="40919"/>
                    <a:pt x="73600" y="46000"/>
                  </a:cubicBezTo>
                  <a:lnTo>
                    <a:pt x="73600" y="82800"/>
                  </a:lnTo>
                  <a:cubicBezTo>
                    <a:pt x="73600" y="85240"/>
                    <a:pt x="74569" y="87580"/>
                    <a:pt x="76295" y="89305"/>
                  </a:cubicBezTo>
                  <a:lnTo>
                    <a:pt x="103895" y="116905"/>
                  </a:lnTo>
                  <a:cubicBezTo>
                    <a:pt x="107487" y="120498"/>
                    <a:pt x="113313" y="120498"/>
                    <a:pt x="116905" y="116905"/>
                  </a:cubicBezTo>
                  <a:cubicBezTo>
                    <a:pt x="120498" y="113313"/>
                    <a:pt x="120498" y="107487"/>
                    <a:pt x="116905" y="103895"/>
                  </a:cubicBezTo>
                  <a:lnTo>
                    <a:pt x="92000" y="78989"/>
                  </a:lnTo>
                  <a:lnTo>
                    <a:pt x="92000" y="46000"/>
                  </a:lnTo>
                  <a:cubicBezTo>
                    <a:pt x="92000" y="40919"/>
                    <a:pt x="87881" y="36800"/>
                    <a:pt x="82800" y="36800"/>
                  </a:cubicBezTo>
                  <a:close/>
                </a:path>
              </a:pathLst>
            </a:custGeom>
            <a:solidFill>
              <a:schemeClr val="bg2"/>
            </a:solidFill>
            <a:ln w="8996" cap="flat">
              <a:noFill/>
              <a:prstDash val="solid"/>
              <a:miter/>
            </a:ln>
          </p:spPr>
          <p:txBody>
            <a:bodyPr rtlCol="0" anchor="ctr"/>
            <a:lstStyle/>
            <a:p>
              <a:endParaRPr lang="ru-RU"/>
            </a:p>
          </p:txBody>
        </p:sp>
      </p:grpSp>
      <p:grpSp>
        <p:nvGrpSpPr>
          <p:cNvPr id="9" name="Группа 8">
            <a:extLst>
              <a:ext uri="{FF2B5EF4-FFF2-40B4-BE49-F238E27FC236}">
                <a16:creationId xmlns:a16="http://schemas.microsoft.com/office/drawing/2014/main" id="{7D81602C-B5E9-49DA-8EC1-DA815120AAAC}"/>
              </a:ext>
            </a:extLst>
          </p:cNvPr>
          <p:cNvGrpSpPr/>
          <p:nvPr/>
        </p:nvGrpSpPr>
        <p:grpSpPr>
          <a:xfrm>
            <a:off x="8895428" y="2809984"/>
            <a:ext cx="1146544" cy="252000"/>
            <a:chOff x="7419606" y="3661465"/>
            <a:chExt cx="1146544" cy="252000"/>
          </a:xfrm>
        </p:grpSpPr>
        <p:sp>
          <p:nvSpPr>
            <p:cNvPr id="10" name="Прямоугольник: скругленные углы 9">
              <a:extLst>
                <a:ext uri="{FF2B5EF4-FFF2-40B4-BE49-F238E27FC236}">
                  <a16:creationId xmlns:a16="http://schemas.microsoft.com/office/drawing/2014/main" id="{DE713820-BCA7-473B-99A6-8BD39411AF44}"/>
                </a:ext>
              </a:extLst>
            </p:cNvPr>
            <p:cNvSpPr/>
            <p:nvPr/>
          </p:nvSpPr>
          <p:spPr>
            <a:xfrm>
              <a:off x="7419606" y="3661465"/>
              <a:ext cx="1146544" cy="252000"/>
            </a:xfrm>
            <a:prstGeom prst="roundRect">
              <a:avLst>
                <a:gd name="adj" fmla="val 29435"/>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ГОТОВО</a:t>
              </a:r>
            </a:p>
          </p:txBody>
        </p:sp>
        <p:sp>
          <p:nvSpPr>
            <p:cNvPr id="11" name="Рисунок 267">
              <a:extLst>
                <a:ext uri="{FF2B5EF4-FFF2-40B4-BE49-F238E27FC236}">
                  <a16:creationId xmlns:a16="http://schemas.microsoft.com/office/drawing/2014/main" id="{D76B725B-17C6-4BE1-8ABA-B02F57203BC7}"/>
                </a:ext>
              </a:extLst>
            </p:cNvPr>
            <p:cNvSpPr/>
            <p:nvPr/>
          </p:nvSpPr>
          <p:spPr>
            <a:xfrm>
              <a:off x="7521617" y="3711403"/>
              <a:ext cx="136800" cy="1368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5" y="124755"/>
                    <a:pt x="73185" y="124755"/>
                    <a:pt x="69465" y="121035"/>
                  </a:cubicBezTo>
                  <a:lnTo>
                    <a:pt x="40890" y="92460"/>
                  </a:lnTo>
                  <a:cubicBezTo>
                    <a:pt x="37170" y="88740"/>
                    <a:pt x="37170" y="82710"/>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0"/>
                    <a:pt x="130560" y="73410"/>
                  </a:cubicBezTo>
                  <a:close/>
                </a:path>
              </a:pathLst>
            </a:custGeom>
            <a:solidFill>
              <a:schemeClr val="bg1"/>
            </a:solidFill>
            <a:ln w="9525" cap="flat">
              <a:noFill/>
              <a:prstDash val="solid"/>
              <a:miter/>
            </a:ln>
          </p:spPr>
          <p:txBody>
            <a:bodyPr rtlCol="0" anchor="ctr"/>
            <a:lstStyle/>
            <a:p>
              <a:endParaRPr lang="ru-RU"/>
            </a:p>
          </p:txBody>
        </p:sp>
      </p:grpSp>
      <p:grpSp>
        <p:nvGrpSpPr>
          <p:cNvPr id="12" name="Группа 11">
            <a:extLst>
              <a:ext uri="{FF2B5EF4-FFF2-40B4-BE49-F238E27FC236}">
                <a16:creationId xmlns:a16="http://schemas.microsoft.com/office/drawing/2014/main" id="{83ED88AD-02D7-4A12-8859-60D83EF81812}"/>
              </a:ext>
            </a:extLst>
          </p:cNvPr>
          <p:cNvGrpSpPr/>
          <p:nvPr/>
        </p:nvGrpSpPr>
        <p:grpSpPr>
          <a:xfrm>
            <a:off x="8895428" y="3414460"/>
            <a:ext cx="1290275" cy="252000"/>
            <a:chOff x="5023656" y="825175"/>
            <a:chExt cx="1290275" cy="252000"/>
          </a:xfrm>
        </p:grpSpPr>
        <p:sp>
          <p:nvSpPr>
            <p:cNvPr id="13" name="Прямоугольник: скругленные углы 12">
              <a:extLst>
                <a:ext uri="{FF2B5EF4-FFF2-40B4-BE49-F238E27FC236}">
                  <a16:creationId xmlns:a16="http://schemas.microsoft.com/office/drawing/2014/main" id="{881F4039-991D-44CE-82F5-1A7DB7144D09}"/>
                </a:ext>
              </a:extLst>
            </p:cNvPr>
            <p:cNvSpPr/>
            <p:nvPr/>
          </p:nvSpPr>
          <p:spPr>
            <a:xfrm>
              <a:off x="5023656" y="825175"/>
              <a:ext cx="1290275"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ДЕДЛАЙН</a:t>
              </a:r>
            </a:p>
          </p:txBody>
        </p:sp>
        <p:sp>
          <p:nvSpPr>
            <p:cNvPr id="14" name="Рисунок 18">
              <a:extLst>
                <a:ext uri="{FF2B5EF4-FFF2-40B4-BE49-F238E27FC236}">
                  <a16:creationId xmlns:a16="http://schemas.microsoft.com/office/drawing/2014/main" id="{75702357-E143-4E9E-AA99-FF9898FE58FD}"/>
                </a:ext>
              </a:extLst>
            </p:cNvPr>
            <p:cNvSpPr/>
            <p:nvPr/>
          </p:nvSpPr>
          <p:spPr>
            <a:xfrm>
              <a:off x="5119887" y="878910"/>
              <a:ext cx="130741" cy="130741"/>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grpSp>
        <p:nvGrpSpPr>
          <p:cNvPr id="15" name="Группа 14">
            <a:extLst>
              <a:ext uri="{FF2B5EF4-FFF2-40B4-BE49-F238E27FC236}">
                <a16:creationId xmlns:a16="http://schemas.microsoft.com/office/drawing/2014/main" id="{4A284FF6-9F32-472D-BD35-9796371ECEB4}"/>
              </a:ext>
            </a:extLst>
          </p:cNvPr>
          <p:cNvGrpSpPr/>
          <p:nvPr/>
        </p:nvGrpSpPr>
        <p:grpSpPr>
          <a:xfrm>
            <a:off x="8895428" y="4018936"/>
            <a:ext cx="1599697" cy="252000"/>
            <a:chOff x="4267702" y="3661465"/>
            <a:chExt cx="1599697" cy="252000"/>
          </a:xfrm>
        </p:grpSpPr>
        <p:sp>
          <p:nvSpPr>
            <p:cNvPr id="16" name="Прямоугольник: скругленные углы 15">
              <a:extLst>
                <a:ext uri="{FF2B5EF4-FFF2-40B4-BE49-F238E27FC236}">
                  <a16:creationId xmlns:a16="http://schemas.microsoft.com/office/drawing/2014/main" id="{0550C671-13BB-49BD-9223-77B9D4D87757}"/>
                </a:ext>
              </a:extLst>
            </p:cNvPr>
            <p:cNvSpPr/>
            <p:nvPr/>
          </p:nvSpPr>
          <p:spPr>
            <a:xfrm>
              <a:off x="4267702" y="3661465"/>
              <a:ext cx="1599697"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В ПРОЦЕССЕ</a:t>
              </a:r>
            </a:p>
          </p:txBody>
        </p:sp>
        <p:sp>
          <p:nvSpPr>
            <p:cNvPr id="17" name="Рисунок 14">
              <a:extLst>
                <a:ext uri="{FF2B5EF4-FFF2-40B4-BE49-F238E27FC236}">
                  <a16:creationId xmlns:a16="http://schemas.microsoft.com/office/drawing/2014/main" id="{F54003D8-FD6B-4343-81DE-142D6E904551}"/>
                </a:ext>
              </a:extLst>
            </p:cNvPr>
            <p:cNvSpPr/>
            <p:nvPr/>
          </p:nvSpPr>
          <p:spPr>
            <a:xfrm>
              <a:off x="4364021" y="3711403"/>
              <a:ext cx="136800" cy="136800"/>
            </a:xfrm>
            <a:custGeom>
              <a:avLst/>
              <a:gdLst>
                <a:gd name="connsiteX0" fmla="*/ 165600 w 165600"/>
                <a:gd name="connsiteY0" fmla="*/ 82800 h 165600"/>
                <a:gd name="connsiteX1" fmla="*/ 82800 w 165600"/>
                <a:gd name="connsiteY1" fmla="*/ 165600 h 165600"/>
                <a:gd name="connsiteX2" fmla="*/ 0 w 165600"/>
                <a:gd name="connsiteY2" fmla="*/ 82800 h 165600"/>
                <a:gd name="connsiteX3" fmla="*/ 82800 w 165600"/>
                <a:gd name="connsiteY3" fmla="*/ 0 h 165600"/>
                <a:gd name="connsiteX4" fmla="*/ 165600 w 165600"/>
                <a:gd name="connsiteY4" fmla="*/ 82800 h 165600"/>
                <a:gd name="connsiteX5" fmla="*/ 82800 w 165600"/>
                <a:gd name="connsiteY5" fmla="*/ 36800 h 165600"/>
                <a:gd name="connsiteX6" fmla="*/ 73600 w 165600"/>
                <a:gd name="connsiteY6" fmla="*/ 46000 h 165600"/>
                <a:gd name="connsiteX7" fmla="*/ 73600 w 165600"/>
                <a:gd name="connsiteY7" fmla="*/ 82800 h 165600"/>
                <a:gd name="connsiteX8" fmla="*/ 76295 w 165600"/>
                <a:gd name="connsiteY8" fmla="*/ 89305 h 165600"/>
                <a:gd name="connsiteX9" fmla="*/ 103895 w 165600"/>
                <a:gd name="connsiteY9" fmla="*/ 116905 h 165600"/>
                <a:gd name="connsiteX10" fmla="*/ 116905 w 165600"/>
                <a:gd name="connsiteY10" fmla="*/ 116905 h 165600"/>
                <a:gd name="connsiteX11" fmla="*/ 116905 w 165600"/>
                <a:gd name="connsiteY11" fmla="*/ 103895 h 165600"/>
                <a:gd name="connsiteX12" fmla="*/ 92000 w 165600"/>
                <a:gd name="connsiteY12" fmla="*/ 78989 h 165600"/>
                <a:gd name="connsiteX13" fmla="*/ 92000 w 165600"/>
                <a:gd name="connsiteY13" fmla="*/ 46000 h 165600"/>
                <a:gd name="connsiteX14" fmla="*/ 82800 w 165600"/>
                <a:gd name="connsiteY14" fmla="*/ 36800 h 16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5600" h="165600">
                  <a:moveTo>
                    <a:pt x="165600" y="82800"/>
                  </a:moveTo>
                  <a:cubicBezTo>
                    <a:pt x="165600" y="134175"/>
                    <a:pt x="134175" y="165600"/>
                    <a:pt x="82800" y="165600"/>
                  </a:cubicBezTo>
                  <a:cubicBezTo>
                    <a:pt x="31425" y="165600"/>
                    <a:pt x="0" y="134175"/>
                    <a:pt x="0" y="82800"/>
                  </a:cubicBezTo>
                  <a:cubicBezTo>
                    <a:pt x="0" y="31425"/>
                    <a:pt x="31425" y="0"/>
                    <a:pt x="82800" y="0"/>
                  </a:cubicBezTo>
                  <a:cubicBezTo>
                    <a:pt x="134175" y="0"/>
                    <a:pt x="165600" y="31425"/>
                    <a:pt x="165600" y="82800"/>
                  </a:cubicBezTo>
                  <a:close/>
                  <a:moveTo>
                    <a:pt x="82800" y="36800"/>
                  </a:moveTo>
                  <a:cubicBezTo>
                    <a:pt x="77719" y="36800"/>
                    <a:pt x="73600" y="40919"/>
                    <a:pt x="73600" y="46000"/>
                  </a:cubicBezTo>
                  <a:lnTo>
                    <a:pt x="73600" y="82800"/>
                  </a:lnTo>
                  <a:cubicBezTo>
                    <a:pt x="73600" y="85240"/>
                    <a:pt x="74569" y="87580"/>
                    <a:pt x="76295" y="89305"/>
                  </a:cubicBezTo>
                  <a:lnTo>
                    <a:pt x="103895" y="116905"/>
                  </a:lnTo>
                  <a:cubicBezTo>
                    <a:pt x="107487" y="120498"/>
                    <a:pt x="113313" y="120498"/>
                    <a:pt x="116905" y="116905"/>
                  </a:cubicBezTo>
                  <a:cubicBezTo>
                    <a:pt x="120498" y="113313"/>
                    <a:pt x="120498" y="107487"/>
                    <a:pt x="116905" y="103895"/>
                  </a:cubicBezTo>
                  <a:lnTo>
                    <a:pt x="92000" y="78989"/>
                  </a:lnTo>
                  <a:lnTo>
                    <a:pt x="92000" y="46000"/>
                  </a:lnTo>
                  <a:cubicBezTo>
                    <a:pt x="92000" y="40919"/>
                    <a:pt x="87881" y="36800"/>
                    <a:pt x="82800" y="36800"/>
                  </a:cubicBezTo>
                  <a:close/>
                </a:path>
              </a:pathLst>
            </a:custGeom>
            <a:solidFill>
              <a:schemeClr val="bg2"/>
            </a:solidFill>
            <a:ln w="8996" cap="flat">
              <a:noFill/>
              <a:prstDash val="solid"/>
              <a:miter/>
            </a:ln>
          </p:spPr>
          <p:txBody>
            <a:bodyPr rtlCol="0" anchor="ctr"/>
            <a:lstStyle/>
            <a:p>
              <a:endParaRPr lang="ru-RU"/>
            </a:p>
          </p:txBody>
        </p:sp>
      </p:grpSp>
      <p:grpSp>
        <p:nvGrpSpPr>
          <p:cNvPr id="18" name="Группа 17">
            <a:extLst>
              <a:ext uri="{FF2B5EF4-FFF2-40B4-BE49-F238E27FC236}">
                <a16:creationId xmlns:a16="http://schemas.microsoft.com/office/drawing/2014/main" id="{C2E28BFE-2A6D-48B1-9758-D1EF5A310F7C}"/>
              </a:ext>
            </a:extLst>
          </p:cNvPr>
          <p:cNvGrpSpPr/>
          <p:nvPr/>
        </p:nvGrpSpPr>
        <p:grpSpPr>
          <a:xfrm>
            <a:off x="8895428" y="5227888"/>
            <a:ext cx="1146544" cy="252000"/>
            <a:chOff x="7419606" y="3661465"/>
            <a:chExt cx="1146544" cy="252000"/>
          </a:xfrm>
        </p:grpSpPr>
        <p:sp>
          <p:nvSpPr>
            <p:cNvPr id="19" name="Прямоугольник: скругленные углы 18">
              <a:extLst>
                <a:ext uri="{FF2B5EF4-FFF2-40B4-BE49-F238E27FC236}">
                  <a16:creationId xmlns:a16="http://schemas.microsoft.com/office/drawing/2014/main" id="{CD31698E-F337-4BF9-8080-29AB57AA6105}"/>
                </a:ext>
              </a:extLst>
            </p:cNvPr>
            <p:cNvSpPr/>
            <p:nvPr/>
          </p:nvSpPr>
          <p:spPr>
            <a:xfrm>
              <a:off x="7419606" y="3661465"/>
              <a:ext cx="1146544" cy="252000"/>
            </a:xfrm>
            <a:prstGeom prst="roundRect">
              <a:avLst>
                <a:gd name="adj" fmla="val 29435"/>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ГОТОВО</a:t>
              </a:r>
            </a:p>
          </p:txBody>
        </p:sp>
        <p:sp>
          <p:nvSpPr>
            <p:cNvPr id="20" name="Рисунок 267">
              <a:extLst>
                <a:ext uri="{FF2B5EF4-FFF2-40B4-BE49-F238E27FC236}">
                  <a16:creationId xmlns:a16="http://schemas.microsoft.com/office/drawing/2014/main" id="{A0FD42A3-9CD8-45C7-A45D-0519173C1766}"/>
                </a:ext>
              </a:extLst>
            </p:cNvPr>
            <p:cNvSpPr/>
            <p:nvPr/>
          </p:nvSpPr>
          <p:spPr>
            <a:xfrm>
              <a:off x="7521617" y="3711403"/>
              <a:ext cx="136800" cy="1368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5" y="124755"/>
                    <a:pt x="73185" y="124755"/>
                    <a:pt x="69465" y="121035"/>
                  </a:cubicBezTo>
                  <a:lnTo>
                    <a:pt x="40890" y="92460"/>
                  </a:lnTo>
                  <a:cubicBezTo>
                    <a:pt x="37170" y="88740"/>
                    <a:pt x="37170" y="82710"/>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0"/>
                    <a:pt x="130560" y="73410"/>
                  </a:cubicBezTo>
                  <a:close/>
                </a:path>
              </a:pathLst>
            </a:custGeom>
            <a:solidFill>
              <a:schemeClr val="bg1"/>
            </a:solidFill>
            <a:ln w="9525" cap="flat">
              <a:noFill/>
              <a:prstDash val="solid"/>
              <a:miter/>
            </a:ln>
          </p:spPr>
          <p:txBody>
            <a:bodyPr rtlCol="0" anchor="ctr"/>
            <a:lstStyle/>
            <a:p>
              <a:endParaRPr lang="ru-RU"/>
            </a:p>
          </p:txBody>
        </p:sp>
      </p:grpSp>
      <p:grpSp>
        <p:nvGrpSpPr>
          <p:cNvPr id="21" name="Группа 20">
            <a:extLst>
              <a:ext uri="{FF2B5EF4-FFF2-40B4-BE49-F238E27FC236}">
                <a16:creationId xmlns:a16="http://schemas.microsoft.com/office/drawing/2014/main" id="{A54C262A-0F80-43CE-AFA3-1F9FFBFB2527}"/>
              </a:ext>
            </a:extLst>
          </p:cNvPr>
          <p:cNvGrpSpPr/>
          <p:nvPr/>
        </p:nvGrpSpPr>
        <p:grpSpPr>
          <a:xfrm>
            <a:off x="8895428" y="5832361"/>
            <a:ext cx="1290275" cy="252000"/>
            <a:chOff x="5023656" y="825175"/>
            <a:chExt cx="1290275" cy="252000"/>
          </a:xfrm>
        </p:grpSpPr>
        <p:sp>
          <p:nvSpPr>
            <p:cNvPr id="22" name="Прямоугольник: скругленные углы 21">
              <a:extLst>
                <a:ext uri="{FF2B5EF4-FFF2-40B4-BE49-F238E27FC236}">
                  <a16:creationId xmlns:a16="http://schemas.microsoft.com/office/drawing/2014/main" id="{35F051D1-91AB-482E-8806-45F1E59E288D}"/>
                </a:ext>
              </a:extLst>
            </p:cNvPr>
            <p:cNvSpPr/>
            <p:nvPr/>
          </p:nvSpPr>
          <p:spPr>
            <a:xfrm>
              <a:off x="5023656" y="825175"/>
              <a:ext cx="1290275"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ДЕДЛАЙН</a:t>
              </a:r>
            </a:p>
          </p:txBody>
        </p:sp>
        <p:sp>
          <p:nvSpPr>
            <p:cNvPr id="23" name="Рисунок 18">
              <a:extLst>
                <a:ext uri="{FF2B5EF4-FFF2-40B4-BE49-F238E27FC236}">
                  <a16:creationId xmlns:a16="http://schemas.microsoft.com/office/drawing/2014/main" id="{D877AF24-E493-4529-88C5-CF5D5869832A}"/>
                </a:ext>
              </a:extLst>
            </p:cNvPr>
            <p:cNvSpPr/>
            <p:nvPr/>
          </p:nvSpPr>
          <p:spPr>
            <a:xfrm>
              <a:off x="5119887" y="878910"/>
              <a:ext cx="130741" cy="130741"/>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grpSp>
        <p:nvGrpSpPr>
          <p:cNvPr id="24" name="Группа 23">
            <a:extLst>
              <a:ext uri="{FF2B5EF4-FFF2-40B4-BE49-F238E27FC236}">
                <a16:creationId xmlns:a16="http://schemas.microsoft.com/office/drawing/2014/main" id="{74F98F3D-DB2E-49F8-84F6-B72F070A69A6}"/>
              </a:ext>
            </a:extLst>
          </p:cNvPr>
          <p:cNvGrpSpPr/>
          <p:nvPr/>
        </p:nvGrpSpPr>
        <p:grpSpPr>
          <a:xfrm>
            <a:off x="8895428" y="4623412"/>
            <a:ext cx="1599697" cy="252000"/>
            <a:chOff x="4267702" y="3661465"/>
            <a:chExt cx="1599697" cy="252000"/>
          </a:xfrm>
        </p:grpSpPr>
        <p:sp>
          <p:nvSpPr>
            <p:cNvPr id="25" name="Прямоугольник: скругленные углы 24">
              <a:extLst>
                <a:ext uri="{FF2B5EF4-FFF2-40B4-BE49-F238E27FC236}">
                  <a16:creationId xmlns:a16="http://schemas.microsoft.com/office/drawing/2014/main" id="{9B76992E-49BB-4A57-BB3E-E4FCE978A0B1}"/>
                </a:ext>
              </a:extLst>
            </p:cNvPr>
            <p:cNvSpPr/>
            <p:nvPr/>
          </p:nvSpPr>
          <p:spPr>
            <a:xfrm>
              <a:off x="4267702" y="3661465"/>
              <a:ext cx="1599697"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В ПРОЦЕССЕ</a:t>
              </a:r>
            </a:p>
          </p:txBody>
        </p:sp>
        <p:sp>
          <p:nvSpPr>
            <p:cNvPr id="26" name="Рисунок 14">
              <a:extLst>
                <a:ext uri="{FF2B5EF4-FFF2-40B4-BE49-F238E27FC236}">
                  <a16:creationId xmlns:a16="http://schemas.microsoft.com/office/drawing/2014/main" id="{779C5BC1-70C5-4484-BE95-7A79F7265E64}"/>
                </a:ext>
              </a:extLst>
            </p:cNvPr>
            <p:cNvSpPr/>
            <p:nvPr/>
          </p:nvSpPr>
          <p:spPr>
            <a:xfrm>
              <a:off x="4364021" y="3711403"/>
              <a:ext cx="136800" cy="136800"/>
            </a:xfrm>
            <a:custGeom>
              <a:avLst/>
              <a:gdLst>
                <a:gd name="connsiteX0" fmla="*/ 165600 w 165600"/>
                <a:gd name="connsiteY0" fmla="*/ 82800 h 165600"/>
                <a:gd name="connsiteX1" fmla="*/ 82800 w 165600"/>
                <a:gd name="connsiteY1" fmla="*/ 165600 h 165600"/>
                <a:gd name="connsiteX2" fmla="*/ 0 w 165600"/>
                <a:gd name="connsiteY2" fmla="*/ 82800 h 165600"/>
                <a:gd name="connsiteX3" fmla="*/ 82800 w 165600"/>
                <a:gd name="connsiteY3" fmla="*/ 0 h 165600"/>
                <a:gd name="connsiteX4" fmla="*/ 165600 w 165600"/>
                <a:gd name="connsiteY4" fmla="*/ 82800 h 165600"/>
                <a:gd name="connsiteX5" fmla="*/ 82800 w 165600"/>
                <a:gd name="connsiteY5" fmla="*/ 36800 h 165600"/>
                <a:gd name="connsiteX6" fmla="*/ 73600 w 165600"/>
                <a:gd name="connsiteY6" fmla="*/ 46000 h 165600"/>
                <a:gd name="connsiteX7" fmla="*/ 73600 w 165600"/>
                <a:gd name="connsiteY7" fmla="*/ 82800 h 165600"/>
                <a:gd name="connsiteX8" fmla="*/ 76295 w 165600"/>
                <a:gd name="connsiteY8" fmla="*/ 89305 h 165600"/>
                <a:gd name="connsiteX9" fmla="*/ 103895 w 165600"/>
                <a:gd name="connsiteY9" fmla="*/ 116905 h 165600"/>
                <a:gd name="connsiteX10" fmla="*/ 116905 w 165600"/>
                <a:gd name="connsiteY10" fmla="*/ 116905 h 165600"/>
                <a:gd name="connsiteX11" fmla="*/ 116905 w 165600"/>
                <a:gd name="connsiteY11" fmla="*/ 103895 h 165600"/>
                <a:gd name="connsiteX12" fmla="*/ 92000 w 165600"/>
                <a:gd name="connsiteY12" fmla="*/ 78989 h 165600"/>
                <a:gd name="connsiteX13" fmla="*/ 92000 w 165600"/>
                <a:gd name="connsiteY13" fmla="*/ 46000 h 165600"/>
                <a:gd name="connsiteX14" fmla="*/ 82800 w 165600"/>
                <a:gd name="connsiteY14" fmla="*/ 36800 h 16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5600" h="165600">
                  <a:moveTo>
                    <a:pt x="165600" y="82800"/>
                  </a:moveTo>
                  <a:cubicBezTo>
                    <a:pt x="165600" y="134175"/>
                    <a:pt x="134175" y="165600"/>
                    <a:pt x="82800" y="165600"/>
                  </a:cubicBezTo>
                  <a:cubicBezTo>
                    <a:pt x="31425" y="165600"/>
                    <a:pt x="0" y="134175"/>
                    <a:pt x="0" y="82800"/>
                  </a:cubicBezTo>
                  <a:cubicBezTo>
                    <a:pt x="0" y="31425"/>
                    <a:pt x="31425" y="0"/>
                    <a:pt x="82800" y="0"/>
                  </a:cubicBezTo>
                  <a:cubicBezTo>
                    <a:pt x="134175" y="0"/>
                    <a:pt x="165600" y="31425"/>
                    <a:pt x="165600" y="82800"/>
                  </a:cubicBezTo>
                  <a:close/>
                  <a:moveTo>
                    <a:pt x="82800" y="36800"/>
                  </a:moveTo>
                  <a:cubicBezTo>
                    <a:pt x="77719" y="36800"/>
                    <a:pt x="73600" y="40919"/>
                    <a:pt x="73600" y="46000"/>
                  </a:cubicBezTo>
                  <a:lnTo>
                    <a:pt x="73600" y="82800"/>
                  </a:lnTo>
                  <a:cubicBezTo>
                    <a:pt x="73600" y="85240"/>
                    <a:pt x="74569" y="87580"/>
                    <a:pt x="76295" y="89305"/>
                  </a:cubicBezTo>
                  <a:lnTo>
                    <a:pt x="103895" y="116905"/>
                  </a:lnTo>
                  <a:cubicBezTo>
                    <a:pt x="107487" y="120498"/>
                    <a:pt x="113313" y="120498"/>
                    <a:pt x="116905" y="116905"/>
                  </a:cubicBezTo>
                  <a:cubicBezTo>
                    <a:pt x="120498" y="113313"/>
                    <a:pt x="120498" y="107487"/>
                    <a:pt x="116905" y="103895"/>
                  </a:cubicBezTo>
                  <a:lnTo>
                    <a:pt x="92000" y="78989"/>
                  </a:lnTo>
                  <a:lnTo>
                    <a:pt x="92000" y="46000"/>
                  </a:lnTo>
                  <a:cubicBezTo>
                    <a:pt x="92000" y="40919"/>
                    <a:pt x="87881" y="36800"/>
                    <a:pt x="82800" y="36800"/>
                  </a:cubicBezTo>
                  <a:close/>
                </a:path>
              </a:pathLst>
            </a:custGeom>
            <a:solidFill>
              <a:schemeClr val="bg2"/>
            </a:solidFill>
            <a:ln w="8996" cap="flat">
              <a:noFill/>
              <a:prstDash val="solid"/>
              <a:miter/>
            </a:ln>
          </p:spPr>
          <p:txBody>
            <a:bodyPr rtlCol="0" anchor="ctr"/>
            <a:lstStyle/>
            <a:p>
              <a:endParaRPr lang="ru-RU"/>
            </a:p>
          </p:txBody>
        </p:sp>
      </p:grpSp>
      <p:sp>
        <p:nvSpPr>
          <p:cNvPr id="2" name="Нижний колонтитул 1">
            <a:extLst>
              <a:ext uri="{FF2B5EF4-FFF2-40B4-BE49-F238E27FC236}">
                <a16:creationId xmlns:a16="http://schemas.microsoft.com/office/drawing/2014/main" id="{2B704351-ECCB-A3CE-C0E9-5D57BE5AADA2}"/>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27614494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5222F3-C591-D5A8-E5BE-EF1EBBE4330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4" name="Таблица 4">
            <a:extLst>
              <a:ext uri="{FF2B5EF4-FFF2-40B4-BE49-F238E27FC236}">
                <a16:creationId xmlns:a16="http://schemas.microsoft.com/office/drawing/2014/main" id="{30D0E2E2-1488-2E72-87E1-3E5E2A2BA1F2}"/>
              </a:ext>
            </a:extLst>
          </p:cNvPr>
          <p:cNvGraphicFramePr>
            <a:graphicFrameLocks noGrp="1"/>
          </p:cNvGraphicFramePr>
          <p:nvPr/>
        </p:nvGraphicFramePr>
        <p:xfrm>
          <a:off x="638627" y="1520825"/>
          <a:ext cx="10910889" cy="4744396"/>
        </p:xfrm>
        <a:graphic>
          <a:graphicData uri="http://schemas.openxmlformats.org/drawingml/2006/table">
            <a:tbl>
              <a:tblPr firstRow="1" lastRow="1">
                <a:tableStyleId>{914A2982-056F-4F8E-A7C0-7B2B0B0CB698}</a:tableStyleId>
              </a:tblPr>
              <a:tblGrid>
                <a:gridCol w="2499209">
                  <a:extLst>
                    <a:ext uri="{9D8B030D-6E8A-4147-A177-3AD203B41FA5}">
                      <a16:colId xmlns:a16="http://schemas.microsoft.com/office/drawing/2014/main" val="594922317"/>
                    </a:ext>
                  </a:extLst>
                </a:gridCol>
                <a:gridCol w="1051460">
                  <a:extLst>
                    <a:ext uri="{9D8B030D-6E8A-4147-A177-3AD203B41FA5}">
                      <a16:colId xmlns:a16="http://schemas.microsoft.com/office/drawing/2014/main" val="4104067388"/>
                    </a:ext>
                  </a:extLst>
                </a:gridCol>
                <a:gridCol w="1051460">
                  <a:extLst>
                    <a:ext uri="{9D8B030D-6E8A-4147-A177-3AD203B41FA5}">
                      <a16:colId xmlns:a16="http://schemas.microsoft.com/office/drawing/2014/main" val="789915689"/>
                    </a:ext>
                  </a:extLst>
                </a:gridCol>
                <a:gridCol w="1051460">
                  <a:extLst>
                    <a:ext uri="{9D8B030D-6E8A-4147-A177-3AD203B41FA5}">
                      <a16:colId xmlns:a16="http://schemas.microsoft.com/office/drawing/2014/main" val="20676461"/>
                    </a:ext>
                  </a:extLst>
                </a:gridCol>
                <a:gridCol w="1051460">
                  <a:extLst>
                    <a:ext uri="{9D8B030D-6E8A-4147-A177-3AD203B41FA5}">
                      <a16:colId xmlns:a16="http://schemas.microsoft.com/office/drawing/2014/main" val="1292655276"/>
                    </a:ext>
                  </a:extLst>
                </a:gridCol>
                <a:gridCol w="1051460">
                  <a:extLst>
                    <a:ext uri="{9D8B030D-6E8A-4147-A177-3AD203B41FA5}">
                      <a16:colId xmlns:a16="http://schemas.microsoft.com/office/drawing/2014/main" val="3141902399"/>
                    </a:ext>
                  </a:extLst>
                </a:gridCol>
                <a:gridCol w="1051460">
                  <a:extLst>
                    <a:ext uri="{9D8B030D-6E8A-4147-A177-3AD203B41FA5}">
                      <a16:colId xmlns:a16="http://schemas.microsoft.com/office/drawing/2014/main" val="3896538928"/>
                    </a:ext>
                  </a:extLst>
                </a:gridCol>
                <a:gridCol w="1051460">
                  <a:extLst>
                    <a:ext uri="{9D8B030D-6E8A-4147-A177-3AD203B41FA5}">
                      <a16:colId xmlns:a16="http://schemas.microsoft.com/office/drawing/2014/main" val="3060938176"/>
                    </a:ext>
                  </a:extLst>
                </a:gridCol>
                <a:gridCol w="1051460">
                  <a:extLst>
                    <a:ext uri="{9D8B030D-6E8A-4147-A177-3AD203B41FA5}">
                      <a16:colId xmlns:a16="http://schemas.microsoft.com/office/drawing/2014/main" val="3959400991"/>
                    </a:ext>
                  </a:extLst>
                </a:gridCol>
              </a:tblGrid>
              <a:tr h="365668">
                <a:tc rowSpan="2">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solidFill>
                            <a:schemeClr val="bg1"/>
                          </a:solidFill>
                        </a:rPr>
                        <a:t>Название </a:t>
                      </a:r>
                      <a:br>
                        <a:rPr lang="ru-RU" sz="1000" b="1">
                          <a:solidFill>
                            <a:schemeClr val="bg1"/>
                          </a:solidFill>
                        </a:rPr>
                      </a:br>
                      <a:r>
                        <a:rPr lang="ru-RU" sz="1000" b="1">
                          <a:solidFill>
                            <a:schemeClr val="bg1"/>
                          </a:solidFill>
                        </a:rPr>
                        <a:t>параметра</a:t>
                      </a:r>
                    </a:p>
                  </a:txBody>
                  <a:tcPr marL="90000" marR="90000" marT="46800" marB="46800" anchor="ctr">
                    <a:lnR w="6350" cap="flat" cmpd="sng" algn="ctr">
                      <a:solidFill>
                        <a:schemeClr val="accent6"/>
                      </a:solidFill>
                      <a:prstDash val="solid"/>
                      <a:round/>
                      <a:headEnd type="none" w="med" len="med"/>
                      <a:tailEnd type="none" w="med" len="med"/>
                    </a:lnR>
                    <a:lnB w="6350" cap="flat" cmpd="sng" algn="ctr">
                      <a:solidFill>
                        <a:srgbClr val="77818A"/>
                      </a:solidFill>
                      <a:prstDash val="solid"/>
                      <a:round/>
                      <a:headEnd type="none" w="med" len="med"/>
                      <a:tailEnd type="none" w="med" len="med"/>
                    </a:lnB>
                  </a:tcPr>
                </a:tc>
                <a:tc gridSpan="4">
                  <a:txBody>
                    <a:bodyPr/>
                    <a:lstStyle/>
                    <a:p>
                      <a:pPr marL="0" marR="0" lvl="0" indent="0" algn="ctr" rtl="0">
                        <a:lnSpc>
                          <a:spcPct val="100000"/>
                        </a:lnSpc>
                        <a:spcBef>
                          <a:spcPts val="0"/>
                        </a:spcBef>
                        <a:spcAft>
                          <a:spcPts val="0"/>
                        </a:spcAft>
                        <a:buClrTx/>
                        <a:buSzTx/>
                        <a:buFontTx/>
                        <a:buNone/>
                      </a:pPr>
                      <a:r>
                        <a:rPr lang="en-US" sz="1000" b="1"/>
                        <a:t>W1</a:t>
                      </a:r>
                      <a:endParaRPr lang="ru-RU" sz="1000" b="1"/>
                    </a:p>
                  </a:txBody>
                  <a:tcPr marL="90000" marR="90000" marT="46800" marB="4680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t>W2</a:t>
                      </a:r>
                      <a:endParaRPr lang="ru-RU" sz="1000" b="1"/>
                    </a:p>
                  </a:txBody>
                  <a:tcPr marL="90000" marR="90000" marT="46800" marB="46800" anchor="ctr">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a:ln>
                          <a:noFill/>
                        </a:ln>
                        <a:solidFill>
                          <a:srgbClr val="FFFFFF"/>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549931237"/>
                  </a:ext>
                </a:extLst>
              </a:tr>
              <a:tr h="395863">
                <a:tc vMerge="1">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solidFill>
                            <a:schemeClr val="tx1"/>
                          </a:solidFill>
                        </a:rPr>
                        <a:t>Название </a:t>
                      </a:r>
                      <a:br>
                        <a:rPr lang="ru-RU" sz="1000" b="1">
                          <a:solidFill>
                            <a:schemeClr val="tx1"/>
                          </a:solidFill>
                        </a:rPr>
                      </a:br>
                      <a:r>
                        <a:rPr lang="ru-RU" sz="1000" b="1">
                          <a:solidFill>
                            <a:schemeClr val="tx1"/>
                          </a:solidFill>
                        </a:rPr>
                        <a:t>параметра</a:t>
                      </a:r>
                    </a:p>
                  </a:txBody>
                  <a:tcPr marL="90000" marR="90000" marT="46800" marB="46800" anchor="ctr">
                    <a:lnR w="12700" cap="flat" cmpd="sng" algn="ctr">
                      <a:noFill/>
                      <a:prstDash val="solid"/>
                      <a:round/>
                      <a:headEnd type="none" w="med" len="med"/>
                      <a:tailEnd type="none" w="med" len="med"/>
                    </a:lnR>
                  </a:tcPr>
                </a:tc>
                <a:tc>
                  <a:txBody>
                    <a:bodyPr/>
                    <a:lstStyle/>
                    <a:p>
                      <a:pPr marL="0" marR="0" lvl="0" indent="0" algn="r" rtl="0">
                        <a:lnSpc>
                          <a:spcPct val="100000"/>
                        </a:lnSpc>
                        <a:spcBef>
                          <a:spcPts val="0"/>
                        </a:spcBef>
                        <a:spcAft>
                          <a:spcPts val="0"/>
                        </a:spcAft>
                        <a:buClrTx/>
                        <a:buSzTx/>
                        <a:buFontTx/>
                        <a:buNone/>
                      </a:pPr>
                      <a:r>
                        <a:rPr lang="ru-RU" sz="1000" b="1">
                          <a:solidFill>
                            <a:schemeClr val="tx1"/>
                          </a:solidFill>
                        </a:rPr>
                        <a:t>Первый показатель</a:t>
                      </a:r>
                      <a:r>
                        <a:rPr lang="af-ZA" sz="1000" b="1">
                          <a:solidFill>
                            <a:schemeClr val="tx1"/>
                          </a:solidFill>
                        </a:rPr>
                        <a:t>​​</a:t>
                      </a:r>
                      <a:endParaRPr lang="ru-RU" sz="1000" b="1">
                        <a:solidFill>
                          <a:schemeClr val="tx1"/>
                        </a:solidFill>
                      </a:endParaRPr>
                    </a:p>
                  </a:txBody>
                  <a:tcPr marL="90000" marR="90000" marT="46800" marB="46800" anchor="ctr">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a:ln>
                            <a:noFill/>
                          </a:ln>
                          <a:solidFill>
                            <a:schemeClr val="tx1"/>
                          </a:solidFill>
                          <a:effectLst/>
                          <a:uLnTx/>
                          <a:uFillTx/>
                          <a:latin typeface="Arial"/>
                          <a:ea typeface="+mn-ea"/>
                          <a:cs typeface="+mn-cs"/>
                        </a:rPr>
                        <a:t>Второй показатель </a:t>
                      </a:r>
                      <a:r>
                        <a:rPr kumimoji="0" lang="af-ZA" sz="1000" b="1" i="0" u="none" strike="noStrike" kern="1200" cap="none" spc="0" normalizeH="0" baseline="0" noProof="0">
                          <a:ln>
                            <a:noFill/>
                          </a:ln>
                          <a:solidFill>
                            <a:schemeClr val="tx1"/>
                          </a:solidFill>
                          <a:effectLst/>
                          <a:uLnTx/>
                          <a:uFillTx/>
                          <a:latin typeface="Arial"/>
                          <a:ea typeface="+mn-ea"/>
                          <a:cs typeface="+mn-cs"/>
                        </a:rPr>
                        <a:t>​​</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a:ln>
                            <a:noFill/>
                          </a:ln>
                          <a:solidFill>
                            <a:schemeClr val="tx1"/>
                          </a:solidFill>
                          <a:effectLst/>
                          <a:uLnTx/>
                          <a:uFillTx/>
                          <a:latin typeface="Arial"/>
                          <a:ea typeface="+mn-ea"/>
                          <a:cs typeface="+mn-cs"/>
                        </a:rPr>
                        <a:t>Третий показатель </a:t>
                      </a:r>
                      <a:r>
                        <a:rPr kumimoji="0" lang="af-ZA" sz="1000" b="1" i="0" u="none" strike="noStrike" kern="1200" cap="none" spc="0" normalizeH="0" baseline="0" noProof="0">
                          <a:ln>
                            <a:noFill/>
                          </a:ln>
                          <a:solidFill>
                            <a:schemeClr val="tx1"/>
                          </a:solidFill>
                          <a:effectLst/>
                          <a:uLnTx/>
                          <a:uFillTx/>
                          <a:latin typeface="Arial"/>
                          <a:ea typeface="+mn-ea"/>
                          <a:cs typeface="+mn-cs"/>
                        </a:rPr>
                        <a:t>​​</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a:ln>
                            <a:noFill/>
                          </a:ln>
                          <a:solidFill>
                            <a:schemeClr val="tx1"/>
                          </a:solidFill>
                          <a:effectLst/>
                          <a:uLnTx/>
                          <a:uFillTx/>
                          <a:latin typeface="Arial"/>
                          <a:ea typeface="+mn-ea"/>
                          <a:cs typeface="+mn-cs"/>
                        </a:rPr>
                        <a:t>Четвёртый показатель</a:t>
                      </a:r>
                      <a:r>
                        <a:rPr kumimoji="0" lang="af-ZA" sz="1000" b="1" i="0" u="none" strike="noStrike" kern="1200" cap="none" spc="0" normalizeH="0" baseline="0" noProof="0">
                          <a:ln>
                            <a:noFill/>
                          </a:ln>
                          <a:solidFill>
                            <a:schemeClr val="tx1"/>
                          </a:solidFill>
                          <a:effectLst/>
                          <a:uLnTx/>
                          <a:uFillTx/>
                          <a:latin typeface="Arial"/>
                          <a:ea typeface="+mn-ea"/>
                          <a:cs typeface="+mn-cs"/>
                        </a:rPr>
                        <a:t>​​</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solidFill>
                      <a:schemeClr val="accent6"/>
                    </a:solidFill>
                  </a:tcPr>
                </a:tc>
                <a:tc>
                  <a:txBody>
                    <a:bodyPr/>
                    <a:lstStyle/>
                    <a:p>
                      <a:pPr marL="0" marR="0" lvl="0" indent="0" algn="r" rtl="0">
                        <a:lnSpc>
                          <a:spcPct val="100000"/>
                        </a:lnSpc>
                        <a:spcBef>
                          <a:spcPts val="0"/>
                        </a:spcBef>
                        <a:spcAft>
                          <a:spcPts val="0"/>
                        </a:spcAft>
                        <a:buClrTx/>
                        <a:buSzTx/>
                        <a:buFontTx/>
                        <a:buNone/>
                      </a:pPr>
                      <a:r>
                        <a:rPr lang="ru-RU" sz="1000" b="1">
                          <a:solidFill>
                            <a:schemeClr val="tx1"/>
                          </a:solidFill>
                        </a:rPr>
                        <a:t>Первый показатель</a:t>
                      </a:r>
                      <a:r>
                        <a:rPr lang="af-ZA" sz="1000" b="1">
                          <a:solidFill>
                            <a:schemeClr val="tx1"/>
                          </a:solidFill>
                        </a:rPr>
                        <a:t>​​</a:t>
                      </a:r>
                      <a:endParaRPr lang="ru-RU" sz="1000" b="1">
                        <a:solidFill>
                          <a:schemeClr val="tx1"/>
                        </a:solidFill>
                      </a:endParaRPr>
                    </a:p>
                  </a:txBody>
                  <a:tcPr marL="90000" marR="90000" marT="46800" marB="46800" anchor="ctr">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a:ln>
                            <a:noFill/>
                          </a:ln>
                          <a:solidFill>
                            <a:schemeClr val="tx1"/>
                          </a:solidFill>
                          <a:effectLst/>
                          <a:uLnTx/>
                          <a:uFillTx/>
                          <a:latin typeface="Arial"/>
                          <a:ea typeface="+mn-ea"/>
                          <a:cs typeface="+mn-cs"/>
                        </a:rPr>
                        <a:t>Второй показатель </a:t>
                      </a:r>
                      <a:r>
                        <a:rPr kumimoji="0" lang="af-ZA" sz="1000" b="1" i="0" u="none" strike="noStrike" kern="1200" cap="none" spc="0" normalizeH="0" baseline="0" noProof="0">
                          <a:ln>
                            <a:noFill/>
                          </a:ln>
                          <a:solidFill>
                            <a:schemeClr val="tx1"/>
                          </a:solidFill>
                          <a:effectLst/>
                          <a:uLnTx/>
                          <a:uFillTx/>
                          <a:latin typeface="Arial"/>
                          <a:ea typeface="+mn-ea"/>
                          <a:cs typeface="+mn-cs"/>
                        </a:rPr>
                        <a:t>​​</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a:ln>
                            <a:noFill/>
                          </a:ln>
                          <a:solidFill>
                            <a:schemeClr val="tx1"/>
                          </a:solidFill>
                          <a:effectLst/>
                          <a:uLnTx/>
                          <a:uFillTx/>
                          <a:latin typeface="Arial"/>
                          <a:ea typeface="+mn-ea"/>
                          <a:cs typeface="+mn-cs"/>
                        </a:rPr>
                        <a:t>Третий показатель </a:t>
                      </a:r>
                      <a:r>
                        <a:rPr kumimoji="0" lang="af-ZA" sz="1000" b="1" i="0" u="none" strike="noStrike" kern="1200" cap="none" spc="0" normalizeH="0" baseline="0" noProof="0">
                          <a:ln>
                            <a:noFill/>
                          </a:ln>
                          <a:solidFill>
                            <a:schemeClr val="tx1"/>
                          </a:solidFill>
                          <a:effectLst/>
                          <a:uLnTx/>
                          <a:uFillTx/>
                          <a:latin typeface="Arial"/>
                          <a:ea typeface="+mn-ea"/>
                          <a:cs typeface="+mn-cs"/>
                        </a:rPr>
                        <a:t>​​</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a:ln>
                            <a:noFill/>
                          </a:ln>
                          <a:solidFill>
                            <a:schemeClr val="tx1"/>
                          </a:solidFill>
                          <a:effectLst/>
                          <a:uLnTx/>
                          <a:uFillTx/>
                          <a:latin typeface="Arial"/>
                          <a:ea typeface="+mn-ea"/>
                          <a:cs typeface="+mn-cs"/>
                        </a:rPr>
                        <a:t>Четвёртый показатель</a:t>
                      </a:r>
                      <a:r>
                        <a:rPr kumimoji="0" lang="af-ZA" sz="1000" b="1" i="0" u="none" strike="noStrike" kern="1200" cap="none" spc="0" normalizeH="0" baseline="0" noProof="0">
                          <a:ln>
                            <a:noFill/>
                          </a:ln>
                          <a:solidFill>
                            <a:schemeClr val="tx1"/>
                          </a:solidFill>
                          <a:effectLst/>
                          <a:uLnTx/>
                          <a:uFillTx/>
                          <a:latin typeface="Arial"/>
                          <a:ea typeface="+mn-ea"/>
                          <a:cs typeface="+mn-cs"/>
                        </a:rPr>
                        <a:t>​​</a:t>
                      </a:r>
                      <a:endParaRPr kumimoji="0" lang="ru-RU" sz="1000" b="1" i="0" u="none" strike="noStrike" kern="1200" cap="none" spc="0" normalizeH="0" baseline="0" noProof="0">
                        <a:ln>
                          <a:noFill/>
                        </a:ln>
                        <a:solidFill>
                          <a:schemeClr val="tx1"/>
                        </a:solidFill>
                        <a:effectLst/>
                        <a:uLnTx/>
                        <a:uFillTx/>
                        <a:latin typeface="Arial"/>
                        <a:ea typeface="+mn-ea"/>
                        <a:cs typeface="+mn-cs"/>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6"/>
                    </a:solidFill>
                  </a:tcPr>
                </a:tc>
                <a:extLst>
                  <a:ext uri="{0D108BD9-81ED-4DB2-BD59-A6C34878D82A}">
                    <a16:rowId xmlns:a16="http://schemas.microsoft.com/office/drawing/2014/main" val="2911144332"/>
                  </a:ext>
                </a:extLst>
              </a:tr>
              <a:tr h="361848">
                <a:tc>
                  <a:txBody>
                    <a:bodyPr/>
                    <a:lstStyle/>
                    <a:p>
                      <a:pPr lvl="0" algn="l">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lnT w="6350" cap="flat" cmpd="sng" algn="ctr">
                      <a:solidFill>
                        <a:srgbClr val="77818A"/>
                      </a:solidFill>
                      <a:prstDash val="solid"/>
                      <a:round/>
                      <a:headEnd type="none" w="med" len="med"/>
                      <a:tailEnd type="none" w="med" len="med"/>
                    </a:lnT>
                    <a:solidFill>
                      <a:schemeClr val="lt1"/>
                    </a:solidFill>
                  </a:tcPr>
                </a:tc>
                <a:tc>
                  <a:txBody>
                    <a:bodyPr/>
                    <a:lstStyle/>
                    <a:p>
                      <a:pPr lvl="0" algn="r">
                        <a:buNone/>
                      </a:pPr>
                      <a:r>
                        <a:rPr lang="ru-RU" sz="1000"/>
                        <a:t>93,4%</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000">
                          <a:solidFill>
                            <a:srgbClr val="F53C14"/>
                          </a:solidFill>
                        </a:rPr>
                        <a:t>–2,8%</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noFill/>
                  </a:tcPr>
                </a:tc>
                <a:tc>
                  <a:txBody>
                    <a:bodyPr/>
                    <a:lstStyle/>
                    <a:p>
                      <a:pPr marL="0" lvl="0" algn="r" defTabSz="914400" rtl="0" eaLnBrk="1" latinLnBrk="0" hangingPunct="1">
                        <a:buNone/>
                      </a:pPr>
                      <a:r>
                        <a:rPr lang="en-US" sz="1000" kern="1200">
                          <a:solidFill>
                            <a:srgbClr val="F53C14"/>
                          </a:solidFill>
                          <a:latin typeface="+mn-lt"/>
                          <a:ea typeface="+mn-ea"/>
                          <a:cs typeface="+mn-cs"/>
                        </a:rPr>
                        <a:t>3%</a:t>
                      </a:r>
                      <a:endParaRPr lang="ru-RU" sz="1000" kern="1200">
                        <a:solidFill>
                          <a:srgbClr val="F53C14"/>
                        </a:solidFill>
                        <a:latin typeface="+mn-lt"/>
                        <a:ea typeface="+mn-ea"/>
                        <a:cs typeface="+mn-cs"/>
                      </a:endParaRPr>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r>
                        <a:rPr lang="en-US" sz="1000"/>
                        <a:t>89%</a:t>
                      </a:r>
                      <a:endParaRPr lang="ru-RU" sz="1000"/>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000">
                          <a:solidFill>
                            <a:srgbClr val="F53C14"/>
                          </a:solidFill>
                        </a:rPr>
                        <a:t>–3,2%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944209755"/>
                  </a:ext>
                </a:extLst>
              </a:tr>
              <a:tr h="361848">
                <a:tc>
                  <a:txBody>
                    <a:bodyPr/>
                    <a:lstStyle/>
                    <a:p>
                      <a:pPr lvl="0" algn="l" rtl="0">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000">
                          <a:solidFill>
                            <a:srgbClr val="F53C14"/>
                          </a:solidFill>
                        </a:rPr>
                        <a:t>–3,2%</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noFill/>
                  </a:tcPr>
                </a:tc>
                <a:tc>
                  <a:txBody>
                    <a:bodyPr/>
                    <a:lstStyle/>
                    <a:p>
                      <a:pPr marL="0" lvl="0" algn="r" defTabSz="914400" rtl="0" eaLnBrk="1" latinLnBrk="0" hangingPunct="1">
                        <a:buNone/>
                      </a:pPr>
                      <a:r>
                        <a:rPr lang="en-US" sz="1000" kern="1200">
                          <a:solidFill>
                            <a:srgbClr val="F53C14"/>
                          </a:solidFill>
                          <a:latin typeface="+mn-lt"/>
                          <a:ea typeface="+mn-ea"/>
                          <a:cs typeface="+mn-cs"/>
                        </a:rPr>
                        <a:t>2%</a:t>
                      </a:r>
                      <a:endParaRPr lang="ru-RU" sz="1000" kern="1200">
                        <a:solidFill>
                          <a:srgbClr val="F53C14"/>
                        </a:solidFill>
                        <a:latin typeface="+mn-lt"/>
                        <a:ea typeface="+mn-ea"/>
                        <a:cs typeface="+mn-cs"/>
                      </a:endParaRPr>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r>
                        <a:rPr lang="ru-RU" sz="1000"/>
                        <a:t>90%</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980090632"/>
                  </a:ext>
                </a:extLst>
              </a:tr>
              <a:tr h="361848">
                <a:tc>
                  <a:txBody>
                    <a:bodyPr/>
                    <a:lstStyle/>
                    <a:p>
                      <a:pPr lvl="0" algn="l">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97,1%</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000"/>
                        <a:t>n/a</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noFill/>
                  </a:tcPr>
                </a:tc>
                <a:tc>
                  <a:txBody>
                    <a:bodyPr/>
                    <a:lstStyle/>
                    <a:p>
                      <a:pPr lvl="0" algn="r" rtl="0">
                        <a:buNone/>
                      </a:pPr>
                      <a:r>
                        <a:rPr lang="en-US" sz="1000"/>
                        <a:t>n/a</a:t>
                      </a:r>
                      <a:endParaRPr lang="ru-RU" sz="1000"/>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r>
                        <a:rPr lang="ru-RU" sz="1000">
                          <a:solidFill>
                            <a:srgbClr val="10C44C"/>
                          </a:solidFill>
                        </a:rPr>
                        <a:t>93,4%</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marL="0" lvl="0" algn="r" defTabSz="914400" rtl="0" eaLnBrk="1" latinLnBrk="0" hangingPunct="1">
                        <a:buNone/>
                      </a:pPr>
                      <a:r>
                        <a:rPr lang="en-US" sz="1000" kern="1200">
                          <a:solidFill>
                            <a:srgbClr val="F53C14"/>
                          </a:solidFill>
                          <a:latin typeface="+mn-lt"/>
                          <a:ea typeface="+mn-ea"/>
                          <a:cs typeface="+mn-cs"/>
                        </a:rPr>
                        <a:t>–1%</a:t>
                      </a:r>
                      <a:endParaRPr lang="ru-RU" sz="1000" kern="1200">
                        <a:solidFill>
                          <a:srgbClr val="F53C14"/>
                        </a:solidFill>
                        <a:latin typeface="+mn-lt"/>
                        <a:ea typeface="+mn-ea"/>
                        <a:cs typeface="+mn-cs"/>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818846902"/>
                  </a:ext>
                </a:extLst>
              </a:tr>
              <a:tr h="361848">
                <a:tc>
                  <a:txBody>
                    <a:bodyPr/>
                    <a:lstStyle/>
                    <a:p>
                      <a:pPr lvl="0" algn="l">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en-US" sz="1000"/>
                        <a:t>89%</a:t>
                      </a:r>
                      <a:endParaRPr lang="ru-RU" sz="1000"/>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en-US" sz="1000"/>
                        <a:t>90%</a:t>
                      </a:r>
                      <a:endParaRPr lang="ru-RU" sz="10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marL="0" lvl="0" algn="r" defTabSz="914400" rtl="0" eaLnBrk="1" latinLnBrk="0" hangingPunct="1">
                        <a:buNone/>
                      </a:pPr>
                      <a:r>
                        <a:rPr lang="en-US" sz="1000" kern="1200">
                          <a:solidFill>
                            <a:srgbClr val="F53C14"/>
                          </a:solidFill>
                          <a:latin typeface="+mn-lt"/>
                          <a:ea typeface="+mn-ea"/>
                          <a:cs typeface="+mn-cs"/>
                        </a:rPr>
                        <a:t>–1%</a:t>
                      </a:r>
                      <a:endParaRPr lang="ru-RU" sz="1000" kern="1200">
                        <a:solidFill>
                          <a:srgbClr val="F53C14"/>
                        </a:solidFill>
                        <a:latin typeface="+mn-lt"/>
                        <a:ea typeface="+mn-ea"/>
                        <a:cs typeface="+mn-cs"/>
                      </a:endParaRP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noFill/>
                  </a:tcPr>
                </a:tc>
                <a:tc>
                  <a:txBody>
                    <a:bodyPr/>
                    <a:lstStyle/>
                    <a:p>
                      <a:pPr marL="0" lvl="0" algn="r" defTabSz="914400" rtl="0" eaLnBrk="1" latinLnBrk="0" hangingPunct="1">
                        <a:buNone/>
                      </a:pPr>
                      <a:r>
                        <a:rPr lang="en-US" sz="1000" kern="1200">
                          <a:solidFill>
                            <a:srgbClr val="10C44C"/>
                          </a:solidFill>
                          <a:latin typeface="+mn-lt"/>
                          <a:ea typeface="+mn-ea"/>
                          <a:cs typeface="+mn-cs"/>
                        </a:rPr>
                        <a:t>1%</a:t>
                      </a:r>
                      <a:endParaRPr lang="ru-RU" sz="1000" kern="1200">
                        <a:solidFill>
                          <a:srgbClr val="10C44C"/>
                        </a:solidFill>
                        <a:latin typeface="+mn-lt"/>
                        <a:ea typeface="+mn-ea"/>
                        <a:cs typeface="+mn-cs"/>
                      </a:endParaRPr>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r>
                        <a:rPr lang="ru-RU" sz="1000">
                          <a:solidFill>
                            <a:srgbClr val="10C44C"/>
                          </a:solidFill>
                        </a:rPr>
                        <a:t>79,6%</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marL="0" lvl="0" algn="r" defTabSz="914400" rtl="0" eaLnBrk="1" latinLnBrk="0" hangingPunct="1">
                        <a:buNone/>
                      </a:pPr>
                      <a:r>
                        <a:rPr lang="ru-RU" sz="1000" kern="1200">
                          <a:solidFill>
                            <a:srgbClr val="F53C14"/>
                          </a:solidFill>
                          <a:latin typeface="+mn-lt"/>
                          <a:ea typeface="+mn-ea"/>
                          <a:cs typeface="+mn-cs"/>
                        </a:rPr>
                        <a:t>–2%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en-US" sz="1000"/>
                        <a:t>90%</a:t>
                      </a:r>
                      <a:endParaRPr lang="ru-RU" sz="10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079931719"/>
                  </a:ext>
                </a:extLst>
              </a:tr>
              <a:tr h="361848">
                <a:tc>
                  <a:txBody>
                    <a:bodyPr/>
                    <a:lstStyle/>
                    <a:p>
                      <a:pPr lvl="0" algn="l">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90%</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marL="0" lvl="0" algn="r" defTabSz="914400" rtl="0" eaLnBrk="1" latinLnBrk="0" hangingPunct="1">
                        <a:buNone/>
                      </a:pPr>
                      <a:r>
                        <a:rPr lang="ru-RU" sz="1000" kern="1200">
                          <a:solidFill>
                            <a:srgbClr val="F53C14"/>
                          </a:solidFill>
                          <a:latin typeface="+mn-lt"/>
                          <a:ea typeface="+mn-ea"/>
                          <a:cs typeface="+mn-cs"/>
                        </a:rPr>
                        <a:t>–2%</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noFill/>
                  </a:tcPr>
                </a:tc>
                <a:tc>
                  <a:txBody>
                    <a:bodyPr/>
                    <a:lstStyle/>
                    <a:p>
                      <a:pPr marL="0" lvl="0" algn="r" defTabSz="914400" rtl="0" eaLnBrk="1" latinLnBrk="0" hangingPunct="1">
                        <a:buNone/>
                      </a:pPr>
                      <a:r>
                        <a:rPr lang="en-US" sz="1000" kern="1200">
                          <a:solidFill>
                            <a:srgbClr val="10C44C"/>
                          </a:solidFill>
                          <a:latin typeface="+mn-lt"/>
                          <a:ea typeface="+mn-ea"/>
                          <a:cs typeface="+mn-cs"/>
                        </a:rPr>
                        <a:t>0,5%</a:t>
                      </a:r>
                      <a:endParaRPr lang="ru-RU" sz="1000" kern="1200">
                        <a:solidFill>
                          <a:srgbClr val="10C44C"/>
                        </a:solidFill>
                        <a:latin typeface="+mn-lt"/>
                        <a:ea typeface="+mn-ea"/>
                        <a:cs typeface="+mn-cs"/>
                      </a:endParaRPr>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r>
                        <a:rPr lang="ru-RU" sz="1000">
                          <a:solidFill>
                            <a:srgbClr val="10C44C"/>
                          </a:solidFill>
                        </a:rPr>
                        <a:t>97,1%</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000">
                          <a:solidFill>
                            <a:srgbClr val="F53C14"/>
                          </a:solidFill>
                        </a:rPr>
                        <a:t>–3,2%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079398701"/>
                  </a:ext>
                </a:extLst>
              </a:tr>
              <a:tr h="361848">
                <a:tc>
                  <a:txBody>
                    <a:bodyPr/>
                    <a:lstStyle/>
                    <a:p>
                      <a:pPr lvl="0" algn="l">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000">
                          <a:solidFill>
                            <a:srgbClr val="F53C14"/>
                          </a:solidFill>
                        </a:rPr>
                        <a:t>–2,8%</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noFill/>
                  </a:tcPr>
                </a:tc>
                <a:tc>
                  <a:txBody>
                    <a:bodyPr/>
                    <a:lstStyle/>
                    <a:p>
                      <a:pPr marL="0" lvl="0" algn="r" defTabSz="914400" rtl="0" eaLnBrk="1" latinLnBrk="0" hangingPunct="1">
                        <a:buNone/>
                      </a:pPr>
                      <a:r>
                        <a:rPr lang="en-US" sz="1000" kern="1200">
                          <a:solidFill>
                            <a:srgbClr val="10C44C"/>
                          </a:solidFill>
                          <a:latin typeface="+mn-lt"/>
                          <a:ea typeface="+mn-ea"/>
                          <a:cs typeface="+mn-cs"/>
                        </a:rPr>
                        <a:t>3%</a:t>
                      </a:r>
                      <a:endParaRPr lang="ru-RU" sz="1000" kern="1200">
                        <a:solidFill>
                          <a:srgbClr val="10C44C"/>
                        </a:solidFill>
                        <a:latin typeface="+mn-lt"/>
                        <a:ea typeface="+mn-ea"/>
                        <a:cs typeface="+mn-cs"/>
                      </a:endParaRPr>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r>
                        <a:rPr lang="ru-RU" sz="1000"/>
                        <a:t>93,4%</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590234571"/>
                  </a:ext>
                </a:extLst>
              </a:tr>
              <a:tr h="361848">
                <a:tc>
                  <a:txBody>
                    <a:bodyPr/>
                    <a:lstStyle/>
                    <a:p>
                      <a:pPr lvl="0" algn="l" rtl="0">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rtl="0">
                        <a:buNone/>
                      </a:pPr>
                      <a:r>
                        <a:rPr lang="ru-RU" sz="1000">
                          <a:solidFill>
                            <a:srgbClr val="F53C14"/>
                          </a:solidFill>
                        </a:rPr>
                        <a:t>–3,2%</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noFill/>
                  </a:tcPr>
                </a:tc>
                <a:tc>
                  <a:txBody>
                    <a:bodyPr/>
                    <a:lstStyle/>
                    <a:p>
                      <a:pPr marL="0" lvl="0" algn="r" defTabSz="914400" rtl="0" eaLnBrk="1" latinLnBrk="0" hangingPunct="1">
                        <a:buNone/>
                      </a:pPr>
                      <a:r>
                        <a:rPr lang="en-US" sz="1000" kern="1200">
                          <a:solidFill>
                            <a:srgbClr val="10C44C"/>
                          </a:solidFill>
                          <a:latin typeface="+mn-lt"/>
                          <a:ea typeface="+mn-ea"/>
                          <a:cs typeface="+mn-cs"/>
                        </a:rPr>
                        <a:t>2%</a:t>
                      </a:r>
                      <a:endParaRPr lang="ru-RU" sz="1000" kern="1200">
                        <a:solidFill>
                          <a:srgbClr val="10C44C"/>
                        </a:solidFill>
                        <a:latin typeface="+mn-lt"/>
                        <a:ea typeface="+mn-ea"/>
                        <a:cs typeface="+mn-cs"/>
                      </a:endParaRPr>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r>
                        <a:rPr lang="en-US" sz="1000"/>
                        <a:t>89%</a:t>
                      </a:r>
                      <a:endParaRPr lang="ru-RU" sz="1000"/>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marL="0" lvl="0" algn="r" defTabSz="914400" rtl="0" eaLnBrk="1" latinLnBrk="0" hangingPunct="1">
                        <a:buNone/>
                      </a:pPr>
                      <a:r>
                        <a:rPr lang="en-US" sz="1000" kern="1200">
                          <a:solidFill>
                            <a:srgbClr val="F53C14"/>
                          </a:solidFill>
                          <a:latin typeface="+mn-lt"/>
                          <a:ea typeface="+mn-ea"/>
                          <a:cs typeface="+mn-cs"/>
                        </a:rPr>
                        <a:t>–1%</a:t>
                      </a:r>
                      <a:endParaRPr lang="ru-RU" sz="1000" kern="1200">
                        <a:solidFill>
                          <a:srgbClr val="F53C14"/>
                        </a:solidFill>
                        <a:latin typeface="+mn-lt"/>
                        <a:ea typeface="+mn-ea"/>
                        <a:cs typeface="+mn-cs"/>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lvl="0" algn="r">
                        <a:buNone/>
                      </a:pPr>
                      <a:r>
                        <a:rPr lang="ru-RU" sz="1000"/>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647703986"/>
                  </a:ext>
                </a:extLst>
              </a:tr>
              <a:tr h="361848">
                <a:tc>
                  <a:txBody>
                    <a:bodyPr/>
                    <a:lstStyle/>
                    <a:p>
                      <a:pPr lvl="0" algn="l">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solidFill>
                            <a:srgbClr val="10C44C"/>
                          </a:solidFill>
                        </a:rPr>
                        <a:t>97,1%</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rtl="0">
                        <a:buNone/>
                      </a:pPr>
                      <a:r>
                        <a:rPr lang="ru-RU" sz="1000"/>
                        <a:t>n/a</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solidFill>
                      <a:schemeClr val="lt1"/>
                    </a:solidFill>
                  </a:tcPr>
                </a:tc>
                <a:tc>
                  <a:txBody>
                    <a:bodyPr/>
                    <a:lstStyle/>
                    <a:p>
                      <a:pPr lvl="0" algn="r" rtl="0">
                        <a:buNone/>
                      </a:pPr>
                      <a:r>
                        <a:rPr lang="en-US" sz="1000"/>
                        <a:t>n/a</a:t>
                      </a:r>
                      <a:endParaRPr lang="ru-RU" sz="1000"/>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90%</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marL="0" lvl="0" algn="r" defTabSz="914400" rtl="0" eaLnBrk="1" latinLnBrk="0" hangingPunct="1">
                        <a:buNone/>
                      </a:pPr>
                      <a:r>
                        <a:rPr lang="ru-RU" sz="1000" kern="1200">
                          <a:solidFill>
                            <a:srgbClr val="F53C14"/>
                          </a:solidFill>
                          <a:latin typeface="+mn-lt"/>
                          <a:ea typeface="+mn-ea"/>
                          <a:cs typeface="+mn-cs"/>
                        </a:rPr>
                        <a:t>–2%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384059117"/>
                  </a:ext>
                </a:extLst>
              </a:tr>
              <a:tr h="361848">
                <a:tc>
                  <a:txBody>
                    <a:bodyPr/>
                    <a:lstStyle/>
                    <a:p>
                      <a:pPr lvl="0" algn="l">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96,1%</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rtl="0">
                        <a:buNone/>
                      </a:pPr>
                      <a:r>
                        <a:rPr lang="ru-RU" sz="1000">
                          <a:solidFill>
                            <a:srgbClr val="F53C14"/>
                          </a:solidFill>
                        </a:rPr>
                        <a:t>–2,8%</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solidFill>
                      <a:schemeClr val="lt1"/>
                    </a:solidFill>
                  </a:tcPr>
                </a:tc>
                <a:tc>
                  <a:txBody>
                    <a:bodyPr/>
                    <a:lstStyle/>
                    <a:p>
                      <a:pPr marL="0" lvl="0" algn="r" defTabSz="914400" rtl="0" eaLnBrk="1" latinLnBrk="0" hangingPunct="1">
                        <a:buNone/>
                      </a:pPr>
                      <a:r>
                        <a:rPr lang="en-US" sz="1000" kern="1200">
                          <a:solidFill>
                            <a:srgbClr val="F53C14"/>
                          </a:solidFill>
                          <a:latin typeface="+mn-lt"/>
                          <a:ea typeface="+mn-ea"/>
                          <a:cs typeface="+mn-cs"/>
                        </a:rPr>
                        <a:t>3%</a:t>
                      </a:r>
                      <a:endParaRPr lang="ru-RU" sz="1000" kern="1200">
                        <a:solidFill>
                          <a:srgbClr val="F53C14"/>
                        </a:solidFill>
                        <a:latin typeface="+mn-lt"/>
                        <a:ea typeface="+mn-ea"/>
                        <a:cs typeface="+mn-cs"/>
                      </a:endParaRPr>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93,4%</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rtl="0">
                        <a:buNone/>
                      </a:pPr>
                      <a:r>
                        <a:rPr lang="ru-RU" sz="1000">
                          <a:solidFill>
                            <a:srgbClr val="F53C14"/>
                          </a:solidFill>
                        </a:rPr>
                        <a:t>–3,2%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2789280255"/>
                  </a:ext>
                </a:extLst>
              </a:tr>
              <a:tr h="361848">
                <a:tc>
                  <a:txBody>
                    <a:bodyPr/>
                    <a:lstStyle/>
                    <a:p>
                      <a:pPr lvl="0" algn="l" rtl="0">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rtl="0">
                        <a:buNone/>
                      </a:pPr>
                      <a:r>
                        <a:rPr lang="ru-RU" sz="1000">
                          <a:solidFill>
                            <a:srgbClr val="F53C14"/>
                          </a:solidFill>
                        </a:rPr>
                        <a:t>–3,2%</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solidFill>
                      <a:schemeClr val="lt1"/>
                    </a:solidFill>
                  </a:tcPr>
                </a:tc>
                <a:tc>
                  <a:txBody>
                    <a:bodyPr/>
                    <a:lstStyle/>
                    <a:p>
                      <a:pPr marL="0" lvl="0" algn="r" defTabSz="914400" rtl="0" eaLnBrk="1" latinLnBrk="0" hangingPunct="1">
                        <a:buNone/>
                      </a:pPr>
                      <a:r>
                        <a:rPr lang="en-US" sz="1000" kern="1200">
                          <a:solidFill>
                            <a:srgbClr val="F53C14"/>
                          </a:solidFill>
                          <a:latin typeface="+mn-lt"/>
                          <a:ea typeface="+mn-ea"/>
                          <a:cs typeface="+mn-cs"/>
                        </a:rPr>
                        <a:t>2%</a:t>
                      </a:r>
                      <a:endParaRPr lang="ru-RU" sz="1000" kern="1200">
                        <a:solidFill>
                          <a:srgbClr val="F53C14"/>
                        </a:solidFill>
                        <a:latin typeface="+mn-lt"/>
                        <a:ea typeface="+mn-ea"/>
                        <a:cs typeface="+mn-cs"/>
                      </a:endParaRPr>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solidFill>
                      <a:schemeClr val="lt1"/>
                    </a:solidFill>
                  </a:tcPr>
                </a:tc>
                <a:tc>
                  <a:txBody>
                    <a:bodyPr/>
                    <a:lstStyle/>
                    <a:p>
                      <a:pPr lvl="0" algn="r">
                        <a:buNone/>
                      </a:pPr>
                      <a:r>
                        <a:rPr lang="ru-RU" sz="1000"/>
                        <a:t>79,6%</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rtl="0">
                        <a:buNone/>
                      </a:pPr>
                      <a:r>
                        <a:rPr lang="ru-RU" sz="1000"/>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tc>
                  <a:txBody>
                    <a:bodyPr/>
                    <a:lstStyle/>
                    <a:p>
                      <a:pPr lvl="0" algn="r">
                        <a:buNone/>
                      </a:pPr>
                      <a:r>
                        <a:rPr lang="en-US" sz="1000"/>
                        <a:t>90%</a:t>
                      </a:r>
                      <a:endParaRPr lang="ru-RU" sz="1000"/>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lt1"/>
                    </a:solidFill>
                  </a:tcPr>
                </a:tc>
                <a:extLst>
                  <a:ext uri="{0D108BD9-81ED-4DB2-BD59-A6C34878D82A}">
                    <a16:rowId xmlns:a16="http://schemas.microsoft.com/office/drawing/2014/main" val="1903910404"/>
                  </a:ext>
                </a:extLst>
              </a:tr>
              <a:tr h="361848">
                <a:tc>
                  <a:txBody>
                    <a:bodyPr/>
                    <a:lstStyle/>
                    <a:p>
                      <a:pPr lvl="0" algn="l">
                        <a:buNone/>
                      </a:pPr>
                      <a:r>
                        <a:rPr lang="ru-RU" sz="1000"/>
                        <a:t>Название параметра</a:t>
                      </a:r>
                    </a:p>
                  </a:txBody>
                  <a:tcPr marL="90000" marR="90000" marT="46800" marB="46800">
                    <a:lnR w="6350" cap="flat" cmpd="sng" algn="ctr">
                      <a:solidFill>
                        <a:schemeClr val="accent6"/>
                      </a:solidFill>
                      <a:prstDash val="solid"/>
                      <a:round/>
                      <a:headEnd type="none" w="med" len="med"/>
                      <a:tailEnd type="none" w="med" len="med"/>
                    </a:lnR>
                  </a:tcPr>
                </a:tc>
                <a:tc>
                  <a:txBody>
                    <a:bodyPr/>
                    <a:lstStyle/>
                    <a:p>
                      <a:pPr lvl="0" algn="r">
                        <a:buNone/>
                      </a:pPr>
                      <a:r>
                        <a:rPr lang="ru-RU" sz="1000">
                          <a:solidFill>
                            <a:schemeClr val="tx1"/>
                          </a:solidFill>
                        </a:rPr>
                        <a:t>97,1%</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000">
                          <a:solidFill>
                            <a:schemeClr val="tx1"/>
                          </a:solidFill>
                        </a:rPr>
                        <a:t>n/a</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rtl="0">
                        <a:buNone/>
                      </a:pPr>
                      <a:r>
                        <a:rPr lang="ru-RU" sz="1000">
                          <a:solidFill>
                            <a:schemeClr val="tx1"/>
                          </a:solidFill>
                        </a:rPr>
                        <a:t>n/a</a:t>
                      </a:r>
                    </a:p>
                  </a:txBody>
                  <a:tcPr marL="90000" marR="90000" marT="46800" marB="46800">
                    <a:lnL w="12700" cap="flat" cmpd="sng" algn="ctr">
                      <a:noFill/>
                      <a:prstDash val="solid"/>
                      <a:round/>
                      <a:headEnd type="none" w="med" len="med"/>
                      <a:tailEnd type="none" w="med" len="med"/>
                    </a:lnL>
                    <a:lnR w="6350" cap="flat" cmpd="sng" algn="ctr">
                      <a:noFill/>
                      <a:prstDash val="solid"/>
                      <a:round/>
                      <a:headEnd type="none" w="med" len="med"/>
                      <a:tailEnd type="none" w="med" len="med"/>
                    </a:lnR>
                  </a:tcPr>
                </a:tc>
                <a:tc>
                  <a:txBody>
                    <a:bodyPr/>
                    <a:lstStyle/>
                    <a:p>
                      <a:pPr lvl="0" algn="r" rtl="0">
                        <a:buNone/>
                      </a:pPr>
                      <a:r>
                        <a:rPr lang="en-US" sz="1000">
                          <a:solidFill>
                            <a:schemeClr val="tx1"/>
                          </a:solidFill>
                        </a:rPr>
                        <a:t>n/a</a:t>
                      </a:r>
                      <a:endParaRPr lang="ru-RU" sz="1000">
                        <a:solidFill>
                          <a:schemeClr val="tx1"/>
                        </a:solidFill>
                      </a:endParaRPr>
                    </a:p>
                  </a:txBody>
                  <a:tcPr marL="90000" marR="90000" marT="46800" marB="46800">
                    <a:lnL w="6350" cap="flat" cmpd="sng" algn="ctr">
                      <a:noFill/>
                      <a:prstDash val="solid"/>
                      <a:round/>
                      <a:headEnd type="none" w="med" len="med"/>
                      <a:tailEnd type="none" w="med" len="med"/>
                    </a:lnL>
                    <a:lnR w="6350" cap="flat" cmpd="sng" algn="ctr">
                      <a:solidFill>
                        <a:schemeClr val="accent6"/>
                      </a:solidFill>
                      <a:prstDash val="solid"/>
                      <a:round/>
                      <a:headEnd type="none" w="med" len="med"/>
                      <a:tailEnd type="none" w="med" len="med"/>
                    </a:lnR>
                  </a:tcPr>
                </a:tc>
                <a:tc>
                  <a:txBody>
                    <a:bodyPr/>
                    <a:lstStyle/>
                    <a:p>
                      <a:pPr lvl="0" algn="r">
                        <a:buNone/>
                      </a:pPr>
                      <a:r>
                        <a:rPr lang="ru-RU" sz="1000">
                          <a:solidFill>
                            <a:schemeClr val="tx1"/>
                          </a:solidFill>
                        </a:rPr>
                        <a:t>97,1%</a:t>
                      </a: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000">
                          <a:solidFill>
                            <a:schemeClr val="tx1"/>
                          </a:solidFill>
                        </a:rPr>
                        <a:t>82,2%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lvl="0" algn="r" defTabSz="914400" rtl="0" eaLnBrk="1" latinLnBrk="0" hangingPunct="1">
                        <a:buNone/>
                      </a:pPr>
                      <a:r>
                        <a:rPr lang="en-US" sz="1000" kern="1200">
                          <a:solidFill>
                            <a:schemeClr val="tx1"/>
                          </a:solidFill>
                          <a:latin typeface="+mn-lt"/>
                          <a:ea typeface="+mn-ea"/>
                          <a:cs typeface="+mn-cs"/>
                        </a:rPr>
                        <a:t>-1%</a:t>
                      </a:r>
                      <a:endParaRPr lang="ru-RU" sz="1000" kern="1200">
                        <a:solidFill>
                          <a:schemeClr val="tx1"/>
                        </a:solidFill>
                        <a:latin typeface="+mn-lt"/>
                        <a:ea typeface="+mn-ea"/>
                        <a:cs typeface="+mn-cs"/>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r">
                        <a:buNone/>
                      </a:pPr>
                      <a:r>
                        <a:rPr lang="ru-RU" sz="1000">
                          <a:solidFill>
                            <a:schemeClr val="tx1"/>
                          </a:solidFill>
                        </a:rPr>
                        <a:t>92%</a:t>
                      </a: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9283984"/>
                  </a:ext>
                </a:extLst>
              </a:tr>
            </a:tbl>
          </a:graphicData>
        </a:graphic>
      </p:graphicFrame>
      <p:sp>
        <p:nvSpPr>
          <p:cNvPr id="3" name="Нижний колонтитул 2">
            <a:extLst>
              <a:ext uri="{FF2B5EF4-FFF2-40B4-BE49-F238E27FC236}">
                <a16:creationId xmlns:a16="http://schemas.microsoft.com/office/drawing/2014/main" id="{F5FFF79E-B5B5-254B-2B56-B5AF694E26E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5B449FF-EE66-86AA-8947-69512867A67D}"/>
              </a:ext>
            </a:extLst>
          </p:cNvPr>
          <p:cNvSpPr>
            <a:spLocks noGrp="1"/>
          </p:cNvSpPr>
          <p:nvPr>
            <p:ph type="sldNum" sz="quarter" idx="12"/>
          </p:nvPr>
        </p:nvSpPr>
        <p:spPr/>
        <p:txBody>
          <a:bodyPr/>
          <a:lstStyle/>
          <a:p>
            <a:fld id="{EB5249F5-0093-48B0-B996-C4E44A87EAFB}" type="slidenum">
              <a:rPr lang="ru-RU" smtClean="0"/>
              <a:pPr/>
              <a:t>51</a:t>
            </a:fld>
            <a:endParaRPr lang="ru-RU"/>
          </a:p>
        </p:txBody>
      </p:sp>
    </p:spTree>
    <p:extLst>
      <p:ext uri="{BB962C8B-B14F-4D97-AF65-F5344CB8AC3E}">
        <p14:creationId xmlns:p14="http://schemas.microsoft.com/office/powerpoint/2010/main" val="42513638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C2243387-8B14-1BC7-0B81-2C6F772A91A9}"/>
              </a:ext>
            </a:extLst>
          </p:cNvPr>
          <p:cNvSpPr>
            <a:spLocks noGrp="1"/>
          </p:cNvSpPr>
          <p:nvPr>
            <p:ph type="sldNum" sz="quarter" idx="12"/>
          </p:nvPr>
        </p:nvSpPr>
        <p:spPr/>
        <p:txBody>
          <a:bodyPr/>
          <a:lstStyle/>
          <a:p>
            <a:fld id="{EB5249F5-0093-48B0-B996-C4E44A87EAFB}" type="slidenum">
              <a:rPr lang="ru-RU" smtClean="0"/>
              <a:pPr/>
              <a:t>52</a:t>
            </a:fld>
            <a:endParaRPr lang="ru-RU"/>
          </a:p>
        </p:txBody>
      </p:sp>
      <p:sp>
        <p:nvSpPr>
          <p:cNvPr id="4" name="Заголовок 3">
            <a:extLst>
              <a:ext uri="{FF2B5EF4-FFF2-40B4-BE49-F238E27FC236}">
                <a16:creationId xmlns:a16="http://schemas.microsoft.com/office/drawing/2014/main" id="{3E790D53-E684-0DE7-EF0E-269865A9A08C}"/>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2" name="Диаграмма 1">
            <a:extLst>
              <a:ext uri="{FF2B5EF4-FFF2-40B4-BE49-F238E27FC236}">
                <a16:creationId xmlns:a16="http://schemas.microsoft.com/office/drawing/2014/main" id="{E2B27DB5-0F63-9814-AE18-BFF8010FB666}"/>
              </a:ext>
            </a:extLst>
          </p:cNvPr>
          <p:cNvGraphicFramePr/>
          <p:nvPr/>
        </p:nvGraphicFramePr>
        <p:xfrm>
          <a:off x="639765" y="2709333"/>
          <a:ext cx="5456236" cy="3621087"/>
        </p:xfrm>
        <a:graphic>
          <a:graphicData uri="http://schemas.openxmlformats.org/drawingml/2006/chart">
            <c:chart xmlns:c="http://schemas.openxmlformats.org/drawingml/2006/chart" xmlns:r="http://schemas.openxmlformats.org/officeDocument/2006/relationships" r:id="rId2"/>
          </a:graphicData>
        </a:graphic>
      </p:graphicFrame>
      <p:sp>
        <p:nvSpPr>
          <p:cNvPr id="10" name="Объект 1">
            <a:extLst>
              <a:ext uri="{FF2B5EF4-FFF2-40B4-BE49-F238E27FC236}">
                <a16:creationId xmlns:a16="http://schemas.microsoft.com/office/drawing/2014/main" id="{0B566EEB-BF22-8D2D-BBA8-5A37303F0011}"/>
              </a:ext>
            </a:extLst>
          </p:cNvPr>
          <p:cNvSpPr txBox="1">
            <a:spLocks/>
          </p:cNvSpPr>
          <p:nvPr/>
        </p:nvSpPr>
        <p:spPr>
          <a:xfrm>
            <a:off x="636135" y="1516106"/>
            <a:ext cx="2358900" cy="18433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b="1"/>
              <a:t>Краткий подзаголовок.</a:t>
            </a:r>
          </a:p>
        </p:txBody>
      </p:sp>
      <p:sp>
        <p:nvSpPr>
          <p:cNvPr id="11" name="Объект 1">
            <a:extLst>
              <a:ext uri="{FF2B5EF4-FFF2-40B4-BE49-F238E27FC236}">
                <a16:creationId xmlns:a16="http://schemas.microsoft.com/office/drawing/2014/main" id="{67821CA6-DD1D-A5D6-8E7D-D78331E30906}"/>
              </a:ext>
            </a:extLst>
          </p:cNvPr>
          <p:cNvSpPr txBox="1">
            <a:spLocks/>
          </p:cNvSpPr>
          <p:nvPr/>
        </p:nvSpPr>
        <p:spPr>
          <a:xfrm>
            <a:off x="636135" y="1763189"/>
            <a:ext cx="5459865" cy="51827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 Добавь </a:t>
            </a:r>
            <a:r>
              <a:rPr lang="ru-RU" sz="1200" err="1"/>
              <a:t>еще</a:t>
            </a:r>
            <a:r>
              <a:rPr lang="ru-RU" sz="1200"/>
              <a:t> текста. Здесь может быть твой текст. Добавь </a:t>
            </a:r>
            <a:r>
              <a:rPr lang="ru-RU" sz="1200" err="1"/>
              <a:t>еще</a:t>
            </a:r>
            <a:r>
              <a:rPr lang="ru-RU" sz="1200"/>
              <a:t> текста. Можно </a:t>
            </a:r>
            <a:r>
              <a:rPr lang="ru-RU" sz="1200" err="1"/>
              <a:t>еще</a:t>
            </a:r>
            <a:r>
              <a:rPr lang="ru-RU" sz="1200"/>
              <a:t> немного. Здесь может быть твой текст. Добавь </a:t>
            </a:r>
            <a:r>
              <a:rPr lang="ru-RU" sz="1200" err="1"/>
              <a:t>еще</a:t>
            </a:r>
            <a:r>
              <a:rPr lang="ru-RU" sz="1200"/>
              <a:t> текста. Здесь может быть твой текст. Добавь </a:t>
            </a:r>
            <a:r>
              <a:rPr lang="ru-RU" sz="1200" err="1"/>
              <a:t>еще</a:t>
            </a:r>
            <a:r>
              <a:rPr lang="ru-RU" sz="1200"/>
              <a:t> текста. </a:t>
            </a:r>
          </a:p>
        </p:txBody>
      </p:sp>
      <p:graphicFrame>
        <p:nvGraphicFramePr>
          <p:cNvPr id="18" name="Таблица 17">
            <a:extLst>
              <a:ext uri="{FF2B5EF4-FFF2-40B4-BE49-F238E27FC236}">
                <a16:creationId xmlns:a16="http://schemas.microsoft.com/office/drawing/2014/main" id="{8893E63F-35A8-BD62-7197-4FC84AE7DA51}"/>
              </a:ext>
            </a:extLst>
          </p:cNvPr>
          <p:cNvGraphicFramePr>
            <a:graphicFrameLocks noGrp="1"/>
          </p:cNvGraphicFramePr>
          <p:nvPr/>
        </p:nvGraphicFramePr>
        <p:xfrm>
          <a:off x="6604000" y="1516106"/>
          <a:ext cx="4938775" cy="2488320"/>
        </p:xfrm>
        <a:graphic>
          <a:graphicData uri="http://schemas.openxmlformats.org/drawingml/2006/table">
            <a:tbl>
              <a:tblPr firstRow="1" bandRow="1">
                <a:tableStyleId>{914A2982-056F-4F8E-A7C0-7B2B0B0CB698}</a:tableStyleId>
              </a:tblPr>
              <a:tblGrid>
                <a:gridCol w="434517">
                  <a:extLst>
                    <a:ext uri="{9D8B030D-6E8A-4147-A177-3AD203B41FA5}">
                      <a16:colId xmlns:a16="http://schemas.microsoft.com/office/drawing/2014/main" val="4240798419"/>
                    </a:ext>
                  </a:extLst>
                </a:gridCol>
                <a:gridCol w="2724608">
                  <a:extLst>
                    <a:ext uri="{9D8B030D-6E8A-4147-A177-3AD203B41FA5}">
                      <a16:colId xmlns:a16="http://schemas.microsoft.com/office/drawing/2014/main" val="594922317"/>
                    </a:ext>
                  </a:extLst>
                </a:gridCol>
                <a:gridCol w="666750">
                  <a:extLst>
                    <a:ext uri="{9D8B030D-6E8A-4147-A177-3AD203B41FA5}">
                      <a16:colId xmlns:a16="http://schemas.microsoft.com/office/drawing/2014/main" val="1688358805"/>
                    </a:ext>
                  </a:extLst>
                </a:gridCol>
                <a:gridCol w="666750">
                  <a:extLst>
                    <a:ext uri="{9D8B030D-6E8A-4147-A177-3AD203B41FA5}">
                      <a16:colId xmlns:a16="http://schemas.microsoft.com/office/drawing/2014/main" val="1722416672"/>
                    </a:ext>
                  </a:extLst>
                </a:gridCol>
                <a:gridCol w="446150">
                  <a:extLst>
                    <a:ext uri="{9D8B030D-6E8A-4147-A177-3AD203B41FA5}">
                      <a16:colId xmlns:a16="http://schemas.microsoft.com/office/drawing/2014/main" val="1005020494"/>
                    </a:ext>
                  </a:extLst>
                </a:gridCol>
              </a:tblGrid>
              <a:tr h="0">
                <a:tc>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t>№</a:t>
                      </a:r>
                    </a:p>
                  </a:txBody>
                  <a:tcPr marL="90000" marR="90000" marT="46800" marB="46800" anchor="ctr"/>
                </a:tc>
                <a:tc>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t>Укажи здесь название</a:t>
                      </a:r>
                    </a:p>
                  </a:txBody>
                  <a:tcPr marL="90000" marR="90000" marT="46800" marB="46800" anchor="ctr"/>
                </a:tc>
                <a:tc>
                  <a:txBody>
                    <a:bodyPr/>
                    <a:lstStyle/>
                    <a:p>
                      <a:pPr marL="0" marR="0" lvl="0" indent="0" algn="r" defTabSz="1300277" rtl="0" eaLnBrk="1" latinLnBrk="0" hangingPunct="1">
                        <a:lnSpc>
                          <a:spcPct val="100000"/>
                        </a:lnSpc>
                        <a:spcBef>
                          <a:spcPts val="0"/>
                        </a:spcBef>
                        <a:spcAft>
                          <a:spcPts val="0"/>
                        </a:spcAft>
                        <a:buClrTx/>
                        <a:buSzTx/>
                        <a:buFontTx/>
                        <a:buNone/>
                      </a:pPr>
                      <a:r>
                        <a:rPr lang="ru-RU" sz="1000" b="1"/>
                        <a:t>2021</a:t>
                      </a:r>
                    </a:p>
                  </a:txBody>
                  <a:tcPr marL="90000" marR="90000" marT="46800" marB="46800" anchor="ctr"/>
                </a:tc>
                <a:tc>
                  <a:txBody>
                    <a:bodyPr/>
                    <a:lstStyle/>
                    <a:p>
                      <a:pPr marL="0" marR="0" lvl="0" indent="0" algn="r" defTabSz="1300277" rtl="0" eaLnBrk="1" latinLnBrk="0" hangingPunct="1">
                        <a:lnSpc>
                          <a:spcPct val="100000"/>
                        </a:lnSpc>
                        <a:spcBef>
                          <a:spcPts val="0"/>
                        </a:spcBef>
                        <a:spcAft>
                          <a:spcPts val="0"/>
                        </a:spcAft>
                        <a:buClrTx/>
                        <a:buSzTx/>
                        <a:buFontTx/>
                        <a:buNone/>
                      </a:pPr>
                      <a:r>
                        <a:rPr lang="ru-RU" sz="1000" b="1"/>
                        <a:t>2022</a:t>
                      </a:r>
                    </a:p>
                  </a:txBody>
                  <a:tcPr marL="90000" marR="90000" marT="46800" marB="46800" anchor="ctr"/>
                </a:tc>
                <a:tc>
                  <a:txBody>
                    <a:bodyPr/>
                    <a:lstStyle/>
                    <a:p>
                      <a:pPr marL="0" marR="0" lvl="0" indent="0" algn="l" defTabSz="1300277" rtl="0" eaLnBrk="1" latinLnBrk="0" hangingPunct="1">
                        <a:lnSpc>
                          <a:spcPct val="100000"/>
                        </a:lnSpc>
                        <a:spcBef>
                          <a:spcPts val="0"/>
                        </a:spcBef>
                        <a:spcAft>
                          <a:spcPts val="0"/>
                        </a:spcAft>
                        <a:buClrTx/>
                        <a:buSzTx/>
                        <a:buFontTx/>
                        <a:buNone/>
                      </a:pPr>
                      <a:endParaRPr lang="ru-RU" sz="1200" b="1"/>
                    </a:p>
                  </a:txBody>
                  <a:tcPr marL="90000" marR="90000" marT="46800" marB="46800" anchor="ctr"/>
                </a:tc>
                <a:extLst>
                  <a:ext uri="{0D108BD9-81ED-4DB2-BD59-A6C34878D82A}">
                    <a16:rowId xmlns:a16="http://schemas.microsoft.com/office/drawing/2014/main" val="291114433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1</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№1</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43%</a:t>
                      </a:r>
                    </a:p>
                  </a:txBody>
                  <a:tcPr marL="90000" marR="90000" marT="46800" marB="46800"/>
                </a:tc>
                <a:tc>
                  <a:txBody>
                    <a:bodyPr/>
                    <a:lstStyle/>
                    <a:p>
                      <a:pPr algn="r"/>
                      <a:r>
                        <a:rPr lang="ru-RU" sz="1000"/>
                        <a:t>48%</a:t>
                      </a:r>
                    </a:p>
                  </a:txBody>
                  <a:tcPr marL="90000" marR="90000" marT="46800" marB="46800"/>
                </a:tc>
                <a:tc>
                  <a:txBody>
                    <a:bodyPr/>
                    <a:lstStyle/>
                    <a:p>
                      <a:endParaRPr lang="ru-RU"/>
                    </a:p>
                  </a:txBody>
                  <a:tcPr marL="90000" marR="90000" marT="46800" marB="46800"/>
                </a:tc>
                <a:extLst>
                  <a:ext uri="{0D108BD9-81ED-4DB2-BD59-A6C34878D82A}">
                    <a16:rowId xmlns:a16="http://schemas.microsoft.com/office/drawing/2014/main" val="194420975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2</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№2</a:t>
                      </a:r>
                      <a:endParaRPr kumimoji="0" lang="ru-RU" sz="1000" b="0" i="0" u="none" strike="noStrike" kern="1200" cap="none" spc="0" normalizeH="0" baseline="0" noProof="0">
                        <a:ln>
                          <a:noFill/>
                        </a:ln>
                        <a:solidFill>
                          <a:srgbClr val="0E1114"/>
                        </a:solidFill>
                        <a:effectLst/>
                        <a:uLnTx/>
                        <a:uFillTx/>
                        <a:latin typeface="+mn-lt"/>
                        <a:ea typeface="+mn-ea"/>
                        <a:cs typeface="+mn-cs"/>
                      </a:endParaRPr>
                    </a:p>
                  </a:txBody>
                  <a:tcPr marL="90000" marR="90000" marT="46800" marB="46800"/>
                </a:tc>
                <a:tc>
                  <a:txBody>
                    <a:bodyPr/>
                    <a:lstStyle/>
                    <a:p>
                      <a:pPr algn="r"/>
                      <a:r>
                        <a:rPr lang="ru-RU" sz="1000"/>
                        <a:t>14%</a:t>
                      </a:r>
                    </a:p>
                  </a:txBody>
                  <a:tcPr marL="90000" marR="90000" marT="46800" marB="46800"/>
                </a:tc>
                <a:tc>
                  <a:txBody>
                    <a:bodyPr/>
                    <a:lstStyle/>
                    <a:p>
                      <a:pPr algn="r"/>
                      <a:r>
                        <a:rPr lang="ru-RU" sz="1000"/>
                        <a:t>16%</a:t>
                      </a:r>
                    </a:p>
                  </a:txBody>
                  <a:tcPr marL="90000" marR="90000" marT="46800" marB="46800"/>
                </a:tc>
                <a:tc>
                  <a:txBody>
                    <a:bodyPr/>
                    <a:lstStyle/>
                    <a:p>
                      <a:endParaRPr lang="ru-RU"/>
                    </a:p>
                  </a:txBody>
                  <a:tcPr marL="90000" marR="90000" marT="46800" marB="46800"/>
                </a:tc>
                <a:extLst>
                  <a:ext uri="{0D108BD9-81ED-4DB2-BD59-A6C34878D82A}">
                    <a16:rowId xmlns:a16="http://schemas.microsoft.com/office/drawing/2014/main" val="98009063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3</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№3</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9%</a:t>
                      </a:r>
                    </a:p>
                  </a:txBody>
                  <a:tcPr marL="90000" marR="90000" marT="46800" marB="46800"/>
                </a:tc>
                <a:tc>
                  <a:txBody>
                    <a:bodyPr/>
                    <a:lstStyle/>
                    <a:p>
                      <a:pPr algn="r"/>
                      <a:r>
                        <a:rPr lang="ru-RU" sz="1000"/>
                        <a:t>11%</a:t>
                      </a:r>
                    </a:p>
                  </a:txBody>
                  <a:tcPr marL="90000" marR="90000" marT="46800" marB="46800"/>
                </a:tc>
                <a:tc>
                  <a:txBody>
                    <a:bodyPr/>
                    <a:lstStyle/>
                    <a:p>
                      <a:endParaRPr lang="ru-RU"/>
                    </a:p>
                  </a:txBody>
                  <a:tcPr marL="90000" marR="90000" marT="46800" marB="46800"/>
                </a:tc>
                <a:extLst>
                  <a:ext uri="{0D108BD9-81ED-4DB2-BD59-A6C34878D82A}">
                    <a16:rowId xmlns:a16="http://schemas.microsoft.com/office/drawing/2014/main" val="381884690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4</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№4</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23%</a:t>
                      </a:r>
                    </a:p>
                  </a:txBody>
                  <a:tcPr marL="90000" marR="90000" marT="46800" marB="46800"/>
                </a:tc>
                <a:tc>
                  <a:txBody>
                    <a:bodyPr/>
                    <a:lstStyle/>
                    <a:p>
                      <a:pPr algn="r"/>
                      <a:r>
                        <a:rPr lang="ru-RU" sz="1000"/>
                        <a:t>21%</a:t>
                      </a:r>
                    </a:p>
                  </a:txBody>
                  <a:tcPr marL="90000" marR="90000" marT="46800" marB="46800"/>
                </a:tc>
                <a:tc>
                  <a:txBody>
                    <a:bodyPr/>
                    <a:lstStyle/>
                    <a:p>
                      <a:endParaRPr lang="ru-RU"/>
                    </a:p>
                  </a:txBody>
                  <a:tcPr marL="90000" marR="90000" marT="46800" marB="46800"/>
                </a:tc>
                <a:extLst>
                  <a:ext uri="{0D108BD9-81ED-4DB2-BD59-A6C34878D82A}">
                    <a16:rowId xmlns:a16="http://schemas.microsoft.com/office/drawing/2014/main" val="307993171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5</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№5</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45%</a:t>
                      </a:r>
                    </a:p>
                  </a:txBody>
                  <a:tcPr marL="90000" marR="90000" marT="46800" marB="46800"/>
                </a:tc>
                <a:tc>
                  <a:txBody>
                    <a:bodyPr/>
                    <a:lstStyle/>
                    <a:p>
                      <a:pPr algn="r"/>
                      <a:r>
                        <a:rPr lang="ru-RU" sz="1000"/>
                        <a:t>37%</a:t>
                      </a:r>
                    </a:p>
                  </a:txBody>
                  <a:tcPr marL="90000" marR="90000" marT="46800" marB="46800"/>
                </a:tc>
                <a:tc>
                  <a:txBody>
                    <a:bodyPr/>
                    <a:lstStyle/>
                    <a:p>
                      <a:endParaRPr lang="ru-RU"/>
                    </a:p>
                  </a:txBody>
                  <a:tcPr marL="90000" marR="90000" marT="46800" marB="46800"/>
                </a:tc>
                <a:extLst>
                  <a:ext uri="{0D108BD9-81ED-4DB2-BD59-A6C34878D82A}">
                    <a16:rowId xmlns:a16="http://schemas.microsoft.com/office/drawing/2014/main" val="65987937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6</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№6</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34%</a:t>
                      </a:r>
                    </a:p>
                  </a:txBody>
                  <a:tcPr marL="90000" marR="90000" marT="46800" marB="46800"/>
                </a:tc>
                <a:tc>
                  <a:txBody>
                    <a:bodyPr/>
                    <a:lstStyle/>
                    <a:p>
                      <a:pPr algn="r"/>
                      <a:r>
                        <a:rPr lang="ru-RU" sz="1000"/>
                        <a:t>34%</a:t>
                      </a:r>
                    </a:p>
                  </a:txBody>
                  <a:tcPr marL="90000" marR="90000" marT="46800" marB="46800"/>
                </a:tc>
                <a:tc>
                  <a:txBody>
                    <a:bodyPr/>
                    <a:lstStyle/>
                    <a:p>
                      <a:endParaRPr lang="ru-RU"/>
                    </a:p>
                  </a:txBody>
                  <a:tcPr marL="90000" marR="90000" marT="46800" marB="46800"/>
                </a:tc>
                <a:extLst>
                  <a:ext uri="{0D108BD9-81ED-4DB2-BD59-A6C34878D82A}">
                    <a16:rowId xmlns:a16="http://schemas.microsoft.com/office/drawing/2014/main" val="256657172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7</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№7</a:t>
                      </a:r>
                      <a:endParaRPr kumimoji="0" lang="ru-RU" sz="1000" b="0" i="0" u="none" strike="noStrike" kern="1200" cap="none" spc="0" normalizeH="0" baseline="0" noProof="0">
                        <a:ln>
                          <a:noFill/>
                        </a:ln>
                        <a:solidFill>
                          <a:srgbClr val="0E1114"/>
                        </a:solidFill>
                        <a:effectLst/>
                        <a:uLnTx/>
                        <a:uFillTx/>
                        <a:latin typeface="+mn-lt"/>
                        <a:ea typeface="+mn-ea"/>
                        <a:cs typeface="+mn-cs"/>
                      </a:endParaRPr>
                    </a:p>
                  </a:txBody>
                  <a:tcPr marL="90000" marR="90000" marT="46800" marB="46800"/>
                </a:tc>
                <a:tc>
                  <a:txBody>
                    <a:bodyPr/>
                    <a:lstStyle/>
                    <a:p>
                      <a:pPr algn="r"/>
                      <a:r>
                        <a:rPr lang="ru-RU" sz="1000"/>
                        <a:t>15%</a:t>
                      </a:r>
                    </a:p>
                  </a:txBody>
                  <a:tcPr marL="90000" marR="90000" marT="46800" marB="46800"/>
                </a:tc>
                <a:tc>
                  <a:txBody>
                    <a:bodyPr/>
                    <a:lstStyle/>
                    <a:p>
                      <a:pPr algn="r"/>
                      <a:r>
                        <a:rPr lang="ru-RU" sz="1000"/>
                        <a:t>15%</a:t>
                      </a:r>
                    </a:p>
                  </a:txBody>
                  <a:tcPr marL="90000" marR="90000" marT="46800" marB="46800"/>
                </a:tc>
                <a:tc>
                  <a:txBody>
                    <a:bodyPr/>
                    <a:lstStyle/>
                    <a:p>
                      <a:endParaRPr lang="ru-RU"/>
                    </a:p>
                  </a:txBody>
                  <a:tcPr marL="90000" marR="90000" marT="46800" marB="46800"/>
                </a:tc>
                <a:extLst>
                  <a:ext uri="{0D108BD9-81ED-4DB2-BD59-A6C34878D82A}">
                    <a16:rowId xmlns:a16="http://schemas.microsoft.com/office/drawing/2014/main" val="164169807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8</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№8</a:t>
                      </a:r>
                      <a:endParaRPr kumimoji="0" lang="ru-RU" sz="1000" b="0" i="0" u="none" strike="noStrike" kern="1200" cap="none" spc="0" normalizeH="0" baseline="0" noProof="0">
                        <a:ln>
                          <a:noFill/>
                        </a:ln>
                        <a:solidFill>
                          <a:srgbClr val="0E1114"/>
                        </a:solidFill>
                        <a:effectLst/>
                        <a:uLnTx/>
                        <a:uFillTx/>
                        <a:latin typeface="+mn-lt"/>
                        <a:ea typeface="+mn-ea"/>
                        <a:cs typeface="+mn-cs"/>
                      </a:endParaRPr>
                    </a:p>
                  </a:txBody>
                  <a:tcPr marL="90000" marR="90000" marT="46800" marB="46800"/>
                </a:tc>
                <a:tc>
                  <a:txBody>
                    <a:bodyPr/>
                    <a:lstStyle/>
                    <a:p>
                      <a:pPr algn="r"/>
                      <a:r>
                        <a:rPr lang="ru-RU" sz="1000"/>
                        <a:t>67%</a:t>
                      </a:r>
                    </a:p>
                  </a:txBody>
                  <a:tcPr marL="90000" marR="90000" marT="46800" marB="46800"/>
                </a:tc>
                <a:tc>
                  <a:txBody>
                    <a:bodyPr/>
                    <a:lstStyle/>
                    <a:p>
                      <a:pPr algn="r"/>
                      <a:r>
                        <a:rPr lang="ru-RU" sz="1000"/>
                        <a:t>71%</a:t>
                      </a:r>
                    </a:p>
                  </a:txBody>
                  <a:tcPr marL="90000" marR="90000" marT="46800" marB="46800"/>
                </a:tc>
                <a:tc>
                  <a:txBody>
                    <a:bodyPr/>
                    <a:lstStyle/>
                    <a:p>
                      <a:endParaRPr lang="ru-RU"/>
                    </a:p>
                  </a:txBody>
                  <a:tcPr marL="90000" marR="90000" marT="46800" marB="46800"/>
                </a:tc>
                <a:extLst>
                  <a:ext uri="{0D108BD9-81ED-4DB2-BD59-A6C34878D82A}">
                    <a16:rowId xmlns:a16="http://schemas.microsoft.com/office/drawing/2014/main" val="488063243"/>
                  </a:ext>
                </a:extLst>
              </a:tr>
            </a:tbl>
          </a:graphicData>
        </a:graphic>
      </p:graphicFrame>
      <p:sp>
        <p:nvSpPr>
          <p:cNvPr id="22" name="Рисунок 11">
            <a:extLst>
              <a:ext uri="{FF2B5EF4-FFF2-40B4-BE49-F238E27FC236}">
                <a16:creationId xmlns:a16="http://schemas.microsoft.com/office/drawing/2014/main" id="{32441A2E-8AC7-2CFE-6680-E4F655C84D09}"/>
              </a:ext>
            </a:extLst>
          </p:cNvPr>
          <p:cNvSpPr/>
          <p:nvPr/>
        </p:nvSpPr>
        <p:spPr>
          <a:xfrm rot="10800000">
            <a:off x="11247353" y="2968382"/>
            <a:ext cx="145126" cy="14514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sp>
        <p:nvSpPr>
          <p:cNvPr id="23" name="Рисунок 11">
            <a:extLst>
              <a:ext uri="{FF2B5EF4-FFF2-40B4-BE49-F238E27FC236}">
                <a16:creationId xmlns:a16="http://schemas.microsoft.com/office/drawing/2014/main" id="{BB756271-839C-13F6-2245-7D00C45C4568}"/>
              </a:ext>
            </a:extLst>
          </p:cNvPr>
          <p:cNvSpPr/>
          <p:nvPr/>
        </p:nvSpPr>
        <p:spPr>
          <a:xfrm>
            <a:off x="11247353" y="2411215"/>
            <a:ext cx="145128" cy="14514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pic>
        <p:nvPicPr>
          <p:cNvPr id="17" name="Рисунок 16">
            <a:extLst>
              <a:ext uri="{FF2B5EF4-FFF2-40B4-BE49-F238E27FC236}">
                <a16:creationId xmlns:a16="http://schemas.microsoft.com/office/drawing/2014/main" id="{11BEB18B-2F7B-523E-7249-C7CD69999F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50837" y="3247044"/>
            <a:ext cx="138158" cy="138158"/>
          </a:xfrm>
          <a:prstGeom prst="rect">
            <a:avLst/>
          </a:prstGeom>
        </p:spPr>
      </p:pic>
      <p:sp>
        <p:nvSpPr>
          <p:cNvPr id="27" name="Рисунок 11">
            <a:extLst>
              <a:ext uri="{FF2B5EF4-FFF2-40B4-BE49-F238E27FC236}">
                <a16:creationId xmlns:a16="http://schemas.microsoft.com/office/drawing/2014/main" id="{72B06A78-EFA3-6FC2-8B27-C130716B1693}"/>
              </a:ext>
            </a:extLst>
          </p:cNvPr>
          <p:cNvSpPr/>
          <p:nvPr/>
        </p:nvSpPr>
        <p:spPr>
          <a:xfrm rot="10800000">
            <a:off x="11247353" y="2689798"/>
            <a:ext cx="145126" cy="14514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sp>
        <p:nvSpPr>
          <p:cNvPr id="28" name="Рисунок 11">
            <a:extLst>
              <a:ext uri="{FF2B5EF4-FFF2-40B4-BE49-F238E27FC236}">
                <a16:creationId xmlns:a16="http://schemas.microsoft.com/office/drawing/2014/main" id="{5C832F17-5512-75CD-B151-B7458CB09791}"/>
              </a:ext>
            </a:extLst>
          </p:cNvPr>
          <p:cNvSpPr/>
          <p:nvPr/>
        </p:nvSpPr>
        <p:spPr>
          <a:xfrm>
            <a:off x="11247353" y="2132276"/>
            <a:ext cx="145128" cy="14514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sp>
        <p:nvSpPr>
          <p:cNvPr id="29" name="Рисунок 11">
            <a:extLst>
              <a:ext uri="{FF2B5EF4-FFF2-40B4-BE49-F238E27FC236}">
                <a16:creationId xmlns:a16="http://schemas.microsoft.com/office/drawing/2014/main" id="{A18BDF23-5D23-E9CA-F419-3A1E547EDD75}"/>
              </a:ext>
            </a:extLst>
          </p:cNvPr>
          <p:cNvSpPr/>
          <p:nvPr/>
        </p:nvSpPr>
        <p:spPr>
          <a:xfrm>
            <a:off x="11247353" y="1853337"/>
            <a:ext cx="145128" cy="14514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graphicFrame>
        <p:nvGraphicFramePr>
          <p:cNvPr id="37" name="Таблица 36">
            <a:extLst>
              <a:ext uri="{FF2B5EF4-FFF2-40B4-BE49-F238E27FC236}">
                <a16:creationId xmlns:a16="http://schemas.microsoft.com/office/drawing/2014/main" id="{A00EC276-1A4F-7612-C4AE-F8FD22E5B325}"/>
              </a:ext>
            </a:extLst>
          </p:cNvPr>
          <p:cNvGraphicFramePr>
            <a:graphicFrameLocks noGrp="1"/>
          </p:cNvGraphicFramePr>
          <p:nvPr/>
        </p:nvGraphicFramePr>
        <p:xfrm>
          <a:off x="6604000" y="4327328"/>
          <a:ext cx="4938775" cy="1935360"/>
        </p:xfrm>
        <a:graphic>
          <a:graphicData uri="http://schemas.openxmlformats.org/drawingml/2006/table">
            <a:tbl>
              <a:tblPr firstRow="1" bandRow="1">
                <a:tableStyleId>{914A2982-056F-4F8E-A7C0-7B2B0B0CB698}</a:tableStyleId>
              </a:tblPr>
              <a:tblGrid>
                <a:gridCol w="434517">
                  <a:extLst>
                    <a:ext uri="{9D8B030D-6E8A-4147-A177-3AD203B41FA5}">
                      <a16:colId xmlns:a16="http://schemas.microsoft.com/office/drawing/2014/main" val="4240798419"/>
                    </a:ext>
                  </a:extLst>
                </a:gridCol>
                <a:gridCol w="2724608">
                  <a:extLst>
                    <a:ext uri="{9D8B030D-6E8A-4147-A177-3AD203B41FA5}">
                      <a16:colId xmlns:a16="http://schemas.microsoft.com/office/drawing/2014/main" val="594922317"/>
                    </a:ext>
                  </a:extLst>
                </a:gridCol>
                <a:gridCol w="666750">
                  <a:extLst>
                    <a:ext uri="{9D8B030D-6E8A-4147-A177-3AD203B41FA5}">
                      <a16:colId xmlns:a16="http://schemas.microsoft.com/office/drawing/2014/main" val="1688358805"/>
                    </a:ext>
                  </a:extLst>
                </a:gridCol>
                <a:gridCol w="666750">
                  <a:extLst>
                    <a:ext uri="{9D8B030D-6E8A-4147-A177-3AD203B41FA5}">
                      <a16:colId xmlns:a16="http://schemas.microsoft.com/office/drawing/2014/main" val="1722416672"/>
                    </a:ext>
                  </a:extLst>
                </a:gridCol>
                <a:gridCol w="446150">
                  <a:extLst>
                    <a:ext uri="{9D8B030D-6E8A-4147-A177-3AD203B41FA5}">
                      <a16:colId xmlns:a16="http://schemas.microsoft.com/office/drawing/2014/main" val="1005020494"/>
                    </a:ext>
                  </a:extLst>
                </a:gridCol>
              </a:tblGrid>
              <a:tr h="276480">
                <a:tc>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t>№</a:t>
                      </a:r>
                    </a:p>
                  </a:txBody>
                  <a:tcPr marL="90000" marR="90000" marT="46800" marB="46800" anchor="ctr"/>
                </a:tc>
                <a:tc>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t>Укажи здесь название</a:t>
                      </a:r>
                    </a:p>
                  </a:txBody>
                  <a:tcPr marL="90000" marR="90000" marT="46800" marB="46800" anchor="ctr"/>
                </a:tc>
                <a:tc>
                  <a:txBody>
                    <a:bodyPr/>
                    <a:lstStyle/>
                    <a:p>
                      <a:pPr marL="0" marR="0" lvl="0" indent="0" algn="r" defTabSz="1300277" rtl="0" eaLnBrk="1" latinLnBrk="0" hangingPunct="1">
                        <a:lnSpc>
                          <a:spcPct val="100000"/>
                        </a:lnSpc>
                        <a:spcBef>
                          <a:spcPts val="0"/>
                        </a:spcBef>
                        <a:spcAft>
                          <a:spcPts val="0"/>
                        </a:spcAft>
                        <a:buClrTx/>
                        <a:buSzTx/>
                        <a:buFontTx/>
                        <a:buNone/>
                      </a:pPr>
                      <a:r>
                        <a:rPr lang="ru-RU" sz="1000" b="1"/>
                        <a:t>2021</a:t>
                      </a:r>
                    </a:p>
                  </a:txBody>
                  <a:tcPr marL="90000" marR="90000" marT="46800" marB="46800" anchor="ctr"/>
                </a:tc>
                <a:tc>
                  <a:txBody>
                    <a:bodyPr/>
                    <a:lstStyle/>
                    <a:p>
                      <a:pPr marL="0" marR="0" lvl="0" indent="0" algn="r" defTabSz="1300277" rtl="0" eaLnBrk="1" latinLnBrk="0" hangingPunct="1">
                        <a:lnSpc>
                          <a:spcPct val="100000"/>
                        </a:lnSpc>
                        <a:spcBef>
                          <a:spcPts val="0"/>
                        </a:spcBef>
                        <a:spcAft>
                          <a:spcPts val="0"/>
                        </a:spcAft>
                        <a:buClrTx/>
                        <a:buSzTx/>
                        <a:buFontTx/>
                        <a:buNone/>
                      </a:pPr>
                      <a:r>
                        <a:rPr lang="ru-RU" sz="1000" b="1"/>
                        <a:t>2022</a:t>
                      </a:r>
                    </a:p>
                  </a:txBody>
                  <a:tcPr marL="90000" marR="90000" marT="46800" marB="46800" anchor="ctr"/>
                </a:tc>
                <a:tc>
                  <a:txBody>
                    <a:bodyPr/>
                    <a:lstStyle/>
                    <a:p>
                      <a:pPr marL="0" marR="0" lvl="0" indent="0" algn="l" defTabSz="1300277" rtl="0" eaLnBrk="1" latinLnBrk="0" hangingPunct="1">
                        <a:lnSpc>
                          <a:spcPct val="100000"/>
                        </a:lnSpc>
                        <a:spcBef>
                          <a:spcPts val="0"/>
                        </a:spcBef>
                        <a:spcAft>
                          <a:spcPts val="0"/>
                        </a:spcAft>
                        <a:buClrTx/>
                        <a:buSzTx/>
                        <a:buFontTx/>
                        <a:buNone/>
                      </a:pPr>
                      <a:endParaRPr lang="ru-RU" sz="1000" b="1"/>
                    </a:p>
                  </a:txBody>
                  <a:tcPr marL="90000" marR="90000" marT="46800" marB="46800" anchor="ctr"/>
                </a:tc>
                <a:extLst>
                  <a:ext uri="{0D108BD9-81ED-4DB2-BD59-A6C34878D82A}">
                    <a16:rowId xmlns:a16="http://schemas.microsoft.com/office/drawing/2014/main" val="2911144332"/>
                  </a:ext>
                </a:extLst>
              </a:tr>
              <a:tr h="276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1</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№1</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43%</a:t>
                      </a:r>
                    </a:p>
                  </a:txBody>
                  <a:tcPr marL="90000" marR="90000" marT="46800" marB="46800"/>
                </a:tc>
                <a:tc>
                  <a:txBody>
                    <a:bodyPr/>
                    <a:lstStyle/>
                    <a:p>
                      <a:pPr algn="r"/>
                      <a:r>
                        <a:rPr lang="ru-RU" sz="1000"/>
                        <a:t>48%</a:t>
                      </a:r>
                    </a:p>
                  </a:txBody>
                  <a:tcPr marL="90000" marR="90000" marT="46800" marB="46800"/>
                </a:tc>
                <a:tc>
                  <a:txBody>
                    <a:bodyPr/>
                    <a:lstStyle/>
                    <a:p>
                      <a:endParaRPr lang="ru-RU" sz="1000"/>
                    </a:p>
                  </a:txBody>
                  <a:tcPr marL="90000" marR="90000" marT="46800" marB="46800"/>
                </a:tc>
                <a:extLst>
                  <a:ext uri="{0D108BD9-81ED-4DB2-BD59-A6C34878D82A}">
                    <a16:rowId xmlns:a16="http://schemas.microsoft.com/office/drawing/2014/main" val="1944209755"/>
                  </a:ext>
                </a:extLst>
              </a:tr>
              <a:tr h="276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2</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№2</a:t>
                      </a:r>
                      <a:endParaRPr kumimoji="0" lang="ru-RU" sz="1000" b="0" i="0" u="none" strike="noStrike" kern="1200" cap="none" spc="0" normalizeH="0" baseline="0" noProof="0">
                        <a:ln>
                          <a:noFill/>
                        </a:ln>
                        <a:solidFill>
                          <a:srgbClr val="0E1114"/>
                        </a:solidFill>
                        <a:effectLst/>
                        <a:uLnTx/>
                        <a:uFillTx/>
                        <a:latin typeface="+mn-lt"/>
                        <a:ea typeface="+mn-ea"/>
                        <a:cs typeface="+mn-cs"/>
                      </a:endParaRPr>
                    </a:p>
                  </a:txBody>
                  <a:tcPr marL="90000" marR="90000" marT="46800" marB="46800"/>
                </a:tc>
                <a:tc>
                  <a:txBody>
                    <a:bodyPr/>
                    <a:lstStyle/>
                    <a:p>
                      <a:pPr algn="r"/>
                      <a:r>
                        <a:rPr lang="ru-RU" sz="1000"/>
                        <a:t>14%</a:t>
                      </a:r>
                    </a:p>
                  </a:txBody>
                  <a:tcPr marL="90000" marR="90000" marT="46800" marB="46800"/>
                </a:tc>
                <a:tc>
                  <a:txBody>
                    <a:bodyPr/>
                    <a:lstStyle/>
                    <a:p>
                      <a:pPr algn="r"/>
                      <a:r>
                        <a:rPr lang="ru-RU" sz="1000"/>
                        <a:t>16%</a:t>
                      </a:r>
                    </a:p>
                  </a:txBody>
                  <a:tcPr marL="90000" marR="90000" marT="46800" marB="46800"/>
                </a:tc>
                <a:tc>
                  <a:txBody>
                    <a:bodyPr/>
                    <a:lstStyle/>
                    <a:p>
                      <a:endParaRPr lang="ru-RU" sz="1000"/>
                    </a:p>
                  </a:txBody>
                  <a:tcPr marL="90000" marR="90000" marT="46800" marB="46800"/>
                </a:tc>
                <a:extLst>
                  <a:ext uri="{0D108BD9-81ED-4DB2-BD59-A6C34878D82A}">
                    <a16:rowId xmlns:a16="http://schemas.microsoft.com/office/drawing/2014/main" val="980090632"/>
                  </a:ext>
                </a:extLst>
              </a:tr>
              <a:tr h="276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3</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№3</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9%</a:t>
                      </a:r>
                    </a:p>
                  </a:txBody>
                  <a:tcPr marL="90000" marR="90000" marT="46800" marB="46800"/>
                </a:tc>
                <a:tc>
                  <a:txBody>
                    <a:bodyPr/>
                    <a:lstStyle/>
                    <a:p>
                      <a:pPr algn="r"/>
                      <a:r>
                        <a:rPr lang="ru-RU" sz="1000"/>
                        <a:t>11%</a:t>
                      </a:r>
                    </a:p>
                  </a:txBody>
                  <a:tcPr marL="90000" marR="90000" marT="46800" marB="46800"/>
                </a:tc>
                <a:tc>
                  <a:txBody>
                    <a:bodyPr/>
                    <a:lstStyle/>
                    <a:p>
                      <a:endParaRPr lang="ru-RU" sz="1000"/>
                    </a:p>
                  </a:txBody>
                  <a:tcPr marL="90000" marR="90000" marT="46800" marB="46800"/>
                </a:tc>
                <a:extLst>
                  <a:ext uri="{0D108BD9-81ED-4DB2-BD59-A6C34878D82A}">
                    <a16:rowId xmlns:a16="http://schemas.microsoft.com/office/drawing/2014/main" val="3818846902"/>
                  </a:ext>
                </a:extLst>
              </a:tr>
              <a:tr h="276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4</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№4</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23%</a:t>
                      </a:r>
                    </a:p>
                  </a:txBody>
                  <a:tcPr marL="90000" marR="90000" marT="46800" marB="46800"/>
                </a:tc>
                <a:tc>
                  <a:txBody>
                    <a:bodyPr/>
                    <a:lstStyle/>
                    <a:p>
                      <a:pPr algn="r"/>
                      <a:r>
                        <a:rPr lang="ru-RU" sz="1000"/>
                        <a:t>21%</a:t>
                      </a:r>
                    </a:p>
                  </a:txBody>
                  <a:tcPr marL="90000" marR="90000" marT="46800" marB="46800"/>
                </a:tc>
                <a:tc>
                  <a:txBody>
                    <a:bodyPr/>
                    <a:lstStyle/>
                    <a:p>
                      <a:endParaRPr lang="ru-RU" sz="1000"/>
                    </a:p>
                  </a:txBody>
                  <a:tcPr marL="90000" marR="90000" marT="46800" marB="46800"/>
                </a:tc>
                <a:extLst>
                  <a:ext uri="{0D108BD9-81ED-4DB2-BD59-A6C34878D82A}">
                    <a16:rowId xmlns:a16="http://schemas.microsoft.com/office/drawing/2014/main" val="3079931719"/>
                  </a:ext>
                </a:extLst>
              </a:tr>
              <a:tr h="276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5</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№5</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45%</a:t>
                      </a:r>
                    </a:p>
                  </a:txBody>
                  <a:tcPr marL="90000" marR="90000" marT="46800" marB="46800"/>
                </a:tc>
                <a:tc>
                  <a:txBody>
                    <a:bodyPr/>
                    <a:lstStyle/>
                    <a:p>
                      <a:pPr algn="r"/>
                      <a:r>
                        <a:rPr lang="ru-RU" sz="1000"/>
                        <a:t>37%</a:t>
                      </a:r>
                    </a:p>
                  </a:txBody>
                  <a:tcPr marL="90000" marR="90000" marT="46800" marB="46800"/>
                </a:tc>
                <a:tc>
                  <a:txBody>
                    <a:bodyPr/>
                    <a:lstStyle/>
                    <a:p>
                      <a:endParaRPr lang="ru-RU" sz="1000"/>
                    </a:p>
                  </a:txBody>
                  <a:tcPr marL="90000" marR="90000" marT="46800" marB="46800"/>
                </a:tc>
                <a:extLst>
                  <a:ext uri="{0D108BD9-81ED-4DB2-BD59-A6C34878D82A}">
                    <a16:rowId xmlns:a16="http://schemas.microsoft.com/office/drawing/2014/main" val="659879371"/>
                  </a:ext>
                </a:extLst>
              </a:tr>
              <a:tr h="276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6</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u="none" strike="noStrike" kern="1200" cap="none" spc="0" normalizeH="0" baseline="0" noProof="0">
                          <a:ln>
                            <a:noFill/>
                          </a:ln>
                          <a:solidFill>
                            <a:srgbClr val="0E1114"/>
                          </a:solidFill>
                          <a:effectLst/>
                          <a:uLnTx/>
                          <a:uFillTx/>
                        </a:rPr>
                        <a:t>Название мероприятия №6</a:t>
                      </a:r>
                      <a:endParaRPr kumimoji="0" lang="ru-RU" sz="1000" b="0" i="0" u="none" strike="noStrike" kern="1200" cap="none" spc="0" normalizeH="0" baseline="0" noProof="0">
                        <a:ln>
                          <a:noFill/>
                        </a:ln>
                        <a:solidFill>
                          <a:srgbClr val="0E1114"/>
                        </a:solidFill>
                        <a:effectLst/>
                        <a:uLnTx/>
                        <a:uFillTx/>
                        <a:latin typeface="Arial"/>
                        <a:ea typeface="+mn-ea"/>
                        <a:cs typeface="+mn-cs"/>
                      </a:endParaRPr>
                    </a:p>
                  </a:txBody>
                  <a:tcPr marL="90000" marR="90000" marT="46800" marB="46800"/>
                </a:tc>
                <a:tc>
                  <a:txBody>
                    <a:bodyPr/>
                    <a:lstStyle/>
                    <a:p>
                      <a:pPr algn="r"/>
                      <a:r>
                        <a:rPr lang="ru-RU" sz="1000"/>
                        <a:t>34%</a:t>
                      </a:r>
                    </a:p>
                  </a:txBody>
                  <a:tcPr marL="90000" marR="90000" marT="46800" marB="46800"/>
                </a:tc>
                <a:tc>
                  <a:txBody>
                    <a:bodyPr/>
                    <a:lstStyle/>
                    <a:p>
                      <a:pPr algn="r"/>
                      <a:r>
                        <a:rPr lang="ru-RU" sz="1000"/>
                        <a:t>34%</a:t>
                      </a:r>
                    </a:p>
                  </a:txBody>
                  <a:tcPr marL="90000" marR="90000" marT="46800" marB="46800"/>
                </a:tc>
                <a:tc>
                  <a:txBody>
                    <a:bodyPr/>
                    <a:lstStyle/>
                    <a:p>
                      <a:endParaRPr lang="ru-RU" sz="1000"/>
                    </a:p>
                  </a:txBody>
                  <a:tcPr marL="90000" marR="90000" marT="46800" marB="46800"/>
                </a:tc>
                <a:extLst>
                  <a:ext uri="{0D108BD9-81ED-4DB2-BD59-A6C34878D82A}">
                    <a16:rowId xmlns:a16="http://schemas.microsoft.com/office/drawing/2014/main" val="2566571723"/>
                  </a:ext>
                </a:extLst>
              </a:tr>
            </a:tbl>
          </a:graphicData>
        </a:graphic>
      </p:graphicFrame>
      <p:sp>
        <p:nvSpPr>
          <p:cNvPr id="38" name="Рисунок 11">
            <a:extLst>
              <a:ext uri="{FF2B5EF4-FFF2-40B4-BE49-F238E27FC236}">
                <a16:creationId xmlns:a16="http://schemas.microsoft.com/office/drawing/2014/main" id="{6513F4C9-FF1B-E328-FEDD-6AA1B0B994C9}"/>
              </a:ext>
            </a:extLst>
          </p:cNvPr>
          <p:cNvSpPr/>
          <p:nvPr/>
        </p:nvSpPr>
        <p:spPr>
          <a:xfrm rot="10800000">
            <a:off x="11247353" y="5779604"/>
            <a:ext cx="145126" cy="14514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sp>
        <p:nvSpPr>
          <p:cNvPr id="39" name="Рисунок 11">
            <a:extLst>
              <a:ext uri="{FF2B5EF4-FFF2-40B4-BE49-F238E27FC236}">
                <a16:creationId xmlns:a16="http://schemas.microsoft.com/office/drawing/2014/main" id="{2A78D46F-568A-E8F8-61B1-DA324A5969A8}"/>
              </a:ext>
            </a:extLst>
          </p:cNvPr>
          <p:cNvSpPr/>
          <p:nvPr/>
        </p:nvSpPr>
        <p:spPr>
          <a:xfrm>
            <a:off x="11247353" y="5222437"/>
            <a:ext cx="145128" cy="14514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pic>
        <p:nvPicPr>
          <p:cNvPr id="40" name="Рисунок 39">
            <a:extLst>
              <a:ext uri="{FF2B5EF4-FFF2-40B4-BE49-F238E27FC236}">
                <a16:creationId xmlns:a16="http://schemas.microsoft.com/office/drawing/2014/main" id="{FD2B4964-F1EA-F164-4D1F-0C3CBE87CC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50837" y="6058266"/>
            <a:ext cx="138158" cy="138158"/>
          </a:xfrm>
          <a:prstGeom prst="rect">
            <a:avLst/>
          </a:prstGeom>
        </p:spPr>
      </p:pic>
      <p:sp>
        <p:nvSpPr>
          <p:cNvPr id="41" name="Рисунок 11">
            <a:extLst>
              <a:ext uri="{FF2B5EF4-FFF2-40B4-BE49-F238E27FC236}">
                <a16:creationId xmlns:a16="http://schemas.microsoft.com/office/drawing/2014/main" id="{3238FE01-2949-7600-98A8-05EF7044E112}"/>
              </a:ext>
            </a:extLst>
          </p:cNvPr>
          <p:cNvSpPr/>
          <p:nvPr/>
        </p:nvSpPr>
        <p:spPr>
          <a:xfrm rot="10800000">
            <a:off x="11247353" y="5501020"/>
            <a:ext cx="145126" cy="14514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sp>
        <p:nvSpPr>
          <p:cNvPr id="42" name="Рисунок 11">
            <a:extLst>
              <a:ext uri="{FF2B5EF4-FFF2-40B4-BE49-F238E27FC236}">
                <a16:creationId xmlns:a16="http://schemas.microsoft.com/office/drawing/2014/main" id="{7EA1B652-B879-4765-9C52-A78FC6B459B2}"/>
              </a:ext>
            </a:extLst>
          </p:cNvPr>
          <p:cNvSpPr/>
          <p:nvPr/>
        </p:nvSpPr>
        <p:spPr>
          <a:xfrm>
            <a:off x="11247353" y="4943498"/>
            <a:ext cx="145128" cy="14514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sp>
        <p:nvSpPr>
          <p:cNvPr id="43" name="Рисунок 11">
            <a:extLst>
              <a:ext uri="{FF2B5EF4-FFF2-40B4-BE49-F238E27FC236}">
                <a16:creationId xmlns:a16="http://schemas.microsoft.com/office/drawing/2014/main" id="{FABE7BB7-864F-3C27-BE65-5CC9668D8858}"/>
              </a:ext>
            </a:extLst>
          </p:cNvPr>
          <p:cNvSpPr/>
          <p:nvPr/>
        </p:nvSpPr>
        <p:spPr>
          <a:xfrm>
            <a:off x="11247353" y="4664559"/>
            <a:ext cx="145128" cy="14514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pic>
        <p:nvPicPr>
          <p:cNvPr id="44" name="Рисунок 43">
            <a:extLst>
              <a:ext uri="{FF2B5EF4-FFF2-40B4-BE49-F238E27FC236}">
                <a16:creationId xmlns:a16="http://schemas.microsoft.com/office/drawing/2014/main" id="{8D3FA00F-1ABA-5BD1-22ED-0A4F5BDB4F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50837" y="3518643"/>
            <a:ext cx="138158" cy="138158"/>
          </a:xfrm>
          <a:prstGeom prst="rect">
            <a:avLst/>
          </a:prstGeom>
        </p:spPr>
      </p:pic>
      <p:sp>
        <p:nvSpPr>
          <p:cNvPr id="45" name="Рисунок 11">
            <a:extLst>
              <a:ext uri="{FF2B5EF4-FFF2-40B4-BE49-F238E27FC236}">
                <a16:creationId xmlns:a16="http://schemas.microsoft.com/office/drawing/2014/main" id="{23EACC2C-0A58-F3C0-EE62-81ED6011E40D}"/>
              </a:ext>
            </a:extLst>
          </p:cNvPr>
          <p:cNvSpPr/>
          <p:nvPr/>
        </p:nvSpPr>
        <p:spPr>
          <a:xfrm>
            <a:off x="11247353" y="3784431"/>
            <a:ext cx="145128" cy="145142"/>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sp>
        <p:nvSpPr>
          <p:cNvPr id="5" name="Нижний колонтитул 4">
            <a:extLst>
              <a:ext uri="{FF2B5EF4-FFF2-40B4-BE49-F238E27FC236}">
                <a16:creationId xmlns:a16="http://schemas.microsoft.com/office/drawing/2014/main" id="{E2011D5D-A3B8-6777-8AC8-6D5AC4923E3B}"/>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0672719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скругленные углы 9">
            <a:extLst>
              <a:ext uri="{FF2B5EF4-FFF2-40B4-BE49-F238E27FC236}">
                <a16:creationId xmlns:a16="http://schemas.microsoft.com/office/drawing/2014/main" id="{FF2BAD47-4C9B-6348-E3A3-127DB14DABCC}"/>
              </a:ext>
            </a:extLst>
          </p:cNvPr>
          <p:cNvSpPr/>
          <p:nvPr/>
        </p:nvSpPr>
        <p:spPr>
          <a:xfrm>
            <a:off x="6096000" y="1520825"/>
            <a:ext cx="5011738" cy="2593975"/>
          </a:xfrm>
          <a:prstGeom prst="roundRect">
            <a:avLst>
              <a:gd name="adj" fmla="val 1045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 name="TextBox 11">
            <a:extLst>
              <a:ext uri="{FF2B5EF4-FFF2-40B4-BE49-F238E27FC236}">
                <a16:creationId xmlns:a16="http://schemas.microsoft.com/office/drawing/2014/main" id="{AB97ECC2-C795-4F7E-7F38-7A299E034A17}"/>
              </a:ext>
            </a:extLst>
          </p:cNvPr>
          <p:cNvSpPr txBox="1"/>
          <p:nvPr/>
        </p:nvSpPr>
        <p:spPr>
          <a:xfrm>
            <a:off x="6345728" y="1694912"/>
            <a:ext cx="4762010" cy="215444"/>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подзаголовок</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Прямоугольник: скругленные углы 8">
            <a:extLst>
              <a:ext uri="{FF2B5EF4-FFF2-40B4-BE49-F238E27FC236}">
                <a16:creationId xmlns:a16="http://schemas.microsoft.com/office/drawing/2014/main" id="{E8B151B9-CF5C-EF54-9E9F-DB6FA7CFAF75}"/>
              </a:ext>
            </a:extLst>
          </p:cNvPr>
          <p:cNvSpPr/>
          <p:nvPr/>
        </p:nvSpPr>
        <p:spPr>
          <a:xfrm>
            <a:off x="639764" y="1520825"/>
            <a:ext cx="5011738" cy="2593975"/>
          </a:xfrm>
          <a:prstGeom prst="roundRect">
            <a:avLst>
              <a:gd name="adj" fmla="val 1045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Заголовок 1">
            <a:extLst>
              <a:ext uri="{FF2B5EF4-FFF2-40B4-BE49-F238E27FC236}">
                <a16:creationId xmlns:a16="http://schemas.microsoft.com/office/drawing/2014/main" id="{D15222F3-C591-D5A8-E5BE-EF1EBBE4330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4" name="Таблица 4">
            <a:extLst>
              <a:ext uri="{FF2B5EF4-FFF2-40B4-BE49-F238E27FC236}">
                <a16:creationId xmlns:a16="http://schemas.microsoft.com/office/drawing/2014/main" id="{30D0E2E2-1488-2E72-87E1-3E5E2A2BA1F2}"/>
              </a:ext>
            </a:extLst>
          </p:cNvPr>
          <p:cNvGraphicFramePr>
            <a:graphicFrameLocks noGrp="1"/>
          </p:cNvGraphicFramePr>
          <p:nvPr/>
        </p:nvGraphicFramePr>
        <p:xfrm>
          <a:off x="638627" y="4397021"/>
          <a:ext cx="5012874" cy="1845792"/>
        </p:xfrm>
        <a:graphic>
          <a:graphicData uri="http://schemas.openxmlformats.org/drawingml/2006/table">
            <a:tbl>
              <a:tblPr firstRow="1" bandRow="1">
                <a:tableStyleId>{914A2982-056F-4F8E-A7C0-7B2B0B0CB698}</a:tableStyleId>
              </a:tblPr>
              <a:tblGrid>
                <a:gridCol w="1326546">
                  <a:extLst>
                    <a:ext uri="{9D8B030D-6E8A-4147-A177-3AD203B41FA5}">
                      <a16:colId xmlns:a16="http://schemas.microsoft.com/office/drawing/2014/main" val="594922317"/>
                    </a:ext>
                  </a:extLst>
                </a:gridCol>
                <a:gridCol w="921582">
                  <a:extLst>
                    <a:ext uri="{9D8B030D-6E8A-4147-A177-3AD203B41FA5}">
                      <a16:colId xmlns:a16="http://schemas.microsoft.com/office/drawing/2014/main" val="4104067388"/>
                    </a:ext>
                  </a:extLst>
                </a:gridCol>
                <a:gridCol w="921582">
                  <a:extLst>
                    <a:ext uri="{9D8B030D-6E8A-4147-A177-3AD203B41FA5}">
                      <a16:colId xmlns:a16="http://schemas.microsoft.com/office/drawing/2014/main" val="789915689"/>
                    </a:ext>
                  </a:extLst>
                </a:gridCol>
                <a:gridCol w="921582">
                  <a:extLst>
                    <a:ext uri="{9D8B030D-6E8A-4147-A177-3AD203B41FA5}">
                      <a16:colId xmlns:a16="http://schemas.microsoft.com/office/drawing/2014/main" val="20676461"/>
                    </a:ext>
                  </a:extLst>
                </a:gridCol>
                <a:gridCol w="921582">
                  <a:extLst>
                    <a:ext uri="{9D8B030D-6E8A-4147-A177-3AD203B41FA5}">
                      <a16:colId xmlns:a16="http://schemas.microsoft.com/office/drawing/2014/main" val="971582525"/>
                    </a:ext>
                  </a:extLst>
                </a:gridCol>
              </a:tblGrid>
              <a:tr h="361848">
                <a:tc>
                  <a:txBody>
                    <a:bodyPr/>
                    <a:lstStyle/>
                    <a:p>
                      <a:pPr lvl="0" algn="l">
                        <a:buNone/>
                      </a:pPr>
                      <a:r>
                        <a:rPr lang="ru-RU" sz="1000">
                          <a:solidFill>
                            <a:schemeClr val="bg1"/>
                          </a:solidFill>
                        </a:rPr>
                        <a:t>Наименование </a:t>
                      </a:r>
                    </a:p>
                  </a:txBody>
                  <a:tcPr marL="90000" marR="90000" marT="46800" marB="46800" anchor="ctr"/>
                </a:tc>
                <a:tc>
                  <a:txBody>
                    <a:bodyPr/>
                    <a:lstStyle/>
                    <a:p>
                      <a:pPr marL="0" marR="0" lvl="0" indent="0" algn="r" rtl="0">
                        <a:lnSpc>
                          <a:spcPct val="100000"/>
                        </a:lnSpc>
                        <a:spcBef>
                          <a:spcPts val="0"/>
                        </a:spcBef>
                        <a:spcAft>
                          <a:spcPts val="0"/>
                        </a:spcAft>
                        <a:buClrTx/>
                        <a:buSzTx/>
                        <a:buFontTx/>
                        <a:buNone/>
                      </a:pPr>
                      <a:r>
                        <a:rPr lang="ru-RU" sz="1000" b="1">
                          <a:solidFill>
                            <a:schemeClr val="bg1"/>
                          </a:solidFill>
                        </a:rPr>
                        <a:t>Первый показатель</a:t>
                      </a:r>
                      <a:r>
                        <a:rPr lang="af-ZA" sz="1000" b="1">
                          <a:solidFill>
                            <a:schemeClr val="bg1"/>
                          </a:solidFill>
                        </a:rPr>
                        <a:t>​​</a:t>
                      </a:r>
                      <a:endParaRPr lang="ru-RU" sz="1000" b="1">
                        <a:solidFill>
                          <a:schemeClr val="bg1"/>
                        </a:solidFill>
                      </a:endParaRPr>
                    </a:p>
                  </a:txBody>
                  <a:tcPr marL="90000" marR="90000" marT="46800" marB="4680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u="none" strike="noStrike" kern="1200" cap="none" spc="0" normalizeH="0" baseline="0" noProof="0">
                          <a:ln>
                            <a:noFill/>
                          </a:ln>
                          <a:solidFill>
                            <a:schemeClr val="bg1"/>
                          </a:solidFill>
                          <a:effectLst/>
                          <a:uLnTx/>
                          <a:uFillTx/>
                        </a:rPr>
                        <a:t>Второй показатель</a:t>
                      </a:r>
                      <a:r>
                        <a:rPr kumimoji="0" lang="af-ZA" sz="1000" b="1" u="none" strike="noStrike" kern="1200" cap="none" spc="0" normalizeH="0" baseline="0" noProof="0">
                          <a:ln>
                            <a:noFill/>
                          </a:ln>
                          <a:solidFill>
                            <a:schemeClr val="bg1"/>
                          </a:solidFill>
                          <a:effectLst/>
                          <a:uLnTx/>
                          <a:uFillTx/>
                        </a:rPr>
                        <a:t>​​</a:t>
                      </a:r>
                      <a:endParaRPr kumimoji="0" lang="ru-RU" sz="1000" b="1" i="0" u="none" strike="noStrike" kern="1200" cap="none" spc="0" normalizeH="0" baseline="0" noProof="0">
                        <a:ln>
                          <a:noFill/>
                        </a:ln>
                        <a:solidFill>
                          <a:schemeClr val="bg1"/>
                        </a:solidFill>
                        <a:effectLst/>
                        <a:uLnTx/>
                        <a:uFillTx/>
                        <a:latin typeface="Arial"/>
                        <a:ea typeface="+mn-ea"/>
                        <a:cs typeface="+mn-cs"/>
                      </a:endParaRPr>
                    </a:p>
                  </a:txBody>
                  <a:tcPr marL="90000" marR="90000" marT="46800" marB="4680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u="none" strike="noStrike" kern="1200" cap="none" spc="0" normalizeH="0" baseline="0" noProof="0">
                          <a:ln>
                            <a:noFill/>
                          </a:ln>
                          <a:solidFill>
                            <a:schemeClr val="bg1"/>
                          </a:solidFill>
                          <a:effectLst/>
                          <a:uLnTx/>
                          <a:uFillTx/>
                        </a:rPr>
                        <a:t>Третий показатель</a:t>
                      </a:r>
                      <a:r>
                        <a:rPr kumimoji="0" lang="af-ZA" sz="1000" b="1" u="none" strike="noStrike" kern="1200" cap="none" spc="0" normalizeH="0" baseline="0" noProof="0">
                          <a:ln>
                            <a:noFill/>
                          </a:ln>
                          <a:solidFill>
                            <a:schemeClr val="bg1"/>
                          </a:solidFill>
                          <a:effectLst/>
                          <a:uLnTx/>
                          <a:uFillTx/>
                        </a:rPr>
                        <a:t>​​</a:t>
                      </a:r>
                      <a:endParaRPr kumimoji="0" lang="ru-RU" sz="1000" b="1" i="0" u="none" strike="noStrike" kern="1200" cap="none" spc="0" normalizeH="0" baseline="0" noProof="0">
                        <a:ln>
                          <a:noFill/>
                        </a:ln>
                        <a:solidFill>
                          <a:schemeClr val="bg1"/>
                        </a:solidFill>
                        <a:effectLst/>
                        <a:uLnTx/>
                        <a:uFillTx/>
                        <a:latin typeface="Arial"/>
                        <a:ea typeface="+mn-ea"/>
                        <a:cs typeface="+mn-cs"/>
                      </a:endParaRPr>
                    </a:p>
                  </a:txBody>
                  <a:tcPr marL="90000" marR="90000" marT="46800" marB="46800" anchor="ctr"/>
                </a:tc>
                <a:tc>
                  <a:txBody>
                    <a:bodyPr/>
                    <a:lstStyle/>
                    <a:p>
                      <a:pPr marL="0" marR="0" lvl="0" indent="0" algn="r" rtl="0">
                        <a:lnSpc>
                          <a:spcPct val="100000"/>
                        </a:lnSpc>
                        <a:spcBef>
                          <a:spcPts val="0"/>
                        </a:spcBef>
                        <a:spcAft>
                          <a:spcPts val="0"/>
                        </a:spcAft>
                        <a:buClrTx/>
                        <a:buSzTx/>
                        <a:buFontTx/>
                        <a:buNone/>
                      </a:pPr>
                      <a:r>
                        <a:rPr lang="ru-RU" sz="1000" b="1">
                          <a:solidFill>
                            <a:schemeClr val="bg1"/>
                          </a:solidFill>
                        </a:rPr>
                        <a:t>Четвёртый показатель</a:t>
                      </a:r>
                      <a:r>
                        <a:rPr lang="af-ZA" sz="1000" b="1">
                          <a:solidFill>
                            <a:schemeClr val="bg1"/>
                          </a:solidFill>
                        </a:rPr>
                        <a:t>​​</a:t>
                      </a:r>
                      <a:endParaRPr lang="ru-RU" sz="1000" b="1">
                        <a:solidFill>
                          <a:schemeClr val="bg1"/>
                        </a:solidFill>
                      </a:endParaRPr>
                    </a:p>
                  </a:txBody>
                  <a:tcPr marL="90000" marR="90000" marT="46800" marB="46800" anchor="ctr"/>
                </a:tc>
                <a:extLst>
                  <a:ext uri="{0D108BD9-81ED-4DB2-BD59-A6C34878D82A}">
                    <a16:rowId xmlns:a16="http://schemas.microsoft.com/office/drawing/2014/main" val="1944209755"/>
                  </a:ext>
                </a:extLst>
              </a:tr>
              <a:tr h="361848">
                <a:tc>
                  <a:txBody>
                    <a:bodyPr/>
                    <a:lstStyle/>
                    <a:p>
                      <a:pPr lvl="0" algn="l" rtl="0">
                        <a:buNone/>
                      </a:pPr>
                      <a:r>
                        <a:rPr lang="ru-RU" sz="1000"/>
                        <a:t>Наименование</a:t>
                      </a:r>
                    </a:p>
                  </a:txBody>
                  <a:tcPr marL="90000" marR="90000" marT="46800" marB="46800"/>
                </a:tc>
                <a:tc>
                  <a:txBody>
                    <a:bodyPr/>
                    <a:lstStyle/>
                    <a:p>
                      <a:pPr lvl="0" algn="r">
                        <a:buNone/>
                      </a:pPr>
                      <a:r>
                        <a:rPr lang="ru-RU" sz="1000">
                          <a:solidFill>
                            <a:schemeClr val="tx1"/>
                          </a:solidFill>
                        </a:rPr>
                        <a:t>79,6%</a:t>
                      </a: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lvl="0" algn="r">
                        <a:buNone/>
                      </a:pPr>
                      <a:r>
                        <a:rPr lang="ru-RU" sz="1000">
                          <a:solidFill>
                            <a:schemeClr val="tx1"/>
                          </a:solidFill>
                        </a:rPr>
                        <a:t>79,6%</a:t>
                      </a:r>
                    </a:p>
                  </a:txBody>
                  <a:tcPr marL="90000" marR="90000" marT="46800" marB="46800"/>
                </a:tc>
                <a:tc>
                  <a:txBody>
                    <a:bodyPr/>
                    <a:lstStyle/>
                    <a:p>
                      <a:pPr lvl="0" algn="r">
                        <a:buNone/>
                      </a:pPr>
                      <a:r>
                        <a:rPr lang="ru-RU" sz="1000">
                          <a:solidFill>
                            <a:schemeClr val="tx1"/>
                          </a:solidFill>
                        </a:rPr>
                        <a:t>82,2%</a:t>
                      </a:r>
                    </a:p>
                  </a:txBody>
                  <a:tcPr marL="90000" marR="90000" marT="46800" marB="46800"/>
                </a:tc>
                <a:extLst>
                  <a:ext uri="{0D108BD9-81ED-4DB2-BD59-A6C34878D82A}">
                    <a16:rowId xmlns:a16="http://schemas.microsoft.com/office/drawing/2014/main" val="980090632"/>
                  </a:ext>
                </a:extLst>
              </a:tr>
              <a:tr h="361848">
                <a:tc>
                  <a:txBody>
                    <a:bodyPr/>
                    <a:lstStyle/>
                    <a:p>
                      <a:pPr lvl="0" algn="l">
                        <a:buNone/>
                      </a:pPr>
                      <a:r>
                        <a:rPr lang="ru-RU" sz="1000"/>
                        <a:t>Наименование</a:t>
                      </a:r>
                    </a:p>
                  </a:txBody>
                  <a:tcPr marL="90000" marR="90000" marT="46800" marB="46800"/>
                </a:tc>
                <a:tc>
                  <a:txBody>
                    <a:bodyPr/>
                    <a:lstStyle/>
                    <a:p>
                      <a:pPr lvl="0" algn="r">
                        <a:buNone/>
                      </a:pPr>
                      <a:r>
                        <a:rPr lang="ru-RU" sz="1000">
                          <a:solidFill>
                            <a:schemeClr val="tx1"/>
                          </a:solidFill>
                        </a:rPr>
                        <a:t>97,1%</a:t>
                      </a:r>
                    </a:p>
                  </a:txBody>
                  <a:tcPr marL="90000" marR="90000" marT="46800" marB="46800"/>
                </a:tc>
                <a:tc>
                  <a:txBody>
                    <a:bodyPr/>
                    <a:lstStyle/>
                    <a:p>
                      <a:pPr lvl="0" algn="r">
                        <a:buNone/>
                      </a:pPr>
                      <a:r>
                        <a:rPr lang="ru-RU" sz="1000">
                          <a:solidFill>
                            <a:schemeClr val="tx1"/>
                          </a:solidFill>
                        </a:rPr>
                        <a:t>n/a</a:t>
                      </a:r>
                    </a:p>
                  </a:txBody>
                  <a:tcPr marL="90000" marR="90000" marT="46800" marB="46800"/>
                </a:tc>
                <a:tc>
                  <a:txBody>
                    <a:bodyPr/>
                    <a:lstStyle/>
                    <a:p>
                      <a:pPr lvl="0" algn="r">
                        <a:buNone/>
                      </a:pPr>
                      <a:r>
                        <a:rPr lang="ru-RU" sz="1000">
                          <a:solidFill>
                            <a:schemeClr val="tx1"/>
                          </a:solidFill>
                        </a:rPr>
                        <a:t>97,1%</a:t>
                      </a:r>
                    </a:p>
                  </a:txBody>
                  <a:tcPr marL="90000" marR="90000" marT="46800" marB="46800"/>
                </a:tc>
                <a:tc>
                  <a:txBody>
                    <a:bodyPr/>
                    <a:lstStyle/>
                    <a:p>
                      <a:pPr lvl="0" algn="r">
                        <a:buNone/>
                      </a:pPr>
                      <a:r>
                        <a:rPr lang="ru-RU" sz="1000">
                          <a:solidFill>
                            <a:schemeClr val="tx1"/>
                          </a:solidFill>
                        </a:rPr>
                        <a:t>n/a</a:t>
                      </a:r>
                    </a:p>
                  </a:txBody>
                  <a:tcPr marL="90000" marR="90000" marT="46800" marB="46800"/>
                </a:tc>
                <a:extLst>
                  <a:ext uri="{0D108BD9-81ED-4DB2-BD59-A6C34878D82A}">
                    <a16:rowId xmlns:a16="http://schemas.microsoft.com/office/drawing/2014/main" val="3818846902"/>
                  </a:ext>
                </a:extLst>
              </a:tr>
              <a:tr h="361848">
                <a:tc>
                  <a:txBody>
                    <a:bodyPr/>
                    <a:lstStyle/>
                    <a:p>
                      <a:pPr lvl="0" algn="l">
                        <a:buNone/>
                      </a:pPr>
                      <a:r>
                        <a:rPr lang="ru-RU" sz="1000"/>
                        <a:t>Наименование</a:t>
                      </a:r>
                    </a:p>
                  </a:txBody>
                  <a:tcPr marL="90000" marR="90000" marT="46800" marB="46800"/>
                </a:tc>
                <a:tc>
                  <a:txBody>
                    <a:bodyPr/>
                    <a:lstStyle/>
                    <a:p>
                      <a:pPr lvl="0" algn="r">
                        <a:buNone/>
                      </a:pPr>
                      <a:r>
                        <a:rPr lang="en-US" sz="1000">
                          <a:solidFill>
                            <a:schemeClr val="tx1"/>
                          </a:solidFill>
                        </a:rPr>
                        <a:t>89%</a:t>
                      </a:r>
                      <a:endParaRPr lang="ru-RU" sz="1000">
                        <a:solidFill>
                          <a:schemeClr val="tx1"/>
                        </a:solidFill>
                      </a:endParaRPr>
                    </a:p>
                  </a:txBody>
                  <a:tcPr marL="90000" marR="90000" marT="46800" marB="46800"/>
                </a:tc>
                <a:tc>
                  <a:txBody>
                    <a:bodyPr/>
                    <a:lstStyle/>
                    <a:p>
                      <a:pPr lvl="0" algn="r">
                        <a:buNone/>
                      </a:pPr>
                      <a:r>
                        <a:rPr lang="en-US" sz="1000">
                          <a:solidFill>
                            <a:schemeClr val="tx1"/>
                          </a:solidFill>
                        </a:rPr>
                        <a:t>90%</a:t>
                      </a:r>
                      <a:endParaRPr lang="ru-RU" sz="1000">
                        <a:solidFill>
                          <a:schemeClr val="tx1"/>
                        </a:solidFill>
                      </a:endParaRPr>
                    </a:p>
                  </a:txBody>
                  <a:tcPr marL="90000" marR="90000" marT="46800" marB="46800"/>
                </a:tc>
                <a:tc>
                  <a:txBody>
                    <a:bodyPr/>
                    <a:lstStyle/>
                    <a:p>
                      <a:pPr lvl="0" algn="r">
                        <a:buNone/>
                      </a:pPr>
                      <a:r>
                        <a:rPr lang="en-US" sz="1000">
                          <a:solidFill>
                            <a:schemeClr val="tx1"/>
                          </a:solidFill>
                        </a:rPr>
                        <a:t>89%</a:t>
                      </a:r>
                      <a:endParaRPr lang="ru-RU" sz="1000">
                        <a:solidFill>
                          <a:schemeClr val="tx1"/>
                        </a:solidFill>
                      </a:endParaRPr>
                    </a:p>
                  </a:txBody>
                  <a:tcPr marL="90000" marR="90000" marT="46800" marB="46800"/>
                </a:tc>
                <a:tc>
                  <a:txBody>
                    <a:bodyPr/>
                    <a:lstStyle/>
                    <a:p>
                      <a:pPr lvl="0" algn="r">
                        <a:buNone/>
                      </a:pPr>
                      <a:r>
                        <a:rPr lang="en-US" sz="1000">
                          <a:solidFill>
                            <a:schemeClr val="tx1"/>
                          </a:solidFill>
                        </a:rPr>
                        <a:t>90%</a:t>
                      </a:r>
                      <a:endParaRPr lang="ru-RU" sz="1000">
                        <a:solidFill>
                          <a:schemeClr val="tx1"/>
                        </a:solidFill>
                      </a:endParaRPr>
                    </a:p>
                  </a:txBody>
                  <a:tcPr marL="90000" marR="90000" marT="46800" marB="46800"/>
                </a:tc>
                <a:extLst>
                  <a:ext uri="{0D108BD9-81ED-4DB2-BD59-A6C34878D82A}">
                    <a16:rowId xmlns:a16="http://schemas.microsoft.com/office/drawing/2014/main" val="3079931719"/>
                  </a:ext>
                </a:extLst>
              </a:tr>
              <a:tr h="361848">
                <a:tc>
                  <a:txBody>
                    <a:bodyPr/>
                    <a:lstStyle/>
                    <a:p>
                      <a:pPr lvl="0" algn="l">
                        <a:buNone/>
                      </a:pPr>
                      <a:r>
                        <a:rPr lang="ru-RU" sz="1000"/>
                        <a:t>Наименование</a:t>
                      </a:r>
                    </a:p>
                  </a:txBody>
                  <a:tcPr marL="90000" marR="90000" marT="46800" marB="46800"/>
                </a:tc>
                <a:tc>
                  <a:txBody>
                    <a:bodyPr/>
                    <a:lstStyle/>
                    <a:p>
                      <a:pPr lvl="0" algn="r">
                        <a:buNone/>
                      </a:pPr>
                      <a:r>
                        <a:rPr lang="ru-RU" sz="1000">
                          <a:solidFill>
                            <a:schemeClr val="tx1"/>
                          </a:solidFill>
                        </a:rPr>
                        <a:t>90%</a:t>
                      </a:r>
                    </a:p>
                  </a:txBody>
                  <a:tcPr marL="90000" marR="90000" marT="46800" marB="46800"/>
                </a:tc>
                <a:tc>
                  <a:txBody>
                    <a:bodyPr/>
                    <a:lstStyle/>
                    <a:p>
                      <a:pPr lvl="0" algn="r">
                        <a:buNone/>
                      </a:pPr>
                      <a:r>
                        <a:rPr lang="ru-RU" sz="1000">
                          <a:solidFill>
                            <a:schemeClr val="tx1"/>
                          </a:solidFill>
                        </a:rPr>
                        <a:t>92%</a:t>
                      </a:r>
                    </a:p>
                  </a:txBody>
                  <a:tcPr marL="90000" marR="90000" marT="46800" marB="46800"/>
                </a:tc>
                <a:tc>
                  <a:txBody>
                    <a:bodyPr/>
                    <a:lstStyle/>
                    <a:p>
                      <a:pPr lvl="0" algn="r">
                        <a:buNone/>
                      </a:pPr>
                      <a:r>
                        <a:rPr lang="ru-RU" sz="1000">
                          <a:solidFill>
                            <a:schemeClr val="tx1"/>
                          </a:solidFill>
                        </a:rPr>
                        <a:t>90%</a:t>
                      </a:r>
                    </a:p>
                  </a:txBody>
                  <a:tcPr marL="90000" marR="90000" marT="46800" marB="46800"/>
                </a:tc>
                <a:tc>
                  <a:txBody>
                    <a:bodyPr/>
                    <a:lstStyle/>
                    <a:p>
                      <a:pPr lvl="0" algn="r">
                        <a:buNone/>
                      </a:pPr>
                      <a:r>
                        <a:rPr lang="ru-RU" sz="1000">
                          <a:solidFill>
                            <a:schemeClr val="tx1"/>
                          </a:solidFill>
                        </a:rPr>
                        <a:t>92%</a:t>
                      </a:r>
                    </a:p>
                  </a:txBody>
                  <a:tcPr marL="90000" marR="90000" marT="46800" marB="46800"/>
                </a:tc>
                <a:extLst>
                  <a:ext uri="{0D108BD9-81ED-4DB2-BD59-A6C34878D82A}">
                    <a16:rowId xmlns:a16="http://schemas.microsoft.com/office/drawing/2014/main" val="1079398701"/>
                  </a:ext>
                </a:extLst>
              </a:tr>
            </a:tbl>
          </a:graphicData>
        </a:graphic>
      </p:graphicFrame>
      <p:graphicFrame>
        <p:nvGraphicFramePr>
          <p:cNvPr id="7" name="Таблица 4">
            <a:extLst>
              <a:ext uri="{FF2B5EF4-FFF2-40B4-BE49-F238E27FC236}">
                <a16:creationId xmlns:a16="http://schemas.microsoft.com/office/drawing/2014/main" id="{F0E98C54-B584-4E8A-E6E8-592E4335578C}"/>
              </a:ext>
            </a:extLst>
          </p:cNvPr>
          <p:cNvGraphicFramePr>
            <a:graphicFrameLocks noGrp="1"/>
          </p:cNvGraphicFramePr>
          <p:nvPr/>
        </p:nvGraphicFramePr>
        <p:xfrm>
          <a:off x="6096000" y="4397021"/>
          <a:ext cx="5012874" cy="1845792"/>
        </p:xfrm>
        <a:graphic>
          <a:graphicData uri="http://schemas.openxmlformats.org/drawingml/2006/table">
            <a:tbl>
              <a:tblPr firstRow="1" bandRow="1">
                <a:tableStyleId>{914A2982-056F-4F8E-A7C0-7B2B0B0CB698}</a:tableStyleId>
              </a:tblPr>
              <a:tblGrid>
                <a:gridCol w="1326546">
                  <a:extLst>
                    <a:ext uri="{9D8B030D-6E8A-4147-A177-3AD203B41FA5}">
                      <a16:colId xmlns:a16="http://schemas.microsoft.com/office/drawing/2014/main" val="594922317"/>
                    </a:ext>
                  </a:extLst>
                </a:gridCol>
                <a:gridCol w="921582">
                  <a:extLst>
                    <a:ext uri="{9D8B030D-6E8A-4147-A177-3AD203B41FA5}">
                      <a16:colId xmlns:a16="http://schemas.microsoft.com/office/drawing/2014/main" val="4104067388"/>
                    </a:ext>
                  </a:extLst>
                </a:gridCol>
                <a:gridCol w="921582">
                  <a:extLst>
                    <a:ext uri="{9D8B030D-6E8A-4147-A177-3AD203B41FA5}">
                      <a16:colId xmlns:a16="http://schemas.microsoft.com/office/drawing/2014/main" val="789915689"/>
                    </a:ext>
                  </a:extLst>
                </a:gridCol>
                <a:gridCol w="921582">
                  <a:extLst>
                    <a:ext uri="{9D8B030D-6E8A-4147-A177-3AD203B41FA5}">
                      <a16:colId xmlns:a16="http://schemas.microsoft.com/office/drawing/2014/main" val="20676461"/>
                    </a:ext>
                  </a:extLst>
                </a:gridCol>
                <a:gridCol w="921582">
                  <a:extLst>
                    <a:ext uri="{9D8B030D-6E8A-4147-A177-3AD203B41FA5}">
                      <a16:colId xmlns:a16="http://schemas.microsoft.com/office/drawing/2014/main" val="971582525"/>
                    </a:ext>
                  </a:extLst>
                </a:gridCol>
              </a:tblGrid>
              <a:tr h="361848">
                <a:tc>
                  <a:txBody>
                    <a:bodyPr/>
                    <a:lstStyle/>
                    <a:p>
                      <a:pPr lvl="0" algn="l">
                        <a:buNone/>
                      </a:pPr>
                      <a:r>
                        <a:rPr lang="ru-RU" sz="1000">
                          <a:solidFill>
                            <a:schemeClr val="bg1"/>
                          </a:solidFill>
                        </a:rPr>
                        <a:t>Наименование </a:t>
                      </a:r>
                    </a:p>
                  </a:txBody>
                  <a:tcPr marL="90000" marR="90000" marT="46800" marB="46800" anchor="ctr"/>
                </a:tc>
                <a:tc>
                  <a:txBody>
                    <a:bodyPr/>
                    <a:lstStyle/>
                    <a:p>
                      <a:pPr marL="0" marR="0" lvl="0" indent="0" algn="r" rtl="0">
                        <a:lnSpc>
                          <a:spcPct val="100000"/>
                        </a:lnSpc>
                        <a:spcBef>
                          <a:spcPts val="0"/>
                        </a:spcBef>
                        <a:spcAft>
                          <a:spcPts val="0"/>
                        </a:spcAft>
                        <a:buClrTx/>
                        <a:buSzTx/>
                        <a:buFontTx/>
                        <a:buNone/>
                      </a:pPr>
                      <a:r>
                        <a:rPr lang="ru-RU" sz="1000" b="1">
                          <a:solidFill>
                            <a:schemeClr val="bg1"/>
                          </a:solidFill>
                        </a:rPr>
                        <a:t>Первый показатель</a:t>
                      </a:r>
                      <a:r>
                        <a:rPr lang="af-ZA" sz="1000" b="1">
                          <a:solidFill>
                            <a:schemeClr val="bg1"/>
                          </a:solidFill>
                        </a:rPr>
                        <a:t>​​</a:t>
                      </a:r>
                      <a:endParaRPr lang="ru-RU" sz="1000" b="1">
                        <a:solidFill>
                          <a:schemeClr val="bg1"/>
                        </a:solidFill>
                      </a:endParaRPr>
                    </a:p>
                  </a:txBody>
                  <a:tcPr marL="90000" marR="90000" marT="46800" marB="4680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u="none" strike="noStrike" kern="1200" cap="none" spc="0" normalizeH="0" baseline="0" noProof="0">
                          <a:ln>
                            <a:noFill/>
                          </a:ln>
                          <a:solidFill>
                            <a:schemeClr val="bg1"/>
                          </a:solidFill>
                          <a:effectLst/>
                          <a:uLnTx/>
                          <a:uFillTx/>
                        </a:rPr>
                        <a:t>Второй показатель</a:t>
                      </a:r>
                      <a:r>
                        <a:rPr kumimoji="0" lang="af-ZA" sz="1000" b="1" u="none" strike="noStrike" kern="1200" cap="none" spc="0" normalizeH="0" baseline="0" noProof="0">
                          <a:ln>
                            <a:noFill/>
                          </a:ln>
                          <a:solidFill>
                            <a:schemeClr val="bg1"/>
                          </a:solidFill>
                          <a:effectLst/>
                          <a:uLnTx/>
                          <a:uFillTx/>
                        </a:rPr>
                        <a:t>​​</a:t>
                      </a:r>
                      <a:endParaRPr kumimoji="0" lang="ru-RU" sz="1000" b="1" i="0" u="none" strike="noStrike" kern="1200" cap="none" spc="0" normalizeH="0" baseline="0" noProof="0">
                        <a:ln>
                          <a:noFill/>
                        </a:ln>
                        <a:solidFill>
                          <a:schemeClr val="bg1"/>
                        </a:solidFill>
                        <a:effectLst/>
                        <a:uLnTx/>
                        <a:uFillTx/>
                        <a:latin typeface="Arial"/>
                        <a:ea typeface="+mn-ea"/>
                        <a:cs typeface="+mn-cs"/>
                      </a:endParaRPr>
                    </a:p>
                  </a:txBody>
                  <a:tcPr marL="90000" marR="90000" marT="46800" marB="4680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000" b="1" u="none" strike="noStrike" kern="1200" cap="none" spc="0" normalizeH="0" baseline="0" noProof="0">
                          <a:ln>
                            <a:noFill/>
                          </a:ln>
                          <a:solidFill>
                            <a:schemeClr val="bg1"/>
                          </a:solidFill>
                          <a:effectLst/>
                          <a:uLnTx/>
                          <a:uFillTx/>
                        </a:rPr>
                        <a:t>Третий показатель</a:t>
                      </a:r>
                      <a:r>
                        <a:rPr kumimoji="0" lang="af-ZA" sz="1000" b="1" u="none" strike="noStrike" kern="1200" cap="none" spc="0" normalizeH="0" baseline="0" noProof="0">
                          <a:ln>
                            <a:noFill/>
                          </a:ln>
                          <a:solidFill>
                            <a:schemeClr val="bg1"/>
                          </a:solidFill>
                          <a:effectLst/>
                          <a:uLnTx/>
                          <a:uFillTx/>
                        </a:rPr>
                        <a:t>​​</a:t>
                      </a:r>
                      <a:endParaRPr kumimoji="0" lang="ru-RU" sz="1000" b="1" i="0" u="none" strike="noStrike" kern="1200" cap="none" spc="0" normalizeH="0" baseline="0" noProof="0">
                        <a:ln>
                          <a:noFill/>
                        </a:ln>
                        <a:solidFill>
                          <a:schemeClr val="bg1"/>
                        </a:solidFill>
                        <a:effectLst/>
                        <a:uLnTx/>
                        <a:uFillTx/>
                        <a:latin typeface="Arial"/>
                        <a:ea typeface="+mn-ea"/>
                        <a:cs typeface="+mn-cs"/>
                      </a:endParaRPr>
                    </a:p>
                  </a:txBody>
                  <a:tcPr marL="90000" marR="90000" marT="46800" marB="46800" anchor="ctr"/>
                </a:tc>
                <a:tc>
                  <a:txBody>
                    <a:bodyPr/>
                    <a:lstStyle/>
                    <a:p>
                      <a:pPr marL="0" marR="0" lvl="0" indent="0" algn="r" rtl="0">
                        <a:lnSpc>
                          <a:spcPct val="100000"/>
                        </a:lnSpc>
                        <a:spcBef>
                          <a:spcPts val="0"/>
                        </a:spcBef>
                        <a:spcAft>
                          <a:spcPts val="0"/>
                        </a:spcAft>
                        <a:buClrTx/>
                        <a:buSzTx/>
                        <a:buFontTx/>
                        <a:buNone/>
                      </a:pPr>
                      <a:r>
                        <a:rPr lang="ru-RU" sz="1000" b="1">
                          <a:solidFill>
                            <a:schemeClr val="bg1"/>
                          </a:solidFill>
                        </a:rPr>
                        <a:t>Четвёртый показатель</a:t>
                      </a:r>
                      <a:r>
                        <a:rPr lang="af-ZA" sz="1000" b="1">
                          <a:solidFill>
                            <a:schemeClr val="bg1"/>
                          </a:solidFill>
                        </a:rPr>
                        <a:t>​​</a:t>
                      </a:r>
                      <a:endParaRPr lang="ru-RU" sz="1000" b="1">
                        <a:solidFill>
                          <a:schemeClr val="bg1"/>
                        </a:solidFill>
                      </a:endParaRPr>
                    </a:p>
                  </a:txBody>
                  <a:tcPr marL="90000" marR="90000" marT="46800" marB="46800" anchor="ctr"/>
                </a:tc>
                <a:extLst>
                  <a:ext uri="{0D108BD9-81ED-4DB2-BD59-A6C34878D82A}">
                    <a16:rowId xmlns:a16="http://schemas.microsoft.com/office/drawing/2014/main" val="1944209755"/>
                  </a:ext>
                </a:extLst>
              </a:tr>
              <a:tr h="361848">
                <a:tc>
                  <a:txBody>
                    <a:bodyPr/>
                    <a:lstStyle/>
                    <a:p>
                      <a:pPr lvl="0" algn="l" rtl="0">
                        <a:buNone/>
                      </a:pPr>
                      <a:r>
                        <a:rPr lang="ru-RU" sz="1000"/>
                        <a:t>Наименование</a:t>
                      </a:r>
                    </a:p>
                  </a:txBody>
                  <a:tcPr marL="90000" marR="90000" marT="46800" marB="46800"/>
                </a:tc>
                <a:tc>
                  <a:txBody>
                    <a:bodyPr/>
                    <a:lstStyle/>
                    <a:p>
                      <a:pPr lvl="0" algn="r">
                        <a:buNone/>
                      </a:pPr>
                      <a:r>
                        <a:rPr lang="ru-RU" sz="1000">
                          <a:solidFill>
                            <a:schemeClr val="tx1"/>
                          </a:solidFill>
                        </a:rPr>
                        <a:t>79,6%</a:t>
                      </a: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lvl="0" algn="r">
                        <a:buNone/>
                      </a:pPr>
                      <a:r>
                        <a:rPr lang="ru-RU" sz="1000">
                          <a:solidFill>
                            <a:schemeClr val="tx1"/>
                          </a:solidFill>
                        </a:rPr>
                        <a:t>79,6%</a:t>
                      </a:r>
                    </a:p>
                  </a:txBody>
                  <a:tcPr marL="90000" marR="90000" marT="46800" marB="46800"/>
                </a:tc>
                <a:tc>
                  <a:txBody>
                    <a:bodyPr/>
                    <a:lstStyle/>
                    <a:p>
                      <a:pPr lvl="0" algn="r">
                        <a:buNone/>
                      </a:pPr>
                      <a:r>
                        <a:rPr lang="ru-RU" sz="1000">
                          <a:solidFill>
                            <a:schemeClr val="tx1"/>
                          </a:solidFill>
                        </a:rPr>
                        <a:t>82,2%</a:t>
                      </a:r>
                    </a:p>
                  </a:txBody>
                  <a:tcPr marL="90000" marR="90000" marT="46800" marB="46800"/>
                </a:tc>
                <a:extLst>
                  <a:ext uri="{0D108BD9-81ED-4DB2-BD59-A6C34878D82A}">
                    <a16:rowId xmlns:a16="http://schemas.microsoft.com/office/drawing/2014/main" val="980090632"/>
                  </a:ext>
                </a:extLst>
              </a:tr>
              <a:tr h="361848">
                <a:tc>
                  <a:txBody>
                    <a:bodyPr/>
                    <a:lstStyle/>
                    <a:p>
                      <a:pPr lvl="0" algn="l">
                        <a:buNone/>
                      </a:pPr>
                      <a:r>
                        <a:rPr lang="ru-RU" sz="1000"/>
                        <a:t>Наименование</a:t>
                      </a:r>
                    </a:p>
                  </a:txBody>
                  <a:tcPr marL="90000" marR="90000" marT="46800" marB="46800"/>
                </a:tc>
                <a:tc>
                  <a:txBody>
                    <a:bodyPr/>
                    <a:lstStyle/>
                    <a:p>
                      <a:pPr lvl="0" algn="r">
                        <a:buNone/>
                      </a:pPr>
                      <a:r>
                        <a:rPr lang="ru-RU" sz="1000">
                          <a:solidFill>
                            <a:schemeClr val="tx1"/>
                          </a:solidFill>
                        </a:rPr>
                        <a:t>97,1%</a:t>
                      </a:r>
                    </a:p>
                  </a:txBody>
                  <a:tcPr marL="90000" marR="90000" marT="46800" marB="46800"/>
                </a:tc>
                <a:tc>
                  <a:txBody>
                    <a:bodyPr/>
                    <a:lstStyle/>
                    <a:p>
                      <a:pPr lvl="0" algn="r">
                        <a:buNone/>
                      </a:pPr>
                      <a:r>
                        <a:rPr lang="ru-RU" sz="1000">
                          <a:solidFill>
                            <a:schemeClr val="tx1"/>
                          </a:solidFill>
                        </a:rPr>
                        <a:t>n/a</a:t>
                      </a:r>
                    </a:p>
                  </a:txBody>
                  <a:tcPr marL="90000" marR="90000" marT="46800" marB="46800"/>
                </a:tc>
                <a:tc>
                  <a:txBody>
                    <a:bodyPr/>
                    <a:lstStyle/>
                    <a:p>
                      <a:pPr lvl="0" algn="r">
                        <a:buNone/>
                      </a:pPr>
                      <a:r>
                        <a:rPr lang="ru-RU" sz="1000">
                          <a:solidFill>
                            <a:schemeClr val="tx1"/>
                          </a:solidFill>
                        </a:rPr>
                        <a:t>97,1%</a:t>
                      </a:r>
                    </a:p>
                  </a:txBody>
                  <a:tcPr marL="90000" marR="90000" marT="46800" marB="46800"/>
                </a:tc>
                <a:tc>
                  <a:txBody>
                    <a:bodyPr/>
                    <a:lstStyle/>
                    <a:p>
                      <a:pPr lvl="0" algn="r">
                        <a:buNone/>
                      </a:pPr>
                      <a:r>
                        <a:rPr lang="ru-RU" sz="1000">
                          <a:solidFill>
                            <a:schemeClr val="tx1"/>
                          </a:solidFill>
                        </a:rPr>
                        <a:t>n/a</a:t>
                      </a:r>
                    </a:p>
                  </a:txBody>
                  <a:tcPr marL="90000" marR="90000" marT="46800" marB="46800"/>
                </a:tc>
                <a:extLst>
                  <a:ext uri="{0D108BD9-81ED-4DB2-BD59-A6C34878D82A}">
                    <a16:rowId xmlns:a16="http://schemas.microsoft.com/office/drawing/2014/main" val="3818846902"/>
                  </a:ext>
                </a:extLst>
              </a:tr>
              <a:tr h="361848">
                <a:tc>
                  <a:txBody>
                    <a:bodyPr/>
                    <a:lstStyle/>
                    <a:p>
                      <a:pPr lvl="0" algn="l">
                        <a:buNone/>
                      </a:pPr>
                      <a:r>
                        <a:rPr lang="ru-RU" sz="1000"/>
                        <a:t>Наименование</a:t>
                      </a:r>
                    </a:p>
                  </a:txBody>
                  <a:tcPr marL="90000" marR="90000" marT="46800" marB="46800"/>
                </a:tc>
                <a:tc>
                  <a:txBody>
                    <a:bodyPr/>
                    <a:lstStyle/>
                    <a:p>
                      <a:pPr lvl="0" algn="r">
                        <a:buNone/>
                      </a:pPr>
                      <a:r>
                        <a:rPr lang="en-US" sz="1000">
                          <a:solidFill>
                            <a:schemeClr val="tx1"/>
                          </a:solidFill>
                        </a:rPr>
                        <a:t>89%</a:t>
                      </a:r>
                      <a:endParaRPr lang="ru-RU" sz="1000">
                        <a:solidFill>
                          <a:schemeClr val="tx1"/>
                        </a:solidFill>
                      </a:endParaRPr>
                    </a:p>
                  </a:txBody>
                  <a:tcPr marL="90000" marR="90000" marT="46800" marB="46800"/>
                </a:tc>
                <a:tc>
                  <a:txBody>
                    <a:bodyPr/>
                    <a:lstStyle/>
                    <a:p>
                      <a:pPr lvl="0" algn="r">
                        <a:buNone/>
                      </a:pPr>
                      <a:r>
                        <a:rPr lang="en-US" sz="1000">
                          <a:solidFill>
                            <a:schemeClr val="tx1"/>
                          </a:solidFill>
                        </a:rPr>
                        <a:t>90%</a:t>
                      </a:r>
                      <a:endParaRPr lang="ru-RU" sz="1000">
                        <a:solidFill>
                          <a:schemeClr val="tx1"/>
                        </a:solidFill>
                      </a:endParaRPr>
                    </a:p>
                  </a:txBody>
                  <a:tcPr marL="90000" marR="90000" marT="46800" marB="46800"/>
                </a:tc>
                <a:tc>
                  <a:txBody>
                    <a:bodyPr/>
                    <a:lstStyle/>
                    <a:p>
                      <a:pPr lvl="0" algn="r">
                        <a:buNone/>
                      </a:pPr>
                      <a:r>
                        <a:rPr lang="en-US" sz="1000">
                          <a:solidFill>
                            <a:schemeClr val="tx1"/>
                          </a:solidFill>
                        </a:rPr>
                        <a:t>89%</a:t>
                      </a:r>
                      <a:endParaRPr lang="ru-RU" sz="1000">
                        <a:solidFill>
                          <a:schemeClr val="tx1"/>
                        </a:solidFill>
                      </a:endParaRPr>
                    </a:p>
                  </a:txBody>
                  <a:tcPr marL="90000" marR="90000" marT="46800" marB="46800"/>
                </a:tc>
                <a:tc>
                  <a:txBody>
                    <a:bodyPr/>
                    <a:lstStyle/>
                    <a:p>
                      <a:pPr lvl="0" algn="r">
                        <a:buNone/>
                      </a:pPr>
                      <a:r>
                        <a:rPr lang="en-US" sz="1000">
                          <a:solidFill>
                            <a:schemeClr val="tx1"/>
                          </a:solidFill>
                        </a:rPr>
                        <a:t>90%</a:t>
                      </a:r>
                      <a:endParaRPr lang="ru-RU" sz="1000">
                        <a:solidFill>
                          <a:schemeClr val="tx1"/>
                        </a:solidFill>
                      </a:endParaRPr>
                    </a:p>
                  </a:txBody>
                  <a:tcPr marL="90000" marR="90000" marT="46800" marB="46800"/>
                </a:tc>
                <a:extLst>
                  <a:ext uri="{0D108BD9-81ED-4DB2-BD59-A6C34878D82A}">
                    <a16:rowId xmlns:a16="http://schemas.microsoft.com/office/drawing/2014/main" val="3079931719"/>
                  </a:ext>
                </a:extLst>
              </a:tr>
              <a:tr h="361848">
                <a:tc>
                  <a:txBody>
                    <a:bodyPr/>
                    <a:lstStyle/>
                    <a:p>
                      <a:pPr lvl="0" algn="l">
                        <a:buNone/>
                      </a:pPr>
                      <a:r>
                        <a:rPr lang="ru-RU" sz="1000"/>
                        <a:t>Наименование</a:t>
                      </a:r>
                    </a:p>
                  </a:txBody>
                  <a:tcPr marL="90000" marR="90000" marT="46800" marB="46800"/>
                </a:tc>
                <a:tc>
                  <a:txBody>
                    <a:bodyPr/>
                    <a:lstStyle/>
                    <a:p>
                      <a:pPr lvl="0" algn="r">
                        <a:buNone/>
                      </a:pPr>
                      <a:r>
                        <a:rPr lang="ru-RU" sz="1000">
                          <a:solidFill>
                            <a:schemeClr val="tx1"/>
                          </a:solidFill>
                        </a:rPr>
                        <a:t>90%</a:t>
                      </a:r>
                    </a:p>
                  </a:txBody>
                  <a:tcPr marL="90000" marR="90000" marT="46800" marB="46800"/>
                </a:tc>
                <a:tc>
                  <a:txBody>
                    <a:bodyPr/>
                    <a:lstStyle/>
                    <a:p>
                      <a:pPr lvl="0" algn="r">
                        <a:buNone/>
                      </a:pPr>
                      <a:r>
                        <a:rPr lang="ru-RU" sz="1000">
                          <a:solidFill>
                            <a:schemeClr val="tx1"/>
                          </a:solidFill>
                        </a:rPr>
                        <a:t>92%</a:t>
                      </a:r>
                    </a:p>
                  </a:txBody>
                  <a:tcPr marL="90000" marR="90000" marT="46800" marB="46800"/>
                </a:tc>
                <a:tc>
                  <a:txBody>
                    <a:bodyPr/>
                    <a:lstStyle/>
                    <a:p>
                      <a:pPr lvl="0" algn="r">
                        <a:buNone/>
                      </a:pPr>
                      <a:r>
                        <a:rPr lang="ru-RU" sz="1000">
                          <a:solidFill>
                            <a:schemeClr val="tx1"/>
                          </a:solidFill>
                        </a:rPr>
                        <a:t>90%</a:t>
                      </a:r>
                    </a:p>
                  </a:txBody>
                  <a:tcPr marL="90000" marR="90000" marT="46800" marB="46800"/>
                </a:tc>
                <a:tc>
                  <a:txBody>
                    <a:bodyPr/>
                    <a:lstStyle/>
                    <a:p>
                      <a:pPr lvl="0" algn="r">
                        <a:buNone/>
                      </a:pPr>
                      <a:r>
                        <a:rPr lang="ru-RU" sz="1000">
                          <a:solidFill>
                            <a:schemeClr val="tx1"/>
                          </a:solidFill>
                        </a:rPr>
                        <a:t>92%</a:t>
                      </a:r>
                    </a:p>
                  </a:txBody>
                  <a:tcPr marL="90000" marR="90000" marT="46800" marB="46800"/>
                </a:tc>
                <a:extLst>
                  <a:ext uri="{0D108BD9-81ED-4DB2-BD59-A6C34878D82A}">
                    <a16:rowId xmlns:a16="http://schemas.microsoft.com/office/drawing/2014/main" val="1079398701"/>
                  </a:ext>
                </a:extLst>
              </a:tr>
            </a:tbl>
          </a:graphicData>
        </a:graphic>
      </p:graphicFrame>
      <p:sp>
        <p:nvSpPr>
          <p:cNvPr id="3" name="TextBox 2">
            <a:extLst>
              <a:ext uri="{FF2B5EF4-FFF2-40B4-BE49-F238E27FC236}">
                <a16:creationId xmlns:a16="http://schemas.microsoft.com/office/drawing/2014/main" id="{DC2D07BA-514C-1300-78A6-E97E1706FDA0}"/>
              </a:ext>
            </a:extLst>
          </p:cNvPr>
          <p:cNvSpPr txBox="1"/>
          <p:nvPr/>
        </p:nvSpPr>
        <p:spPr>
          <a:xfrm>
            <a:off x="889492" y="1694912"/>
            <a:ext cx="4762010" cy="215444"/>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подзаголовок</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5" name="Диаграмма 4">
            <a:extLst>
              <a:ext uri="{FF2B5EF4-FFF2-40B4-BE49-F238E27FC236}">
                <a16:creationId xmlns:a16="http://schemas.microsoft.com/office/drawing/2014/main" id="{50DC2312-A076-2E1A-2073-01A2C3558AB1}"/>
              </a:ext>
            </a:extLst>
          </p:cNvPr>
          <p:cNvGraphicFramePr/>
          <p:nvPr/>
        </p:nvGraphicFramePr>
        <p:xfrm>
          <a:off x="861219" y="1866372"/>
          <a:ext cx="4536281" cy="224842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Диаграмма 14">
            <a:extLst>
              <a:ext uri="{FF2B5EF4-FFF2-40B4-BE49-F238E27FC236}">
                <a16:creationId xmlns:a16="http://schemas.microsoft.com/office/drawing/2014/main" id="{C4DDC58F-C0C6-4811-AB92-AAB18B65B845}"/>
              </a:ext>
            </a:extLst>
          </p:cNvPr>
          <p:cNvGraphicFramePr/>
          <p:nvPr/>
        </p:nvGraphicFramePr>
        <p:xfrm>
          <a:off x="6345727" y="2084442"/>
          <a:ext cx="4580241" cy="2030357"/>
        </p:xfrm>
        <a:graphic>
          <a:graphicData uri="http://schemas.openxmlformats.org/drawingml/2006/chart">
            <c:chart xmlns:c="http://schemas.openxmlformats.org/drawingml/2006/chart" xmlns:r="http://schemas.openxmlformats.org/officeDocument/2006/relationships" r:id="rId3"/>
          </a:graphicData>
        </a:graphic>
      </p:graphicFrame>
      <p:sp>
        <p:nvSpPr>
          <p:cNvPr id="6" name="Нижний колонтитул 5">
            <a:extLst>
              <a:ext uri="{FF2B5EF4-FFF2-40B4-BE49-F238E27FC236}">
                <a16:creationId xmlns:a16="http://schemas.microsoft.com/office/drawing/2014/main" id="{C30149FD-F2A8-D3C6-0DBA-CF67B22174D5}"/>
              </a:ext>
            </a:extLst>
          </p:cNvPr>
          <p:cNvSpPr>
            <a:spLocks noGrp="1"/>
          </p:cNvSpPr>
          <p:nvPr>
            <p:ph type="ftr" sz="quarter" idx="11"/>
          </p:nvPr>
        </p:nvSpPr>
        <p:spPr/>
        <p:txBody>
          <a:bodyPr/>
          <a:lstStyle/>
          <a:p>
            <a:endParaRPr lang="ru-RU"/>
          </a:p>
        </p:txBody>
      </p:sp>
      <p:sp>
        <p:nvSpPr>
          <p:cNvPr id="8" name="Номер слайда 7">
            <a:extLst>
              <a:ext uri="{FF2B5EF4-FFF2-40B4-BE49-F238E27FC236}">
                <a16:creationId xmlns:a16="http://schemas.microsoft.com/office/drawing/2014/main" id="{3E36F4AF-8D93-89B3-AA89-824A6C898926}"/>
              </a:ext>
            </a:extLst>
          </p:cNvPr>
          <p:cNvSpPr>
            <a:spLocks noGrp="1"/>
          </p:cNvSpPr>
          <p:nvPr>
            <p:ph type="sldNum" sz="quarter" idx="12"/>
          </p:nvPr>
        </p:nvSpPr>
        <p:spPr/>
        <p:txBody>
          <a:bodyPr/>
          <a:lstStyle/>
          <a:p>
            <a:fld id="{EB5249F5-0093-48B0-B996-C4E44A87EAFB}" type="slidenum">
              <a:rPr lang="ru-RU" smtClean="0"/>
              <a:pPr/>
              <a:t>53</a:t>
            </a:fld>
            <a:endParaRPr lang="ru-RU"/>
          </a:p>
        </p:txBody>
      </p:sp>
    </p:spTree>
    <p:extLst>
      <p:ext uri="{BB962C8B-B14F-4D97-AF65-F5344CB8AC3E}">
        <p14:creationId xmlns:p14="http://schemas.microsoft.com/office/powerpoint/2010/main" val="10973794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скругленные углы 12">
            <a:extLst>
              <a:ext uri="{FF2B5EF4-FFF2-40B4-BE49-F238E27FC236}">
                <a16:creationId xmlns:a16="http://schemas.microsoft.com/office/drawing/2014/main" id="{051C4CA5-0AA4-4613-811D-7B225A216C20}"/>
              </a:ext>
            </a:extLst>
          </p:cNvPr>
          <p:cNvSpPr/>
          <p:nvPr/>
        </p:nvSpPr>
        <p:spPr>
          <a:xfrm>
            <a:off x="6554056" y="1512895"/>
            <a:ext cx="5011738" cy="2232000"/>
          </a:xfrm>
          <a:prstGeom prst="roundRect">
            <a:avLst>
              <a:gd name="adj" fmla="val 1045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 name="TextBox 13">
            <a:extLst>
              <a:ext uri="{FF2B5EF4-FFF2-40B4-BE49-F238E27FC236}">
                <a16:creationId xmlns:a16="http://schemas.microsoft.com/office/drawing/2014/main" id="{2C37B78E-C7FD-48F8-A8CA-19CAECA81E43}"/>
              </a:ext>
            </a:extLst>
          </p:cNvPr>
          <p:cNvSpPr txBox="1"/>
          <p:nvPr/>
        </p:nvSpPr>
        <p:spPr>
          <a:xfrm>
            <a:off x="6803784" y="1675665"/>
            <a:ext cx="4762010" cy="215444"/>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подзаголовок</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Номер слайда 3">
            <a:extLst>
              <a:ext uri="{FF2B5EF4-FFF2-40B4-BE49-F238E27FC236}">
                <a16:creationId xmlns:a16="http://schemas.microsoft.com/office/drawing/2014/main" id="{43E6A2B5-D06B-46C1-A5DE-B86D36EAD16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5249F5-0093-48B0-B996-C4E44A87EAFB}" type="slidenum">
              <a:rPr kumimoji="0" lang="ru-RU" sz="1200" b="0" i="0" u="none" strike="noStrike" kern="1200" cap="none" spc="0" normalizeH="0" baseline="0" noProof="0" smtClean="0">
                <a:ln>
                  <a:noFill/>
                </a:ln>
                <a:solidFill>
                  <a:srgbClr val="5A6C7D"/>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ru-RU" sz="1200" b="0" i="0" u="none" strike="noStrike" kern="1200" cap="none" spc="0" normalizeH="0" baseline="0" noProof="0">
              <a:ln>
                <a:noFill/>
              </a:ln>
              <a:solidFill>
                <a:srgbClr val="5A6C7D"/>
              </a:solidFill>
              <a:effectLst/>
              <a:uLnTx/>
              <a:uFillTx/>
              <a:latin typeface="Arial"/>
              <a:ea typeface="+mn-ea"/>
              <a:cs typeface="+mn-cs"/>
            </a:endParaRPr>
          </a:p>
        </p:txBody>
      </p:sp>
      <p:sp>
        <p:nvSpPr>
          <p:cNvPr id="5" name="Заголовок 4">
            <a:extLst>
              <a:ext uri="{FF2B5EF4-FFF2-40B4-BE49-F238E27FC236}">
                <a16:creationId xmlns:a16="http://schemas.microsoft.com/office/drawing/2014/main" id="{93A33462-5658-46A9-BB21-965E59CDA391}"/>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7" name="Прямоугольник: скругленные углы 6">
            <a:extLst>
              <a:ext uri="{FF2B5EF4-FFF2-40B4-BE49-F238E27FC236}">
                <a16:creationId xmlns:a16="http://schemas.microsoft.com/office/drawing/2014/main" id="{795B8584-22AD-493B-9E6F-E0AFD3CC54E8}"/>
              </a:ext>
            </a:extLst>
          </p:cNvPr>
          <p:cNvSpPr/>
          <p:nvPr/>
        </p:nvSpPr>
        <p:spPr>
          <a:xfrm>
            <a:off x="6554056" y="4009860"/>
            <a:ext cx="5011738" cy="2232000"/>
          </a:xfrm>
          <a:prstGeom prst="roundRect">
            <a:avLst>
              <a:gd name="adj" fmla="val 1045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8" name="TextBox 7">
            <a:extLst>
              <a:ext uri="{FF2B5EF4-FFF2-40B4-BE49-F238E27FC236}">
                <a16:creationId xmlns:a16="http://schemas.microsoft.com/office/drawing/2014/main" id="{AB4957B0-BB54-4A10-A59E-238FD7A414F3}"/>
              </a:ext>
            </a:extLst>
          </p:cNvPr>
          <p:cNvSpPr txBox="1"/>
          <p:nvPr/>
        </p:nvSpPr>
        <p:spPr>
          <a:xfrm>
            <a:off x="6803784" y="4172630"/>
            <a:ext cx="4762010" cy="215444"/>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подзаголовок</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1" name="Диаграмма 10">
            <a:extLst>
              <a:ext uri="{FF2B5EF4-FFF2-40B4-BE49-F238E27FC236}">
                <a16:creationId xmlns:a16="http://schemas.microsoft.com/office/drawing/2014/main" id="{272DDA8A-A758-4AE1-8B8B-1DBC8AF5CCAB}"/>
              </a:ext>
            </a:extLst>
          </p:cNvPr>
          <p:cNvGraphicFramePr/>
          <p:nvPr/>
        </p:nvGraphicFramePr>
        <p:xfrm>
          <a:off x="6775511" y="1783387"/>
          <a:ext cx="4536281" cy="182853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Диаграмма 11">
            <a:extLst>
              <a:ext uri="{FF2B5EF4-FFF2-40B4-BE49-F238E27FC236}">
                <a16:creationId xmlns:a16="http://schemas.microsoft.com/office/drawing/2014/main" id="{94497C3B-98AA-485B-B084-D8839EDACBA6}"/>
              </a:ext>
            </a:extLst>
          </p:cNvPr>
          <p:cNvGraphicFramePr/>
          <p:nvPr/>
        </p:nvGraphicFramePr>
        <p:xfrm>
          <a:off x="6803783" y="4472187"/>
          <a:ext cx="4580241" cy="16511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Таблица 4">
            <a:extLst>
              <a:ext uri="{FF2B5EF4-FFF2-40B4-BE49-F238E27FC236}">
                <a16:creationId xmlns:a16="http://schemas.microsoft.com/office/drawing/2014/main" id="{A18538B1-00E2-4CC7-ADCE-AC1925954FDA}"/>
              </a:ext>
            </a:extLst>
          </p:cNvPr>
          <p:cNvGraphicFramePr>
            <a:graphicFrameLocks noGrp="1"/>
          </p:cNvGraphicFramePr>
          <p:nvPr/>
        </p:nvGraphicFramePr>
        <p:xfrm>
          <a:off x="638627" y="1520825"/>
          <a:ext cx="5457376" cy="4741865"/>
        </p:xfrm>
        <a:graphic>
          <a:graphicData uri="http://schemas.openxmlformats.org/drawingml/2006/table">
            <a:tbl>
              <a:tblPr firstRow="1" bandRow="1">
                <a:tableStyleId>{914A2982-056F-4F8E-A7C0-7B2B0B0CB698}</a:tableStyleId>
              </a:tblPr>
              <a:tblGrid>
                <a:gridCol w="1135744">
                  <a:extLst>
                    <a:ext uri="{9D8B030D-6E8A-4147-A177-3AD203B41FA5}">
                      <a16:colId xmlns:a16="http://schemas.microsoft.com/office/drawing/2014/main" val="594922317"/>
                    </a:ext>
                  </a:extLst>
                </a:gridCol>
                <a:gridCol w="540204">
                  <a:extLst>
                    <a:ext uri="{9D8B030D-6E8A-4147-A177-3AD203B41FA5}">
                      <a16:colId xmlns:a16="http://schemas.microsoft.com/office/drawing/2014/main" val="4104067388"/>
                    </a:ext>
                  </a:extLst>
                </a:gridCol>
                <a:gridCol w="540204">
                  <a:extLst>
                    <a:ext uri="{9D8B030D-6E8A-4147-A177-3AD203B41FA5}">
                      <a16:colId xmlns:a16="http://schemas.microsoft.com/office/drawing/2014/main" val="789915689"/>
                    </a:ext>
                  </a:extLst>
                </a:gridCol>
                <a:gridCol w="540204">
                  <a:extLst>
                    <a:ext uri="{9D8B030D-6E8A-4147-A177-3AD203B41FA5}">
                      <a16:colId xmlns:a16="http://schemas.microsoft.com/office/drawing/2014/main" val="20676461"/>
                    </a:ext>
                  </a:extLst>
                </a:gridCol>
                <a:gridCol w="540204">
                  <a:extLst>
                    <a:ext uri="{9D8B030D-6E8A-4147-A177-3AD203B41FA5}">
                      <a16:colId xmlns:a16="http://schemas.microsoft.com/office/drawing/2014/main" val="1292655276"/>
                    </a:ext>
                  </a:extLst>
                </a:gridCol>
                <a:gridCol w="540204">
                  <a:extLst>
                    <a:ext uri="{9D8B030D-6E8A-4147-A177-3AD203B41FA5}">
                      <a16:colId xmlns:a16="http://schemas.microsoft.com/office/drawing/2014/main" val="3141902399"/>
                    </a:ext>
                  </a:extLst>
                </a:gridCol>
                <a:gridCol w="540204">
                  <a:extLst>
                    <a:ext uri="{9D8B030D-6E8A-4147-A177-3AD203B41FA5}">
                      <a16:colId xmlns:a16="http://schemas.microsoft.com/office/drawing/2014/main" val="3896538928"/>
                    </a:ext>
                  </a:extLst>
                </a:gridCol>
                <a:gridCol w="540204">
                  <a:extLst>
                    <a:ext uri="{9D8B030D-6E8A-4147-A177-3AD203B41FA5}">
                      <a16:colId xmlns:a16="http://schemas.microsoft.com/office/drawing/2014/main" val="3060938176"/>
                    </a:ext>
                  </a:extLst>
                </a:gridCol>
                <a:gridCol w="540204">
                  <a:extLst>
                    <a:ext uri="{9D8B030D-6E8A-4147-A177-3AD203B41FA5}">
                      <a16:colId xmlns:a16="http://schemas.microsoft.com/office/drawing/2014/main" val="3959400991"/>
                    </a:ext>
                  </a:extLst>
                </a:gridCol>
              </a:tblGrid>
              <a:tr h="575065">
                <a:tc>
                  <a:txBody>
                    <a:bodyPr/>
                    <a:lstStyle/>
                    <a:p>
                      <a:pPr marL="0" marR="0" lvl="0" indent="0" algn="l" defTabSz="1300277" rtl="0" eaLnBrk="1" latinLnBrk="0" hangingPunct="1">
                        <a:lnSpc>
                          <a:spcPct val="100000"/>
                        </a:lnSpc>
                        <a:spcBef>
                          <a:spcPts val="0"/>
                        </a:spcBef>
                        <a:spcAft>
                          <a:spcPts val="0"/>
                        </a:spcAft>
                        <a:buClrTx/>
                        <a:buSzTx/>
                        <a:buFontTx/>
                        <a:buNone/>
                      </a:pPr>
                      <a:r>
                        <a:rPr lang="ru-RU" sz="1000" b="1">
                          <a:solidFill>
                            <a:schemeClr val="bg1"/>
                          </a:solidFill>
                        </a:rPr>
                        <a:t>Название </a:t>
                      </a:r>
                      <a:br>
                        <a:rPr lang="ru-RU" sz="1000" b="1">
                          <a:solidFill>
                            <a:schemeClr val="bg1"/>
                          </a:solidFill>
                        </a:rPr>
                      </a:br>
                      <a:r>
                        <a:rPr lang="ru-RU" sz="1000" b="1">
                          <a:solidFill>
                            <a:schemeClr val="bg1"/>
                          </a:solidFill>
                        </a:rPr>
                        <a:t>параметра</a:t>
                      </a:r>
                    </a:p>
                  </a:txBody>
                  <a:tcPr marL="90000" marR="90000" marT="46800" marB="46800" anchor="ctr"/>
                </a:tc>
                <a:tc>
                  <a:txBody>
                    <a:bodyPr/>
                    <a:lstStyle/>
                    <a:p>
                      <a:pPr marL="0" marR="0" lvl="0" indent="0" algn="r" rtl="0">
                        <a:lnSpc>
                          <a:spcPct val="100000"/>
                        </a:lnSpc>
                        <a:spcBef>
                          <a:spcPts val="0"/>
                        </a:spcBef>
                        <a:spcAft>
                          <a:spcPts val="0"/>
                        </a:spcAft>
                        <a:buClrTx/>
                        <a:buSzTx/>
                        <a:buFontTx/>
                        <a:buNone/>
                      </a:pPr>
                      <a:r>
                        <a:rPr lang="en-US" sz="1000" b="1"/>
                        <a:t>W1</a:t>
                      </a:r>
                      <a:endParaRPr lang="ru-RU" sz="1000" b="1"/>
                    </a:p>
                  </a:txBody>
                  <a:tcPr marL="90000" marR="90000" marT="46800" marB="46800" anchor="ctr"/>
                </a:tc>
                <a:tc>
                  <a:txBody>
                    <a:bodyPr/>
                    <a:lstStyle/>
                    <a:p>
                      <a:pPr marL="0" marR="0" lvl="0" indent="0" algn="r" rtl="0">
                        <a:lnSpc>
                          <a:spcPct val="100000"/>
                        </a:lnSpc>
                        <a:spcBef>
                          <a:spcPts val="0"/>
                        </a:spcBef>
                        <a:spcAft>
                          <a:spcPts val="0"/>
                        </a:spcAft>
                        <a:buClrTx/>
                        <a:buSzTx/>
                        <a:buFontTx/>
                        <a:buNone/>
                      </a:pPr>
                      <a:r>
                        <a:rPr lang="en-US" sz="1000" b="1"/>
                        <a:t>W2</a:t>
                      </a:r>
                      <a:endParaRPr lang="ru-RU" sz="1000" b="1"/>
                    </a:p>
                  </a:txBody>
                  <a:tcPr marL="90000" marR="90000" marT="46800" marB="46800" anchor="ctr"/>
                </a:tc>
                <a:tc>
                  <a:txBody>
                    <a:bodyPr/>
                    <a:lstStyle/>
                    <a:p>
                      <a:pPr marL="0" marR="0" lvl="0" indent="0" algn="r" rtl="0">
                        <a:lnSpc>
                          <a:spcPct val="100000"/>
                        </a:lnSpc>
                        <a:spcBef>
                          <a:spcPts val="0"/>
                        </a:spcBef>
                        <a:spcAft>
                          <a:spcPts val="0"/>
                        </a:spcAft>
                        <a:buClrTx/>
                        <a:buSzTx/>
                        <a:buFontTx/>
                        <a:buNone/>
                      </a:pPr>
                      <a:r>
                        <a:rPr lang="en-US" sz="1000" b="1"/>
                        <a:t>W3</a:t>
                      </a:r>
                      <a:endParaRPr lang="ru-RU" sz="1000" b="1"/>
                    </a:p>
                  </a:txBody>
                  <a:tcPr marL="90000" marR="90000" marT="46800" marB="46800" anchor="ctr"/>
                </a:tc>
                <a:tc>
                  <a:txBody>
                    <a:bodyPr/>
                    <a:lstStyle/>
                    <a:p>
                      <a:pPr marL="0" marR="0" lvl="0" indent="0" algn="r" rtl="0">
                        <a:lnSpc>
                          <a:spcPct val="100000"/>
                        </a:lnSpc>
                        <a:spcBef>
                          <a:spcPts val="0"/>
                        </a:spcBef>
                        <a:spcAft>
                          <a:spcPts val="0"/>
                        </a:spcAft>
                        <a:buClrTx/>
                        <a:buSzTx/>
                        <a:buFontTx/>
                        <a:buNone/>
                      </a:pPr>
                      <a:r>
                        <a:rPr lang="en-US" sz="1000" b="1"/>
                        <a:t>W4</a:t>
                      </a:r>
                      <a:endParaRPr lang="ru-RU" sz="1000" b="1"/>
                    </a:p>
                  </a:txBody>
                  <a:tcPr marL="90000" marR="90000" marT="46800" marB="4680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0" b="1"/>
                        <a:t>W5</a:t>
                      </a:r>
                      <a:endParaRPr lang="ru-RU" sz="1000" b="1"/>
                    </a:p>
                  </a:txBody>
                  <a:tcPr marL="90000" marR="90000" marT="46800" marB="4680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0" b="1"/>
                        <a:t>W6</a:t>
                      </a:r>
                      <a:endParaRPr lang="ru-RU" sz="1000" b="1"/>
                    </a:p>
                  </a:txBody>
                  <a:tcPr marL="90000" marR="90000" marT="46800" marB="4680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0" b="1"/>
                        <a:t>W7</a:t>
                      </a:r>
                      <a:endParaRPr lang="ru-RU" sz="1000" b="1"/>
                    </a:p>
                  </a:txBody>
                  <a:tcPr marL="90000" marR="90000" marT="46800" marB="4680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0" b="1"/>
                        <a:t>W8</a:t>
                      </a:r>
                      <a:endParaRPr lang="ru-RU" sz="1000" b="1"/>
                    </a:p>
                  </a:txBody>
                  <a:tcPr marL="90000" marR="90000" marT="46800" marB="46800" anchor="ctr"/>
                </a:tc>
                <a:extLst>
                  <a:ext uri="{0D108BD9-81ED-4DB2-BD59-A6C34878D82A}">
                    <a16:rowId xmlns:a16="http://schemas.microsoft.com/office/drawing/2014/main" val="2549931237"/>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93,4%</a:t>
                      </a:r>
                    </a:p>
                  </a:txBody>
                  <a:tcPr marL="90000" marR="90000" marT="46800" marB="46800"/>
                </a:tc>
                <a:tc>
                  <a:txBody>
                    <a:bodyPr/>
                    <a:lstStyle/>
                    <a:p>
                      <a:pPr lvl="0" algn="r">
                        <a:buNone/>
                      </a:pPr>
                      <a:r>
                        <a:rPr lang="ru-RU" sz="1000">
                          <a:solidFill>
                            <a:schemeClr val="tx1"/>
                          </a:solidFill>
                        </a:rPr>
                        <a:t>96,1%</a:t>
                      </a:r>
                    </a:p>
                  </a:txBody>
                  <a:tcPr marL="90000" marR="90000" marT="46800" marB="46800"/>
                </a:tc>
                <a:tc>
                  <a:txBody>
                    <a:bodyPr/>
                    <a:lstStyle/>
                    <a:p>
                      <a:pPr lvl="0" algn="r" rtl="0">
                        <a:buNone/>
                      </a:pPr>
                      <a:r>
                        <a:rPr lang="ru-RU" sz="1000">
                          <a:solidFill>
                            <a:schemeClr val="tx1"/>
                          </a:solidFill>
                        </a:rPr>
                        <a:t>-2,8%</a:t>
                      </a:r>
                    </a:p>
                  </a:txBody>
                  <a:tcPr marL="90000" marR="90000" marT="46800" marB="46800"/>
                </a:tc>
                <a:tc>
                  <a:txBody>
                    <a:bodyPr/>
                    <a:lstStyle/>
                    <a:p>
                      <a:pPr marL="0" lvl="0" algn="r" defTabSz="914400" rtl="0" eaLnBrk="1" latinLnBrk="0" hangingPunct="1">
                        <a:buNone/>
                      </a:pPr>
                      <a:r>
                        <a:rPr lang="en-US" sz="1000" kern="1200">
                          <a:solidFill>
                            <a:schemeClr val="tx1"/>
                          </a:solidFill>
                        </a:rPr>
                        <a:t>3%</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en-US" sz="1000">
                          <a:solidFill>
                            <a:schemeClr val="tx1"/>
                          </a:solidFill>
                        </a:rPr>
                        <a:t>89%</a:t>
                      </a:r>
                      <a:endParaRPr lang="ru-RU" sz="1000">
                        <a:solidFill>
                          <a:schemeClr val="tx1"/>
                        </a:solidFill>
                      </a:endParaRP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lvl="0" algn="r" rtl="0">
                        <a:buNone/>
                      </a:pPr>
                      <a:r>
                        <a:rPr lang="ru-RU" sz="1000">
                          <a:solidFill>
                            <a:schemeClr val="tx1"/>
                          </a:solidFill>
                        </a:rPr>
                        <a:t>-3,2%</a:t>
                      </a:r>
                    </a:p>
                  </a:txBody>
                  <a:tcPr marL="90000" marR="90000" marT="46800" marB="46800"/>
                </a:tc>
                <a:tc>
                  <a:txBody>
                    <a:bodyPr/>
                    <a:lstStyle/>
                    <a:p>
                      <a:pPr lvl="0" algn="r">
                        <a:buNone/>
                      </a:pPr>
                      <a:r>
                        <a:rPr lang="ru-RU" sz="1000">
                          <a:solidFill>
                            <a:schemeClr val="tx1"/>
                          </a:solidFill>
                        </a:rPr>
                        <a:t>96,1%</a:t>
                      </a:r>
                    </a:p>
                  </a:txBody>
                  <a:tcPr marL="90000" marR="90000" marT="46800" marB="46800"/>
                </a:tc>
                <a:extLst>
                  <a:ext uri="{0D108BD9-81ED-4DB2-BD59-A6C34878D82A}">
                    <a16:rowId xmlns:a16="http://schemas.microsoft.com/office/drawing/2014/main" val="1944209755"/>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79,6%</a:t>
                      </a: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lvl="0" algn="r" rtl="0">
                        <a:buNone/>
                      </a:pPr>
                      <a:r>
                        <a:rPr lang="ru-RU" sz="1000">
                          <a:solidFill>
                            <a:schemeClr val="tx1"/>
                          </a:solidFill>
                        </a:rPr>
                        <a:t>-3,2%</a:t>
                      </a:r>
                    </a:p>
                  </a:txBody>
                  <a:tcPr marL="90000" marR="90000" marT="46800" marB="46800"/>
                </a:tc>
                <a:tc>
                  <a:txBody>
                    <a:bodyPr/>
                    <a:lstStyle/>
                    <a:p>
                      <a:pPr marL="0" lvl="0" algn="r" defTabSz="914400" rtl="0" eaLnBrk="1" latinLnBrk="0" hangingPunct="1">
                        <a:buNone/>
                      </a:pPr>
                      <a:r>
                        <a:rPr lang="en-US" sz="1000" kern="1200">
                          <a:solidFill>
                            <a:schemeClr val="tx1"/>
                          </a:solidFill>
                        </a:rPr>
                        <a:t>2%</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90%</a:t>
                      </a:r>
                    </a:p>
                  </a:txBody>
                  <a:tcPr marL="90000" marR="90000" marT="46800" marB="46800"/>
                </a:tc>
                <a:tc>
                  <a:txBody>
                    <a:bodyPr/>
                    <a:lstStyle/>
                    <a:p>
                      <a:pPr lvl="0" algn="r">
                        <a:buNone/>
                      </a:pPr>
                      <a:r>
                        <a:rPr lang="ru-RU" sz="1000">
                          <a:solidFill>
                            <a:schemeClr val="tx1"/>
                          </a:solidFill>
                        </a:rPr>
                        <a:t>n/a</a:t>
                      </a:r>
                    </a:p>
                  </a:txBody>
                  <a:tcPr marL="90000" marR="90000" marT="46800" marB="46800"/>
                </a:tc>
                <a:tc>
                  <a:txBody>
                    <a:bodyPr/>
                    <a:lstStyle/>
                    <a:p>
                      <a:pPr lvl="0" algn="r" rtl="0">
                        <a:buNone/>
                      </a:pPr>
                      <a:r>
                        <a:rPr lang="ru-RU" sz="1000">
                          <a:solidFill>
                            <a:schemeClr val="tx1"/>
                          </a:solidFill>
                        </a:rPr>
                        <a:t>n/a</a:t>
                      </a:r>
                    </a:p>
                  </a:txBody>
                  <a:tcPr marL="90000" marR="90000" marT="46800" marB="46800"/>
                </a:tc>
                <a:tc>
                  <a:txBody>
                    <a:bodyPr/>
                    <a:lstStyle/>
                    <a:p>
                      <a:pPr lvl="0" algn="r">
                        <a:buNone/>
                      </a:pPr>
                      <a:r>
                        <a:rPr lang="ru-RU" sz="1000">
                          <a:solidFill>
                            <a:schemeClr val="tx1"/>
                          </a:solidFill>
                        </a:rPr>
                        <a:t>82,2%</a:t>
                      </a:r>
                    </a:p>
                  </a:txBody>
                  <a:tcPr marL="90000" marR="90000" marT="46800" marB="46800"/>
                </a:tc>
                <a:extLst>
                  <a:ext uri="{0D108BD9-81ED-4DB2-BD59-A6C34878D82A}">
                    <a16:rowId xmlns:a16="http://schemas.microsoft.com/office/drawing/2014/main" val="980090632"/>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97,1%</a:t>
                      </a:r>
                    </a:p>
                  </a:txBody>
                  <a:tcPr marL="90000" marR="90000" marT="46800" marB="46800">
                    <a:solidFill>
                      <a:srgbClr val="FCC4B8"/>
                    </a:solidFill>
                  </a:tcPr>
                </a:tc>
                <a:tc>
                  <a:txBody>
                    <a:bodyPr/>
                    <a:lstStyle/>
                    <a:p>
                      <a:pPr lvl="0" algn="r">
                        <a:buNone/>
                      </a:pPr>
                      <a:r>
                        <a:rPr lang="ru-RU" sz="1000">
                          <a:solidFill>
                            <a:schemeClr val="tx1"/>
                          </a:solidFill>
                        </a:rPr>
                        <a:t>n/a</a:t>
                      </a:r>
                    </a:p>
                  </a:txBody>
                  <a:tcPr marL="90000" marR="90000" marT="46800" marB="46800"/>
                </a:tc>
                <a:tc>
                  <a:txBody>
                    <a:bodyPr/>
                    <a:lstStyle/>
                    <a:p>
                      <a:pPr lvl="0" algn="r" rtl="0">
                        <a:buNone/>
                      </a:pPr>
                      <a:r>
                        <a:rPr lang="ru-RU" sz="1000">
                          <a:solidFill>
                            <a:schemeClr val="tx1"/>
                          </a:solidFill>
                        </a:rPr>
                        <a:t>n/a</a:t>
                      </a:r>
                    </a:p>
                  </a:txBody>
                  <a:tcPr marL="90000" marR="90000" marT="46800" marB="46800"/>
                </a:tc>
                <a:tc>
                  <a:txBody>
                    <a:bodyPr/>
                    <a:lstStyle/>
                    <a:p>
                      <a:pPr lvl="0" algn="r" rtl="0">
                        <a:buNone/>
                      </a:pPr>
                      <a:r>
                        <a:rPr lang="en-US" sz="1000">
                          <a:solidFill>
                            <a:schemeClr val="tx1"/>
                          </a:solidFill>
                        </a:rPr>
                        <a:t>n/a</a:t>
                      </a:r>
                      <a:endParaRPr lang="ru-RU" sz="1000">
                        <a:solidFill>
                          <a:schemeClr val="tx1"/>
                        </a:solidFill>
                      </a:endParaRPr>
                    </a:p>
                  </a:txBody>
                  <a:tcPr marL="90000" marR="90000" marT="46800" marB="46800"/>
                </a:tc>
                <a:tc>
                  <a:txBody>
                    <a:bodyPr/>
                    <a:lstStyle/>
                    <a:p>
                      <a:pPr lvl="0" algn="r">
                        <a:buNone/>
                      </a:pPr>
                      <a:r>
                        <a:rPr lang="ru-RU" sz="1000">
                          <a:solidFill>
                            <a:schemeClr val="tx1"/>
                          </a:solidFill>
                        </a:rPr>
                        <a:t>93,4%</a:t>
                      </a:r>
                    </a:p>
                  </a:txBody>
                  <a:tcPr marL="90000" marR="90000" marT="46800" marB="46800"/>
                </a:tc>
                <a:tc>
                  <a:txBody>
                    <a:bodyPr/>
                    <a:lstStyle/>
                    <a:p>
                      <a:pPr lvl="0" algn="r">
                        <a:buNone/>
                      </a:pPr>
                      <a:r>
                        <a:rPr lang="ru-RU" sz="1000">
                          <a:solidFill>
                            <a:schemeClr val="tx1"/>
                          </a:solidFill>
                        </a:rPr>
                        <a:t>96,1%</a:t>
                      </a:r>
                    </a:p>
                  </a:txBody>
                  <a:tcPr marL="90000" marR="90000" marT="46800" marB="46800"/>
                </a:tc>
                <a:tc>
                  <a:txBody>
                    <a:bodyPr/>
                    <a:lstStyle/>
                    <a:p>
                      <a:pPr marL="0" lvl="0" algn="r" defTabSz="914400" rtl="0" eaLnBrk="1" latinLnBrk="0" hangingPunct="1">
                        <a:buNone/>
                      </a:pPr>
                      <a:r>
                        <a:rPr lang="en-US" sz="1000" kern="1200">
                          <a:solidFill>
                            <a:schemeClr val="tx1"/>
                          </a:solidFill>
                        </a:rPr>
                        <a:t>-1%</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n/a</a:t>
                      </a:r>
                    </a:p>
                  </a:txBody>
                  <a:tcPr marL="90000" marR="90000" marT="46800" marB="46800"/>
                </a:tc>
                <a:extLst>
                  <a:ext uri="{0D108BD9-81ED-4DB2-BD59-A6C34878D82A}">
                    <a16:rowId xmlns:a16="http://schemas.microsoft.com/office/drawing/2014/main" val="3818846902"/>
                  </a:ext>
                </a:extLst>
              </a:tr>
              <a:tr h="378800">
                <a:tc>
                  <a:txBody>
                    <a:bodyPr/>
                    <a:lstStyle/>
                    <a:p>
                      <a:pPr lvl="0" algn="l">
                        <a:buNone/>
                      </a:pPr>
                      <a:r>
                        <a:rPr lang="ru-RU" sz="1000"/>
                        <a:t>Параметр</a:t>
                      </a:r>
                    </a:p>
                  </a:txBody>
                  <a:tcPr marL="90000" marR="90000" marT="46800" marB="46800"/>
                </a:tc>
                <a:tc>
                  <a:txBody>
                    <a:bodyPr/>
                    <a:lstStyle/>
                    <a:p>
                      <a:pPr lvl="0" algn="r">
                        <a:buNone/>
                      </a:pPr>
                      <a:r>
                        <a:rPr lang="en-US" sz="1000">
                          <a:solidFill>
                            <a:schemeClr val="tx1"/>
                          </a:solidFill>
                        </a:rPr>
                        <a:t>89%</a:t>
                      </a:r>
                      <a:endParaRPr lang="ru-RU" sz="1000">
                        <a:solidFill>
                          <a:schemeClr val="tx1"/>
                        </a:solidFill>
                      </a:endParaRPr>
                    </a:p>
                  </a:txBody>
                  <a:tcPr marL="90000" marR="90000" marT="46800" marB="46800"/>
                </a:tc>
                <a:tc>
                  <a:txBody>
                    <a:bodyPr/>
                    <a:lstStyle/>
                    <a:p>
                      <a:pPr lvl="0" algn="r">
                        <a:buNone/>
                      </a:pPr>
                      <a:r>
                        <a:rPr lang="en-US" sz="1000">
                          <a:solidFill>
                            <a:schemeClr val="tx1"/>
                          </a:solidFill>
                        </a:rPr>
                        <a:t>90%</a:t>
                      </a:r>
                      <a:endParaRPr lang="ru-RU" sz="1000">
                        <a:solidFill>
                          <a:schemeClr val="tx1"/>
                        </a:solidFill>
                      </a:endParaRPr>
                    </a:p>
                  </a:txBody>
                  <a:tcPr marL="90000" marR="90000" marT="46800" marB="46800"/>
                </a:tc>
                <a:tc>
                  <a:txBody>
                    <a:bodyPr/>
                    <a:lstStyle/>
                    <a:p>
                      <a:pPr marL="0" lvl="0" algn="r" defTabSz="914400" rtl="0" eaLnBrk="1" latinLnBrk="0" hangingPunct="1">
                        <a:buNone/>
                      </a:pPr>
                      <a:r>
                        <a:rPr lang="en-US" sz="1000" kern="1200">
                          <a:solidFill>
                            <a:schemeClr val="tx1"/>
                          </a:solidFill>
                        </a:rPr>
                        <a:t>-1%</a:t>
                      </a:r>
                      <a:endParaRPr lang="ru-RU" sz="1000" kern="1200">
                        <a:solidFill>
                          <a:schemeClr val="tx1"/>
                        </a:solidFill>
                        <a:latin typeface="+mn-lt"/>
                        <a:ea typeface="+mn-ea"/>
                        <a:cs typeface="+mn-cs"/>
                      </a:endParaRPr>
                    </a:p>
                  </a:txBody>
                  <a:tcPr marL="90000" marR="90000" marT="46800" marB="46800"/>
                </a:tc>
                <a:tc>
                  <a:txBody>
                    <a:bodyPr/>
                    <a:lstStyle/>
                    <a:p>
                      <a:pPr marL="0" lvl="0" algn="r" defTabSz="914400" rtl="0" eaLnBrk="1" latinLnBrk="0" hangingPunct="1">
                        <a:buNone/>
                      </a:pPr>
                      <a:r>
                        <a:rPr lang="en-US" sz="1000" kern="1200">
                          <a:solidFill>
                            <a:schemeClr val="tx1"/>
                          </a:solidFill>
                        </a:rPr>
                        <a:t>1%</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79,6%</a:t>
                      </a: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marL="0" lvl="0" algn="r" defTabSz="914400" rtl="0" eaLnBrk="1" latinLnBrk="0" hangingPunct="1">
                        <a:buNone/>
                      </a:pPr>
                      <a:r>
                        <a:rPr lang="ru-RU" sz="1000" kern="1200">
                          <a:solidFill>
                            <a:schemeClr val="tx1"/>
                          </a:solidFill>
                        </a:rPr>
                        <a:t>-2%</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en-US" sz="1000">
                          <a:solidFill>
                            <a:schemeClr val="tx1"/>
                          </a:solidFill>
                        </a:rPr>
                        <a:t>90%</a:t>
                      </a:r>
                      <a:endParaRPr lang="ru-RU" sz="1000">
                        <a:solidFill>
                          <a:schemeClr val="tx1"/>
                        </a:solidFill>
                      </a:endParaRPr>
                    </a:p>
                  </a:txBody>
                  <a:tcPr marL="90000" marR="90000" marT="46800" marB="46800"/>
                </a:tc>
                <a:extLst>
                  <a:ext uri="{0D108BD9-81ED-4DB2-BD59-A6C34878D82A}">
                    <a16:rowId xmlns:a16="http://schemas.microsoft.com/office/drawing/2014/main" val="3079931719"/>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90%</a:t>
                      </a:r>
                    </a:p>
                  </a:txBody>
                  <a:tcPr marL="90000" marR="90000" marT="46800" marB="46800"/>
                </a:tc>
                <a:tc>
                  <a:txBody>
                    <a:bodyPr/>
                    <a:lstStyle/>
                    <a:p>
                      <a:pPr lvl="0" algn="r">
                        <a:buNone/>
                      </a:pPr>
                      <a:r>
                        <a:rPr lang="ru-RU" sz="1000">
                          <a:solidFill>
                            <a:schemeClr val="tx1"/>
                          </a:solidFill>
                        </a:rPr>
                        <a:t>92%</a:t>
                      </a:r>
                    </a:p>
                  </a:txBody>
                  <a:tcPr marL="90000" marR="90000" marT="46800" marB="46800"/>
                </a:tc>
                <a:tc>
                  <a:txBody>
                    <a:bodyPr/>
                    <a:lstStyle/>
                    <a:p>
                      <a:pPr marL="0" lvl="0" algn="r" defTabSz="914400" rtl="0" eaLnBrk="1" latinLnBrk="0" hangingPunct="1">
                        <a:buNone/>
                      </a:pPr>
                      <a:r>
                        <a:rPr lang="ru-RU" sz="1000" kern="1200">
                          <a:solidFill>
                            <a:schemeClr val="tx1"/>
                          </a:solidFill>
                        </a:rPr>
                        <a:t>-2%</a:t>
                      </a:r>
                      <a:endParaRPr lang="ru-RU" sz="1000" kern="1200">
                        <a:solidFill>
                          <a:schemeClr val="tx1"/>
                        </a:solidFill>
                        <a:latin typeface="+mn-lt"/>
                        <a:ea typeface="+mn-ea"/>
                        <a:cs typeface="+mn-cs"/>
                      </a:endParaRPr>
                    </a:p>
                  </a:txBody>
                  <a:tcPr marL="90000" marR="90000" marT="46800" marB="46800">
                    <a:solidFill>
                      <a:srgbClr val="FCC4B8"/>
                    </a:solidFill>
                  </a:tcPr>
                </a:tc>
                <a:tc>
                  <a:txBody>
                    <a:bodyPr/>
                    <a:lstStyle/>
                    <a:p>
                      <a:pPr marL="0" lvl="0" algn="r" defTabSz="914400" rtl="0" eaLnBrk="1" latinLnBrk="0" hangingPunct="1">
                        <a:buNone/>
                      </a:pPr>
                      <a:r>
                        <a:rPr lang="en-US" sz="1000" kern="1200">
                          <a:solidFill>
                            <a:schemeClr val="tx1"/>
                          </a:solidFill>
                        </a:rPr>
                        <a:t>0,5%</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97,1%</a:t>
                      </a:r>
                    </a:p>
                  </a:txBody>
                  <a:tcPr marL="90000" marR="90000" marT="46800" marB="46800"/>
                </a:tc>
                <a:tc>
                  <a:txBody>
                    <a:bodyPr/>
                    <a:lstStyle/>
                    <a:p>
                      <a:pPr lvl="0" algn="r">
                        <a:buNone/>
                      </a:pPr>
                      <a:r>
                        <a:rPr lang="ru-RU" sz="1000">
                          <a:solidFill>
                            <a:schemeClr val="tx1"/>
                          </a:solidFill>
                        </a:rPr>
                        <a:t>n/a</a:t>
                      </a:r>
                    </a:p>
                  </a:txBody>
                  <a:tcPr marL="90000" marR="90000" marT="46800" marB="46800"/>
                </a:tc>
                <a:tc>
                  <a:txBody>
                    <a:bodyPr/>
                    <a:lstStyle/>
                    <a:p>
                      <a:pPr lvl="0" algn="r" rtl="0">
                        <a:buNone/>
                      </a:pPr>
                      <a:r>
                        <a:rPr lang="ru-RU" sz="1000">
                          <a:solidFill>
                            <a:schemeClr val="tx1"/>
                          </a:solidFill>
                        </a:rPr>
                        <a:t>-3,2%</a:t>
                      </a:r>
                    </a:p>
                  </a:txBody>
                  <a:tcPr marL="90000" marR="90000" marT="46800" marB="46800"/>
                </a:tc>
                <a:tc>
                  <a:txBody>
                    <a:bodyPr/>
                    <a:lstStyle/>
                    <a:p>
                      <a:pPr lvl="0" algn="r">
                        <a:buNone/>
                      </a:pPr>
                      <a:r>
                        <a:rPr lang="ru-RU" sz="1000">
                          <a:solidFill>
                            <a:schemeClr val="tx1"/>
                          </a:solidFill>
                        </a:rPr>
                        <a:t>92%</a:t>
                      </a:r>
                    </a:p>
                  </a:txBody>
                  <a:tcPr marL="90000" marR="90000" marT="46800" marB="46800"/>
                </a:tc>
                <a:extLst>
                  <a:ext uri="{0D108BD9-81ED-4DB2-BD59-A6C34878D82A}">
                    <a16:rowId xmlns:a16="http://schemas.microsoft.com/office/drawing/2014/main" val="1079398701"/>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93,4%</a:t>
                      </a:r>
                    </a:p>
                  </a:txBody>
                  <a:tcPr marL="90000" marR="90000" marT="46800" marB="46800"/>
                </a:tc>
                <a:tc>
                  <a:txBody>
                    <a:bodyPr/>
                    <a:lstStyle/>
                    <a:p>
                      <a:pPr lvl="0" algn="r">
                        <a:buNone/>
                      </a:pPr>
                      <a:r>
                        <a:rPr lang="ru-RU" sz="1000">
                          <a:solidFill>
                            <a:schemeClr val="tx1"/>
                          </a:solidFill>
                        </a:rPr>
                        <a:t>96,1%</a:t>
                      </a:r>
                    </a:p>
                  </a:txBody>
                  <a:tcPr marL="90000" marR="90000" marT="46800" marB="46800"/>
                </a:tc>
                <a:tc>
                  <a:txBody>
                    <a:bodyPr/>
                    <a:lstStyle/>
                    <a:p>
                      <a:pPr lvl="0" algn="r" rtl="0">
                        <a:buNone/>
                      </a:pPr>
                      <a:r>
                        <a:rPr lang="ru-RU" sz="1000">
                          <a:solidFill>
                            <a:schemeClr val="tx1"/>
                          </a:solidFill>
                        </a:rPr>
                        <a:t>-2,8%</a:t>
                      </a:r>
                    </a:p>
                  </a:txBody>
                  <a:tcPr marL="90000" marR="90000" marT="46800" marB="46800"/>
                </a:tc>
                <a:tc>
                  <a:txBody>
                    <a:bodyPr/>
                    <a:lstStyle/>
                    <a:p>
                      <a:pPr marL="0" lvl="0" algn="r" defTabSz="914400" rtl="0" eaLnBrk="1" latinLnBrk="0" hangingPunct="1">
                        <a:buNone/>
                      </a:pPr>
                      <a:r>
                        <a:rPr lang="en-US" sz="1000" kern="1200">
                          <a:solidFill>
                            <a:schemeClr val="tx1"/>
                          </a:solidFill>
                        </a:rPr>
                        <a:t>3%</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93,4%</a:t>
                      </a: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lvl="0" algn="r" rtl="0">
                        <a:buNone/>
                      </a:pPr>
                      <a:r>
                        <a:rPr lang="ru-RU" sz="1000">
                          <a:solidFill>
                            <a:schemeClr val="tx1"/>
                          </a:solidFill>
                        </a:rPr>
                        <a:t>n/a</a:t>
                      </a:r>
                    </a:p>
                  </a:txBody>
                  <a:tcPr marL="90000" marR="90000" marT="46800" marB="46800"/>
                </a:tc>
                <a:tc>
                  <a:txBody>
                    <a:bodyPr/>
                    <a:lstStyle/>
                    <a:p>
                      <a:pPr lvl="0" algn="r">
                        <a:buNone/>
                      </a:pPr>
                      <a:r>
                        <a:rPr lang="ru-RU" sz="1000">
                          <a:solidFill>
                            <a:schemeClr val="tx1"/>
                          </a:solidFill>
                        </a:rPr>
                        <a:t>96,1%</a:t>
                      </a:r>
                    </a:p>
                  </a:txBody>
                  <a:tcPr marL="90000" marR="90000" marT="46800" marB="46800"/>
                </a:tc>
                <a:extLst>
                  <a:ext uri="{0D108BD9-81ED-4DB2-BD59-A6C34878D82A}">
                    <a16:rowId xmlns:a16="http://schemas.microsoft.com/office/drawing/2014/main" val="2590234571"/>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79,6%</a:t>
                      </a: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lvl="0" algn="r" rtl="0">
                        <a:buNone/>
                      </a:pPr>
                      <a:r>
                        <a:rPr lang="ru-RU" sz="1000">
                          <a:solidFill>
                            <a:schemeClr val="tx1"/>
                          </a:solidFill>
                        </a:rPr>
                        <a:t>-3,2%</a:t>
                      </a:r>
                    </a:p>
                  </a:txBody>
                  <a:tcPr marL="90000" marR="90000" marT="46800" marB="46800"/>
                </a:tc>
                <a:tc>
                  <a:txBody>
                    <a:bodyPr/>
                    <a:lstStyle/>
                    <a:p>
                      <a:pPr marL="0" lvl="0" algn="r" defTabSz="914400" rtl="0" eaLnBrk="1" latinLnBrk="0" hangingPunct="1">
                        <a:buNone/>
                      </a:pPr>
                      <a:r>
                        <a:rPr lang="en-US" sz="1000" kern="1200">
                          <a:solidFill>
                            <a:schemeClr val="tx1"/>
                          </a:solidFill>
                        </a:rPr>
                        <a:t>2%</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en-US" sz="1000">
                          <a:solidFill>
                            <a:schemeClr val="tx1"/>
                          </a:solidFill>
                        </a:rPr>
                        <a:t>89%</a:t>
                      </a:r>
                      <a:endParaRPr lang="ru-RU" sz="1000">
                        <a:solidFill>
                          <a:schemeClr val="tx1"/>
                        </a:solidFill>
                      </a:endParaRPr>
                    </a:p>
                  </a:txBody>
                  <a:tcPr marL="90000" marR="90000" marT="46800" marB="46800">
                    <a:solidFill>
                      <a:srgbClr val="FCC4B8"/>
                    </a:solidFill>
                  </a:tcPr>
                </a:tc>
                <a:tc>
                  <a:txBody>
                    <a:bodyPr/>
                    <a:lstStyle/>
                    <a:p>
                      <a:pPr lvl="0" algn="r">
                        <a:buNone/>
                      </a:pPr>
                      <a:r>
                        <a:rPr lang="ru-RU" sz="1000">
                          <a:solidFill>
                            <a:schemeClr val="tx1"/>
                          </a:solidFill>
                        </a:rPr>
                        <a:t>n/a</a:t>
                      </a:r>
                    </a:p>
                  </a:txBody>
                  <a:tcPr marL="90000" marR="90000" marT="46800" marB="46800"/>
                </a:tc>
                <a:tc>
                  <a:txBody>
                    <a:bodyPr/>
                    <a:lstStyle/>
                    <a:p>
                      <a:pPr marL="0" lvl="0" algn="r" defTabSz="914400" rtl="0" eaLnBrk="1" latinLnBrk="0" hangingPunct="1">
                        <a:buNone/>
                      </a:pPr>
                      <a:r>
                        <a:rPr lang="en-US" sz="1000" kern="1200">
                          <a:solidFill>
                            <a:schemeClr val="tx1"/>
                          </a:solidFill>
                        </a:rPr>
                        <a:t>-1%</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96,1%</a:t>
                      </a:r>
                    </a:p>
                  </a:txBody>
                  <a:tcPr marL="90000" marR="90000" marT="46800" marB="46800"/>
                </a:tc>
                <a:extLst>
                  <a:ext uri="{0D108BD9-81ED-4DB2-BD59-A6C34878D82A}">
                    <a16:rowId xmlns:a16="http://schemas.microsoft.com/office/drawing/2014/main" val="2647703986"/>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97,1%</a:t>
                      </a:r>
                    </a:p>
                  </a:txBody>
                  <a:tcPr marL="90000" marR="90000" marT="46800" marB="46800"/>
                </a:tc>
                <a:tc>
                  <a:txBody>
                    <a:bodyPr/>
                    <a:lstStyle/>
                    <a:p>
                      <a:pPr lvl="0" algn="r">
                        <a:buNone/>
                      </a:pPr>
                      <a:r>
                        <a:rPr lang="ru-RU" sz="1000">
                          <a:solidFill>
                            <a:schemeClr val="tx1"/>
                          </a:solidFill>
                        </a:rPr>
                        <a:t>n/a</a:t>
                      </a:r>
                    </a:p>
                  </a:txBody>
                  <a:tcPr marL="90000" marR="90000" marT="46800" marB="46800"/>
                </a:tc>
                <a:tc>
                  <a:txBody>
                    <a:bodyPr/>
                    <a:lstStyle/>
                    <a:p>
                      <a:pPr lvl="0" algn="r" rtl="0">
                        <a:buNone/>
                      </a:pPr>
                      <a:r>
                        <a:rPr lang="ru-RU" sz="1000">
                          <a:solidFill>
                            <a:schemeClr val="tx1"/>
                          </a:solidFill>
                        </a:rPr>
                        <a:t>n/a</a:t>
                      </a:r>
                    </a:p>
                  </a:txBody>
                  <a:tcPr marL="90000" marR="90000" marT="46800" marB="46800"/>
                </a:tc>
                <a:tc>
                  <a:txBody>
                    <a:bodyPr/>
                    <a:lstStyle/>
                    <a:p>
                      <a:pPr lvl="0" algn="r" rtl="0">
                        <a:buNone/>
                      </a:pPr>
                      <a:r>
                        <a:rPr lang="en-US" sz="1000">
                          <a:solidFill>
                            <a:schemeClr val="tx1"/>
                          </a:solidFill>
                        </a:rPr>
                        <a:t>n/a</a:t>
                      </a:r>
                      <a:endParaRPr lang="ru-RU" sz="1000">
                        <a:solidFill>
                          <a:schemeClr val="tx1"/>
                        </a:solidFill>
                      </a:endParaRPr>
                    </a:p>
                  </a:txBody>
                  <a:tcPr marL="90000" marR="90000" marT="46800" marB="46800"/>
                </a:tc>
                <a:tc>
                  <a:txBody>
                    <a:bodyPr/>
                    <a:lstStyle/>
                    <a:p>
                      <a:pPr lvl="0" algn="r">
                        <a:buNone/>
                      </a:pPr>
                      <a:r>
                        <a:rPr lang="ru-RU" sz="1000">
                          <a:solidFill>
                            <a:schemeClr val="tx1"/>
                          </a:solidFill>
                        </a:rPr>
                        <a:t>90%</a:t>
                      </a:r>
                    </a:p>
                  </a:txBody>
                  <a:tcPr marL="90000" marR="90000" marT="46800" marB="46800"/>
                </a:tc>
                <a:tc>
                  <a:txBody>
                    <a:bodyPr/>
                    <a:lstStyle/>
                    <a:p>
                      <a:pPr lvl="0" algn="r">
                        <a:buNone/>
                      </a:pPr>
                      <a:r>
                        <a:rPr lang="ru-RU" sz="1000">
                          <a:solidFill>
                            <a:schemeClr val="tx1"/>
                          </a:solidFill>
                        </a:rPr>
                        <a:t>96,1%</a:t>
                      </a:r>
                    </a:p>
                  </a:txBody>
                  <a:tcPr marL="90000" marR="90000" marT="46800" marB="46800"/>
                </a:tc>
                <a:tc>
                  <a:txBody>
                    <a:bodyPr/>
                    <a:lstStyle/>
                    <a:p>
                      <a:pPr marL="0" lvl="0" algn="r" defTabSz="914400" rtl="0" eaLnBrk="1" latinLnBrk="0" hangingPunct="1">
                        <a:buNone/>
                      </a:pPr>
                      <a:r>
                        <a:rPr lang="ru-RU" sz="1000" kern="1200">
                          <a:solidFill>
                            <a:schemeClr val="tx1"/>
                          </a:solidFill>
                        </a:rPr>
                        <a:t>-2%</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82,2%</a:t>
                      </a:r>
                    </a:p>
                  </a:txBody>
                  <a:tcPr marL="90000" marR="90000" marT="46800" marB="46800"/>
                </a:tc>
                <a:extLst>
                  <a:ext uri="{0D108BD9-81ED-4DB2-BD59-A6C34878D82A}">
                    <a16:rowId xmlns:a16="http://schemas.microsoft.com/office/drawing/2014/main" val="384059117"/>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93,4%</a:t>
                      </a:r>
                    </a:p>
                  </a:txBody>
                  <a:tcPr marL="90000" marR="90000" marT="46800" marB="46800"/>
                </a:tc>
                <a:tc>
                  <a:txBody>
                    <a:bodyPr/>
                    <a:lstStyle/>
                    <a:p>
                      <a:pPr lvl="0" algn="r">
                        <a:buNone/>
                      </a:pPr>
                      <a:r>
                        <a:rPr lang="ru-RU" sz="1000">
                          <a:solidFill>
                            <a:schemeClr val="tx1"/>
                          </a:solidFill>
                        </a:rPr>
                        <a:t>96,1%</a:t>
                      </a:r>
                    </a:p>
                  </a:txBody>
                  <a:tcPr marL="90000" marR="90000" marT="46800" marB="46800"/>
                </a:tc>
                <a:tc>
                  <a:txBody>
                    <a:bodyPr/>
                    <a:lstStyle/>
                    <a:p>
                      <a:pPr lvl="0" algn="r" rtl="0">
                        <a:buNone/>
                      </a:pPr>
                      <a:r>
                        <a:rPr lang="ru-RU" sz="1000">
                          <a:solidFill>
                            <a:schemeClr val="tx1"/>
                          </a:solidFill>
                        </a:rPr>
                        <a:t>-2,8%</a:t>
                      </a:r>
                    </a:p>
                  </a:txBody>
                  <a:tcPr marL="90000" marR="90000" marT="46800" marB="46800"/>
                </a:tc>
                <a:tc>
                  <a:txBody>
                    <a:bodyPr/>
                    <a:lstStyle/>
                    <a:p>
                      <a:pPr marL="0" lvl="0" algn="r" defTabSz="914400" rtl="0" eaLnBrk="1" latinLnBrk="0" hangingPunct="1">
                        <a:buNone/>
                      </a:pPr>
                      <a:r>
                        <a:rPr lang="en-US" sz="1000" kern="1200">
                          <a:solidFill>
                            <a:schemeClr val="tx1"/>
                          </a:solidFill>
                        </a:rPr>
                        <a:t>3%</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93,4%</a:t>
                      </a: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lvl="0" algn="r" rtl="0">
                        <a:buNone/>
                      </a:pPr>
                      <a:r>
                        <a:rPr lang="ru-RU" sz="1000">
                          <a:solidFill>
                            <a:schemeClr val="tx1"/>
                          </a:solidFill>
                        </a:rPr>
                        <a:t>-3,2%</a:t>
                      </a:r>
                    </a:p>
                  </a:txBody>
                  <a:tcPr marL="90000" marR="90000" marT="46800" marB="46800">
                    <a:solidFill>
                      <a:srgbClr val="FCC4B8"/>
                    </a:solidFill>
                  </a:tcPr>
                </a:tc>
                <a:tc>
                  <a:txBody>
                    <a:bodyPr/>
                    <a:lstStyle/>
                    <a:p>
                      <a:pPr lvl="0" algn="r">
                        <a:buNone/>
                      </a:pPr>
                      <a:r>
                        <a:rPr lang="ru-RU" sz="1000">
                          <a:solidFill>
                            <a:schemeClr val="tx1"/>
                          </a:solidFill>
                        </a:rPr>
                        <a:t>n/a</a:t>
                      </a:r>
                    </a:p>
                  </a:txBody>
                  <a:tcPr marL="90000" marR="90000" marT="46800" marB="46800"/>
                </a:tc>
                <a:extLst>
                  <a:ext uri="{0D108BD9-81ED-4DB2-BD59-A6C34878D82A}">
                    <a16:rowId xmlns:a16="http://schemas.microsoft.com/office/drawing/2014/main" val="2789280255"/>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79,6%</a:t>
                      </a: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lvl="0" algn="r" rtl="0">
                        <a:buNone/>
                      </a:pPr>
                      <a:r>
                        <a:rPr lang="ru-RU" sz="1000">
                          <a:solidFill>
                            <a:schemeClr val="tx1"/>
                          </a:solidFill>
                        </a:rPr>
                        <a:t>-3,2%</a:t>
                      </a:r>
                    </a:p>
                  </a:txBody>
                  <a:tcPr marL="90000" marR="90000" marT="46800" marB="46800"/>
                </a:tc>
                <a:tc>
                  <a:txBody>
                    <a:bodyPr/>
                    <a:lstStyle/>
                    <a:p>
                      <a:pPr marL="0" lvl="0" algn="r" defTabSz="914400" rtl="0" eaLnBrk="1" latinLnBrk="0" hangingPunct="1">
                        <a:buNone/>
                      </a:pPr>
                      <a:r>
                        <a:rPr lang="en-US" sz="1000" kern="1200">
                          <a:solidFill>
                            <a:schemeClr val="tx1"/>
                          </a:solidFill>
                        </a:rPr>
                        <a:t>2%</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79,6%</a:t>
                      </a:r>
                    </a:p>
                  </a:txBody>
                  <a:tcPr marL="90000" marR="90000" marT="46800" marB="46800"/>
                </a:tc>
                <a:tc>
                  <a:txBody>
                    <a:bodyPr/>
                    <a:lstStyle/>
                    <a:p>
                      <a:pPr lvl="0" algn="r">
                        <a:buNone/>
                      </a:pPr>
                      <a:r>
                        <a:rPr lang="ru-RU" sz="1000">
                          <a:solidFill>
                            <a:schemeClr val="tx1"/>
                          </a:solidFill>
                        </a:rPr>
                        <a:t>n/a</a:t>
                      </a:r>
                    </a:p>
                  </a:txBody>
                  <a:tcPr marL="90000" marR="90000" marT="46800" marB="46800"/>
                </a:tc>
                <a:tc>
                  <a:txBody>
                    <a:bodyPr/>
                    <a:lstStyle/>
                    <a:p>
                      <a:pPr lvl="0" algn="r" rtl="0">
                        <a:buNone/>
                      </a:pPr>
                      <a:r>
                        <a:rPr lang="ru-RU" sz="1000">
                          <a:solidFill>
                            <a:schemeClr val="tx1"/>
                          </a:solidFill>
                        </a:rPr>
                        <a:t>n/a</a:t>
                      </a:r>
                    </a:p>
                  </a:txBody>
                  <a:tcPr marL="90000" marR="90000" marT="46800" marB="46800"/>
                </a:tc>
                <a:tc>
                  <a:txBody>
                    <a:bodyPr/>
                    <a:lstStyle/>
                    <a:p>
                      <a:pPr lvl="0" algn="r">
                        <a:buNone/>
                      </a:pPr>
                      <a:r>
                        <a:rPr lang="en-US" sz="1000">
                          <a:solidFill>
                            <a:schemeClr val="tx1"/>
                          </a:solidFill>
                        </a:rPr>
                        <a:t>90%</a:t>
                      </a:r>
                      <a:endParaRPr lang="ru-RU" sz="1000">
                        <a:solidFill>
                          <a:schemeClr val="tx1"/>
                        </a:solidFill>
                      </a:endParaRPr>
                    </a:p>
                  </a:txBody>
                  <a:tcPr marL="90000" marR="90000" marT="46800" marB="46800"/>
                </a:tc>
                <a:extLst>
                  <a:ext uri="{0D108BD9-81ED-4DB2-BD59-A6C34878D82A}">
                    <a16:rowId xmlns:a16="http://schemas.microsoft.com/office/drawing/2014/main" val="1903910404"/>
                  </a:ext>
                </a:extLst>
              </a:tr>
              <a:tr h="378800">
                <a:tc>
                  <a:txBody>
                    <a:bodyPr/>
                    <a:lstStyle/>
                    <a:p>
                      <a:pPr lvl="0" algn="l">
                        <a:buNone/>
                      </a:pPr>
                      <a:r>
                        <a:rPr lang="ru-RU" sz="1000"/>
                        <a:t>Параметр</a:t>
                      </a:r>
                    </a:p>
                  </a:txBody>
                  <a:tcPr marL="90000" marR="90000" marT="46800" marB="46800"/>
                </a:tc>
                <a:tc>
                  <a:txBody>
                    <a:bodyPr/>
                    <a:lstStyle/>
                    <a:p>
                      <a:pPr lvl="0" algn="r">
                        <a:buNone/>
                      </a:pPr>
                      <a:r>
                        <a:rPr lang="ru-RU" sz="1000">
                          <a:solidFill>
                            <a:schemeClr val="tx1"/>
                          </a:solidFill>
                        </a:rPr>
                        <a:t>97,1%</a:t>
                      </a:r>
                    </a:p>
                  </a:txBody>
                  <a:tcPr marL="90000" marR="90000" marT="46800" marB="46800"/>
                </a:tc>
                <a:tc>
                  <a:txBody>
                    <a:bodyPr/>
                    <a:lstStyle/>
                    <a:p>
                      <a:pPr lvl="0" algn="r">
                        <a:buNone/>
                      </a:pPr>
                      <a:r>
                        <a:rPr lang="ru-RU" sz="1000">
                          <a:solidFill>
                            <a:schemeClr val="tx1"/>
                          </a:solidFill>
                        </a:rPr>
                        <a:t>n/a</a:t>
                      </a:r>
                    </a:p>
                  </a:txBody>
                  <a:tcPr marL="90000" marR="90000" marT="46800" marB="46800"/>
                </a:tc>
                <a:tc>
                  <a:txBody>
                    <a:bodyPr/>
                    <a:lstStyle/>
                    <a:p>
                      <a:pPr lvl="0" algn="r" rtl="0">
                        <a:buNone/>
                      </a:pPr>
                      <a:r>
                        <a:rPr lang="ru-RU" sz="1000">
                          <a:solidFill>
                            <a:schemeClr val="tx1"/>
                          </a:solidFill>
                        </a:rPr>
                        <a:t>n/a</a:t>
                      </a:r>
                    </a:p>
                  </a:txBody>
                  <a:tcPr marL="90000" marR="90000" marT="46800" marB="46800"/>
                </a:tc>
                <a:tc>
                  <a:txBody>
                    <a:bodyPr/>
                    <a:lstStyle/>
                    <a:p>
                      <a:pPr lvl="0" algn="r" rtl="0">
                        <a:buNone/>
                      </a:pPr>
                      <a:r>
                        <a:rPr lang="en-US" sz="1000">
                          <a:solidFill>
                            <a:schemeClr val="tx1"/>
                          </a:solidFill>
                        </a:rPr>
                        <a:t>n/a</a:t>
                      </a:r>
                      <a:endParaRPr lang="ru-RU" sz="1000">
                        <a:solidFill>
                          <a:schemeClr val="tx1"/>
                        </a:solidFill>
                      </a:endParaRPr>
                    </a:p>
                  </a:txBody>
                  <a:tcPr marL="90000" marR="90000" marT="46800" marB="46800"/>
                </a:tc>
                <a:tc>
                  <a:txBody>
                    <a:bodyPr/>
                    <a:lstStyle/>
                    <a:p>
                      <a:pPr lvl="0" algn="r">
                        <a:buNone/>
                      </a:pPr>
                      <a:r>
                        <a:rPr lang="ru-RU" sz="1000">
                          <a:solidFill>
                            <a:schemeClr val="tx1"/>
                          </a:solidFill>
                        </a:rPr>
                        <a:t>97,1%</a:t>
                      </a:r>
                    </a:p>
                  </a:txBody>
                  <a:tcPr marL="90000" marR="90000" marT="46800" marB="46800"/>
                </a:tc>
                <a:tc>
                  <a:txBody>
                    <a:bodyPr/>
                    <a:lstStyle/>
                    <a:p>
                      <a:pPr lvl="0" algn="r">
                        <a:buNone/>
                      </a:pPr>
                      <a:r>
                        <a:rPr lang="ru-RU" sz="1000">
                          <a:solidFill>
                            <a:schemeClr val="tx1"/>
                          </a:solidFill>
                        </a:rPr>
                        <a:t>82,2%</a:t>
                      </a:r>
                    </a:p>
                  </a:txBody>
                  <a:tcPr marL="90000" marR="90000" marT="46800" marB="46800"/>
                </a:tc>
                <a:tc>
                  <a:txBody>
                    <a:bodyPr/>
                    <a:lstStyle/>
                    <a:p>
                      <a:pPr marL="0" lvl="0" algn="r" defTabSz="914400" rtl="0" eaLnBrk="1" latinLnBrk="0" hangingPunct="1">
                        <a:buNone/>
                      </a:pPr>
                      <a:r>
                        <a:rPr lang="en-US" sz="1000" kern="1200">
                          <a:solidFill>
                            <a:schemeClr val="tx1"/>
                          </a:solidFill>
                        </a:rPr>
                        <a:t>-1%</a:t>
                      </a:r>
                      <a:endParaRPr lang="ru-RU" sz="1000" kern="1200">
                        <a:solidFill>
                          <a:schemeClr val="tx1"/>
                        </a:solidFill>
                        <a:latin typeface="+mn-lt"/>
                        <a:ea typeface="+mn-ea"/>
                        <a:cs typeface="+mn-cs"/>
                      </a:endParaRPr>
                    </a:p>
                  </a:txBody>
                  <a:tcPr marL="90000" marR="90000" marT="46800" marB="46800"/>
                </a:tc>
                <a:tc>
                  <a:txBody>
                    <a:bodyPr/>
                    <a:lstStyle/>
                    <a:p>
                      <a:pPr lvl="0" algn="r">
                        <a:buNone/>
                      </a:pPr>
                      <a:r>
                        <a:rPr lang="ru-RU" sz="1000">
                          <a:solidFill>
                            <a:schemeClr val="tx1"/>
                          </a:solidFill>
                        </a:rPr>
                        <a:t>92%</a:t>
                      </a:r>
                    </a:p>
                  </a:txBody>
                  <a:tcPr marL="90000" marR="90000" marT="46800" marB="46800"/>
                </a:tc>
                <a:extLst>
                  <a:ext uri="{0D108BD9-81ED-4DB2-BD59-A6C34878D82A}">
                    <a16:rowId xmlns:a16="http://schemas.microsoft.com/office/drawing/2014/main" val="109283984"/>
                  </a:ext>
                </a:extLst>
              </a:tr>
            </a:tbl>
          </a:graphicData>
        </a:graphic>
      </p:graphicFrame>
      <p:sp>
        <p:nvSpPr>
          <p:cNvPr id="2" name="Нижний колонтитул 1">
            <a:extLst>
              <a:ext uri="{FF2B5EF4-FFF2-40B4-BE49-F238E27FC236}">
                <a16:creationId xmlns:a16="http://schemas.microsoft.com/office/drawing/2014/main" id="{5A4EA362-B346-63A2-3B7D-D5ED13F42328}"/>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9328462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Объект 12">
            <a:extLst>
              <a:ext uri="{FF2B5EF4-FFF2-40B4-BE49-F238E27FC236}">
                <a16:creationId xmlns:a16="http://schemas.microsoft.com/office/drawing/2014/main" id="{3FF5A680-B5D0-467B-9B71-1E87ECCFA823}"/>
              </a:ext>
            </a:extLst>
          </p:cNvPr>
          <p:cNvSpPr>
            <a:spLocks noGrp="1"/>
          </p:cNvSpPr>
          <p:nvPr>
            <p:ph idx="1"/>
          </p:nvPr>
        </p:nvSpPr>
        <p:spPr>
          <a:xfrm>
            <a:off x="8823325" y="1520824"/>
            <a:ext cx="2742469" cy="4741864"/>
          </a:xfrm>
        </p:spPr>
        <p:txBody>
          <a:bodyPr/>
          <a:lstStyle/>
          <a:p>
            <a:pPr lvl="1"/>
            <a:r>
              <a:rPr lang="ru-RU" sz="1400"/>
              <a:t>Здесь может быть твой подзаголовок </a:t>
            </a:r>
          </a:p>
          <a:p>
            <a:r>
              <a:rPr lang="ru-RU" sz="1400"/>
              <a:t>Здесь может быть твой текст. Размести здесь свой текст. Добавь ещё текст. Здесь может быть твой текст. Размести здесь свой текст. Размести здесь свой текст. </a:t>
            </a:r>
          </a:p>
          <a:p>
            <a:pPr lvl="2"/>
            <a:r>
              <a:rPr lang="ru-RU" sz="1400"/>
              <a:t>Добавь ещё текст. Здесь может быть твой текст. </a:t>
            </a:r>
          </a:p>
          <a:p>
            <a:pPr lvl="2"/>
            <a:r>
              <a:rPr lang="ru-RU" sz="1400"/>
              <a:t>Здесь может быть твой текст. </a:t>
            </a:r>
          </a:p>
          <a:p>
            <a:r>
              <a:rPr lang="ru-RU" sz="1400"/>
              <a:t>Здесь может быть твой текст. Размести здесь свой текст. Добавь ещё текст. Здесь может быть твой текст. Размести здесь свой текст. Здесь может быть твой текст. Размести здесь свой текст. Добавь ещё текст. </a:t>
            </a:r>
          </a:p>
          <a:p>
            <a:endParaRPr lang="ru-RU"/>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a:xfrm>
            <a:off x="639764" y="411163"/>
            <a:ext cx="10910886" cy="684465"/>
          </a:xfrm>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55</a:t>
            </a:fld>
            <a:endParaRPr lang="ru-RU"/>
          </a:p>
        </p:txBody>
      </p:sp>
      <p:graphicFrame>
        <p:nvGraphicFramePr>
          <p:cNvPr id="31" name="Диаграмма 30">
            <a:extLst>
              <a:ext uri="{FF2B5EF4-FFF2-40B4-BE49-F238E27FC236}">
                <a16:creationId xmlns:a16="http://schemas.microsoft.com/office/drawing/2014/main" id="{7907EE57-FBD8-46AC-94DC-F629E873C91A}"/>
              </a:ext>
            </a:extLst>
          </p:cNvPr>
          <p:cNvGraphicFramePr/>
          <p:nvPr>
            <p:extLst>
              <p:ext uri="{D42A27DB-BD31-4B8C-83A1-F6EECF244321}">
                <p14:modId xmlns:p14="http://schemas.microsoft.com/office/powerpoint/2010/main" val="841962823"/>
              </p:ext>
            </p:extLst>
          </p:nvPr>
        </p:nvGraphicFramePr>
        <p:xfrm>
          <a:off x="619124" y="2090878"/>
          <a:ext cx="2949576" cy="2333574"/>
        </p:xfrm>
        <a:graphic>
          <a:graphicData uri="http://schemas.openxmlformats.org/drawingml/2006/chart">
            <c:chart xmlns:c="http://schemas.openxmlformats.org/drawingml/2006/chart" xmlns:r="http://schemas.openxmlformats.org/officeDocument/2006/relationships" r:id="rId2"/>
          </a:graphicData>
        </a:graphic>
      </p:graphicFrame>
      <p:sp>
        <p:nvSpPr>
          <p:cNvPr id="32" name="TextBox 31">
            <a:extLst>
              <a:ext uri="{FF2B5EF4-FFF2-40B4-BE49-F238E27FC236}">
                <a16:creationId xmlns:a16="http://schemas.microsoft.com/office/drawing/2014/main" id="{180B4CCD-E7B9-4ED1-BC55-CE41347DD88E}"/>
              </a:ext>
            </a:extLst>
          </p:cNvPr>
          <p:cNvSpPr txBox="1"/>
          <p:nvPr/>
        </p:nvSpPr>
        <p:spPr>
          <a:xfrm>
            <a:off x="639763" y="1508809"/>
            <a:ext cx="2160000" cy="369332"/>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a:t>
            </a:r>
            <a:br>
              <a:rPr kumimoji="0" lang="ru-RU" sz="1200" b="1" i="0" u="none" strike="noStrike" kern="1200" cap="none" spc="0" normalizeH="0" baseline="0" noProof="0">
                <a:ln>
                  <a:noFill/>
                </a:ln>
                <a:solidFill>
                  <a:srgbClr val="000000"/>
                </a:solidFill>
                <a:effectLst/>
                <a:uLnTx/>
                <a:uFillTx/>
                <a:latin typeface="Arial" panose="020B0604020202020204"/>
                <a:ea typeface="+mn-ea"/>
                <a:cs typeface="+mn-cs"/>
              </a:rPr>
            </a:br>
            <a:r>
              <a:rPr kumimoji="0" lang="ru-RU" sz="1200" b="1" i="0" u="none" strike="noStrike" kern="1200" cap="none" spc="0" normalizeH="0" baseline="0" noProof="0">
                <a:ln>
                  <a:noFill/>
                </a:ln>
                <a:solidFill>
                  <a:srgbClr val="000000"/>
                </a:solidFill>
                <a:effectLst/>
                <a:uLnTx/>
                <a:uFillTx/>
                <a:latin typeface="Arial" panose="020B0604020202020204"/>
                <a:ea typeface="+mn-ea"/>
                <a:cs typeface="+mn-cs"/>
              </a:rPr>
              <a:t>подзаголовок в 1–2 строки</a:t>
            </a:r>
            <a:endParaRPr kumimoji="0" lang="en-US"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 name="Прямоугольник: скругленные углы 7">
            <a:extLst>
              <a:ext uri="{FF2B5EF4-FFF2-40B4-BE49-F238E27FC236}">
                <a16:creationId xmlns:a16="http://schemas.microsoft.com/office/drawing/2014/main" id="{6EAF8762-694C-4B42-8C7E-561C23FEF9BC}"/>
              </a:ext>
            </a:extLst>
          </p:cNvPr>
          <p:cNvSpPr/>
          <p:nvPr/>
        </p:nvSpPr>
        <p:spPr>
          <a:xfrm>
            <a:off x="641350" y="4637190"/>
            <a:ext cx="2436813" cy="1384792"/>
          </a:xfrm>
          <a:prstGeom prst="roundRect">
            <a:avLst>
              <a:gd name="adj" fmla="val 13901"/>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400" b="0" i="0" u="none" strike="noStrike" kern="1200" cap="none" spc="0" normalizeH="0" baseline="0" noProof="0">
              <a:ln>
                <a:noFill/>
              </a:ln>
              <a:solidFill>
                <a:srgbClr val="0E1114"/>
              </a:solidFill>
              <a:effectLst/>
              <a:uLnTx/>
              <a:uFillTx/>
              <a:latin typeface="Arial"/>
              <a:ea typeface="+mn-ea"/>
              <a:cs typeface="+mn-cs"/>
            </a:endParaRPr>
          </a:p>
        </p:txBody>
      </p:sp>
      <p:sp>
        <p:nvSpPr>
          <p:cNvPr id="39" name="Объект 1">
            <a:extLst>
              <a:ext uri="{FF2B5EF4-FFF2-40B4-BE49-F238E27FC236}">
                <a16:creationId xmlns:a16="http://schemas.microsoft.com/office/drawing/2014/main" id="{5AA771DB-0D59-4691-A26F-A0554CDC820D}"/>
              </a:ext>
            </a:extLst>
          </p:cNvPr>
          <p:cNvSpPr txBox="1">
            <a:spLocks/>
          </p:cNvSpPr>
          <p:nvPr/>
        </p:nvSpPr>
        <p:spPr>
          <a:xfrm>
            <a:off x="865586" y="4757543"/>
            <a:ext cx="2212577"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4400">
                <a:ln w="38100">
                  <a:noFill/>
                </a:ln>
                <a:latin typeface="+mj-lt"/>
              </a:rPr>
              <a:t>×2</a:t>
            </a:r>
          </a:p>
        </p:txBody>
      </p:sp>
      <p:sp>
        <p:nvSpPr>
          <p:cNvPr id="40" name="Объект 1">
            <a:extLst>
              <a:ext uri="{FF2B5EF4-FFF2-40B4-BE49-F238E27FC236}">
                <a16:creationId xmlns:a16="http://schemas.microsoft.com/office/drawing/2014/main" id="{DA495A2D-2E84-4B22-91AC-4FA6FBDAD09F}"/>
              </a:ext>
            </a:extLst>
          </p:cNvPr>
          <p:cNvSpPr txBox="1">
            <a:spLocks/>
          </p:cNvSpPr>
          <p:nvPr/>
        </p:nvSpPr>
        <p:spPr>
          <a:xfrm>
            <a:off x="865586" y="5324031"/>
            <a:ext cx="2212578"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a:t>
            </a:r>
          </a:p>
        </p:txBody>
      </p:sp>
      <p:graphicFrame>
        <p:nvGraphicFramePr>
          <p:cNvPr id="60" name="Диаграмма 59">
            <a:extLst>
              <a:ext uri="{FF2B5EF4-FFF2-40B4-BE49-F238E27FC236}">
                <a16:creationId xmlns:a16="http://schemas.microsoft.com/office/drawing/2014/main" id="{4E6D87D0-E216-4A05-9A06-191CD7725869}"/>
              </a:ext>
            </a:extLst>
          </p:cNvPr>
          <p:cNvGraphicFramePr/>
          <p:nvPr>
            <p:extLst>
              <p:ext uri="{D42A27DB-BD31-4B8C-83A1-F6EECF244321}">
                <p14:modId xmlns:p14="http://schemas.microsoft.com/office/powerpoint/2010/main" val="1024098599"/>
              </p:ext>
            </p:extLst>
          </p:nvPr>
        </p:nvGraphicFramePr>
        <p:xfrm>
          <a:off x="3357562" y="2090878"/>
          <a:ext cx="2949576" cy="2333574"/>
        </p:xfrm>
        <a:graphic>
          <a:graphicData uri="http://schemas.openxmlformats.org/drawingml/2006/chart">
            <c:chart xmlns:c="http://schemas.openxmlformats.org/drawingml/2006/chart" xmlns:r="http://schemas.openxmlformats.org/officeDocument/2006/relationships" r:id="rId3"/>
          </a:graphicData>
        </a:graphic>
      </p:graphicFrame>
      <p:sp>
        <p:nvSpPr>
          <p:cNvPr id="61" name="TextBox 60">
            <a:extLst>
              <a:ext uri="{FF2B5EF4-FFF2-40B4-BE49-F238E27FC236}">
                <a16:creationId xmlns:a16="http://schemas.microsoft.com/office/drawing/2014/main" id="{23437D38-8CC0-4BF3-8364-CDFCD0276E5F}"/>
              </a:ext>
            </a:extLst>
          </p:cNvPr>
          <p:cNvSpPr txBox="1"/>
          <p:nvPr/>
        </p:nvSpPr>
        <p:spPr>
          <a:xfrm>
            <a:off x="3378201" y="1508809"/>
            <a:ext cx="2160000" cy="369332"/>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a:t>
            </a:r>
            <a:br>
              <a:rPr kumimoji="0" lang="ru-RU" sz="1200" b="1" i="0" u="none" strike="noStrike" kern="1200" cap="none" spc="0" normalizeH="0" baseline="0" noProof="0">
                <a:ln>
                  <a:noFill/>
                </a:ln>
                <a:solidFill>
                  <a:srgbClr val="000000"/>
                </a:solidFill>
                <a:effectLst/>
                <a:uLnTx/>
                <a:uFillTx/>
                <a:latin typeface="Arial" panose="020B0604020202020204"/>
                <a:ea typeface="+mn-ea"/>
                <a:cs typeface="+mn-cs"/>
              </a:rPr>
            </a:br>
            <a:r>
              <a:rPr kumimoji="0" lang="ru-RU" sz="1200" b="1" i="0" u="none" strike="noStrike" kern="1200" cap="none" spc="0" normalizeH="0" baseline="0" noProof="0">
                <a:ln>
                  <a:noFill/>
                </a:ln>
                <a:solidFill>
                  <a:srgbClr val="000000"/>
                </a:solidFill>
                <a:effectLst/>
                <a:uLnTx/>
                <a:uFillTx/>
                <a:latin typeface="Arial" panose="020B0604020202020204"/>
                <a:ea typeface="+mn-ea"/>
                <a:cs typeface="+mn-cs"/>
              </a:rPr>
              <a:t>подзаголовок в 1–2 строки</a:t>
            </a:r>
            <a:endParaRPr kumimoji="0" lang="en-US"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3" name="Прямоугольник: скругленные углы 62">
            <a:extLst>
              <a:ext uri="{FF2B5EF4-FFF2-40B4-BE49-F238E27FC236}">
                <a16:creationId xmlns:a16="http://schemas.microsoft.com/office/drawing/2014/main" id="{07538712-E60E-4CF3-ACE2-D9BADE239FC7}"/>
              </a:ext>
            </a:extLst>
          </p:cNvPr>
          <p:cNvSpPr/>
          <p:nvPr/>
        </p:nvSpPr>
        <p:spPr>
          <a:xfrm>
            <a:off x="3379788" y="4637190"/>
            <a:ext cx="2436813" cy="1384792"/>
          </a:xfrm>
          <a:prstGeom prst="roundRect">
            <a:avLst>
              <a:gd name="adj" fmla="val 13901"/>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400" b="0" i="0" u="none" strike="noStrike" kern="1200" cap="none" spc="0" normalizeH="0" baseline="0" noProof="0">
              <a:ln>
                <a:noFill/>
              </a:ln>
              <a:solidFill>
                <a:srgbClr val="0E1114"/>
              </a:solidFill>
              <a:effectLst/>
              <a:uLnTx/>
              <a:uFillTx/>
              <a:latin typeface="Arial"/>
              <a:ea typeface="+mn-ea"/>
              <a:cs typeface="+mn-cs"/>
            </a:endParaRPr>
          </a:p>
        </p:txBody>
      </p:sp>
      <p:sp>
        <p:nvSpPr>
          <p:cNvPr id="66" name="Объект 1">
            <a:extLst>
              <a:ext uri="{FF2B5EF4-FFF2-40B4-BE49-F238E27FC236}">
                <a16:creationId xmlns:a16="http://schemas.microsoft.com/office/drawing/2014/main" id="{7D1177D6-849B-44C1-91E2-F78E1CE623C9}"/>
              </a:ext>
            </a:extLst>
          </p:cNvPr>
          <p:cNvSpPr txBox="1">
            <a:spLocks/>
          </p:cNvSpPr>
          <p:nvPr/>
        </p:nvSpPr>
        <p:spPr>
          <a:xfrm>
            <a:off x="3604024" y="4757543"/>
            <a:ext cx="2212577"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4400">
                <a:ln w="38100">
                  <a:noFill/>
                </a:ln>
                <a:latin typeface="+mj-lt"/>
              </a:rPr>
              <a:t>×2</a:t>
            </a:r>
          </a:p>
        </p:txBody>
      </p:sp>
      <p:sp>
        <p:nvSpPr>
          <p:cNvPr id="67" name="Объект 1">
            <a:extLst>
              <a:ext uri="{FF2B5EF4-FFF2-40B4-BE49-F238E27FC236}">
                <a16:creationId xmlns:a16="http://schemas.microsoft.com/office/drawing/2014/main" id="{5375E7A6-3D8C-44E1-A58F-CDC205F72567}"/>
              </a:ext>
            </a:extLst>
          </p:cNvPr>
          <p:cNvSpPr txBox="1">
            <a:spLocks/>
          </p:cNvSpPr>
          <p:nvPr/>
        </p:nvSpPr>
        <p:spPr>
          <a:xfrm>
            <a:off x="3604024" y="5324031"/>
            <a:ext cx="2212578"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a:t>
            </a:r>
          </a:p>
        </p:txBody>
      </p:sp>
      <p:graphicFrame>
        <p:nvGraphicFramePr>
          <p:cNvPr id="69" name="Диаграмма 68">
            <a:extLst>
              <a:ext uri="{FF2B5EF4-FFF2-40B4-BE49-F238E27FC236}">
                <a16:creationId xmlns:a16="http://schemas.microsoft.com/office/drawing/2014/main" id="{F5B69991-BEF3-41E2-8BC5-AD2C88F25127}"/>
              </a:ext>
            </a:extLst>
          </p:cNvPr>
          <p:cNvGraphicFramePr/>
          <p:nvPr>
            <p:extLst>
              <p:ext uri="{D42A27DB-BD31-4B8C-83A1-F6EECF244321}">
                <p14:modId xmlns:p14="http://schemas.microsoft.com/office/powerpoint/2010/main" val="692052918"/>
              </p:ext>
            </p:extLst>
          </p:nvPr>
        </p:nvGraphicFramePr>
        <p:xfrm>
          <a:off x="6084886" y="2090878"/>
          <a:ext cx="2949576" cy="2333574"/>
        </p:xfrm>
        <a:graphic>
          <a:graphicData uri="http://schemas.openxmlformats.org/drawingml/2006/chart">
            <c:chart xmlns:c="http://schemas.openxmlformats.org/drawingml/2006/chart" xmlns:r="http://schemas.openxmlformats.org/officeDocument/2006/relationships" r:id="rId4"/>
          </a:graphicData>
        </a:graphic>
      </p:graphicFrame>
      <p:sp>
        <p:nvSpPr>
          <p:cNvPr id="70" name="TextBox 69">
            <a:extLst>
              <a:ext uri="{FF2B5EF4-FFF2-40B4-BE49-F238E27FC236}">
                <a16:creationId xmlns:a16="http://schemas.microsoft.com/office/drawing/2014/main" id="{1942737D-3F1D-48EF-99E5-06CD0CB1EFB5}"/>
              </a:ext>
            </a:extLst>
          </p:cNvPr>
          <p:cNvSpPr txBox="1"/>
          <p:nvPr/>
        </p:nvSpPr>
        <p:spPr>
          <a:xfrm>
            <a:off x="6105525" y="1508809"/>
            <a:ext cx="2160000" cy="369332"/>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a:t>
            </a:r>
            <a:br>
              <a:rPr kumimoji="0" lang="ru-RU" sz="1200" b="1" i="0" u="none" strike="noStrike" kern="1200" cap="none" spc="0" normalizeH="0" baseline="0" noProof="0">
                <a:ln>
                  <a:noFill/>
                </a:ln>
                <a:solidFill>
                  <a:srgbClr val="000000"/>
                </a:solidFill>
                <a:effectLst/>
                <a:uLnTx/>
                <a:uFillTx/>
                <a:latin typeface="Arial" panose="020B0604020202020204"/>
                <a:ea typeface="+mn-ea"/>
                <a:cs typeface="+mn-cs"/>
              </a:rPr>
            </a:br>
            <a:r>
              <a:rPr kumimoji="0" lang="ru-RU" sz="1200" b="1" i="0" u="none" strike="noStrike" kern="1200" cap="none" spc="0" normalizeH="0" baseline="0" noProof="0">
                <a:ln>
                  <a:noFill/>
                </a:ln>
                <a:solidFill>
                  <a:srgbClr val="000000"/>
                </a:solidFill>
                <a:effectLst/>
                <a:uLnTx/>
                <a:uFillTx/>
                <a:latin typeface="Arial" panose="020B0604020202020204"/>
                <a:ea typeface="+mn-ea"/>
                <a:cs typeface="+mn-cs"/>
              </a:rPr>
              <a:t>подзаголовок в 1–2 строки</a:t>
            </a:r>
            <a:endParaRPr kumimoji="0" lang="en-US"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2" name="Прямоугольник: скругленные углы 71">
            <a:extLst>
              <a:ext uri="{FF2B5EF4-FFF2-40B4-BE49-F238E27FC236}">
                <a16:creationId xmlns:a16="http://schemas.microsoft.com/office/drawing/2014/main" id="{83170D9C-8F2E-4824-89A9-ED3ACD1D60E3}"/>
              </a:ext>
            </a:extLst>
          </p:cNvPr>
          <p:cNvSpPr/>
          <p:nvPr/>
        </p:nvSpPr>
        <p:spPr>
          <a:xfrm>
            <a:off x="6107112" y="4637190"/>
            <a:ext cx="2436813" cy="1384792"/>
          </a:xfrm>
          <a:prstGeom prst="roundRect">
            <a:avLst>
              <a:gd name="adj" fmla="val 13901"/>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400" b="0" i="0" u="none" strike="noStrike" kern="1200" cap="none" spc="0" normalizeH="0" baseline="0" noProof="0">
              <a:ln>
                <a:noFill/>
              </a:ln>
              <a:solidFill>
                <a:srgbClr val="0E1114"/>
              </a:solidFill>
              <a:effectLst/>
              <a:uLnTx/>
              <a:uFillTx/>
              <a:latin typeface="Arial"/>
              <a:ea typeface="+mn-ea"/>
              <a:cs typeface="+mn-cs"/>
            </a:endParaRPr>
          </a:p>
        </p:txBody>
      </p:sp>
      <p:sp>
        <p:nvSpPr>
          <p:cNvPr id="75" name="Объект 1">
            <a:extLst>
              <a:ext uri="{FF2B5EF4-FFF2-40B4-BE49-F238E27FC236}">
                <a16:creationId xmlns:a16="http://schemas.microsoft.com/office/drawing/2014/main" id="{5B4A1844-3CF6-49C0-9017-3A08206D82CE}"/>
              </a:ext>
            </a:extLst>
          </p:cNvPr>
          <p:cNvSpPr txBox="1">
            <a:spLocks/>
          </p:cNvSpPr>
          <p:nvPr/>
        </p:nvSpPr>
        <p:spPr>
          <a:xfrm>
            <a:off x="6331348" y="4757543"/>
            <a:ext cx="2212577"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4400">
                <a:ln w="38100">
                  <a:noFill/>
                </a:ln>
                <a:latin typeface="+mj-lt"/>
              </a:rPr>
              <a:t>×2</a:t>
            </a:r>
          </a:p>
        </p:txBody>
      </p:sp>
      <p:sp>
        <p:nvSpPr>
          <p:cNvPr id="76" name="Объект 1">
            <a:extLst>
              <a:ext uri="{FF2B5EF4-FFF2-40B4-BE49-F238E27FC236}">
                <a16:creationId xmlns:a16="http://schemas.microsoft.com/office/drawing/2014/main" id="{14BD6D7D-B5BE-41E0-9AE5-79DBC307C0A7}"/>
              </a:ext>
            </a:extLst>
          </p:cNvPr>
          <p:cNvSpPr txBox="1">
            <a:spLocks/>
          </p:cNvSpPr>
          <p:nvPr/>
        </p:nvSpPr>
        <p:spPr>
          <a:xfrm>
            <a:off x="6331348" y="5324031"/>
            <a:ext cx="2212578"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a:t>
            </a:r>
          </a:p>
        </p:txBody>
      </p:sp>
      <p:sp>
        <p:nvSpPr>
          <p:cNvPr id="36" name="Рисунок 7">
            <a:extLst>
              <a:ext uri="{FF2B5EF4-FFF2-40B4-BE49-F238E27FC236}">
                <a16:creationId xmlns:a16="http://schemas.microsoft.com/office/drawing/2014/main" id="{4E353714-D3DE-4A8C-9241-6CED9DEA6C28}"/>
              </a:ext>
            </a:extLst>
          </p:cNvPr>
          <p:cNvSpPr/>
          <p:nvPr/>
        </p:nvSpPr>
        <p:spPr>
          <a:xfrm>
            <a:off x="2730889" y="4810940"/>
            <a:ext cx="180000" cy="180000"/>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37" name="Рисунок 7">
            <a:extLst>
              <a:ext uri="{FF2B5EF4-FFF2-40B4-BE49-F238E27FC236}">
                <a16:creationId xmlns:a16="http://schemas.microsoft.com/office/drawing/2014/main" id="{CAF28651-99E2-4E95-8E4B-8224F9541A1B}"/>
              </a:ext>
            </a:extLst>
          </p:cNvPr>
          <p:cNvSpPr/>
          <p:nvPr/>
        </p:nvSpPr>
        <p:spPr>
          <a:xfrm>
            <a:off x="5472491" y="4810940"/>
            <a:ext cx="180000" cy="180000"/>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41" name="Рисунок 7">
            <a:extLst>
              <a:ext uri="{FF2B5EF4-FFF2-40B4-BE49-F238E27FC236}">
                <a16:creationId xmlns:a16="http://schemas.microsoft.com/office/drawing/2014/main" id="{BEFCEC89-1A5A-4FFC-A876-77F7C04DAFBA}"/>
              </a:ext>
            </a:extLst>
          </p:cNvPr>
          <p:cNvSpPr/>
          <p:nvPr/>
        </p:nvSpPr>
        <p:spPr>
          <a:xfrm>
            <a:off x="8190657" y="4810940"/>
            <a:ext cx="180000" cy="180000"/>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sp>
        <p:nvSpPr>
          <p:cNvPr id="2" name="Нижний колонтитул 1">
            <a:extLst>
              <a:ext uri="{FF2B5EF4-FFF2-40B4-BE49-F238E27FC236}">
                <a16:creationId xmlns:a16="http://schemas.microsoft.com/office/drawing/2014/main" id="{E595110F-0C7E-8ACA-E6EF-0CACA8A019D1}"/>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788337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54A8ED5E-C24B-0CE1-CF76-58511FA38120}"/>
              </a:ext>
            </a:extLst>
          </p:cNvPr>
          <p:cNvSpPr>
            <a:spLocks noGrp="1"/>
          </p:cNvSpPr>
          <p:nvPr>
            <p:ph type="sldNum" sz="quarter" idx="12"/>
          </p:nvPr>
        </p:nvSpPr>
        <p:spPr/>
        <p:txBody>
          <a:bodyPr/>
          <a:lstStyle/>
          <a:p>
            <a:fld id="{EB5249F5-0093-48B0-B996-C4E44A87EAFB}" type="slidenum">
              <a:rPr lang="ru-RU" smtClean="0"/>
              <a:pPr/>
              <a:t>56</a:t>
            </a:fld>
            <a:endParaRPr lang="ru-RU"/>
          </a:p>
        </p:txBody>
      </p:sp>
      <p:sp>
        <p:nvSpPr>
          <p:cNvPr id="4" name="Заголовок 3">
            <a:extLst>
              <a:ext uri="{FF2B5EF4-FFF2-40B4-BE49-F238E27FC236}">
                <a16:creationId xmlns:a16="http://schemas.microsoft.com/office/drawing/2014/main" id="{75A9995B-211B-F328-1F0F-0E93B5C2BF07}"/>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0" name="Объект 2">
            <a:extLst>
              <a:ext uri="{FF2B5EF4-FFF2-40B4-BE49-F238E27FC236}">
                <a16:creationId xmlns:a16="http://schemas.microsoft.com/office/drawing/2014/main" id="{53760088-3DDB-2DCA-0C87-4234893411FF}"/>
              </a:ext>
            </a:extLst>
          </p:cNvPr>
          <p:cNvSpPr txBox="1">
            <a:spLocks/>
          </p:cNvSpPr>
          <p:nvPr/>
        </p:nvSpPr>
        <p:spPr>
          <a:xfrm>
            <a:off x="4448672" y="1578859"/>
            <a:ext cx="5638590" cy="632259"/>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400"/>
              <a:t>Сформулируй краткий (или не очень) заголовок в 1 строку</a:t>
            </a:r>
          </a:p>
          <a:p>
            <a:pPr marL="0" lvl="6" indent="0">
              <a:spcAft>
                <a:spcPts val="600"/>
              </a:spcAft>
              <a:buNone/>
            </a:pPr>
            <a:r>
              <a:rPr lang="ru-RU" sz="1200"/>
              <a:t>Здесь может быть твой текст. Размести здесь свой текст. Добавь ещё текст. Здесь может быть твой текст. Размести здесь свой текст. Добавь ещё текст. </a:t>
            </a:r>
          </a:p>
        </p:txBody>
      </p:sp>
      <p:sp>
        <p:nvSpPr>
          <p:cNvPr id="17" name="Объект 2">
            <a:extLst>
              <a:ext uri="{FF2B5EF4-FFF2-40B4-BE49-F238E27FC236}">
                <a16:creationId xmlns:a16="http://schemas.microsoft.com/office/drawing/2014/main" id="{1404707B-2CB6-D621-9CCE-CF191D3E3792}"/>
              </a:ext>
            </a:extLst>
          </p:cNvPr>
          <p:cNvSpPr txBox="1">
            <a:spLocks/>
          </p:cNvSpPr>
          <p:nvPr/>
        </p:nvSpPr>
        <p:spPr>
          <a:xfrm>
            <a:off x="5005682" y="2601849"/>
            <a:ext cx="5638590" cy="632259"/>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400"/>
              <a:t>Сформулируй краткий (или не очень) заголовок в 1 строку</a:t>
            </a:r>
          </a:p>
          <a:p>
            <a:pPr marL="0" lvl="6" indent="0">
              <a:spcAft>
                <a:spcPts val="600"/>
              </a:spcAft>
              <a:buNone/>
            </a:pPr>
            <a:r>
              <a:rPr lang="ru-RU" sz="1200"/>
              <a:t>Здесь может быть твой текст. Размести здесь свой текст. Добавь ещё текст. Здесь может быть твой текст. Размести здесь свой текст. Добавь ещё текст. </a:t>
            </a:r>
          </a:p>
        </p:txBody>
      </p:sp>
      <p:sp>
        <p:nvSpPr>
          <p:cNvPr id="19" name="Объект 2">
            <a:extLst>
              <a:ext uri="{FF2B5EF4-FFF2-40B4-BE49-F238E27FC236}">
                <a16:creationId xmlns:a16="http://schemas.microsoft.com/office/drawing/2014/main" id="{3983D9C6-1391-05C4-C385-1FF87DD49A14}"/>
              </a:ext>
            </a:extLst>
          </p:cNvPr>
          <p:cNvSpPr txBox="1">
            <a:spLocks/>
          </p:cNvSpPr>
          <p:nvPr/>
        </p:nvSpPr>
        <p:spPr>
          <a:xfrm>
            <a:off x="5470098" y="3624839"/>
            <a:ext cx="5638590" cy="632259"/>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400"/>
              <a:t>Сформулируй краткий (или не очень) заголовок в 1 строку</a:t>
            </a:r>
          </a:p>
          <a:p>
            <a:pPr marL="0" lvl="6" indent="0">
              <a:spcAft>
                <a:spcPts val="600"/>
              </a:spcAft>
              <a:buNone/>
            </a:pPr>
            <a:r>
              <a:rPr lang="ru-RU" sz="1200"/>
              <a:t>Здесь может быть твой текст. Размести здесь свой текст. Добавь ещё текст. Здесь может быть твой текст. Размести здесь свой текст. Добавь ещё текст. </a:t>
            </a:r>
          </a:p>
        </p:txBody>
      </p:sp>
      <p:sp>
        <p:nvSpPr>
          <p:cNvPr id="21" name="Объект 2">
            <a:extLst>
              <a:ext uri="{FF2B5EF4-FFF2-40B4-BE49-F238E27FC236}">
                <a16:creationId xmlns:a16="http://schemas.microsoft.com/office/drawing/2014/main" id="{3DD87587-A0B7-8A03-BE5D-BBBCEE9493B1}"/>
              </a:ext>
            </a:extLst>
          </p:cNvPr>
          <p:cNvSpPr txBox="1">
            <a:spLocks/>
          </p:cNvSpPr>
          <p:nvPr/>
        </p:nvSpPr>
        <p:spPr>
          <a:xfrm>
            <a:off x="4448672" y="5670820"/>
            <a:ext cx="5638590" cy="632259"/>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400"/>
              <a:t>Сформулируй краткий (или не очень) заголовок в 1 строку</a:t>
            </a:r>
          </a:p>
          <a:p>
            <a:pPr marL="0" lvl="6" indent="0">
              <a:spcAft>
                <a:spcPts val="600"/>
              </a:spcAft>
              <a:buNone/>
            </a:pPr>
            <a:r>
              <a:rPr lang="ru-RU" sz="1200"/>
              <a:t>Здесь может быть твой текст. Размести здесь свой текст. Добавь ещё текст. Здесь может быть твой текст. Размести здесь свой текст. Добавь ещё текст. </a:t>
            </a:r>
          </a:p>
        </p:txBody>
      </p:sp>
      <p:sp>
        <p:nvSpPr>
          <p:cNvPr id="22" name="Объект 2">
            <a:extLst>
              <a:ext uri="{FF2B5EF4-FFF2-40B4-BE49-F238E27FC236}">
                <a16:creationId xmlns:a16="http://schemas.microsoft.com/office/drawing/2014/main" id="{83B8C97D-085D-0C97-BBE7-E977802C6114}"/>
              </a:ext>
            </a:extLst>
          </p:cNvPr>
          <p:cNvSpPr txBox="1">
            <a:spLocks/>
          </p:cNvSpPr>
          <p:nvPr/>
        </p:nvSpPr>
        <p:spPr>
          <a:xfrm>
            <a:off x="5005682" y="4647829"/>
            <a:ext cx="5638590" cy="632259"/>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400"/>
              <a:t>Сформулируй краткий (или не очень) заголовок в 1 строку</a:t>
            </a:r>
          </a:p>
          <a:p>
            <a:pPr marL="0" lvl="6" indent="0">
              <a:spcAft>
                <a:spcPts val="600"/>
              </a:spcAft>
              <a:buNone/>
            </a:pPr>
            <a:r>
              <a:rPr lang="ru-RU" sz="1200"/>
              <a:t>Здесь может быть твой текст. Размести здесь свой текст. Добавь ещё текст. Здесь может быть твой текст. Размести здесь свой текст. Добавь ещё текст. </a:t>
            </a:r>
          </a:p>
        </p:txBody>
      </p:sp>
      <p:sp>
        <p:nvSpPr>
          <p:cNvPr id="23" name="Скругленный прямоугольник 76">
            <a:extLst>
              <a:ext uri="{FF2B5EF4-FFF2-40B4-BE49-F238E27FC236}">
                <a16:creationId xmlns:a16="http://schemas.microsoft.com/office/drawing/2014/main" id="{E1F01421-28DB-E6C5-A3D3-0C12BD5A6B65}"/>
              </a:ext>
            </a:extLst>
          </p:cNvPr>
          <p:cNvSpPr/>
          <p:nvPr/>
        </p:nvSpPr>
        <p:spPr>
          <a:xfrm>
            <a:off x="3673381" y="1526653"/>
            <a:ext cx="684707" cy="684465"/>
          </a:xfrm>
          <a:prstGeom prst="ellipse">
            <a:avLst/>
          </a:pr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5"/>
            <a:endParaRPr lang="ru-RU" sz="1688">
              <a:solidFill>
                <a:srgbClr val="FFFFFF"/>
              </a:solidFill>
              <a:latin typeface="Arial" panose="020B0604020202020204"/>
            </a:endParaRPr>
          </a:p>
        </p:txBody>
      </p:sp>
      <p:sp>
        <p:nvSpPr>
          <p:cNvPr id="2" name="Объект 2">
            <a:extLst>
              <a:ext uri="{FF2B5EF4-FFF2-40B4-BE49-F238E27FC236}">
                <a16:creationId xmlns:a16="http://schemas.microsoft.com/office/drawing/2014/main" id="{8D72F377-B997-4644-AAF7-88C90141EA53}"/>
              </a:ext>
            </a:extLst>
          </p:cNvPr>
          <p:cNvSpPr txBox="1">
            <a:spLocks/>
          </p:cNvSpPr>
          <p:nvPr/>
        </p:nvSpPr>
        <p:spPr>
          <a:xfrm>
            <a:off x="3722654" y="1713464"/>
            <a:ext cx="586161" cy="310843"/>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gn="ctr">
              <a:lnSpc>
                <a:spcPct val="90000"/>
              </a:lnSpc>
              <a:spcAft>
                <a:spcPts val="400"/>
              </a:spcAft>
            </a:pPr>
            <a:r>
              <a:rPr lang="ru-RU">
                <a:solidFill>
                  <a:schemeClr val="accent1"/>
                </a:solidFill>
              </a:rPr>
              <a:t>01</a:t>
            </a:r>
          </a:p>
        </p:txBody>
      </p:sp>
      <p:sp>
        <p:nvSpPr>
          <p:cNvPr id="24" name="Скругленный прямоугольник 76">
            <a:extLst>
              <a:ext uri="{FF2B5EF4-FFF2-40B4-BE49-F238E27FC236}">
                <a16:creationId xmlns:a16="http://schemas.microsoft.com/office/drawing/2014/main" id="{1B734B5E-92E0-CD1E-506E-8577BBEF5209}"/>
              </a:ext>
            </a:extLst>
          </p:cNvPr>
          <p:cNvSpPr/>
          <p:nvPr/>
        </p:nvSpPr>
        <p:spPr>
          <a:xfrm rot="20852739">
            <a:off x="4221436" y="2549643"/>
            <a:ext cx="684707" cy="684465"/>
          </a:xfrm>
          <a:prstGeom prst="ellipse">
            <a:avLst/>
          </a:pr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5"/>
            <a:endParaRPr lang="ru-RU" sz="1688">
              <a:solidFill>
                <a:srgbClr val="FFFFFF"/>
              </a:solidFill>
              <a:latin typeface="Arial" panose="020B0604020202020204"/>
            </a:endParaRPr>
          </a:p>
        </p:txBody>
      </p:sp>
      <p:sp>
        <p:nvSpPr>
          <p:cNvPr id="5" name="Объект 2">
            <a:extLst>
              <a:ext uri="{FF2B5EF4-FFF2-40B4-BE49-F238E27FC236}">
                <a16:creationId xmlns:a16="http://schemas.microsoft.com/office/drawing/2014/main" id="{50F4BEF3-D076-EF2B-C827-E77CF56CB575}"/>
              </a:ext>
            </a:extLst>
          </p:cNvPr>
          <p:cNvSpPr txBox="1">
            <a:spLocks/>
          </p:cNvSpPr>
          <p:nvPr/>
        </p:nvSpPr>
        <p:spPr>
          <a:xfrm>
            <a:off x="4270709" y="2740743"/>
            <a:ext cx="586161" cy="302265"/>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gn="ctr">
              <a:lnSpc>
                <a:spcPct val="90000"/>
              </a:lnSpc>
              <a:spcAft>
                <a:spcPts val="400"/>
              </a:spcAft>
            </a:pPr>
            <a:r>
              <a:rPr lang="ru-RU">
                <a:solidFill>
                  <a:schemeClr val="accent1"/>
                </a:solidFill>
              </a:rPr>
              <a:t>02</a:t>
            </a:r>
          </a:p>
        </p:txBody>
      </p:sp>
      <p:sp>
        <p:nvSpPr>
          <p:cNvPr id="25" name="Скругленный прямоугольник 76">
            <a:extLst>
              <a:ext uri="{FF2B5EF4-FFF2-40B4-BE49-F238E27FC236}">
                <a16:creationId xmlns:a16="http://schemas.microsoft.com/office/drawing/2014/main" id="{7A97A446-B767-A3B1-5DCF-543F533B86FB}"/>
              </a:ext>
            </a:extLst>
          </p:cNvPr>
          <p:cNvSpPr/>
          <p:nvPr/>
        </p:nvSpPr>
        <p:spPr>
          <a:xfrm>
            <a:off x="4688161" y="3572632"/>
            <a:ext cx="684707" cy="684465"/>
          </a:xfrm>
          <a:prstGeom prst="ellipse">
            <a:avLst/>
          </a:pr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5"/>
            <a:endParaRPr lang="ru-RU" sz="1688">
              <a:solidFill>
                <a:srgbClr val="FFFFFF"/>
              </a:solidFill>
              <a:latin typeface="Arial" panose="020B0604020202020204"/>
            </a:endParaRPr>
          </a:p>
        </p:txBody>
      </p:sp>
      <p:sp>
        <p:nvSpPr>
          <p:cNvPr id="7" name="Объект 2">
            <a:extLst>
              <a:ext uri="{FF2B5EF4-FFF2-40B4-BE49-F238E27FC236}">
                <a16:creationId xmlns:a16="http://schemas.microsoft.com/office/drawing/2014/main" id="{D2F44021-452E-51CC-D508-B2BD4B6A527B}"/>
              </a:ext>
            </a:extLst>
          </p:cNvPr>
          <p:cNvSpPr txBox="1">
            <a:spLocks/>
          </p:cNvSpPr>
          <p:nvPr/>
        </p:nvSpPr>
        <p:spPr>
          <a:xfrm>
            <a:off x="4737434" y="3760876"/>
            <a:ext cx="586161" cy="307976"/>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gn="ctr">
              <a:lnSpc>
                <a:spcPct val="90000"/>
              </a:lnSpc>
              <a:spcAft>
                <a:spcPts val="400"/>
              </a:spcAft>
            </a:pPr>
            <a:r>
              <a:rPr lang="ru-RU">
                <a:solidFill>
                  <a:schemeClr val="accent1"/>
                </a:solidFill>
              </a:rPr>
              <a:t>03</a:t>
            </a:r>
          </a:p>
        </p:txBody>
      </p:sp>
      <p:sp>
        <p:nvSpPr>
          <p:cNvPr id="26" name="Скругленный прямоугольник 76">
            <a:extLst>
              <a:ext uri="{FF2B5EF4-FFF2-40B4-BE49-F238E27FC236}">
                <a16:creationId xmlns:a16="http://schemas.microsoft.com/office/drawing/2014/main" id="{9831A611-4380-75FF-0FE9-70252ECA6CC3}"/>
              </a:ext>
            </a:extLst>
          </p:cNvPr>
          <p:cNvSpPr/>
          <p:nvPr/>
        </p:nvSpPr>
        <p:spPr>
          <a:xfrm rot="945701">
            <a:off x="4221436" y="4595621"/>
            <a:ext cx="684707" cy="684465"/>
          </a:xfrm>
          <a:prstGeom prst="ellipse">
            <a:avLst/>
          </a:pr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5"/>
            <a:endParaRPr lang="ru-RU" sz="1688">
              <a:solidFill>
                <a:srgbClr val="FFFFFF"/>
              </a:solidFill>
              <a:latin typeface="Arial" panose="020B0604020202020204"/>
            </a:endParaRPr>
          </a:p>
        </p:txBody>
      </p:sp>
      <p:sp>
        <p:nvSpPr>
          <p:cNvPr id="8" name="Объект 2">
            <a:extLst>
              <a:ext uri="{FF2B5EF4-FFF2-40B4-BE49-F238E27FC236}">
                <a16:creationId xmlns:a16="http://schemas.microsoft.com/office/drawing/2014/main" id="{6432A1F9-A629-0786-A01F-1E326290FFD4}"/>
              </a:ext>
            </a:extLst>
          </p:cNvPr>
          <p:cNvSpPr txBox="1">
            <a:spLocks/>
          </p:cNvSpPr>
          <p:nvPr/>
        </p:nvSpPr>
        <p:spPr>
          <a:xfrm>
            <a:off x="4270709" y="4786963"/>
            <a:ext cx="586161" cy="301781"/>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gn="ctr">
              <a:lnSpc>
                <a:spcPct val="90000"/>
              </a:lnSpc>
              <a:spcAft>
                <a:spcPts val="400"/>
              </a:spcAft>
            </a:pPr>
            <a:r>
              <a:rPr lang="ru-RU">
                <a:solidFill>
                  <a:schemeClr val="accent1"/>
                </a:solidFill>
              </a:rPr>
              <a:t>04</a:t>
            </a:r>
          </a:p>
        </p:txBody>
      </p:sp>
      <p:sp>
        <p:nvSpPr>
          <p:cNvPr id="27" name="Скругленный прямоугольник 76">
            <a:extLst>
              <a:ext uri="{FF2B5EF4-FFF2-40B4-BE49-F238E27FC236}">
                <a16:creationId xmlns:a16="http://schemas.microsoft.com/office/drawing/2014/main" id="{A54DF753-4EE3-C68A-690B-B67010A8BD00}"/>
              </a:ext>
            </a:extLst>
          </p:cNvPr>
          <p:cNvSpPr/>
          <p:nvPr/>
        </p:nvSpPr>
        <p:spPr>
          <a:xfrm>
            <a:off x="3673381" y="5631684"/>
            <a:ext cx="684707" cy="684465"/>
          </a:xfrm>
          <a:prstGeom prst="ellipse">
            <a:avLst/>
          </a:pr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5"/>
            <a:endParaRPr lang="ru-RU" sz="1688">
              <a:solidFill>
                <a:srgbClr val="FFFFFF"/>
              </a:solidFill>
              <a:latin typeface="Arial" panose="020B0604020202020204"/>
            </a:endParaRPr>
          </a:p>
        </p:txBody>
      </p:sp>
      <p:sp>
        <p:nvSpPr>
          <p:cNvPr id="9" name="Объект 2">
            <a:extLst>
              <a:ext uri="{FF2B5EF4-FFF2-40B4-BE49-F238E27FC236}">
                <a16:creationId xmlns:a16="http://schemas.microsoft.com/office/drawing/2014/main" id="{50960C65-24E3-2B13-01B1-D9C091EECBB6}"/>
              </a:ext>
            </a:extLst>
          </p:cNvPr>
          <p:cNvSpPr txBox="1">
            <a:spLocks/>
          </p:cNvSpPr>
          <p:nvPr/>
        </p:nvSpPr>
        <p:spPr>
          <a:xfrm>
            <a:off x="3722654" y="5819047"/>
            <a:ext cx="586161" cy="309739"/>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gn="ctr">
              <a:lnSpc>
                <a:spcPct val="90000"/>
              </a:lnSpc>
              <a:spcAft>
                <a:spcPts val="400"/>
              </a:spcAft>
            </a:pPr>
            <a:r>
              <a:rPr lang="ru-RU">
                <a:solidFill>
                  <a:schemeClr val="accent1"/>
                </a:solidFill>
              </a:rPr>
              <a:t>05</a:t>
            </a:r>
          </a:p>
        </p:txBody>
      </p:sp>
      <p:sp>
        <p:nvSpPr>
          <p:cNvPr id="28" name="Скругленный прямоугольник 76">
            <a:extLst>
              <a:ext uri="{FF2B5EF4-FFF2-40B4-BE49-F238E27FC236}">
                <a16:creationId xmlns:a16="http://schemas.microsoft.com/office/drawing/2014/main" id="{9D5893F0-05FE-363C-67CE-0B3BFB0A27AF}"/>
              </a:ext>
            </a:extLst>
          </p:cNvPr>
          <p:cNvSpPr/>
          <p:nvPr/>
        </p:nvSpPr>
        <p:spPr>
          <a:xfrm>
            <a:off x="639764" y="2608453"/>
            <a:ext cx="2559778" cy="2558866"/>
          </a:xfrm>
          <a:prstGeom prst="ellipse">
            <a:avLst/>
          </a:prstGeom>
          <a:solidFill>
            <a:schemeClr val="accent1">
              <a:lumMod val="60000"/>
              <a:lumOff val="4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Дуга 28">
            <a:extLst>
              <a:ext uri="{FF2B5EF4-FFF2-40B4-BE49-F238E27FC236}">
                <a16:creationId xmlns:a16="http://schemas.microsoft.com/office/drawing/2014/main" id="{80398C35-7337-30AD-31E0-B30F9FE14503}"/>
              </a:ext>
            </a:extLst>
          </p:cNvPr>
          <p:cNvSpPr/>
          <p:nvPr/>
        </p:nvSpPr>
        <p:spPr>
          <a:xfrm>
            <a:off x="359851" y="2328084"/>
            <a:ext cx="3119604" cy="3119604"/>
          </a:xfrm>
          <a:prstGeom prst="arc">
            <a:avLst>
              <a:gd name="adj1" fmla="val 14422719"/>
              <a:gd name="adj2" fmla="val 7026378"/>
            </a:avLst>
          </a:prstGeom>
          <a:ln w="31750">
            <a:gradFill flip="none" rotWithShape="1">
              <a:gsLst>
                <a:gs pos="23000">
                  <a:srgbClr val="D9D9D9">
                    <a:alpha val="50000"/>
                  </a:srgbClr>
                </a:gs>
                <a:gs pos="0">
                  <a:schemeClr val="bg1">
                    <a:lumMod val="85000"/>
                    <a:alpha val="0"/>
                  </a:schemeClr>
                </a:gs>
                <a:gs pos="100000">
                  <a:schemeClr val="accent6"/>
                </a:gs>
              </a:gsLst>
              <a:lin ang="0" scaled="1"/>
              <a:tileRect/>
            </a:gradFill>
            <a:headEnd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sz="1266"/>
          </a:p>
        </p:txBody>
      </p:sp>
      <p:sp>
        <p:nvSpPr>
          <p:cNvPr id="44" name="TextBox 43">
            <a:extLst>
              <a:ext uri="{FF2B5EF4-FFF2-40B4-BE49-F238E27FC236}">
                <a16:creationId xmlns:a16="http://schemas.microsoft.com/office/drawing/2014/main" id="{D9C98446-1EF4-BEEB-495D-9E847737F88D}"/>
              </a:ext>
            </a:extLst>
          </p:cNvPr>
          <p:cNvSpPr txBox="1"/>
          <p:nvPr/>
        </p:nvSpPr>
        <p:spPr>
          <a:xfrm>
            <a:off x="1007254" y="3696742"/>
            <a:ext cx="1824797" cy="1141439"/>
          </a:xfrm>
          <a:prstGeom prst="rect">
            <a:avLst/>
          </a:prstGeom>
          <a:noFill/>
        </p:spPr>
        <p:txBody>
          <a:bodyPr wrap="square" lIns="0" tIns="108000" rIns="0" bIns="108000" rtlCol="0">
            <a:spAutoFit/>
          </a:bodyPr>
          <a:lstStyle/>
          <a:p>
            <a:pPr algn="ctr"/>
            <a:r>
              <a:rPr lang="en-US" sz="2400">
                <a:solidFill>
                  <a:schemeClr val="bg1"/>
                </a:solidFill>
                <a:latin typeface="+mj-lt"/>
              </a:rPr>
              <a:t>XX%</a:t>
            </a:r>
            <a:br>
              <a:rPr lang="ru-RU" sz="2400">
                <a:solidFill>
                  <a:schemeClr val="bg1"/>
                </a:solidFill>
                <a:latin typeface="+mj-lt"/>
              </a:rPr>
            </a:br>
            <a:r>
              <a:rPr lang="ru-RU" sz="1200">
                <a:solidFill>
                  <a:schemeClr val="bg1"/>
                </a:solidFill>
              </a:rPr>
              <a:t>Здесь может быть твой текст. Размести здесь свой текст. </a:t>
            </a:r>
          </a:p>
        </p:txBody>
      </p:sp>
      <p:cxnSp>
        <p:nvCxnSpPr>
          <p:cNvPr id="68" name="Прямая соединительная линия 67">
            <a:extLst>
              <a:ext uri="{FF2B5EF4-FFF2-40B4-BE49-F238E27FC236}">
                <a16:creationId xmlns:a16="http://schemas.microsoft.com/office/drawing/2014/main" id="{ED543EF6-DEF4-42D5-E12A-34F0C83607AF}"/>
              </a:ext>
            </a:extLst>
          </p:cNvPr>
          <p:cNvCxnSpPr>
            <a:cxnSpLocks/>
          </p:cNvCxnSpPr>
          <p:nvPr/>
        </p:nvCxnSpPr>
        <p:spPr>
          <a:xfrm flipH="1" flipV="1">
            <a:off x="3478213" y="3913188"/>
            <a:ext cx="1209948" cy="1677"/>
          </a:xfrm>
          <a:prstGeom prst="line">
            <a:avLst/>
          </a:prstGeom>
          <a:ln w="12700">
            <a:solidFill>
              <a:schemeClr val="accent6"/>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9" name="Прямая соединительная линия 68">
            <a:extLst>
              <a:ext uri="{FF2B5EF4-FFF2-40B4-BE49-F238E27FC236}">
                <a16:creationId xmlns:a16="http://schemas.microsoft.com/office/drawing/2014/main" id="{EC29500F-CC1D-621A-4119-8CE7FB1718A0}"/>
              </a:ext>
            </a:extLst>
          </p:cNvPr>
          <p:cNvCxnSpPr>
            <a:cxnSpLocks/>
          </p:cNvCxnSpPr>
          <p:nvPr/>
        </p:nvCxnSpPr>
        <p:spPr>
          <a:xfrm flipH="1">
            <a:off x="3352800" y="2965709"/>
            <a:ext cx="876692" cy="310891"/>
          </a:xfrm>
          <a:prstGeom prst="line">
            <a:avLst/>
          </a:prstGeom>
          <a:ln w="12700">
            <a:solidFill>
              <a:schemeClr val="accent6"/>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0" name="Прямая соединительная линия 69">
            <a:extLst>
              <a:ext uri="{FF2B5EF4-FFF2-40B4-BE49-F238E27FC236}">
                <a16:creationId xmlns:a16="http://schemas.microsoft.com/office/drawing/2014/main" id="{608B36E9-5473-3EC2-FCCA-C95DE3887E1B}"/>
              </a:ext>
            </a:extLst>
          </p:cNvPr>
          <p:cNvCxnSpPr>
            <a:cxnSpLocks/>
          </p:cNvCxnSpPr>
          <p:nvPr/>
        </p:nvCxnSpPr>
        <p:spPr>
          <a:xfrm flipH="1" flipV="1">
            <a:off x="3349625" y="4510088"/>
            <a:ext cx="884683" cy="334770"/>
          </a:xfrm>
          <a:prstGeom prst="line">
            <a:avLst/>
          </a:prstGeom>
          <a:ln w="12700">
            <a:solidFill>
              <a:schemeClr val="accent6"/>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1" name="Прямая соединительная линия 70">
            <a:extLst>
              <a:ext uri="{FF2B5EF4-FFF2-40B4-BE49-F238E27FC236}">
                <a16:creationId xmlns:a16="http://schemas.microsoft.com/office/drawing/2014/main" id="{D710C97B-A862-8BCA-3F3B-7223324B5B97}"/>
              </a:ext>
            </a:extLst>
          </p:cNvPr>
          <p:cNvCxnSpPr>
            <a:cxnSpLocks/>
          </p:cNvCxnSpPr>
          <p:nvPr/>
        </p:nvCxnSpPr>
        <p:spPr>
          <a:xfrm flipH="1" flipV="1">
            <a:off x="2957513" y="5056188"/>
            <a:ext cx="816141" cy="654658"/>
          </a:xfrm>
          <a:prstGeom prst="line">
            <a:avLst/>
          </a:prstGeom>
          <a:ln w="12700">
            <a:solidFill>
              <a:schemeClr val="accent6"/>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2" name="Прямая соединительная линия 71">
            <a:extLst>
              <a:ext uri="{FF2B5EF4-FFF2-40B4-BE49-F238E27FC236}">
                <a16:creationId xmlns:a16="http://schemas.microsoft.com/office/drawing/2014/main" id="{4A6B3714-F73F-4427-0A4F-27C367DB8D66}"/>
              </a:ext>
            </a:extLst>
          </p:cNvPr>
          <p:cNvCxnSpPr>
            <a:cxnSpLocks/>
          </p:cNvCxnSpPr>
          <p:nvPr/>
        </p:nvCxnSpPr>
        <p:spPr>
          <a:xfrm flipH="1">
            <a:off x="3004901" y="2110880"/>
            <a:ext cx="768753" cy="663840"/>
          </a:xfrm>
          <a:prstGeom prst="line">
            <a:avLst/>
          </a:prstGeom>
          <a:ln w="12700">
            <a:solidFill>
              <a:schemeClr val="accent6"/>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 name="Нижний колонтитул 5">
            <a:extLst>
              <a:ext uri="{FF2B5EF4-FFF2-40B4-BE49-F238E27FC236}">
                <a16:creationId xmlns:a16="http://schemas.microsoft.com/office/drawing/2014/main" id="{8BD918C9-826A-3286-7AAC-0D48AEA06FCF}"/>
              </a:ext>
            </a:extLst>
          </p:cNvPr>
          <p:cNvSpPr>
            <a:spLocks noGrp="1"/>
          </p:cNvSpPr>
          <p:nvPr>
            <p:ph type="ftr" sz="quarter" idx="11"/>
          </p:nvPr>
        </p:nvSpPr>
        <p:spPr/>
        <p:txBody>
          <a:bodyPr/>
          <a:lstStyle/>
          <a:p>
            <a:endParaRPr lang="ru-RU"/>
          </a:p>
        </p:txBody>
      </p:sp>
      <p:pic>
        <p:nvPicPr>
          <p:cNvPr id="12" name="Рисунок 11">
            <a:extLst>
              <a:ext uri="{FF2B5EF4-FFF2-40B4-BE49-F238E27FC236}">
                <a16:creationId xmlns:a16="http://schemas.microsoft.com/office/drawing/2014/main" id="{AAC89806-99EE-48A0-A2F9-8D16E2CA5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524205">
            <a:off x="589324" y="1635767"/>
            <a:ext cx="2360254" cy="2360254"/>
          </a:xfrm>
          <a:prstGeom prst="rect">
            <a:avLst/>
          </a:prstGeom>
        </p:spPr>
      </p:pic>
    </p:spTree>
    <p:extLst>
      <p:ext uri="{BB962C8B-B14F-4D97-AF65-F5344CB8AC3E}">
        <p14:creationId xmlns:p14="http://schemas.microsoft.com/office/powerpoint/2010/main" val="6981909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1" name="Прямая со стрелкой 120">
            <a:extLst>
              <a:ext uri="{FF2B5EF4-FFF2-40B4-BE49-F238E27FC236}">
                <a16:creationId xmlns:a16="http://schemas.microsoft.com/office/drawing/2014/main" id="{A1887098-517F-9D58-056E-36BD7C07DD5B}"/>
              </a:ext>
            </a:extLst>
          </p:cNvPr>
          <p:cNvCxnSpPr>
            <a:cxnSpLocks/>
          </p:cNvCxnSpPr>
          <p:nvPr/>
        </p:nvCxnSpPr>
        <p:spPr>
          <a:xfrm flipH="1" flipV="1">
            <a:off x="6915565" y="4755544"/>
            <a:ext cx="237600" cy="23760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Прямая со стрелкой 121">
            <a:extLst>
              <a:ext uri="{FF2B5EF4-FFF2-40B4-BE49-F238E27FC236}">
                <a16:creationId xmlns:a16="http://schemas.microsoft.com/office/drawing/2014/main" id="{FFB3F709-60D0-CDC5-57E2-C8C723176734}"/>
              </a:ext>
            </a:extLst>
          </p:cNvPr>
          <p:cNvCxnSpPr>
            <a:cxnSpLocks/>
          </p:cNvCxnSpPr>
          <p:nvPr/>
        </p:nvCxnSpPr>
        <p:spPr>
          <a:xfrm flipH="1">
            <a:off x="6915565" y="4527404"/>
            <a:ext cx="237600" cy="23760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Прямая со стрелкой 122">
            <a:extLst>
              <a:ext uri="{FF2B5EF4-FFF2-40B4-BE49-F238E27FC236}">
                <a16:creationId xmlns:a16="http://schemas.microsoft.com/office/drawing/2014/main" id="{F07CD317-DE96-134D-E7EC-8FE825D5F38B}"/>
              </a:ext>
            </a:extLst>
          </p:cNvPr>
          <p:cNvCxnSpPr>
            <a:cxnSpLocks/>
          </p:cNvCxnSpPr>
          <p:nvPr/>
        </p:nvCxnSpPr>
        <p:spPr>
          <a:xfrm flipH="1">
            <a:off x="6926580" y="4760668"/>
            <a:ext cx="218231" cy="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Прямая со стрелкой 57">
            <a:extLst>
              <a:ext uri="{FF2B5EF4-FFF2-40B4-BE49-F238E27FC236}">
                <a16:creationId xmlns:a16="http://schemas.microsoft.com/office/drawing/2014/main" id="{85C51A34-5537-A0B9-5392-2FA5A7C89F60}"/>
              </a:ext>
            </a:extLst>
          </p:cNvPr>
          <p:cNvCxnSpPr>
            <a:cxnSpLocks/>
            <a:stCxn id="10" idx="1"/>
          </p:cNvCxnSpPr>
          <p:nvPr/>
        </p:nvCxnSpPr>
        <p:spPr>
          <a:xfrm flipH="1">
            <a:off x="3367088" y="4760274"/>
            <a:ext cx="909637" cy="602301"/>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59" name="Прямая со стрелкой 58">
            <a:extLst>
              <a:ext uri="{FF2B5EF4-FFF2-40B4-BE49-F238E27FC236}">
                <a16:creationId xmlns:a16="http://schemas.microsoft.com/office/drawing/2014/main" id="{DD3971CB-2418-8B54-F9B9-465361E6F2C8}"/>
              </a:ext>
            </a:extLst>
          </p:cNvPr>
          <p:cNvCxnSpPr>
            <a:cxnSpLocks/>
            <a:stCxn id="11" idx="1"/>
          </p:cNvCxnSpPr>
          <p:nvPr/>
        </p:nvCxnSpPr>
        <p:spPr>
          <a:xfrm flipH="1" flipV="1">
            <a:off x="3367088" y="5362575"/>
            <a:ext cx="909637" cy="547964"/>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56" name="Прямая со стрелкой 55">
            <a:extLst>
              <a:ext uri="{FF2B5EF4-FFF2-40B4-BE49-F238E27FC236}">
                <a16:creationId xmlns:a16="http://schemas.microsoft.com/office/drawing/2014/main" id="{5CF33AE7-2FBF-E8B0-99DD-681B42937311}"/>
              </a:ext>
            </a:extLst>
          </p:cNvPr>
          <p:cNvCxnSpPr>
            <a:cxnSpLocks/>
            <a:stCxn id="7" idx="1"/>
          </p:cNvCxnSpPr>
          <p:nvPr/>
        </p:nvCxnSpPr>
        <p:spPr>
          <a:xfrm flipH="1">
            <a:off x="3367088" y="1915922"/>
            <a:ext cx="909637" cy="612966"/>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a:extLst>
              <a:ext uri="{FF2B5EF4-FFF2-40B4-BE49-F238E27FC236}">
                <a16:creationId xmlns:a16="http://schemas.microsoft.com/office/drawing/2014/main" id="{70902AD7-04BF-B5BA-9CCF-09D513CB55AA}"/>
              </a:ext>
            </a:extLst>
          </p:cNvPr>
          <p:cNvCxnSpPr>
            <a:cxnSpLocks/>
            <a:stCxn id="9" idx="1"/>
          </p:cNvCxnSpPr>
          <p:nvPr/>
        </p:nvCxnSpPr>
        <p:spPr>
          <a:xfrm flipH="1" flipV="1">
            <a:off x="3367088" y="2528888"/>
            <a:ext cx="909637" cy="537299"/>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2F7189B5-90E3-5AC7-C74E-097E0419C075}"/>
              </a:ext>
            </a:extLst>
          </p:cNvPr>
          <p:cNvCxnSpPr>
            <a:cxnSpLocks/>
          </p:cNvCxnSpPr>
          <p:nvPr/>
        </p:nvCxnSpPr>
        <p:spPr>
          <a:xfrm flipH="1" flipV="1">
            <a:off x="1651000" y="3827005"/>
            <a:ext cx="1255461" cy="1072619"/>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AF9C34C3-10E2-8334-6FFC-A7A857FBD20E}"/>
              </a:ext>
            </a:extLst>
          </p:cNvPr>
          <p:cNvCxnSpPr>
            <a:cxnSpLocks/>
          </p:cNvCxnSpPr>
          <p:nvPr/>
        </p:nvCxnSpPr>
        <p:spPr>
          <a:xfrm flipH="1">
            <a:off x="1651000" y="2867657"/>
            <a:ext cx="1207692" cy="959348"/>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54A8ED5E-C24B-0CE1-CF76-58511FA38120}"/>
              </a:ext>
            </a:extLst>
          </p:cNvPr>
          <p:cNvSpPr>
            <a:spLocks noGrp="1"/>
          </p:cNvSpPr>
          <p:nvPr>
            <p:ph type="sldNum" sz="quarter" idx="12"/>
          </p:nvPr>
        </p:nvSpPr>
        <p:spPr/>
        <p:txBody>
          <a:bodyPr/>
          <a:lstStyle/>
          <a:p>
            <a:fld id="{EB5249F5-0093-48B0-B996-C4E44A87EAFB}" type="slidenum">
              <a:rPr lang="ru-RU" smtClean="0"/>
              <a:pPr/>
              <a:t>57</a:t>
            </a:fld>
            <a:endParaRPr lang="ru-RU"/>
          </a:p>
        </p:txBody>
      </p:sp>
      <p:sp>
        <p:nvSpPr>
          <p:cNvPr id="4" name="Заголовок 3">
            <a:extLst>
              <a:ext uri="{FF2B5EF4-FFF2-40B4-BE49-F238E27FC236}">
                <a16:creationId xmlns:a16="http://schemas.microsoft.com/office/drawing/2014/main" id="{75A9995B-211B-F328-1F0F-0E93B5C2BF07}"/>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5" name="Скругленный прямоугольник 76">
            <a:extLst>
              <a:ext uri="{FF2B5EF4-FFF2-40B4-BE49-F238E27FC236}">
                <a16:creationId xmlns:a16="http://schemas.microsoft.com/office/drawing/2014/main" id="{2BE17014-5D53-DFC4-61A9-E7E1B95A4556}"/>
              </a:ext>
            </a:extLst>
          </p:cNvPr>
          <p:cNvSpPr/>
          <p:nvPr/>
        </p:nvSpPr>
        <p:spPr>
          <a:xfrm>
            <a:off x="2735076" y="1847585"/>
            <a:ext cx="1287396" cy="1286938"/>
          </a:xfrm>
          <a:prstGeom prst="ellipse">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5"/>
            <a:endParaRPr lang="ru-RU" sz="1688">
              <a:solidFill>
                <a:srgbClr val="FFFFFF"/>
              </a:solidFill>
              <a:latin typeface="Arial" panose="020B0604020202020204"/>
            </a:endParaRPr>
          </a:p>
        </p:txBody>
      </p:sp>
      <p:sp>
        <p:nvSpPr>
          <p:cNvPr id="67" name="TextBox 66">
            <a:extLst>
              <a:ext uri="{FF2B5EF4-FFF2-40B4-BE49-F238E27FC236}">
                <a16:creationId xmlns:a16="http://schemas.microsoft.com/office/drawing/2014/main" id="{01737BF9-1823-A880-6A34-E807ED2CF2A2}"/>
              </a:ext>
            </a:extLst>
          </p:cNvPr>
          <p:cNvSpPr txBox="1"/>
          <p:nvPr/>
        </p:nvSpPr>
        <p:spPr>
          <a:xfrm>
            <a:off x="2854034" y="1951112"/>
            <a:ext cx="1049480" cy="1079884"/>
          </a:xfrm>
          <a:prstGeom prst="rect">
            <a:avLst/>
          </a:prstGeom>
          <a:noFill/>
        </p:spPr>
        <p:txBody>
          <a:bodyPr wrap="square" lIns="0" tIns="108000" rIns="0" bIns="108000" rtlCol="0">
            <a:spAutoFit/>
          </a:bodyPr>
          <a:lstStyle/>
          <a:p>
            <a:pPr algn="ctr"/>
            <a:r>
              <a:rPr lang="en-US">
                <a:solidFill>
                  <a:schemeClr val="bg1"/>
                </a:solidFill>
                <a:latin typeface="+mj-lt"/>
              </a:rPr>
              <a:t>XX%</a:t>
            </a:r>
            <a:br>
              <a:rPr lang="ru-RU">
                <a:solidFill>
                  <a:schemeClr val="bg1"/>
                </a:solidFill>
                <a:latin typeface="+mj-lt"/>
              </a:rPr>
            </a:br>
            <a:r>
              <a:rPr lang="ru-RU" sz="1200">
                <a:solidFill>
                  <a:schemeClr val="bg1"/>
                </a:solidFill>
              </a:rPr>
              <a:t>Здесь может быть твой текст. </a:t>
            </a:r>
          </a:p>
        </p:txBody>
      </p:sp>
      <p:sp>
        <p:nvSpPr>
          <p:cNvPr id="6" name="Скругленный прямоугольник 76">
            <a:extLst>
              <a:ext uri="{FF2B5EF4-FFF2-40B4-BE49-F238E27FC236}">
                <a16:creationId xmlns:a16="http://schemas.microsoft.com/office/drawing/2014/main" id="{320FFFAA-844F-B3D4-6843-98ED4F51CB81}"/>
              </a:ext>
            </a:extLst>
          </p:cNvPr>
          <p:cNvSpPr/>
          <p:nvPr/>
        </p:nvSpPr>
        <p:spPr>
          <a:xfrm>
            <a:off x="2735076" y="4691937"/>
            <a:ext cx="1287396" cy="1286938"/>
          </a:xfrm>
          <a:prstGeom prst="ellipse">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5"/>
            <a:endParaRPr lang="ru-RU" sz="1688">
              <a:solidFill>
                <a:srgbClr val="FFFFFF"/>
              </a:solidFill>
              <a:latin typeface="Arial" panose="020B0604020202020204"/>
            </a:endParaRPr>
          </a:p>
        </p:txBody>
      </p:sp>
      <p:sp>
        <p:nvSpPr>
          <p:cNvPr id="68" name="TextBox 67">
            <a:extLst>
              <a:ext uri="{FF2B5EF4-FFF2-40B4-BE49-F238E27FC236}">
                <a16:creationId xmlns:a16="http://schemas.microsoft.com/office/drawing/2014/main" id="{07B90E7A-3199-2EB7-48B8-D95B11160103}"/>
              </a:ext>
            </a:extLst>
          </p:cNvPr>
          <p:cNvSpPr txBox="1"/>
          <p:nvPr/>
        </p:nvSpPr>
        <p:spPr>
          <a:xfrm>
            <a:off x="2854034" y="4795464"/>
            <a:ext cx="1049480" cy="1079884"/>
          </a:xfrm>
          <a:prstGeom prst="rect">
            <a:avLst/>
          </a:prstGeom>
          <a:noFill/>
        </p:spPr>
        <p:txBody>
          <a:bodyPr wrap="square" lIns="0" tIns="108000" rIns="0" bIns="108000" rtlCol="0">
            <a:spAutoFit/>
          </a:bodyPr>
          <a:lstStyle/>
          <a:p>
            <a:pPr algn="ctr"/>
            <a:r>
              <a:rPr lang="en-US">
                <a:solidFill>
                  <a:schemeClr val="bg1"/>
                </a:solidFill>
                <a:latin typeface="+mj-lt"/>
              </a:rPr>
              <a:t>XX%</a:t>
            </a:r>
            <a:br>
              <a:rPr lang="ru-RU">
                <a:solidFill>
                  <a:schemeClr val="bg1"/>
                </a:solidFill>
                <a:latin typeface="+mj-lt"/>
              </a:rPr>
            </a:br>
            <a:r>
              <a:rPr lang="ru-RU" sz="1200">
                <a:solidFill>
                  <a:schemeClr val="bg1"/>
                </a:solidFill>
              </a:rPr>
              <a:t>Здесь может быть твой текст. </a:t>
            </a:r>
          </a:p>
        </p:txBody>
      </p:sp>
      <p:sp>
        <p:nvSpPr>
          <p:cNvPr id="36" name="Прямоугольник: скругленные углы 18">
            <a:extLst>
              <a:ext uri="{FF2B5EF4-FFF2-40B4-BE49-F238E27FC236}">
                <a16:creationId xmlns:a16="http://schemas.microsoft.com/office/drawing/2014/main" id="{0F2B6E5C-6D57-1CDC-0B21-A6D5D1897253}"/>
              </a:ext>
            </a:extLst>
          </p:cNvPr>
          <p:cNvSpPr/>
          <p:nvPr/>
        </p:nvSpPr>
        <p:spPr>
          <a:xfrm>
            <a:off x="7144811" y="2088071"/>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37" name="Прямоугольник: скругленные углы 18">
            <a:extLst>
              <a:ext uri="{FF2B5EF4-FFF2-40B4-BE49-F238E27FC236}">
                <a16:creationId xmlns:a16="http://schemas.microsoft.com/office/drawing/2014/main" id="{B95C2068-1583-1295-B16D-D3319E2385B9}"/>
              </a:ext>
            </a:extLst>
          </p:cNvPr>
          <p:cNvSpPr/>
          <p:nvPr/>
        </p:nvSpPr>
        <p:spPr>
          <a:xfrm>
            <a:off x="7144811" y="1807922"/>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38" name="Прямоугольник: скругленные углы 18">
            <a:extLst>
              <a:ext uri="{FF2B5EF4-FFF2-40B4-BE49-F238E27FC236}">
                <a16:creationId xmlns:a16="http://schemas.microsoft.com/office/drawing/2014/main" id="{F8A486B2-5AF5-3F1B-038A-4C276CC72784}"/>
              </a:ext>
            </a:extLst>
          </p:cNvPr>
          <p:cNvSpPr/>
          <p:nvPr/>
        </p:nvSpPr>
        <p:spPr>
          <a:xfrm>
            <a:off x="7144811" y="1527773"/>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73" name="Объект 2">
            <a:extLst>
              <a:ext uri="{FF2B5EF4-FFF2-40B4-BE49-F238E27FC236}">
                <a16:creationId xmlns:a16="http://schemas.microsoft.com/office/drawing/2014/main" id="{7713DF08-58D9-1049-16F8-5B36FA21C647}"/>
              </a:ext>
            </a:extLst>
          </p:cNvPr>
          <p:cNvSpPr txBox="1">
            <a:spLocks/>
          </p:cNvSpPr>
          <p:nvPr/>
        </p:nvSpPr>
        <p:spPr>
          <a:xfrm>
            <a:off x="7251388" y="1544871"/>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74" name="Объект 2">
            <a:extLst>
              <a:ext uri="{FF2B5EF4-FFF2-40B4-BE49-F238E27FC236}">
                <a16:creationId xmlns:a16="http://schemas.microsoft.com/office/drawing/2014/main" id="{2F30D4B4-8F87-6809-62BC-5A6A23C523C1}"/>
              </a:ext>
            </a:extLst>
          </p:cNvPr>
          <p:cNvSpPr txBox="1">
            <a:spLocks/>
          </p:cNvSpPr>
          <p:nvPr/>
        </p:nvSpPr>
        <p:spPr>
          <a:xfrm>
            <a:off x="7251388" y="1825020"/>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75" name="Объект 2">
            <a:extLst>
              <a:ext uri="{FF2B5EF4-FFF2-40B4-BE49-F238E27FC236}">
                <a16:creationId xmlns:a16="http://schemas.microsoft.com/office/drawing/2014/main" id="{CD79DB10-E8DA-5D09-ABB5-18C7BC86267D}"/>
              </a:ext>
            </a:extLst>
          </p:cNvPr>
          <p:cNvSpPr txBox="1">
            <a:spLocks/>
          </p:cNvSpPr>
          <p:nvPr/>
        </p:nvSpPr>
        <p:spPr>
          <a:xfrm>
            <a:off x="7251388" y="2105169"/>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32" name="Прямоугольник: скругленные углы 18">
            <a:extLst>
              <a:ext uri="{FF2B5EF4-FFF2-40B4-BE49-F238E27FC236}">
                <a16:creationId xmlns:a16="http://schemas.microsoft.com/office/drawing/2014/main" id="{E4D0998C-31F7-71D7-4961-9A4894C63A70}"/>
              </a:ext>
            </a:extLst>
          </p:cNvPr>
          <p:cNvSpPr/>
          <p:nvPr/>
        </p:nvSpPr>
        <p:spPr>
          <a:xfrm>
            <a:off x="7144811" y="3238336"/>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33" name="Прямоугольник: скругленные углы 18">
            <a:extLst>
              <a:ext uri="{FF2B5EF4-FFF2-40B4-BE49-F238E27FC236}">
                <a16:creationId xmlns:a16="http://schemas.microsoft.com/office/drawing/2014/main" id="{C6E98952-800E-64E0-E199-2A77FF936A10}"/>
              </a:ext>
            </a:extLst>
          </p:cNvPr>
          <p:cNvSpPr/>
          <p:nvPr/>
        </p:nvSpPr>
        <p:spPr>
          <a:xfrm>
            <a:off x="7144811" y="2958187"/>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34" name="Прямоугольник: скругленные углы 18">
            <a:extLst>
              <a:ext uri="{FF2B5EF4-FFF2-40B4-BE49-F238E27FC236}">
                <a16:creationId xmlns:a16="http://schemas.microsoft.com/office/drawing/2014/main" id="{846E3218-4300-E5E2-25C3-7EC02CAA86A4}"/>
              </a:ext>
            </a:extLst>
          </p:cNvPr>
          <p:cNvSpPr/>
          <p:nvPr/>
        </p:nvSpPr>
        <p:spPr>
          <a:xfrm>
            <a:off x="7144811" y="2678038"/>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76" name="Объект 2">
            <a:extLst>
              <a:ext uri="{FF2B5EF4-FFF2-40B4-BE49-F238E27FC236}">
                <a16:creationId xmlns:a16="http://schemas.microsoft.com/office/drawing/2014/main" id="{AC1A0BDF-C085-8BF5-6E2E-93E20126D2A7}"/>
              </a:ext>
            </a:extLst>
          </p:cNvPr>
          <p:cNvSpPr txBox="1">
            <a:spLocks/>
          </p:cNvSpPr>
          <p:nvPr/>
        </p:nvSpPr>
        <p:spPr>
          <a:xfrm>
            <a:off x="7251388" y="2695136"/>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77" name="Объект 2">
            <a:extLst>
              <a:ext uri="{FF2B5EF4-FFF2-40B4-BE49-F238E27FC236}">
                <a16:creationId xmlns:a16="http://schemas.microsoft.com/office/drawing/2014/main" id="{5DB915B6-809C-E601-5102-48E223B582E8}"/>
              </a:ext>
            </a:extLst>
          </p:cNvPr>
          <p:cNvSpPr txBox="1">
            <a:spLocks/>
          </p:cNvSpPr>
          <p:nvPr/>
        </p:nvSpPr>
        <p:spPr>
          <a:xfrm>
            <a:off x="7251388" y="2975285"/>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78" name="Объект 2">
            <a:extLst>
              <a:ext uri="{FF2B5EF4-FFF2-40B4-BE49-F238E27FC236}">
                <a16:creationId xmlns:a16="http://schemas.microsoft.com/office/drawing/2014/main" id="{B1525ACE-11D3-2E67-09CE-859A9F4E154B}"/>
              </a:ext>
            </a:extLst>
          </p:cNvPr>
          <p:cNvSpPr txBox="1">
            <a:spLocks/>
          </p:cNvSpPr>
          <p:nvPr/>
        </p:nvSpPr>
        <p:spPr>
          <a:xfrm>
            <a:off x="7251388" y="3255434"/>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7" name="Прямоугольник: скругленные углы 18">
            <a:extLst>
              <a:ext uri="{FF2B5EF4-FFF2-40B4-BE49-F238E27FC236}">
                <a16:creationId xmlns:a16="http://schemas.microsoft.com/office/drawing/2014/main" id="{75F20379-9123-390E-6119-18B8D7ED0BB3}"/>
              </a:ext>
            </a:extLst>
          </p:cNvPr>
          <p:cNvSpPr/>
          <p:nvPr/>
        </p:nvSpPr>
        <p:spPr>
          <a:xfrm>
            <a:off x="4276725" y="1609922"/>
            <a:ext cx="2649855" cy="612000"/>
          </a:xfrm>
          <a:prstGeom prst="roundRect">
            <a:avLst>
              <a:gd name="adj" fmla="val 34962"/>
            </a:avLst>
          </a:prstGeom>
          <a:solidFill>
            <a:schemeClr val="accent6">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algn="ctr"/>
            <a:r>
              <a:rPr lang="ru-RU" sz="1600">
                <a:solidFill>
                  <a:schemeClr val="bg1"/>
                </a:solidFill>
              </a:rPr>
              <a:t> </a:t>
            </a:r>
          </a:p>
        </p:txBody>
      </p:sp>
      <p:sp>
        <p:nvSpPr>
          <p:cNvPr id="69" name="Объект 2">
            <a:extLst>
              <a:ext uri="{FF2B5EF4-FFF2-40B4-BE49-F238E27FC236}">
                <a16:creationId xmlns:a16="http://schemas.microsoft.com/office/drawing/2014/main" id="{0104BBC5-B74B-862E-2F38-2A239A4BAA83}"/>
              </a:ext>
            </a:extLst>
          </p:cNvPr>
          <p:cNvSpPr txBox="1">
            <a:spLocks/>
          </p:cNvSpPr>
          <p:nvPr/>
        </p:nvSpPr>
        <p:spPr>
          <a:xfrm>
            <a:off x="4693690" y="1757376"/>
            <a:ext cx="2102766" cy="392048"/>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Сформулируй основную мысль в 1–2 строки</a:t>
            </a:r>
          </a:p>
        </p:txBody>
      </p:sp>
      <p:sp>
        <p:nvSpPr>
          <p:cNvPr id="8" name="Рисунок 39">
            <a:extLst>
              <a:ext uri="{FF2B5EF4-FFF2-40B4-BE49-F238E27FC236}">
                <a16:creationId xmlns:a16="http://schemas.microsoft.com/office/drawing/2014/main" id="{7D32C26B-F52E-C597-5AF5-941CB0E223E4}"/>
              </a:ext>
            </a:extLst>
          </p:cNvPr>
          <p:cNvSpPr/>
          <p:nvPr/>
        </p:nvSpPr>
        <p:spPr>
          <a:xfrm>
            <a:off x="4420924" y="1764317"/>
            <a:ext cx="179989" cy="179989"/>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solidFill>
          <a:ln w="9525" cap="flat">
            <a:noFill/>
            <a:prstDash val="solid"/>
            <a:miter/>
          </a:ln>
        </p:spPr>
        <p:txBody>
          <a:bodyPr rtlCol="0" anchor="ctr"/>
          <a:lstStyle/>
          <a:p>
            <a:endParaRPr lang="ru-RU"/>
          </a:p>
        </p:txBody>
      </p:sp>
      <p:sp>
        <p:nvSpPr>
          <p:cNvPr id="9" name="Прямоугольник: скругленные углы 18">
            <a:extLst>
              <a:ext uri="{FF2B5EF4-FFF2-40B4-BE49-F238E27FC236}">
                <a16:creationId xmlns:a16="http://schemas.microsoft.com/office/drawing/2014/main" id="{6B0F204B-B3BD-D061-BBE3-D75B819272C3}"/>
              </a:ext>
            </a:extLst>
          </p:cNvPr>
          <p:cNvSpPr/>
          <p:nvPr/>
        </p:nvSpPr>
        <p:spPr>
          <a:xfrm>
            <a:off x="4276725" y="2760187"/>
            <a:ext cx="2649855" cy="612000"/>
          </a:xfrm>
          <a:prstGeom prst="roundRect">
            <a:avLst>
              <a:gd name="adj" fmla="val 34962"/>
            </a:avLst>
          </a:prstGeom>
          <a:solidFill>
            <a:schemeClr val="accent6">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algn="ctr"/>
            <a:r>
              <a:rPr lang="ru-RU" sz="1600">
                <a:solidFill>
                  <a:schemeClr val="bg1"/>
                </a:solidFill>
              </a:rPr>
              <a:t> </a:t>
            </a:r>
          </a:p>
        </p:txBody>
      </p:sp>
      <p:sp>
        <p:nvSpPr>
          <p:cNvPr id="70" name="Объект 2">
            <a:extLst>
              <a:ext uri="{FF2B5EF4-FFF2-40B4-BE49-F238E27FC236}">
                <a16:creationId xmlns:a16="http://schemas.microsoft.com/office/drawing/2014/main" id="{F6C5B7E5-ED25-86E0-56A8-4493AEBF6CDE}"/>
              </a:ext>
            </a:extLst>
          </p:cNvPr>
          <p:cNvSpPr txBox="1">
            <a:spLocks/>
          </p:cNvSpPr>
          <p:nvPr/>
        </p:nvSpPr>
        <p:spPr>
          <a:xfrm>
            <a:off x="4693690" y="2907641"/>
            <a:ext cx="2102766" cy="392048"/>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Сформулируй основную мысль в 1–2 строки</a:t>
            </a:r>
          </a:p>
        </p:txBody>
      </p:sp>
      <p:sp>
        <p:nvSpPr>
          <p:cNvPr id="13" name="Рисунок 39">
            <a:extLst>
              <a:ext uri="{FF2B5EF4-FFF2-40B4-BE49-F238E27FC236}">
                <a16:creationId xmlns:a16="http://schemas.microsoft.com/office/drawing/2014/main" id="{F90E8964-E49B-D52A-4671-6F2DDC78607A}"/>
              </a:ext>
            </a:extLst>
          </p:cNvPr>
          <p:cNvSpPr/>
          <p:nvPr/>
        </p:nvSpPr>
        <p:spPr>
          <a:xfrm>
            <a:off x="4420924" y="2909581"/>
            <a:ext cx="179989" cy="179989"/>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solidFill>
          <a:ln w="9525" cap="flat">
            <a:noFill/>
            <a:prstDash val="solid"/>
            <a:miter/>
          </a:ln>
        </p:spPr>
        <p:txBody>
          <a:bodyPr rtlCol="0" anchor="ctr"/>
          <a:lstStyle/>
          <a:p>
            <a:endParaRPr lang="ru-RU"/>
          </a:p>
        </p:txBody>
      </p:sp>
      <p:sp>
        <p:nvSpPr>
          <p:cNvPr id="29" name="Прямоугольник: скругленные углы 18">
            <a:extLst>
              <a:ext uri="{FF2B5EF4-FFF2-40B4-BE49-F238E27FC236}">
                <a16:creationId xmlns:a16="http://schemas.microsoft.com/office/drawing/2014/main" id="{D32A4969-5A83-37A1-6EE3-6D24ED40E0D9}"/>
              </a:ext>
            </a:extLst>
          </p:cNvPr>
          <p:cNvSpPr/>
          <p:nvPr/>
        </p:nvSpPr>
        <p:spPr>
          <a:xfrm>
            <a:off x="7144811" y="4932423"/>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30" name="Прямоугольник: скругленные углы 18">
            <a:extLst>
              <a:ext uri="{FF2B5EF4-FFF2-40B4-BE49-F238E27FC236}">
                <a16:creationId xmlns:a16="http://schemas.microsoft.com/office/drawing/2014/main" id="{0D0F00C0-0B58-A6FE-0C0E-5E694062EFE0}"/>
              </a:ext>
            </a:extLst>
          </p:cNvPr>
          <p:cNvSpPr/>
          <p:nvPr/>
        </p:nvSpPr>
        <p:spPr>
          <a:xfrm>
            <a:off x="7144811" y="4652274"/>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31" name="Прямоугольник: скругленные углы 18">
            <a:extLst>
              <a:ext uri="{FF2B5EF4-FFF2-40B4-BE49-F238E27FC236}">
                <a16:creationId xmlns:a16="http://schemas.microsoft.com/office/drawing/2014/main" id="{F8997DB6-6E7A-8F4C-1DDE-13E4EDB12D5A}"/>
              </a:ext>
            </a:extLst>
          </p:cNvPr>
          <p:cNvSpPr/>
          <p:nvPr/>
        </p:nvSpPr>
        <p:spPr>
          <a:xfrm>
            <a:off x="7144811" y="4372125"/>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79" name="Объект 2">
            <a:extLst>
              <a:ext uri="{FF2B5EF4-FFF2-40B4-BE49-F238E27FC236}">
                <a16:creationId xmlns:a16="http://schemas.microsoft.com/office/drawing/2014/main" id="{D75B7E2B-4742-3307-C74B-E86581080BF8}"/>
              </a:ext>
            </a:extLst>
          </p:cNvPr>
          <p:cNvSpPr txBox="1">
            <a:spLocks/>
          </p:cNvSpPr>
          <p:nvPr/>
        </p:nvSpPr>
        <p:spPr>
          <a:xfrm>
            <a:off x="7251388" y="4389223"/>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80" name="Объект 2">
            <a:extLst>
              <a:ext uri="{FF2B5EF4-FFF2-40B4-BE49-F238E27FC236}">
                <a16:creationId xmlns:a16="http://schemas.microsoft.com/office/drawing/2014/main" id="{28B1987B-81B6-1EF9-2BD9-695D8DE30EEB}"/>
              </a:ext>
            </a:extLst>
          </p:cNvPr>
          <p:cNvSpPr txBox="1">
            <a:spLocks/>
          </p:cNvSpPr>
          <p:nvPr/>
        </p:nvSpPr>
        <p:spPr>
          <a:xfrm>
            <a:off x="7251388" y="4669372"/>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81" name="Объект 2">
            <a:extLst>
              <a:ext uri="{FF2B5EF4-FFF2-40B4-BE49-F238E27FC236}">
                <a16:creationId xmlns:a16="http://schemas.microsoft.com/office/drawing/2014/main" id="{7839460F-AF15-99B3-C633-02C70D2C3950}"/>
              </a:ext>
            </a:extLst>
          </p:cNvPr>
          <p:cNvSpPr txBox="1">
            <a:spLocks/>
          </p:cNvSpPr>
          <p:nvPr/>
        </p:nvSpPr>
        <p:spPr>
          <a:xfrm>
            <a:off x="7251388" y="4949521"/>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26" name="Прямоугольник: скругленные углы 18">
            <a:extLst>
              <a:ext uri="{FF2B5EF4-FFF2-40B4-BE49-F238E27FC236}">
                <a16:creationId xmlns:a16="http://schemas.microsoft.com/office/drawing/2014/main" id="{DCD4ADDB-684A-3A78-969F-8E3D1CD988EC}"/>
              </a:ext>
            </a:extLst>
          </p:cNvPr>
          <p:cNvSpPr/>
          <p:nvPr/>
        </p:nvSpPr>
        <p:spPr>
          <a:xfrm>
            <a:off x="7144811" y="6082688"/>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27" name="Прямоугольник: скругленные углы 18">
            <a:extLst>
              <a:ext uri="{FF2B5EF4-FFF2-40B4-BE49-F238E27FC236}">
                <a16:creationId xmlns:a16="http://schemas.microsoft.com/office/drawing/2014/main" id="{1BF82171-5090-4015-C11B-711012F16536}"/>
              </a:ext>
            </a:extLst>
          </p:cNvPr>
          <p:cNvSpPr/>
          <p:nvPr/>
        </p:nvSpPr>
        <p:spPr>
          <a:xfrm>
            <a:off x="7144811" y="5802539"/>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28" name="Прямоугольник: скругленные углы 18">
            <a:extLst>
              <a:ext uri="{FF2B5EF4-FFF2-40B4-BE49-F238E27FC236}">
                <a16:creationId xmlns:a16="http://schemas.microsoft.com/office/drawing/2014/main" id="{18C8A565-556B-FC37-DF88-CC10DCD624B7}"/>
              </a:ext>
            </a:extLst>
          </p:cNvPr>
          <p:cNvSpPr/>
          <p:nvPr/>
        </p:nvSpPr>
        <p:spPr>
          <a:xfrm>
            <a:off x="7144811" y="5522390"/>
            <a:ext cx="4356000" cy="216000"/>
          </a:xfrm>
          <a:prstGeom prst="roundRect">
            <a:avLst>
              <a:gd name="adj" fmla="val 39083"/>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82" name="Объект 2">
            <a:extLst>
              <a:ext uri="{FF2B5EF4-FFF2-40B4-BE49-F238E27FC236}">
                <a16:creationId xmlns:a16="http://schemas.microsoft.com/office/drawing/2014/main" id="{3FFDBE39-F421-DD10-0526-F4C2995AB4FE}"/>
              </a:ext>
            </a:extLst>
          </p:cNvPr>
          <p:cNvSpPr txBox="1">
            <a:spLocks/>
          </p:cNvSpPr>
          <p:nvPr/>
        </p:nvSpPr>
        <p:spPr>
          <a:xfrm>
            <a:off x="7251388" y="5539488"/>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83" name="Объект 2">
            <a:extLst>
              <a:ext uri="{FF2B5EF4-FFF2-40B4-BE49-F238E27FC236}">
                <a16:creationId xmlns:a16="http://schemas.microsoft.com/office/drawing/2014/main" id="{D3CDA996-5E8E-5534-0884-6CAFD6228D84}"/>
              </a:ext>
            </a:extLst>
          </p:cNvPr>
          <p:cNvSpPr txBox="1">
            <a:spLocks/>
          </p:cNvSpPr>
          <p:nvPr/>
        </p:nvSpPr>
        <p:spPr>
          <a:xfrm>
            <a:off x="7251388" y="5819637"/>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84" name="Объект 2">
            <a:extLst>
              <a:ext uri="{FF2B5EF4-FFF2-40B4-BE49-F238E27FC236}">
                <a16:creationId xmlns:a16="http://schemas.microsoft.com/office/drawing/2014/main" id="{E7892624-82E2-5C32-2A1D-9C164FD3D9F0}"/>
              </a:ext>
            </a:extLst>
          </p:cNvPr>
          <p:cNvSpPr txBox="1">
            <a:spLocks/>
          </p:cNvSpPr>
          <p:nvPr/>
        </p:nvSpPr>
        <p:spPr>
          <a:xfrm>
            <a:off x="7251388" y="6099786"/>
            <a:ext cx="4176000" cy="181804"/>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Здесь может быть твой текст. Размести здесь свой текст. </a:t>
            </a:r>
          </a:p>
        </p:txBody>
      </p:sp>
      <p:sp>
        <p:nvSpPr>
          <p:cNvPr id="10" name="Прямоугольник: скругленные углы 18">
            <a:extLst>
              <a:ext uri="{FF2B5EF4-FFF2-40B4-BE49-F238E27FC236}">
                <a16:creationId xmlns:a16="http://schemas.microsoft.com/office/drawing/2014/main" id="{C5E95826-0EE6-792E-23CE-BD6D4F8CBD20}"/>
              </a:ext>
            </a:extLst>
          </p:cNvPr>
          <p:cNvSpPr/>
          <p:nvPr/>
        </p:nvSpPr>
        <p:spPr>
          <a:xfrm>
            <a:off x="4276725" y="4454274"/>
            <a:ext cx="2649855" cy="612000"/>
          </a:xfrm>
          <a:prstGeom prst="roundRect">
            <a:avLst>
              <a:gd name="adj" fmla="val 34962"/>
            </a:avLst>
          </a:prstGeom>
          <a:solidFill>
            <a:schemeClr val="accent6">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algn="ctr"/>
            <a:r>
              <a:rPr lang="ru-RU" sz="1600">
                <a:solidFill>
                  <a:schemeClr val="bg1"/>
                </a:solidFill>
              </a:rPr>
              <a:t> </a:t>
            </a:r>
          </a:p>
        </p:txBody>
      </p:sp>
      <p:sp>
        <p:nvSpPr>
          <p:cNvPr id="71" name="Объект 2">
            <a:extLst>
              <a:ext uri="{FF2B5EF4-FFF2-40B4-BE49-F238E27FC236}">
                <a16:creationId xmlns:a16="http://schemas.microsoft.com/office/drawing/2014/main" id="{4155882F-557D-6EC1-2E94-B8B40999E269}"/>
              </a:ext>
            </a:extLst>
          </p:cNvPr>
          <p:cNvSpPr txBox="1">
            <a:spLocks/>
          </p:cNvSpPr>
          <p:nvPr/>
        </p:nvSpPr>
        <p:spPr>
          <a:xfrm>
            <a:off x="4693690" y="4601728"/>
            <a:ext cx="2102766" cy="392048"/>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Сформулируй основную мысль в 1–2 строки</a:t>
            </a:r>
          </a:p>
        </p:txBody>
      </p:sp>
      <p:sp>
        <p:nvSpPr>
          <p:cNvPr id="11" name="Прямоугольник: скругленные углы 18">
            <a:extLst>
              <a:ext uri="{FF2B5EF4-FFF2-40B4-BE49-F238E27FC236}">
                <a16:creationId xmlns:a16="http://schemas.microsoft.com/office/drawing/2014/main" id="{B4406C58-3920-3D25-4E2A-AF486FBB5568}"/>
              </a:ext>
            </a:extLst>
          </p:cNvPr>
          <p:cNvSpPr/>
          <p:nvPr/>
        </p:nvSpPr>
        <p:spPr>
          <a:xfrm>
            <a:off x="4276725" y="5604539"/>
            <a:ext cx="2649855" cy="612000"/>
          </a:xfrm>
          <a:prstGeom prst="roundRect">
            <a:avLst>
              <a:gd name="adj" fmla="val 34962"/>
            </a:avLst>
          </a:prstGeom>
          <a:solidFill>
            <a:schemeClr val="accent6">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algn="ctr"/>
            <a:r>
              <a:rPr lang="ru-RU" sz="1600">
                <a:solidFill>
                  <a:schemeClr val="bg1"/>
                </a:solidFill>
              </a:rPr>
              <a:t> </a:t>
            </a:r>
          </a:p>
        </p:txBody>
      </p:sp>
      <p:sp>
        <p:nvSpPr>
          <p:cNvPr id="72" name="Объект 2">
            <a:extLst>
              <a:ext uri="{FF2B5EF4-FFF2-40B4-BE49-F238E27FC236}">
                <a16:creationId xmlns:a16="http://schemas.microsoft.com/office/drawing/2014/main" id="{18FE68C5-BA2E-04B9-8AA4-74F18FECC61B}"/>
              </a:ext>
            </a:extLst>
          </p:cNvPr>
          <p:cNvSpPr txBox="1">
            <a:spLocks/>
          </p:cNvSpPr>
          <p:nvPr/>
        </p:nvSpPr>
        <p:spPr>
          <a:xfrm>
            <a:off x="4693690" y="5751993"/>
            <a:ext cx="2102766" cy="392048"/>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400"/>
              </a:spcAft>
            </a:pPr>
            <a:r>
              <a:rPr lang="ru-RU" sz="1200" b="0"/>
              <a:t>Сформулируй основную мысль в 1–2 строки</a:t>
            </a:r>
          </a:p>
        </p:txBody>
      </p:sp>
      <p:sp>
        <p:nvSpPr>
          <p:cNvPr id="2" name="Скругленный прямоугольник 76">
            <a:extLst>
              <a:ext uri="{FF2B5EF4-FFF2-40B4-BE49-F238E27FC236}">
                <a16:creationId xmlns:a16="http://schemas.microsoft.com/office/drawing/2014/main" id="{972510B0-0E1C-4E9F-71DE-EFF76C79E6D2}"/>
              </a:ext>
            </a:extLst>
          </p:cNvPr>
          <p:cNvSpPr/>
          <p:nvPr/>
        </p:nvSpPr>
        <p:spPr>
          <a:xfrm>
            <a:off x="650202" y="2829310"/>
            <a:ext cx="2038028" cy="2037302"/>
          </a:xfrm>
          <a:prstGeom prst="ellipse">
            <a:avLst/>
          </a:prstGeom>
          <a:solidFill>
            <a:schemeClr val="accent1">
              <a:lumMod val="7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3" name="TextBox 62">
            <a:extLst>
              <a:ext uri="{FF2B5EF4-FFF2-40B4-BE49-F238E27FC236}">
                <a16:creationId xmlns:a16="http://schemas.microsoft.com/office/drawing/2014/main" id="{9B31991C-49A5-3032-B749-4CDF8B29B36A}"/>
              </a:ext>
            </a:extLst>
          </p:cNvPr>
          <p:cNvSpPr txBox="1"/>
          <p:nvPr/>
        </p:nvSpPr>
        <p:spPr>
          <a:xfrm>
            <a:off x="874035" y="3422849"/>
            <a:ext cx="1579780" cy="1141439"/>
          </a:xfrm>
          <a:prstGeom prst="rect">
            <a:avLst/>
          </a:prstGeom>
          <a:noFill/>
        </p:spPr>
        <p:txBody>
          <a:bodyPr wrap="square" lIns="0" tIns="108000" rIns="0" bIns="108000" rtlCol="0">
            <a:spAutoFit/>
          </a:bodyPr>
          <a:lstStyle/>
          <a:p>
            <a:pPr algn="ctr"/>
            <a:r>
              <a:rPr lang="en-US" sz="2400">
                <a:solidFill>
                  <a:schemeClr val="bg2"/>
                </a:solidFill>
                <a:latin typeface="+mj-lt"/>
              </a:rPr>
              <a:t>XX%</a:t>
            </a:r>
            <a:br>
              <a:rPr lang="ru-RU" sz="2400">
                <a:solidFill>
                  <a:schemeClr val="bg2"/>
                </a:solidFill>
                <a:latin typeface="+mj-lt"/>
              </a:rPr>
            </a:br>
            <a:r>
              <a:rPr lang="ru-RU" sz="1200">
                <a:solidFill>
                  <a:schemeClr val="bg2"/>
                </a:solidFill>
              </a:rPr>
              <a:t>Здесь может быть твой текст. Размести здесь свой текст. </a:t>
            </a:r>
          </a:p>
        </p:txBody>
      </p:sp>
      <p:cxnSp>
        <p:nvCxnSpPr>
          <p:cNvPr id="104" name="Прямая со стрелкой 103">
            <a:extLst>
              <a:ext uri="{FF2B5EF4-FFF2-40B4-BE49-F238E27FC236}">
                <a16:creationId xmlns:a16="http://schemas.microsoft.com/office/drawing/2014/main" id="{CF8184B0-63BC-E694-576E-9646CA860C50}"/>
              </a:ext>
            </a:extLst>
          </p:cNvPr>
          <p:cNvCxnSpPr>
            <a:cxnSpLocks/>
          </p:cNvCxnSpPr>
          <p:nvPr/>
        </p:nvCxnSpPr>
        <p:spPr>
          <a:xfrm flipH="1" flipV="1">
            <a:off x="6915565" y="1906828"/>
            <a:ext cx="237600" cy="23760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Прямая со стрелкой 104">
            <a:extLst>
              <a:ext uri="{FF2B5EF4-FFF2-40B4-BE49-F238E27FC236}">
                <a16:creationId xmlns:a16="http://schemas.microsoft.com/office/drawing/2014/main" id="{99BA1D7D-2886-4819-0085-2EE48CF3374A}"/>
              </a:ext>
            </a:extLst>
          </p:cNvPr>
          <p:cNvCxnSpPr>
            <a:cxnSpLocks/>
          </p:cNvCxnSpPr>
          <p:nvPr/>
        </p:nvCxnSpPr>
        <p:spPr>
          <a:xfrm flipH="1">
            <a:off x="6915565" y="1678688"/>
            <a:ext cx="237600" cy="23760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Прямая со стрелкой 105">
            <a:extLst>
              <a:ext uri="{FF2B5EF4-FFF2-40B4-BE49-F238E27FC236}">
                <a16:creationId xmlns:a16="http://schemas.microsoft.com/office/drawing/2014/main" id="{C4CDA30B-38E9-FA41-4F01-A5552D75C680}"/>
              </a:ext>
            </a:extLst>
          </p:cNvPr>
          <p:cNvCxnSpPr>
            <a:cxnSpLocks/>
          </p:cNvCxnSpPr>
          <p:nvPr/>
        </p:nvCxnSpPr>
        <p:spPr>
          <a:xfrm flipH="1">
            <a:off x="6926580" y="1911952"/>
            <a:ext cx="218231" cy="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Прямая со стрелкой 116">
            <a:extLst>
              <a:ext uri="{FF2B5EF4-FFF2-40B4-BE49-F238E27FC236}">
                <a16:creationId xmlns:a16="http://schemas.microsoft.com/office/drawing/2014/main" id="{A0A1CE64-19FF-0FF7-6BF2-D1CD3E5662C4}"/>
              </a:ext>
            </a:extLst>
          </p:cNvPr>
          <p:cNvCxnSpPr>
            <a:cxnSpLocks/>
          </p:cNvCxnSpPr>
          <p:nvPr/>
        </p:nvCxnSpPr>
        <p:spPr>
          <a:xfrm flipH="1" flipV="1">
            <a:off x="6915565" y="3061457"/>
            <a:ext cx="237600" cy="23760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Прямая со стрелкой 117">
            <a:extLst>
              <a:ext uri="{FF2B5EF4-FFF2-40B4-BE49-F238E27FC236}">
                <a16:creationId xmlns:a16="http://schemas.microsoft.com/office/drawing/2014/main" id="{31DB44B6-BE80-38FD-E6ED-D78AFE3C5AD4}"/>
              </a:ext>
            </a:extLst>
          </p:cNvPr>
          <p:cNvCxnSpPr>
            <a:cxnSpLocks/>
          </p:cNvCxnSpPr>
          <p:nvPr/>
        </p:nvCxnSpPr>
        <p:spPr>
          <a:xfrm flipH="1">
            <a:off x="6915565" y="2833317"/>
            <a:ext cx="237600" cy="23760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Прямая со стрелкой 118">
            <a:extLst>
              <a:ext uri="{FF2B5EF4-FFF2-40B4-BE49-F238E27FC236}">
                <a16:creationId xmlns:a16="http://schemas.microsoft.com/office/drawing/2014/main" id="{468847D0-6CAD-22ED-920C-928E423F5823}"/>
              </a:ext>
            </a:extLst>
          </p:cNvPr>
          <p:cNvCxnSpPr>
            <a:cxnSpLocks/>
          </p:cNvCxnSpPr>
          <p:nvPr/>
        </p:nvCxnSpPr>
        <p:spPr>
          <a:xfrm flipH="1">
            <a:off x="6926580" y="3066581"/>
            <a:ext cx="218231" cy="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Прямая со стрелкой 124">
            <a:extLst>
              <a:ext uri="{FF2B5EF4-FFF2-40B4-BE49-F238E27FC236}">
                <a16:creationId xmlns:a16="http://schemas.microsoft.com/office/drawing/2014/main" id="{5C74CE2C-F597-B77B-B41A-E4179F12E257}"/>
              </a:ext>
            </a:extLst>
          </p:cNvPr>
          <p:cNvCxnSpPr>
            <a:cxnSpLocks/>
          </p:cNvCxnSpPr>
          <p:nvPr/>
        </p:nvCxnSpPr>
        <p:spPr>
          <a:xfrm flipH="1" flipV="1">
            <a:off x="6915565" y="5905809"/>
            <a:ext cx="237600" cy="23760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Прямая со стрелкой 125">
            <a:extLst>
              <a:ext uri="{FF2B5EF4-FFF2-40B4-BE49-F238E27FC236}">
                <a16:creationId xmlns:a16="http://schemas.microsoft.com/office/drawing/2014/main" id="{D4EEFE05-201A-AF4A-E2A0-1B6BACE41BDD}"/>
              </a:ext>
            </a:extLst>
          </p:cNvPr>
          <p:cNvCxnSpPr>
            <a:cxnSpLocks/>
          </p:cNvCxnSpPr>
          <p:nvPr/>
        </p:nvCxnSpPr>
        <p:spPr>
          <a:xfrm flipH="1">
            <a:off x="6915565" y="5677669"/>
            <a:ext cx="237600" cy="23760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Прямая со стрелкой 126">
            <a:extLst>
              <a:ext uri="{FF2B5EF4-FFF2-40B4-BE49-F238E27FC236}">
                <a16:creationId xmlns:a16="http://schemas.microsoft.com/office/drawing/2014/main" id="{92525FCE-5DE4-AD0F-2144-A364D7DC66C9}"/>
              </a:ext>
            </a:extLst>
          </p:cNvPr>
          <p:cNvCxnSpPr>
            <a:cxnSpLocks/>
          </p:cNvCxnSpPr>
          <p:nvPr/>
        </p:nvCxnSpPr>
        <p:spPr>
          <a:xfrm flipH="1">
            <a:off x="6926580" y="5910933"/>
            <a:ext cx="218231" cy="0"/>
          </a:xfrm>
          <a:prstGeom prst="straightConnector1">
            <a:avLst/>
          </a:prstGeom>
          <a:ln w="9525">
            <a:solidFill>
              <a:schemeClr val="accent6">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0" name="Рисунок 39">
            <a:extLst>
              <a:ext uri="{FF2B5EF4-FFF2-40B4-BE49-F238E27FC236}">
                <a16:creationId xmlns:a16="http://schemas.microsoft.com/office/drawing/2014/main" id="{0A2C6D66-9DDB-5E4C-0B1B-35C9B3AC7F13}"/>
              </a:ext>
            </a:extLst>
          </p:cNvPr>
          <p:cNvSpPr/>
          <p:nvPr/>
        </p:nvSpPr>
        <p:spPr>
          <a:xfrm>
            <a:off x="4420924" y="4599087"/>
            <a:ext cx="179989" cy="179989"/>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solidFill>
          <a:ln w="9525" cap="flat">
            <a:noFill/>
            <a:prstDash val="solid"/>
            <a:miter/>
          </a:ln>
        </p:spPr>
        <p:txBody>
          <a:bodyPr rtlCol="0" anchor="ctr"/>
          <a:lstStyle/>
          <a:p>
            <a:endParaRPr lang="ru-RU"/>
          </a:p>
        </p:txBody>
      </p:sp>
      <p:sp>
        <p:nvSpPr>
          <p:cNvPr id="131" name="Рисунок 39">
            <a:extLst>
              <a:ext uri="{FF2B5EF4-FFF2-40B4-BE49-F238E27FC236}">
                <a16:creationId xmlns:a16="http://schemas.microsoft.com/office/drawing/2014/main" id="{DFE0B0B3-BF1F-60D5-24F8-B2B64011CA73}"/>
              </a:ext>
            </a:extLst>
          </p:cNvPr>
          <p:cNvSpPr/>
          <p:nvPr/>
        </p:nvSpPr>
        <p:spPr>
          <a:xfrm>
            <a:off x="4420924" y="5743952"/>
            <a:ext cx="179989" cy="179989"/>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solidFill>
          <a:ln w="9525" cap="flat">
            <a:noFill/>
            <a:prstDash val="solid"/>
            <a:miter/>
          </a:ln>
        </p:spPr>
        <p:txBody>
          <a:bodyPr rtlCol="0" anchor="ctr"/>
          <a:lstStyle/>
          <a:p>
            <a:endParaRPr lang="ru-RU"/>
          </a:p>
        </p:txBody>
      </p:sp>
      <p:sp>
        <p:nvSpPr>
          <p:cNvPr id="12" name="Нижний колонтитул 11">
            <a:extLst>
              <a:ext uri="{FF2B5EF4-FFF2-40B4-BE49-F238E27FC236}">
                <a16:creationId xmlns:a16="http://schemas.microsoft.com/office/drawing/2014/main" id="{7A57C562-536B-D12D-ED56-F2729AB66D52}"/>
              </a:ext>
            </a:extLst>
          </p:cNvPr>
          <p:cNvSpPr>
            <a:spLocks noGrp="1"/>
          </p:cNvSpPr>
          <p:nvPr>
            <p:ph type="ftr" sz="quarter" idx="11"/>
          </p:nvPr>
        </p:nvSpPr>
        <p:spPr/>
        <p:txBody>
          <a:bodyPr/>
          <a:lstStyle/>
          <a:p>
            <a:endParaRPr lang="ru-RU"/>
          </a:p>
        </p:txBody>
      </p:sp>
      <p:pic>
        <p:nvPicPr>
          <p:cNvPr id="15" name="Рисунок 14">
            <a:extLst>
              <a:ext uri="{FF2B5EF4-FFF2-40B4-BE49-F238E27FC236}">
                <a16:creationId xmlns:a16="http://schemas.microsoft.com/office/drawing/2014/main" id="{D8FA764C-DBF1-46D0-9B88-2679D6E76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1216933">
            <a:off x="940101" y="2401480"/>
            <a:ext cx="1269101" cy="1259029"/>
          </a:xfrm>
          <a:prstGeom prst="rect">
            <a:avLst/>
          </a:prstGeom>
        </p:spPr>
      </p:pic>
    </p:spTree>
    <p:extLst>
      <p:ext uri="{BB962C8B-B14F-4D97-AF65-F5344CB8AC3E}">
        <p14:creationId xmlns:p14="http://schemas.microsoft.com/office/powerpoint/2010/main" val="30988729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Объект 12">
            <a:extLst>
              <a:ext uri="{FF2B5EF4-FFF2-40B4-BE49-F238E27FC236}">
                <a16:creationId xmlns:a16="http://schemas.microsoft.com/office/drawing/2014/main" id="{3FF5A680-B5D0-467B-9B71-1E87ECCFA823}"/>
              </a:ext>
            </a:extLst>
          </p:cNvPr>
          <p:cNvSpPr>
            <a:spLocks noGrp="1"/>
          </p:cNvSpPr>
          <p:nvPr>
            <p:ph idx="1"/>
          </p:nvPr>
        </p:nvSpPr>
        <p:spPr>
          <a:xfrm>
            <a:off x="639763" y="1520824"/>
            <a:ext cx="4606489" cy="2629145"/>
          </a:xfrm>
        </p:spPr>
        <p:txBody>
          <a:bodyPr/>
          <a:lstStyle/>
          <a:p>
            <a:pPr lvl="1"/>
            <a:r>
              <a:rPr lang="ru-RU"/>
              <a:t>Здесь может быть твой подзаголовок </a:t>
            </a:r>
          </a:p>
          <a:p>
            <a:r>
              <a:rPr lang="ru-RU" sz="1400"/>
              <a:t>Здесь может быть твой текст. Размести здесь свой текст. Добавь ещё текст. Здесь может быть твой текст. Размести здесь свой текст. Здесь может быть твой текст. Размести здесь свой текст. Добавь ещё текст. Здесь может быть твой текст. Размести здесь свой текст.</a:t>
            </a:r>
          </a:p>
          <a:p>
            <a:r>
              <a:rPr lang="ru-RU" sz="1400"/>
              <a:t>Здесь может быть твой текст. Размести здесь свой текст. Добавь ещё текст. Здесь может быть твой текст. Размести здесь свой </a:t>
            </a:r>
            <a:r>
              <a:rPr lang="ru-RU" sz="1400" err="1"/>
              <a:t>текст.Здесь</a:t>
            </a:r>
            <a:r>
              <a:rPr lang="ru-RU" sz="1400"/>
              <a:t> может быть твой текст. </a:t>
            </a:r>
          </a:p>
          <a:p>
            <a:endParaRPr lang="ru-RU"/>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58</a:t>
            </a:fld>
            <a:endParaRPr lang="ru-RU"/>
          </a:p>
        </p:txBody>
      </p:sp>
      <p:sp>
        <p:nvSpPr>
          <p:cNvPr id="5" name="Полилиния 6">
            <a:extLst>
              <a:ext uri="{FF2B5EF4-FFF2-40B4-BE49-F238E27FC236}">
                <a16:creationId xmlns:a16="http://schemas.microsoft.com/office/drawing/2014/main" id="{B4AB9EA5-A43D-4FB4-854C-3526F9EE2D66}"/>
              </a:ext>
            </a:extLst>
          </p:cNvPr>
          <p:cNvSpPr/>
          <p:nvPr/>
        </p:nvSpPr>
        <p:spPr>
          <a:xfrm flipH="1">
            <a:off x="7077149" y="2182408"/>
            <a:ext cx="3512330" cy="3431075"/>
          </a:xfrm>
          <a:custGeom>
            <a:avLst/>
            <a:gdLst>
              <a:gd name="connsiteX0" fmla="*/ 691295 w 691294"/>
              <a:gd name="connsiteY0" fmla="*/ 257573 h 515030"/>
              <a:gd name="connsiteX1" fmla="*/ 345647 w 691294"/>
              <a:gd name="connsiteY1" fmla="*/ 515089 h 515030"/>
              <a:gd name="connsiteX2" fmla="*/ 0 w 691294"/>
              <a:gd name="connsiteY2" fmla="*/ 257573 h 515030"/>
              <a:gd name="connsiteX3" fmla="*/ 345647 w 691294"/>
              <a:gd name="connsiteY3" fmla="*/ 58 h 515030"/>
              <a:gd name="connsiteX4" fmla="*/ 691295 w 691294"/>
              <a:gd name="connsiteY4" fmla="*/ 257573 h 515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294" h="515030">
                <a:moveTo>
                  <a:pt x="691295" y="257573"/>
                </a:moveTo>
                <a:cubicBezTo>
                  <a:pt x="691295" y="399795"/>
                  <a:pt x="536543" y="515089"/>
                  <a:pt x="345647" y="515089"/>
                </a:cubicBezTo>
                <a:cubicBezTo>
                  <a:pt x="154752" y="515089"/>
                  <a:pt x="0" y="399795"/>
                  <a:pt x="0" y="257573"/>
                </a:cubicBezTo>
                <a:cubicBezTo>
                  <a:pt x="0" y="115351"/>
                  <a:pt x="154752" y="58"/>
                  <a:pt x="345647" y="58"/>
                </a:cubicBezTo>
                <a:cubicBezTo>
                  <a:pt x="536543" y="58"/>
                  <a:pt x="691295" y="115351"/>
                  <a:pt x="691295" y="257573"/>
                </a:cubicBezTo>
                <a:close/>
              </a:path>
            </a:pathLst>
          </a:custGeom>
          <a:gradFill flip="none" rotWithShape="1">
            <a:gsLst>
              <a:gs pos="0">
                <a:schemeClr val="accent1">
                  <a:alpha val="30000"/>
                </a:schemeClr>
              </a:gs>
              <a:gs pos="84000">
                <a:schemeClr val="accent1">
                  <a:alpha val="0"/>
                </a:schemeClr>
              </a:gs>
            </a:gsLst>
            <a:path path="circle">
              <a:fillToRect l="50000" t="50000" r="50000" b="50000"/>
            </a:path>
            <a:tileRect/>
          </a:gradFill>
          <a:ln w="19050">
            <a:noFill/>
          </a:ln>
          <a:effectLst>
            <a:softEdge rad="482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sz="984">
              <a:solidFill>
                <a:srgbClr val="000000"/>
              </a:solidFill>
              <a:latin typeface="Arial" panose="020B0604020202020204"/>
            </a:endParaRPr>
          </a:p>
        </p:txBody>
      </p:sp>
      <p:graphicFrame>
        <p:nvGraphicFramePr>
          <p:cNvPr id="6" name="Объект 5">
            <a:extLst>
              <a:ext uri="{FF2B5EF4-FFF2-40B4-BE49-F238E27FC236}">
                <a16:creationId xmlns:a16="http://schemas.microsoft.com/office/drawing/2014/main" id="{4187723C-15D1-4725-80F5-BE995D339318}"/>
              </a:ext>
            </a:extLst>
          </p:cNvPr>
          <p:cNvGraphicFramePr>
            <a:graphicFrameLocks/>
          </p:cNvGraphicFramePr>
          <p:nvPr/>
        </p:nvGraphicFramePr>
        <p:xfrm>
          <a:off x="6161543" y="1547446"/>
          <a:ext cx="5343227" cy="47121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78EE56F9-1AB4-45A6-AD46-CE5C6E35B760}"/>
              </a:ext>
            </a:extLst>
          </p:cNvPr>
          <p:cNvSpPr txBox="1"/>
          <p:nvPr/>
        </p:nvSpPr>
        <p:spPr>
          <a:xfrm>
            <a:off x="7819152" y="4149969"/>
            <a:ext cx="2014190" cy="648997"/>
          </a:xfrm>
          <a:prstGeom prst="rect">
            <a:avLst/>
          </a:prstGeom>
          <a:noFill/>
        </p:spPr>
        <p:txBody>
          <a:bodyPr wrap="square" lIns="0" tIns="108000" rIns="0" bIns="108000" rtlCol="0">
            <a:spAutoFit/>
          </a:bodyPr>
          <a:lstStyle/>
          <a:p>
            <a:pPr algn="ctr"/>
            <a:r>
              <a:rPr lang="ru-RU" sz="1400" b="1"/>
              <a:t>Здесь может быть твой текст</a:t>
            </a:r>
          </a:p>
        </p:txBody>
      </p:sp>
      <p:sp>
        <p:nvSpPr>
          <p:cNvPr id="10" name="Прямоугольник: скругленные углы 9">
            <a:extLst>
              <a:ext uri="{FF2B5EF4-FFF2-40B4-BE49-F238E27FC236}">
                <a16:creationId xmlns:a16="http://schemas.microsoft.com/office/drawing/2014/main" id="{56703EE9-E0BC-44EE-BF3E-8240088380E3}"/>
              </a:ext>
            </a:extLst>
          </p:cNvPr>
          <p:cNvSpPr/>
          <p:nvPr/>
        </p:nvSpPr>
        <p:spPr>
          <a:xfrm>
            <a:off x="650775" y="4342683"/>
            <a:ext cx="4535587" cy="1625498"/>
          </a:xfrm>
          <a:prstGeom prst="roundRect">
            <a:avLst>
              <a:gd name="adj" fmla="val 15677"/>
            </a:avLst>
          </a:prstGeom>
          <a:solidFill>
            <a:schemeClr val="accent1"/>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400" b="0" i="0" u="none" strike="noStrike" kern="1200" cap="none" spc="0" normalizeH="0" baseline="0" noProof="0">
              <a:ln>
                <a:noFill/>
              </a:ln>
              <a:solidFill>
                <a:schemeClr val="bg2"/>
              </a:solidFill>
              <a:effectLst/>
              <a:uLnTx/>
              <a:uFillTx/>
              <a:latin typeface="Arial"/>
              <a:ea typeface="+mn-ea"/>
              <a:cs typeface="+mn-cs"/>
            </a:endParaRPr>
          </a:p>
        </p:txBody>
      </p:sp>
      <p:sp>
        <p:nvSpPr>
          <p:cNvPr id="18" name="Рисунок 494">
            <a:extLst>
              <a:ext uri="{FF2B5EF4-FFF2-40B4-BE49-F238E27FC236}">
                <a16:creationId xmlns:a16="http://schemas.microsoft.com/office/drawing/2014/main" id="{B29F6078-D011-4794-8496-D85D363D3EEE}"/>
              </a:ext>
            </a:extLst>
          </p:cNvPr>
          <p:cNvSpPr>
            <a:spLocks noChangeAspect="1"/>
          </p:cNvSpPr>
          <p:nvPr/>
        </p:nvSpPr>
        <p:spPr>
          <a:xfrm>
            <a:off x="4706754" y="4544402"/>
            <a:ext cx="180000" cy="180000"/>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solidFill>
                <a:schemeClr val="bg2"/>
              </a:solidFill>
            </a:endParaRPr>
          </a:p>
        </p:txBody>
      </p:sp>
      <p:sp>
        <p:nvSpPr>
          <p:cNvPr id="19" name="Объект 1">
            <a:extLst>
              <a:ext uri="{FF2B5EF4-FFF2-40B4-BE49-F238E27FC236}">
                <a16:creationId xmlns:a16="http://schemas.microsoft.com/office/drawing/2014/main" id="{87D31AEF-F0A5-48F4-9E0F-34DE30ECC712}"/>
              </a:ext>
            </a:extLst>
          </p:cNvPr>
          <p:cNvSpPr txBox="1">
            <a:spLocks/>
          </p:cNvSpPr>
          <p:nvPr/>
        </p:nvSpPr>
        <p:spPr>
          <a:xfrm>
            <a:off x="1016314" y="4621890"/>
            <a:ext cx="2456652"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en-US" sz="4400">
                <a:ln w="38100">
                  <a:noFill/>
                </a:ln>
                <a:solidFill>
                  <a:schemeClr val="bg2"/>
                </a:solidFill>
                <a:latin typeface="+mj-lt"/>
              </a:rPr>
              <a:t>&gt;</a:t>
            </a:r>
            <a:r>
              <a:rPr lang="ru-RU" sz="4400">
                <a:ln w="38100">
                  <a:noFill/>
                </a:ln>
                <a:solidFill>
                  <a:schemeClr val="bg2"/>
                </a:solidFill>
                <a:latin typeface="+mj-lt"/>
              </a:rPr>
              <a:t>123</a:t>
            </a:r>
            <a:r>
              <a:rPr lang="ru-RU" sz="2400">
                <a:ln w="38100">
                  <a:noFill/>
                </a:ln>
                <a:solidFill>
                  <a:schemeClr val="bg2"/>
                </a:solidFill>
                <a:latin typeface="+mj-lt"/>
              </a:rPr>
              <a:t> млн</a:t>
            </a:r>
            <a:endParaRPr lang="ru-RU" sz="4400">
              <a:ln w="38100">
                <a:noFill/>
              </a:ln>
              <a:solidFill>
                <a:schemeClr val="bg2"/>
              </a:solidFill>
              <a:latin typeface="+mj-lt"/>
            </a:endParaRPr>
          </a:p>
        </p:txBody>
      </p:sp>
      <p:sp>
        <p:nvSpPr>
          <p:cNvPr id="20" name="Объект 1">
            <a:extLst>
              <a:ext uri="{FF2B5EF4-FFF2-40B4-BE49-F238E27FC236}">
                <a16:creationId xmlns:a16="http://schemas.microsoft.com/office/drawing/2014/main" id="{94F3B158-1CA0-420B-9EB4-EBFA1138F6FC}"/>
              </a:ext>
            </a:extLst>
          </p:cNvPr>
          <p:cNvSpPr txBox="1">
            <a:spLocks/>
          </p:cNvSpPr>
          <p:nvPr/>
        </p:nvSpPr>
        <p:spPr>
          <a:xfrm>
            <a:off x="1016313" y="5188378"/>
            <a:ext cx="3690441"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a:solidFill>
                  <a:schemeClr val="bg2"/>
                </a:solidFill>
              </a:rPr>
              <a:t>Здесь может быть твой текст</a:t>
            </a:r>
            <a:br>
              <a:rPr lang="ru-RU">
                <a:solidFill>
                  <a:schemeClr val="bg2"/>
                </a:solidFill>
              </a:rPr>
            </a:br>
            <a:r>
              <a:rPr lang="ru-RU">
                <a:solidFill>
                  <a:schemeClr val="bg2"/>
                </a:solidFill>
              </a:rPr>
              <a:t>в 1–2 строки</a:t>
            </a:r>
          </a:p>
        </p:txBody>
      </p:sp>
      <p:sp>
        <p:nvSpPr>
          <p:cNvPr id="2" name="Нижний колонтитул 1">
            <a:extLst>
              <a:ext uri="{FF2B5EF4-FFF2-40B4-BE49-F238E27FC236}">
                <a16:creationId xmlns:a16="http://schemas.microsoft.com/office/drawing/2014/main" id="{5F462349-539D-CF0F-1A45-FF9A5E1AA853}"/>
              </a:ext>
            </a:extLst>
          </p:cNvPr>
          <p:cNvSpPr>
            <a:spLocks noGrp="1"/>
          </p:cNvSpPr>
          <p:nvPr>
            <p:ph type="ftr" sz="quarter" idx="11"/>
          </p:nvPr>
        </p:nvSpPr>
        <p:spPr/>
        <p:txBody>
          <a:bodyPr/>
          <a:lstStyle/>
          <a:p>
            <a:endParaRPr lang="ru-RU"/>
          </a:p>
        </p:txBody>
      </p:sp>
      <p:pic>
        <p:nvPicPr>
          <p:cNvPr id="4" name="Рисунок 3">
            <a:extLst>
              <a:ext uri="{FF2B5EF4-FFF2-40B4-BE49-F238E27FC236}">
                <a16:creationId xmlns:a16="http://schemas.microsoft.com/office/drawing/2014/main" id="{928047C8-8617-4816-9FB3-E32A98F02EE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59236" y="2413432"/>
            <a:ext cx="2734021" cy="2112487"/>
          </a:xfrm>
          <a:prstGeom prst="rect">
            <a:avLst/>
          </a:prstGeom>
        </p:spPr>
      </p:pic>
    </p:spTree>
    <p:extLst>
      <p:ext uri="{BB962C8B-B14F-4D97-AF65-F5344CB8AC3E}">
        <p14:creationId xmlns:p14="http://schemas.microsoft.com/office/powerpoint/2010/main" val="18699136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54A8ED5E-C24B-0CE1-CF76-58511FA38120}"/>
              </a:ext>
            </a:extLst>
          </p:cNvPr>
          <p:cNvSpPr>
            <a:spLocks noGrp="1"/>
          </p:cNvSpPr>
          <p:nvPr>
            <p:ph type="sldNum" sz="quarter" idx="12"/>
          </p:nvPr>
        </p:nvSpPr>
        <p:spPr/>
        <p:txBody>
          <a:bodyPr/>
          <a:lstStyle/>
          <a:p>
            <a:fld id="{EB5249F5-0093-48B0-B996-C4E44A87EAFB}" type="slidenum">
              <a:rPr lang="ru-RU" smtClean="0"/>
              <a:pPr/>
              <a:t>59</a:t>
            </a:fld>
            <a:endParaRPr lang="ru-RU"/>
          </a:p>
        </p:txBody>
      </p:sp>
      <p:sp>
        <p:nvSpPr>
          <p:cNvPr id="4" name="Заголовок 3">
            <a:extLst>
              <a:ext uri="{FF2B5EF4-FFF2-40B4-BE49-F238E27FC236}">
                <a16:creationId xmlns:a16="http://schemas.microsoft.com/office/drawing/2014/main" id="{75A9995B-211B-F328-1F0F-0E93B5C2BF07}"/>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6" name="Скругленный прямоугольник 11">
            <a:extLst>
              <a:ext uri="{FF2B5EF4-FFF2-40B4-BE49-F238E27FC236}">
                <a16:creationId xmlns:a16="http://schemas.microsoft.com/office/drawing/2014/main" id="{F746CB8C-E9C1-5041-D0C7-E16A2D892885}"/>
              </a:ext>
            </a:extLst>
          </p:cNvPr>
          <p:cNvSpPr/>
          <p:nvPr/>
        </p:nvSpPr>
        <p:spPr>
          <a:xfrm>
            <a:off x="3746500" y="1523165"/>
            <a:ext cx="5076825" cy="684466"/>
          </a:xfrm>
          <a:prstGeom prst="roundRect">
            <a:avLst>
              <a:gd name="adj" fmla="val 12946"/>
            </a:avLst>
          </a:prstGeom>
          <a:gradFill flip="none" rotWithShape="1">
            <a:gsLst>
              <a:gs pos="0">
                <a:schemeClr val="accent1"/>
              </a:gs>
              <a:gs pos="47000">
                <a:srgbClr val="4FAAFF"/>
              </a:gs>
              <a:gs pos="100000">
                <a:schemeClr val="accent3"/>
              </a:gs>
            </a:gsLst>
            <a:lin ang="19200000" scaled="0"/>
            <a:tileRect/>
          </a:gra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7" name="TextBox 6">
            <a:extLst>
              <a:ext uri="{FF2B5EF4-FFF2-40B4-BE49-F238E27FC236}">
                <a16:creationId xmlns:a16="http://schemas.microsoft.com/office/drawing/2014/main" id="{EDD936A1-E67A-8AE1-A143-F8DBE9912647}"/>
              </a:ext>
            </a:extLst>
          </p:cNvPr>
          <p:cNvSpPr txBox="1"/>
          <p:nvPr/>
        </p:nvSpPr>
        <p:spPr>
          <a:xfrm>
            <a:off x="4629982" y="1628705"/>
            <a:ext cx="3987762" cy="473387"/>
          </a:xfrm>
          <a:prstGeom prst="rect">
            <a:avLst/>
          </a:prstGeom>
          <a:noFill/>
        </p:spPr>
        <p:txBody>
          <a:bodyPr wrap="square" lIns="0" tIns="0" rIns="0" bIns="0" rtlCol="0">
            <a:noAutofit/>
          </a:bodyPr>
          <a:lstStyle/>
          <a:p>
            <a:r>
              <a:rPr lang="ru-RU" sz="1400" b="1">
                <a:solidFill>
                  <a:schemeClr val="bg1"/>
                </a:solidFill>
              </a:rPr>
              <a:t>Здесь может быть твой текст. Размести здесь свой текст. Добавь ещё текст. </a:t>
            </a:r>
          </a:p>
        </p:txBody>
      </p:sp>
      <p:pic>
        <p:nvPicPr>
          <p:cNvPr id="57" name="Рисунок 56" descr="Изображение выглядит как аксессуар&#10;&#10;Автоматически созданное описание">
            <a:extLst>
              <a:ext uri="{FF2B5EF4-FFF2-40B4-BE49-F238E27FC236}">
                <a16:creationId xmlns:a16="http://schemas.microsoft.com/office/drawing/2014/main" id="{4437440D-992D-4E32-EE0E-FB2739F225D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3591047" y="1364646"/>
            <a:ext cx="960942" cy="960942"/>
          </a:xfrm>
          <a:custGeom>
            <a:avLst/>
            <a:gdLst>
              <a:gd name="connsiteX0" fmla="*/ 0 w 1691660"/>
              <a:gd name="connsiteY0" fmla="*/ 0 h 1691660"/>
              <a:gd name="connsiteX1" fmla="*/ 937301 w 1691660"/>
              <a:gd name="connsiteY1" fmla="*/ 0 h 1691660"/>
              <a:gd name="connsiteX2" fmla="*/ 937301 w 1691660"/>
              <a:gd name="connsiteY2" fmla="*/ 280433 h 1691660"/>
              <a:gd name="connsiteX3" fmla="*/ 1691660 w 1691660"/>
              <a:gd name="connsiteY3" fmla="*/ 280433 h 1691660"/>
              <a:gd name="connsiteX4" fmla="*/ 1691660 w 1691660"/>
              <a:gd name="connsiteY4" fmla="*/ 1691660 h 1691660"/>
              <a:gd name="connsiteX5" fmla="*/ 0 w 1691660"/>
              <a:gd name="connsiteY5" fmla="*/ 1691660 h 1691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1660" h="1691660">
                <a:moveTo>
                  <a:pt x="0" y="0"/>
                </a:moveTo>
                <a:lnTo>
                  <a:pt x="937301" y="0"/>
                </a:lnTo>
                <a:lnTo>
                  <a:pt x="937301" y="280433"/>
                </a:lnTo>
                <a:lnTo>
                  <a:pt x="1691660" y="280433"/>
                </a:lnTo>
                <a:lnTo>
                  <a:pt x="1691660" y="1691660"/>
                </a:lnTo>
                <a:lnTo>
                  <a:pt x="0" y="1691660"/>
                </a:lnTo>
                <a:close/>
              </a:path>
            </a:pathLst>
          </a:custGeom>
        </p:spPr>
      </p:pic>
      <p:sp>
        <p:nvSpPr>
          <p:cNvPr id="58" name="Скругленный прямоугольник 98">
            <a:extLst>
              <a:ext uri="{FF2B5EF4-FFF2-40B4-BE49-F238E27FC236}">
                <a16:creationId xmlns:a16="http://schemas.microsoft.com/office/drawing/2014/main" id="{441D68B7-F133-56C8-2E60-081AA0118B9D}"/>
              </a:ext>
            </a:extLst>
          </p:cNvPr>
          <p:cNvSpPr/>
          <p:nvPr/>
        </p:nvSpPr>
        <p:spPr>
          <a:xfrm>
            <a:off x="1763728" y="2862424"/>
            <a:ext cx="2728912" cy="768427"/>
          </a:xfrm>
          <a:prstGeom prst="roundRect">
            <a:avLst>
              <a:gd name="adj" fmla="val 15891"/>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0" name="Скругленный прямоугольник 98">
            <a:extLst>
              <a:ext uri="{FF2B5EF4-FFF2-40B4-BE49-F238E27FC236}">
                <a16:creationId xmlns:a16="http://schemas.microsoft.com/office/drawing/2014/main" id="{E03341BF-1243-BD19-0A44-9C2461525224}"/>
              </a:ext>
            </a:extLst>
          </p:cNvPr>
          <p:cNvSpPr/>
          <p:nvPr/>
        </p:nvSpPr>
        <p:spPr>
          <a:xfrm>
            <a:off x="1763728" y="2633505"/>
            <a:ext cx="2736000" cy="396000"/>
          </a:xfrm>
          <a:prstGeom prst="roundRect">
            <a:avLst>
              <a:gd name="adj" fmla="val 26543"/>
            </a:avLst>
          </a:prstGeom>
          <a:solidFill>
            <a:schemeClr val="accent3">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Объект 2">
            <a:extLst>
              <a:ext uri="{FF2B5EF4-FFF2-40B4-BE49-F238E27FC236}">
                <a16:creationId xmlns:a16="http://schemas.microsoft.com/office/drawing/2014/main" id="{DFCD708E-30BF-70A8-9D2A-580A5FAA8E7B}"/>
              </a:ext>
            </a:extLst>
          </p:cNvPr>
          <p:cNvSpPr txBox="1">
            <a:spLocks/>
          </p:cNvSpPr>
          <p:nvPr/>
        </p:nvSpPr>
        <p:spPr>
          <a:xfrm>
            <a:off x="1868696" y="2723505"/>
            <a:ext cx="2484000" cy="216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spcAft>
                <a:spcPts val="0"/>
              </a:spcAft>
            </a:pPr>
            <a:r>
              <a:rPr lang="ru-RU" sz="1200"/>
              <a:t>Краткий заголовок в 1 строку</a:t>
            </a:r>
          </a:p>
        </p:txBody>
      </p:sp>
      <p:sp>
        <p:nvSpPr>
          <p:cNvPr id="62" name="Объект 2">
            <a:extLst>
              <a:ext uri="{FF2B5EF4-FFF2-40B4-BE49-F238E27FC236}">
                <a16:creationId xmlns:a16="http://schemas.microsoft.com/office/drawing/2014/main" id="{452DA1D5-0474-2BA1-2DF5-67BEF740123B}"/>
              </a:ext>
            </a:extLst>
          </p:cNvPr>
          <p:cNvSpPr txBox="1">
            <a:spLocks/>
          </p:cNvSpPr>
          <p:nvPr/>
        </p:nvSpPr>
        <p:spPr>
          <a:xfrm>
            <a:off x="1868696" y="3110206"/>
            <a:ext cx="2484000" cy="396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180975" lvl="6" indent="-180975">
              <a:spcAft>
                <a:spcPts val="600"/>
              </a:spcAft>
              <a:buFont typeface="Arial" panose="020B0604020202020204" pitchFamily="34" charset="0"/>
              <a:buChar char="•"/>
            </a:pPr>
            <a:r>
              <a:rPr lang="ru-RU" sz="1000"/>
              <a:t>Здесь может быть твой текст. </a:t>
            </a:r>
            <a:endParaRPr lang="en-US" sz="1000"/>
          </a:p>
          <a:p>
            <a:pPr marL="180975" lvl="6" indent="-180975">
              <a:spcAft>
                <a:spcPts val="600"/>
              </a:spcAft>
              <a:buFont typeface="Arial" panose="020B0604020202020204" pitchFamily="34" charset="0"/>
              <a:buChar char="•"/>
            </a:pPr>
            <a:r>
              <a:rPr lang="ru-RU" sz="1000"/>
              <a:t>Здесь может быть твой текст. </a:t>
            </a:r>
            <a:endParaRPr lang="ru-RU" sz="1200"/>
          </a:p>
        </p:txBody>
      </p:sp>
      <p:sp>
        <p:nvSpPr>
          <p:cNvPr id="66" name="Скругленный прямоугольник 98">
            <a:extLst>
              <a:ext uri="{FF2B5EF4-FFF2-40B4-BE49-F238E27FC236}">
                <a16:creationId xmlns:a16="http://schemas.microsoft.com/office/drawing/2014/main" id="{E400AF1C-34A2-AE8C-1C0A-8DC6F5EA0786}"/>
              </a:ext>
            </a:extLst>
          </p:cNvPr>
          <p:cNvSpPr/>
          <p:nvPr/>
        </p:nvSpPr>
        <p:spPr>
          <a:xfrm>
            <a:off x="7701718" y="2862424"/>
            <a:ext cx="2728912" cy="768427"/>
          </a:xfrm>
          <a:prstGeom prst="roundRect">
            <a:avLst>
              <a:gd name="adj" fmla="val 15891"/>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7" name="Скругленный прямоугольник 98">
            <a:extLst>
              <a:ext uri="{FF2B5EF4-FFF2-40B4-BE49-F238E27FC236}">
                <a16:creationId xmlns:a16="http://schemas.microsoft.com/office/drawing/2014/main" id="{03F6C4F4-60A3-2212-2C9C-FBBE9014DDE7}"/>
              </a:ext>
            </a:extLst>
          </p:cNvPr>
          <p:cNvSpPr/>
          <p:nvPr/>
        </p:nvSpPr>
        <p:spPr>
          <a:xfrm>
            <a:off x="7701718" y="2633505"/>
            <a:ext cx="2736000" cy="396000"/>
          </a:xfrm>
          <a:prstGeom prst="roundRect">
            <a:avLst>
              <a:gd name="adj" fmla="val 26543"/>
            </a:avLst>
          </a:prstGeom>
          <a:solidFill>
            <a:schemeClr val="accent1">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5"/>
            <a:endParaRPr lang="ru-RU" sz="1688">
              <a:solidFill>
                <a:srgbClr val="FFFFFF"/>
              </a:solidFill>
              <a:latin typeface="Arial" panose="020B0604020202020204"/>
            </a:endParaRPr>
          </a:p>
        </p:txBody>
      </p:sp>
      <p:sp>
        <p:nvSpPr>
          <p:cNvPr id="68" name="Объект 2">
            <a:extLst>
              <a:ext uri="{FF2B5EF4-FFF2-40B4-BE49-F238E27FC236}">
                <a16:creationId xmlns:a16="http://schemas.microsoft.com/office/drawing/2014/main" id="{287C6DE4-38B2-9D21-3EEF-D3ADA0B7AB06}"/>
              </a:ext>
            </a:extLst>
          </p:cNvPr>
          <p:cNvSpPr txBox="1">
            <a:spLocks/>
          </p:cNvSpPr>
          <p:nvPr/>
        </p:nvSpPr>
        <p:spPr>
          <a:xfrm>
            <a:off x="7806686" y="2723505"/>
            <a:ext cx="2484000" cy="216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spcAft>
                <a:spcPts val="0"/>
              </a:spcAft>
            </a:pPr>
            <a:r>
              <a:rPr lang="ru-RU" sz="1200"/>
              <a:t>Краткий заголовок в 1 строку</a:t>
            </a:r>
          </a:p>
        </p:txBody>
      </p:sp>
      <p:sp>
        <p:nvSpPr>
          <p:cNvPr id="69" name="Объект 2">
            <a:extLst>
              <a:ext uri="{FF2B5EF4-FFF2-40B4-BE49-F238E27FC236}">
                <a16:creationId xmlns:a16="http://schemas.microsoft.com/office/drawing/2014/main" id="{CDE2137B-8627-BEFF-2A7D-2BDC6DB178A0}"/>
              </a:ext>
            </a:extLst>
          </p:cNvPr>
          <p:cNvSpPr txBox="1">
            <a:spLocks/>
          </p:cNvSpPr>
          <p:nvPr/>
        </p:nvSpPr>
        <p:spPr>
          <a:xfrm>
            <a:off x="7806686" y="3110206"/>
            <a:ext cx="2484000" cy="396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180975" lvl="6" indent="-180975">
              <a:spcAft>
                <a:spcPts val="600"/>
              </a:spcAft>
              <a:buFont typeface="Arial" panose="020B0604020202020204" pitchFamily="34" charset="0"/>
              <a:buChar char="•"/>
            </a:pPr>
            <a:r>
              <a:rPr lang="ru-RU" sz="1000"/>
              <a:t>Здесь может быть твой текст. </a:t>
            </a:r>
            <a:endParaRPr lang="en-US" sz="1000"/>
          </a:p>
          <a:p>
            <a:pPr marL="180975" lvl="6" indent="-180975">
              <a:spcAft>
                <a:spcPts val="600"/>
              </a:spcAft>
              <a:buFont typeface="Arial" panose="020B0604020202020204" pitchFamily="34" charset="0"/>
              <a:buChar char="•"/>
            </a:pPr>
            <a:r>
              <a:rPr lang="ru-RU" sz="1000"/>
              <a:t>Здесь может быть твой текст. </a:t>
            </a:r>
            <a:endParaRPr lang="ru-RU" sz="1200"/>
          </a:p>
        </p:txBody>
      </p:sp>
      <p:sp>
        <p:nvSpPr>
          <p:cNvPr id="76" name="Скругленный прямоугольник 98">
            <a:extLst>
              <a:ext uri="{FF2B5EF4-FFF2-40B4-BE49-F238E27FC236}">
                <a16:creationId xmlns:a16="http://schemas.microsoft.com/office/drawing/2014/main" id="{66E5A597-7B8B-696F-6846-E7AB336646A9}"/>
              </a:ext>
            </a:extLst>
          </p:cNvPr>
          <p:cNvSpPr/>
          <p:nvPr/>
        </p:nvSpPr>
        <p:spPr>
          <a:xfrm>
            <a:off x="638976" y="3944267"/>
            <a:ext cx="2245726" cy="588819"/>
          </a:xfrm>
          <a:prstGeom prst="roundRect">
            <a:avLst>
              <a:gd name="adj" fmla="val 26543"/>
            </a:avLst>
          </a:prstGeom>
          <a:solidFill>
            <a:schemeClr val="accent3">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7" name="Объект 2">
            <a:extLst>
              <a:ext uri="{FF2B5EF4-FFF2-40B4-BE49-F238E27FC236}">
                <a16:creationId xmlns:a16="http://schemas.microsoft.com/office/drawing/2014/main" id="{9ED8E144-E855-272E-976E-66CD9D4D682B}"/>
              </a:ext>
            </a:extLst>
          </p:cNvPr>
          <p:cNvSpPr txBox="1">
            <a:spLocks/>
          </p:cNvSpPr>
          <p:nvPr/>
        </p:nvSpPr>
        <p:spPr>
          <a:xfrm>
            <a:off x="743944" y="4059406"/>
            <a:ext cx="1938577" cy="328563"/>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spcAft>
                <a:spcPts val="0"/>
              </a:spcAft>
            </a:pPr>
            <a:r>
              <a:rPr lang="ru-RU" sz="1200"/>
              <a:t>Напиши заголовок</a:t>
            </a:r>
          </a:p>
          <a:p>
            <a:pPr marL="0" lvl="6" indent="0">
              <a:spcAft>
                <a:spcPts val="0"/>
              </a:spcAft>
              <a:buNone/>
            </a:pPr>
            <a:r>
              <a:rPr lang="ru-RU" sz="1000"/>
              <a:t>Здесь может быть твой текст. </a:t>
            </a:r>
            <a:endParaRPr kumimoji="0" lang="ru-RU" sz="1266"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9" name="Скругленный прямоугольник 98">
            <a:extLst>
              <a:ext uri="{FF2B5EF4-FFF2-40B4-BE49-F238E27FC236}">
                <a16:creationId xmlns:a16="http://schemas.microsoft.com/office/drawing/2014/main" id="{A8D2546C-4505-544F-8DA4-BDB4717DE4D0}"/>
              </a:ext>
            </a:extLst>
          </p:cNvPr>
          <p:cNvSpPr/>
          <p:nvPr/>
        </p:nvSpPr>
        <p:spPr>
          <a:xfrm>
            <a:off x="3377967" y="3944267"/>
            <a:ext cx="2245726" cy="588819"/>
          </a:xfrm>
          <a:prstGeom prst="roundRect">
            <a:avLst>
              <a:gd name="adj" fmla="val 26543"/>
            </a:avLst>
          </a:prstGeom>
          <a:solidFill>
            <a:schemeClr val="accent3">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0" name="Объект 2">
            <a:extLst>
              <a:ext uri="{FF2B5EF4-FFF2-40B4-BE49-F238E27FC236}">
                <a16:creationId xmlns:a16="http://schemas.microsoft.com/office/drawing/2014/main" id="{C06FEA8C-037E-0B92-818F-B4206F6ACFCD}"/>
              </a:ext>
            </a:extLst>
          </p:cNvPr>
          <p:cNvSpPr txBox="1">
            <a:spLocks/>
          </p:cNvSpPr>
          <p:nvPr/>
        </p:nvSpPr>
        <p:spPr>
          <a:xfrm>
            <a:off x="3482935" y="4059406"/>
            <a:ext cx="1938577" cy="328563"/>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spcAft>
                <a:spcPts val="0"/>
              </a:spcAft>
            </a:pPr>
            <a:r>
              <a:rPr lang="ru-RU" sz="1200"/>
              <a:t>Напиши заголовок</a:t>
            </a:r>
          </a:p>
          <a:p>
            <a:pPr marL="0" lvl="6" indent="0">
              <a:spcAft>
                <a:spcPts val="0"/>
              </a:spcAft>
              <a:buNone/>
            </a:pPr>
            <a:r>
              <a:rPr lang="ru-RU" sz="1000"/>
              <a:t>Здесь может быть твой текст. </a:t>
            </a:r>
            <a:endParaRPr kumimoji="0" lang="ru-RU" sz="1266"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2" name="Скругленный прямоугольник 98">
            <a:extLst>
              <a:ext uri="{FF2B5EF4-FFF2-40B4-BE49-F238E27FC236}">
                <a16:creationId xmlns:a16="http://schemas.microsoft.com/office/drawing/2014/main" id="{3FEBDBA7-5996-B867-BF7A-7138F9A615AD}"/>
              </a:ext>
            </a:extLst>
          </p:cNvPr>
          <p:cNvSpPr/>
          <p:nvPr/>
        </p:nvSpPr>
        <p:spPr>
          <a:xfrm>
            <a:off x="6567673" y="3944267"/>
            <a:ext cx="2245726" cy="588819"/>
          </a:xfrm>
          <a:prstGeom prst="roundRect">
            <a:avLst>
              <a:gd name="adj" fmla="val 26543"/>
            </a:avLst>
          </a:prstGeom>
          <a:solidFill>
            <a:schemeClr val="accent1">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3" name="Объект 2">
            <a:extLst>
              <a:ext uri="{FF2B5EF4-FFF2-40B4-BE49-F238E27FC236}">
                <a16:creationId xmlns:a16="http://schemas.microsoft.com/office/drawing/2014/main" id="{1151BA13-4AC3-4714-A0CD-785B502E4C39}"/>
              </a:ext>
            </a:extLst>
          </p:cNvPr>
          <p:cNvSpPr txBox="1">
            <a:spLocks/>
          </p:cNvSpPr>
          <p:nvPr/>
        </p:nvSpPr>
        <p:spPr>
          <a:xfrm>
            <a:off x="6672641" y="4059406"/>
            <a:ext cx="1938577" cy="328563"/>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spcAft>
                <a:spcPts val="0"/>
              </a:spcAft>
            </a:pPr>
            <a:r>
              <a:rPr lang="ru-RU" sz="1200"/>
              <a:t>Напиши заголовок</a:t>
            </a:r>
          </a:p>
          <a:p>
            <a:pPr marL="0" lvl="6" indent="0">
              <a:spcAft>
                <a:spcPts val="0"/>
              </a:spcAft>
              <a:buNone/>
            </a:pPr>
            <a:r>
              <a:rPr lang="ru-RU" sz="1000"/>
              <a:t>Здесь может быть твой текст. </a:t>
            </a:r>
            <a:endParaRPr kumimoji="0" lang="ru-RU" sz="1266"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5" name="Скругленный прямоугольник 98">
            <a:extLst>
              <a:ext uri="{FF2B5EF4-FFF2-40B4-BE49-F238E27FC236}">
                <a16:creationId xmlns:a16="http://schemas.microsoft.com/office/drawing/2014/main" id="{01C970FD-BFA2-DC14-863C-DB80558DE1E0}"/>
              </a:ext>
            </a:extLst>
          </p:cNvPr>
          <p:cNvSpPr/>
          <p:nvPr/>
        </p:nvSpPr>
        <p:spPr>
          <a:xfrm>
            <a:off x="9313041" y="3944267"/>
            <a:ext cx="2245726" cy="588819"/>
          </a:xfrm>
          <a:prstGeom prst="roundRect">
            <a:avLst>
              <a:gd name="adj" fmla="val 26543"/>
            </a:avLst>
          </a:prstGeom>
          <a:solidFill>
            <a:schemeClr val="accent1">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6" name="Объект 2">
            <a:extLst>
              <a:ext uri="{FF2B5EF4-FFF2-40B4-BE49-F238E27FC236}">
                <a16:creationId xmlns:a16="http://schemas.microsoft.com/office/drawing/2014/main" id="{76E6829C-0CDB-C4F4-850A-E62A29D43316}"/>
              </a:ext>
            </a:extLst>
          </p:cNvPr>
          <p:cNvSpPr txBox="1">
            <a:spLocks/>
          </p:cNvSpPr>
          <p:nvPr/>
        </p:nvSpPr>
        <p:spPr>
          <a:xfrm>
            <a:off x="9418009" y="4059406"/>
            <a:ext cx="1938577" cy="328563"/>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spcAft>
                <a:spcPts val="0"/>
              </a:spcAft>
            </a:pPr>
            <a:r>
              <a:rPr lang="ru-RU" sz="1200"/>
              <a:t>Напиши заголовок</a:t>
            </a:r>
          </a:p>
          <a:p>
            <a:pPr marL="0" lvl="6" indent="0">
              <a:spcAft>
                <a:spcPts val="0"/>
              </a:spcAft>
              <a:buNone/>
            </a:pPr>
            <a:r>
              <a:rPr lang="ru-RU" sz="1000"/>
              <a:t>Здесь может быть твой текст. </a:t>
            </a:r>
            <a:endParaRPr kumimoji="0" lang="ru-RU" sz="1266"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9" name="Скругленный прямоугольник 98">
            <a:extLst>
              <a:ext uri="{FF2B5EF4-FFF2-40B4-BE49-F238E27FC236}">
                <a16:creationId xmlns:a16="http://schemas.microsoft.com/office/drawing/2014/main" id="{BE7D5636-0012-9D4C-BDDC-C20D5B666337}"/>
              </a:ext>
            </a:extLst>
          </p:cNvPr>
          <p:cNvSpPr/>
          <p:nvPr/>
        </p:nvSpPr>
        <p:spPr>
          <a:xfrm>
            <a:off x="638976" y="4843621"/>
            <a:ext cx="1550987" cy="642386"/>
          </a:xfrm>
          <a:prstGeom prst="roundRect">
            <a:avLst>
              <a:gd name="adj" fmla="val 16164"/>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0" name="Объект 2">
            <a:extLst>
              <a:ext uri="{FF2B5EF4-FFF2-40B4-BE49-F238E27FC236}">
                <a16:creationId xmlns:a16="http://schemas.microsoft.com/office/drawing/2014/main" id="{CAD0F2C8-B50A-EA1D-9C9E-653475475EEE}"/>
              </a:ext>
            </a:extLst>
          </p:cNvPr>
          <p:cNvSpPr txBox="1">
            <a:spLocks/>
          </p:cNvSpPr>
          <p:nvPr/>
        </p:nvSpPr>
        <p:spPr>
          <a:xfrm>
            <a:off x="743945" y="4930814"/>
            <a:ext cx="1286268" cy="468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0" lvl="6" indent="0">
              <a:spcAft>
                <a:spcPts val="0"/>
              </a:spcAft>
              <a:buNone/>
            </a:pPr>
            <a:r>
              <a:rPr lang="ru-RU" sz="1000"/>
              <a:t>Здесь может быть твой текст. Размести здесь свой текст. </a:t>
            </a:r>
          </a:p>
        </p:txBody>
      </p:sp>
      <p:sp>
        <p:nvSpPr>
          <p:cNvPr id="95" name="Скругленный прямоугольник 98">
            <a:extLst>
              <a:ext uri="{FF2B5EF4-FFF2-40B4-BE49-F238E27FC236}">
                <a16:creationId xmlns:a16="http://schemas.microsoft.com/office/drawing/2014/main" id="{9F1A20D4-38B5-879B-B3BF-E2B5A9F68814}"/>
              </a:ext>
            </a:extLst>
          </p:cNvPr>
          <p:cNvSpPr/>
          <p:nvPr/>
        </p:nvSpPr>
        <p:spPr>
          <a:xfrm>
            <a:off x="2354677" y="4843621"/>
            <a:ext cx="1550987" cy="642386"/>
          </a:xfrm>
          <a:prstGeom prst="roundRect">
            <a:avLst>
              <a:gd name="adj" fmla="val 16905"/>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6" name="Объект 2">
            <a:extLst>
              <a:ext uri="{FF2B5EF4-FFF2-40B4-BE49-F238E27FC236}">
                <a16:creationId xmlns:a16="http://schemas.microsoft.com/office/drawing/2014/main" id="{43D02323-8E0C-F110-D3DD-A2FDB49436ED}"/>
              </a:ext>
            </a:extLst>
          </p:cNvPr>
          <p:cNvSpPr txBox="1">
            <a:spLocks/>
          </p:cNvSpPr>
          <p:nvPr/>
        </p:nvSpPr>
        <p:spPr>
          <a:xfrm>
            <a:off x="2459646" y="4930814"/>
            <a:ext cx="1286268" cy="468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0" lvl="6" indent="0">
              <a:spcAft>
                <a:spcPts val="0"/>
              </a:spcAft>
              <a:buNone/>
            </a:pPr>
            <a:r>
              <a:rPr lang="ru-RU" sz="1000"/>
              <a:t>Здесь может быть твой текст. Размести здесь свой текст. </a:t>
            </a:r>
          </a:p>
        </p:txBody>
      </p:sp>
      <p:sp>
        <p:nvSpPr>
          <p:cNvPr id="98" name="Скругленный прямоугольник 98">
            <a:extLst>
              <a:ext uri="{FF2B5EF4-FFF2-40B4-BE49-F238E27FC236}">
                <a16:creationId xmlns:a16="http://schemas.microsoft.com/office/drawing/2014/main" id="{15D1345B-084A-734D-B1A6-9FE023A39E09}"/>
              </a:ext>
            </a:extLst>
          </p:cNvPr>
          <p:cNvSpPr/>
          <p:nvPr/>
        </p:nvSpPr>
        <p:spPr>
          <a:xfrm>
            <a:off x="4072706" y="4843621"/>
            <a:ext cx="1550987" cy="642386"/>
          </a:xfrm>
          <a:prstGeom prst="roundRect">
            <a:avLst>
              <a:gd name="adj" fmla="val 16164"/>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9" name="Объект 2">
            <a:extLst>
              <a:ext uri="{FF2B5EF4-FFF2-40B4-BE49-F238E27FC236}">
                <a16:creationId xmlns:a16="http://schemas.microsoft.com/office/drawing/2014/main" id="{EB69C02A-7394-2D15-7643-795F3BD35B78}"/>
              </a:ext>
            </a:extLst>
          </p:cNvPr>
          <p:cNvSpPr txBox="1">
            <a:spLocks/>
          </p:cNvSpPr>
          <p:nvPr/>
        </p:nvSpPr>
        <p:spPr>
          <a:xfrm>
            <a:off x="4177675" y="4930814"/>
            <a:ext cx="1286268" cy="468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0" lvl="6" indent="0">
              <a:spcAft>
                <a:spcPts val="0"/>
              </a:spcAft>
              <a:buNone/>
            </a:pPr>
            <a:r>
              <a:rPr lang="ru-RU" sz="1000"/>
              <a:t>Здесь может быть твой текст. Размести здесь свой текст. </a:t>
            </a:r>
          </a:p>
        </p:txBody>
      </p:sp>
      <p:sp>
        <p:nvSpPr>
          <p:cNvPr id="104" name="Скругленный прямоугольник 98">
            <a:extLst>
              <a:ext uri="{FF2B5EF4-FFF2-40B4-BE49-F238E27FC236}">
                <a16:creationId xmlns:a16="http://schemas.microsoft.com/office/drawing/2014/main" id="{44E43415-A737-F66E-0A58-7B21AA1D7F5B}"/>
              </a:ext>
            </a:extLst>
          </p:cNvPr>
          <p:cNvSpPr/>
          <p:nvPr/>
        </p:nvSpPr>
        <p:spPr>
          <a:xfrm>
            <a:off x="6567673" y="4843621"/>
            <a:ext cx="1550987" cy="642386"/>
          </a:xfrm>
          <a:prstGeom prst="roundRect">
            <a:avLst>
              <a:gd name="adj" fmla="val 17400"/>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5" name="Объект 2">
            <a:extLst>
              <a:ext uri="{FF2B5EF4-FFF2-40B4-BE49-F238E27FC236}">
                <a16:creationId xmlns:a16="http://schemas.microsoft.com/office/drawing/2014/main" id="{1C81BB72-9E25-A3FA-BB3F-93A19DB7C5B3}"/>
              </a:ext>
            </a:extLst>
          </p:cNvPr>
          <p:cNvSpPr txBox="1">
            <a:spLocks/>
          </p:cNvSpPr>
          <p:nvPr/>
        </p:nvSpPr>
        <p:spPr>
          <a:xfrm>
            <a:off x="6672642" y="4930814"/>
            <a:ext cx="1286268" cy="468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0" lvl="6" indent="0">
              <a:spcAft>
                <a:spcPts val="0"/>
              </a:spcAft>
              <a:buNone/>
            </a:pPr>
            <a:r>
              <a:rPr lang="ru-RU" sz="1000"/>
              <a:t>Здесь может быть твой текст. Размести здесь свой текст. </a:t>
            </a:r>
          </a:p>
        </p:txBody>
      </p:sp>
      <p:sp>
        <p:nvSpPr>
          <p:cNvPr id="107" name="Скругленный прямоугольник 98">
            <a:extLst>
              <a:ext uri="{FF2B5EF4-FFF2-40B4-BE49-F238E27FC236}">
                <a16:creationId xmlns:a16="http://schemas.microsoft.com/office/drawing/2014/main" id="{F2BE9A4F-EDD4-09CB-63B4-4B8AADC0F2C0}"/>
              </a:ext>
            </a:extLst>
          </p:cNvPr>
          <p:cNvSpPr/>
          <p:nvPr/>
        </p:nvSpPr>
        <p:spPr>
          <a:xfrm>
            <a:off x="8277782" y="4843621"/>
            <a:ext cx="1550987" cy="642386"/>
          </a:xfrm>
          <a:prstGeom prst="roundRect">
            <a:avLst>
              <a:gd name="adj" fmla="val 16905"/>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8" name="Объект 2">
            <a:extLst>
              <a:ext uri="{FF2B5EF4-FFF2-40B4-BE49-F238E27FC236}">
                <a16:creationId xmlns:a16="http://schemas.microsoft.com/office/drawing/2014/main" id="{76D52893-9423-DD8D-778F-532760E1A360}"/>
              </a:ext>
            </a:extLst>
          </p:cNvPr>
          <p:cNvSpPr txBox="1">
            <a:spLocks/>
          </p:cNvSpPr>
          <p:nvPr/>
        </p:nvSpPr>
        <p:spPr>
          <a:xfrm>
            <a:off x="8382751" y="4930814"/>
            <a:ext cx="1286268" cy="468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0" lvl="6" indent="0">
              <a:spcAft>
                <a:spcPts val="0"/>
              </a:spcAft>
              <a:buNone/>
            </a:pPr>
            <a:r>
              <a:rPr lang="ru-RU" sz="1000"/>
              <a:t>Здесь может быть твой текст. Размести здесь свой текст. </a:t>
            </a:r>
          </a:p>
        </p:txBody>
      </p:sp>
      <p:sp>
        <p:nvSpPr>
          <p:cNvPr id="110" name="Скругленный прямоугольник 98">
            <a:extLst>
              <a:ext uri="{FF2B5EF4-FFF2-40B4-BE49-F238E27FC236}">
                <a16:creationId xmlns:a16="http://schemas.microsoft.com/office/drawing/2014/main" id="{1B951B5B-ABD0-4E46-DC3D-1D43337AD1F6}"/>
              </a:ext>
            </a:extLst>
          </p:cNvPr>
          <p:cNvSpPr/>
          <p:nvPr/>
        </p:nvSpPr>
        <p:spPr>
          <a:xfrm>
            <a:off x="10003203" y="4843621"/>
            <a:ext cx="1550987" cy="642386"/>
          </a:xfrm>
          <a:prstGeom prst="roundRect">
            <a:avLst>
              <a:gd name="adj" fmla="val 14928"/>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1" name="Объект 2">
            <a:extLst>
              <a:ext uri="{FF2B5EF4-FFF2-40B4-BE49-F238E27FC236}">
                <a16:creationId xmlns:a16="http://schemas.microsoft.com/office/drawing/2014/main" id="{04417CB7-663E-98CD-A344-C9FE237B6A8E}"/>
              </a:ext>
            </a:extLst>
          </p:cNvPr>
          <p:cNvSpPr txBox="1">
            <a:spLocks/>
          </p:cNvSpPr>
          <p:nvPr/>
        </p:nvSpPr>
        <p:spPr>
          <a:xfrm>
            <a:off x="10108172" y="4930814"/>
            <a:ext cx="1286268" cy="468000"/>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0" lvl="6" indent="0">
              <a:spcAft>
                <a:spcPts val="0"/>
              </a:spcAft>
              <a:buNone/>
            </a:pPr>
            <a:r>
              <a:rPr lang="ru-RU" sz="1000"/>
              <a:t>Здесь может быть твой текст. Размести здесь свой текст. </a:t>
            </a:r>
          </a:p>
        </p:txBody>
      </p:sp>
      <p:sp>
        <p:nvSpPr>
          <p:cNvPr id="118" name="Объект 2">
            <a:extLst>
              <a:ext uri="{FF2B5EF4-FFF2-40B4-BE49-F238E27FC236}">
                <a16:creationId xmlns:a16="http://schemas.microsoft.com/office/drawing/2014/main" id="{F55DD063-B7F5-1977-8C68-ABCD7B8B3959}"/>
              </a:ext>
            </a:extLst>
          </p:cNvPr>
          <p:cNvSpPr txBox="1">
            <a:spLocks/>
          </p:cNvSpPr>
          <p:nvPr/>
        </p:nvSpPr>
        <p:spPr>
          <a:xfrm>
            <a:off x="6672641" y="5645817"/>
            <a:ext cx="1548704" cy="617557"/>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p:txBody>
      </p:sp>
      <p:sp>
        <p:nvSpPr>
          <p:cNvPr id="119" name="Объект 2">
            <a:extLst>
              <a:ext uri="{FF2B5EF4-FFF2-40B4-BE49-F238E27FC236}">
                <a16:creationId xmlns:a16="http://schemas.microsoft.com/office/drawing/2014/main" id="{C8E70E96-4E72-D316-A14D-3646C34F0DAB}"/>
              </a:ext>
            </a:extLst>
          </p:cNvPr>
          <p:cNvSpPr txBox="1">
            <a:spLocks/>
          </p:cNvSpPr>
          <p:nvPr/>
        </p:nvSpPr>
        <p:spPr>
          <a:xfrm>
            <a:off x="8382750" y="5645817"/>
            <a:ext cx="1548704" cy="617557"/>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p:txBody>
      </p:sp>
      <p:sp>
        <p:nvSpPr>
          <p:cNvPr id="120" name="Объект 2">
            <a:extLst>
              <a:ext uri="{FF2B5EF4-FFF2-40B4-BE49-F238E27FC236}">
                <a16:creationId xmlns:a16="http://schemas.microsoft.com/office/drawing/2014/main" id="{E9AAFCB0-0F97-FC9E-AF94-C58AFD01668F}"/>
              </a:ext>
            </a:extLst>
          </p:cNvPr>
          <p:cNvSpPr txBox="1">
            <a:spLocks/>
          </p:cNvSpPr>
          <p:nvPr/>
        </p:nvSpPr>
        <p:spPr>
          <a:xfrm>
            <a:off x="10108171" y="5645817"/>
            <a:ext cx="1548704" cy="617557"/>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p:txBody>
      </p:sp>
      <p:sp>
        <p:nvSpPr>
          <p:cNvPr id="121" name="Объект 2">
            <a:extLst>
              <a:ext uri="{FF2B5EF4-FFF2-40B4-BE49-F238E27FC236}">
                <a16:creationId xmlns:a16="http://schemas.microsoft.com/office/drawing/2014/main" id="{D4491F03-3C77-C564-35DB-ED136E31E3C9}"/>
              </a:ext>
            </a:extLst>
          </p:cNvPr>
          <p:cNvSpPr txBox="1">
            <a:spLocks/>
          </p:cNvSpPr>
          <p:nvPr/>
        </p:nvSpPr>
        <p:spPr>
          <a:xfrm>
            <a:off x="743944" y="5645817"/>
            <a:ext cx="1548704" cy="617557"/>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p:txBody>
      </p:sp>
      <p:sp>
        <p:nvSpPr>
          <p:cNvPr id="122" name="Объект 2">
            <a:extLst>
              <a:ext uri="{FF2B5EF4-FFF2-40B4-BE49-F238E27FC236}">
                <a16:creationId xmlns:a16="http://schemas.microsoft.com/office/drawing/2014/main" id="{002948AE-D7F4-C34E-DDF6-82D3DEE095D9}"/>
              </a:ext>
            </a:extLst>
          </p:cNvPr>
          <p:cNvSpPr txBox="1">
            <a:spLocks/>
          </p:cNvSpPr>
          <p:nvPr/>
        </p:nvSpPr>
        <p:spPr>
          <a:xfrm>
            <a:off x="2459645" y="5645817"/>
            <a:ext cx="1548704" cy="617557"/>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p:txBody>
      </p:sp>
      <p:sp>
        <p:nvSpPr>
          <p:cNvPr id="123" name="Объект 2">
            <a:extLst>
              <a:ext uri="{FF2B5EF4-FFF2-40B4-BE49-F238E27FC236}">
                <a16:creationId xmlns:a16="http://schemas.microsoft.com/office/drawing/2014/main" id="{C2543C05-F0EE-7A2B-D8B9-A865E592BDBF}"/>
              </a:ext>
            </a:extLst>
          </p:cNvPr>
          <p:cNvSpPr txBox="1">
            <a:spLocks/>
          </p:cNvSpPr>
          <p:nvPr/>
        </p:nvSpPr>
        <p:spPr>
          <a:xfrm>
            <a:off x="4175345" y="5645817"/>
            <a:ext cx="1548704" cy="617557"/>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a:p>
            <a:pPr marL="108000" lvl="6" indent="-108000">
              <a:spcAft>
                <a:spcPts val="300"/>
              </a:spcAft>
              <a:buFont typeface="Arial" panose="020B0604020202020204" pitchFamily="34" charset="0"/>
              <a:buChar char="•"/>
            </a:pPr>
            <a:r>
              <a:rPr lang="ru-RU" sz="1000"/>
              <a:t>Краткий комментарий.</a:t>
            </a:r>
          </a:p>
        </p:txBody>
      </p:sp>
      <p:cxnSp>
        <p:nvCxnSpPr>
          <p:cNvPr id="133" name="Прямая со стрелкой 132">
            <a:extLst>
              <a:ext uri="{FF2B5EF4-FFF2-40B4-BE49-F238E27FC236}">
                <a16:creationId xmlns:a16="http://schemas.microsoft.com/office/drawing/2014/main" id="{29A1886D-C393-B6BC-E1EA-7E3F1B9CB15E}"/>
              </a:ext>
            </a:extLst>
          </p:cNvPr>
          <p:cNvCxnSpPr>
            <a:cxnSpLocks/>
          </p:cNvCxnSpPr>
          <p:nvPr/>
        </p:nvCxnSpPr>
        <p:spPr>
          <a:xfrm rot="5400000" flipH="1">
            <a:off x="8967800" y="2538085"/>
            <a:ext cx="190840"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34" name="Прямая со стрелкой 133">
            <a:extLst>
              <a:ext uri="{FF2B5EF4-FFF2-40B4-BE49-F238E27FC236}">
                <a16:creationId xmlns:a16="http://schemas.microsoft.com/office/drawing/2014/main" id="{319C447F-25C0-CB3D-3F50-AB6CF481AFD7}"/>
              </a:ext>
            </a:extLst>
          </p:cNvPr>
          <p:cNvCxnSpPr>
            <a:cxnSpLocks/>
          </p:cNvCxnSpPr>
          <p:nvPr/>
        </p:nvCxnSpPr>
        <p:spPr>
          <a:xfrm rot="5400000" flipH="1">
            <a:off x="3036308" y="2538085"/>
            <a:ext cx="190840"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35" name="Прямая соединительная линия 134">
            <a:extLst>
              <a:ext uri="{FF2B5EF4-FFF2-40B4-BE49-F238E27FC236}">
                <a16:creationId xmlns:a16="http://schemas.microsoft.com/office/drawing/2014/main" id="{60EFA20E-682B-6E0F-EDDF-219F038170B6}"/>
              </a:ext>
            </a:extLst>
          </p:cNvPr>
          <p:cNvCxnSpPr>
            <a:cxnSpLocks/>
          </p:cNvCxnSpPr>
          <p:nvPr/>
        </p:nvCxnSpPr>
        <p:spPr>
          <a:xfrm flipH="1">
            <a:off x="3128184" y="2441622"/>
            <a:ext cx="5931492" cy="0"/>
          </a:xfrm>
          <a:prstGeom prst="line">
            <a:avLst/>
          </a:prstGeom>
          <a:ln w="12700">
            <a:solidFill>
              <a:schemeClr val="accent6"/>
            </a:solidFill>
            <a:headE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Прямая со стрелкой 135">
            <a:extLst>
              <a:ext uri="{FF2B5EF4-FFF2-40B4-BE49-F238E27FC236}">
                <a16:creationId xmlns:a16="http://schemas.microsoft.com/office/drawing/2014/main" id="{3765FC3D-7F3A-5016-7A45-0EDBFB208626}"/>
              </a:ext>
            </a:extLst>
          </p:cNvPr>
          <p:cNvCxnSpPr>
            <a:cxnSpLocks/>
          </p:cNvCxnSpPr>
          <p:nvPr/>
        </p:nvCxnSpPr>
        <p:spPr>
          <a:xfrm flipV="1">
            <a:off x="6095208" y="2207632"/>
            <a:ext cx="0" cy="233990"/>
          </a:xfrm>
          <a:prstGeom prst="straightConnector1">
            <a:avLst/>
          </a:prstGeom>
          <a:ln w="127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Прямая со стрелкой 144">
            <a:extLst>
              <a:ext uri="{FF2B5EF4-FFF2-40B4-BE49-F238E27FC236}">
                <a16:creationId xmlns:a16="http://schemas.microsoft.com/office/drawing/2014/main" id="{CF3697E7-B3F9-2C48-ADA5-D233F51C789E}"/>
              </a:ext>
            </a:extLst>
          </p:cNvPr>
          <p:cNvCxnSpPr>
            <a:cxnSpLocks/>
          </p:cNvCxnSpPr>
          <p:nvPr/>
        </p:nvCxnSpPr>
        <p:spPr>
          <a:xfrm rot="5400000" flipH="1">
            <a:off x="4405410" y="3845966"/>
            <a:ext cx="190840"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46" name="Прямая со стрелкой 145">
            <a:extLst>
              <a:ext uri="{FF2B5EF4-FFF2-40B4-BE49-F238E27FC236}">
                <a16:creationId xmlns:a16="http://schemas.microsoft.com/office/drawing/2014/main" id="{A9CEB973-BE2E-A191-048D-99DCEA3640AA}"/>
              </a:ext>
            </a:extLst>
          </p:cNvPr>
          <p:cNvCxnSpPr>
            <a:cxnSpLocks/>
          </p:cNvCxnSpPr>
          <p:nvPr/>
        </p:nvCxnSpPr>
        <p:spPr>
          <a:xfrm rot="5400000" flipH="1">
            <a:off x="1664123" y="3843670"/>
            <a:ext cx="195432"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47" name="Прямая соединительная линия 146">
            <a:extLst>
              <a:ext uri="{FF2B5EF4-FFF2-40B4-BE49-F238E27FC236}">
                <a16:creationId xmlns:a16="http://schemas.microsoft.com/office/drawing/2014/main" id="{BDBA1173-9C45-2B0A-F013-7791312BD47C}"/>
              </a:ext>
            </a:extLst>
          </p:cNvPr>
          <p:cNvCxnSpPr>
            <a:cxnSpLocks/>
          </p:cNvCxnSpPr>
          <p:nvPr/>
        </p:nvCxnSpPr>
        <p:spPr>
          <a:xfrm flipH="1">
            <a:off x="1761839" y="3745954"/>
            <a:ext cx="2737889" cy="0"/>
          </a:xfrm>
          <a:prstGeom prst="line">
            <a:avLst/>
          </a:prstGeom>
          <a:ln w="12700">
            <a:solidFill>
              <a:schemeClr val="accent6"/>
            </a:solidFill>
            <a:headE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4" name="Прямая со стрелкой 143">
            <a:extLst>
              <a:ext uri="{FF2B5EF4-FFF2-40B4-BE49-F238E27FC236}">
                <a16:creationId xmlns:a16="http://schemas.microsoft.com/office/drawing/2014/main" id="{BB79CA80-BB8F-755B-42B7-CFDE28DB1287}"/>
              </a:ext>
            </a:extLst>
          </p:cNvPr>
          <p:cNvCxnSpPr>
            <a:cxnSpLocks/>
          </p:cNvCxnSpPr>
          <p:nvPr/>
        </p:nvCxnSpPr>
        <p:spPr>
          <a:xfrm flipV="1">
            <a:off x="3131729" y="3628208"/>
            <a:ext cx="0" cy="114871"/>
          </a:xfrm>
          <a:prstGeom prst="straightConnector1">
            <a:avLst/>
          </a:prstGeom>
          <a:ln w="127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Прямая со стрелкой 154">
            <a:extLst>
              <a:ext uri="{FF2B5EF4-FFF2-40B4-BE49-F238E27FC236}">
                <a16:creationId xmlns:a16="http://schemas.microsoft.com/office/drawing/2014/main" id="{DF9DA113-C27B-C4A4-976B-41A8DF4E61FB}"/>
              </a:ext>
            </a:extLst>
          </p:cNvPr>
          <p:cNvCxnSpPr>
            <a:cxnSpLocks/>
          </p:cNvCxnSpPr>
          <p:nvPr/>
        </p:nvCxnSpPr>
        <p:spPr>
          <a:xfrm rot="5400000" flipH="1">
            <a:off x="10343794" y="3845966"/>
            <a:ext cx="190840"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56" name="Прямая со стрелкой 155">
            <a:extLst>
              <a:ext uri="{FF2B5EF4-FFF2-40B4-BE49-F238E27FC236}">
                <a16:creationId xmlns:a16="http://schemas.microsoft.com/office/drawing/2014/main" id="{5346B5C4-842B-8172-35A4-60469E3D1A59}"/>
              </a:ext>
            </a:extLst>
          </p:cNvPr>
          <p:cNvCxnSpPr>
            <a:cxnSpLocks/>
          </p:cNvCxnSpPr>
          <p:nvPr/>
        </p:nvCxnSpPr>
        <p:spPr>
          <a:xfrm rot="5400000" flipH="1">
            <a:off x="7602507" y="3843670"/>
            <a:ext cx="195432"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57" name="Прямая соединительная линия 156">
            <a:extLst>
              <a:ext uri="{FF2B5EF4-FFF2-40B4-BE49-F238E27FC236}">
                <a16:creationId xmlns:a16="http://schemas.microsoft.com/office/drawing/2014/main" id="{8C64E0F9-38EC-943C-5E63-328BEB618AF7}"/>
              </a:ext>
            </a:extLst>
          </p:cNvPr>
          <p:cNvCxnSpPr>
            <a:cxnSpLocks/>
          </p:cNvCxnSpPr>
          <p:nvPr/>
        </p:nvCxnSpPr>
        <p:spPr>
          <a:xfrm flipH="1">
            <a:off x="7700223" y="3745954"/>
            <a:ext cx="2737889" cy="0"/>
          </a:xfrm>
          <a:prstGeom prst="line">
            <a:avLst/>
          </a:prstGeom>
          <a:ln w="12700">
            <a:solidFill>
              <a:schemeClr val="accent6"/>
            </a:solidFill>
            <a:headE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Прямая со стрелкой 157">
            <a:extLst>
              <a:ext uri="{FF2B5EF4-FFF2-40B4-BE49-F238E27FC236}">
                <a16:creationId xmlns:a16="http://schemas.microsoft.com/office/drawing/2014/main" id="{4575ED78-9B51-31F8-A734-3240A3C6A3FC}"/>
              </a:ext>
            </a:extLst>
          </p:cNvPr>
          <p:cNvCxnSpPr>
            <a:cxnSpLocks/>
          </p:cNvCxnSpPr>
          <p:nvPr/>
        </p:nvCxnSpPr>
        <p:spPr>
          <a:xfrm flipV="1">
            <a:off x="9070113" y="3628208"/>
            <a:ext cx="0" cy="114871"/>
          </a:xfrm>
          <a:prstGeom prst="straightConnector1">
            <a:avLst/>
          </a:prstGeom>
          <a:ln w="127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Прямая со стрелкой 159">
            <a:extLst>
              <a:ext uri="{FF2B5EF4-FFF2-40B4-BE49-F238E27FC236}">
                <a16:creationId xmlns:a16="http://schemas.microsoft.com/office/drawing/2014/main" id="{2D6E69F5-7752-3F85-BB1C-26B461C3E320}"/>
              </a:ext>
            </a:extLst>
          </p:cNvPr>
          <p:cNvCxnSpPr>
            <a:cxnSpLocks/>
          </p:cNvCxnSpPr>
          <p:nvPr/>
        </p:nvCxnSpPr>
        <p:spPr>
          <a:xfrm rot="5400000" flipH="1">
            <a:off x="4752779" y="4750844"/>
            <a:ext cx="190840"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61" name="Прямая со стрелкой 160">
            <a:extLst>
              <a:ext uri="{FF2B5EF4-FFF2-40B4-BE49-F238E27FC236}">
                <a16:creationId xmlns:a16="http://schemas.microsoft.com/office/drawing/2014/main" id="{94740AF4-1014-2E06-7FFD-0F7693B7D7F9}"/>
              </a:ext>
            </a:extLst>
          </p:cNvPr>
          <p:cNvCxnSpPr>
            <a:cxnSpLocks/>
          </p:cNvCxnSpPr>
          <p:nvPr/>
        </p:nvCxnSpPr>
        <p:spPr>
          <a:xfrm rot="5400000" flipH="1">
            <a:off x="1316753" y="4748548"/>
            <a:ext cx="195432"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62" name="Прямая соединительная линия 161">
            <a:extLst>
              <a:ext uri="{FF2B5EF4-FFF2-40B4-BE49-F238E27FC236}">
                <a16:creationId xmlns:a16="http://schemas.microsoft.com/office/drawing/2014/main" id="{6C2FE2D1-7D40-2B99-4D4C-D311E92BD332}"/>
              </a:ext>
            </a:extLst>
          </p:cNvPr>
          <p:cNvCxnSpPr>
            <a:cxnSpLocks/>
          </p:cNvCxnSpPr>
          <p:nvPr/>
        </p:nvCxnSpPr>
        <p:spPr>
          <a:xfrm flipH="1">
            <a:off x="1414469" y="4650832"/>
            <a:ext cx="3431401" cy="0"/>
          </a:xfrm>
          <a:prstGeom prst="line">
            <a:avLst/>
          </a:prstGeom>
          <a:ln w="12700">
            <a:solidFill>
              <a:schemeClr val="accent6"/>
            </a:solidFill>
            <a:headE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3" name="Прямая со стрелкой 162">
            <a:extLst>
              <a:ext uri="{FF2B5EF4-FFF2-40B4-BE49-F238E27FC236}">
                <a16:creationId xmlns:a16="http://schemas.microsoft.com/office/drawing/2014/main" id="{EE4EA0A0-E13B-DA10-19D9-028C325E4FE7}"/>
              </a:ext>
            </a:extLst>
          </p:cNvPr>
          <p:cNvCxnSpPr>
            <a:cxnSpLocks/>
          </p:cNvCxnSpPr>
          <p:nvPr/>
        </p:nvCxnSpPr>
        <p:spPr>
          <a:xfrm flipV="1">
            <a:off x="1761839" y="4533086"/>
            <a:ext cx="0" cy="114871"/>
          </a:xfrm>
          <a:prstGeom prst="straightConnector1">
            <a:avLst/>
          </a:prstGeom>
          <a:ln w="127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4" name="Прямая со стрелкой 163">
            <a:extLst>
              <a:ext uri="{FF2B5EF4-FFF2-40B4-BE49-F238E27FC236}">
                <a16:creationId xmlns:a16="http://schemas.microsoft.com/office/drawing/2014/main" id="{B8B56DAF-1469-326F-4BE9-82DA1AFC1232}"/>
              </a:ext>
            </a:extLst>
          </p:cNvPr>
          <p:cNvCxnSpPr>
            <a:cxnSpLocks/>
          </p:cNvCxnSpPr>
          <p:nvPr/>
        </p:nvCxnSpPr>
        <p:spPr>
          <a:xfrm rot="5400000" flipH="1">
            <a:off x="3032454" y="4748548"/>
            <a:ext cx="195432"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67" name="Прямая со стрелкой 166">
            <a:extLst>
              <a:ext uri="{FF2B5EF4-FFF2-40B4-BE49-F238E27FC236}">
                <a16:creationId xmlns:a16="http://schemas.microsoft.com/office/drawing/2014/main" id="{86E9508C-CE16-379F-65AD-850ECEC943EA}"/>
              </a:ext>
            </a:extLst>
          </p:cNvPr>
          <p:cNvCxnSpPr>
            <a:cxnSpLocks/>
          </p:cNvCxnSpPr>
          <p:nvPr/>
        </p:nvCxnSpPr>
        <p:spPr>
          <a:xfrm flipV="1">
            <a:off x="4500830" y="4533086"/>
            <a:ext cx="0" cy="114871"/>
          </a:xfrm>
          <a:prstGeom prst="straightConnector1">
            <a:avLst/>
          </a:prstGeom>
          <a:ln w="127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Прямая со стрелкой 169">
            <a:extLst>
              <a:ext uri="{FF2B5EF4-FFF2-40B4-BE49-F238E27FC236}">
                <a16:creationId xmlns:a16="http://schemas.microsoft.com/office/drawing/2014/main" id="{1DFED060-C8F0-B582-BCC9-3A454ABDADFE}"/>
              </a:ext>
            </a:extLst>
          </p:cNvPr>
          <p:cNvCxnSpPr>
            <a:cxnSpLocks/>
          </p:cNvCxnSpPr>
          <p:nvPr/>
        </p:nvCxnSpPr>
        <p:spPr>
          <a:xfrm rot="5400000" flipH="1">
            <a:off x="10681121" y="4750844"/>
            <a:ext cx="190840"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71" name="Прямая со стрелкой 170">
            <a:extLst>
              <a:ext uri="{FF2B5EF4-FFF2-40B4-BE49-F238E27FC236}">
                <a16:creationId xmlns:a16="http://schemas.microsoft.com/office/drawing/2014/main" id="{44526EF2-575B-7803-302F-61823B364EF1}"/>
              </a:ext>
            </a:extLst>
          </p:cNvPr>
          <p:cNvCxnSpPr>
            <a:cxnSpLocks/>
          </p:cNvCxnSpPr>
          <p:nvPr/>
        </p:nvCxnSpPr>
        <p:spPr>
          <a:xfrm rot="5400000" flipH="1">
            <a:off x="7245095" y="4748548"/>
            <a:ext cx="195432"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72" name="Прямая соединительная линия 171">
            <a:extLst>
              <a:ext uri="{FF2B5EF4-FFF2-40B4-BE49-F238E27FC236}">
                <a16:creationId xmlns:a16="http://schemas.microsoft.com/office/drawing/2014/main" id="{338AB0D7-D51C-01A5-FC28-9876D73F81BA}"/>
              </a:ext>
            </a:extLst>
          </p:cNvPr>
          <p:cNvCxnSpPr>
            <a:cxnSpLocks/>
          </p:cNvCxnSpPr>
          <p:nvPr/>
        </p:nvCxnSpPr>
        <p:spPr>
          <a:xfrm flipH="1">
            <a:off x="7342811" y="4650832"/>
            <a:ext cx="3431401" cy="0"/>
          </a:xfrm>
          <a:prstGeom prst="line">
            <a:avLst/>
          </a:prstGeom>
          <a:ln w="12700">
            <a:solidFill>
              <a:schemeClr val="accent6"/>
            </a:solidFill>
            <a:headE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Прямая со стрелкой 172">
            <a:extLst>
              <a:ext uri="{FF2B5EF4-FFF2-40B4-BE49-F238E27FC236}">
                <a16:creationId xmlns:a16="http://schemas.microsoft.com/office/drawing/2014/main" id="{0F8D52AA-293B-24E2-10F9-731CB6A99F3F}"/>
              </a:ext>
            </a:extLst>
          </p:cNvPr>
          <p:cNvCxnSpPr>
            <a:cxnSpLocks/>
          </p:cNvCxnSpPr>
          <p:nvPr/>
        </p:nvCxnSpPr>
        <p:spPr>
          <a:xfrm flipV="1">
            <a:off x="7690181" y="4533086"/>
            <a:ext cx="0" cy="114871"/>
          </a:xfrm>
          <a:prstGeom prst="straightConnector1">
            <a:avLst/>
          </a:prstGeom>
          <a:ln w="127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Прямая со стрелкой 173">
            <a:extLst>
              <a:ext uri="{FF2B5EF4-FFF2-40B4-BE49-F238E27FC236}">
                <a16:creationId xmlns:a16="http://schemas.microsoft.com/office/drawing/2014/main" id="{50C20B31-FC6D-CA12-8EDF-623B944CCDF8}"/>
              </a:ext>
            </a:extLst>
          </p:cNvPr>
          <p:cNvCxnSpPr>
            <a:cxnSpLocks/>
          </p:cNvCxnSpPr>
          <p:nvPr/>
        </p:nvCxnSpPr>
        <p:spPr>
          <a:xfrm rot="5400000" flipH="1">
            <a:off x="8960796" y="4748548"/>
            <a:ext cx="195432"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75" name="Прямая со стрелкой 174">
            <a:extLst>
              <a:ext uri="{FF2B5EF4-FFF2-40B4-BE49-F238E27FC236}">
                <a16:creationId xmlns:a16="http://schemas.microsoft.com/office/drawing/2014/main" id="{A5EA6A44-5A86-F6BA-A232-002B6691BB91}"/>
              </a:ext>
            </a:extLst>
          </p:cNvPr>
          <p:cNvCxnSpPr>
            <a:cxnSpLocks/>
          </p:cNvCxnSpPr>
          <p:nvPr/>
        </p:nvCxnSpPr>
        <p:spPr>
          <a:xfrm flipV="1">
            <a:off x="10429172" y="4533086"/>
            <a:ext cx="0" cy="114871"/>
          </a:xfrm>
          <a:prstGeom prst="straightConnector1">
            <a:avLst/>
          </a:prstGeom>
          <a:ln w="127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Нижний колонтитул 1">
            <a:extLst>
              <a:ext uri="{FF2B5EF4-FFF2-40B4-BE49-F238E27FC236}">
                <a16:creationId xmlns:a16="http://schemas.microsoft.com/office/drawing/2014/main" id="{095663C0-1EE7-65F4-1033-1F4A65EAA088}"/>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40945549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5" name="Прямая со стрелкой 54">
            <a:extLst>
              <a:ext uri="{FF2B5EF4-FFF2-40B4-BE49-F238E27FC236}">
                <a16:creationId xmlns:a16="http://schemas.microsoft.com/office/drawing/2014/main" id="{190DA1D3-7AD2-DDD1-9AED-5F5081EB47E6}"/>
              </a:ext>
            </a:extLst>
          </p:cNvPr>
          <p:cNvCxnSpPr>
            <a:cxnSpLocks/>
          </p:cNvCxnSpPr>
          <p:nvPr/>
        </p:nvCxnSpPr>
        <p:spPr>
          <a:xfrm flipH="1">
            <a:off x="1249308" y="2608262"/>
            <a:ext cx="7422252" cy="0"/>
          </a:xfrm>
          <a:prstGeom prst="straightConnector1">
            <a:avLst/>
          </a:prstGeom>
          <a:ln w="12700">
            <a:solidFill>
              <a:schemeClr val="accent6"/>
            </a:solidFill>
            <a:prstDash val="dash"/>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a:extLst>
              <a:ext uri="{FF2B5EF4-FFF2-40B4-BE49-F238E27FC236}">
                <a16:creationId xmlns:a16="http://schemas.microsoft.com/office/drawing/2014/main" id="{77C7EDDB-BBD4-0D20-98E7-83247E12BE8E}"/>
              </a:ext>
            </a:extLst>
          </p:cNvPr>
          <p:cNvCxnSpPr>
            <a:cxnSpLocks/>
          </p:cNvCxnSpPr>
          <p:nvPr/>
        </p:nvCxnSpPr>
        <p:spPr>
          <a:xfrm flipH="1">
            <a:off x="1650642" y="4106830"/>
            <a:ext cx="2334511" cy="0"/>
          </a:xfrm>
          <a:prstGeom prst="straightConnector1">
            <a:avLst/>
          </a:prstGeom>
          <a:ln w="12700">
            <a:solidFill>
              <a:schemeClr val="accent6"/>
            </a:solidFill>
            <a:prstDash val="dash"/>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54A8ED5E-C24B-0CE1-CF76-58511FA38120}"/>
              </a:ext>
            </a:extLst>
          </p:cNvPr>
          <p:cNvSpPr>
            <a:spLocks noGrp="1"/>
          </p:cNvSpPr>
          <p:nvPr>
            <p:ph type="sldNum" sz="quarter" idx="12"/>
          </p:nvPr>
        </p:nvSpPr>
        <p:spPr/>
        <p:txBody>
          <a:bodyPr/>
          <a:lstStyle/>
          <a:p>
            <a:fld id="{EB5249F5-0093-48B0-B996-C4E44A87EAFB}" type="slidenum">
              <a:rPr lang="ru-RU" smtClean="0"/>
              <a:pPr/>
              <a:t>60</a:t>
            </a:fld>
            <a:endParaRPr lang="ru-RU"/>
          </a:p>
        </p:txBody>
      </p:sp>
      <p:sp>
        <p:nvSpPr>
          <p:cNvPr id="4" name="Заголовок 3">
            <a:extLst>
              <a:ext uri="{FF2B5EF4-FFF2-40B4-BE49-F238E27FC236}">
                <a16:creationId xmlns:a16="http://schemas.microsoft.com/office/drawing/2014/main" id="{75A9995B-211B-F328-1F0F-0E93B5C2BF07}"/>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cxnSp>
        <p:nvCxnSpPr>
          <p:cNvPr id="11" name="Прямая со стрелкой 10">
            <a:extLst>
              <a:ext uri="{FF2B5EF4-FFF2-40B4-BE49-F238E27FC236}">
                <a16:creationId xmlns:a16="http://schemas.microsoft.com/office/drawing/2014/main" id="{81C67CCE-E150-11C9-9EE6-DDAEC5BE34A0}"/>
              </a:ext>
            </a:extLst>
          </p:cNvPr>
          <p:cNvCxnSpPr>
            <a:cxnSpLocks/>
          </p:cNvCxnSpPr>
          <p:nvPr/>
        </p:nvCxnSpPr>
        <p:spPr>
          <a:xfrm flipH="1">
            <a:off x="1644021" y="5605399"/>
            <a:ext cx="9284058" cy="0"/>
          </a:xfrm>
          <a:prstGeom prst="straightConnector1">
            <a:avLst/>
          </a:prstGeom>
          <a:ln w="12700">
            <a:solidFill>
              <a:schemeClr val="accent1"/>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12" name="Овал 11">
            <a:extLst>
              <a:ext uri="{FF2B5EF4-FFF2-40B4-BE49-F238E27FC236}">
                <a16:creationId xmlns:a16="http://schemas.microsoft.com/office/drawing/2014/main" id="{22D10A5C-C2F8-8B3D-CC5E-CEAC064B153E}"/>
              </a:ext>
            </a:extLst>
          </p:cNvPr>
          <p:cNvSpPr/>
          <p:nvPr/>
        </p:nvSpPr>
        <p:spPr>
          <a:xfrm>
            <a:off x="1249309" y="5408043"/>
            <a:ext cx="394712" cy="3947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01</a:t>
            </a:r>
          </a:p>
        </p:txBody>
      </p:sp>
      <p:sp>
        <p:nvSpPr>
          <p:cNvPr id="13" name="Овал 12">
            <a:extLst>
              <a:ext uri="{FF2B5EF4-FFF2-40B4-BE49-F238E27FC236}">
                <a16:creationId xmlns:a16="http://schemas.microsoft.com/office/drawing/2014/main" id="{A2E8DB0D-FA42-7E4A-6906-C0F4B8DAEAA6}"/>
              </a:ext>
            </a:extLst>
          </p:cNvPr>
          <p:cNvSpPr/>
          <p:nvPr/>
        </p:nvSpPr>
        <p:spPr>
          <a:xfrm>
            <a:off x="3977162" y="5408042"/>
            <a:ext cx="394712" cy="40423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02</a:t>
            </a:r>
          </a:p>
        </p:txBody>
      </p:sp>
      <p:sp>
        <p:nvSpPr>
          <p:cNvPr id="15" name="Овал 14">
            <a:extLst>
              <a:ext uri="{FF2B5EF4-FFF2-40B4-BE49-F238E27FC236}">
                <a16:creationId xmlns:a16="http://schemas.microsoft.com/office/drawing/2014/main" id="{8D2E6F7D-E389-0F0E-D7B1-70A20892C8EA}"/>
              </a:ext>
            </a:extLst>
          </p:cNvPr>
          <p:cNvSpPr/>
          <p:nvPr/>
        </p:nvSpPr>
        <p:spPr>
          <a:xfrm>
            <a:off x="9432869" y="5408043"/>
            <a:ext cx="394712" cy="3947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04</a:t>
            </a:r>
          </a:p>
        </p:txBody>
      </p:sp>
      <p:sp>
        <p:nvSpPr>
          <p:cNvPr id="16" name="Овал 15">
            <a:extLst>
              <a:ext uri="{FF2B5EF4-FFF2-40B4-BE49-F238E27FC236}">
                <a16:creationId xmlns:a16="http://schemas.microsoft.com/office/drawing/2014/main" id="{0016B91B-D8C8-3B76-7019-F257CE6EE313}"/>
              </a:ext>
            </a:extLst>
          </p:cNvPr>
          <p:cNvSpPr/>
          <p:nvPr/>
        </p:nvSpPr>
        <p:spPr>
          <a:xfrm>
            <a:off x="6705015" y="5408043"/>
            <a:ext cx="394712" cy="3947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03</a:t>
            </a:r>
          </a:p>
        </p:txBody>
      </p:sp>
      <p:sp>
        <p:nvSpPr>
          <p:cNvPr id="24" name="TextBox 23">
            <a:extLst>
              <a:ext uri="{FF2B5EF4-FFF2-40B4-BE49-F238E27FC236}">
                <a16:creationId xmlns:a16="http://schemas.microsoft.com/office/drawing/2014/main" id="{37C65F5F-2B6C-3D8A-61E1-8AAAC1CFC61C}"/>
              </a:ext>
            </a:extLst>
          </p:cNvPr>
          <p:cNvSpPr txBox="1"/>
          <p:nvPr/>
        </p:nvSpPr>
        <p:spPr>
          <a:xfrm>
            <a:off x="1249308" y="5880369"/>
            <a:ext cx="1811606" cy="430887"/>
          </a:xfrm>
          <a:prstGeom prst="rect">
            <a:avLst/>
          </a:prstGeom>
          <a:noFill/>
        </p:spPr>
        <p:txBody>
          <a:bodyPr wrap="square" lIns="0" tIns="0" rIns="0" bIns="0" rtlCol="0">
            <a:spAutoFit/>
          </a:bodyPr>
          <a:lstStyle/>
          <a:p>
            <a:pPr marL="0" lvl="6">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25" name="TextBox 24">
            <a:extLst>
              <a:ext uri="{FF2B5EF4-FFF2-40B4-BE49-F238E27FC236}">
                <a16:creationId xmlns:a16="http://schemas.microsoft.com/office/drawing/2014/main" id="{597FEE05-2455-BB00-903E-71D1F6C38D4A}"/>
              </a:ext>
            </a:extLst>
          </p:cNvPr>
          <p:cNvSpPr txBox="1"/>
          <p:nvPr/>
        </p:nvSpPr>
        <p:spPr>
          <a:xfrm>
            <a:off x="3976632" y="5880369"/>
            <a:ext cx="1811606" cy="430887"/>
          </a:xfrm>
          <a:prstGeom prst="rect">
            <a:avLst/>
          </a:prstGeom>
          <a:noFill/>
        </p:spPr>
        <p:txBody>
          <a:bodyPr wrap="square" lIns="0" tIns="0" rIns="0" bIns="0" rtlCol="0">
            <a:spAutoFit/>
          </a:bodyPr>
          <a:lstStyle/>
          <a:p>
            <a:pPr marL="0" lvl="6">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26" name="TextBox 25">
            <a:extLst>
              <a:ext uri="{FF2B5EF4-FFF2-40B4-BE49-F238E27FC236}">
                <a16:creationId xmlns:a16="http://schemas.microsoft.com/office/drawing/2014/main" id="{28C0E4BF-0C63-A553-022D-9C2B9214007D}"/>
              </a:ext>
            </a:extLst>
          </p:cNvPr>
          <p:cNvSpPr txBox="1"/>
          <p:nvPr/>
        </p:nvSpPr>
        <p:spPr>
          <a:xfrm>
            <a:off x="6703956" y="5880369"/>
            <a:ext cx="1811606" cy="430887"/>
          </a:xfrm>
          <a:prstGeom prst="rect">
            <a:avLst/>
          </a:prstGeom>
          <a:noFill/>
        </p:spPr>
        <p:txBody>
          <a:bodyPr wrap="square" lIns="0" tIns="0" rIns="0" bIns="0" rtlCol="0">
            <a:spAutoFit/>
          </a:bodyPr>
          <a:lstStyle/>
          <a:p>
            <a:pPr marL="0" lvl="6">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27" name="TextBox 26">
            <a:extLst>
              <a:ext uri="{FF2B5EF4-FFF2-40B4-BE49-F238E27FC236}">
                <a16:creationId xmlns:a16="http://schemas.microsoft.com/office/drawing/2014/main" id="{082EA396-EDE8-8545-9573-AFEF53F811EE}"/>
              </a:ext>
            </a:extLst>
          </p:cNvPr>
          <p:cNvSpPr txBox="1"/>
          <p:nvPr/>
        </p:nvSpPr>
        <p:spPr>
          <a:xfrm>
            <a:off x="9431280" y="5880369"/>
            <a:ext cx="1811606" cy="430887"/>
          </a:xfrm>
          <a:prstGeom prst="rect">
            <a:avLst/>
          </a:prstGeom>
          <a:noFill/>
        </p:spPr>
        <p:txBody>
          <a:bodyPr wrap="square" lIns="0" tIns="0" rIns="0" bIns="0" rtlCol="0">
            <a:spAutoFit/>
          </a:bodyPr>
          <a:lstStyle/>
          <a:p>
            <a:pPr marL="0" lvl="6">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31" name="Дуга 30">
            <a:extLst>
              <a:ext uri="{FF2B5EF4-FFF2-40B4-BE49-F238E27FC236}">
                <a16:creationId xmlns:a16="http://schemas.microsoft.com/office/drawing/2014/main" id="{596F4FB9-5FD6-C2FA-862D-42432A0BCE89}"/>
              </a:ext>
            </a:extLst>
          </p:cNvPr>
          <p:cNvSpPr/>
          <p:nvPr/>
        </p:nvSpPr>
        <p:spPr>
          <a:xfrm>
            <a:off x="10305509" y="4106830"/>
            <a:ext cx="1245141" cy="1498569"/>
          </a:xfrm>
          <a:prstGeom prst="arc">
            <a:avLst>
              <a:gd name="adj1" fmla="val 16200000"/>
              <a:gd name="adj2" fmla="val 5445004"/>
            </a:avLst>
          </a:prstGeom>
          <a:ln w="12700">
            <a:solidFill>
              <a:schemeClr val="accent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cxnSp>
        <p:nvCxnSpPr>
          <p:cNvPr id="33" name="Прямая со стрелкой 32">
            <a:extLst>
              <a:ext uri="{FF2B5EF4-FFF2-40B4-BE49-F238E27FC236}">
                <a16:creationId xmlns:a16="http://schemas.microsoft.com/office/drawing/2014/main" id="{04A7C14E-2642-50B5-421D-AD28696E0A1E}"/>
              </a:ext>
            </a:extLst>
          </p:cNvPr>
          <p:cNvCxnSpPr>
            <a:cxnSpLocks/>
          </p:cNvCxnSpPr>
          <p:nvPr/>
        </p:nvCxnSpPr>
        <p:spPr>
          <a:xfrm flipH="1">
            <a:off x="4371874" y="4106830"/>
            <a:ext cx="6556205" cy="0"/>
          </a:xfrm>
          <a:prstGeom prst="straightConnector1">
            <a:avLst/>
          </a:prstGeom>
          <a:ln w="12700">
            <a:solidFill>
              <a:schemeClr val="accent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34" name="Овал 33">
            <a:extLst>
              <a:ext uri="{FF2B5EF4-FFF2-40B4-BE49-F238E27FC236}">
                <a16:creationId xmlns:a16="http://schemas.microsoft.com/office/drawing/2014/main" id="{B57653E9-01FF-49FB-48BF-35B45E6BC3AD}"/>
              </a:ext>
            </a:extLst>
          </p:cNvPr>
          <p:cNvSpPr/>
          <p:nvPr/>
        </p:nvSpPr>
        <p:spPr>
          <a:xfrm>
            <a:off x="3977162" y="3906990"/>
            <a:ext cx="394712" cy="40423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07</a:t>
            </a:r>
          </a:p>
        </p:txBody>
      </p:sp>
      <p:sp>
        <p:nvSpPr>
          <p:cNvPr id="35" name="Овал 34">
            <a:extLst>
              <a:ext uri="{FF2B5EF4-FFF2-40B4-BE49-F238E27FC236}">
                <a16:creationId xmlns:a16="http://schemas.microsoft.com/office/drawing/2014/main" id="{774B6573-C30B-1A1A-3F9E-4C51EA0798CE}"/>
              </a:ext>
            </a:extLst>
          </p:cNvPr>
          <p:cNvSpPr/>
          <p:nvPr/>
        </p:nvSpPr>
        <p:spPr>
          <a:xfrm>
            <a:off x="9432869" y="3906991"/>
            <a:ext cx="394712" cy="3947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05</a:t>
            </a:r>
          </a:p>
        </p:txBody>
      </p:sp>
      <p:sp>
        <p:nvSpPr>
          <p:cNvPr id="36" name="Овал 35">
            <a:extLst>
              <a:ext uri="{FF2B5EF4-FFF2-40B4-BE49-F238E27FC236}">
                <a16:creationId xmlns:a16="http://schemas.microsoft.com/office/drawing/2014/main" id="{870312B2-40A5-7BDB-8467-9D638F272B2D}"/>
              </a:ext>
            </a:extLst>
          </p:cNvPr>
          <p:cNvSpPr/>
          <p:nvPr/>
        </p:nvSpPr>
        <p:spPr>
          <a:xfrm>
            <a:off x="6705015" y="3906991"/>
            <a:ext cx="394712" cy="3947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06</a:t>
            </a:r>
          </a:p>
        </p:txBody>
      </p:sp>
      <p:sp>
        <p:nvSpPr>
          <p:cNvPr id="37" name="TextBox 36">
            <a:extLst>
              <a:ext uri="{FF2B5EF4-FFF2-40B4-BE49-F238E27FC236}">
                <a16:creationId xmlns:a16="http://schemas.microsoft.com/office/drawing/2014/main" id="{FA68B6B3-E927-DC3F-5593-B90E4DB88029}"/>
              </a:ext>
            </a:extLst>
          </p:cNvPr>
          <p:cNvSpPr txBox="1"/>
          <p:nvPr/>
        </p:nvSpPr>
        <p:spPr>
          <a:xfrm>
            <a:off x="3976632" y="4379317"/>
            <a:ext cx="1811606" cy="430887"/>
          </a:xfrm>
          <a:prstGeom prst="rect">
            <a:avLst/>
          </a:prstGeom>
          <a:noFill/>
        </p:spPr>
        <p:txBody>
          <a:bodyPr wrap="square" lIns="0" tIns="0" rIns="0" bIns="0" rtlCol="0">
            <a:spAutoFit/>
          </a:bodyPr>
          <a:lstStyle/>
          <a:p>
            <a:pPr marL="0" lvl="6">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38" name="TextBox 37">
            <a:extLst>
              <a:ext uri="{FF2B5EF4-FFF2-40B4-BE49-F238E27FC236}">
                <a16:creationId xmlns:a16="http://schemas.microsoft.com/office/drawing/2014/main" id="{12AD61C5-4861-6C7E-4131-8E970463C0DA}"/>
              </a:ext>
            </a:extLst>
          </p:cNvPr>
          <p:cNvSpPr txBox="1"/>
          <p:nvPr/>
        </p:nvSpPr>
        <p:spPr>
          <a:xfrm>
            <a:off x="6703956" y="4379317"/>
            <a:ext cx="1811606" cy="430887"/>
          </a:xfrm>
          <a:prstGeom prst="rect">
            <a:avLst/>
          </a:prstGeom>
          <a:noFill/>
        </p:spPr>
        <p:txBody>
          <a:bodyPr wrap="square" lIns="0" tIns="0" rIns="0" bIns="0" rtlCol="0">
            <a:spAutoFit/>
          </a:bodyPr>
          <a:lstStyle/>
          <a:p>
            <a:pPr marL="0" lvl="6">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39" name="TextBox 38">
            <a:extLst>
              <a:ext uri="{FF2B5EF4-FFF2-40B4-BE49-F238E27FC236}">
                <a16:creationId xmlns:a16="http://schemas.microsoft.com/office/drawing/2014/main" id="{EE985D67-31F7-EEC1-42FE-276B2723BEAB}"/>
              </a:ext>
            </a:extLst>
          </p:cNvPr>
          <p:cNvSpPr txBox="1"/>
          <p:nvPr/>
        </p:nvSpPr>
        <p:spPr>
          <a:xfrm>
            <a:off x="9431280" y="4379317"/>
            <a:ext cx="1811606" cy="430887"/>
          </a:xfrm>
          <a:prstGeom prst="rect">
            <a:avLst/>
          </a:prstGeom>
          <a:noFill/>
        </p:spPr>
        <p:txBody>
          <a:bodyPr wrap="square" lIns="0" tIns="0" rIns="0" bIns="0" rtlCol="0">
            <a:spAutoFit/>
          </a:bodyPr>
          <a:lstStyle/>
          <a:p>
            <a:pPr marL="0" lvl="6">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41" name="Овал 40">
            <a:extLst>
              <a:ext uri="{FF2B5EF4-FFF2-40B4-BE49-F238E27FC236}">
                <a16:creationId xmlns:a16="http://schemas.microsoft.com/office/drawing/2014/main" id="{985C39D6-EF30-0A3A-0A39-70DE4A178BAC}"/>
              </a:ext>
            </a:extLst>
          </p:cNvPr>
          <p:cNvSpPr/>
          <p:nvPr/>
        </p:nvSpPr>
        <p:spPr>
          <a:xfrm>
            <a:off x="1263921" y="3906990"/>
            <a:ext cx="394712" cy="40423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08</a:t>
            </a:r>
          </a:p>
        </p:txBody>
      </p:sp>
      <p:sp>
        <p:nvSpPr>
          <p:cNvPr id="44" name="Дуга 43">
            <a:extLst>
              <a:ext uri="{FF2B5EF4-FFF2-40B4-BE49-F238E27FC236}">
                <a16:creationId xmlns:a16="http://schemas.microsoft.com/office/drawing/2014/main" id="{B6ACA0E1-02E4-87D9-E3D4-96ECF8EB6840}"/>
              </a:ext>
            </a:extLst>
          </p:cNvPr>
          <p:cNvSpPr/>
          <p:nvPr/>
        </p:nvSpPr>
        <p:spPr>
          <a:xfrm flipH="1">
            <a:off x="648840" y="2608263"/>
            <a:ext cx="1245141" cy="1496086"/>
          </a:xfrm>
          <a:prstGeom prst="arc">
            <a:avLst>
              <a:gd name="adj1" fmla="val 16200000"/>
              <a:gd name="adj2" fmla="val 5386736"/>
            </a:avLst>
          </a:prstGeom>
          <a:ln w="12700">
            <a:solidFill>
              <a:schemeClr val="accent6"/>
            </a:solidFill>
            <a:prstDash val="dash"/>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48" name="TextBox 47">
            <a:extLst>
              <a:ext uri="{FF2B5EF4-FFF2-40B4-BE49-F238E27FC236}">
                <a16:creationId xmlns:a16="http://schemas.microsoft.com/office/drawing/2014/main" id="{2F39DA26-72ED-9B99-6E7D-74DF1E31002D}"/>
              </a:ext>
            </a:extLst>
          </p:cNvPr>
          <p:cNvSpPr txBox="1"/>
          <p:nvPr/>
        </p:nvSpPr>
        <p:spPr>
          <a:xfrm>
            <a:off x="1263921" y="4379317"/>
            <a:ext cx="1811606" cy="430887"/>
          </a:xfrm>
          <a:prstGeom prst="rect">
            <a:avLst/>
          </a:prstGeom>
          <a:noFill/>
        </p:spPr>
        <p:txBody>
          <a:bodyPr wrap="square" lIns="0" tIns="0" rIns="0" bIns="0" rtlCol="0">
            <a:spAutoFit/>
          </a:bodyPr>
          <a:lstStyle/>
          <a:p>
            <a:pPr marL="0" lvl="6">
              <a:spcAft>
                <a:spcPts val="422"/>
              </a:spcAft>
              <a:defRPr/>
            </a:pPr>
            <a:r>
              <a:rPr lang="ru-RU" sz="1400">
                <a:solidFill>
                  <a:schemeClr val="accent6"/>
                </a:solidFill>
                <a:latin typeface="Arial"/>
              </a:rPr>
              <a:t>Кратко сформулируй </a:t>
            </a:r>
            <a:br>
              <a:rPr lang="ru-RU" sz="1400">
                <a:solidFill>
                  <a:schemeClr val="accent6"/>
                </a:solidFill>
                <a:latin typeface="Arial"/>
              </a:rPr>
            </a:br>
            <a:r>
              <a:rPr lang="ru-RU" sz="1400">
                <a:solidFill>
                  <a:schemeClr val="accent6"/>
                </a:solidFill>
                <a:latin typeface="Arial"/>
              </a:rPr>
              <a:t>свою мысль</a:t>
            </a:r>
          </a:p>
        </p:txBody>
      </p:sp>
      <p:sp>
        <p:nvSpPr>
          <p:cNvPr id="49" name="Овал 48">
            <a:extLst>
              <a:ext uri="{FF2B5EF4-FFF2-40B4-BE49-F238E27FC236}">
                <a16:creationId xmlns:a16="http://schemas.microsoft.com/office/drawing/2014/main" id="{FF2C1E11-204B-8038-43E7-CAC2F64114DD}"/>
              </a:ext>
            </a:extLst>
          </p:cNvPr>
          <p:cNvSpPr/>
          <p:nvPr/>
        </p:nvSpPr>
        <p:spPr>
          <a:xfrm>
            <a:off x="3977162" y="2405160"/>
            <a:ext cx="394712" cy="40423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10</a:t>
            </a:r>
          </a:p>
        </p:txBody>
      </p:sp>
      <p:sp>
        <p:nvSpPr>
          <p:cNvPr id="50" name="Овал 49">
            <a:extLst>
              <a:ext uri="{FF2B5EF4-FFF2-40B4-BE49-F238E27FC236}">
                <a16:creationId xmlns:a16="http://schemas.microsoft.com/office/drawing/2014/main" id="{7016A5E5-164B-6A57-BC92-9DEC554FAC04}"/>
              </a:ext>
            </a:extLst>
          </p:cNvPr>
          <p:cNvSpPr/>
          <p:nvPr/>
        </p:nvSpPr>
        <p:spPr>
          <a:xfrm>
            <a:off x="6705015" y="2405161"/>
            <a:ext cx="394712" cy="39471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11</a:t>
            </a:r>
          </a:p>
        </p:txBody>
      </p:sp>
      <p:sp>
        <p:nvSpPr>
          <p:cNvPr id="51" name="TextBox 50">
            <a:extLst>
              <a:ext uri="{FF2B5EF4-FFF2-40B4-BE49-F238E27FC236}">
                <a16:creationId xmlns:a16="http://schemas.microsoft.com/office/drawing/2014/main" id="{C358AF63-10D6-E624-1B4A-256EB6F33055}"/>
              </a:ext>
            </a:extLst>
          </p:cNvPr>
          <p:cNvSpPr txBox="1"/>
          <p:nvPr/>
        </p:nvSpPr>
        <p:spPr>
          <a:xfrm>
            <a:off x="3976632" y="2877487"/>
            <a:ext cx="1811606" cy="430887"/>
          </a:xfrm>
          <a:prstGeom prst="rect">
            <a:avLst/>
          </a:prstGeom>
          <a:noFill/>
        </p:spPr>
        <p:txBody>
          <a:bodyPr wrap="square" lIns="0" tIns="0" rIns="0" bIns="0" rtlCol="0">
            <a:spAutoFit/>
          </a:bodyPr>
          <a:lstStyle/>
          <a:p>
            <a:pPr marL="0" lvl="6">
              <a:spcAft>
                <a:spcPts val="422"/>
              </a:spcAft>
              <a:defRPr/>
            </a:pPr>
            <a:r>
              <a:rPr lang="ru-RU" sz="1400">
                <a:solidFill>
                  <a:schemeClr val="accent6"/>
                </a:solidFill>
                <a:latin typeface="Arial"/>
              </a:rPr>
              <a:t>Кратко сформулируй </a:t>
            </a:r>
            <a:br>
              <a:rPr lang="ru-RU" sz="1400">
                <a:solidFill>
                  <a:schemeClr val="accent6"/>
                </a:solidFill>
                <a:latin typeface="Arial"/>
              </a:rPr>
            </a:br>
            <a:r>
              <a:rPr lang="ru-RU" sz="1400">
                <a:solidFill>
                  <a:schemeClr val="accent6"/>
                </a:solidFill>
                <a:latin typeface="Arial"/>
              </a:rPr>
              <a:t>свою мысль</a:t>
            </a:r>
          </a:p>
        </p:txBody>
      </p:sp>
      <p:sp>
        <p:nvSpPr>
          <p:cNvPr id="52" name="TextBox 51">
            <a:extLst>
              <a:ext uri="{FF2B5EF4-FFF2-40B4-BE49-F238E27FC236}">
                <a16:creationId xmlns:a16="http://schemas.microsoft.com/office/drawing/2014/main" id="{4A774AF1-5EBB-1677-75D2-75C06183F70D}"/>
              </a:ext>
            </a:extLst>
          </p:cNvPr>
          <p:cNvSpPr txBox="1"/>
          <p:nvPr/>
        </p:nvSpPr>
        <p:spPr>
          <a:xfrm>
            <a:off x="6703956" y="2877487"/>
            <a:ext cx="1811606" cy="430887"/>
          </a:xfrm>
          <a:prstGeom prst="rect">
            <a:avLst/>
          </a:prstGeom>
          <a:noFill/>
        </p:spPr>
        <p:txBody>
          <a:bodyPr wrap="square" lIns="0" tIns="0" rIns="0" bIns="0" rtlCol="0">
            <a:spAutoFit/>
          </a:bodyPr>
          <a:lstStyle/>
          <a:p>
            <a:pPr marL="0" lvl="6">
              <a:spcAft>
                <a:spcPts val="422"/>
              </a:spcAft>
              <a:defRPr/>
            </a:pPr>
            <a:r>
              <a:rPr lang="ru-RU" sz="1400">
                <a:solidFill>
                  <a:schemeClr val="accent6"/>
                </a:solidFill>
                <a:latin typeface="Arial"/>
              </a:rPr>
              <a:t>Кратко сформулируй </a:t>
            </a:r>
            <a:br>
              <a:rPr lang="ru-RU" sz="1400">
                <a:solidFill>
                  <a:schemeClr val="accent6"/>
                </a:solidFill>
                <a:latin typeface="Arial"/>
              </a:rPr>
            </a:br>
            <a:r>
              <a:rPr lang="ru-RU" sz="1400">
                <a:solidFill>
                  <a:schemeClr val="accent6"/>
                </a:solidFill>
                <a:latin typeface="Arial"/>
              </a:rPr>
              <a:t>свою мысль</a:t>
            </a:r>
          </a:p>
        </p:txBody>
      </p:sp>
      <p:sp>
        <p:nvSpPr>
          <p:cNvPr id="53" name="Овал 52">
            <a:extLst>
              <a:ext uri="{FF2B5EF4-FFF2-40B4-BE49-F238E27FC236}">
                <a16:creationId xmlns:a16="http://schemas.microsoft.com/office/drawing/2014/main" id="{EFE82ABA-B1D0-1514-B56F-33718EF9536F}"/>
              </a:ext>
            </a:extLst>
          </p:cNvPr>
          <p:cNvSpPr/>
          <p:nvPr/>
        </p:nvSpPr>
        <p:spPr>
          <a:xfrm>
            <a:off x="1263921" y="2405160"/>
            <a:ext cx="394712" cy="40423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09</a:t>
            </a:r>
          </a:p>
        </p:txBody>
      </p:sp>
      <p:sp>
        <p:nvSpPr>
          <p:cNvPr id="54" name="TextBox 53">
            <a:extLst>
              <a:ext uri="{FF2B5EF4-FFF2-40B4-BE49-F238E27FC236}">
                <a16:creationId xmlns:a16="http://schemas.microsoft.com/office/drawing/2014/main" id="{F7E6FD86-635D-2A97-6B08-C4EADCF3034A}"/>
              </a:ext>
            </a:extLst>
          </p:cNvPr>
          <p:cNvSpPr txBox="1"/>
          <p:nvPr/>
        </p:nvSpPr>
        <p:spPr>
          <a:xfrm>
            <a:off x="1263921" y="2877487"/>
            <a:ext cx="1811606" cy="430887"/>
          </a:xfrm>
          <a:prstGeom prst="rect">
            <a:avLst/>
          </a:prstGeom>
          <a:noFill/>
        </p:spPr>
        <p:txBody>
          <a:bodyPr wrap="square" lIns="0" tIns="0" rIns="0" bIns="0" rtlCol="0">
            <a:spAutoFit/>
          </a:bodyPr>
          <a:lstStyle/>
          <a:p>
            <a:pPr marL="0" lvl="6">
              <a:spcAft>
                <a:spcPts val="422"/>
              </a:spcAft>
              <a:defRPr/>
            </a:pPr>
            <a:r>
              <a:rPr lang="ru-RU" sz="1400">
                <a:solidFill>
                  <a:schemeClr val="accent6"/>
                </a:solidFill>
                <a:latin typeface="Arial"/>
              </a:rPr>
              <a:t>Кратко сформулируй </a:t>
            </a:r>
            <a:br>
              <a:rPr lang="ru-RU" sz="1400">
                <a:solidFill>
                  <a:schemeClr val="accent6"/>
                </a:solidFill>
                <a:latin typeface="Arial"/>
              </a:rPr>
            </a:br>
            <a:r>
              <a:rPr lang="ru-RU" sz="1400">
                <a:solidFill>
                  <a:schemeClr val="accent6"/>
                </a:solidFill>
                <a:latin typeface="Arial"/>
              </a:rPr>
              <a:t>свою мысль</a:t>
            </a:r>
          </a:p>
        </p:txBody>
      </p:sp>
      <p:sp>
        <p:nvSpPr>
          <p:cNvPr id="2" name="Прямоугольник: скругленные углы 5">
            <a:extLst>
              <a:ext uri="{FF2B5EF4-FFF2-40B4-BE49-F238E27FC236}">
                <a16:creationId xmlns:a16="http://schemas.microsoft.com/office/drawing/2014/main" id="{7CA13B09-D2F2-9755-58E2-3ECB2383E871}"/>
              </a:ext>
            </a:extLst>
          </p:cNvPr>
          <p:cNvSpPr/>
          <p:nvPr/>
        </p:nvSpPr>
        <p:spPr>
          <a:xfrm>
            <a:off x="8686259" y="1701800"/>
            <a:ext cx="2879535" cy="1812926"/>
          </a:xfrm>
          <a:prstGeom prst="roundRect">
            <a:avLst>
              <a:gd name="adj" fmla="val 12754"/>
            </a:avLst>
          </a:prstGeom>
          <a:gradFill flip="none" rotWithShape="1">
            <a:gsLst>
              <a:gs pos="0">
                <a:schemeClr val="accent1"/>
              </a:gs>
              <a:gs pos="50000">
                <a:srgbClr val="4FAAFF"/>
              </a:gs>
              <a:gs pos="100000">
                <a:schemeClr val="accent3"/>
              </a:gs>
            </a:gsLst>
            <a:lin ang="18900000" scaled="1"/>
            <a:tileRect/>
          </a:gra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88">
                <a:solidFill>
                  <a:schemeClr val="bg1"/>
                </a:solidFill>
              </a:rPr>
              <a:t> </a:t>
            </a:r>
          </a:p>
        </p:txBody>
      </p:sp>
      <p:sp>
        <p:nvSpPr>
          <p:cNvPr id="5" name="Объект 1">
            <a:extLst>
              <a:ext uri="{FF2B5EF4-FFF2-40B4-BE49-F238E27FC236}">
                <a16:creationId xmlns:a16="http://schemas.microsoft.com/office/drawing/2014/main" id="{7ACC6C4A-835A-FA27-E96E-5BD948A04A17}"/>
              </a:ext>
            </a:extLst>
          </p:cNvPr>
          <p:cNvSpPr txBox="1">
            <a:spLocks/>
          </p:cNvSpPr>
          <p:nvPr/>
        </p:nvSpPr>
        <p:spPr>
          <a:xfrm>
            <a:off x="8921303" y="1908359"/>
            <a:ext cx="2492809" cy="139980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spcAft>
                <a:spcPts val="1800"/>
              </a:spcAft>
            </a:pPr>
            <a:r>
              <a:rPr lang="ru-RU" b="1">
                <a:solidFill>
                  <a:schemeClr val="bg1"/>
                </a:solidFill>
                <a:latin typeface="+mj-lt"/>
              </a:rPr>
              <a:t>12</a:t>
            </a:r>
          </a:p>
          <a:p>
            <a:r>
              <a:rPr lang="ru-RU">
                <a:solidFill>
                  <a:schemeClr val="bg1"/>
                </a:solidFill>
              </a:rPr>
              <a:t>Опиши в 3–4 строки, </a:t>
            </a:r>
            <a:br>
              <a:rPr lang="en-US">
                <a:solidFill>
                  <a:schemeClr val="bg1"/>
                </a:solidFill>
              </a:rPr>
            </a:br>
            <a:r>
              <a:rPr lang="ru-RU">
                <a:solidFill>
                  <a:schemeClr val="bg1"/>
                </a:solidFill>
              </a:rPr>
              <a:t>что будет происходить </a:t>
            </a:r>
            <a:br>
              <a:rPr lang="ru-RU">
                <a:solidFill>
                  <a:schemeClr val="bg1"/>
                </a:solidFill>
              </a:rPr>
            </a:br>
            <a:r>
              <a:rPr lang="ru-RU">
                <a:solidFill>
                  <a:schemeClr val="bg1"/>
                </a:solidFill>
              </a:rPr>
              <a:t>на этом этапе</a:t>
            </a:r>
          </a:p>
        </p:txBody>
      </p:sp>
      <p:pic>
        <p:nvPicPr>
          <p:cNvPr id="30" name="Рисунок 29">
            <a:extLst>
              <a:ext uri="{FF2B5EF4-FFF2-40B4-BE49-F238E27FC236}">
                <a16:creationId xmlns:a16="http://schemas.microsoft.com/office/drawing/2014/main" id="{AF620546-2B64-16BD-F955-73E6F07B85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77162" y="4914872"/>
            <a:ext cx="163204" cy="163204"/>
          </a:xfrm>
          <a:prstGeom prst="rect">
            <a:avLst/>
          </a:prstGeom>
        </p:spPr>
      </p:pic>
      <p:sp>
        <p:nvSpPr>
          <p:cNvPr id="40" name="TextBox 39">
            <a:extLst>
              <a:ext uri="{FF2B5EF4-FFF2-40B4-BE49-F238E27FC236}">
                <a16:creationId xmlns:a16="http://schemas.microsoft.com/office/drawing/2014/main" id="{EFF8B317-06B2-4576-02D9-C10B9E4AD1C9}"/>
              </a:ext>
            </a:extLst>
          </p:cNvPr>
          <p:cNvSpPr txBox="1"/>
          <p:nvPr/>
        </p:nvSpPr>
        <p:spPr>
          <a:xfrm>
            <a:off x="4228953" y="4904141"/>
            <a:ext cx="957410" cy="184666"/>
          </a:xfrm>
          <a:prstGeom prst="rect">
            <a:avLst/>
          </a:prstGeom>
          <a:noFill/>
        </p:spPr>
        <p:txBody>
          <a:bodyPr wrap="square" lIns="0" tIns="0" rIns="0" bIns="0" rtlCol="0">
            <a:spAutoFit/>
          </a:bodyPr>
          <a:lstStyle/>
          <a:p>
            <a:pPr marL="0" lvl="6">
              <a:spcAft>
                <a:spcPts val="422"/>
              </a:spcAft>
              <a:defRPr/>
            </a:pPr>
            <a:r>
              <a:rPr lang="ru-RU" sz="1200">
                <a:latin typeface="Arial"/>
              </a:rPr>
              <a:t>В процессе</a:t>
            </a:r>
          </a:p>
        </p:txBody>
      </p:sp>
      <p:sp>
        <p:nvSpPr>
          <p:cNvPr id="6" name="Нижний колонтитул 5">
            <a:extLst>
              <a:ext uri="{FF2B5EF4-FFF2-40B4-BE49-F238E27FC236}">
                <a16:creationId xmlns:a16="http://schemas.microsoft.com/office/drawing/2014/main" id="{28121B75-E7E3-E5E3-A64B-C92086A89944}"/>
              </a:ext>
            </a:extLst>
          </p:cNvPr>
          <p:cNvSpPr>
            <a:spLocks noGrp="1"/>
          </p:cNvSpPr>
          <p:nvPr>
            <p:ph type="ftr" sz="quarter" idx="11"/>
          </p:nvPr>
        </p:nvSpPr>
        <p:spPr/>
        <p:txBody>
          <a:bodyPr/>
          <a:lstStyle/>
          <a:p>
            <a:endParaRPr lang="ru-RU"/>
          </a:p>
        </p:txBody>
      </p:sp>
      <p:pic>
        <p:nvPicPr>
          <p:cNvPr id="10" name="Рисунок 9">
            <a:extLst>
              <a:ext uri="{FF2B5EF4-FFF2-40B4-BE49-F238E27FC236}">
                <a16:creationId xmlns:a16="http://schemas.microsoft.com/office/drawing/2014/main" id="{2B925215-DFEA-47C6-90C8-DB1CB09FDF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644763">
            <a:off x="10129480" y="1366649"/>
            <a:ext cx="851583" cy="851583"/>
          </a:xfrm>
          <a:prstGeom prst="rect">
            <a:avLst/>
          </a:prstGeom>
        </p:spPr>
      </p:pic>
      <p:pic>
        <p:nvPicPr>
          <p:cNvPr id="8" name="Рисунок 7">
            <a:extLst>
              <a:ext uri="{FF2B5EF4-FFF2-40B4-BE49-F238E27FC236}">
                <a16:creationId xmlns:a16="http://schemas.microsoft.com/office/drawing/2014/main" id="{E017FFA6-D54E-4ACB-B3DE-2ADEF25D0A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312307">
            <a:off x="10581912" y="1125841"/>
            <a:ext cx="1452208" cy="1452208"/>
          </a:xfrm>
          <a:prstGeom prst="rect">
            <a:avLst/>
          </a:prstGeom>
        </p:spPr>
      </p:pic>
    </p:spTree>
    <p:extLst>
      <p:ext uri="{BB962C8B-B14F-4D97-AF65-F5344CB8AC3E}">
        <p14:creationId xmlns:p14="http://schemas.microsoft.com/office/powerpoint/2010/main" val="26918606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Дуга 66">
            <a:extLst>
              <a:ext uri="{FF2B5EF4-FFF2-40B4-BE49-F238E27FC236}">
                <a16:creationId xmlns:a16="http://schemas.microsoft.com/office/drawing/2014/main" id="{4749DE71-F5C4-6795-CA0C-F14C8D143A5D}"/>
              </a:ext>
            </a:extLst>
          </p:cNvPr>
          <p:cNvSpPr/>
          <p:nvPr/>
        </p:nvSpPr>
        <p:spPr>
          <a:xfrm>
            <a:off x="10477065" y="1714607"/>
            <a:ext cx="1088730" cy="1314343"/>
          </a:xfrm>
          <a:prstGeom prst="arc">
            <a:avLst>
              <a:gd name="adj1" fmla="val 16200000"/>
              <a:gd name="adj2" fmla="val 5445004"/>
            </a:avLst>
          </a:prstGeom>
          <a:ln w="12700">
            <a:solidFill>
              <a:schemeClr val="accent6"/>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71" name="Дуга 70">
            <a:extLst>
              <a:ext uri="{FF2B5EF4-FFF2-40B4-BE49-F238E27FC236}">
                <a16:creationId xmlns:a16="http://schemas.microsoft.com/office/drawing/2014/main" id="{3C934D66-85FB-A876-D5CE-1C9F11655229}"/>
              </a:ext>
            </a:extLst>
          </p:cNvPr>
          <p:cNvSpPr/>
          <p:nvPr/>
        </p:nvSpPr>
        <p:spPr>
          <a:xfrm flipH="1">
            <a:off x="639762" y="3031597"/>
            <a:ext cx="1020052" cy="1314343"/>
          </a:xfrm>
          <a:prstGeom prst="arc">
            <a:avLst>
              <a:gd name="adj1" fmla="val 16200000"/>
              <a:gd name="adj2" fmla="val 5445004"/>
            </a:avLst>
          </a:prstGeom>
          <a:ln w="12700">
            <a:solidFill>
              <a:schemeClr val="accent6"/>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78" name="Дуга 77">
            <a:extLst>
              <a:ext uri="{FF2B5EF4-FFF2-40B4-BE49-F238E27FC236}">
                <a16:creationId xmlns:a16="http://schemas.microsoft.com/office/drawing/2014/main" id="{64EC446D-8375-A6E5-23FC-4621D72C517E}"/>
              </a:ext>
            </a:extLst>
          </p:cNvPr>
          <p:cNvSpPr/>
          <p:nvPr/>
        </p:nvSpPr>
        <p:spPr>
          <a:xfrm>
            <a:off x="10477065" y="4301054"/>
            <a:ext cx="1088730" cy="1314343"/>
          </a:xfrm>
          <a:prstGeom prst="arc">
            <a:avLst>
              <a:gd name="adj1" fmla="val 16200000"/>
              <a:gd name="adj2" fmla="val 5445004"/>
            </a:avLst>
          </a:prstGeom>
          <a:ln w="12700">
            <a:solidFill>
              <a:schemeClr val="accent6"/>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3" name="Номер слайда 2">
            <a:extLst>
              <a:ext uri="{FF2B5EF4-FFF2-40B4-BE49-F238E27FC236}">
                <a16:creationId xmlns:a16="http://schemas.microsoft.com/office/drawing/2014/main" id="{54A8ED5E-C24B-0CE1-CF76-58511FA38120}"/>
              </a:ext>
            </a:extLst>
          </p:cNvPr>
          <p:cNvSpPr>
            <a:spLocks noGrp="1"/>
          </p:cNvSpPr>
          <p:nvPr>
            <p:ph type="sldNum" sz="quarter" idx="12"/>
          </p:nvPr>
        </p:nvSpPr>
        <p:spPr/>
        <p:txBody>
          <a:bodyPr/>
          <a:lstStyle/>
          <a:p>
            <a:fld id="{EB5249F5-0093-48B0-B996-C4E44A87EAFB}" type="slidenum">
              <a:rPr lang="ru-RU" smtClean="0"/>
              <a:pPr/>
              <a:t>61</a:t>
            </a:fld>
            <a:endParaRPr lang="ru-RU"/>
          </a:p>
        </p:txBody>
      </p:sp>
      <p:sp>
        <p:nvSpPr>
          <p:cNvPr id="4" name="Заголовок 3">
            <a:extLst>
              <a:ext uri="{FF2B5EF4-FFF2-40B4-BE49-F238E27FC236}">
                <a16:creationId xmlns:a16="http://schemas.microsoft.com/office/drawing/2014/main" id="{75A9995B-211B-F328-1F0F-0E93B5C2BF07}"/>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6" name="Прямоугольник: скругленные углы 5">
            <a:extLst>
              <a:ext uri="{FF2B5EF4-FFF2-40B4-BE49-F238E27FC236}">
                <a16:creationId xmlns:a16="http://schemas.microsoft.com/office/drawing/2014/main" id="{E2D90B3E-0C26-E05E-4C3F-0BA3A611E5DB}"/>
              </a:ext>
            </a:extLst>
          </p:cNvPr>
          <p:cNvSpPr/>
          <p:nvPr/>
        </p:nvSpPr>
        <p:spPr>
          <a:xfrm>
            <a:off x="1034690" y="15929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января 2023</a:t>
            </a:r>
          </a:p>
        </p:txBody>
      </p:sp>
      <p:sp>
        <p:nvSpPr>
          <p:cNvPr id="45" name="TextBox 44">
            <a:extLst>
              <a:ext uri="{FF2B5EF4-FFF2-40B4-BE49-F238E27FC236}">
                <a16:creationId xmlns:a16="http://schemas.microsoft.com/office/drawing/2014/main" id="{E93F3314-8BF3-1463-26E3-6549C142FCED}"/>
              </a:ext>
            </a:extLst>
          </p:cNvPr>
          <p:cNvSpPr txBox="1"/>
          <p:nvPr/>
        </p:nvSpPr>
        <p:spPr>
          <a:xfrm>
            <a:off x="1006200" y="20072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7" name="Прямоугольник: скругленные углы 6">
            <a:extLst>
              <a:ext uri="{FF2B5EF4-FFF2-40B4-BE49-F238E27FC236}">
                <a16:creationId xmlns:a16="http://schemas.microsoft.com/office/drawing/2014/main" id="{F036802B-3F3D-E8B3-7DFC-72588D496642}"/>
              </a:ext>
            </a:extLst>
          </p:cNvPr>
          <p:cNvSpPr/>
          <p:nvPr/>
        </p:nvSpPr>
        <p:spPr>
          <a:xfrm>
            <a:off x="3801578" y="15929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февраля 2023</a:t>
            </a:r>
          </a:p>
        </p:txBody>
      </p:sp>
      <p:sp>
        <p:nvSpPr>
          <p:cNvPr id="58" name="TextBox 57">
            <a:extLst>
              <a:ext uri="{FF2B5EF4-FFF2-40B4-BE49-F238E27FC236}">
                <a16:creationId xmlns:a16="http://schemas.microsoft.com/office/drawing/2014/main" id="{DEDD2894-D783-F0CE-FD13-2FF768D56E25}"/>
              </a:ext>
            </a:extLst>
          </p:cNvPr>
          <p:cNvSpPr txBox="1"/>
          <p:nvPr/>
        </p:nvSpPr>
        <p:spPr>
          <a:xfrm>
            <a:off x="3773088" y="20072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8" name="Прямоугольник: скругленные углы 7">
            <a:extLst>
              <a:ext uri="{FF2B5EF4-FFF2-40B4-BE49-F238E27FC236}">
                <a16:creationId xmlns:a16="http://schemas.microsoft.com/office/drawing/2014/main" id="{43308430-A0EF-F601-D7C9-C71A668F7661}"/>
              </a:ext>
            </a:extLst>
          </p:cNvPr>
          <p:cNvSpPr/>
          <p:nvPr/>
        </p:nvSpPr>
        <p:spPr>
          <a:xfrm>
            <a:off x="6577429" y="15929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марта 2023</a:t>
            </a:r>
          </a:p>
        </p:txBody>
      </p:sp>
      <p:sp>
        <p:nvSpPr>
          <p:cNvPr id="59" name="TextBox 58">
            <a:extLst>
              <a:ext uri="{FF2B5EF4-FFF2-40B4-BE49-F238E27FC236}">
                <a16:creationId xmlns:a16="http://schemas.microsoft.com/office/drawing/2014/main" id="{008EE9FA-7811-465B-5FBC-88C8719C53E6}"/>
              </a:ext>
            </a:extLst>
          </p:cNvPr>
          <p:cNvSpPr txBox="1"/>
          <p:nvPr/>
        </p:nvSpPr>
        <p:spPr>
          <a:xfrm>
            <a:off x="6548939" y="20072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9" name="Прямоугольник: скругленные углы 8">
            <a:extLst>
              <a:ext uri="{FF2B5EF4-FFF2-40B4-BE49-F238E27FC236}">
                <a16:creationId xmlns:a16="http://schemas.microsoft.com/office/drawing/2014/main" id="{8E62137A-3FDD-CA4A-ADCA-57607705B0EF}"/>
              </a:ext>
            </a:extLst>
          </p:cNvPr>
          <p:cNvSpPr/>
          <p:nvPr/>
        </p:nvSpPr>
        <p:spPr>
          <a:xfrm>
            <a:off x="9344451" y="15929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апреля 2023</a:t>
            </a:r>
          </a:p>
        </p:txBody>
      </p:sp>
      <p:sp>
        <p:nvSpPr>
          <p:cNvPr id="60" name="TextBox 59">
            <a:extLst>
              <a:ext uri="{FF2B5EF4-FFF2-40B4-BE49-F238E27FC236}">
                <a16:creationId xmlns:a16="http://schemas.microsoft.com/office/drawing/2014/main" id="{588833AD-B58F-B017-A162-3AFF4D41FB15}"/>
              </a:ext>
            </a:extLst>
          </p:cNvPr>
          <p:cNvSpPr txBox="1"/>
          <p:nvPr/>
        </p:nvSpPr>
        <p:spPr>
          <a:xfrm>
            <a:off x="9315961" y="20072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2" name="Прямоугольник: скругленные углы 1">
            <a:extLst>
              <a:ext uri="{FF2B5EF4-FFF2-40B4-BE49-F238E27FC236}">
                <a16:creationId xmlns:a16="http://schemas.microsoft.com/office/drawing/2014/main" id="{2997AFDB-EA65-5A51-6C7B-2ADB4E1E6BB8}"/>
              </a:ext>
            </a:extLst>
          </p:cNvPr>
          <p:cNvSpPr/>
          <p:nvPr/>
        </p:nvSpPr>
        <p:spPr>
          <a:xfrm>
            <a:off x="1034690" y="28848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августа 2023</a:t>
            </a:r>
          </a:p>
        </p:txBody>
      </p:sp>
      <p:sp>
        <p:nvSpPr>
          <p:cNvPr id="13" name="TextBox 12">
            <a:extLst>
              <a:ext uri="{FF2B5EF4-FFF2-40B4-BE49-F238E27FC236}">
                <a16:creationId xmlns:a16="http://schemas.microsoft.com/office/drawing/2014/main" id="{C9C7FD58-14C6-D1C9-0890-4052892C1E0A}"/>
              </a:ext>
            </a:extLst>
          </p:cNvPr>
          <p:cNvSpPr txBox="1"/>
          <p:nvPr/>
        </p:nvSpPr>
        <p:spPr>
          <a:xfrm>
            <a:off x="1006200" y="32991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15" name="TextBox 14">
            <a:extLst>
              <a:ext uri="{FF2B5EF4-FFF2-40B4-BE49-F238E27FC236}">
                <a16:creationId xmlns:a16="http://schemas.microsoft.com/office/drawing/2014/main" id="{E30956E0-D092-3B23-D94D-E76DD0949F4B}"/>
              </a:ext>
            </a:extLst>
          </p:cNvPr>
          <p:cNvSpPr txBox="1"/>
          <p:nvPr/>
        </p:nvSpPr>
        <p:spPr>
          <a:xfrm>
            <a:off x="3773088" y="32991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11" name="Прямоугольник: скругленные углы 10">
            <a:extLst>
              <a:ext uri="{FF2B5EF4-FFF2-40B4-BE49-F238E27FC236}">
                <a16:creationId xmlns:a16="http://schemas.microsoft.com/office/drawing/2014/main" id="{174A0793-7FF3-7AEF-0ED3-539A6BEEDD58}"/>
              </a:ext>
            </a:extLst>
          </p:cNvPr>
          <p:cNvSpPr/>
          <p:nvPr/>
        </p:nvSpPr>
        <p:spPr>
          <a:xfrm>
            <a:off x="6577429" y="28848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июня 2023</a:t>
            </a:r>
          </a:p>
        </p:txBody>
      </p:sp>
      <p:sp>
        <p:nvSpPr>
          <p:cNvPr id="16" name="TextBox 15">
            <a:extLst>
              <a:ext uri="{FF2B5EF4-FFF2-40B4-BE49-F238E27FC236}">
                <a16:creationId xmlns:a16="http://schemas.microsoft.com/office/drawing/2014/main" id="{7248497D-98A6-8B0D-37FC-A28F3C918EE7}"/>
              </a:ext>
            </a:extLst>
          </p:cNvPr>
          <p:cNvSpPr txBox="1"/>
          <p:nvPr/>
        </p:nvSpPr>
        <p:spPr>
          <a:xfrm>
            <a:off x="6548939" y="32991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12" name="Прямоугольник: скругленные углы 11">
            <a:extLst>
              <a:ext uri="{FF2B5EF4-FFF2-40B4-BE49-F238E27FC236}">
                <a16:creationId xmlns:a16="http://schemas.microsoft.com/office/drawing/2014/main" id="{5753DAD3-D5B9-85F7-45C1-CE56EFD9AC00}"/>
              </a:ext>
            </a:extLst>
          </p:cNvPr>
          <p:cNvSpPr/>
          <p:nvPr/>
        </p:nvSpPr>
        <p:spPr>
          <a:xfrm>
            <a:off x="9344451" y="28848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мая 2023</a:t>
            </a:r>
          </a:p>
        </p:txBody>
      </p:sp>
      <p:sp>
        <p:nvSpPr>
          <p:cNvPr id="23" name="TextBox 22">
            <a:extLst>
              <a:ext uri="{FF2B5EF4-FFF2-40B4-BE49-F238E27FC236}">
                <a16:creationId xmlns:a16="http://schemas.microsoft.com/office/drawing/2014/main" id="{ED136CF8-BA5D-2CA3-45D8-894EF6019701}"/>
              </a:ext>
            </a:extLst>
          </p:cNvPr>
          <p:cNvSpPr txBox="1"/>
          <p:nvPr/>
        </p:nvSpPr>
        <p:spPr>
          <a:xfrm>
            <a:off x="9315961" y="32991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24" name="Прямоугольник: скругленные углы 23">
            <a:extLst>
              <a:ext uri="{FF2B5EF4-FFF2-40B4-BE49-F238E27FC236}">
                <a16:creationId xmlns:a16="http://schemas.microsoft.com/office/drawing/2014/main" id="{ACCBB822-BBE8-54AF-0140-B0A27E37AEC5}"/>
              </a:ext>
            </a:extLst>
          </p:cNvPr>
          <p:cNvSpPr/>
          <p:nvPr/>
        </p:nvSpPr>
        <p:spPr>
          <a:xfrm>
            <a:off x="1034690" y="41767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сентября 2023</a:t>
            </a:r>
          </a:p>
        </p:txBody>
      </p:sp>
      <p:sp>
        <p:nvSpPr>
          <p:cNvPr id="30" name="TextBox 29">
            <a:extLst>
              <a:ext uri="{FF2B5EF4-FFF2-40B4-BE49-F238E27FC236}">
                <a16:creationId xmlns:a16="http://schemas.microsoft.com/office/drawing/2014/main" id="{F4118E45-2D20-1889-2B21-43D429A7905D}"/>
              </a:ext>
            </a:extLst>
          </p:cNvPr>
          <p:cNvSpPr txBox="1"/>
          <p:nvPr/>
        </p:nvSpPr>
        <p:spPr>
          <a:xfrm>
            <a:off x="1006200" y="45910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25" name="Прямоугольник: скругленные углы 24">
            <a:extLst>
              <a:ext uri="{FF2B5EF4-FFF2-40B4-BE49-F238E27FC236}">
                <a16:creationId xmlns:a16="http://schemas.microsoft.com/office/drawing/2014/main" id="{DAD6A9BA-321D-9D3A-7B02-E9314D177718}"/>
              </a:ext>
            </a:extLst>
          </p:cNvPr>
          <p:cNvSpPr/>
          <p:nvPr/>
        </p:nvSpPr>
        <p:spPr>
          <a:xfrm>
            <a:off x="3801578" y="41767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октября 2023</a:t>
            </a:r>
          </a:p>
        </p:txBody>
      </p:sp>
      <p:sp>
        <p:nvSpPr>
          <p:cNvPr id="31" name="TextBox 30">
            <a:extLst>
              <a:ext uri="{FF2B5EF4-FFF2-40B4-BE49-F238E27FC236}">
                <a16:creationId xmlns:a16="http://schemas.microsoft.com/office/drawing/2014/main" id="{3CE65208-C073-C721-A964-FAA12B0AB9DC}"/>
              </a:ext>
            </a:extLst>
          </p:cNvPr>
          <p:cNvSpPr txBox="1"/>
          <p:nvPr/>
        </p:nvSpPr>
        <p:spPr>
          <a:xfrm>
            <a:off x="3773088" y="45910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26" name="Прямоугольник: скругленные углы 25">
            <a:extLst>
              <a:ext uri="{FF2B5EF4-FFF2-40B4-BE49-F238E27FC236}">
                <a16:creationId xmlns:a16="http://schemas.microsoft.com/office/drawing/2014/main" id="{DB903A37-63B0-4EA1-C4BD-562356000168}"/>
              </a:ext>
            </a:extLst>
          </p:cNvPr>
          <p:cNvSpPr/>
          <p:nvPr/>
        </p:nvSpPr>
        <p:spPr>
          <a:xfrm>
            <a:off x="6577429" y="41767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ноября 2023</a:t>
            </a:r>
          </a:p>
        </p:txBody>
      </p:sp>
      <p:sp>
        <p:nvSpPr>
          <p:cNvPr id="33" name="TextBox 32">
            <a:extLst>
              <a:ext uri="{FF2B5EF4-FFF2-40B4-BE49-F238E27FC236}">
                <a16:creationId xmlns:a16="http://schemas.microsoft.com/office/drawing/2014/main" id="{75212A57-DD6A-0947-5F71-72E7342F687F}"/>
              </a:ext>
            </a:extLst>
          </p:cNvPr>
          <p:cNvSpPr txBox="1"/>
          <p:nvPr/>
        </p:nvSpPr>
        <p:spPr>
          <a:xfrm>
            <a:off x="6548939" y="45910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27" name="Прямоугольник: скругленные углы 26">
            <a:extLst>
              <a:ext uri="{FF2B5EF4-FFF2-40B4-BE49-F238E27FC236}">
                <a16:creationId xmlns:a16="http://schemas.microsoft.com/office/drawing/2014/main" id="{E41065A7-EC0A-922F-E004-B59F1D3A6BAF}"/>
              </a:ext>
            </a:extLst>
          </p:cNvPr>
          <p:cNvSpPr/>
          <p:nvPr/>
        </p:nvSpPr>
        <p:spPr>
          <a:xfrm>
            <a:off x="9344451" y="41767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декабря 2023</a:t>
            </a:r>
          </a:p>
        </p:txBody>
      </p:sp>
      <p:sp>
        <p:nvSpPr>
          <p:cNvPr id="34" name="TextBox 33">
            <a:extLst>
              <a:ext uri="{FF2B5EF4-FFF2-40B4-BE49-F238E27FC236}">
                <a16:creationId xmlns:a16="http://schemas.microsoft.com/office/drawing/2014/main" id="{C942DECE-0F4D-9475-6973-B30CCBD56C11}"/>
              </a:ext>
            </a:extLst>
          </p:cNvPr>
          <p:cNvSpPr txBox="1"/>
          <p:nvPr/>
        </p:nvSpPr>
        <p:spPr>
          <a:xfrm>
            <a:off x="9315961" y="45910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35" name="Прямоугольник: скругленные углы 34">
            <a:extLst>
              <a:ext uri="{FF2B5EF4-FFF2-40B4-BE49-F238E27FC236}">
                <a16:creationId xmlns:a16="http://schemas.microsoft.com/office/drawing/2014/main" id="{197F4B0B-3550-13E5-A890-666DBF5961FA}"/>
              </a:ext>
            </a:extLst>
          </p:cNvPr>
          <p:cNvSpPr/>
          <p:nvPr/>
        </p:nvSpPr>
        <p:spPr>
          <a:xfrm>
            <a:off x="1034690" y="5468613"/>
            <a:ext cx="1754626" cy="29356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1 апреля 2024</a:t>
            </a:r>
          </a:p>
        </p:txBody>
      </p:sp>
      <p:sp>
        <p:nvSpPr>
          <p:cNvPr id="39" name="TextBox 38">
            <a:extLst>
              <a:ext uri="{FF2B5EF4-FFF2-40B4-BE49-F238E27FC236}">
                <a16:creationId xmlns:a16="http://schemas.microsoft.com/office/drawing/2014/main" id="{2EDA86EA-CF77-DCE5-D980-4203F0AA4849}"/>
              </a:ext>
            </a:extLst>
          </p:cNvPr>
          <p:cNvSpPr txBox="1"/>
          <p:nvPr/>
        </p:nvSpPr>
        <p:spPr>
          <a:xfrm>
            <a:off x="1006200" y="58829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36" name="Прямоугольник: скругленные углы 35">
            <a:extLst>
              <a:ext uri="{FF2B5EF4-FFF2-40B4-BE49-F238E27FC236}">
                <a16:creationId xmlns:a16="http://schemas.microsoft.com/office/drawing/2014/main" id="{AE6BE129-FA40-0FA1-7953-DD3E71A8177C}"/>
              </a:ext>
            </a:extLst>
          </p:cNvPr>
          <p:cNvSpPr/>
          <p:nvPr/>
        </p:nvSpPr>
        <p:spPr>
          <a:xfrm>
            <a:off x="3801578" y="54686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марта 2024</a:t>
            </a:r>
          </a:p>
        </p:txBody>
      </p:sp>
      <p:sp>
        <p:nvSpPr>
          <p:cNvPr id="40" name="TextBox 39">
            <a:extLst>
              <a:ext uri="{FF2B5EF4-FFF2-40B4-BE49-F238E27FC236}">
                <a16:creationId xmlns:a16="http://schemas.microsoft.com/office/drawing/2014/main" id="{29D6C6FF-39D3-9EA1-7E3C-B3E0F7BD4C02}"/>
              </a:ext>
            </a:extLst>
          </p:cNvPr>
          <p:cNvSpPr txBox="1"/>
          <p:nvPr/>
        </p:nvSpPr>
        <p:spPr>
          <a:xfrm>
            <a:off x="3773088" y="58829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37" name="Прямоугольник: скругленные углы 36">
            <a:extLst>
              <a:ext uri="{FF2B5EF4-FFF2-40B4-BE49-F238E27FC236}">
                <a16:creationId xmlns:a16="http://schemas.microsoft.com/office/drawing/2014/main" id="{81A88832-0383-E856-FCAB-F4F810AC3613}"/>
              </a:ext>
            </a:extLst>
          </p:cNvPr>
          <p:cNvSpPr/>
          <p:nvPr/>
        </p:nvSpPr>
        <p:spPr>
          <a:xfrm>
            <a:off x="6577429" y="54686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февраля 2024</a:t>
            </a:r>
          </a:p>
        </p:txBody>
      </p:sp>
      <p:sp>
        <p:nvSpPr>
          <p:cNvPr id="41" name="TextBox 40">
            <a:extLst>
              <a:ext uri="{FF2B5EF4-FFF2-40B4-BE49-F238E27FC236}">
                <a16:creationId xmlns:a16="http://schemas.microsoft.com/office/drawing/2014/main" id="{8989E499-8963-1D4F-EBF7-5BC0F0399036}"/>
              </a:ext>
            </a:extLst>
          </p:cNvPr>
          <p:cNvSpPr txBox="1"/>
          <p:nvPr/>
        </p:nvSpPr>
        <p:spPr>
          <a:xfrm>
            <a:off x="6548939" y="58829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sp>
        <p:nvSpPr>
          <p:cNvPr id="38" name="Прямоугольник: скругленные углы 37">
            <a:extLst>
              <a:ext uri="{FF2B5EF4-FFF2-40B4-BE49-F238E27FC236}">
                <a16:creationId xmlns:a16="http://schemas.microsoft.com/office/drawing/2014/main" id="{222FED17-48DA-6CCB-F254-85F02F98983E}"/>
              </a:ext>
            </a:extLst>
          </p:cNvPr>
          <p:cNvSpPr/>
          <p:nvPr/>
        </p:nvSpPr>
        <p:spPr>
          <a:xfrm>
            <a:off x="9344451" y="5468613"/>
            <a:ext cx="1754626" cy="293568"/>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solidFill>
                  <a:schemeClr val="tx1"/>
                </a:solidFill>
              </a:rPr>
              <a:t>1 января 2024</a:t>
            </a:r>
          </a:p>
        </p:txBody>
      </p:sp>
      <p:sp>
        <p:nvSpPr>
          <p:cNvPr id="42" name="TextBox 41">
            <a:extLst>
              <a:ext uri="{FF2B5EF4-FFF2-40B4-BE49-F238E27FC236}">
                <a16:creationId xmlns:a16="http://schemas.microsoft.com/office/drawing/2014/main" id="{E5CE7274-5E3F-7BE0-5950-A08CE3DC0A77}"/>
              </a:ext>
            </a:extLst>
          </p:cNvPr>
          <p:cNvSpPr txBox="1"/>
          <p:nvPr/>
        </p:nvSpPr>
        <p:spPr>
          <a:xfrm>
            <a:off x="9315961" y="5882904"/>
            <a:ext cx="1811606" cy="430887"/>
          </a:xfrm>
          <a:prstGeom prst="rect">
            <a:avLst/>
          </a:prstGeom>
          <a:noFill/>
        </p:spPr>
        <p:txBody>
          <a:bodyPr wrap="square" lIns="0" tIns="0" rIns="0" bIns="0" rtlCol="0">
            <a:spAutoFit/>
          </a:bodyPr>
          <a:lstStyle/>
          <a:p>
            <a:pPr marL="0" lvl="6" algn="ctr">
              <a:spcAft>
                <a:spcPts val="422"/>
              </a:spcAft>
              <a:defRPr/>
            </a:pPr>
            <a:r>
              <a:rPr lang="ru-RU" sz="1400">
                <a:latin typeface="Arial"/>
              </a:rPr>
              <a:t>Кратко сформулируй </a:t>
            </a:r>
            <a:br>
              <a:rPr lang="ru-RU" sz="1400">
                <a:latin typeface="Arial"/>
              </a:rPr>
            </a:br>
            <a:r>
              <a:rPr lang="ru-RU" sz="1400">
                <a:latin typeface="Arial"/>
              </a:rPr>
              <a:t>свою мысль</a:t>
            </a:r>
          </a:p>
        </p:txBody>
      </p:sp>
      <p:cxnSp>
        <p:nvCxnSpPr>
          <p:cNvPr id="54" name="Прямая со стрелкой 53">
            <a:extLst>
              <a:ext uri="{FF2B5EF4-FFF2-40B4-BE49-F238E27FC236}">
                <a16:creationId xmlns:a16="http://schemas.microsoft.com/office/drawing/2014/main" id="{9140A00A-A072-B6DB-C735-4F4EDC4558C8}"/>
              </a:ext>
            </a:extLst>
          </p:cNvPr>
          <p:cNvCxnSpPr>
            <a:cxnSpLocks/>
            <a:stCxn id="6" idx="3"/>
            <a:endCxn id="7" idx="1"/>
          </p:cNvCxnSpPr>
          <p:nvPr/>
        </p:nvCxnSpPr>
        <p:spPr>
          <a:xfrm>
            <a:off x="2789316" y="1739697"/>
            <a:ext cx="1012262" cy="0"/>
          </a:xfrm>
          <a:prstGeom prst="straightConnector1">
            <a:avLst/>
          </a:prstGeom>
          <a:ln w="12700">
            <a:solidFill>
              <a:schemeClr val="accent6"/>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61" name="Прямая со стрелкой 60">
            <a:extLst>
              <a:ext uri="{FF2B5EF4-FFF2-40B4-BE49-F238E27FC236}">
                <a16:creationId xmlns:a16="http://schemas.microsoft.com/office/drawing/2014/main" id="{64C239BB-30CA-4AF5-8E2E-7BD958A1D9A6}"/>
              </a:ext>
            </a:extLst>
          </p:cNvPr>
          <p:cNvCxnSpPr>
            <a:cxnSpLocks/>
          </p:cNvCxnSpPr>
          <p:nvPr/>
        </p:nvCxnSpPr>
        <p:spPr>
          <a:xfrm>
            <a:off x="5559885" y="1739697"/>
            <a:ext cx="1015249" cy="0"/>
          </a:xfrm>
          <a:prstGeom prst="straightConnector1">
            <a:avLst/>
          </a:prstGeom>
          <a:ln w="12700">
            <a:solidFill>
              <a:schemeClr val="accent6"/>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62" name="Прямая со стрелкой 61">
            <a:extLst>
              <a:ext uri="{FF2B5EF4-FFF2-40B4-BE49-F238E27FC236}">
                <a16:creationId xmlns:a16="http://schemas.microsoft.com/office/drawing/2014/main" id="{B24744A1-8FED-325E-D3C8-904F3A0BB679}"/>
              </a:ext>
            </a:extLst>
          </p:cNvPr>
          <p:cNvCxnSpPr>
            <a:cxnSpLocks/>
          </p:cNvCxnSpPr>
          <p:nvPr/>
        </p:nvCxnSpPr>
        <p:spPr>
          <a:xfrm>
            <a:off x="8329760" y="1739697"/>
            <a:ext cx="1015249" cy="0"/>
          </a:xfrm>
          <a:prstGeom prst="straightConnector1">
            <a:avLst/>
          </a:prstGeom>
          <a:ln w="12700">
            <a:solidFill>
              <a:schemeClr val="accent6"/>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68" name="Прямая со стрелкой 67">
            <a:extLst>
              <a:ext uri="{FF2B5EF4-FFF2-40B4-BE49-F238E27FC236}">
                <a16:creationId xmlns:a16="http://schemas.microsoft.com/office/drawing/2014/main" id="{23BF3CC1-BE40-F3F8-7BCD-CA4AAAAC0699}"/>
              </a:ext>
            </a:extLst>
          </p:cNvPr>
          <p:cNvCxnSpPr>
            <a:cxnSpLocks/>
          </p:cNvCxnSpPr>
          <p:nvPr/>
        </p:nvCxnSpPr>
        <p:spPr>
          <a:xfrm>
            <a:off x="8329760" y="3031597"/>
            <a:ext cx="1015249"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69" name="Прямая со стрелкой 68">
            <a:extLst>
              <a:ext uri="{FF2B5EF4-FFF2-40B4-BE49-F238E27FC236}">
                <a16:creationId xmlns:a16="http://schemas.microsoft.com/office/drawing/2014/main" id="{DD7FB406-E807-DBAA-0E4B-B5FA4E0D6087}"/>
              </a:ext>
            </a:extLst>
          </p:cNvPr>
          <p:cNvCxnSpPr>
            <a:cxnSpLocks/>
          </p:cNvCxnSpPr>
          <p:nvPr/>
        </p:nvCxnSpPr>
        <p:spPr>
          <a:xfrm>
            <a:off x="5559885" y="3031597"/>
            <a:ext cx="1015249"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70" name="Прямая со стрелкой 69">
            <a:extLst>
              <a:ext uri="{FF2B5EF4-FFF2-40B4-BE49-F238E27FC236}">
                <a16:creationId xmlns:a16="http://schemas.microsoft.com/office/drawing/2014/main" id="{5A4E7913-D5E6-393A-E892-160F69AE4A4F}"/>
              </a:ext>
            </a:extLst>
          </p:cNvPr>
          <p:cNvCxnSpPr>
            <a:cxnSpLocks/>
          </p:cNvCxnSpPr>
          <p:nvPr/>
        </p:nvCxnSpPr>
        <p:spPr>
          <a:xfrm>
            <a:off x="2790010" y="3031597"/>
            <a:ext cx="1015249"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72" name="Прямая со стрелкой 71">
            <a:extLst>
              <a:ext uri="{FF2B5EF4-FFF2-40B4-BE49-F238E27FC236}">
                <a16:creationId xmlns:a16="http://schemas.microsoft.com/office/drawing/2014/main" id="{05274A62-C9FB-34FA-5D7F-FCB9B9A1DB4B}"/>
              </a:ext>
            </a:extLst>
          </p:cNvPr>
          <p:cNvCxnSpPr>
            <a:cxnSpLocks/>
          </p:cNvCxnSpPr>
          <p:nvPr/>
        </p:nvCxnSpPr>
        <p:spPr>
          <a:xfrm>
            <a:off x="2790010" y="4323497"/>
            <a:ext cx="1015249" cy="0"/>
          </a:xfrm>
          <a:prstGeom prst="straightConnector1">
            <a:avLst/>
          </a:prstGeom>
          <a:ln w="12700">
            <a:solidFill>
              <a:schemeClr val="accent6"/>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3" name="Прямая со стрелкой 72">
            <a:extLst>
              <a:ext uri="{FF2B5EF4-FFF2-40B4-BE49-F238E27FC236}">
                <a16:creationId xmlns:a16="http://schemas.microsoft.com/office/drawing/2014/main" id="{3811B107-68CF-9D34-47DB-C37DB2A0BA5D}"/>
              </a:ext>
            </a:extLst>
          </p:cNvPr>
          <p:cNvCxnSpPr>
            <a:cxnSpLocks/>
          </p:cNvCxnSpPr>
          <p:nvPr/>
        </p:nvCxnSpPr>
        <p:spPr>
          <a:xfrm>
            <a:off x="5559885" y="4323497"/>
            <a:ext cx="1015249" cy="0"/>
          </a:xfrm>
          <a:prstGeom prst="straightConnector1">
            <a:avLst/>
          </a:prstGeom>
          <a:ln w="12700">
            <a:solidFill>
              <a:schemeClr val="accent6"/>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4" name="Прямая со стрелкой 73">
            <a:extLst>
              <a:ext uri="{FF2B5EF4-FFF2-40B4-BE49-F238E27FC236}">
                <a16:creationId xmlns:a16="http://schemas.microsoft.com/office/drawing/2014/main" id="{72867984-FD57-2F32-4D4E-A3E1182CFECA}"/>
              </a:ext>
            </a:extLst>
          </p:cNvPr>
          <p:cNvCxnSpPr>
            <a:cxnSpLocks/>
          </p:cNvCxnSpPr>
          <p:nvPr/>
        </p:nvCxnSpPr>
        <p:spPr>
          <a:xfrm>
            <a:off x="8329760" y="4323497"/>
            <a:ext cx="1015249" cy="0"/>
          </a:xfrm>
          <a:prstGeom prst="straightConnector1">
            <a:avLst/>
          </a:prstGeom>
          <a:ln w="12700">
            <a:solidFill>
              <a:schemeClr val="accent6"/>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9" name="Прямая со стрелкой 78">
            <a:extLst>
              <a:ext uri="{FF2B5EF4-FFF2-40B4-BE49-F238E27FC236}">
                <a16:creationId xmlns:a16="http://schemas.microsoft.com/office/drawing/2014/main" id="{747D7343-978D-148B-E640-B63323EE0FB3}"/>
              </a:ext>
            </a:extLst>
          </p:cNvPr>
          <p:cNvCxnSpPr>
            <a:cxnSpLocks/>
          </p:cNvCxnSpPr>
          <p:nvPr/>
        </p:nvCxnSpPr>
        <p:spPr>
          <a:xfrm>
            <a:off x="8329760" y="5615397"/>
            <a:ext cx="1015249"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80" name="Прямая со стрелкой 79">
            <a:extLst>
              <a:ext uri="{FF2B5EF4-FFF2-40B4-BE49-F238E27FC236}">
                <a16:creationId xmlns:a16="http://schemas.microsoft.com/office/drawing/2014/main" id="{2ABBB26F-FFBD-24A2-471F-5DDF18DB65D1}"/>
              </a:ext>
            </a:extLst>
          </p:cNvPr>
          <p:cNvCxnSpPr>
            <a:cxnSpLocks/>
          </p:cNvCxnSpPr>
          <p:nvPr/>
        </p:nvCxnSpPr>
        <p:spPr>
          <a:xfrm>
            <a:off x="5559885" y="5615397"/>
            <a:ext cx="1015249"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81" name="Прямая со стрелкой 80">
            <a:extLst>
              <a:ext uri="{FF2B5EF4-FFF2-40B4-BE49-F238E27FC236}">
                <a16:creationId xmlns:a16="http://schemas.microsoft.com/office/drawing/2014/main" id="{AA888AAA-85DF-0D5F-71BC-DA33EFF4F87C}"/>
              </a:ext>
            </a:extLst>
          </p:cNvPr>
          <p:cNvCxnSpPr>
            <a:cxnSpLocks/>
          </p:cNvCxnSpPr>
          <p:nvPr/>
        </p:nvCxnSpPr>
        <p:spPr>
          <a:xfrm>
            <a:off x="2790010" y="5615397"/>
            <a:ext cx="1015249" cy="0"/>
          </a:xfrm>
          <a:prstGeom prst="straightConnector1">
            <a:avLst/>
          </a:prstGeom>
          <a:ln w="12700">
            <a:solidFill>
              <a:schemeClr val="accent6"/>
            </a:solidFill>
            <a:headEnd type="arrow" w="med" len="med"/>
            <a:tailEnd type="none"/>
          </a:ln>
        </p:spPr>
        <p:style>
          <a:lnRef idx="1">
            <a:schemeClr val="accent1"/>
          </a:lnRef>
          <a:fillRef idx="0">
            <a:schemeClr val="accent1"/>
          </a:fillRef>
          <a:effectRef idx="0">
            <a:schemeClr val="accent1"/>
          </a:effectRef>
          <a:fontRef idx="minor">
            <a:schemeClr val="tx1"/>
          </a:fontRef>
        </p:style>
      </p:cxnSp>
      <p:sp>
        <p:nvSpPr>
          <p:cNvPr id="88" name="Прямоугольник: скругленные углы 87">
            <a:extLst>
              <a:ext uri="{FF2B5EF4-FFF2-40B4-BE49-F238E27FC236}">
                <a16:creationId xmlns:a16="http://schemas.microsoft.com/office/drawing/2014/main" id="{E9BBBF40-5A27-A1D2-DD98-D6526F73CDE7}"/>
              </a:ext>
            </a:extLst>
          </p:cNvPr>
          <p:cNvSpPr/>
          <p:nvPr/>
        </p:nvSpPr>
        <p:spPr>
          <a:xfrm>
            <a:off x="3801578" y="2884812"/>
            <a:ext cx="1754626" cy="29356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1 июля 2023</a:t>
            </a:r>
          </a:p>
        </p:txBody>
      </p:sp>
      <p:sp>
        <p:nvSpPr>
          <p:cNvPr id="5" name="Нижний колонтитул 4">
            <a:extLst>
              <a:ext uri="{FF2B5EF4-FFF2-40B4-BE49-F238E27FC236}">
                <a16:creationId xmlns:a16="http://schemas.microsoft.com/office/drawing/2014/main" id="{6DE847AD-EB4C-F854-1687-C94F253FB50B}"/>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20843672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0E13FF8E-DEC4-7840-A535-88824CC4E91C}"/>
              </a:ext>
            </a:extLst>
          </p:cNvPr>
          <p:cNvSpPr>
            <a:spLocks noGrp="1"/>
          </p:cNvSpPr>
          <p:nvPr>
            <p:ph type="sldNum" sz="quarter" idx="12"/>
          </p:nvPr>
        </p:nvSpPr>
        <p:spPr/>
        <p:txBody>
          <a:bodyPr/>
          <a:lstStyle/>
          <a:p>
            <a:fld id="{EB5249F5-0093-48B0-B996-C4E44A87EAFB}" type="slidenum">
              <a:rPr lang="ru-RU" smtClean="0"/>
              <a:pPr/>
              <a:t>62</a:t>
            </a:fld>
            <a:endParaRPr lang="ru-RU"/>
          </a:p>
        </p:txBody>
      </p:sp>
      <p:sp>
        <p:nvSpPr>
          <p:cNvPr id="4" name="Заголовок 3">
            <a:extLst>
              <a:ext uri="{FF2B5EF4-FFF2-40B4-BE49-F238E27FC236}">
                <a16:creationId xmlns:a16="http://schemas.microsoft.com/office/drawing/2014/main" id="{0DAAE053-8B94-8348-B0CE-D66F53A895C2}"/>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5" name="Таблица 4">
            <a:extLst>
              <a:ext uri="{FF2B5EF4-FFF2-40B4-BE49-F238E27FC236}">
                <a16:creationId xmlns:a16="http://schemas.microsoft.com/office/drawing/2014/main" id="{D3D3765C-210F-31A6-81DA-743275215B99}"/>
              </a:ext>
            </a:extLst>
          </p:cNvPr>
          <p:cNvGraphicFramePr>
            <a:graphicFrameLocks noGrp="1"/>
          </p:cNvGraphicFramePr>
          <p:nvPr/>
        </p:nvGraphicFramePr>
        <p:xfrm>
          <a:off x="638626" y="1520828"/>
          <a:ext cx="10910888" cy="4376941"/>
        </p:xfrm>
        <a:graphic>
          <a:graphicData uri="http://schemas.openxmlformats.org/drawingml/2006/table">
            <a:tbl>
              <a:tblPr firstRow="1" bandRow="1">
                <a:tableStyleId>{914A2982-056F-4F8E-A7C0-7B2B0B0CB698}</a:tableStyleId>
              </a:tblPr>
              <a:tblGrid>
                <a:gridCol w="4066872">
                  <a:extLst>
                    <a:ext uri="{9D8B030D-6E8A-4147-A177-3AD203B41FA5}">
                      <a16:colId xmlns:a16="http://schemas.microsoft.com/office/drawing/2014/main" val="594922317"/>
                    </a:ext>
                  </a:extLst>
                </a:gridCol>
                <a:gridCol w="1711004">
                  <a:extLst>
                    <a:ext uri="{9D8B030D-6E8A-4147-A177-3AD203B41FA5}">
                      <a16:colId xmlns:a16="http://schemas.microsoft.com/office/drawing/2014/main" val="4104067388"/>
                    </a:ext>
                  </a:extLst>
                </a:gridCol>
                <a:gridCol w="1711004">
                  <a:extLst>
                    <a:ext uri="{9D8B030D-6E8A-4147-A177-3AD203B41FA5}">
                      <a16:colId xmlns:a16="http://schemas.microsoft.com/office/drawing/2014/main" val="789915689"/>
                    </a:ext>
                  </a:extLst>
                </a:gridCol>
                <a:gridCol w="1711004">
                  <a:extLst>
                    <a:ext uri="{9D8B030D-6E8A-4147-A177-3AD203B41FA5}">
                      <a16:colId xmlns:a16="http://schemas.microsoft.com/office/drawing/2014/main" val="20676461"/>
                    </a:ext>
                  </a:extLst>
                </a:gridCol>
                <a:gridCol w="1711004">
                  <a:extLst>
                    <a:ext uri="{9D8B030D-6E8A-4147-A177-3AD203B41FA5}">
                      <a16:colId xmlns:a16="http://schemas.microsoft.com/office/drawing/2014/main" val="462107869"/>
                    </a:ext>
                  </a:extLst>
                </a:gridCol>
              </a:tblGrid>
              <a:tr h="344941">
                <a:tc>
                  <a:txBody>
                    <a:bodyPr/>
                    <a:lstStyle/>
                    <a:p>
                      <a:pPr lvl="0" algn="l">
                        <a:buNone/>
                      </a:pPr>
                      <a:endParaRPr lang="ru-RU" sz="1200">
                        <a:solidFill>
                          <a:schemeClr val="bg1"/>
                        </a:solidFill>
                      </a:endParaRPr>
                    </a:p>
                  </a:txBody>
                  <a:tcPr marL="90000" marR="90000" marT="46800" marB="46800">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noFill/>
                  </a:tcPr>
                </a:tc>
                <a:tc>
                  <a:txBody>
                    <a:bodyPr/>
                    <a:lstStyle/>
                    <a:p>
                      <a:pPr marL="0" marR="0" lvl="0" indent="0" algn="ctr" rtl="0">
                        <a:lnSpc>
                          <a:spcPct val="100000"/>
                        </a:lnSpc>
                        <a:spcBef>
                          <a:spcPts val="0"/>
                        </a:spcBef>
                        <a:spcAft>
                          <a:spcPts val="0"/>
                        </a:spcAft>
                        <a:buClrTx/>
                        <a:buSzTx/>
                        <a:buFontTx/>
                        <a:buNone/>
                      </a:pPr>
                      <a:r>
                        <a:rPr lang="ru-RU" sz="1200" b="1">
                          <a:solidFill>
                            <a:schemeClr val="tx1"/>
                          </a:solidFill>
                        </a:rPr>
                        <a:t>январь</a:t>
                      </a: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ClrTx/>
                        <a:buSzTx/>
                        <a:buFontTx/>
                        <a:buNone/>
                      </a:pPr>
                      <a:r>
                        <a:rPr lang="ru-RU" sz="1200" b="1">
                          <a:solidFill>
                            <a:schemeClr val="tx1"/>
                          </a:solidFill>
                        </a:rPr>
                        <a:t>февраль</a:t>
                      </a: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ClrTx/>
                        <a:buSzTx/>
                        <a:buFontTx/>
                        <a:buNone/>
                      </a:pPr>
                      <a:r>
                        <a:rPr lang="ru-RU" sz="1200" b="1">
                          <a:solidFill>
                            <a:schemeClr val="tx1"/>
                          </a:solidFill>
                        </a:rPr>
                        <a:t>март</a:t>
                      </a: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200" b="1">
                          <a:solidFill>
                            <a:schemeClr val="tx1"/>
                          </a:solidFill>
                        </a:rPr>
                        <a:t>апрель</a:t>
                      </a: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944209755"/>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noFill/>
                  </a:tcPr>
                </a:tc>
                <a:extLst>
                  <a:ext uri="{0D108BD9-81ED-4DB2-BD59-A6C34878D82A}">
                    <a16:rowId xmlns:a16="http://schemas.microsoft.com/office/drawing/2014/main" val="980090632"/>
                  </a:ext>
                </a:extLst>
              </a:tr>
              <a:tr h="288000">
                <a:tc>
                  <a:txBody>
                    <a:bodyPr/>
                    <a:lstStyle/>
                    <a:p>
                      <a:pPr marL="0" marR="0" lvl="0" indent="0" algn="l" defTabSz="1300277" rtl="0" eaLnBrk="1" fontAlgn="auto" latinLnBrk="0" hangingPunct="1">
                        <a:lnSpc>
                          <a:spcPct val="85000"/>
                        </a:lnSpc>
                        <a:spcBef>
                          <a:spcPts val="0"/>
                        </a:spcBef>
                        <a:spcAft>
                          <a:spcPts val="0"/>
                        </a:spcAft>
                        <a:buClrTx/>
                        <a:buSzTx/>
                        <a:buFontTx/>
                        <a:buNone/>
                        <a:tabLst/>
                        <a:defRPr/>
                      </a:pPr>
                      <a:r>
                        <a:rPr lang="ru-RU" sz="1000"/>
                        <a:t>Название активности</a:t>
                      </a: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818846902"/>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079931719"/>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667091708"/>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650592181"/>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880504245"/>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443453821"/>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marL="0" lvl="0" algn="r" defTabSz="914400" rtl="0" eaLnBrk="1" latinLnBrk="0" hangingPunct="1">
                        <a:buNone/>
                      </a:pPr>
                      <a:endParaRPr lang="ru-RU" sz="1000" kern="1200">
                        <a:solidFill>
                          <a:schemeClr val="tx1"/>
                        </a:solidFill>
                        <a:latin typeface="+mn-lt"/>
                        <a:ea typeface="+mn-ea"/>
                        <a:cs typeface="+mn-cs"/>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079398701"/>
                  </a:ext>
                </a:extLst>
              </a:tr>
              <a:tr h="288000">
                <a:tc>
                  <a:txBody>
                    <a:bodyPr/>
                    <a:lstStyle/>
                    <a:p>
                      <a:pPr marL="0" marR="0" lvl="0" indent="0" algn="l" defTabSz="1300277" rtl="0" eaLnBrk="1" fontAlgn="auto" latinLnBrk="0" hangingPunct="1">
                        <a:lnSpc>
                          <a:spcPct val="85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590234571"/>
                  </a:ext>
                </a:extLst>
              </a:tr>
              <a:tr h="288000">
                <a:tc>
                  <a:txBody>
                    <a:bodyPr/>
                    <a:lstStyle/>
                    <a:p>
                      <a:pPr marL="0" marR="0" lvl="0" indent="0" algn="l" defTabSz="1300277" rtl="0" eaLnBrk="1" fontAlgn="auto" latinLnBrk="0" hangingPunct="1">
                        <a:lnSpc>
                          <a:spcPct val="85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647703986"/>
                  </a:ext>
                </a:extLst>
              </a:tr>
              <a:tr h="288000">
                <a:tc>
                  <a:txBody>
                    <a:bodyPr/>
                    <a:lstStyle/>
                    <a:p>
                      <a:pPr marL="0" marR="0" lvl="0" indent="0" algn="l" defTabSz="1300277" rtl="0" eaLnBrk="1" fontAlgn="auto" latinLnBrk="0" hangingPunct="1">
                        <a:lnSpc>
                          <a:spcPct val="85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84059117"/>
                  </a:ext>
                </a:extLst>
              </a:tr>
              <a:tr h="288000">
                <a:tc>
                  <a:txBody>
                    <a:bodyPr/>
                    <a:lstStyle/>
                    <a:p>
                      <a:pPr marL="0" marR="0" lvl="0" indent="0" algn="l" defTabSz="1300277" rtl="0" eaLnBrk="1" fontAlgn="auto" latinLnBrk="0" hangingPunct="1">
                        <a:lnSpc>
                          <a:spcPct val="85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903910404"/>
                  </a:ext>
                </a:extLst>
              </a:tr>
              <a:tr h="288000">
                <a:tc>
                  <a:txBody>
                    <a:bodyPr/>
                    <a:lstStyle/>
                    <a:p>
                      <a:pPr marL="0" marR="0" lvl="0" indent="0" algn="l" defTabSz="1300277" rtl="0" eaLnBrk="1" fontAlgn="auto" latinLnBrk="0" hangingPunct="1">
                        <a:lnSpc>
                          <a:spcPct val="85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2895768301"/>
                  </a:ext>
                </a:extLst>
              </a:tr>
              <a:tr h="288000">
                <a:tc>
                  <a:txBody>
                    <a:bodyPr/>
                    <a:lstStyle/>
                    <a:p>
                      <a:pPr marL="0" marR="0" lvl="0" indent="0" algn="l" defTabSz="1300277" rtl="0" eaLnBrk="1" fontAlgn="auto" latinLnBrk="0" hangingPunct="1">
                        <a:lnSpc>
                          <a:spcPct val="85000"/>
                        </a:lnSpc>
                        <a:spcBef>
                          <a:spcPts val="0"/>
                        </a:spcBef>
                        <a:spcAft>
                          <a:spcPts val="0"/>
                        </a:spcAft>
                        <a:buClrTx/>
                        <a:buSzTx/>
                        <a:buFontTx/>
                        <a:buNone/>
                        <a:tabLst/>
                        <a:defRPr/>
                      </a:pPr>
                      <a:r>
                        <a:rPr lang="ru-RU" sz="1000"/>
                        <a:t>Название активности</a:t>
                      </a:r>
                      <a:endParaRPr kumimoji="0" lang="ru-RU" sz="1000" b="1" i="0" u="none" strike="noStrike" kern="1200" cap="none" spc="0" normalizeH="0" baseline="0" noProof="0">
                        <a:ln>
                          <a:noFill/>
                        </a:ln>
                        <a:solidFill>
                          <a:schemeClr val="tx1"/>
                        </a:solidFill>
                        <a:effectLst/>
                        <a:uLnTx/>
                        <a:uFillTx/>
                        <a:latin typeface="+mn-lt"/>
                        <a:ea typeface="+mn-ea"/>
                        <a:cs typeface="+mn-cs"/>
                      </a:endParaRPr>
                    </a:p>
                  </a:txBody>
                  <a:tcPr marL="90000" marR="90000" marT="46800" marB="46800">
                    <a:lnR w="12700" cap="flat" cmpd="sng" algn="ctr">
                      <a:solidFill>
                        <a:schemeClr val="accent6"/>
                      </a:solidFill>
                      <a:prstDash val="solid"/>
                      <a:round/>
                      <a:headEnd type="none" w="med" len="med"/>
                      <a:tailEnd type="none" w="med" len="med"/>
                    </a:lnR>
                    <a:lnB w="6350" cap="flat" cmpd="sng" algn="ctr">
                      <a:solidFill>
                        <a:schemeClr val="accent6"/>
                      </a:solidFill>
                      <a:prstDash val="solid"/>
                      <a:round/>
                      <a:headEnd type="none" w="med" len="med"/>
                      <a:tailEnd type="none" w="med" len="med"/>
                    </a:lnB>
                    <a:noFill/>
                  </a:tcPr>
                </a:tc>
                <a:tc>
                  <a:txBody>
                    <a:bodyPr/>
                    <a:lstStyle/>
                    <a:p>
                      <a:pPr lvl="0" algn="r">
                        <a:buNone/>
                      </a:pPr>
                      <a:endParaRPr lang="ru-RU" sz="1000">
                        <a:solidFill>
                          <a:schemeClr val="tx1"/>
                        </a:solidFill>
                      </a:endParaRPr>
                    </a:p>
                  </a:txBody>
                  <a:tcPr marL="90000" marR="90000" marT="46800" marB="46800">
                    <a:lnL w="1270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B w="6350" cap="flat" cmpd="sng" algn="ctr">
                      <a:solidFill>
                        <a:schemeClr val="accent6"/>
                      </a:solidFill>
                      <a:prstDash val="solid"/>
                      <a:round/>
                      <a:headEnd type="none" w="med" len="med"/>
                      <a:tailEnd type="none" w="med" len="med"/>
                    </a:lnB>
                    <a:noFill/>
                  </a:tcPr>
                </a:tc>
                <a:tc>
                  <a:txBody>
                    <a:bodyPr/>
                    <a:lstStyle/>
                    <a:p>
                      <a:pPr lvl="0" algn="r">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B w="6350" cap="flat" cmpd="sng" algn="ctr">
                      <a:solidFill>
                        <a:schemeClr val="accent6"/>
                      </a:solidFill>
                      <a:prstDash val="solid"/>
                      <a:round/>
                      <a:headEnd type="none" w="med" len="med"/>
                      <a:tailEnd type="none" w="med" len="med"/>
                    </a:lnB>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B w="6350" cap="flat" cmpd="sng" algn="ctr">
                      <a:solidFill>
                        <a:schemeClr val="accent6"/>
                      </a:solidFill>
                      <a:prstDash val="solid"/>
                      <a:round/>
                      <a:headEnd type="none" w="med" len="med"/>
                      <a:tailEnd type="none" w="med" len="med"/>
                    </a:lnB>
                    <a:noFill/>
                  </a:tcPr>
                </a:tc>
                <a:tc>
                  <a:txBody>
                    <a:bodyPr/>
                    <a:lstStyle/>
                    <a:p>
                      <a:pPr lvl="0" algn="r" rtl="0">
                        <a:buNone/>
                      </a:pPr>
                      <a:endParaRPr lang="ru-RU" sz="1000">
                        <a:solidFill>
                          <a:schemeClr val="tx1"/>
                        </a:solidFill>
                      </a:endParaRPr>
                    </a:p>
                  </a:txBody>
                  <a:tcPr marL="90000" marR="90000" marT="46800" marB="46800">
                    <a:lnL w="635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B w="635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792093530"/>
                  </a:ext>
                </a:extLst>
              </a:tr>
            </a:tbl>
          </a:graphicData>
        </a:graphic>
      </p:graphicFrame>
      <p:sp>
        <p:nvSpPr>
          <p:cNvPr id="108" name="TextBox 107">
            <a:extLst>
              <a:ext uri="{FF2B5EF4-FFF2-40B4-BE49-F238E27FC236}">
                <a16:creationId xmlns:a16="http://schemas.microsoft.com/office/drawing/2014/main" id="{5C39E669-0EF2-5FA0-BAE4-A6FBE8008B3D}"/>
              </a:ext>
            </a:extLst>
          </p:cNvPr>
          <p:cNvSpPr txBox="1"/>
          <p:nvPr/>
        </p:nvSpPr>
        <p:spPr>
          <a:xfrm>
            <a:off x="7584606" y="6051398"/>
            <a:ext cx="637721" cy="264106"/>
          </a:xfrm>
          <a:prstGeom prst="rect">
            <a:avLst/>
          </a:prstGeom>
          <a:noFill/>
        </p:spPr>
        <p:txBody>
          <a:bodyPr wrap="none" lIns="0" tIns="0" rIns="0" bIns="0" rtlCol="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a:ln>
                  <a:noFill/>
                </a:ln>
                <a:solidFill>
                  <a:schemeClr val="accent2"/>
                </a:solidFill>
                <a:effectLst/>
                <a:uLnTx/>
                <a:uFillTx/>
                <a:latin typeface="Arial"/>
                <a:ea typeface="+mn-ea"/>
                <a:cs typeface="+mn-cs"/>
              </a:rPr>
              <a:t>Мы тут</a:t>
            </a:r>
          </a:p>
        </p:txBody>
      </p:sp>
      <p:cxnSp>
        <p:nvCxnSpPr>
          <p:cNvPr id="7" name="Прямая соединительная линия 6">
            <a:extLst>
              <a:ext uri="{FF2B5EF4-FFF2-40B4-BE49-F238E27FC236}">
                <a16:creationId xmlns:a16="http://schemas.microsoft.com/office/drawing/2014/main" id="{6C3CB31C-911F-C10B-9158-EB69E9A4A86F}"/>
              </a:ext>
            </a:extLst>
          </p:cNvPr>
          <p:cNvCxnSpPr>
            <a:cxnSpLocks/>
          </p:cNvCxnSpPr>
          <p:nvPr/>
        </p:nvCxnSpPr>
        <p:spPr>
          <a:xfrm>
            <a:off x="7604343" y="1860997"/>
            <a:ext cx="0" cy="416490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71B53CE-6556-77FC-ECC6-FCC0B540EE16}"/>
              </a:ext>
            </a:extLst>
          </p:cNvPr>
          <p:cNvSpPr txBox="1"/>
          <p:nvPr/>
        </p:nvSpPr>
        <p:spPr>
          <a:xfrm>
            <a:off x="9929958" y="6044701"/>
            <a:ext cx="1295952" cy="264106"/>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a:ln>
                  <a:noFill/>
                </a:ln>
                <a:solidFill>
                  <a:srgbClr val="10C44C"/>
                </a:solidFill>
                <a:effectLst/>
                <a:uLnTx/>
                <a:uFillTx/>
                <a:latin typeface="Arial"/>
                <a:ea typeface="+mn-ea"/>
                <a:cs typeface="+mn-cs"/>
              </a:rPr>
              <a:t>Запуск 24.04</a:t>
            </a:r>
          </a:p>
        </p:txBody>
      </p:sp>
      <p:cxnSp>
        <p:nvCxnSpPr>
          <p:cNvPr id="14" name="Прямая соединительная линия 13">
            <a:extLst>
              <a:ext uri="{FF2B5EF4-FFF2-40B4-BE49-F238E27FC236}">
                <a16:creationId xmlns:a16="http://schemas.microsoft.com/office/drawing/2014/main" id="{A7FDF80C-4CF9-B925-D6F1-AB4D71DBE5F2}"/>
              </a:ext>
            </a:extLst>
          </p:cNvPr>
          <p:cNvCxnSpPr>
            <a:cxnSpLocks/>
          </p:cNvCxnSpPr>
          <p:nvPr/>
        </p:nvCxnSpPr>
        <p:spPr>
          <a:xfrm>
            <a:off x="11204191" y="1867437"/>
            <a:ext cx="0" cy="4158460"/>
          </a:xfrm>
          <a:prstGeom prst="line">
            <a:avLst/>
          </a:prstGeom>
          <a:ln w="31750">
            <a:solidFill>
              <a:srgbClr val="10C44C"/>
            </a:solidFill>
          </a:ln>
        </p:spPr>
        <p:style>
          <a:lnRef idx="1">
            <a:schemeClr val="accent1"/>
          </a:lnRef>
          <a:fillRef idx="0">
            <a:schemeClr val="accent1"/>
          </a:fillRef>
          <a:effectRef idx="0">
            <a:schemeClr val="accent1"/>
          </a:effectRef>
          <a:fontRef idx="minor">
            <a:schemeClr val="tx1"/>
          </a:fontRef>
        </p:style>
      </p:cxnSp>
      <p:grpSp>
        <p:nvGrpSpPr>
          <p:cNvPr id="18" name="Группа 17">
            <a:extLst>
              <a:ext uri="{FF2B5EF4-FFF2-40B4-BE49-F238E27FC236}">
                <a16:creationId xmlns:a16="http://schemas.microsoft.com/office/drawing/2014/main" id="{7778C6B6-DBF4-F06F-A29F-3F71834E9661}"/>
              </a:ext>
            </a:extLst>
          </p:cNvPr>
          <p:cNvGrpSpPr>
            <a:grpSpLocks noChangeAspect="1"/>
          </p:cNvGrpSpPr>
          <p:nvPr/>
        </p:nvGrpSpPr>
        <p:grpSpPr>
          <a:xfrm>
            <a:off x="4752090" y="1925438"/>
            <a:ext cx="1051617" cy="180000"/>
            <a:chOff x="4752089" y="1911151"/>
            <a:chExt cx="1255096" cy="214829"/>
          </a:xfrm>
        </p:grpSpPr>
        <p:sp>
          <p:nvSpPr>
            <p:cNvPr id="15" name="Прямоугольник: скругленные углы 18">
              <a:extLst>
                <a:ext uri="{FF2B5EF4-FFF2-40B4-BE49-F238E27FC236}">
                  <a16:creationId xmlns:a16="http://schemas.microsoft.com/office/drawing/2014/main" id="{58AB606C-44D9-CE92-1586-2B722C4470A5}"/>
                </a:ext>
              </a:extLst>
            </p:cNvPr>
            <p:cNvSpPr/>
            <p:nvPr/>
          </p:nvSpPr>
          <p:spPr>
            <a:xfrm>
              <a:off x="4752089" y="1911151"/>
              <a:ext cx="1255096" cy="214829"/>
            </a:xfrm>
            <a:prstGeom prst="roundRect">
              <a:avLst>
                <a:gd name="adj" fmla="val 41027"/>
              </a:avLst>
            </a:prstGeom>
            <a:solidFill>
              <a:srgbClr val="10C44C"/>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17" name="Рисунок 7">
              <a:extLst>
                <a:ext uri="{FF2B5EF4-FFF2-40B4-BE49-F238E27FC236}">
                  <a16:creationId xmlns:a16="http://schemas.microsoft.com/office/drawing/2014/main" id="{078DD77B-C7BD-1113-822C-2C7655545B62}"/>
                </a:ext>
              </a:extLst>
            </p:cNvPr>
            <p:cNvSpPr>
              <a:spLocks noChangeAspect="1"/>
            </p:cNvSpPr>
            <p:nvPr/>
          </p:nvSpPr>
          <p:spPr>
            <a:xfrm>
              <a:off x="4798628" y="1946565"/>
              <a:ext cx="144000" cy="144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FFFFFF"/>
            </a:solidFill>
            <a:ln w="9525" cap="flat">
              <a:noFill/>
              <a:prstDash val="solid"/>
              <a:miter/>
            </a:ln>
          </p:spPr>
          <p:txBody>
            <a:bodyPr rtlCol="0" anchor="ctr"/>
            <a:lstStyle/>
            <a:p>
              <a:endParaRPr lang="ru-RU"/>
            </a:p>
          </p:txBody>
        </p:sp>
      </p:grpSp>
      <p:grpSp>
        <p:nvGrpSpPr>
          <p:cNvPr id="19" name="Группа 18">
            <a:extLst>
              <a:ext uri="{FF2B5EF4-FFF2-40B4-BE49-F238E27FC236}">
                <a16:creationId xmlns:a16="http://schemas.microsoft.com/office/drawing/2014/main" id="{9AB4C0E8-55DB-2D0C-3A11-D88B682527D5}"/>
              </a:ext>
            </a:extLst>
          </p:cNvPr>
          <p:cNvGrpSpPr>
            <a:grpSpLocks noChangeAspect="1"/>
          </p:cNvGrpSpPr>
          <p:nvPr/>
        </p:nvGrpSpPr>
        <p:grpSpPr>
          <a:xfrm>
            <a:off x="4752089" y="2219987"/>
            <a:ext cx="1837455" cy="180000"/>
            <a:chOff x="4752088" y="1911151"/>
            <a:chExt cx="2192991" cy="214829"/>
          </a:xfrm>
        </p:grpSpPr>
        <p:sp>
          <p:nvSpPr>
            <p:cNvPr id="22" name="Прямоугольник: скругленные углы 18">
              <a:extLst>
                <a:ext uri="{FF2B5EF4-FFF2-40B4-BE49-F238E27FC236}">
                  <a16:creationId xmlns:a16="http://schemas.microsoft.com/office/drawing/2014/main" id="{8FF1FE49-1FBE-7CD3-C72C-75ACDEC32E0C}"/>
                </a:ext>
              </a:extLst>
            </p:cNvPr>
            <p:cNvSpPr/>
            <p:nvPr/>
          </p:nvSpPr>
          <p:spPr>
            <a:xfrm>
              <a:off x="4752088" y="1911151"/>
              <a:ext cx="2192991" cy="214829"/>
            </a:xfrm>
            <a:prstGeom prst="roundRect">
              <a:avLst>
                <a:gd name="adj" fmla="val 39083"/>
              </a:avLst>
            </a:prstGeom>
            <a:solidFill>
              <a:srgbClr val="10C44C"/>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23" name="Рисунок 7">
              <a:extLst>
                <a:ext uri="{FF2B5EF4-FFF2-40B4-BE49-F238E27FC236}">
                  <a16:creationId xmlns:a16="http://schemas.microsoft.com/office/drawing/2014/main" id="{FF0681F8-06DB-E08C-1E53-CEB52948B450}"/>
                </a:ext>
              </a:extLst>
            </p:cNvPr>
            <p:cNvSpPr>
              <a:spLocks noChangeAspect="1"/>
            </p:cNvSpPr>
            <p:nvPr/>
          </p:nvSpPr>
          <p:spPr>
            <a:xfrm>
              <a:off x="4798628" y="1946565"/>
              <a:ext cx="144000" cy="144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FFFFFF"/>
            </a:solidFill>
            <a:ln w="9525" cap="flat">
              <a:noFill/>
              <a:prstDash val="solid"/>
              <a:miter/>
            </a:ln>
          </p:spPr>
          <p:txBody>
            <a:bodyPr rtlCol="0" anchor="ctr"/>
            <a:lstStyle/>
            <a:p>
              <a:endParaRPr lang="ru-RU"/>
            </a:p>
          </p:txBody>
        </p:sp>
      </p:grpSp>
      <p:grpSp>
        <p:nvGrpSpPr>
          <p:cNvPr id="24" name="Группа 23">
            <a:extLst>
              <a:ext uri="{FF2B5EF4-FFF2-40B4-BE49-F238E27FC236}">
                <a16:creationId xmlns:a16="http://schemas.microsoft.com/office/drawing/2014/main" id="{AD76748D-6E9B-6EFE-241C-2B79B3B99608}"/>
              </a:ext>
            </a:extLst>
          </p:cNvPr>
          <p:cNvGrpSpPr>
            <a:grpSpLocks noChangeAspect="1"/>
          </p:cNvGrpSpPr>
          <p:nvPr/>
        </p:nvGrpSpPr>
        <p:grpSpPr>
          <a:xfrm>
            <a:off x="5379635" y="2489069"/>
            <a:ext cx="2192739" cy="180000"/>
            <a:chOff x="4752087" y="1911151"/>
            <a:chExt cx="2617022" cy="214829"/>
          </a:xfrm>
        </p:grpSpPr>
        <p:sp>
          <p:nvSpPr>
            <p:cNvPr id="25" name="Прямоугольник: скругленные углы 18">
              <a:extLst>
                <a:ext uri="{FF2B5EF4-FFF2-40B4-BE49-F238E27FC236}">
                  <a16:creationId xmlns:a16="http://schemas.microsoft.com/office/drawing/2014/main" id="{E4686B68-28C7-D95C-9B6D-63543411F90E}"/>
                </a:ext>
              </a:extLst>
            </p:cNvPr>
            <p:cNvSpPr/>
            <p:nvPr/>
          </p:nvSpPr>
          <p:spPr>
            <a:xfrm>
              <a:off x="4752087" y="1911151"/>
              <a:ext cx="2617022" cy="214829"/>
            </a:xfrm>
            <a:prstGeom prst="roundRect">
              <a:avLst>
                <a:gd name="adj" fmla="val 39083"/>
              </a:avLst>
            </a:prstGeom>
            <a:solidFill>
              <a:srgbClr val="10C44C"/>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26" name="Рисунок 7">
              <a:extLst>
                <a:ext uri="{FF2B5EF4-FFF2-40B4-BE49-F238E27FC236}">
                  <a16:creationId xmlns:a16="http://schemas.microsoft.com/office/drawing/2014/main" id="{CA8C6F24-C124-EE17-B1CA-A7F4A823DA74}"/>
                </a:ext>
              </a:extLst>
            </p:cNvPr>
            <p:cNvSpPr>
              <a:spLocks noChangeAspect="1"/>
            </p:cNvSpPr>
            <p:nvPr/>
          </p:nvSpPr>
          <p:spPr>
            <a:xfrm>
              <a:off x="4798628" y="1946565"/>
              <a:ext cx="144000" cy="144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FFFFFF"/>
            </a:solidFill>
            <a:ln w="9525" cap="flat">
              <a:noFill/>
              <a:prstDash val="solid"/>
              <a:miter/>
            </a:ln>
          </p:spPr>
          <p:txBody>
            <a:bodyPr rtlCol="0" anchor="ctr"/>
            <a:lstStyle/>
            <a:p>
              <a:endParaRPr lang="ru-RU"/>
            </a:p>
          </p:txBody>
        </p:sp>
      </p:grpSp>
      <p:grpSp>
        <p:nvGrpSpPr>
          <p:cNvPr id="28" name="Группа 27">
            <a:extLst>
              <a:ext uri="{FF2B5EF4-FFF2-40B4-BE49-F238E27FC236}">
                <a16:creationId xmlns:a16="http://schemas.microsoft.com/office/drawing/2014/main" id="{6271A4F2-C68B-2093-4136-A0E313F3744E}"/>
              </a:ext>
            </a:extLst>
          </p:cNvPr>
          <p:cNvGrpSpPr>
            <a:grpSpLocks noChangeAspect="1"/>
          </p:cNvGrpSpPr>
          <p:nvPr/>
        </p:nvGrpSpPr>
        <p:grpSpPr>
          <a:xfrm>
            <a:off x="5379638" y="2779467"/>
            <a:ext cx="2178450" cy="180000"/>
            <a:chOff x="4752089" y="1911151"/>
            <a:chExt cx="2599967" cy="214829"/>
          </a:xfrm>
        </p:grpSpPr>
        <p:sp>
          <p:nvSpPr>
            <p:cNvPr id="29" name="Прямоугольник: скругленные углы 18">
              <a:extLst>
                <a:ext uri="{FF2B5EF4-FFF2-40B4-BE49-F238E27FC236}">
                  <a16:creationId xmlns:a16="http://schemas.microsoft.com/office/drawing/2014/main" id="{F7DD984E-B914-6C73-BA68-457398959D7A}"/>
                </a:ext>
              </a:extLst>
            </p:cNvPr>
            <p:cNvSpPr/>
            <p:nvPr/>
          </p:nvSpPr>
          <p:spPr>
            <a:xfrm>
              <a:off x="4752089" y="1911151"/>
              <a:ext cx="2599967" cy="214829"/>
            </a:xfrm>
            <a:prstGeom prst="roundRect">
              <a:avLst>
                <a:gd name="adj" fmla="val 41027"/>
              </a:avLst>
            </a:prstGeom>
            <a:solidFill>
              <a:srgbClr val="10C44C"/>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30" name="Рисунок 7">
              <a:extLst>
                <a:ext uri="{FF2B5EF4-FFF2-40B4-BE49-F238E27FC236}">
                  <a16:creationId xmlns:a16="http://schemas.microsoft.com/office/drawing/2014/main" id="{C74F0713-5841-3B14-A03A-9975B0FBB028}"/>
                </a:ext>
              </a:extLst>
            </p:cNvPr>
            <p:cNvSpPr>
              <a:spLocks noChangeAspect="1"/>
            </p:cNvSpPr>
            <p:nvPr/>
          </p:nvSpPr>
          <p:spPr>
            <a:xfrm>
              <a:off x="4798628" y="1946565"/>
              <a:ext cx="144000" cy="144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FFFFFF"/>
            </a:solidFill>
            <a:ln w="9525" cap="flat">
              <a:noFill/>
              <a:prstDash val="solid"/>
              <a:miter/>
            </a:ln>
          </p:spPr>
          <p:txBody>
            <a:bodyPr rtlCol="0" anchor="ctr"/>
            <a:lstStyle/>
            <a:p>
              <a:endParaRPr lang="ru-RU"/>
            </a:p>
          </p:txBody>
        </p:sp>
      </p:grpSp>
      <p:grpSp>
        <p:nvGrpSpPr>
          <p:cNvPr id="46" name="Группа 45">
            <a:extLst>
              <a:ext uri="{FF2B5EF4-FFF2-40B4-BE49-F238E27FC236}">
                <a16:creationId xmlns:a16="http://schemas.microsoft.com/office/drawing/2014/main" id="{B8C3334C-156C-0B01-D946-21CB0D0CD075}"/>
              </a:ext>
            </a:extLst>
          </p:cNvPr>
          <p:cNvGrpSpPr>
            <a:grpSpLocks noChangeAspect="1"/>
          </p:cNvGrpSpPr>
          <p:nvPr/>
        </p:nvGrpSpPr>
        <p:grpSpPr>
          <a:xfrm>
            <a:off x="7024848" y="3070206"/>
            <a:ext cx="1031949" cy="180000"/>
            <a:chOff x="6889117" y="3141645"/>
            <a:chExt cx="1231626" cy="214829"/>
          </a:xfrm>
        </p:grpSpPr>
        <p:sp>
          <p:nvSpPr>
            <p:cNvPr id="32" name="Прямоугольник: скругленные углы 18">
              <a:extLst>
                <a:ext uri="{FF2B5EF4-FFF2-40B4-BE49-F238E27FC236}">
                  <a16:creationId xmlns:a16="http://schemas.microsoft.com/office/drawing/2014/main" id="{310F02C9-742F-8C60-A3C2-E3EEA027AA0A}"/>
                </a:ext>
              </a:extLst>
            </p:cNvPr>
            <p:cNvSpPr/>
            <p:nvPr/>
          </p:nvSpPr>
          <p:spPr>
            <a:xfrm>
              <a:off x="6889117" y="3141645"/>
              <a:ext cx="1231626" cy="214829"/>
            </a:xfrm>
            <a:prstGeom prst="roundRect">
              <a:avLst>
                <a:gd name="adj" fmla="val 39083"/>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pic>
          <p:nvPicPr>
            <p:cNvPr id="45" name="Рисунок 44">
              <a:extLst>
                <a:ext uri="{FF2B5EF4-FFF2-40B4-BE49-F238E27FC236}">
                  <a16:creationId xmlns:a16="http://schemas.microsoft.com/office/drawing/2014/main" id="{08537B98-2F54-DF9B-80E4-4C37620563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36360" y="3177059"/>
              <a:ext cx="144000" cy="144000"/>
            </a:xfrm>
            <a:prstGeom prst="rect">
              <a:avLst/>
            </a:prstGeom>
          </p:spPr>
        </p:pic>
      </p:grpSp>
      <p:grpSp>
        <p:nvGrpSpPr>
          <p:cNvPr id="31" name="Группа 30">
            <a:extLst>
              <a:ext uri="{FF2B5EF4-FFF2-40B4-BE49-F238E27FC236}">
                <a16:creationId xmlns:a16="http://schemas.microsoft.com/office/drawing/2014/main" id="{B896A422-1702-5044-AA15-E41FC7CFA4F9}"/>
              </a:ext>
            </a:extLst>
          </p:cNvPr>
          <p:cNvGrpSpPr>
            <a:grpSpLocks noChangeAspect="1"/>
          </p:cNvGrpSpPr>
          <p:nvPr/>
        </p:nvGrpSpPr>
        <p:grpSpPr>
          <a:xfrm>
            <a:off x="7024848" y="4520387"/>
            <a:ext cx="4140833" cy="180000"/>
            <a:chOff x="6889117" y="3141645"/>
            <a:chExt cx="4942064" cy="214829"/>
          </a:xfrm>
        </p:grpSpPr>
        <p:sp>
          <p:nvSpPr>
            <p:cNvPr id="33" name="Прямоугольник: скругленные углы 18">
              <a:extLst>
                <a:ext uri="{FF2B5EF4-FFF2-40B4-BE49-F238E27FC236}">
                  <a16:creationId xmlns:a16="http://schemas.microsoft.com/office/drawing/2014/main" id="{80A7BA40-D7F6-5249-8E27-027C4A384063}"/>
                </a:ext>
              </a:extLst>
            </p:cNvPr>
            <p:cNvSpPr/>
            <p:nvPr/>
          </p:nvSpPr>
          <p:spPr>
            <a:xfrm>
              <a:off x="6889117" y="3141645"/>
              <a:ext cx="4942064" cy="214829"/>
            </a:xfrm>
            <a:prstGeom prst="roundRect">
              <a:avLst>
                <a:gd name="adj" fmla="val 39083"/>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pic>
          <p:nvPicPr>
            <p:cNvPr id="34" name="Рисунок 33">
              <a:extLst>
                <a:ext uri="{FF2B5EF4-FFF2-40B4-BE49-F238E27FC236}">
                  <a16:creationId xmlns:a16="http://schemas.microsoft.com/office/drawing/2014/main" id="{832B3453-91A2-1042-9C34-B1A82B6F545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36360" y="3177059"/>
              <a:ext cx="144000" cy="144000"/>
            </a:xfrm>
            <a:prstGeom prst="rect">
              <a:avLst/>
            </a:prstGeom>
          </p:spPr>
        </p:pic>
      </p:grpSp>
      <p:sp>
        <p:nvSpPr>
          <p:cNvPr id="36" name="Прямоугольник: скругленные углы 18">
            <a:extLst>
              <a:ext uri="{FF2B5EF4-FFF2-40B4-BE49-F238E27FC236}">
                <a16:creationId xmlns:a16="http://schemas.microsoft.com/office/drawing/2014/main" id="{DC7D19D1-C280-D843-A719-F57694CB983F}"/>
              </a:ext>
            </a:extLst>
          </p:cNvPr>
          <p:cNvSpPr/>
          <p:nvPr/>
        </p:nvSpPr>
        <p:spPr>
          <a:xfrm>
            <a:off x="7626625" y="3364992"/>
            <a:ext cx="2181743" cy="180000"/>
          </a:xfrm>
          <a:prstGeom prst="roundRect">
            <a:avLst>
              <a:gd name="adj" fmla="val 39083"/>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39" name="Прямоугольник: скругленные углы 18">
            <a:extLst>
              <a:ext uri="{FF2B5EF4-FFF2-40B4-BE49-F238E27FC236}">
                <a16:creationId xmlns:a16="http://schemas.microsoft.com/office/drawing/2014/main" id="{C84515BB-EAC7-5741-97D6-89B1A17932F8}"/>
              </a:ext>
            </a:extLst>
          </p:cNvPr>
          <p:cNvSpPr/>
          <p:nvPr/>
        </p:nvSpPr>
        <p:spPr>
          <a:xfrm>
            <a:off x="9853624" y="5379530"/>
            <a:ext cx="1312057" cy="180000"/>
          </a:xfrm>
          <a:prstGeom prst="roundRect">
            <a:avLst>
              <a:gd name="adj" fmla="val 39083"/>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42" name="Прямоугольник: скругленные углы 18">
            <a:extLst>
              <a:ext uri="{FF2B5EF4-FFF2-40B4-BE49-F238E27FC236}">
                <a16:creationId xmlns:a16="http://schemas.microsoft.com/office/drawing/2014/main" id="{254BA0DA-5337-8E41-85EA-82E0F6238D25}"/>
              </a:ext>
            </a:extLst>
          </p:cNvPr>
          <p:cNvSpPr/>
          <p:nvPr/>
        </p:nvSpPr>
        <p:spPr>
          <a:xfrm>
            <a:off x="8748239" y="3929349"/>
            <a:ext cx="2417442" cy="180000"/>
          </a:xfrm>
          <a:prstGeom prst="roundRect">
            <a:avLst>
              <a:gd name="adj" fmla="val 39083"/>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47" name="Прямоугольник: скругленные углы 18">
            <a:extLst>
              <a:ext uri="{FF2B5EF4-FFF2-40B4-BE49-F238E27FC236}">
                <a16:creationId xmlns:a16="http://schemas.microsoft.com/office/drawing/2014/main" id="{CE4FFE09-8AE9-A748-B373-FBFC6A3442A4}"/>
              </a:ext>
            </a:extLst>
          </p:cNvPr>
          <p:cNvSpPr/>
          <p:nvPr/>
        </p:nvSpPr>
        <p:spPr>
          <a:xfrm>
            <a:off x="9853624" y="5093780"/>
            <a:ext cx="1312057" cy="180000"/>
          </a:xfrm>
          <a:prstGeom prst="roundRect">
            <a:avLst>
              <a:gd name="adj" fmla="val 39083"/>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50" name="Прямоугольник: скругленные углы 18">
            <a:extLst>
              <a:ext uri="{FF2B5EF4-FFF2-40B4-BE49-F238E27FC236}">
                <a16:creationId xmlns:a16="http://schemas.microsoft.com/office/drawing/2014/main" id="{B17BB489-C73A-6848-987D-70BA33133C48}"/>
              </a:ext>
            </a:extLst>
          </p:cNvPr>
          <p:cNvSpPr/>
          <p:nvPr/>
        </p:nvSpPr>
        <p:spPr>
          <a:xfrm>
            <a:off x="8748241" y="3665031"/>
            <a:ext cx="1060130" cy="180000"/>
          </a:xfrm>
          <a:prstGeom prst="roundRect">
            <a:avLst>
              <a:gd name="adj" fmla="val 39083"/>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53" name="Прямоугольник: скругленные углы 18">
            <a:extLst>
              <a:ext uri="{FF2B5EF4-FFF2-40B4-BE49-F238E27FC236}">
                <a16:creationId xmlns:a16="http://schemas.microsoft.com/office/drawing/2014/main" id="{D73BA80D-15CB-404C-B629-6633F4E710BA}"/>
              </a:ext>
            </a:extLst>
          </p:cNvPr>
          <p:cNvSpPr/>
          <p:nvPr/>
        </p:nvSpPr>
        <p:spPr>
          <a:xfrm>
            <a:off x="8133833" y="4229386"/>
            <a:ext cx="1674538" cy="180000"/>
          </a:xfrm>
          <a:prstGeom prst="roundRect">
            <a:avLst>
              <a:gd name="adj" fmla="val 39083"/>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56" name="Прямоугольник: скругленные углы 18">
            <a:extLst>
              <a:ext uri="{FF2B5EF4-FFF2-40B4-BE49-F238E27FC236}">
                <a16:creationId xmlns:a16="http://schemas.microsoft.com/office/drawing/2014/main" id="{8A5C102F-372A-464F-BD98-B4F055E2A035}"/>
              </a:ext>
            </a:extLst>
          </p:cNvPr>
          <p:cNvSpPr/>
          <p:nvPr/>
        </p:nvSpPr>
        <p:spPr>
          <a:xfrm>
            <a:off x="9491145" y="4800886"/>
            <a:ext cx="1674538" cy="180000"/>
          </a:xfrm>
          <a:prstGeom prst="roundRect">
            <a:avLst>
              <a:gd name="adj" fmla="val 39083"/>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59" name="Прямоугольник: скругленные углы 18">
            <a:extLst>
              <a:ext uri="{FF2B5EF4-FFF2-40B4-BE49-F238E27FC236}">
                <a16:creationId xmlns:a16="http://schemas.microsoft.com/office/drawing/2014/main" id="{442C62AD-B728-894A-BBA1-638F23E85C3E}"/>
              </a:ext>
            </a:extLst>
          </p:cNvPr>
          <p:cNvSpPr/>
          <p:nvPr/>
        </p:nvSpPr>
        <p:spPr>
          <a:xfrm>
            <a:off x="10487025" y="5665280"/>
            <a:ext cx="678656" cy="180000"/>
          </a:xfrm>
          <a:prstGeom prst="roundRect">
            <a:avLst>
              <a:gd name="adj" fmla="val 39083"/>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0" rIns="72000" bIns="0" rtlCol="0" anchor="ctr"/>
          <a:lstStyle/>
          <a:p>
            <a:endParaRPr lang="ru-RU" sz="1200">
              <a:solidFill>
                <a:schemeClr val="bg1"/>
              </a:solidFill>
            </a:endParaRPr>
          </a:p>
        </p:txBody>
      </p:sp>
      <p:sp>
        <p:nvSpPr>
          <p:cNvPr id="2" name="Нижний колонтитул 1">
            <a:extLst>
              <a:ext uri="{FF2B5EF4-FFF2-40B4-BE49-F238E27FC236}">
                <a16:creationId xmlns:a16="http://schemas.microsoft.com/office/drawing/2014/main" id="{F7230985-EA9E-BD02-05AD-4CAEF1184A78}"/>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8940948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63</a:t>
            </a:fld>
            <a:endParaRPr lang="ru-RU"/>
          </a:p>
        </p:txBody>
      </p:sp>
      <p:sp>
        <p:nvSpPr>
          <p:cNvPr id="6" name="Прямоугольник: скругленные углы 5">
            <a:extLst>
              <a:ext uri="{FF2B5EF4-FFF2-40B4-BE49-F238E27FC236}">
                <a16:creationId xmlns:a16="http://schemas.microsoft.com/office/drawing/2014/main" id="{ED1FA437-F280-44BB-8D73-E8CC39188B7D}"/>
              </a:ext>
            </a:extLst>
          </p:cNvPr>
          <p:cNvSpPr/>
          <p:nvPr/>
        </p:nvSpPr>
        <p:spPr>
          <a:xfrm>
            <a:off x="638627" y="1973483"/>
            <a:ext cx="5012874" cy="3883216"/>
          </a:xfrm>
          <a:prstGeom prst="roundRect">
            <a:avLst>
              <a:gd name="adj" fmla="val 12206"/>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 name="Прямоугольник: скругленные углы 6">
            <a:extLst>
              <a:ext uri="{FF2B5EF4-FFF2-40B4-BE49-F238E27FC236}">
                <a16:creationId xmlns:a16="http://schemas.microsoft.com/office/drawing/2014/main" id="{A709BFF6-8A6B-4F2B-ACEF-35BEF2482598}"/>
              </a:ext>
            </a:extLst>
          </p:cNvPr>
          <p:cNvSpPr/>
          <p:nvPr/>
        </p:nvSpPr>
        <p:spPr>
          <a:xfrm>
            <a:off x="6552920" y="1994183"/>
            <a:ext cx="5012874" cy="3862516"/>
          </a:xfrm>
          <a:prstGeom prst="roundRect">
            <a:avLst>
              <a:gd name="adj" fmla="val 12206"/>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err="1"/>
          </a:p>
        </p:txBody>
      </p:sp>
      <p:sp>
        <p:nvSpPr>
          <p:cNvPr id="8" name="Объект 12">
            <a:extLst>
              <a:ext uri="{FF2B5EF4-FFF2-40B4-BE49-F238E27FC236}">
                <a16:creationId xmlns:a16="http://schemas.microsoft.com/office/drawing/2014/main" id="{A6A00D33-C7CA-4899-A454-B6E8963E2B45}"/>
              </a:ext>
            </a:extLst>
          </p:cNvPr>
          <p:cNvSpPr>
            <a:spLocks noGrp="1"/>
          </p:cNvSpPr>
          <p:nvPr>
            <p:ph idx="1"/>
          </p:nvPr>
        </p:nvSpPr>
        <p:spPr>
          <a:xfrm>
            <a:off x="639763" y="1439723"/>
            <a:ext cx="2252671" cy="478778"/>
          </a:xfrm>
        </p:spPr>
        <p:txBody>
          <a:bodyPr/>
          <a:lstStyle/>
          <a:p>
            <a:pPr lvl="1"/>
            <a:r>
              <a:rPr lang="ru-RU" sz="2400"/>
              <a:t>Подзаголовок</a:t>
            </a:r>
          </a:p>
        </p:txBody>
      </p:sp>
      <p:sp>
        <p:nvSpPr>
          <p:cNvPr id="10" name="Объект 12">
            <a:extLst>
              <a:ext uri="{FF2B5EF4-FFF2-40B4-BE49-F238E27FC236}">
                <a16:creationId xmlns:a16="http://schemas.microsoft.com/office/drawing/2014/main" id="{D2A8C944-F50A-4B80-856D-5FF7B102FA25}"/>
              </a:ext>
            </a:extLst>
          </p:cNvPr>
          <p:cNvSpPr txBox="1">
            <a:spLocks/>
          </p:cNvSpPr>
          <p:nvPr/>
        </p:nvSpPr>
        <p:spPr>
          <a:xfrm>
            <a:off x="1031303" y="2242260"/>
            <a:ext cx="1997032" cy="50375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1400"/>
              <a:t>Здесь может быть твой подзаголовок </a:t>
            </a:r>
          </a:p>
        </p:txBody>
      </p:sp>
      <p:sp>
        <p:nvSpPr>
          <p:cNvPr id="11" name="Объект 12">
            <a:extLst>
              <a:ext uri="{FF2B5EF4-FFF2-40B4-BE49-F238E27FC236}">
                <a16:creationId xmlns:a16="http://schemas.microsoft.com/office/drawing/2014/main" id="{6B33B8CD-DAEF-403C-97A4-8636C632371A}"/>
              </a:ext>
            </a:extLst>
          </p:cNvPr>
          <p:cNvSpPr txBox="1">
            <a:spLocks/>
          </p:cNvSpPr>
          <p:nvPr/>
        </p:nvSpPr>
        <p:spPr>
          <a:xfrm>
            <a:off x="3341402" y="2242260"/>
            <a:ext cx="1997032" cy="50375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1400"/>
              <a:t>Здесь может быть твой подзаголовок </a:t>
            </a:r>
          </a:p>
        </p:txBody>
      </p:sp>
      <p:sp>
        <p:nvSpPr>
          <p:cNvPr id="89" name="Рисунок 18">
            <a:extLst>
              <a:ext uri="{FF2B5EF4-FFF2-40B4-BE49-F238E27FC236}">
                <a16:creationId xmlns:a16="http://schemas.microsoft.com/office/drawing/2014/main" id="{297EA639-446B-4ECF-8700-B4770E2BBB73}"/>
              </a:ext>
            </a:extLst>
          </p:cNvPr>
          <p:cNvSpPr>
            <a:spLocks noChangeAspect="1"/>
          </p:cNvSpPr>
          <p:nvPr/>
        </p:nvSpPr>
        <p:spPr>
          <a:xfrm>
            <a:off x="1031303" y="3819566"/>
            <a:ext cx="163202" cy="163202"/>
          </a:xfrm>
          <a:custGeom>
            <a:avLst/>
            <a:gdLst>
              <a:gd name="connsiteX0" fmla="*/ 163202 w 163202"/>
              <a:gd name="connsiteY0" fmla="*/ 81601 h 163202"/>
              <a:gd name="connsiteX1" fmla="*/ 81601 w 163202"/>
              <a:gd name="connsiteY1" fmla="*/ 163202 h 163202"/>
              <a:gd name="connsiteX2" fmla="*/ 0 w 163202"/>
              <a:gd name="connsiteY2" fmla="*/ 81601 h 163202"/>
              <a:gd name="connsiteX3" fmla="*/ 81601 w 163202"/>
              <a:gd name="connsiteY3" fmla="*/ 0 h 163202"/>
              <a:gd name="connsiteX4" fmla="*/ 163202 w 163202"/>
              <a:gd name="connsiteY4" fmla="*/ 81601 h 163202"/>
              <a:gd name="connsiteX5" fmla="*/ 81601 w 163202"/>
              <a:gd name="connsiteY5" fmla="*/ 36267 h 163202"/>
              <a:gd name="connsiteX6" fmla="*/ 72534 w 163202"/>
              <a:gd name="connsiteY6" fmla="*/ 45334 h 163202"/>
              <a:gd name="connsiteX7" fmla="*/ 72534 w 163202"/>
              <a:gd name="connsiteY7" fmla="*/ 81601 h 163202"/>
              <a:gd name="connsiteX8" fmla="*/ 75190 w 163202"/>
              <a:gd name="connsiteY8" fmla="*/ 88012 h 163202"/>
              <a:gd name="connsiteX9" fmla="*/ 102390 w 163202"/>
              <a:gd name="connsiteY9" fmla="*/ 115212 h 163202"/>
              <a:gd name="connsiteX10" fmla="*/ 115212 w 163202"/>
              <a:gd name="connsiteY10" fmla="*/ 115212 h 163202"/>
              <a:gd name="connsiteX11" fmla="*/ 115212 w 163202"/>
              <a:gd name="connsiteY11" fmla="*/ 102390 h 163202"/>
              <a:gd name="connsiteX12" fmla="*/ 90668 w 163202"/>
              <a:gd name="connsiteY12" fmla="*/ 77845 h 163202"/>
              <a:gd name="connsiteX13" fmla="*/ 90668 w 163202"/>
              <a:gd name="connsiteY13" fmla="*/ 45334 h 163202"/>
              <a:gd name="connsiteX14" fmla="*/ 81601 w 163202"/>
              <a:gd name="connsiteY14" fmla="*/ 36267 h 16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02" h="163202">
                <a:moveTo>
                  <a:pt x="163202" y="81601"/>
                </a:moveTo>
                <a:cubicBezTo>
                  <a:pt x="163202" y="132232"/>
                  <a:pt x="132232" y="163202"/>
                  <a:pt x="81601" y="163202"/>
                </a:cubicBezTo>
                <a:cubicBezTo>
                  <a:pt x="30970" y="163202"/>
                  <a:pt x="0" y="132232"/>
                  <a:pt x="0" y="81601"/>
                </a:cubicBezTo>
                <a:cubicBezTo>
                  <a:pt x="0" y="30970"/>
                  <a:pt x="30970" y="0"/>
                  <a:pt x="81601" y="0"/>
                </a:cubicBezTo>
                <a:cubicBezTo>
                  <a:pt x="132232" y="0"/>
                  <a:pt x="163202" y="30970"/>
                  <a:pt x="163202" y="81601"/>
                </a:cubicBezTo>
                <a:close/>
                <a:moveTo>
                  <a:pt x="81601" y="36267"/>
                </a:moveTo>
                <a:cubicBezTo>
                  <a:pt x="76594" y="36267"/>
                  <a:pt x="72534" y="40326"/>
                  <a:pt x="72534" y="45334"/>
                </a:cubicBezTo>
                <a:lnTo>
                  <a:pt x="72534" y="81601"/>
                </a:lnTo>
                <a:cubicBezTo>
                  <a:pt x="72534" y="84006"/>
                  <a:pt x="73490" y="86312"/>
                  <a:pt x="75190" y="88012"/>
                </a:cubicBezTo>
                <a:lnTo>
                  <a:pt x="102390" y="115212"/>
                </a:lnTo>
                <a:cubicBezTo>
                  <a:pt x="105931" y="118753"/>
                  <a:pt x="111672" y="118753"/>
                  <a:pt x="115212" y="115212"/>
                </a:cubicBezTo>
                <a:cubicBezTo>
                  <a:pt x="118753" y="111672"/>
                  <a:pt x="118753" y="105931"/>
                  <a:pt x="115212" y="102390"/>
                </a:cubicBezTo>
                <a:lnTo>
                  <a:pt x="90668" y="77845"/>
                </a:lnTo>
                <a:lnTo>
                  <a:pt x="90668" y="45334"/>
                </a:lnTo>
                <a:cubicBezTo>
                  <a:pt x="90668" y="40326"/>
                  <a:pt x="86608" y="36267"/>
                  <a:pt x="81601" y="36267"/>
                </a:cubicBezTo>
                <a:close/>
              </a:path>
            </a:pathLst>
          </a:custGeom>
          <a:solidFill>
            <a:schemeClr val="tx1">
              <a:lumMod val="50000"/>
              <a:lumOff val="50000"/>
            </a:schemeClr>
          </a:solidFill>
          <a:ln w="8996" cap="flat">
            <a:noFill/>
            <a:prstDash val="solid"/>
            <a:miter/>
          </a:ln>
        </p:spPr>
        <p:txBody>
          <a:bodyPr rtlCol="0" anchor="ctr"/>
          <a:lstStyle/>
          <a:p>
            <a:endParaRPr lang="ru-RU"/>
          </a:p>
        </p:txBody>
      </p:sp>
      <p:sp>
        <p:nvSpPr>
          <p:cNvPr id="20" name="Рисунок 7">
            <a:extLst>
              <a:ext uri="{FF2B5EF4-FFF2-40B4-BE49-F238E27FC236}">
                <a16:creationId xmlns:a16="http://schemas.microsoft.com/office/drawing/2014/main" id="{87E9AA06-3E05-4355-BF36-5B11349AA41B}"/>
              </a:ext>
            </a:extLst>
          </p:cNvPr>
          <p:cNvSpPr/>
          <p:nvPr/>
        </p:nvSpPr>
        <p:spPr>
          <a:xfrm>
            <a:off x="1031303" y="2868944"/>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9" name="Объект 12">
            <a:extLst>
              <a:ext uri="{FF2B5EF4-FFF2-40B4-BE49-F238E27FC236}">
                <a16:creationId xmlns:a16="http://schemas.microsoft.com/office/drawing/2014/main" id="{1EF54CB7-45A9-4256-90FC-BEA246544C67}"/>
              </a:ext>
            </a:extLst>
          </p:cNvPr>
          <p:cNvSpPr txBox="1">
            <a:spLocks/>
          </p:cNvSpPr>
          <p:nvPr/>
        </p:nvSpPr>
        <p:spPr>
          <a:xfrm>
            <a:off x="6552920" y="1439723"/>
            <a:ext cx="2252671" cy="47877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2400"/>
              <a:t>Подзаголовок</a:t>
            </a:r>
          </a:p>
        </p:txBody>
      </p:sp>
      <p:sp>
        <p:nvSpPr>
          <p:cNvPr id="22" name="Объект 12">
            <a:extLst>
              <a:ext uri="{FF2B5EF4-FFF2-40B4-BE49-F238E27FC236}">
                <a16:creationId xmlns:a16="http://schemas.microsoft.com/office/drawing/2014/main" id="{B6C47C9E-870C-4DAC-A329-2EA29B6B4FD5}"/>
              </a:ext>
            </a:extLst>
          </p:cNvPr>
          <p:cNvSpPr txBox="1">
            <a:spLocks/>
          </p:cNvSpPr>
          <p:nvPr/>
        </p:nvSpPr>
        <p:spPr>
          <a:xfrm>
            <a:off x="1339164" y="2825103"/>
            <a:ext cx="1614033" cy="170879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marL="0" lvl="2" indent="0">
              <a:buNone/>
            </a:pPr>
            <a:r>
              <a:rPr lang="ru-RU" sz="1400"/>
              <a:t>Здесь может быть твой текст. Размести здесь свой текст.</a:t>
            </a:r>
          </a:p>
          <a:p>
            <a:pPr marL="0" lvl="2" indent="0">
              <a:buNone/>
            </a:pPr>
            <a:r>
              <a:rPr lang="ru-RU" sz="1400"/>
              <a:t>Здесь может быть твой текст. Добавь ещё текст. </a:t>
            </a:r>
          </a:p>
          <a:p>
            <a:pPr marL="0" lvl="2" indent="0">
              <a:buNone/>
            </a:pPr>
            <a:endParaRPr lang="ru-RU" sz="1400"/>
          </a:p>
        </p:txBody>
      </p:sp>
      <p:sp>
        <p:nvSpPr>
          <p:cNvPr id="90" name="Рисунок 22">
            <a:extLst>
              <a:ext uri="{FF2B5EF4-FFF2-40B4-BE49-F238E27FC236}">
                <a16:creationId xmlns:a16="http://schemas.microsoft.com/office/drawing/2014/main" id="{E29B1422-542F-4872-A9FB-D8909B16519D}"/>
              </a:ext>
            </a:extLst>
          </p:cNvPr>
          <p:cNvSpPr>
            <a:spLocks noChangeAspect="1"/>
          </p:cNvSpPr>
          <p:nvPr/>
        </p:nvSpPr>
        <p:spPr>
          <a:xfrm>
            <a:off x="3345873" y="4032690"/>
            <a:ext cx="163202" cy="163202"/>
          </a:xfrm>
          <a:custGeom>
            <a:avLst/>
            <a:gdLst>
              <a:gd name="connsiteX0" fmla="*/ 163202 w 163202"/>
              <a:gd name="connsiteY0" fmla="*/ 81601 h 163202"/>
              <a:gd name="connsiteX1" fmla="*/ 81601 w 163202"/>
              <a:gd name="connsiteY1" fmla="*/ 163202 h 163202"/>
              <a:gd name="connsiteX2" fmla="*/ 0 w 163202"/>
              <a:gd name="connsiteY2" fmla="*/ 81601 h 163202"/>
              <a:gd name="connsiteX3" fmla="*/ 81601 w 163202"/>
              <a:gd name="connsiteY3" fmla="*/ 0 h 163202"/>
              <a:gd name="connsiteX4" fmla="*/ 163202 w 163202"/>
              <a:gd name="connsiteY4" fmla="*/ 81601 h 163202"/>
              <a:gd name="connsiteX5" fmla="*/ 81601 w 163202"/>
              <a:gd name="connsiteY5" fmla="*/ 36267 h 163202"/>
              <a:gd name="connsiteX6" fmla="*/ 72534 w 163202"/>
              <a:gd name="connsiteY6" fmla="*/ 45334 h 163202"/>
              <a:gd name="connsiteX7" fmla="*/ 72534 w 163202"/>
              <a:gd name="connsiteY7" fmla="*/ 81601 h 163202"/>
              <a:gd name="connsiteX8" fmla="*/ 75190 w 163202"/>
              <a:gd name="connsiteY8" fmla="*/ 88012 h 163202"/>
              <a:gd name="connsiteX9" fmla="*/ 102390 w 163202"/>
              <a:gd name="connsiteY9" fmla="*/ 115212 h 163202"/>
              <a:gd name="connsiteX10" fmla="*/ 115212 w 163202"/>
              <a:gd name="connsiteY10" fmla="*/ 115212 h 163202"/>
              <a:gd name="connsiteX11" fmla="*/ 115212 w 163202"/>
              <a:gd name="connsiteY11" fmla="*/ 102390 h 163202"/>
              <a:gd name="connsiteX12" fmla="*/ 90668 w 163202"/>
              <a:gd name="connsiteY12" fmla="*/ 77845 h 163202"/>
              <a:gd name="connsiteX13" fmla="*/ 90668 w 163202"/>
              <a:gd name="connsiteY13" fmla="*/ 45334 h 163202"/>
              <a:gd name="connsiteX14" fmla="*/ 81601 w 163202"/>
              <a:gd name="connsiteY14" fmla="*/ 36267 h 16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02" h="163202">
                <a:moveTo>
                  <a:pt x="163202" y="81601"/>
                </a:moveTo>
                <a:cubicBezTo>
                  <a:pt x="163202" y="132232"/>
                  <a:pt x="132232" y="163202"/>
                  <a:pt x="81601" y="163202"/>
                </a:cubicBezTo>
                <a:cubicBezTo>
                  <a:pt x="30970" y="163202"/>
                  <a:pt x="0" y="132232"/>
                  <a:pt x="0" y="81601"/>
                </a:cubicBezTo>
                <a:cubicBezTo>
                  <a:pt x="0" y="30970"/>
                  <a:pt x="30970" y="0"/>
                  <a:pt x="81601" y="0"/>
                </a:cubicBezTo>
                <a:cubicBezTo>
                  <a:pt x="132232" y="0"/>
                  <a:pt x="163202" y="30970"/>
                  <a:pt x="163202" y="81601"/>
                </a:cubicBezTo>
                <a:close/>
                <a:moveTo>
                  <a:pt x="81601" y="36267"/>
                </a:moveTo>
                <a:cubicBezTo>
                  <a:pt x="76594" y="36267"/>
                  <a:pt x="72534" y="40326"/>
                  <a:pt x="72534" y="45334"/>
                </a:cubicBezTo>
                <a:lnTo>
                  <a:pt x="72534" y="81601"/>
                </a:lnTo>
                <a:cubicBezTo>
                  <a:pt x="72534" y="84006"/>
                  <a:pt x="73490" y="86312"/>
                  <a:pt x="75190" y="88012"/>
                </a:cubicBezTo>
                <a:lnTo>
                  <a:pt x="102390" y="115212"/>
                </a:lnTo>
                <a:cubicBezTo>
                  <a:pt x="105931" y="118753"/>
                  <a:pt x="111672" y="118753"/>
                  <a:pt x="115212" y="115212"/>
                </a:cubicBezTo>
                <a:cubicBezTo>
                  <a:pt x="118753" y="111672"/>
                  <a:pt x="118753" y="105931"/>
                  <a:pt x="115212" y="102390"/>
                </a:cubicBezTo>
                <a:lnTo>
                  <a:pt x="90668" y="77845"/>
                </a:lnTo>
                <a:lnTo>
                  <a:pt x="90668" y="45334"/>
                </a:lnTo>
                <a:cubicBezTo>
                  <a:pt x="90668" y="40326"/>
                  <a:pt x="86608" y="36267"/>
                  <a:pt x="81601" y="36267"/>
                </a:cubicBezTo>
                <a:close/>
              </a:path>
            </a:pathLst>
          </a:custGeom>
          <a:solidFill>
            <a:schemeClr val="tx1">
              <a:lumMod val="50000"/>
              <a:lumOff val="50000"/>
            </a:schemeClr>
          </a:solidFill>
          <a:ln w="8996" cap="flat">
            <a:noFill/>
            <a:prstDash val="solid"/>
            <a:miter/>
          </a:ln>
        </p:spPr>
        <p:txBody>
          <a:bodyPr rtlCol="0" anchor="ctr"/>
          <a:lstStyle/>
          <a:p>
            <a:endParaRPr lang="ru-RU"/>
          </a:p>
        </p:txBody>
      </p:sp>
      <p:sp>
        <p:nvSpPr>
          <p:cNvPr id="24" name="Рисунок 7">
            <a:extLst>
              <a:ext uri="{FF2B5EF4-FFF2-40B4-BE49-F238E27FC236}">
                <a16:creationId xmlns:a16="http://schemas.microsoft.com/office/drawing/2014/main" id="{60C10919-E357-429F-AE1C-7AA67019AB23}"/>
              </a:ext>
            </a:extLst>
          </p:cNvPr>
          <p:cNvSpPr/>
          <p:nvPr/>
        </p:nvSpPr>
        <p:spPr>
          <a:xfrm>
            <a:off x="3345873" y="2868944"/>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25" name="Объект 12">
            <a:extLst>
              <a:ext uri="{FF2B5EF4-FFF2-40B4-BE49-F238E27FC236}">
                <a16:creationId xmlns:a16="http://schemas.microsoft.com/office/drawing/2014/main" id="{EA215AAE-8008-423D-B77E-CB23B4F61A1F}"/>
              </a:ext>
            </a:extLst>
          </p:cNvPr>
          <p:cNvSpPr txBox="1">
            <a:spLocks/>
          </p:cNvSpPr>
          <p:nvPr/>
        </p:nvSpPr>
        <p:spPr>
          <a:xfrm>
            <a:off x="3653734" y="2825104"/>
            <a:ext cx="1614033" cy="238159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marL="0" lvl="2" indent="0">
              <a:buNone/>
            </a:pPr>
            <a:r>
              <a:rPr lang="ru-RU" sz="1400"/>
              <a:t>Здесь может быть твой текст. Размести здесь свой текст. Добавь ещё текст. </a:t>
            </a:r>
          </a:p>
          <a:p>
            <a:pPr marL="0" lvl="2" indent="0">
              <a:buNone/>
            </a:pPr>
            <a:r>
              <a:rPr lang="ru-RU" sz="1400"/>
              <a:t>Здесь может быть твой текст. Размести здесь свой текст. Добавь ещё текст. </a:t>
            </a:r>
          </a:p>
        </p:txBody>
      </p:sp>
      <p:sp>
        <p:nvSpPr>
          <p:cNvPr id="30" name="Объект 12">
            <a:extLst>
              <a:ext uri="{FF2B5EF4-FFF2-40B4-BE49-F238E27FC236}">
                <a16:creationId xmlns:a16="http://schemas.microsoft.com/office/drawing/2014/main" id="{CB56A7BD-28E3-4AAA-9CC2-295E1D9D2DE8}"/>
              </a:ext>
            </a:extLst>
          </p:cNvPr>
          <p:cNvSpPr txBox="1">
            <a:spLocks/>
          </p:cNvSpPr>
          <p:nvPr/>
        </p:nvSpPr>
        <p:spPr>
          <a:xfrm>
            <a:off x="6945596" y="2242260"/>
            <a:ext cx="1997032" cy="53895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1400"/>
              <a:t>Здесь может быть твой подзаголовок </a:t>
            </a:r>
          </a:p>
        </p:txBody>
      </p:sp>
      <p:sp>
        <p:nvSpPr>
          <p:cNvPr id="32" name="Объект 12">
            <a:extLst>
              <a:ext uri="{FF2B5EF4-FFF2-40B4-BE49-F238E27FC236}">
                <a16:creationId xmlns:a16="http://schemas.microsoft.com/office/drawing/2014/main" id="{09F2D6C9-083C-4659-A261-E617B5FD9634}"/>
              </a:ext>
            </a:extLst>
          </p:cNvPr>
          <p:cNvSpPr txBox="1">
            <a:spLocks/>
          </p:cNvSpPr>
          <p:nvPr/>
        </p:nvSpPr>
        <p:spPr>
          <a:xfrm>
            <a:off x="9255695" y="2242260"/>
            <a:ext cx="1997032" cy="53895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1400"/>
              <a:t>Здесь может быть твой подзаголовок </a:t>
            </a:r>
          </a:p>
        </p:txBody>
      </p:sp>
      <p:sp>
        <p:nvSpPr>
          <p:cNvPr id="91" name="Рисунок 32">
            <a:extLst>
              <a:ext uri="{FF2B5EF4-FFF2-40B4-BE49-F238E27FC236}">
                <a16:creationId xmlns:a16="http://schemas.microsoft.com/office/drawing/2014/main" id="{88A60CE0-A2CB-46B9-9AE4-CB347310DBE5}"/>
              </a:ext>
            </a:extLst>
          </p:cNvPr>
          <p:cNvSpPr>
            <a:spLocks noChangeAspect="1"/>
          </p:cNvSpPr>
          <p:nvPr/>
        </p:nvSpPr>
        <p:spPr>
          <a:xfrm>
            <a:off x="6945596" y="3392585"/>
            <a:ext cx="163202" cy="163202"/>
          </a:xfrm>
          <a:custGeom>
            <a:avLst/>
            <a:gdLst>
              <a:gd name="connsiteX0" fmla="*/ 163202 w 163202"/>
              <a:gd name="connsiteY0" fmla="*/ 81601 h 163202"/>
              <a:gd name="connsiteX1" fmla="*/ 81601 w 163202"/>
              <a:gd name="connsiteY1" fmla="*/ 163202 h 163202"/>
              <a:gd name="connsiteX2" fmla="*/ 0 w 163202"/>
              <a:gd name="connsiteY2" fmla="*/ 81601 h 163202"/>
              <a:gd name="connsiteX3" fmla="*/ 81601 w 163202"/>
              <a:gd name="connsiteY3" fmla="*/ 0 h 163202"/>
              <a:gd name="connsiteX4" fmla="*/ 163202 w 163202"/>
              <a:gd name="connsiteY4" fmla="*/ 81601 h 163202"/>
              <a:gd name="connsiteX5" fmla="*/ 81601 w 163202"/>
              <a:gd name="connsiteY5" fmla="*/ 36267 h 163202"/>
              <a:gd name="connsiteX6" fmla="*/ 72534 w 163202"/>
              <a:gd name="connsiteY6" fmla="*/ 45334 h 163202"/>
              <a:gd name="connsiteX7" fmla="*/ 72534 w 163202"/>
              <a:gd name="connsiteY7" fmla="*/ 81601 h 163202"/>
              <a:gd name="connsiteX8" fmla="*/ 75190 w 163202"/>
              <a:gd name="connsiteY8" fmla="*/ 88012 h 163202"/>
              <a:gd name="connsiteX9" fmla="*/ 102390 w 163202"/>
              <a:gd name="connsiteY9" fmla="*/ 115212 h 163202"/>
              <a:gd name="connsiteX10" fmla="*/ 115212 w 163202"/>
              <a:gd name="connsiteY10" fmla="*/ 115212 h 163202"/>
              <a:gd name="connsiteX11" fmla="*/ 115212 w 163202"/>
              <a:gd name="connsiteY11" fmla="*/ 102390 h 163202"/>
              <a:gd name="connsiteX12" fmla="*/ 90668 w 163202"/>
              <a:gd name="connsiteY12" fmla="*/ 77845 h 163202"/>
              <a:gd name="connsiteX13" fmla="*/ 90668 w 163202"/>
              <a:gd name="connsiteY13" fmla="*/ 45334 h 163202"/>
              <a:gd name="connsiteX14" fmla="*/ 81601 w 163202"/>
              <a:gd name="connsiteY14" fmla="*/ 36267 h 16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02" h="163202">
                <a:moveTo>
                  <a:pt x="163202" y="81601"/>
                </a:moveTo>
                <a:cubicBezTo>
                  <a:pt x="163202" y="132232"/>
                  <a:pt x="132232" y="163202"/>
                  <a:pt x="81601" y="163202"/>
                </a:cubicBezTo>
                <a:cubicBezTo>
                  <a:pt x="30970" y="163202"/>
                  <a:pt x="0" y="132232"/>
                  <a:pt x="0" y="81601"/>
                </a:cubicBezTo>
                <a:cubicBezTo>
                  <a:pt x="0" y="30970"/>
                  <a:pt x="30970" y="0"/>
                  <a:pt x="81601" y="0"/>
                </a:cubicBezTo>
                <a:cubicBezTo>
                  <a:pt x="132232" y="0"/>
                  <a:pt x="163202" y="30970"/>
                  <a:pt x="163202" y="81601"/>
                </a:cubicBezTo>
                <a:close/>
                <a:moveTo>
                  <a:pt x="81601" y="36267"/>
                </a:moveTo>
                <a:cubicBezTo>
                  <a:pt x="76594" y="36267"/>
                  <a:pt x="72534" y="40326"/>
                  <a:pt x="72534" y="45334"/>
                </a:cubicBezTo>
                <a:lnTo>
                  <a:pt x="72534" y="81601"/>
                </a:lnTo>
                <a:cubicBezTo>
                  <a:pt x="72534" y="84006"/>
                  <a:pt x="73490" y="86312"/>
                  <a:pt x="75190" y="88012"/>
                </a:cubicBezTo>
                <a:lnTo>
                  <a:pt x="102390" y="115212"/>
                </a:lnTo>
                <a:cubicBezTo>
                  <a:pt x="105931" y="118753"/>
                  <a:pt x="111672" y="118753"/>
                  <a:pt x="115212" y="115212"/>
                </a:cubicBezTo>
                <a:cubicBezTo>
                  <a:pt x="118753" y="111672"/>
                  <a:pt x="118753" y="105931"/>
                  <a:pt x="115212" y="102390"/>
                </a:cubicBezTo>
                <a:lnTo>
                  <a:pt x="90668" y="77845"/>
                </a:lnTo>
                <a:lnTo>
                  <a:pt x="90668" y="45334"/>
                </a:lnTo>
                <a:cubicBezTo>
                  <a:pt x="90668" y="40326"/>
                  <a:pt x="86608" y="36267"/>
                  <a:pt x="81601" y="36267"/>
                </a:cubicBezTo>
                <a:close/>
              </a:path>
            </a:pathLst>
          </a:custGeom>
          <a:solidFill>
            <a:schemeClr val="tx1">
              <a:lumMod val="50000"/>
              <a:lumOff val="50000"/>
            </a:schemeClr>
          </a:solidFill>
          <a:ln w="8996" cap="flat">
            <a:noFill/>
            <a:prstDash val="solid"/>
            <a:miter/>
          </a:ln>
        </p:spPr>
        <p:txBody>
          <a:bodyPr rtlCol="0" anchor="ctr"/>
          <a:lstStyle/>
          <a:p>
            <a:endParaRPr lang="ru-RU"/>
          </a:p>
        </p:txBody>
      </p:sp>
      <p:sp>
        <p:nvSpPr>
          <p:cNvPr id="34" name="Рисунок 7">
            <a:extLst>
              <a:ext uri="{FF2B5EF4-FFF2-40B4-BE49-F238E27FC236}">
                <a16:creationId xmlns:a16="http://schemas.microsoft.com/office/drawing/2014/main" id="{5A8E593A-7F5C-427C-919B-6F53A4D24EFA}"/>
              </a:ext>
            </a:extLst>
          </p:cNvPr>
          <p:cNvSpPr/>
          <p:nvPr/>
        </p:nvSpPr>
        <p:spPr>
          <a:xfrm>
            <a:off x="6945596" y="2868944"/>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35" name="Объект 12">
            <a:extLst>
              <a:ext uri="{FF2B5EF4-FFF2-40B4-BE49-F238E27FC236}">
                <a16:creationId xmlns:a16="http://schemas.microsoft.com/office/drawing/2014/main" id="{21F17864-6222-4E33-80D1-040DD6025440}"/>
              </a:ext>
            </a:extLst>
          </p:cNvPr>
          <p:cNvSpPr txBox="1">
            <a:spLocks/>
          </p:cNvSpPr>
          <p:nvPr/>
        </p:nvSpPr>
        <p:spPr>
          <a:xfrm>
            <a:off x="7253457" y="2825103"/>
            <a:ext cx="1614033" cy="120758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marL="0" lvl="2" indent="0">
              <a:buNone/>
            </a:pPr>
            <a:r>
              <a:rPr lang="ru-RU" sz="1400"/>
              <a:t>Здесь может быть твой текст. </a:t>
            </a:r>
          </a:p>
          <a:p>
            <a:pPr marL="0" lvl="2" indent="0">
              <a:buNone/>
            </a:pPr>
            <a:r>
              <a:rPr lang="ru-RU" sz="1400"/>
              <a:t>Размести здесь свой текст. Добавь ещё текст. </a:t>
            </a:r>
          </a:p>
          <a:p>
            <a:pPr marL="0" lvl="2" indent="0">
              <a:buNone/>
            </a:pPr>
            <a:endParaRPr lang="ru-RU" sz="1400"/>
          </a:p>
        </p:txBody>
      </p:sp>
      <p:sp>
        <p:nvSpPr>
          <p:cNvPr id="94" name="Рисунок 35">
            <a:extLst>
              <a:ext uri="{FF2B5EF4-FFF2-40B4-BE49-F238E27FC236}">
                <a16:creationId xmlns:a16="http://schemas.microsoft.com/office/drawing/2014/main" id="{9C14292D-6BD7-4B83-B4A6-7517259BF827}"/>
              </a:ext>
            </a:extLst>
          </p:cNvPr>
          <p:cNvSpPr>
            <a:spLocks noChangeAspect="1"/>
          </p:cNvSpPr>
          <p:nvPr/>
        </p:nvSpPr>
        <p:spPr>
          <a:xfrm>
            <a:off x="9260166" y="3400153"/>
            <a:ext cx="163202" cy="163202"/>
          </a:xfrm>
          <a:custGeom>
            <a:avLst/>
            <a:gdLst>
              <a:gd name="connsiteX0" fmla="*/ 163202 w 163202"/>
              <a:gd name="connsiteY0" fmla="*/ 81601 h 163202"/>
              <a:gd name="connsiteX1" fmla="*/ 81601 w 163202"/>
              <a:gd name="connsiteY1" fmla="*/ 163202 h 163202"/>
              <a:gd name="connsiteX2" fmla="*/ 0 w 163202"/>
              <a:gd name="connsiteY2" fmla="*/ 81601 h 163202"/>
              <a:gd name="connsiteX3" fmla="*/ 81601 w 163202"/>
              <a:gd name="connsiteY3" fmla="*/ 0 h 163202"/>
              <a:gd name="connsiteX4" fmla="*/ 163202 w 163202"/>
              <a:gd name="connsiteY4" fmla="*/ 81601 h 163202"/>
              <a:gd name="connsiteX5" fmla="*/ 81601 w 163202"/>
              <a:gd name="connsiteY5" fmla="*/ 36267 h 163202"/>
              <a:gd name="connsiteX6" fmla="*/ 72534 w 163202"/>
              <a:gd name="connsiteY6" fmla="*/ 45334 h 163202"/>
              <a:gd name="connsiteX7" fmla="*/ 72534 w 163202"/>
              <a:gd name="connsiteY7" fmla="*/ 81601 h 163202"/>
              <a:gd name="connsiteX8" fmla="*/ 75190 w 163202"/>
              <a:gd name="connsiteY8" fmla="*/ 88012 h 163202"/>
              <a:gd name="connsiteX9" fmla="*/ 102390 w 163202"/>
              <a:gd name="connsiteY9" fmla="*/ 115212 h 163202"/>
              <a:gd name="connsiteX10" fmla="*/ 115212 w 163202"/>
              <a:gd name="connsiteY10" fmla="*/ 115212 h 163202"/>
              <a:gd name="connsiteX11" fmla="*/ 115212 w 163202"/>
              <a:gd name="connsiteY11" fmla="*/ 102390 h 163202"/>
              <a:gd name="connsiteX12" fmla="*/ 90668 w 163202"/>
              <a:gd name="connsiteY12" fmla="*/ 77845 h 163202"/>
              <a:gd name="connsiteX13" fmla="*/ 90668 w 163202"/>
              <a:gd name="connsiteY13" fmla="*/ 45334 h 163202"/>
              <a:gd name="connsiteX14" fmla="*/ 81601 w 163202"/>
              <a:gd name="connsiteY14" fmla="*/ 36267 h 16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02" h="163202">
                <a:moveTo>
                  <a:pt x="163202" y="81601"/>
                </a:moveTo>
                <a:cubicBezTo>
                  <a:pt x="163202" y="132232"/>
                  <a:pt x="132232" y="163202"/>
                  <a:pt x="81601" y="163202"/>
                </a:cubicBezTo>
                <a:cubicBezTo>
                  <a:pt x="30970" y="163202"/>
                  <a:pt x="0" y="132232"/>
                  <a:pt x="0" y="81601"/>
                </a:cubicBezTo>
                <a:cubicBezTo>
                  <a:pt x="0" y="30970"/>
                  <a:pt x="30970" y="0"/>
                  <a:pt x="81601" y="0"/>
                </a:cubicBezTo>
                <a:cubicBezTo>
                  <a:pt x="132232" y="0"/>
                  <a:pt x="163202" y="30970"/>
                  <a:pt x="163202" y="81601"/>
                </a:cubicBezTo>
                <a:close/>
                <a:moveTo>
                  <a:pt x="81601" y="36267"/>
                </a:moveTo>
                <a:cubicBezTo>
                  <a:pt x="76594" y="36267"/>
                  <a:pt x="72534" y="40326"/>
                  <a:pt x="72534" y="45334"/>
                </a:cubicBezTo>
                <a:lnTo>
                  <a:pt x="72534" y="81601"/>
                </a:lnTo>
                <a:cubicBezTo>
                  <a:pt x="72534" y="84006"/>
                  <a:pt x="73490" y="86312"/>
                  <a:pt x="75190" y="88012"/>
                </a:cubicBezTo>
                <a:lnTo>
                  <a:pt x="102390" y="115212"/>
                </a:lnTo>
                <a:cubicBezTo>
                  <a:pt x="105931" y="118753"/>
                  <a:pt x="111672" y="118753"/>
                  <a:pt x="115212" y="115212"/>
                </a:cubicBezTo>
                <a:cubicBezTo>
                  <a:pt x="118753" y="111672"/>
                  <a:pt x="118753" y="105931"/>
                  <a:pt x="115212" y="102390"/>
                </a:cubicBezTo>
                <a:lnTo>
                  <a:pt x="90668" y="77845"/>
                </a:lnTo>
                <a:lnTo>
                  <a:pt x="90668" y="45334"/>
                </a:lnTo>
                <a:cubicBezTo>
                  <a:pt x="90668" y="40326"/>
                  <a:pt x="86608" y="36267"/>
                  <a:pt x="81601" y="36267"/>
                </a:cubicBezTo>
                <a:close/>
              </a:path>
            </a:pathLst>
          </a:custGeom>
          <a:solidFill>
            <a:schemeClr val="tx1">
              <a:lumMod val="50000"/>
              <a:lumOff val="50000"/>
            </a:schemeClr>
          </a:solidFill>
          <a:ln w="8996" cap="flat">
            <a:noFill/>
            <a:prstDash val="solid"/>
            <a:miter/>
          </a:ln>
        </p:spPr>
        <p:txBody>
          <a:bodyPr rtlCol="0" anchor="ctr"/>
          <a:lstStyle/>
          <a:p>
            <a:endParaRPr lang="ru-RU"/>
          </a:p>
        </p:txBody>
      </p:sp>
      <p:sp>
        <p:nvSpPr>
          <p:cNvPr id="37" name="Рисунок 7">
            <a:extLst>
              <a:ext uri="{FF2B5EF4-FFF2-40B4-BE49-F238E27FC236}">
                <a16:creationId xmlns:a16="http://schemas.microsoft.com/office/drawing/2014/main" id="{6700F582-5235-4C56-B7B0-C10D685F9482}"/>
              </a:ext>
            </a:extLst>
          </p:cNvPr>
          <p:cNvSpPr/>
          <p:nvPr/>
        </p:nvSpPr>
        <p:spPr>
          <a:xfrm>
            <a:off x="9260166" y="2868944"/>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38" name="Объект 12">
            <a:extLst>
              <a:ext uri="{FF2B5EF4-FFF2-40B4-BE49-F238E27FC236}">
                <a16:creationId xmlns:a16="http://schemas.microsoft.com/office/drawing/2014/main" id="{9D0FE077-70A3-44E2-9CC1-93084E716FE8}"/>
              </a:ext>
            </a:extLst>
          </p:cNvPr>
          <p:cNvSpPr txBox="1">
            <a:spLocks/>
          </p:cNvSpPr>
          <p:nvPr/>
        </p:nvSpPr>
        <p:spPr>
          <a:xfrm>
            <a:off x="9568027" y="2825104"/>
            <a:ext cx="1614033" cy="141980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marL="0" lvl="2" indent="0">
              <a:buNone/>
            </a:pPr>
            <a:r>
              <a:rPr lang="ru-RU" sz="1400"/>
              <a:t>Здесь может быть твой текст. </a:t>
            </a:r>
          </a:p>
          <a:p>
            <a:pPr marL="0" lvl="2" indent="0">
              <a:buNone/>
            </a:pPr>
            <a:r>
              <a:rPr lang="ru-RU" sz="1400"/>
              <a:t>Размести здесь свой текст. </a:t>
            </a:r>
          </a:p>
          <a:p>
            <a:pPr marL="0" lvl="2" indent="0">
              <a:buNone/>
            </a:pPr>
            <a:r>
              <a:rPr lang="ru-RU" sz="1400"/>
              <a:t>Добавь ещё текст. </a:t>
            </a:r>
          </a:p>
        </p:txBody>
      </p:sp>
      <p:sp>
        <p:nvSpPr>
          <p:cNvPr id="39" name="Рисунок 7">
            <a:extLst>
              <a:ext uri="{FF2B5EF4-FFF2-40B4-BE49-F238E27FC236}">
                <a16:creationId xmlns:a16="http://schemas.microsoft.com/office/drawing/2014/main" id="{B0614566-89CF-4FC5-ACE6-513F817F3276}"/>
              </a:ext>
            </a:extLst>
          </p:cNvPr>
          <p:cNvSpPr/>
          <p:nvPr/>
        </p:nvSpPr>
        <p:spPr>
          <a:xfrm>
            <a:off x="9260166" y="3930749"/>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42" name="Объект 12">
            <a:extLst>
              <a:ext uri="{FF2B5EF4-FFF2-40B4-BE49-F238E27FC236}">
                <a16:creationId xmlns:a16="http://schemas.microsoft.com/office/drawing/2014/main" id="{249787D2-59F2-4BA3-97F1-C0CC4D3FE0AD}"/>
              </a:ext>
            </a:extLst>
          </p:cNvPr>
          <p:cNvSpPr txBox="1">
            <a:spLocks/>
          </p:cNvSpPr>
          <p:nvPr/>
        </p:nvSpPr>
        <p:spPr>
          <a:xfrm>
            <a:off x="6945596" y="4207407"/>
            <a:ext cx="1997032" cy="48097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1400"/>
              <a:t>Здесь может быть твой подзаголовок </a:t>
            </a:r>
          </a:p>
        </p:txBody>
      </p:sp>
      <p:sp>
        <p:nvSpPr>
          <p:cNvPr id="92" name="Рисунок 42">
            <a:extLst>
              <a:ext uri="{FF2B5EF4-FFF2-40B4-BE49-F238E27FC236}">
                <a16:creationId xmlns:a16="http://schemas.microsoft.com/office/drawing/2014/main" id="{10445ECE-0357-4C59-BA8F-35A180215744}"/>
              </a:ext>
            </a:extLst>
          </p:cNvPr>
          <p:cNvSpPr>
            <a:spLocks noChangeAspect="1"/>
          </p:cNvSpPr>
          <p:nvPr/>
        </p:nvSpPr>
        <p:spPr>
          <a:xfrm>
            <a:off x="6945596" y="5282414"/>
            <a:ext cx="163202" cy="163202"/>
          </a:xfrm>
          <a:custGeom>
            <a:avLst/>
            <a:gdLst>
              <a:gd name="connsiteX0" fmla="*/ 163202 w 163202"/>
              <a:gd name="connsiteY0" fmla="*/ 81601 h 163202"/>
              <a:gd name="connsiteX1" fmla="*/ 81601 w 163202"/>
              <a:gd name="connsiteY1" fmla="*/ 163202 h 163202"/>
              <a:gd name="connsiteX2" fmla="*/ 0 w 163202"/>
              <a:gd name="connsiteY2" fmla="*/ 81601 h 163202"/>
              <a:gd name="connsiteX3" fmla="*/ 81601 w 163202"/>
              <a:gd name="connsiteY3" fmla="*/ 0 h 163202"/>
              <a:gd name="connsiteX4" fmla="*/ 163202 w 163202"/>
              <a:gd name="connsiteY4" fmla="*/ 81601 h 163202"/>
              <a:gd name="connsiteX5" fmla="*/ 81601 w 163202"/>
              <a:gd name="connsiteY5" fmla="*/ 36267 h 163202"/>
              <a:gd name="connsiteX6" fmla="*/ 72534 w 163202"/>
              <a:gd name="connsiteY6" fmla="*/ 45334 h 163202"/>
              <a:gd name="connsiteX7" fmla="*/ 72534 w 163202"/>
              <a:gd name="connsiteY7" fmla="*/ 81601 h 163202"/>
              <a:gd name="connsiteX8" fmla="*/ 75190 w 163202"/>
              <a:gd name="connsiteY8" fmla="*/ 88012 h 163202"/>
              <a:gd name="connsiteX9" fmla="*/ 102390 w 163202"/>
              <a:gd name="connsiteY9" fmla="*/ 115212 h 163202"/>
              <a:gd name="connsiteX10" fmla="*/ 115212 w 163202"/>
              <a:gd name="connsiteY10" fmla="*/ 115212 h 163202"/>
              <a:gd name="connsiteX11" fmla="*/ 115212 w 163202"/>
              <a:gd name="connsiteY11" fmla="*/ 102390 h 163202"/>
              <a:gd name="connsiteX12" fmla="*/ 90668 w 163202"/>
              <a:gd name="connsiteY12" fmla="*/ 77845 h 163202"/>
              <a:gd name="connsiteX13" fmla="*/ 90668 w 163202"/>
              <a:gd name="connsiteY13" fmla="*/ 45334 h 163202"/>
              <a:gd name="connsiteX14" fmla="*/ 81601 w 163202"/>
              <a:gd name="connsiteY14" fmla="*/ 36267 h 16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02" h="163202">
                <a:moveTo>
                  <a:pt x="163202" y="81601"/>
                </a:moveTo>
                <a:cubicBezTo>
                  <a:pt x="163202" y="132232"/>
                  <a:pt x="132232" y="163202"/>
                  <a:pt x="81601" y="163202"/>
                </a:cubicBezTo>
                <a:cubicBezTo>
                  <a:pt x="30970" y="163202"/>
                  <a:pt x="0" y="132232"/>
                  <a:pt x="0" y="81601"/>
                </a:cubicBezTo>
                <a:cubicBezTo>
                  <a:pt x="0" y="30970"/>
                  <a:pt x="30970" y="0"/>
                  <a:pt x="81601" y="0"/>
                </a:cubicBezTo>
                <a:cubicBezTo>
                  <a:pt x="132232" y="0"/>
                  <a:pt x="163202" y="30970"/>
                  <a:pt x="163202" y="81601"/>
                </a:cubicBezTo>
                <a:close/>
                <a:moveTo>
                  <a:pt x="81601" y="36267"/>
                </a:moveTo>
                <a:cubicBezTo>
                  <a:pt x="76594" y="36267"/>
                  <a:pt x="72534" y="40326"/>
                  <a:pt x="72534" y="45334"/>
                </a:cubicBezTo>
                <a:lnTo>
                  <a:pt x="72534" y="81601"/>
                </a:lnTo>
                <a:cubicBezTo>
                  <a:pt x="72534" y="84006"/>
                  <a:pt x="73490" y="86312"/>
                  <a:pt x="75190" y="88012"/>
                </a:cubicBezTo>
                <a:lnTo>
                  <a:pt x="102390" y="115212"/>
                </a:lnTo>
                <a:cubicBezTo>
                  <a:pt x="105931" y="118753"/>
                  <a:pt x="111672" y="118753"/>
                  <a:pt x="115212" y="115212"/>
                </a:cubicBezTo>
                <a:cubicBezTo>
                  <a:pt x="118753" y="111672"/>
                  <a:pt x="118753" y="105931"/>
                  <a:pt x="115212" y="102390"/>
                </a:cubicBezTo>
                <a:lnTo>
                  <a:pt x="90668" y="77845"/>
                </a:lnTo>
                <a:lnTo>
                  <a:pt x="90668" y="45334"/>
                </a:lnTo>
                <a:cubicBezTo>
                  <a:pt x="90668" y="40326"/>
                  <a:pt x="86608" y="36267"/>
                  <a:pt x="81601" y="36267"/>
                </a:cubicBezTo>
                <a:close/>
              </a:path>
            </a:pathLst>
          </a:custGeom>
          <a:solidFill>
            <a:schemeClr val="tx1">
              <a:lumMod val="50000"/>
              <a:lumOff val="50000"/>
            </a:schemeClr>
          </a:solidFill>
          <a:ln w="8996" cap="flat">
            <a:noFill/>
            <a:prstDash val="solid"/>
            <a:miter/>
          </a:ln>
        </p:spPr>
        <p:txBody>
          <a:bodyPr rtlCol="0" anchor="ctr"/>
          <a:lstStyle/>
          <a:p>
            <a:endParaRPr lang="ru-RU"/>
          </a:p>
        </p:txBody>
      </p:sp>
      <p:sp>
        <p:nvSpPr>
          <p:cNvPr id="44" name="Рисунок 7">
            <a:extLst>
              <a:ext uri="{FF2B5EF4-FFF2-40B4-BE49-F238E27FC236}">
                <a16:creationId xmlns:a16="http://schemas.microsoft.com/office/drawing/2014/main" id="{A8C92B82-8C9B-4E5E-8FF8-18E0A0DAEF9C}"/>
              </a:ext>
            </a:extLst>
          </p:cNvPr>
          <p:cNvSpPr/>
          <p:nvPr/>
        </p:nvSpPr>
        <p:spPr>
          <a:xfrm>
            <a:off x="6945596" y="4758773"/>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45" name="Объект 12">
            <a:extLst>
              <a:ext uri="{FF2B5EF4-FFF2-40B4-BE49-F238E27FC236}">
                <a16:creationId xmlns:a16="http://schemas.microsoft.com/office/drawing/2014/main" id="{6F1516C2-895A-4637-886B-C7F0A4E2B2BA}"/>
              </a:ext>
            </a:extLst>
          </p:cNvPr>
          <p:cNvSpPr txBox="1">
            <a:spLocks/>
          </p:cNvSpPr>
          <p:nvPr/>
        </p:nvSpPr>
        <p:spPr>
          <a:xfrm>
            <a:off x="7253457" y="4714933"/>
            <a:ext cx="1614033" cy="103622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marL="0" lvl="2" indent="0">
              <a:buNone/>
            </a:pPr>
            <a:r>
              <a:rPr lang="ru-RU" sz="1400"/>
              <a:t>Здесь может быть твой текст. </a:t>
            </a:r>
          </a:p>
          <a:p>
            <a:pPr marL="0" lvl="2" indent="0">
              <a:buNone/>
            </a:pPr>
            <a:r>
              <a:rPr lang="ru-RU" sz="1400"/>
              <a:t>Размести здесь свой текст. </a:t>
            </a:r>
          </a:p>
          <a:p>
            <a:pPr marL="0" lvl="2" indent="0">
              <a:buNone/>
            </a:pPr>
            <a:endParaRPr lang="ru-RU" sz="1400"/>
          </a:p>
        </p:txBody>
      </p:sp>
      <p:sp>
        <p:nvSpPr>
          <p:cNvPr id="50" name="Объект 12">
            <a:extLst>
              <a:ext uri="{FF2B5EF4-FFF2-40B4-BE49-F238E27FC236}">
                <a16:creationId xmlns:a16="http://schemas.microsoft.com/office/drawing/2014/main" id="{2AF17908-7789-4DF7-967E-EF779C54DF53}"/>
              </a:ext>
            </a:extLst>
          </p:cNvPr>
          <p:cNvSpPr txBox="1">
            <a:spLocks/>
          </p:cNvSpPr>
          <p:nvPr/>
        </p:nvSpPr>
        <p:spPr>
          <a:xfrm>
            <a:off x="9234131" y="4371626"/>
            <a:ext cx="1997032" cy="48097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1400"/>
              <a:t>Здесь может быть твой подзаголовок </a:t>
            </a:r>
          </a:p>
        </p:txBody>
      </p:sp>
      <p:sp>
        <p:nvSpPr>
          <p:cNvPr id="52" name="Рисунок 7">
            <a:extLst>
              <a:ext uri="{FF2B5EF4-FFF2-40B4-BE49-F238E27FC236}">
                <a16:creationId xmlns:a16="http://schemas.microsoft.com/office/drawing/2014/main" id="{4E53CC0A-B4A1-4095-A7DE-0237D3942B31}"/>
              </a:ext>
            </a:extLst>
          </p:cNvPr>
          <p:cNvSpPr/>
          <p:nvPr/>
        </p:nvSpPr>
        <p:spPr>
          <a:xfrm>
            <a:off x="9234131" y="4926637"/>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53" name="Объект 12">
            <a:extLst>
              <a:ext uri="{FF2B5EF4-FFF2-40B4-BE49-F238E27FC236}">
                <a16:creationId xmlns:a16="http://schemas.microsoft.com/office/drawing/2014/main" id="{AB3F1413-B493-4A67-B9F9-5E5F693B9963}"/>
              </a:ext>
            </a:extLst>
          </p:cNvPr>
          <p:cNvSpPr txBox="1">
            <a:spLocks/>
          </p:cNvSpPr>
          <p:nvPr/>
        </p:nvSpPr>
        <p:spPr>
          <a:xfrm>
            <a:off x="9541992" y="4853227"/>
            <a:ext cx="1614033" cy="89792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marL="0" lvl="2" indent="0">
              <a:buNone/>
            </a:pPr>
            <a:r>
              <a:rPr lang="ru-RU" sz="1400"/>
              <a:t>Здесь может быть твой текст. </a:t>
            </a:r>
          </a:p>
        </p:txBody>
      </p:sp>
      <p:grpSp>
        <p:nvGrpSpPr>
          <p:cNvPr id="18" name="Группа 17">
            <a:extLst>
              <a:ext uri="{FF2B5EF4-FFF2-40B4-BE49-F238E27FC236}">
                <a16:creationId xmlns:a16="http://schemas.microsoft.com/office/drawing/2014/main" id="{E95AB4E2-2857-3174-5056-8968AEB1D2CB}"/>
              </a:ext>
            </a:extLst>
          </p:cNvPr>
          <p:cNvGrpSpPr/>
          <p:nvPr/>
        </p:nvGrpSpPr>
        <p:grpSpPr>
          <a:xfrm>
            <a:off x="8802857" y="1514905"/>
            <a:ext cx="803644" cy="252000"/>
            <a:chOff x="8802857" y="1514905"/>
            <a:chExt cx="803644" cy="252000"/>
          </a:xfrm>
        </p:grpSpPr>
        <p:sp>
          <p:nvSpPr>
            <p:cNvPr id="55" name="Прямоугольник: скругленные углы 54">
              <a:extLst>
                <a:ext uri="{FF2B5EF4-FFF2-40B4-BE49-F238E27FC236}">
                  <a16:creationId xmlns:a16="http://schemas.microsoft.com/office/drawing/2014/main" id="{3EB5CF50-71E9-47FE-871F-A124AB3FA786}"/>
                </a:ext>
              </a:extLst>
            </p:cNvPr>
            <p:cNvSpPr/>
            <p:nvPr/>
          </p:nvSpPr>
          <p:spPr>
            <a:xfrm>
              <a:off x="8802857" y="1514905"/>
              <a:ext cx="803644"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2023</a:t>
              </a:r>
            </a:p>
          </p:txBody>
        </p:sp>
        <p:sp>
          <p:nvSpPr>
            <p:cNvPr id="56" name="Полилиния: фигура 55">
              <a:extLst>
                <a:ext uri="{FF2B5EF4-FFF2-40B4-BE49-F238E27FC236}">
                  <a16:creationId xmlns:a16="http://schemas.microsoft.com/office/drawing/2014/main" id="{3B752778-EA56-4253-B5D5-00D75447E2E2}"/>
                </a:ext>
              </a:extLst>
            </p:cNvPr>
            <p:cNvSpPr/>
            <p:nvPr/>
          </p:nvSpPr>
          <p:spPr>
            <a:xfrm>
              <a:off x="8912948" y="1571652"/>
              <a:ext cx="121049" cy="130969"/>
            </a:xfrm>
            <a:custGeom>
              <a:avLst/>
              <a:gdLst>
                <a:gd name="connsiteX0" fmla="*/ 42863 w 171450"/>
                <a:gd name="connsiteY0" fmla="*/ 85725 h 171450"/>
                <a:gd name="connsiteX1" fmla="*/ 34455 w 171450"/>
                <a:gd name="connsiteY1" fmla="*/ 86450 h 171450"/>
                <a:gd name="connsiteX2" fmla="*/ 29300 w 171450"/>
                <a:gd name="connsiteY2" fmla="*/ 91605 h 171450"/>
                <a:gd name="connsiteX3" fmla="*/ 28575 w 171450"/>
                <a:gd name="connsiteY3" fmla="*/ 100013 h 171450"/>
                <a:gd name="connsiteX4" fmla="*/ 29300 w 171450"/>
                <a:gd name="connsiteY4" fmla="*/ 108420 h 171450"/>
                <a:gd name="connsiteX5" fmla="*/ 34455 w 171450"/>
                <a:gd name="connsiteY5" fmla="*/ 113575 h 171450"/>
                <a:gd name="connsiteX6" fmla="*/ 42863 w 171450"/>
                <a:gd name="connsiteY6" fmla="*/ 114300 h 171450"/>
                <a:gd name="connsiteX7" fmla="*/ 51270 w 171450"/>
                <a:gd name="connsiteY7" fmla="*/ 113575 h 171450"/>
                <a:gd name="connsiteX8" fmla="*/ 56425 w 171450"/>
                <a:gd name="connsiteY8" fmla="*/ 108420 h 171450"/>
                <a:gd name="connsiteX9" fmla="*/ 57150 w 171450"/>
                <a:gd name="connsiteY9" fmla="*/ 100013 h 171450"/>
                <a:gd name="connsiteX10" fmla="*/ 56425 w 171450"/>
                <a:gd name="connsiteY10" fmla="*/ 91605 h 171450"/>
                <a:gd name="connsiteX11" fmla="*/ 51270 w 171450"/>
                <a:gd name="connsiteY11" fmla="*/ 86450 h 171450"/>
                <a:gd name="connsiteX12" fmla="*/ 42863 w 171450"/>
                <a:gd name="connsiteY12" fmla="*/ 85725 h 171450"/>
                <a:gd name="connsiteX13" fmla="*/ 9525 w 171450"/>
                <a:gd name="connsiteY13" fmla="*/ 66675 h 171450"/>
                <a:gd name="connsiteX14" fmla="*/ 161925 w 171450"/>
                <a:gd name="connsiteY14" fmla="*/ 66675 h 171450"/>
                <a:gd name="connsiteX15" fmla="*/ 170751 w 171450"/>
                <a:gd name="connsiteY15" fmla="*/ 76200 h 171450"/>
                <a:gd name="connsiteX16" fmla="*/ 171450 w 171450"/>
                <a:gd name="connsiteY16" fmla="*/ 95250 h 171450"/>
                <a:gd name="connsiteX17" fmla="*/ 85725 w 171450"/>
                <a:gd name="connsiteY17" fmla="*/ 171450 h 171450"/>
                <a:gd name="connsiteX18" fmla="*/ 0 w 171450"/>
                <a:gd name="connsiteY18" fmla="*/ 95250 h 171450"/>
                <a:gd name="connsiteX19" fmla="*/ 699 w 171450"/>
                <a:gd name="connsiteY19" fmla="*/ 76200 h 171450"/>
                <a:gd name="connsiteX20" fmla="*/ 9525 w 171450"/>
                <a:gd name="connsiteY20" fmla="*/ 66675 h 171450"/>
                <a:gd name="connsiteX21" fmla="*/ 47625 w 171450"/>
                <a:gd name="connsiteY21" fmla="*/ 0 h 171450"/>
                <a:gd name="connsiteX22" fmla="*/ 57150 w 171450"/>
                <a:gd name="connsiteY22" fmla="*/ 19050 h 171450"/>
                <a:gd name="connsiteX23" fmla="*/ 114300 w 171450"/>
                <a:gd name="connsiteY23" fmla="*/ 19050 h 171450"/>
                <a:gd name="connsiteX24" fmla="*/ 123825 w 171450"/>
                <a:gd name="connsiteY24" fmla="*/ 0 h 171450"/>
                <a:gd name="connsiteX25" fmla="*/ 133350 w 171450"/>
                <a:gd name="connsiteY25" fmla="*/ 19050 h 171450"/>
                <a:gd name="connsiteX26" fmla="*/ 171450 w 171450"/>
                <a:gd name="connsiteY26" fmla="*/ 47625 h 171450"/>
                <a:gd name="connsiteX27" fmla="*/ 155168 w 171450"/>
                <a:gd name="connsiteY27" fmla="*/ 57166 h 171450"/>
                <a:gd name="connsiteX28" fmla="*/ 152400 w 171450"/>
                <a:gd name="connsiteY28" fmla="*/ 57150 h 171450"/>
                <a:gd name="connsiteX29" fmla="*/ 19050 w 171450"/>
                <a:gd name="connsiteY29" fmla="*/ 57150 h 171450"/>
                <a:gd name="connsiteX30" fmla="*/ 0 w 171450"/>
                <a:gd name="connsiteY30" fmla="*/ 47625 h 171450"/>
                <a:gd name="connsiteX31" fmla="*/ 38100 w 171450"/>
                <a:gd name="connsiteY31" fmla="*/ 19050 h 171450"/>
                <a:gd name="connsiteX32" fmla="*/ 47625 w 171450"/>
                <a:gd name="connsiteY32"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71450">
                  <a:moveTo>
                    <a:pt x="42863" y="85725"/>
                  </a:moveTo>
                  <a:cubicBezTo>
                    <a:pt x="38424" y="85725"/>
                    <a:pt x="36205" y="85725"/>
                    <a:pt x="34455" y="86450"/>
                  </a:cubicBezTo>
                  <a:cubicBezTo>
                    <a:pt x="32121" y="87417"/>
                    <a:pt x="30267" y="89271"/>
                    <a:pt x="29300" y="91605"/>
                  </a:cubicBezTo>
                  <a:cubicBezTo>
                    <a:pt x="28575" y="93355"/>
                    <a:pt x="28575" y="95575"/>
                    <a:pt x="28575" y="100013"/>
                  </a:cubicBezTo>
                  <a:cubicBezTo>
                    <a:pt x="28575" y="104450"/>
                    <a:pt x="28575" y="106670"/>
                    <a:pt x="29300" y="108420"/>
                  </a:cubicBezTo>
                  <a:cubicBezTo>
                    <a:pt x="30267" y="110754"/>
                    <a:pt x="32121" y="112608"/>
                    <a:pt x="34455" y="113575"/>
                  </a:cubicBezTo>
                  <a:cubicBezTo>
                    <a:pt x="36205" y="114300"/>
                    <a:pt x="38424" y="114300"/>
                    <a:pt x="42863" y="114300"/>
                  </a:cubicBezTo>
                  <a:cubicBezTo>
                    <a:pt x="47301" y="114300"/>
                    <a:pt x="49520" y="114300"/>
                    <a:pt x="51270" y="113575"/>
                  </a:cubicBezTo>
                  <a:cubicBezTo>
                    <a:pt x="53604" y="112608"/>
                    <a:pt x="55458" y="110754"/>
                    <a:pt x="56425" y="108420"/>
                  </a:cubicBezTo>
                  <a:cubicBezTo>
                    <a:pt x="57150" y="106670"/>
                    <a:pt x="57150" y="104450"/>
                    <a:pt x="57150" y="100013"/>
                  </a:cubicBezTo>
                  <a:cubicBezTo>
                    <a:pt x="57150" y="95575"/>
                    <a:pt x="57150" y="93355"/>
                    <a:pt x="56425" y="91605"/>
                  </a:cubicBezTo>
                  <a:cubicBezTo>
                    <a:pt x="55458" y="89271"/>
                    <a:pt x="53604" y="87417"/>
                    <a:pt x="51270" y="86450"/>
                  </a:cubicBezTo>
                  <a:cubicBezTo>
                    <a:pt x="49520" y="85725"/>
                    <a:pt x="47301" y="85725"/>
                    <a:pt x="42863" y="85725"/>
                  </a:cubicBezTo>
                  <a:close/>
                  <a:moveTo>
                    <a:pt x="9525" y="66675"/>
                  </a:moveTo>
                  <a:lnTo>
                    <a:pt x="161925" y="66675"/>
                  </a:lnTo>
                  <a:cubicBezTo>
                    <a:pt x="166688" y="66675"/>
                    <a:pt x="170260" y="70382"/>
                    <a:pt x="170751" y="76200"/>
                  </a:cubicBezTo>
                  <a:cubicBezTo>
                    <a:pt x="171242" y="82018"/>
                    <a:pt x="171450" y="88357"/>
                    <a:pt x="171450" y="95250"/>
                  </a:cubicBezTo>
                  <a:cubicBezTo>
                    <a:pt x="171450" y="161925"/>
                    <a:pt x="161925" y="171450"/>
                    <a:pt x="85725" y="171450"/>
                  </a:cubicBezTo>
                  <a:cubicBezTo>
                    <a:pt x="9525" y="171450"/>
                    <a:pt x="0" y="161925"/>
                    <a:pt x="0" y="95250"/>
                  </a:cubicBezTo>
                  <a:cubicBezTo>
                    <a:pt x="0" y="88357"/>
                    <a:pt x="208" y="82018"/>
                    <a:pt x="699" y="76200"/>
                  </a:cubicBezTo>
                  <a:cubicBezTo>
                    <a:pt x="1190" y="70382"/>
                    <a:pt x="4763" y="66675"/>
                    <a:pt x="9525" y="66675"/>
                  </a:cubicBezTo>
                  <a:close/>
                  <a:moveTo>
                    <a:pt x="47625" y="0"/>
                  </a:moveTo>
                  <a:cubicBezTo>
                    <a:pt x="57150" y="0"/>
                    <a:pt x="57150" y="4764"/>
                    <a:pt x="57150" y="19050"/>
                  </a:cubicBezTo>
                  <a:lnTo>
                    <a:pt x="114300" y="19050"/>
                  </a:lnTo>
                  <a:cubicBezTo>
                    <a:pt x="114300" y="4764"/>
                    <a:pt x="114300" y="0"/>
                    <a:pt x="123825" y="0"/>
                  </a:cubicBezTo>
                  <a:cubicBezTo>
                    <a:pt x="133350" y="0"/>
                    <a:pt x="133350" y="4763"/>
                    <a:pt x="133350" y="19050"/>
                  </a:cubicBezTo>
                  <a:cubicBezTo>
                    <a:pt x="157162" y="19050"/>
                    <a:pt x="171450" y="23813"/>
                    <a:pt x="171450" y="47625"/>
                  </a:cubicBezTo>
                  <a:cubicBezTo>
                    <a:pt x="171450" y="57306"/>
                    <a:pt x="164691" y="57248"/>
                    <a:pt x="155168" y="57166"/>
                  </a:cubicBezTo>
                  <a:cubicBezTo>
                    <a:pt x="154269" y="57158"/>
                    <a:pt x="153345" y="57150"/>
                    <a:pt x="152400" y="57150"/>
                  </a:cubicBezTo>
                  <a:lnTo>
                    <a:pt x="19050" y="57150"/>
                  </a:lnTo>
                  <a:cubicBezTo>
                    <a:pt x="8096" y="57150"/>
                    <a:pt x="0" y="57150"/>
                    <a:pt x="0" y="47625"/>
                  </a:cubicBezTo>
                  <a:cubicBezTo>
                    <a:pt x="0" y="24937"/>
                    <a:pt x="14287" y="19050"/>
                    <a:pt x="38100" y="19050"/>
                  </a:cubicBezTo>
                  <a:cubicBezTo>
                    <a:pt x="38100" y="4763"/>
                    <a:pt x="38100" y="0"/>
                    <a:pt x="47625" y="0"/>
                  </a:cubicBezTo>
                  <a:close/>
                </a:path>
              </a:pathLst>
            </a:custGeom>
            <a:solidFill>
              <a:schemeClr val="bg1"/>
            </a:solidFill>
            <a:ln w="9525" cap="flat">
              <a:noFill/>
              <a:prstDash val="solid"/>
              <a:miter/>
            </a:ln>
          </p:spPr>
          <p:txBody>
            <a:bodyPr wrap="none" rtlCol="0" anchor="ctr"/>
            <a:lstStyle/>
            <a:p>
              <a:endParaRPr lang="ru-RU" sz="1400" b="1"/>
            </a:p>
          </p:txBody>
        </p:sp>
      </p:grpSp>
      <p:pic>
        <p:nvPicPr>
          <p:cNvPr id="88" name="Рисунок 87">
            <a:extLst>
              <a:ext uri="{FF2B5EF4-FFF2-40B4-BE49-F238E27FC236}">
                <a16:creationId xmlns:a16="http://schemas.microsoft.com/office/drawing/2014/main" id="{CE817EB3-4DE0-4BAF-831D-0E29B1ACB2F4}"/>
              </a:ext>
            </a:extLst>
          </p:cNvPr>
          <p:cNvPicPr>
            <a:picLocks noChangeAspect="1"/>
          </p:cNvPicPr>
          <p:nvPr/>
        </p:nvPicPr>
        <p:blipFill rotWithShape="1">
          <a:blip r:embed="rId2">
            <a:extLst>
              <a:ext uri="{28A0092B-C50C-407E-A947-70E740481C1C}">
                <a14:useLocalDpi xmlns:a14="http://schemas.microsoft.com/office/drawing/2010/main" val="0"/>
              </a:ext>
            </a:extLst>
          </a:blip>
          <a:srcRect l="-6414" t="865" r="6414" b="23434"/>
          <a:stretch/>
        </p:blipFill>
        <p:spPr>
          <a:xfrm rot="460743">
            <a:off x="559977" y="4394678"/>
            <a:ext cx="2003124" cy="1516379"/>
          </a:xfrm>
          <a:custGeom>
            <a:avLst/>
            <a:gdLst>
              <a:gd name="connsiteX0" fmla="*/ 0 w 2472435"/>
              <a:gd name="connsiteY0" fmla="*/ 0 h 1871651"/>
              <a:gd name="connsiteX1" fmla="*/ 2472435 w 2472435"/>
              <a:gd name="connsiteY1" fmla="*/ 0 h 1871651"/>
              <a:gd name="connsiteX2" fmla="*/ 2472435 w 2472435"/>
              <a:gd name="connsiteY2" fmla="*/ 1636797 h 1871651"/>
              <a:gd name="connsiteX3" fmla="*/ 765340 w 2472435"/>
              <a:gd name="connsiteY3" fmla="*/ 1866970 h 1871651"/>
              <a:gd name="connsiteX4" fmla="*/ 185864 w 2472435"/>
              <a:gd name="connsiteY4" fmla="*/ 1425193 h 1871651"/>
              <a:gd name="connsiteX5" fmla="*/ 0 w 2472435"/>
              <a:gd name="connsiteY5" fmla="*/ 46716 h 187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435" h="1871651">
                <a:moveTo>
                  <a:pt x="0" y="0"/>
                </a:moveTo>
                <a:lnTo>
                  <a:pt x="2472435" y="0"/>
                </a:lnTo>
                <a:lnTo>
                  <a:pt x="2472435" y="1636797"/>
                </a:lnTo>
                <a:lnTo>
                  <a:pt x="765340" y="1866970"/>
                </a:lnTo>
                <a:cubicBezTo>
                  <a:pt x="483329" y="1904994"/>
                  <a:pt x="223889" y="1707204"/>
                  <a:pt x="185864" y="1425193"/>
                </a:cubicBezTo>
                <a:lnTo>
                  <a:pt x="0" y="46716"/>
                </a:lnTo>
                <a:close/>
              </a:path>
            </a:pathLst>
          </a:custGeom>
        </p:spPr>
      </p:pic>
      <p:grpSp>
        <p:nvGrpSpPr>
          <p:cNvPr id="19" name="Группа 18">
            <a:extLst>
              <a:ext uri="{FF2B5EF4-FFF2-40B4-BE49-F238E27FC236}">
                <a16:creationId xmlns:a16="http://schemas.microsoft.com/office/drawing/2014/main" id="{F1820683-060D-7552-DD2E-4ED48F73A640}"/>
              </a:ext>
            </a:extLst>
          </p:cNvPr>
          <p:cNvGrpSpPr/>
          <p:nvPr/>
        </p:nvGrpSpPr>
        <p:grpSpPr>
          <a:xfrm>
            <a:off x="2892434" y="1514905"/>
            <a:ext cx="820883" cy="252000"/>
            <a:chOff x="2892434" y="1514905"/>
            <a:chExt cx="820883" cy="252000"/>
          </a:xfrm>
        </p:grpSpPr>
        <p:sp>
          <p:nvSpPr>
            <p:cNvPr id="3" name="Прямоугольник: скругленные углы 2">
              <a:extLst>
                <a:ext uri="{FF2B5EF4-FFF2-40B4-BE49-F238E27FC236}">
                  <a16:creationId xmlns:a16="http://schemas.microsoft.com/office/drawing/2014/main" id="{042904D3-BC9B-66E6-F954-6C12F2099700}"/>
                </a:ext>
              </a:extLst>
            </p:cNvPr>
            <p:cNvSpPr/>
            <p:nvPr/>
          </p:nvSpPr>
          <p:spPr>
            <a:xfrm>
              <a:off x="2892434" y="1514905"/>
              <a:ext cx="820883" cy="252000"/>
            </a:xfrm>
            <a:prstGeom prst="roundRect">
              <a:avLst>
                <a:gd name="adj" fmla="val 29435"/>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en-US" sz="1400" b="1"/>
                <a:t>NEW</a:t>
              </a:r>
              <a:endParaRPr lang="ru-RU" sz="1400" b="1"/>
            </a:p>
          </p:txBody>
        </p:sp>
        <p:sp>
          <p:nvSpPr>
            <p:cNvPr id="4" name="Рисунок 18">
              <a:extLst>
                <a:ext uri="{FF2B5EF4-FFF2-40B4-BE49-F238E27FC236}">
                  <a16:creationId xmlns:a16="http://schemas.microsoft.com/office/drawing/2014/main" id="{58DD4417-C2E8-C522-4BE4-75E23C84094C}"/>
                </a:ext>
              </a:extLst>
            </p:cNvPr>
            <p:cNvSpPr/>
            <p:nvPr/>
          </p:nvSpPr>
          <p:spPr>
            <a:xfrm>
              <a:off x="2988665" y="1568640"/>
              <a:ext cx="130741" cy="130741"/>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sp>
        <p:nvSpPr>
          <p:cNvPr id="13" name="Рисунок 18">
            <a:extLst>
              <a:ext uri="{FF2B5EF4-FFF2-40B4-BE49-F238E27FC236}">
                <a16:creationId xmlns:a16="http://schemas.microsoft.com/office/drawing/2014/main" id="{5C62325F-2049-CA71-3C8D-E122446B990B}"/>
              </a:ext>
            </a:extLst>
          </p:cNvPr>
          <p:cNvSpPr>
            <a:spLocks noChangeAspect="1"/>
          </p:cNvSpPr>
          <p:nvPr/>
        </p:nvSpPr>
        <p:spPr>
          <a:xfrm>
            <a:off x="1987087" y="6037941"/>
            <a:ext cx="163202" cy="163202"/>
          </a:xfrm>
          <a:custGeom>
            <a:avLst/>
            <a:gdLst>
              <a:gd name="connsiteX0" fmla="*/ 163202 w 163202"/>
              <a:gd name="connsiteY0" fmla="*/ 81601 h 163202"/>
              <a:gd name="connsiteX1" fmla="*/ 81601 w 163202"/>
              <a:gd name="connsiteY1" fmla="*/ 163202 h 163202"/>
              <a:gd name="connsiteX2" fmla="*/ 0 w 163202"/>
              <a:gd name="connsiteY2" fmla="*/ 81601 h 163202"/>
              <a:gd name="connsiteX3" fmla="*/ 81601 w 163202"/>
              <a:gd name="connsiteY3" fmla="*/ 0 h 163202"/>
              <a:gd name="connsiteX4" fmla="*/ 163202 w 163202"/>
              <a:gd name="connsiteY4" fmla="*/ 81601 h 163202"/>
              <a:gd name="connsiteX5" fmla="*/ 81601 w 163202"/>
              <a:gd name="connsiteY5" fmla="*/ 36267 h 163202"/>
              <a:gd name="connsiteX6" fmla="*/ 72534 w 163202"/>
              <a:gd name="connsiteY6" fmla="*/ 45334 h 163202"/>
              <a:gd name="connsiteX7" fmla="*/ 72534 w 163202"/>
              <a:gd name="connsiteY7" fmla="*/ 81601 h 163202"/>
              <a:gd name="connsiteX8" fmla="*/ 75190 w 163202"/>
              <a:gd name="connsiteY8" fmla="*/ 88012 h 163202"/>
              <a:gd name="connsiteX9" fmla="*/ 102390 w 163202"/>
              <a:gd name="connsiteY9" fmla="*/ 115212 h 163202"/>
              <a:gd name="connsiteX10" fmla="*/ 115212 w 163202"/>
              <a:gd name="connsiteY10" fmla="*/ 115212 h 163202"/>
              <a:gd name="connsiteX11" fmla="*/ 115212 w 163202"/>
              <a:gd name="connsiteY11" fmla="*/ 102390 h 163202"/>
              <a:gd name="connsiteX12" fmla="*/ 90668 w 163202"/>
              <a:gd name="connsiteY12" fmla="*/ 77845 h 163202"/>
              <a:gd name="connsiteX13" fmla="*/ 90668 w 163202"/>
              <a:gd name="connsiteY13" fmla="*/ 45334 h 163202"/>
              <a:gd name="connsiteX14" fmla="*/ 81601 w 163202"/>
              <a:gd name="connsiteY14" fmla="*/ 36267 h 16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02" h="163202">
                <a:moveTo>
                  <a:pt x="163202" y="81601"/>
                </a:moveTo>
                <a:cubicBezTo>
                  <a:pt x="163202" y="132232"/>
                  <a:pt x="132232" y="163202"/>
                  <a:pt x="81601" y="163202"/>
                </a:cubicBezTo>
                <a:cubicBezTo>
                  <a:pt x="30970" y="163202"/>
                  <a:pt x="0" y="132232"/>
                  <a:pt x="0" y="81601"/>
                </a:cubicBezTo>
                <a:cubicBezTo>
                  <a:pt x="0" y="30970"/>
                  <a:pt x="30970" y="0"/>
                  <a:pt x="81601" y="0"/>
                </a:cubicBezTo>
                <a:cubicBezTo>
                  <a:pt x="132232" y="0"/>
                  <a:pt x="163202" y="30970"/>
                  <a:pt x="163202" y="81601"/>
                </a:cubicBezTo>
                <a:close/>
                <a:moveTo>
                  <a:pt x="81601" y="36267"/>
                </a:moveTo>
                <a:cubicBezTo>
                  <a:pt x="76594" y="36267"/>
                  <a:pt x="72534" y="40326"/>
                  <a:pt x="72534" y="45334"/>
                </a:cubicBezTo>
                <a:lnTo>
                  <a:pt x="72534" y="81601"/>
                </a:lnTo>
                <a:cubicBezTo>
                  <a:pt x="72534" y="84006"/>
                  <a:pt x="73490" y="86312"/>
                  <a:pt x="75190" y="88012"/>
                </a:cubicBezTo>
                <a:lnTo>
                  <a:pt x="102390" y="115212"/>
                </a:lnTo>
                <a:cubicBezTo>
                  <a:pt x="105931" y="118753"/>
                  <a:pt x="111672" y="118753"/>
                  <a:pt x="115212" y="115212"/>
                </a:cubicBezTo>
                <a:cubicBezTo>
                  <a:pt x="118753" y="111672"/>
                  <a:pt x="118753" y="105931"/>
                  <a:pt x="115212" y="102390"/>
                </a:cubicBezTo>
                <a:lnTo>
                  <a:pt x="90668" y="77845"/>
                </a:lnTo>
                <a:lnTo>
                  <a:pt x="90668" y="45334"/>
                </a:lnTo>
                <a:cubicBezTo>
                  <a:pt x="90668" y="40326"/>
                  <a:pt x="86608" y="36267"/>
                  <a:pt x="81601" y="36267"/>
                </a:cubicBezTo>
                <a:close/>
              </a:path>
            </a:pathLst>
          </a:custGeom>
          <a:solidFill>
            <a:schemeClr val="tx1">
              <a:lumMod val="50000"/>
              <a:lumOff val="50000"/>
            </a:schemeClr>
          </a:solidFill>
          <a:ln w="8996" cap="flat">
            <a:noFill/>
            <a:prstDash val="solid"/>
            <a:miter/>
          </a:ln>
        </p:spPr>
        <p:txBody>
          <a:bodyPr rtlCol="0" anchor="ctr"/>
          <a:lstStyle/>
          <a:p>
            <a:endParaRPr lang="ru-RU"/>
          </a:p>
        </p:txBody>
      </p:sp>
      <p:sp>
        <p:nvSpPr>
          <p:cNvPr id="14" name="Рисунок 7">
            <a:extLst>
              <a:ext uri="{FF2B5EF4-FFF2-40B4-BE49-F238E27FC236}">
                <a16:creationId xmlns:a16="http://schemas.microsoft.com/office/drawing/2014/main" id="{764C7B96-2B8D-76C1-2D84-48BCF814DB5D}"/>
              </a:ext>
            </a:extLst>
          </p:cNvPr>
          <p:cNvSpPr/>
          <p:nvPr/>
        </p:nvSpPr>
        <p:spPr>
          <a:xfrm>
            <a:off x="654848" y="6037941"/>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15" name="TextBox 14">
            <a:extLst>
              <a:ext uri="{FF2B5EF4-FFF2-40B4-BE49-F238E27FC236}">
                <a16:creationId xmlns:a16="http://schemas.microsoft.com/office/drawing/2014/main" id="{B64E25E0-70A5-4DED-F509-903CE01AFA3C}"/>
              </a:ext>
            </a:extLst>
          </p:cNvPr>
          <p:cNvSpPr txBox="1"/>
          <p:nvPr/>
        </p:nvSpPr>
        <p:spPr>
          <a:xfrm>
            <a:off x="888374" y="6027209"/>
            <a:ext cx="807722" cy="184666"/>
          </a:xfrm>
          <a:prstGeom prst="rect">
            <a:avLst/>
          </a:prstGeom>
          <a:noFill/>
        </p:spPr>
        <p:txBody>
          <a:bodyPr wrap="none" lIns="0" tIns="0" rIns="0" bIns="0" rtlCol="0">
            <a:spAutoFit/>
          </a:bodyPr>
          <a:lstStyle/>
          <a:p>
            <a:pPr algn="l"/>
            <a:r>
              <a:rPr lang="ru-RU" sz="1200">
                <a:solidFill>
                  <a:schemeClr val="tx1">
                    <a:lumMod val="50000"/>
                    <a:lumOff val="50000"/>
                  </a:schemeClr>
                </a:solidFill>
              </a:rPr>
              <a:t>Выполнено</a:t>
            </a:r>
          </a:p>
        </p:txBody>
      </p:sp>
      <p:sp>
        <p:nvSpPr>
          <p:cNvPr id="21" name="TextBox 20">
            <a:extLst>
              <a:ext uri="{FF2B5EF4-FFF2-40B4-BE49-F238E27FC236}">
                <a16:creationId xmlns:a16="http://schemas.microsoft.com/office/drawing/2014/main" id="{06885C02-4CD4-DE56-0131-672829E2D786}"/>
              </a:ext>
            </a:extLst>
          </p:cNvPr>
          <p:cNvSpPr txBox="1"/>
          <p:nvPr/>
        </p:nvSpPr>
        <p:spPr>
          <a:xfrm>
            <a:off x="2220613" y="6027209"/>
            <a:ext cx="809389" cy="184666"/>
          </a:xfrm>
          <a:prstGeom prst="rect">
            <a:avLst/>
          </a:prstGeom>
          <a:noFill/>
        </p:spPr>
        <p:txBody>
          <a:bodyPr wrap="none" lIns="0" tIns="0" rIns="0" bIns="0" rtlCol="0">
            <a:spAutoFit/>
          </a:bodyPr>
          <a:lstStyle/>
          <a:p>
            <a:pPr algn="l"/>
            <a:r>
              <a:rPr lang="ru-RU" sz="1200">
                <a:solidFill>
                  <a:schemeClr val="tx1">
                    <a:lumMod val="50000"/>
                    <a:lumOff val="50000"/>
                  </a:schemeClr>
                </a:solidFill>
              </a:rPr>
              <a:t>В процессе</a:t>
            </a:r>
          </a:p>
        </p:txBody>
      </p:sp>
      <p:sp>
        <p:nvSpPr>
          <p:cNvPr id="2" name="Нижний колонтитул 1">
            <a:extLst>
              <a:ext uri="{FF2B5EF4-FFF2-40B4-BE49-F238E27FC236}">
                <a16:creationId xmlns:a16="http://schemas.microsoft.com/office/drawing/2014/main" id="{DAD0914E-0149-450B-92F7-A1328C2D4B2A}"/>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1563268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Прямоугольник: скругленные углы 58">
            <a:extLst>
              <a:ext uri="{FF2B5EF4-FFF2-40B4-BE49-F238E27FC236}">
                <a16:creationId xmlns:a16="http://schemas.microsoft.com/office/drawing/2014/main" id="{8F0C4591-9F1A-4D80-9404-25B3E1B87BEB}"/>
              </a:ext>
            </a:extLst>
          </p:cNvPr>
          <p:cNvSpPr/>
          <p:nvPr/>
        </p:nvSpPr>
        <p:spPr>
          <a:xfrm>
            <a:off x="8648700" y="5065174"/>
            <a:ext cx="2901950" cy="1012825"/>
          </a:xfrm>
          <a:prstGeom prst="roundRect">
            <a:avLst>
              <a:gd name="adj" fmla="val 13901"/>
            </a:avLst>
          </a:prstGeom>
          <a:blipFill dpi="0" rotWithShape="1">
            <a:blip r:embed="rId2"/>
            <a:srcRect/>
            <a:tile tx="0" ty="0" sx="20000" sy="20000" flip="none" algn="bl"/>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grpSp>
        <p:nvGrpSpPr>
          <p:cNvPr id="3" name="Группа 2">
            <a:extLst>
              <a:ext uri="{FF2B5EF4-FFF2-40B4-BE49-F238E27FC236}">
                <a16:creationId xmlns:a16="http://schemas.microsoft.com/office/drawing/2014/main" id="{F22F0E3E-0D62-D497-C046-66A56C704395}"/>
              </a:ext>
            </a:extLst>
          </p:cNvPr>
          <p:cNvGrpSpPr/>
          <p:nvPr/>
        </p:nvGrpSpPr>
        <p:grpSpPr>
          <a:xfrm>
            <a:off x="10563241" y="5168884"/>
            <a:ext cx="1097053" cy="252000"/>
            <a:chOff x="3642587" y="3144851"/>
            <a:chExt cx="1097053" cy="252000"/>
          </a:xfrm>
        </p:grpSpPr>
        <p:sp>
          <p:nvSpPr>
            <p:cNvPr id="8" name="Прямоугольник: скругленные углы 7">
              <a:extLst>
                <a:ext uri="{FF2B5EF4-FFF2-40B4-BE49-F238E27FC236}">
                  <a16:creationId xmlns:a16="http://schemas.microsoft.com/office/drawing/2014/main" id="{DBB3E0EA-E816-3A20-FF4F-FF033E1E31B5}"/>
                </a:ext>
              </a:extLst>
            </p:cNvPr>
            <p:cNvSpPr/>
            <p:nvPr/>
          </p:nvSpPr>
          <p:spPr>
            <a:xfrm>
              <a:off x="3642587" y="3144851"/>
              <a:ext cx="1097053" cy="252000"/>
            </a:xfrm>
            <a:prstGeom prst="roundRect">
              <a:avLst>
                <a:gd name="adj" fmla="val 294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ВАЖНО</a:t>
              </a:r>
            </a:p>
          </p:txBody>
        </p:sp>
        <p:sp>
          <p:nvSpPr>
            <p:cNvPr id="11" name="Рисунок 279">
              <a:extLst>
                <a:ext uri="{FF2B5EF4-FFF2-40B4-BE49-F238E27FC236}">
                  <a16:creationId xmlns:a16="http://schemas.microsoft.com/office/drawing/2014/main" id="{94FE190E-8F49-763E-4BAE-4AA7A9370FC3}"/>
                </a:ext>
              </a:extLst>
            </p:cNvPr>
            <p:cNvSpPr/>
            <p:nvPr/>
          </p:nvSpPr>
          <p:spPr>
            <a:xfrm>
              <a:off x="3759439" y="3194505"/>
              <a:ext cx="117237" cy="136764"/>
            </a:xfrm>
            <a:custGeom>
              <a:avLst/>
              <a:gdLst>
                <a:gd name="connsiteX0" fmla="*/ 31612 w 133349"/>
                <a:gd name="connsiteY0" fmla="*/ 35891 h 171449"/>
                <a:gd name="connsiteX1" fmla="*/ 10574 w 133349"/>
                <a:gd name="connsiteY1" fmla="*/ 97115 h 171449"/>
                <a:gd name="connsiteX2" fmla="*/ 38625 w 133349"/>
                <a:gd name="connsiteY2" fmla="*/ 108505 h 171449"/>
                <a:gd name="connsiteX3" fmla="*/ 49845 w 133349"/>
                <a:gd name="connsiteY3" fmla="*/ 128438 h 171449"/>
                <a:gd name="connsiteX4" fmla="*/ 45637 w 133349"/>
                <a:gd name="connsiteY4" fmla="*/ 149795 h 171449"/>
                <a:gd name="connsiteX5" fmla="*/ 101738 w 133349"/>
                <a:gd name="connsiteY5" fmla="*/ 135558 h 171449"/>
                <a:gd name="connsiteX6" fmla="*/ 122775 w 133349"/>
                <a:gd name="connsiteY6" fmla="*/ 74334 h 171449"/>
                <a:gd name="connsiteX7" fmla="*/ 94725 w 133349"/>
                <a:gd name="connsiteY7" fmla="*/ 62944 h 171449"/>
                <a:gd name="connsiteX8" fmla="*/ 83038 w 133349"/>
                <a:gd name="connsiteY8" fmla="*/ 43010 h 171449"/>
                <a:gd name="connsiteX9" fmla="*/ 87713 w 133349"/>
                <a:gd name="connsiteY9" fmla="*/ 21654 h 171449"/>
                <a:gd name="connsiteX10" fmla="*/ 31612 w 133349"/>
                <a:gd name="connsiteY10" fmla="*/ 35891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349" h="171449">
                  <a:moveTo>
                    <a:pt x="31612" y="35891"/>
                  </a:moveTo>
                  <a:cubicBezTo>
                    <a:pt x="17587" y="50127"/>
                    <a:pt x="-17476" y="85726"/>
                    <a:pt x="10574" y="97115"/>
                  </a:cubicBezTo>
                  <a:lnTo>
                    <a:pt x="38625" y="108505"/>
                  </a:lnTo>
                  <a:cubicBezTo>
                    <a:pt x="52650" y="114200"/>
                    <a:pt x="52650" y="114201"/>
                    <a:pt x="49845" y="128438"/>
                  </a:cubicBezTo>
                  <a:lnTo>
                    <a:pt x="45637" y="149795"/>
                  </a:lnTo>
                  <a:cubicBezTo>
                    <a:pt x="35820" y="199628"/>
                    <a:pt x="87713" y="149796"/>
                    <a:pt x="101738" y="135558"/>
                  </a:cubicBezTo>
                  <a:cubicBezTo>
                    <a:pt x="115764" y="121318"/>
                    <a:pt x="150825" y="85724"/>
                    <a:pt x="122775" y="74334"/>
                  </a:cubicBezTo>
                  <a:lnTo>
                    <a:pt x="94725" y="62944"/>
                  </a:lnTo>
                  <a:cubicBezTo>
                    <a:pt x="80700" y="57249"/>
                    <a:pt x="80700" y="57248"/>
                    <a:pt x="83038" y="43010"/>
                  </a:cubicBezTo>
                  <a:cubicBezTo>
                    <a:pt x="84049" y="36851"/>
                    <a:pt x="86147" y="28773"/>
                    <a:pt x="87713" y="21654"/>
                  </a:cubicBezTo>
                  <a:cubicBezTo>
                    <a:pt x="98670" y="-28178"/>
                    <a:pt x="45637" y="21656"/>
                    <a:pt x="31612" y="35891"/>
                  </a:cubicBezTo>
                  <a:close/>
                </a:path>
              </a:pathLst>
            </a:custGeom>
            <a:solidFill>
              <a:schemeClr val="bg1"/>
            </a:solidFill>
            <a:ln w="9525" cap="flat">
              <a:noFill/>
              <a:prstDash val="solid"/>
              <a:miter/>
            </a:ln>
          </p:spPr>
          <p:txBody>
            <a:bodyPr rtlCol="0" anchor="ctr"/>
            <a:lstStyle/>
            <a:p>
              <a:endParaRPr lang="ru-RU"/>
            </a:p>
          </p:txBody>
        </p:sp>
      </p:grpSp>
      <p:sp>
        <p:nvSpPr>
          <p:cNvPr id="13" name="Объект 12">
            <a:extLst>
              <a:ext uri="{FF2B5EF4-FFF2-40B4-BE49-F238E27FC236}">
                <a16:creationId xmlns:a16="http://schemas.microsoft.com/office/drawing/2014/main" id="{3FF5A680-B5D0-467B-9B71-1E87ECCFA823}"/>
              </a:ext>
            </a:extLst>
          </p:cNvPr>
          <p:cNvSpPr>
            <a:spLocks noGrp="1"/>
          </p:cNvSpPr>
          <p:nvPr>
            <p:ph idx="1"/>
          </p:nvPr>
        </p:nvSpPr>
        <p:spPr>
          <a:xfrm>
            <a:off x="639765" y="1520824"/>
            <a:ext cx="3636960" cy="4741864"/>
          </a:xfrm>
        </p:spPr>
        <p:txBody>
          <a:bodyPr/>
          <a:lstStyle/>
          <a:p>
            <a:pPr marL="0" marR="0" lvl="1"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1800" b="1" i="0" u="none" strike="noStrike" kern="1200" cap="none" spc="0" normalizeH="0" baseline="0" noProof="0">
                <a:ln>
                  <a:noFill/>
                </a:ln>
                <a:solidFill>
                  <a:srgbClr val="0E1114"/>
                </a:solidFill>
                <a:effectLst/>
                <a:uLnTx/>
                <a:uFillTx/>
                <a:latin typeface="Arial"/>
                <a:ea typeface="+mn-ea"/>
                <a:cs typeface="+mn-cs"/>
              </a:rPr>
              <a:t>Здесь может быть твой подзаголовок </a:t>
            </a:r>
          </a:p>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быть твой текст. Размести здесь свой текст. Добавь ещё текст. Здесь может быть твой текст. </a:t>
            </a:r>
          </a:p>
          <a:p>
            <a:pPr lvl="1">
              <a:defRPr/>
            </a:pPr>
            <a:r>
              <a:rPr kumimoji="0" lang="ru-RU" sz="1400" i="0" u="none" strike="noStrike" kern="1200" cap="none" spc="0" normalizeH="0" baseline="0" noProof="0">
                <a:ln>
                  <a:noFill/>
                </a:ln>
                <a:solidFill>
                  <a:srgbClr val="0E1114"/>
                </a:solidFill>
                <a:effectLst/>
                <a:uLnTx/>
                <a:uFillTx/>
                <a:latin typeface="Arial"/>
                <a:ea typeface="+mn-ea"/>
                <a:cs typeface="+mn-cs"/>
              </a:rPr>
              <a:t>Здесь может быть твой подзаголовок </a:t>
            </a:r>
          </a:p>
          <a:p>
            <a:pPr marL="177800" marR="0" lvl="2" indent="-17780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Добавь ещё текст. Здесь может быть твой текст. </a:t>
            </a:r>
          </a:p>
          <a:p>
            <a:pPr marL="177800" marR="0" lvl="2" indent="-17780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быть твой текст. </a:t>
            </a:r>
          </a:p>
          <a:p>
            <a:pPr marL="177800" marR="0" lvl="2" indent="-17780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быть твой текст. </a:t>
            </a:r>
          </a:p>
          <a:p>
            <a:pPr marL="177800" marR="0" lvl="2" indent="-17780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Размести здесь свой текст. </a:t>
            </a:r>
          </a:p>
          <a:p>
            <a:pPr marL="0" marR="0" lvl="2"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ru-RU" sz="1400" b="0" i="0" u="none" strike="noStrike" kern="1200" cap="none" spc="0" normalizeH="0" baseline="0" noProof="0">
                <a:ln>
                  <a:noFill/>
                </a:ln>
                <a:solidFill>
                  <a:srgbClr val="0E1114"/>
                </a:solidFill>
                <a:effectLst/>
                <a:uLnTx/>
                <a:uFillTx/>
                <a:latin typeface="Arial"/>
                <a:ea typeface="+mn-ea"/>
                <a:cs typeface="+mn-cs"/>
              </a:rPr>
              <a:t>Добавь ещё текст. Здесь может быть твой текст. Размести здесь свой текст. Здесь может быть твой текст. Размести здесь свой текст. </a:t>
            </a:r>
            <a:endParaRPr lang="ru-RU"/>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64</a:t>
            </a:fld>
            <a:endParaRPr lang="ru-RU"/>
          </a:p>
        </p:txBody>
      </p:sp>
      <p:sp>
        <p:nvSpPr>
          <p:cNvPr id="6" name="Прямоугольник: скругленные углы 5">
            <a:extLst>
              <a:ext uri="{FF2B5EF4-FFF2-40B4-BE49-F238E27FC236}">
                <a16:creationId xmlns:a16="http://schemas.microsoft.com/office/drawing/2014/main" id="{63161557-3643-4179-9283-60E124310D26}"/>
              </a:ext>
            </a:extLst>
          </p:cNvPr>
          <p:cNvSpPr/>
          <p:nvPr/>
        </p:nvSpPr>
        <p:spPr>
          <a:xfrm>
            <a:off x="8648700" y="1520824"/>
            <a:ext cx="2901950" cy="1012825"/>
          </a:xfrm>
          <a:prstGeom prst="roundRect">
            <a:avLst>
              <a:gd name="adj" fmla="val 13901"/>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a:p>
        </p:txBody>
      </p:sp>
      <p:grpSp>
        <p:nvGrpSpPr>
          <p:cNvPr id="4" name="Группа 3">
            <a:extLst>
              <a:ext uri="{FF2B5EF4-FFF2-40B4-BE49-F238E27FC236}">
                <a16:creationId xmlns:a16="http://schemas.microsoft.com/office/drawing/2014/main" id="{185640A3-5162-4E3D-A5F7-16E44FD40E25}"/>
              </a:ext>
            </a:extLst>
          </p:cNvPr>
          <p:cNvGrpSpPr/>
          <p:nvPr/>
        </p:nvGrpSpPr>
        <p:grpSpPr>
          <a:xfrm>
            <a:off x="8854956" y="1728844"/>
            <a:ext cx="2256812" cy="596784"/>
            <a:chOff x="8854957" y="1700938"/>
            <a:chExt cx="2256812" cy="596784"/>
          </a:xfrm>
        </p:grpSpPr>
        <p:sp>
          <p:nvSpPr>
            <p:cNvPr id="9" name="Объект 1">
              <a:extLst>
                <a:ext uri="{FF2B5EF4-FFF2-40B4-BE49-F238E27FC236}">
                  <a16:creationId xmlns:a16="http://schemas.microsoft.com/office/drawing/2014/main" id="{5DBBA5E5-8046-461A-B05A-11FDE78BF4AD}"/>
                </a:ext>
              </a:extLst>
            </p:cNvPr>
            <p:cNvSpPr txBox="1">
              <a:spLocks/>
            </p:cNvSpPr>
            <p:nvPr/>
          </p:nvSpPr>
          <p:spPr>
            <a:xfrm>
              <a:off x="8854958" y="1700938"/>
              <a:ext cx="1454481" cy="3608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en-US" sz="3200">
                  <a:ln w="38100">
                    <a:noFill/>
                  </a:ln>
                  <a:latin typeface="+mj-lt"/>
                </a:rPr>
                <a:t>&gt;</a:t>
              </a:r>
              <a:r>
                <a:rPr lang="ru-RU" sz="3200">
                  <a:ln w="38100">
                    <a:noFill/>
                  </a:ln>
                  <a:latin typeface="+mj-lt"/>
                </a:rPr>
                <a:t>23</a:t>
              </a:r>
              <a:r>
                <a:rPr lang="ru-RU" sz="1600">
                  <a:ln w="38100">
                    <a:noFill/>
                  </a:ln>
                  <a:latin typeface="+mj-lt"/>
                </a:rPr>
                <a:t> </a:t>
              </a:r>
              <a:r>
                <a:rPr lang="ru-RU">
                  <a:ln w="38100">
                    <a:noFill/>
                  </a:ln>
                  <a:latin typeface="+mj-lt"/>
                </a:rPr>
                <a:t>млн</a:t>
              </a:r>
              <a:endParaRPr lang="ru-RU" sz="3200">
                <a:ln w="38100">
                  <a:noFill/>
                </a:ln>
                <a:latin typeface="+mj-lt"/>
              </a:endParaRPr>
            </a:p>
          </p:txBody>
        </p:sp>
        <p:sp>
          <p:nvSpPr>
            <p:cNvPr id="10" name="Объект 1">
              <a:extLst>
                <a:ext uri="{FF2B5EF4-FFF2-40B4-BE49-F238E27FC236}">
                  <a16:creationId xmlns:a16="http://schemas.microsoft.com/office/drawing/2014/main" id="{3A12F6A8-71EB-4E24-BBF4-F435E493F3C1}"/>
                </a:ext>
              </a:extLst>
            </p:cNvPr>
            <p:cNvSpPr txBox="1">
              <a:spLocks/>
            </p:cNvSpPr>
            <p:nvPr/>
          </p:nvSpPr>
          <p:spPr>
            <a:xfrm>
              <a:off x="8854957" y="2150813"/>
              <a:ext cx="2256812" cy="14690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p>
          </p:txBody>
        </p:sp>
      </p:grpSp>
      <p:sp>
        <p:nvSpPr>
          <p:cNvPr id="49" name="Объект 12">
            <a:extLst>
              <a:ext uri="{FF2B5EF4-FFF2-40B4-BE49-F238E27FC236}">
                <a16:creationId xmlns:a16="http://schemas.microsoft.com/office/drawing/2014/main" id="{D83C5CFE-DC39-4440-A520-68525B3FC0B8}"/>
              </a:ext>
            </a:extLst>
          </p:cNvPr>
          <p:cNvSpPr txBox="1">
            <a:spLocks/>
          </p:cNvSpPr>
          <p:nvPr/>
        </p:nvSpPr>
        <p:spPr>
          <a:xfrm>
            <a:off x="4659928" y="1520824"/>
            <a:ext cx="3636960" cy="334880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defRPr/>
            </a:pPr>
            <a:r>
              <a:rPr lang="ru-RU" sz="1400" dirty="0">
                <a:solidFill>
                  <a:srgbClr val="0E1114"/>
                </a:solidFill>
                <a:latin typeface="Arial"/>
              </a:rPr>
              <a:t>Здесь может быть твой подзаголовок </a:t>
            </a:r>
          </a:p>
          <a:p>
            <a:pPr>
              <a:defRPr/>
            </a:pPr>
            <a:r>
              <a:rPr lang="ru-RU" sz="1400" dirty="0">
                <a:solidFill>
                  <a:srgbClr val="0E1114"/>
                </a:solidFill>
                <a:latin typeface="Arial"/>
              </a:rPr>
              <a:t>Здесь может быть твой текст. Размести здесь свой текст. Добавь ещё текст. Здесь может быть твой текст. Добавь ещё текст. Здесь может быть твой текст. </a:t>
            </a:r>
          </a:p>
          <a:p>
            <a:pPr lvl="3">
              <a:defRPr/>
            </a:pPr>
            <a:r>
              <a:rPr lang="ru-RU" sz="1400" dirty="0">
                <a:solidFill>
                  <a:srgbClr val="0E1114"/>
                </a:solidFill>
                <a:latin typeface="Arial"/>
              </a:rPr>
              <a:t>Здесь может быть твой текст. </a:t>
            </a:r>
          </a:p>
          <a:p>
            <a:pPr lvl="3">
              <a:defRPr/>
            </a:pPr>
            <a:r>
              <a:rPr lang="ru-RU" sz="1400" dirty="0">
                <a:solidFill>
                  <a:srgbClr val="0E1114"/>
                </a:solidFill>
                <a:latin typeface="Arial"/>
              </a:rPr>
              <a:t>Здесь может быть твой текст. </a:t>
            </a:r>
          </a:p>
          <a:p>
            <a:pPr lvl="3">
              <a:defRPr/>
            </a:pPr>
            <a:r>
              <a:rPr lang="ru-RU" sz="1400" dirty="0">
                <a:solidFill>
                  <a:srgbClr val="0E1114"/>
                </a:solidFill>
                <a:latin typeface="Arial"/>
              </a:rPr>
              <a:t>Размести здесь свой текст. </a:t>
            </a:r>
          </a:p>
          <a:p>
            <a:pPr marL="0" lvl="2" indent="0">
              <a:buFont typeface="Arial" panose="020B0604020202020204" pitchFamily="34" charset="0"/>
              <a:buNone/>
              <a:defRPr/>
            </a:pPr>
            <a:r>
              <a:rPr lang="ru-RU" sz="1400" dirty="0">
                <a:solidFill>
                  <a:srgbClr val="0E1114"/>
                </a:solidFill>
                <a:latin typeface="Arial"/>
              </a:rPr>
              <a:t>Добавь ещё текст. Здесь может быть твой текст. Размести здесь свой текст. Здесь может быть твой текст. Размести здесь свой текст. Добавь ещё текст. </a:t>
            </a:r>
          </a:p>
        </p:txBody>
      </p:sp>
      <p:sp>
        <p:nvSpPr>
          <p:cNvPr id="31" name="Прямоугольник: скругленные углы 30">
            <a:extLst>
              <a:ext uri="{FF2B5EF4-FFF2-40B4-BE49-F238E27FC236}">
                <a16:creationId xmlns:a16="http://schemas.microsoft.com/office/drawing/2014/main" id="{F93573BF-0DD0-467B-A6B4-4FDBF4D5637F}"/>
              </a:ext>
            </a:extLst>
          </p:cNvPr>
          <p:cNvSpPr/>
          <p:nvPr/>
        </p:nvSpPr>
        <p:spPr>
          <a:xfrm>
            <a:off x="8648700" y="2702274"/>
            <a:ext cx="2901950" cy="1012825"/>
          </a:xfrm>
          <a:prstGeom prst="roundRect">
            <a:avLst>
              <a:gd name="adj" fmla="val 13901"/>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a:p>
        </p:txBody>
      </p:sp>
      <p:grpSp>
        <p:nvGrpSpPr>
          <p:cNvPr id="33" name="Группа 32">
            <a:extLst>
              <a:ext uri="{FF2B5EF4-FFF2-40B4-BE49-F238E27FC236}">
                <a16:creationId xmlns:a16="http://schemas.microsoft.com/office/drawing/2014/main" id="{C583385F-0130-4C7F-88DE-8967137627B8}"/>
              </a:ext>
            </a:extLst>
          </p:cNvPr>
          <p:cNvGrpSpPr/>
          <p:nvPr/>
        </p:nvGrpSpPr>
        <p:grpSpPr>
          <a:xfrm>
            <a:off x="8854956" y="2910294"/>
            <a:ext cx="2256812" cy="596784"/>
            <a:chOff x="8854957" y="1700938"/>
            <a:chExt cx="2256812" cy="596784"/>
          </a:xfrm>
        </p:grpSpPr>
        <p:sp>
          <p:nvSpPr>
            <p:cNvPr id="50" name="Объект 1">
              <a:extLst>
                <a:ext uri="{FF2B5EF4-FFF2-40B4-BE49-F238E27FC236}">
                  <a16:creationId xmlns:a16="http://schemas.microsoft.com/office/drawing/2014/main" id="{6DA7FC1D-91A7-48F3-906A-C6FEA34F2216}"/>
                </a:ext>
              </a:extLst>
            </p:cNvPr>
            <p:cNvSpPr txBox="1">
              <a:spLocks/>
            </p:cNvSpPr>
            <p:nvPr/>
          </p:nvSpPr>
          <p:spPr>
            <a:xfrm>
              <a:off x="8854958" y="1700938"/>
              <a:ext cx="1454481" cy="3608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en-US" sz="3200">
                  <a:ln w="38100">
                    <a:noFill/>
                  </a:ln>
                  <a:latin typeface="+mj-lt"/>
                </a:rPr>
                <a:t>100%</a:t>
              </a:r>
              <a:endParaRPr lang="ru-RU" sz="3200">
                <a:ln w="38100">
                  <a:noFill/>
                </a:ln>
                <a:latin typeface="+mj-lt"/>
              </a:endParaRPr>
            </a:p>
          </p:txBody>
        </p:sp>
        <p:sp>
          <p:nvSpPr>
            <p:cNvPr id="51" name="Объект 1">
              <a:extLst>
                <a:ext uri="{FF2B5EF4-FFF2-40B4-BE49-F238E27FC236}">
                  <a16:creationId xmlns:a16="http://schemas.microsoft.com/office/drawing/2014/main" id="{DB8F5AE0-964E-4CBD-A46E-B1A117E2ECE1}"/>
                </a:ext>
              </a:extLst>
            </p:cNvPr>
            <p:cNvSpPr txBox="1">
              <a:spLocks/>
            </p:cNvSpPr>
            <p:nvPr/>
          </p:nvSpPr>
          <p:spPr>
            <a:xfrm>
              <a:off x="8854957" y="2150813"/>
              <a:ext cx="2256812" cy="14690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p>
          </p:txBody>
        </p:sp>
      </p:grpSp>
      <p:sp>
        <p:nvSpPr>
          <p:cNvPr id="53" name="Прямоугольник: скругленные углы 52">
            <a:extLst>
              <a:ext uri="{FF2B5EF4-FFF2-40B4-BE49-F238E27FC236}">
                <a16:creationId xmlns:a16="http://schemas.microsoft.com/office/drawing/2014/main" id="{5DAF243C-7379-4FEE-AC0A-A5E998EB9837}"/>
              </a:ext>
            </a:extLst>
          </p:cNvPr>
          <p:cNvSpPr/>
          <p:nvPr/>
        </p:nvSpPr>
        <p:spPr>
          <a:xfrm>
            <a:off x="8648700" y="3883724"/>
            <a:ext cx="2901950" cy="1012825"/>
          </a:xfrm>
          <a:prstGeom prst="roundRect">
            <a:avLst>
              <a:gd name="adj" fmla="val 13901"/>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a:p>
        </p:txBody>
      </p:sp>
      <p:grpSp>
        <p:nvGrpSpPr>
          <p:cNvPr id="55" name="Группа 54">
            <a:extLst>
              <a:ext uri="{FF2B5EF4-FFF2-40B4-BE49-F238E27FC236}">
                <a16:creationId xmlns:a16="http://schemas.microsoft.com/office/drawing/2014/main" id="{9035F207-49CA-4A35-A605-13B94D7DDF1C}"/>
              </a:ext>
            </a:extLst>
          </p:cNvPr>
          <p:cNvGrpSpPr/>
          <p:nvPr/>
        </p:nvGrpSpPr>
        <p:grpSpPr>
          <a:xfrm>
            <a:off x="8854956" y="4091744"/>
            <a:ext cx="2256812" cy="596784"/>
            <a:chOff x="8854957" y="1700938"/>
            <a:chExt cx="2256812" cy="596784"/>
          </a:xfrm>
        </p:grpSpPr>
        <p:sp>
          <p:nvSpPr>
            <p:cNvPr id="56" name="Объект 1">
              <a:extLst>
                <a:ext uri="{FF2B5EF4-FFF2-40B4-BE49-F238E27FC236}">
                  <a16:creationId xmlns:a16="http://schemas.microsoft.com/office/drawing/2014/main" id="{092A5F0B-4942-49BC-93CA-F525C4E94D8C}"/>
                </a:ext>
              </a:extLst>
            </p:cNvPr>
            <p:cNvSpPr txBox="1">
              <a:spLocks/>
            </p:cNvSpPr>
            <p:nvPr/>
          </p:nvSpPr>
          <p:spPr>
            <a:xfrm>
              <a:off x="8854958" y="1700938"/>
              <a:ext cx="1454481" cy="3608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en-US" sz="3200">
                  <a:ln w="38100">
                    <a:noFill/>
                  </a:ln>
                  <a:latin typeface="+mj-lt"/>
                </a:rPr>
                <a:t>~3</a:t>
              </a:r>
              <a:r>
                <a:rPr lang="ru-RU" sz="3200">
                  <a:ln w="38100">
                    <a:noFill/>
                  </a:ln>
                  <a:latin typeface="+mj-lt"/>
                </a:rPr>
                <a:t>3</a:t>
              </a:r>
              <a:r>
                <a:rPr lang="ru-RU" sz="1600">
                  <a:ln w="38100">
                    <a:noFill/>
                  </a:ln>
                  <a:latin typeface="+mj-lt"/>
                </a:rPr>
                <a:t> </a:t>
              </a:r>
              <a:r>
                <a:rPr lang="ru-RU">
                  <a:ln w="38100">
                    <a:noFill/>
                  </a:ln>
                  <a:latin typeface="+mj-lt"/>
                </a:rPr>
                <a:t>млн</a:t>
              </a:r>
              <a:endParaRPr lang="ru-RU" sz="3200">
                <a:ln w="38100">
                  <a:noFill/>
                </a:ln>
                <a:latin typeface="+mj-lt"/>
              </a:endParaRPr>
            </a:p>
          </p:txBody>
        </p:sp>
        <p:sp>
          <p:nvSpPr>
            <p:cNvPr id="57" name="Объект 1">
              <a:extLst>
                <a:ext uri="{FF2B5EF4-FFF2-40B4-BE49-F238E27FC236}">
                  <a16:creationId xmlns:a16="http://schemas.microsoft.com/office/drawing/2014/main" id="{9EABE799-D6FB-4F24-A9B5-D5271BC8D348}"/>
                </a:ext>
              </a:extLst>
            </p:cNvPr>
            <p:cNvSpPr txBox="1">
              <a:spLocks/>
            </p:cNvSpPr>
            <p:nvPr/>
          </p:nvSpPr>
          <p:spPr>
            <a:xfrm>
              <a:off x="8854957" y="2150813"/>
              <a:ext cx="2256812" cy="14690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p>
          </p:txBody>
        </p:sp>
      </p:grpSp>
      <p:sp>
        <p:nvSpPr>
          <p:cNvPr id="62" name="Объект 1">
            <a:extLst>
              <a:ext uri="{FF2B5EF4-FFF2-40B4-BE49-F238E27FC236}">
                <a16:creationId xmlns:a16="http://schemas.microsoft.com/office/drawing/2014/main" id="{8E7652DD-6BBB-4151-BD45-6A7B75ECEF47}"/>
              </a:ext>
            </a:extLst>
          </p:cNvPr>
          <p:cNvSpPr txBox="1">
            <a:spLocks/>
          </p:cNvSpPr>
          <p:nvPr/>
        </p:nvSpPr>
        <p:spPr>
          <a:xfrm>
            <a:off x="8854957" y="5273194"/>
            <a:ext cx="1454481" cy="36085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en-US" sz="3200">
                <a:ln w="38100">
                  <a:noFill/>
                </a:ln>
                <a:solidFill>
                  <a:schemeClr val="bg1"/>
                </a:solidFill>
                <a:latin typeface="+mj-lt"/>
              </a:rPr>
              <a:t>+7</a:t>
            </a:r>
            <a:r>
              <a:rPr lang="ru-RU" sz="1600">
                <a:ln w="38100">
                  <a:noFill/>
                </a:ln>
                <a:solidFill>
                  <a:schemeClr val="bg1"/>
                </a:solidFill>
                <a:latin typeface="+mj-lt"/>
              </a:rPr>
              <a:t> </a:t>
            </a:r>
            <a:r>
              <a:rPr lang="ru-RU">
                <a:ln w="38100">
                  <a:noFill/>
                </a:ln>
                <a:solidFill>
                  <a:schemeClr val="bg1"/>
                </a:solidFill>
                <a:latin typeface="+mj-lt"/>
              </a:rPr>
              <a:t>тыс.</a:t>
            </a:r>
            <a:endParaRPr lang="ru-RU" sz="3200">
              <a:ln w="38100">
                <a:noFill/>
              </a:ln>
              <a:solidFill>
                <a:schemeClr val="bg1"/>
              </a:solidFill>
              <a:latin typeface="+mj-lt"/>
            </a:endParaRPr>
          </a:p>
        </p:txBody>
      </p:sp>
      <p:sp>
        <p:nvSpPr>
          <p:cNvPr id="63" name="Объект 1">
            <a:extLst>
              <a:ext uri="{FF2B5EF4-FFF2-40B4-BE49-F238E27FC236}">
                <a16:creationId xmlns:a16="http://schemas.microsoft.com/office/drawing/2014/main" id="{BBCF841E-1E43-4DB2-8FC0-887AD8EE34ED}"/>
              </a:ext>
            </a:extLst>
          </p:cNvPr>
          <p:cNvSpPr txBox="1">
            <a:spLocks/>
          </p:cNvSpPr>
          <p:nvPr/>
        </p:nvSpPr>
        <p:spPr>
          <a:xfrm>
            <a:off x="8854956" y="5723069"/>
            <a:ext cx="2256812" cy="14690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solidFill>
                  <a:schemeClr val="bg1"/>
                </a:solidFill>
              </a:rPr>
              <a:t>Здесь может быть твой текст</a:t>
            </a:r>
          </a:p>
        </p:txBody>
      </p:sp>
      <p:sp>
        <p:nvSpPr>
          <p:cNvPr id="2" name="Нижний колонтитул 1">
            <a:extLst>
              <a:ext uri="{FF2B5EF4-FFF2-40B4-BE49-F238E27FC236}">
                <a16:creationId xmlns:a16="http://schemas.microsoft.com/office/drawing/2014/main" id="{8F9AD720-DE06-F7DC-0D1B-2BA93D298668}"/>
              </a:ext>
            </a:extLst>
          </p:cNvPr>
          <p:cNvSpPr>
            <a:spLocks noGrp="1"/>
          </p:cNvSpPr>
          <p:nvPr>
            <p:ph type="ftr" sz="quarter" idx="11"/>
          </p:nvPr>
        </p:nvSpPr>
        <p:spPr/>
        <p:txBody>
          <a:bodyPr/>
          <a:lstStyle/>
          <a:p>
            <a:endParaRPr lang="ru-RU"/>
          </a:p>
        </p:txBody>
      </p:sp>
      <p:sp>
        <p:nvSpPr>
          <p:cNvPr id="14" name="Рисунок 83">
            <a:extLst>
              <a:ext uri="{FF2B5EF4-FFF2-40B4-BE49-F238E27FC236}">
                <a16:creationId xmlns:a16="http://schemas.microsoft.com/office/drawing/2014/main" id="{DD7D2F1E-A88C-B4C7-30B1-4D8DDCC79860}"/>
              </a:ext>
            </a:extLst>
          </p:cNvPr>
          <p:cNvSpPr/>
          <p:nvPr/>
        </p:nvSpPr>
        <p:spPr>
          <a:xfrm>
            <a:off x="11267230" y="1616587"/>
            <a:ext cx="152401" cy="152401"/>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1">
              <a:lumMod val="60000"/>
              <a:lumOff val="40000"/>
            </a:schemeClr>
          </a:solidFill>
          <a:ln w="9525" cap="flat">
            <a:noFill/>
            <a:prstDash val="solid"/>
            <a:miter/>
          </a:ln>
        </p:spPr>
        <p:txBody>
          <a:bodyPr rtlCol="0" anchor="ctr"/>
          <a:lstStyle/>
          <a:p>
            <a:endParaRPr lang="ru-RU"/>
          </a:p>
        </p:txBody>
      </p:sp>
      <p:sp>
        <p:nvSpPr>
          <p:cNvPr id="15" name="Рисунок 83">
            <a:extLst>
              <a:ext uri="{FF2B5EF4-FFF2-40B4-BE49-F238E27FC236}">
                <a16:creationId xmlns:a16="http://schemas.microsoft.com/office/drawing/2014/main" id="{6C550013-F70E-40BA-A23D-CD5770FF47DA}"/>
              </a:ext>
            </a:extLst>
          </p:cNvPr>
          <p:cNvSpPr/>
          <p:nvPr/>
        </p:nvSpPr>
        <p:spPr>
          <a:xfrm>
            <a:off x="11267230" y="2805984"/>
            <a:ext cx="152401" cy="152401"/>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1">
              <a:lumMod val="60000"/>
              <a:lumOff val="40000"/>
            </a:schemeClr>
          </a:solidFill>
          <a:ln w="9525" cap="flat">
            <a:noFill/>
            <a:prstDash val="solid"/>
            <a:miter/>
          </a:ln>
        </p:spPr>
        <p:txBody>
          <a:bodyPr rtlCol="0" anchor="ctr"/>
          <a:lstStyle/>
          <a:p>
            <a:endParaRPr lang="ru-RU"/>
          </a:p>
        </p:txBody>
      </p:sp>
      <p:sp>
        <p:nvSpPr>
          <p:cNvPr id="17" name="Рисунок 83">
            <a:extLst>
              <a:ext uri="{FF2B5EF4-FFF2-40B4-BE49-F238E27FC236}">
                <a16:creationId xmlns:a16="http://schemas.microsoft.com/office/drawing/2014/main" id="{E76F93BA-A7ED-98AA-D228-A84F2D98E9CA}"/>
              </a:ext>
            </a:extLst>
          </p:cNvPr>
          <p:cNvSpPr/>
          <p:nvPr/>
        </p:nvSpPr>
        <p:spPr>
          <a:xfrm>
            <a:off x="11267230" y="3995381"/>
            <a:ext cx="152401" cy="152401"/>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1">
              <a:lumMod val="60000"/>
              <a:lumOff val="40000"/>
            </a:schemeClr>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29908438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Рисунок 18">
            <a:extLst>
              <a:ext uri="{FF2B5EF4-FFF2-40B4-BE49-F238E27FC236}">
                <a16:creationId xmlns:a16="http://schemas.microsoft.com/office/drawing/2014/main" id="{CE7B2286-4DD0-1818-68D7-AA661BF47179}"/>
              </a:ext>
            </a:extLst>
          </p:cNvPr>
          <p:cNvSpPr>
            <a:spLocks noChangeAspect="1"/>
          </p:cNvSpPr>
          <p:nvPr/>
        </p:nvSpPr>
        <p:spPr>
          <a:xfrm>
            <a:off x="628540" y="5154981"/>
            <a:ext cx="163202" cy="163202"/>
          </a:xfrm>
          <a:custGeom>
            <a:avLst/>
            <a:gdLst>
              <a:gd name="connsiteX0" fmla="*/ 163202 w 163202"/>
              <a:gd name="connsiteY0" fmla="*/ 81601 h 163202"/>
              <a:gd name="connsiteX1" fmla="*/ 81601 w 163202"/>
              <a:gd name="connsiteY1" fmla="*/ 163202 h 163202"/>
              <a:gd name="connsiteX2" fmla="*/ 0 w 163202"/>
              <a:gd name="connsiteY2" fmla="*/ 81601 h 163202"/>
              <a:gd name="connsiteX3" fmla="*/ 81601 w 163202"/>
              <a:gd name="connsiteY3" fmla="*/ 0 h 163202"/>
              <a:gd name="connsiteX4" fmla="*/ 163202 w 163202"/>
              <a:gd name="connsiteY4" fmla="*/ 81601 h 163202"/>
              <a:gd name="connsiteX5" fmla="*/ 81601 w 163202"/>
              <a:gd name="connsiteY5" fmla="*/ 36267 h 163202"/>
              <a:gd name="connsiteX6" fmla="*/ 72534 w 163202"/>
              <a:gd name="connsiteY6" fmla="*/ 45334 h 163202"/>
              <a:gd name="connsiteX7" fmla="*/ 72534 w 163202"/>
              <a:gd name="connsiteY7" fmla="*/ 81601 h 163202"/>
              <a:gd name="connsiteX8" fmla="*/ 75190 w 163202"/>
              <a:gd name="connsiteY8" fmla="*/ 88012 h 163202"/>
              <a:gd name="connsiteX9" fmla="*/ 102390 w 163202"/>
              <a:gd name="connsiteY9" fmla="*/ 115212 h 163202"/>
              <a:gd name="connsiteX10" fmla="*/ 115212 w 163202"/>
              <a:gd name="connsiteY10" fmla="*/ 115212 h 163202"/>
              <a:gd name="connsiteX11" fmla="*/ 115212 w 163202"/>
              <a:gd name="connsiteY11" fmla="*/ 102390 h 163202"/>
              <a:gd name="connsiteX12" fmla="*/ 90668 w 163202"/>
              <a:gd name="connsiteY12" fmla="*/ 77845 h 163202"/>
              <a:gd name="connsiteX13" fmla="*/ 90668 w 163202"/>
              <a:gd name="connsiteY13" fmla="*/ 45334 h 163202"/>
              <a:gd name="connsiteX14" fmla="*/ 81601 w 163202"/>
              <a:gd name="connsiteY14" fmla="*/ 36267 h 16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02" h="163202">
                <a:moveTo>
                  <a:pt x="163202" y="81601"/>
                </a:moveTo>
                <a:cubicBezTo>
                  <a:pt x="163202" y="132232"/>
                  <a:pt x="132232" y="163202"/>
                  <a:pt x="81601" y="163202"/>
                </a:cubicBezTo>
                <a:cubicBezTo>
                  <a:pt x="30970" y="163202"/>
                  <a:pt x="0" y="132232"/>
                  <a:pt x="0" y="81601"/>
                </a:cubicBezTo>
                <a:cubicBezTo>
                  <a:pt x="0" y="30970"/>
                  <a:pt x="30970" y="0"/>
                  <a:pt x="81601" y="0"/>
                </a:cubicBezTo>
                <a:cubicBezTo>
                  <a:pt x="132232" y="0"/>
                  <a:pt x="163202" y="30970"/>
                  <a:pt x="163202" y="81601"/>
                </a:cubicBezTo>
                <a:close/>
                <a:moveTo>
                  <a:pt x="81601" y="36267"/>
                </a:moveTo>
                <a:cubicBezTo>
                  <a:pt x="76594" y="36267"/>
                  <a:pt x="72534" y="40326"/>
                  <a:pt x="72534" y="45334"/>
                </a:cubicBezTo>
                <a:lnTo>
                  <a:pt x="72534" y="81601"/>
                </a:lnTo>
                <a:cubicBezTo>
                  <a:pt x="72534" y="84006"/>
                  <a:pt x="73490" y="86312"/>
                  <a:pt x="75190" y="88012"/>
                </a:cubicBezTo>
                <a:lnTo>
                  <a:pt x="102390" y="115212"/>
                </a:lnTo>
                <a:cubicBezTo>
                  <a:pt x="105931" y="118753"/>
                  <a:pt x="111672" y="118753"/>
                  <a:pt x="115212" y="115212"/>
                </a:cubicBezTo>
                <a:cubicBezTo>
                  <a:pt x="118753" y="111672"/>
                  <a:pt x="118753" y="105931"/>
                  <a:pt x="115212" y="102390"/>
                </a:cubicBezTo>
                <a:lnTo>
                  <a:pt x="90668" y="77845"/>
                </a:lnTo>
                <a:lnTo>
                  <a:pt x="90668" y="45334"/>
                </a:lnTo>
                <a:cubicBezTo>
                  <a:pt x="90668" y="40326"/>
                  <a:pt x="86608" y="36267"/>
                  <a:pt x="81601" y="36267"/>
                </a:cubicBezTo>
                <a:close/>
              </a:path>
            </a:pathLst>
          </a:custGeom>
          <a:solidFill>
            <a:schemeClr val="tx1">
              <a:lumMod val="50000"/>
              <a:lumOff val="50000"/>
            </a:schemeClr>
          </a:solidFill>
          <a:ln w="8996" cap="flat">
            <a:noFill/>
            <a:prstDash val="solid"/>
            <a:miter/>
          </a:ln>
        </p:spPr>
        <p:txBody>
          <a:bodyPr rtlCol="0" anchor="ctr"/>
          <a:lstStyle/>
          <a:p>
            <a:endParaRPr lang="ru-RU"/>
          </a:p>
        </p:txBody>
      </p:sp>
      <p:sp>
        <p:nvSpPr>
          <p:cNvPr id="26" name="Рисунок 7">
            <a:extLst>
              <a:ext uri="{FF2B5EF4-FFF2-40B4-BE49-F238E27FC236}">
                <a16:creationId xmlns:a16="http://schemas.microsoft.com/office/drawing/2014/main" id="{7545C252-756A-E1F9-4775-CBDE5299A218}"/>
              </a:ext>
            </a:extLst>
          </p:cNvPr>
          <p:cNvSpPr/>
          <p:nvPr/>
        </p:nvSpPr>
        <p:spPr>
          <a:xfrm>
            <a:off x="628540" y="4647688"/>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29" name="Заголовок 28">
            <a:extLst>
              <a:ext uri="{FF2B5EF4-FFF2-40B4-BE49-F238E27FC236}">
                <a16:creationId xmlns:a16="http://schemas.microsoft.com/office/drawing/2014/main" id="{17C465C8-C6A1-398C-3BFE-E36B51889226}"/>
              </a:ext>
            </a:extLst>
          </p:cNvPr>
          <p:cNvSpPr>
            <a:spLocks noGrp="1"/>
          </p:cNvSpPr>
          <p:nvPr>
            <p:ph type="title"/>
          </p:nvPr>
        </p:nvSpPr>
        <p:spPr>
          <a:xfrm>
            <a:off x="639764" y="411163"/>
            <a:ext cx="10910888" cy="684465"/>
          </a:xfrm>
        </p:spPr>
        <p:txBody>
          <a:bodyPr/>
          <a:lstStyle/>
          <a:p>
            <a:r>
              <a:rPr lang="ru-RU"/>
              <a:t>Сформулируй смысловой заголовок слайда длиной не более двух строк</a:t>
            </a:r>
          </a:p>
        </p:txBody>
      </p:sp>
      <p:sp>
        <p:nvSpPr>
          <p:cNvPr id="37" name="Прямоугольник: скругленные углы 36">
            <a:extLst>
              <a:ext uri="{FF2B5EF4-FFF2-40B4-BE49-F238E27FC236}">
                <a16:creationId xmlns:a16="http://schemas.microsoft.com/office/drawing/2014/main" id="{84B247BD-7C79-9B03-F405-5F62412F099E}"/>
              </a:ext>
            </a:extLst>
          </p:cNvPr>
          <p:cNvSpPr/>
          <p:nvPr/>
        </p:nvSpPr>
        <p:spPr>
          <a:xfrm>
            <a:off x="4176838" y="1524000"/>
            <a:ext cx="2283340" cy="4717143"/>
          </a:xfrm>
          <a:prstGeom prst="roundRect">
            <a:avLst>
              <a:gd name="adj" fmla="val 12450"/>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Прямоугольник: скругленные углы 1">
            <a:extLst>
              <a:ext uri="{FF2B5EF4-FFF2-40B4-BE49-F238E27FC236}">
                <a16:creationId xmlns:a16="http://schemas.microsoft.com/office/drawing/2014/main" id="{FC991C69-7D42-82B9-7031-72E3606566F6}"/>
              </a:ext>
            </a:extLst>
          </p:cNvPr>
          <p:cNvSpPr/>
          <p:nvPr/>
        </p:nvSpPr>
        <p:spPr>
          <a:xfrm>
            <a:off x="6722075" y="1524000"/>
            <a:ext cx="2283340" cy="4717143"/>
          </a:xfrm>
          <a:prstGeom prst="roundRect">
            <a:avLst>
              <a:gd name="adj" fmla="val 12450"/>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 name="Прямоугольник: скругленные углы 2">
            <a:extLst>
              <a:ext uri="{FF2B5EF4-FFF2-40B4-BE49-F238E27FC236}">
                <a16:creationId xmlns:a16="http://schemas.microsoft.com/office/drawing/2014/main" id="{A3A3B605-C901-3C11-AC62-502DCB96CDC0}"/>
              </a:ext>
            </a:extLst>
          </p:cNvPr>
          <p:cNvSpPr/>
          <p:nvPr/>
        </p:nvSpPr>
        <p:spPr>
          <a:xfrm>
            <a:off x="9267312" y="1524000"/>
            <a:ext cx="2283340" cy="4717143"/>
          </a:xfrm>
          <a:prstGeom prst="roundRect">
            <a:avLst>
              <a:gd name="adj" fmla="val 12450"/>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5" name="Группа 4">
            <a:extLst>
              <a:ext uri="{FF2B5EF4-FFF2-40B4-BE49-F238E27FC236}">
                <a16:creationId xmlns:a16="http://schemas.microsoft.com/office/drawing/2014/main" id="{5E6089FB-09BF-DED4-6634-D5E8B9E7E710}"/>
              </a:ext>
            </a:extLst>
          </p:cNvPr>
          <p:cNvGrpSpPr/>
          <p:nvPr/>
        </p:nvGrpSpPr>
        <p:grpSpPr>
          <a:xfrm>
            <a:off x="10839699" y="1851471"/>
            <a:ext cx="820883" cy="252000"/>
            <a:chOff x="5023656" y="825175"/>
            <a:chExt cx="820883" cy="252000"/>
          </a:xfrm>
        </p:grpSpPr>
        <p:sp>
          <p:nvSpPr>
            <p:cNvPr id="6" name="Прямоугольник: скругленные углы 5">
              <a:extLst>
                <a:ext uri="{FF2B5EF4-FFF2-40B4-BE49-F238E27FC236}">
                  <a16:creationId xmlns:a16="http://schemas.microsoft.com/office/drawing/2014/main" id="{2F157D9E-A238-C18A-C114-EF3A82CF605D}"/>
                </a:ext>
              </a:extLst>
            </p:cNvPr>
            <p:cNvSpPr/>
            <p:nvPr/>
          </p:nvSpPr>
          <p:spPr>
            <a:xfrm>
              <a:off x="5023656" y="825175"/>
              <a:ext cx="820883" cy="252000"/>
            </a:xfrm>
            <a:prstGeom prst="roundRect">
              <a:avLst>
                <a:gd name="adj" fmla="val 29435"/>
              </a:avLst>
            </a:prstGeom>
            <a:solidFill>
              <a:srgbClr val="10C44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en-US" sz="1400" b="1"/>
                <a:t>NEW</a:t>
              </a:r>
              <a:endParaRPr lang="ru-RU" sz="1400" b="1"/>
            </a:p>
          </p:txBody>
        </p:sp>
        <p:sp>
          <p:nvSpPr>
            <p:cNvPr id="7" name="Рисунок 18">
              <a:extLst>
                <a:ext uri="{FF2B5EF4-FFF2-40B4-BE49-F238E27FC236}">
                  <a16:creationId xmlns:a16="http://schemas.microsoft.com/office/drawing/2014/main" id="{B8238C60-2A4A-71BD-06A2-7732DE8BD4EC}"/>
                </a:ext>
              </a:extLst>
            </p:cNvPr>
            <p:cNvSpPr/>
            <p:nvPr/>
          </p:nvSpPr>
          <p:spPr>
            <a:xfrm>
              <a:off x="5119887" y="878910"/>
              <a:ext cx="130741" cy="130741"/>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a:p>
          </p:txBody>
        </p:sp>
      </p:grpSp>
      <p:grpSp>
        <p:nvGrpSpPr>
          <p:cNvPr id="14" name="Группа 13">
            <a:extLst>
              <a:ext uri="{FF2B5EF4-FFF2-40B4-BE49-F238E27FC236}">
                <a16:creationId xmlns:a16="http://schemas.microsoft.com/office/drawing/2014/main" id="{E9AC22B7-920B-CE2E-22C9-8B42D1C21D06}"/>
              </a:ext>
            </a:extLst>
          </p:cNvPr>
          <p:cNvGrpSpPr/>
          <p:nvPr/>
        </p:nvGrpSpPr>
        <p:grpSpPr>
          <a:xfrm>
            <a:off x="5847763" y="1851471"/>
            <a:ext cx="683723" cy="252000"/>
            <a:chOff x="5023656" y="2243320"/>
            <a:chExt cx="683723" cy="252000"/>
          </a:xfrm>
        </p:grpSpPr>
        <p:sp>
          <p:nvSpPr>
            <p:cNvPr id="15" name="Прямоугольник: скругленные углы 14">
              <a:extLst>
                <a:ext uri="{FF2B5EF4-FFF2-40B4-BE49-F238E27FC236}">
                  <a16:creationId xmlns:a16="http://schemas.microsoft.com/office/drawing/2014/main" id="{4B383B71-EA62-92E4-70D6-9DF13E2AB662}"/>
                </a:ext>
              </a:extLst>
            </p:cNvPr>
            <p:cNvSpPr/>
            <p:nvPr/>
          </p:nvSpPr>
          <p:spPr>
            <a:xfrm>
              <a:off x="5023656" y="2243320"/>
              <a:ext cx="683723" cy="252000"/>
            </a:xfrm>
            <a:prstGeom prst="roundRect">
              <a:avLst>
                <a:gd name="adj" fmla="val 2943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ДО</a:t>
              </a:r>
            </a:p>
          </p:txBody>
        </p:sp>
        <p:sp>
          <p:nvSpPr>
            <p:cNvPr id="16" name="Рисунок 17">
              <a:extLst>
                <a:ext uri="{FF2B5EF4-FFF2-40B4-BE49-F238E27FC236}">
                  <a16:creationId xmlns:a16="http://schemas.microsoft.com/office/drawing/2014/main" id="{99BB353A-1803-E7A0-FA47-7BA684919BCF}"/>
                </a:ext>
              </a:extLst>
            </p:cNvPr>
            <p:cNvSpPr/>
            <p:nvPr/>
          </p:nvSpPr>
          <p:spPr>
            <a:xfrm>
              <a:off x="5119872" y="2291660"/>
              <a:ext cx="136214" cy="136214"/>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57150 w 171450"/>
                <a:gd name="connsiteY5" fmla="*/ 85725 h 171450"/>
                <a:gd name="connsiteX6" fmla="*/ 47625 w 171450"/>
                <a:gd name="connsiteY6" fmla="*/ 95250 h 171450"/>
                <a:gd name="connsiteX7" fmla="*/ 38100 w 171450"/>
                <a:gd name="connsiteY7" fmla="*/ 85725 h 171450"/>
                <a:gd name="connsiteX8" fmla="*/ 47625 w 171450"/>
                <a:gd name="connsiteY8" fmla="*/ 76200 h 171450"/>
                <a:gd name="connsiteX9" fmla="*/ 57150 w 171450"/>
                <a:gd name="connsiteY9" fmla="*/ 85725 h 171450"/>
                <a:gd name="connsiteX10" fmla="*/ 95250 w 171450"/>
                <a:gd name="connsiteY10" fmla="*/ 85725 h 171450"/>
                <a:gd name="connsiteX11" fmla="*/ 85725 w 171450"/>
                <a:gd name="connsiteY11" fmla="*/ 95250 h 171450"/>
                <a:gd name="connsiteX12" fmla="*/ 76200 w 171450"/>
                <a:gd name="connsiteY12" fmla="*/ 85725 h 171450"/>
                <a:gd name="connsiteX13" fmla="*/ 85725 w 171450"/>
                <a:gd name="connsiteY13" fmla="*/ 76200 h 171450"/>
                <a:gd name="connsiteX14" fmla="*/ 95250 w 171450"/>
                <a:gd name="connsiteY14" fmla="*/ 85725 h 171450"/>
                <a:gd name="connsiteX15" fmla="*/ 123825 w 171450"/>
                <a:gd name="connsiteY15" fmla="*/ 95250 h 171450"/>
                <a:gd name="connsiteX16" fmla="*/ 114300 w 171450"/>
                <a:gd name="connsiteY16" fmla="*/ 85725 h 171450"/>
                <a:gd name="connsiteX17" fmla="*/ 123825 w 171450"/>
                <a:gd name="connsiteY17" fmla="*/ 76200 h 171450"/>
                <a:gd name="connsiteX18" fmla="*/ 133350 w 171450"/>
                <a:gd name="connsiteY18" fmla="*/ 85725 h 171450"/>
                <a:gd name="connsiteX19" fmla="*/ 123825 w 171450"/>
                <a:gd name="connsiteY19" fmla="*/ 952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57150" y="85725"/>
                  </a:moveTo>
                  <a:cubicBezTo>
                    <a:pt x="57150" y="90986"/>
                    <a:pt x="52886" y="95250"/>
                    <a:pt x="47625" y="95250"/>
                  </a:cubicBezTo>
                  <a:cubicBezTo>
                    <a:pt x="42365" y="95250"/>
                    <a:pt x="38100" y="90986"/>
                    <a:pt x="38100" y="85725"/>
                  </a:cubicBezTo>
                  <a:cubicBezTo>
                    <a:pt x="38100" y="80464"/>
                    <a:pt x="42365" y="76200"/>
                    <a:pt x="47625" y="76200"/>
                  </a:cubicBezTo>
                  <a:cubicBezTo>
                    <a:pt x="52886" y="76200"/>
                    <a:pt x="57150" y="80464"/>
                    <a:pt x="57150" y="85725"/>
                  </a:cubicBezTo>
                  <a:close/>
                  <a:moveTo>
                    <a:pt x="95250" y="85725"/>
                  </a:moveTo>
                  <a:cubicBezTo>
                    <a:pt x="95250" y="90986"/>
                    <a:pt x="90986" y="95250"/>
                    <a:pt x="85725" y="95250"/>
                  </a:cubicBezTo>
                  <a:cubicBezTo>
                    <a:pt x="80464" y="95250"/>
                    <a:pt x="76200" y="90986"/>
                    <a:pt x="76200" y="85725"/>
                  </a:cubicBezTo>
                  <a:cubicBezTo>
                    <a:pt x="76200" y="80464"/>
                    <a:pt x="80464" y="76200"/>
                    <a:pt x="85725" y="76200"/>
                  </a:cubicBezTo>
                  <a:cubicBezTo>
                    <a:pt x="90986" y="76200"/>
                    <a:pt x="95250" y="80464"/>
                    <a:pt x="95250" y="85725"/>
                  </a:cubicBezTo>
                  <a:close/>
                  <a:moveTo>
                    <a:pt x="123825" y="95250"/>
                  </a:moveTo>
                  <a:cubicBezTo>
                    <a:pt x="118564" y="95250"/>
                    <a:pt x="114300" y="90986"/>
                    <a:pt x="114300" y="85725"/>
                  </a:cubicBezTo>
                  <a:cubicBezTo>
                    <a:pt x="114300" y="80464"/>
                    <a:pt x="118564" y="76200"/>
                    <a:pt x="123825" y="76200"/>
                  </a:cubicBezTo>
                  <a:cubicBezTo>
                    <a:pt x="129086" y="76200"/>
                    <a:pt x="133350" y="80464"/>
                    <a:pt x="133350" y="85725"/>
                  </a:cubicBezTo>
                  <a:cubicBezTo>
                    <a:pt x="133350" y="90986"/>
                    <a:pt x="129086" y="95250"/>
                    <a:pt x="123825" y="95250"/>
                  </a:cubicBezTo>
                  <a:close/>
                </a:path>
              </a:pathLst>
            </a:custGeom>
            <a:solidFill>
              <a:schemeClr val="bg1"/>
            </a:solidFill>
            <a:ln w="9525" cap="flat">
              <a:noFill/>
              <a:prstDash val="solid"/>
              <a:miter/>
            </a:ln>
          </p:spPr>
          <p:txBody>
            <a:bodyPr rtlCol="0" anchor="ctr"/>
            <a:lstStyle/>
            <a:p>
              <a:endParaRPr lang="ru-RU"/>
            </a:p>
          </p:txBody>
        </p:sp>
      </p:grpSp>
      <p:grpSp>
        <p:nvGrpSpPr>
          <p:cNvPr id="17" name="Группа 16">
            <a:extLst>
              <a:ext uri="{FF2B5EF4-FFF2-40B4-BE49-F238E27FC236}">
                <a16:creationId xmlns:a16="http://schemas.microsoft.com/office/drawing/2014/main" id="{FF925053-87B3-F00B-F99B-E77153785124}"/>
              </a:ext>
            </a:extLst>
          </p:cNvPr>
          <p:cNvGrpSpPr/>
          <p:nvPr/>
        </p:nvGrpSpPr>
        <p:grpSpPr>
          <a:xfrm>
            <a:off x="8032565" y="1851471"/>
            <a:ext cx="1048206" cy="252000"/>
            <a:chOff x="7022644" y="2243320"/>
            <a:chExt cx="1048206" cy="252000"/>
          </a:xfrm>
        </p:grpSpPr>
        <p:sp>
          <p:nvSpPr>
            <p:cNvPr id="18" name="Прямоугольник: скругленные углы 17">
              <a:extLst>
                <a:ext uri="{FF2B5EF4-FFF2-40B4-BE49-F238E27FC236}">
                  <a16:creationId xmlns:a16="http://schemas.microsoft.com/office/drawing/2014/main" id="{1428AD8B-D6EF-952E-755E-5E938A1BC09D}"/>
                </a:ext>
              </a:extLst>
            </p:cNvPr>
            <p:cNvSpPr/>
            <p:nvPr/>
          </p:nvSpPr>
          <p:spPr>
            <a:xfrm>
              <a:off x="7022644" y="2243320"/>
              <a:ext cx="1048206" cy="252000"/>
            </a:xfrm>
            <a:prstGeom prst="roundRect">
              <a:avLst>
                <a:gd name="adj" fmla="val 294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18000" rIns="72000" bIns="36000" rtlCol="0" anchor="ctr">
              <a:noAutofit/>
            </a:bodyPr>
            <a:lstStyle/>
            <a:p>
              <a:r>
                <a:rPr lang="ru-RU" sz="1400" b="1"/>
                <a:t>ПОСЛЕ</a:t>
              </a:r>
            </a:p>
          </p:txBody>
        </p:sp>
        <p:sp>
          <p:nvSpPr>
            <p:cNvPr id="19" name="Рисунок 267">
              <a:extLst>
                <a:ext uri="{FF2B5EF4-FFF2-40B4-BE49-F238E27FC236}">
                  <a16:creationId xmlns:a16="http://schemas.microsoft.com/office/drawing/2014/main" id="{C481D830-57EF-D122-2624-384968DD8913}"/>
                </a:ext>
              </a:extLst>
            </p:cNvPr>
            <p:cNvSpPr/>
            <p:nvPr/>
          </p:nvSpPr>
          <p:spPr>
            <a:xfrm>
              <a:off x="7124419" y="2291660"/>
              <a:ext cx="136800" cy="1368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5" y="124755"/>
                    <a:pt x="73185" y="124755"/>
                    <a:pt x="69465" y="121035"/>
                  </a:cubicBezTo>
                  <a:lnTo>
                    <a:pt x="40890" y="92460"/>
                  </a:lnTo>
                  <a:cubicBezTo>
                    <a:pt x="37170" y="88740"/>
                    <a:pt x="37170" y="82710"/>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0"/>
                    <a:pt x="130560" y="73410"/>
                  </a:cubicBezTo>
                  <a:close/>
                </a:path>
              </a:pathLst>
            </a:custGeom>
            <a:solidFill>
              <a:schemeClr val="bg1"/>
            </a:solidFill>
            <a:ln w="9525" cap="flat">
              <a:noFill/>
              <a:prstDash val="solid"/>
              <a:miter/>
            </a:ln>
          </p:spPr>
          <p:txBody>
            <a:bodyPr rtlCol="0" anchor="ctr"/>
            <a:lstStyle/>
            <a:p>
              <a:endParaRPr lang="ru-RU"/>
            </a:p>
          </p:txBody>
        </p:sp>
      </p:grpSp>
      <p:sp>
        <p:nvSpPr>
          <p:cNvPr id="20" name="Объект 12">
            <a:extLst>
              <a:ext uri="{FF2B5EF4-FFF2-40B4-BE49-F238E27FC236}">
                <a16:creationId xmlns:a16="http://schemas.microsoft.com/office/drawing/2014/main" id="{85BB19D7-6184-F59C-AE6D-2AB167D338EF}"/>
              </a:ext>
            </a:extLst>
          </p:cNvPr>
          <p:cNvSpPr txBox="1">
            <a:spLocks/>
          </p:cNvSpPr>
          <p:nvPr/>
        </p:nvSpPr>
        <p:spPr>
          <a:xfrm>
            <a:off x="628539" y="3479800"/>
            <a:ext cx="3119435" cy="50375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lnSpc>
                <a:spcPct val="90000"/>
              </a:lnSpc>
              <a:spcAft>
                <a:spcPts val="400"/>
              </a:spcAft>
            </a:pPr>
            <a:r>
              <a:rPr lang="ru-RU" sz="1400"/>
              <a:t>Сформулируй краткий заголовок </a:t>
            </a:r>
            <a:br>
              <a:rPr lang="ru-RU" sz="1400"/>
            </a:br>
            <a:r>
              <a:rPr lang="ru-RU" sz="1400"/>
              <a:t>в 1–2 строки</a:t>
            </a:r>
          </a:p>
        </p:txBody>
      </p:sp>
      <p:sp>
        <p:nvSpPr>
          <p:cNvPr id="22" name="Рисунок 7">
            <a:extLst>
              <a:ext uri="{FF2B5EF4-FFF2-40B4-BE49-F238E27FC236}">
                <a16:creationId xmlns:a16="http://schemas.microsoft.com/office/drawing/2014/main" id="{06DA0B2A-B1BF-8DB7-52FA-8DBCF3B220AE}"/>
              </a:ext>
            </a:extLst>
          </p:cNvPr>
          <p:cNvSpPr/>
          <p:nvPr/>
        </p:nvSpPr>
        <p:spPr>
          <a:xfrm>
            <a:off x="628540" y="4106484"/>
            <a:ext cx="163202" cy="16320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rgbClr val="10C44C"/>
          </a:solidFill>
          <a:ln w="9525" cap="flat">
            <a:noFill/>
            <a:prstDash val="solid"/>
            <a:miter/>
          </a:ln>
        </p:spPr>
        <p:txBody>
          <a:bodyPr rtlCol="0" anchor="ctr"/>
          <a:lstStyle/>
          <a:p>
            <a:endParaRPr lang="ru-RU"/>
          </a:p>
        </p:txBody>
      </p:sp>
      <p:sp>
        <p:nvSpPr>
          <p:cNvPr id="23" name="Объект 12">
            <a:extLst>
              <a:ext uri="{FF2B5EF4-FFF2-40B4-BE49-F238E27FC236}">
                <a16:creationId xmlns:a16="http://schemas.microsoft.com/office/drawing/2014/main" id="{E77EFD92-5673-5170-C46E-F8D83CBB5E07}"/>
              </a:ext>
            </a:extLst>
          </p:cNvPr>
          <p:cNvSpPr txBox="1">
            <a:spLocks/>
          </p:cNvSpPr>
          <p:nvPr/>
        </p:nvSpPr>
        <p:spPr>
          <a:xfrm>
            <a:off x="936401" y="4062643"/>
            <a:ext cx="2822800" cy="220004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marL="0" lvl="2" indent="0">
              <a:buNone/>
            </a:pPr>
            <a:r>
              <a:rPr lang="ru-RU" sz="1400"/>
              <a:t>Здесь может быть твой текст. Размести здесь свой текст.</a:t>
            </a:r>
          </a:p>
          <a:p>
            <a:pPr marL="0" lvl="2" indent="0">
              <a:buNone/>
            </a:pPr>
            <a:r>
              <a:rPr lang="ru-RU" sz="1400"/>
              <a:t>Здесь может быть твой текст. Добавь ещё текст. </a:t>
            </a:r>
          </a:p>
          <a:p>
            <a:pPr marL="0" lvl="2" indent="0">
              <a:buNone/>
            </a:pPr>
            <a:r>
              <a:rPr lang="ru-RU" sz="1400"/>
              <a:t>Здесь может быть твой текст. Размести здесь свой текст.</a:t>
            </a:r>
          </a:p>
          <a:p>
            <a:pPr marL="0" lvl="2" indent="0">
              <a:buNone/>
            </a:pPr>
            <a:r>
              <a:rPr lang="ru-RU" sz="1400"/>
              <a:t>Здесь может быть твой текст. Добавь ещё текст. </a:t>
            </a:r>
          </a:p>
          <a:p>
            <a:pPr marL="0" lvl="2" indent="0">
              <a:buNone/>
            </a:pPr>
            <a:endParaRPr lang="ru-RU" sz="1400"/>
          </a:p>
          <a:p>
            <a:pPr marL="0" lvl="2" indent="0">
              <a:buNone/>
            </a:pPr>
            <a:endParaRPr lang="ru-RU" sz="1400"/>
          </a:p>
          <a:p>
            <a:pPr marL="0" lvl="2" indent="0">
              <a:buNone/>
            </a:pPr>
            <a:endParaRPr lang="ru-RU" sz="1400"/>
          </a:p>
        </p:txBody>
      </p:sp>
      <p:sp>
        <p:nvSpPr>
          <p:cNvPr id="24" name="Рисунок 18">
            <a:extLst>
              <a:ext uri="{FF2B5EF4-FFF2-40B4-BE49-F238E27FC236}">
                <a16:creationId xmlns:a16="http://schemas.microsoft.com/office/drawing/2014/main" id="{4E4D2D67-A07C-0B03-6924-2D0FE70F0B38}"/>
              </a:ext>
            </a:extLst>
          </p:cNvPr>
          <p:cNvSpPr>
            <a:spLocks noChangeAspect="1"/>
          </p:cNvSpPr>
          <p:nvPr/>
        </p:nvSpPr>
        <p:spPr>
          <a:xfrm>
            <a:off x="628540" y="5696185"/>
            <a:ext cx="163202" cy="163202"/>
          </a:xfrm>
          <a:custGeom>
            <a:avLst/>
            <a:gdLst>
              <a:gd name="connsiteX0" fmla="*/ 163202 w 163202"/>
              <a:gd name="connsiteY0" fmla="*/ 81601 h 163202"/>
              <a:gd name="connsiteX1" fmla="*/ 81601 w 163202"/>
              <a:gd name="connsiteY1" fmla="*/ 163202 h 163202"/>
              <a:gd name="connsiteX2" fmla="*/ 0 w 163202"/>
              <a:gd name="connsiteY2" fmla="*/ 81601 h 163202"/>
              <a:gd name="connsiteX3" fmla="*/ 81601 w 163202"/>
              <a:gd name="connsiteY3" fmla="*/ 0 h 163202"/>
              <a:gd name="connsiteX4" fmla="*/ 163202 w 163202"/>
              <a:gd name="connsiteY4" fmla="*/ 81601 h 163202"/>
              <a:gd name="connsiteX5" fmla="*/ 81601 w 163202"/>
              <a:gd name="connsiteY5" fmla="*/ 36267 h 163202"/>
              <a:gd name="connsiteX6" fmla="*/ 72534 w 163202"/>
              <a:gd name="connsiteY6" fmla="*/ 45334 h 163202"/>
              <a:gd name="connsiteX7" fmla="*/ 72534 w 163202"/>
              <a:gd name="connsiteY7" fmla="*/ 81601 h 163202"/>
              <a:gd name="connsiteX8" fmla="*/ 75190 w 163202"/>
              <a:gd name="connsiteY8" fmla="*/ 88012 h 163202"/>
              <a:gd name="connsiteX9" fmla="*/ 102390 w 163202"/>
              <a:gd name="connsiteY9" fmla="*/ 115212 h 163202"/>
              <a:gd name="connsiteX10" fmla="*/ 115212 w 163202"/>
              <a:gd name="connsiteY10" fmla="*/ 115212 h 163202"/>
              <a:gd name="connsiteX11" fmla="*/ 115212 w 163202"/>
              <a:gd name="connsiteY11" fmla="*/ 102390 h 163202"/>
              <a:gd name="connsiteX12" fmla="*/ 90668 w 163202"/>
              <a:gd name="connsiteY12" fmla="*/ 77845 h 163202"/>
              <a:gd name="connsiteX13" fmla="*/ 90668 w 163202"/>
              <a:gd name="connsiteY13" fmla="*/ 45334 h 163202"/>
              <a:gd name="connsiteX14" fmla="*/ 81601 w 163202"/>
              <a:gd name="connsiteY14" fmla="*/ 36267 h 16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02" h="163202">
                <a:moveTo>
                  <a:pt x="163202" y="81601"/>
                </a:moveTo>
                <a:cubicBezTo>
                  <a:pt x="163202" y="132232"/>
                  <a:pt x="132232" y="163202"/>
                  <a:pt x="81601" y="163202"/>
                </a:cubicBezTo>
                <a:cubicBezTo>
                  <a:pt x="30970" y="163202"/>
                  <a:pt x="0" y="132232"/>
                  <a:pt x="0" y="81601"/>
                </a:cubicBezTo>
                <a:cubicBezTo>
                  <a:pt x="0" y="30970"/>
                  <a:pt x="30970" y="0"/>
                  <a:pt x="81601" y="0"/>
                </a:cubicBezTo>
                <a:cubicBezTo>
                  <a:pt x="132232" y="0"/>
                  <a:pt x="163202" y="30970"/>
                  <a:pt x="163202" y="81601"/>
                </a:cubicBezTo>
                <a:close/>
                <a:moveTo>
                  <a:pt x="81601" y="36267"/>
                </a:moveTo>
                <a:cubicBezTo>
                  <a:pt x="76594" y="36267"/>
                  <a:pt x="72534" y="40326"/>
                  <a:pt x="72534" y="45334"/>
                </a:cubicBezTo>
                <a:lnTo>
                  <a:pt x="72534" y="81601"/>
                </a:lnTo>
                <a:cubicBezTo>
                  <a:pt x="72534" y="84006"/>
                  <a:pt x="73490" y="86312"/>
                  <a:pt x="75190" y="88012"/>
                </a:cubicBezTo>
                <a:lnTo>
                  <a:pt x="102390" y="115212"/>
                </a:lnTo>
                <a:cubicBezTo>
                  <a:pt x="105931" y="118753"/>
                  <a:pt x="111672" y="118753"/>
                  <a:pt x="115212" y="115212"/>
                </a:cubicBezTo>
                <a:cubicBezTo>
                  <a:pt x="118753" y="111672"/>
                  <a:pt x="118753" y="105931"/>
                  <a:pt x="115212" y="102390"/>
                </a:cubicBezTo>
                <a:lnTo>
                  <a:pt x="90668" y="77845"/>
                </a:lnTo>
                <a:lnTo>
                  <a:pt x="90668" y="45334"/>
                </a:lnTo>
                <a:cubicBezTo>
                  <a:pt x="90668" y="40326"/>
                  <a:pt x="86608" y="36267"/>
                  <a:pt x="81601" y="36267"/>
                </a:cubicBezTo>
                <a:close/>
              </a:path>
            </a:pathLst>
          </a:custGeom>
          <a:solidFill>
            <a:schemeClr val="tx1">
              <a:lumMod val="50000"/>
              <a:lumOff val="50000"/>
            </a:schemeClr>
          </a:solidFill>
          <a:ln w="8996" cap="flat">
            <a:noFill/>
            <a:prstDash val="solid"/>
            <a:miter/>
          </a:ln>
        </p:spPr>
        <p:txBody>
          <a:bodyPr rtlCol="0" anchor="ctr"/>
          <a:lstStyle/>
          <a:p>
            <a:endParaRPr lang="ru-RU"/>
          </a:p>
        </p:txBody>
      </p:sp>
      <p:sp>
        <p:nvSpPr>
          <p:cNvPr id="28" name="Прямоугольник: скругленные углы 27">
            <a:extLst>
              <a:ext uri="{FF2B5EF4-FFF2-40B4-BE49-F238E27FC236}">
                <a16:creationId xmlns:a16="http://schemas.microsoft.com/office/drawing/2014/main" id="{AEDE6579-BB18-08C0-6A42-EE5F57190A4A}"/>
              </a:ext>
            </a:extLst>
          </p:cNvPr>
          <p:cNvSpPr/>
          <p:nvPr/>
        </p:nvSpPr>
        <p:spPr>
          <a:xfrm>
            <a:off x="636206" y="1520825"/>
            <a:ext cx="3160648" cy="1696196"/>
          </a:xfrm>
          <a:prstGeom prst="roundRect">
            <a:avLst>
              <a:gd name="adj" fmla="val 18394"/>
            </a:avLst>
          </a:prstGeom>
          <a:gradFill flip="none" rotWithShape="1">
            <a:gsLst>
              <a:gs pos="0">
                <a:schemeClr val="accent1"/>
              </a:gs>
              <a:gs pos="50000">
                <a:srgbClr val="4FAAFF"/>
              </a:gs>
              <a:gs pos="100000">
                <a:schemeClr val="accent3"/>
              </a:gs>
            </a:gsLst>
            <a:lin ang="18900000" scaled="1"/>
            <a:tileRect/>
          </a:gra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solidFill>
                <a:schemeClr val="bg1"/>
              </a:solidFill>
            </a:endParaRPr>
          </a:p>
        </p:txBody>
      </p:sp>
      <p:sp>
        <p:nvSpPr>
          <p:cNvPr id="35" name="TextBox 34">
            <a:extLst>
              <a:ext uri="{FF2B5EF4-FFF2-40B4-BE49-F238E27FC236}">
                <a16:creationId xmlns:a16="http://schemas.microsoft.com/office/drawing/2014/main" id="{A203007E-6399-F547-D8A2-76EAFFD81936}"/>
              </a:ext>
            </a:extLst>
          </p:cNvPr>
          <p:cNvSpPr txBox="1"/>
          <p:nvPr/>
        </p:nvSpPr>
        <p:spPr>
          <a:xfrm>
            <a:off x="891109" y="1862688"/>
            <a:ext cx="2501930" cy="1252196"/>
          </a:xfrm>
          <a:prstGeom prst="rect">
            <a:avLst/>
          </a:prstGeom>
          <a:noFill/>
        </p:spPr>
        <p:txBody>
          <a:bodyPr wrap="none" lIns="0" tIns="0" rIns="0" bIns="0" rtlCol="0">
            <a:noAutofit/>
          </a:bodyPr>
          <a:lstStyle/>
          <a:p>
            <a:r>
              <a:rPr lang="ru-RU" sz="3600" b="1">
                <a:solidFill>
                  <a:schemeClr val="bg1"/>
                </a:solidFill>
              </a:rPr>
              <a:t>9875</a:t>
            </a:r>
          </a:p>
          <a:p>
            <a:r>
              <a:rPr lang="ru-RU" sz="1400">
                <a:solidFill>
                  <a:schemeClr val="bg1"/>
                </a:solidFill>
              </a:rPr>
              <a:t>Здесь может быть твой текст. </a:t>
            </a:r>
          </a:p>
          <a:p>
            <a:r>
              <a:rPr lang="ru-RU" sz="1400">
                <a:solidFill>
                  <a:schemeClr val="bg1"/>
                </a:solidFill>
              </a:rPr>
              <a:t>Размести здесь свой текст.</a:t>
            </a:r>
          </a:p>
        </p:txBody>
      </p:sp>
      <p:sp>
        <p:nvSpPr>
          <p:cNvPr id="4" name="Номер слайда 2">
            <a:extLst>
              <a:ext uri="{FF2B5EF4-FFF2-40B4-BE49-F238E27FC236}">
                <a16:creationId xmlns:a16="http://schemas.microsoft.com/office/drawing/2014/main" id="{6C674D6F-15B5-149A-75B7-AC2A2746929D}"/>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65</a:t>
            </a:fld>
            <a:endParaRPr lang="ru-RU"/>
          </a:p>
        </p:txBody>
      </p:sp>
      <p:sp>
        <p:nvSpPr>
          <p:cNvPr id="8" name="Нижний колонтитул 2">
            <a:extLst>
              <a:ext uri="{FF2B5EF4-FFF2-40B4-BE49-F238E27FC236}">
                <a16:creationId xmlns:a16="http://schemas.microsoft.com/office/drawing/2014/main" id="{3A297EFD-3B7A-EE4A-AE22-08BE3CAECADD}"/>
              </a:ext>
            </a:extLst>
          </p:cNvPr>
          <p:cNvSpPr>
            <a:spLocks noGrp="1"/>
          </p:cNvSpPr>
          <p:nvPr>
            <p:ph type="ftr" sz="quarter" idx="11"/>
          </p:nvPr>
        </p:nvSpPr>
        <p:spPr>
          <a:xfrm>
            <a:off x="1549399" y="6465021"/>
            <a:ext cx="8182800" cy="144500"/>
          </a:xfrm>
        </p:spPr>
        <p:txBody>
          <a:bodyPr/>
          <a:lstStyle/>
          <a:p>
            <a:endParaRPr lang="ru-RU"/>
          </a:p>
        </p:txBody>
      </p:sp>
    </p:spTree>
    <p:extLst>
      <p:ext uri="{BB962C8B-B14F-4D97-AF65-F5344CB8AC3E}">
        <p14:creationId xmlns:p14="http://schemas.microsoft.com/office/powerpoint/2010/main" val="34391571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2F56A15B-9849-F986-FE93-2DCBACF446F4}"/>
              </a:ext>
            </a:extLst>
          </p:cNvPr>
          <p:cNvSpPr>
            <a:spLocks noGrp="1"/>
          </p:cNvSpPr>
          <p:nvPr>
            <p:ph type="sldNum" sz="quarter" idx="12"/>
          </p:nvPr>
        </p:nvSpPr>
        <p:spPr/>
        <p:txBody>
          <a:bodyPr/>
          <a:lstStyle/>
          <a:p>
            <a:fld id="{EB5249F5-0093-48B0-B996-C4E44A87EAFB}" type="slidenum">
              <a:rPr lang="ru-RU" smtClean="0"/>
              <a:pPr/>
              <a:t>66</a:t>
            </a:fld>
            <a:endParaRPr lang="ru-RU"/>
          </a:p>
        </p:txBody>
      </p:sp>
      <p:sp>
        <p:nvSpPr>
          <p:cNvPr id="4" name="Заголовок 3">
            <a:extLst>
              <a:ext uri="{FF2B5EF4-FFF2-40B4-BE49-F238E27FC236}">
                <a16:creationId xmlns:a16="http://schemas.microsoft.com/office/drawing/2014/main" id="{F9871E99-6D35-7431-E0E9-2097895B3823}"/>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1" name="TextBox 10">
            <a:extLst>
              <a:ext uri="{FF2B5EF4-FFF2-40B4-BE49-F238E27FC236}">
                <a16:creationId xmlns:a16="http://schemas.microsoft.com/office/drawing/2014/main" id="{0A6D37ED-2AD9-B0FB-2A94-965B1EA5754F}"/>
              </a:ext>
            </a:extLst>
          </p:cNvPr>
          <p:cNvSpPr txBox="1"/>
          <p:nvPr/>
        </p:nvSpPr>
        <p:spPr>
          <a:xfrm>
            <a:off x="639764" y="4937760"/>
            <a:ext cx="2410413" cy="1324928"/>
          </a:xfrm>
          <a:prstGeom prst="rect">
            <a:avLst/>
          </a:prstGeom>
          <a:noFill/>
        </p:spPr>
        <p:txBody>
          <a:bodyPr wrap="square" lIns="0" tIns="0" rIns="0" bIns="0" rtlCol="0">
            <a:noAutofit/>
          </a:bodyPr>
          <a:lstStyle/>
          <a:p>
            <a:pPr marL="0" marR="0" lvl="0" indent="0" algn="l" defTabSz="914400" rtl="0" eaLnBrk="1" fontAlgn="auto" latinLnBrk="0" hangingPunct="1">
              <a:lnSpc>
                <a:spcPct val="85000"/>
              </a:lnSpc>
              <a:spcBef>
                <a:spcPts val="0"/>
              </a:spcBef>
              <a:spcAft>
                <a:spcPts val="1200"/>
              </a:spcAft>
              <a:buClrTx/>
              <a:buSzTx/>
              <a:buFontTx/>
              <a:buNone/>
              <a:tabLst/>
              <a:defRPr/>
            </a:pPr>
            <a:r>
              <a:rPr lang="ru-RU" sz="1400" b="1">
                <a:solidFill>
                  <a:srgbClr val="0E1114"/>
                </a:solidFill>
              </a:rPr>
              <a:t>Заголовок</a:t>
            </a:r>
            <a:endParaRPr kumimoji="0" lang="ru-RU" sz="1400" b="1" i="0" u="none" strike="noStrike" kern="1200" cap="none" spc="0" normalizeH="0" baseline="0" noProof="0">
              <a:ln>
                <a:noFill/>
              </a:ln>
              <a:solidFill>
                <a:srgbClr val="0E1114"/>
              </a:solidFill>
              <a:effectLst/>
              <a:uLnTx/>
              <a:uFillTx/>
              <a:ea typeface="+mn-ea"/>
              <a:cs typeface="+mn-cs"/>
            </a:endParaRPr>
          </a:p>
          <a:p>
            <a:pPr marL="0" marR="0" lvl="0" indent="0" algn="l" defTabSz="914400" rtl="0" eaLnBrk="1" fontAlgn="auto" latinLnBrk="0" hangingPunct="1">
              <a:lnSpc>
                <a:spcPct val="100000"/>
              </a:lnSpc>
              <a:spcBef>
                <a:spcPts val="0"/>
              </a:spcBef>
              <a:spcAft>
                <a:spcPts val="422"/>
              </a:spcAft>
              <a:buClrTx/>
              <a:buSzTx/>
              <a:buFontTx/>
              <a:buNone/>
              <a:tabLst/>
              <a:defRPr/>
            </a:pPr>
            <a:r>
              <a:rPr kumimoji="0" lang="ru-RU" sz="1200" b="0" i="0" u="none" strike="noStrike" kern="1200" cap="none" spc="0" normalizeH="0" baseline="0" noProof="0">
                <a:ln>
                  <a:noFill/>
                </a:ln>
                <a:solidFill>
                  <a:srgbClr val="0E1114"/>
                </a:solidFill>
                <a:effectLst/>
                <a:uLnTx/>
                <a:uFillTx/>
                <a:ea typeface="+mn-ea"/>
                <a:cs typeface="+mn-cs"/>
              </a:rPr>
              <a:t>Здесь может быть твой текст. Размести здесь свой текст. Добавь ещё текст. Здесь может быть твой текст. Размести здесь свой текст. </a:t>
            </a:r>
          </a:p>
        </p:txBody>
      </p:sp>
      <p:sp>
        <p:nvSpPr>
          <p:cNvPr id="12" name="TextBox 11">
            <a:extLst>
              <a:ext uri="{FF2B5EF4-FFF2-40B4-BE49-F238E27FC236}">
                <a16:creationId xmlns:a16="http://schemas.microsoft.com/office/drawing/2014/main" id="{625156EF-6E04-9538-BDDE-1E3C775D5929}"/>
              </a:ext>
            </a:extLst>
          </p:cNvPr>
          <p:cNvSpPr txBox="1"/>
          <p:nvPr/>
        </p:nvSpPr>
        <p:spPr>
          <a:xfrm>
            <a:off x="3360104" y="4937760"/>
            <a:ext cx="2410413" cy="1324928"/>
          </a:xfrm>
          <a:prstGeom prst="rect">
            <a:avLst/>
          </a:prstGeom>
          <a:noFill/>
        </p:spPr>
        <p:txBody>
          <a:bodyPr wrap="square" lIns="0" tIns="0" rIns="0" bIns="0" rtlCol="0">
            <a:noAutofit/>
          </a:bodyPr>
          <a:lstStyle/>
          <a:p>
            <a:pPr marL="0" marR="0" lvl="0" indent="0" algn="l" defTabSz="914400" rtl="0" eaLnBrk="1" fontAlgn="auto" latinLnBrk="0" hangingPunct="1">
              <a:lnSpc>
                <a:spcPct val="85000"/>
              </a:lnSpc>
              <a:spcBef>
                <a:spcPts val="0"/>
              </a:spcBef>
              <a:spcAft>
                <a:spcPts val="1200"/>
              </a:spcAft>
              <a:buClrTx/>
              <a:buSzTx/>
              <a:buFontTx/>
              <a:buNone/>
              <a:tabLst/>
              <a:defRPr/>
            </a:pPr>
            <a:r>
              <a:rPr lang="ru-RU" sz="1400" b="1">
                <a:solidFill>
                  <a:srgbClr val="0E1114"/>
                </a:solidFill>
              </a:rPr>
              <a:t>Заголовок</a:t>
            </a:r>
            <a:endParaRPr kumimoji="0" lang="ru-RU" sz="1400" b="1" i="0" u="none" strike="noStrike" kern="1200" cap="none" spc="0" normalizeH="0" baseline="0" noProof="0">
              <a:ln>
                <a:noFill/>
              </a:ln>
              <a:solidFill>
                <a:srgbClr val="0E1114"/>
              </a:solidFill>
              <a:effectLst/>
              <a:uLnTx/>
              <a:uFillTx/>
              <a:ea typeface="+mn-ea"/>
              <a:cs typeface="+mn-cs"/>
            </a:endParaRPr>
          </a:p>
          <a:p>
            <a:pPr marL="0" marR="0" lvl="0" indent="0" algn="l" defTabSz="914400" rtl="0" eaLnBrk="1" fontAlgn="auto" latinLnBrk="0" hangingPunct="1">
              <a:lnSpc>
                <a:spcPct val="100000"/>
              </a:lnSpc>
              <a:spcBef>
                <a:spcPts val="0"/>
              </a:spcBef>
              <a:spcAft>
                <a:spcPts val="422"/>
              </a:spcAft>
              <a:buClrTx/>
              <a:buSzTx/>
              <a:buFontTx/>
              <a:buNone/>
              <a:tabLst/>
              <a:defRPr/>
            </a:pPr>
            <a:r>
              <a:rPr kumimoji="0" lang="ru-RU" sz="1200" b="0" i="0" u="none" strike="noStrike" kern="1200" cap="none" spc="0" normalizeH="0" baseline="0" noProof="0">
                <a:ln>
                  <a:noFill/>
                </a:ln>
                <a:solidFill>
                  <a:srgbClr val="0E1114"/>
                </a:solidFill>
                <a:effectLst/>
                <a:uLnTx/>
                <a:uFillTx/>
                <a:ea typeface="+mn-ea"/>
                <a:cs typeface="+mn-cs"/>
              </a:rPr>
              <a:t>Здесь может быть твой текст. Размести здесь свой текст. Добавь ещё текст. Здесь может быть твой текст. Размести здесь свой текст. </a:t>
            </a:r>
          </a:p>
        </p:txBody>
      </p:sp>
      <p:sp>
        <p:nvSpPr>
          <p:cNvPr id="13" name="TextBox 12">
            <a:extLst>
              <a:ext uri="{FF2B5EF4-FFF2-40B4-BE49-F238E27FC236}">
                <a16:creationId xmlns:a16="http://schemas.microsoft.com/office/drawing/2014/main" id="{437049AF-AA82-E5E2-3CBA-3E8723F57FF7}"/>
              </a:ext>
            </a:extLst>
          </p:cNvPr>
          <p:cNvSpPr txBox="1"/>
          <p:nvPr/>
        </p:nvSpPr>
        <p:spPr>
          <a:xfrm>
            <a:off x="6126164" y="4937760"/>
            <a:ext cx="2410413" cy="1324928"/>
          </a:xfrm>
          <a:prstGeom prst="rect">
            <a:avLst/>
          </a:prstGeom>
          <a:noFill/>
        </p:spPr>
        <p:txBody>
          <a:bodyPr wrap="square" lIns="0" tIns="0" rIns="0" bIns="0" rtlCol="0">
            <a:noAutofit/>
          </a:bodyPr>
          <a:lstStyle/>
          <a:p>
            <a:pPr marL="0" marR="0" lvl="0" indent="0" algn="l" defTabSz="914400" rtl="0" eaLnBrk="1" fontAlgn="auto" latinLnBrk="0" hangingPunct="1">
              <a:lnSpc>
                <a:spcPct val="85000"/>
              </a:lnSpc>
              <a:spcBef>
                <a:spcPts val="0"/>
              </a:spcBef>
              <a:spcAft>
                <a:spcPts val="1200"/>
              </a:spcAft>
              <a:buClrTx/>
              <a:buSzTx/>
              <a:buFontTx/>
              <a:buNone/>
              <a:tabLst/>
              <a:defRPr/>
            </a:pPr>
            <a:r>
              <a:rPr lang="ru-RU" sz="1400" b="1">
                <a:solidFill>
                  <a:srgbClr val="0E1114"/>
                </a:solidFill>
              </a:rPr>
              <a:t>Заголовок</a:t>
            </a:r>
            <a:endParaRPr kumimoji="0" lang="ru-RU" sz="1400" b="1" i="0" u="none" strike="noStrike" kern="1200" cap="none" spc="0" normalizeH="0" baseline="0" noProof="0">
              <a:ln>
                <a:noFill/>
              </a:ln>
              <a:solidFill>
                <a:srgbClr val="0E1114"/>
              </a:solidFill>
              <a:effectLst/>
              <a:uLnTx/>
              <a:uFillTx/>
              <a:ea typeface="+mn-ea"/>
              <a:cs typeface="+mn-cs"/>
            </a:endParaRPr>
          </a:p>
          <a:p>
            <a:pPr marL="0" marR="0" lvl="0" indent="0" algn="l" defTabSz="914400" rtl="0" eaLnBrk="1" fontAlgn="auto" latinLnBrk="0" hangingPunct="1">
              <a:lnSpc>
                <a:spcPct val="100000"/>
              </a:lnSpc>
              <a:spcBef>
                <a:spcPts val="0"/>
              </a:spcBef>
              <a:spcAft>
                <a:spcPts val="422"/>
              </a:spcAft>
              <a:buClrTx/>
              <a:buSzTx/>
              <a:buFontTx/>
              <a:buNone/>
              <a:tabLst/>
              <a:defRPr/>
            </a:pPr>
            <a:r>
              <a:rPr kumimoji="0" lang="ru-RU" sz="1200" b="0" i="0" u="none" strike="noStrike" kern="1200" cap="none" spc="0" normalizeH="0" baseline="0" noProof="0">
                <a:ln>
                  <a:noFill/>
                </a:ln>
                <a:solidFill>
                  <a:srgbClr val="0E1114"/>
                </a:solidFill>
                <a:effectLst/>
                <a:uLnTx/>
                <a:uFillTx/>
                <a:ea typeface="+mn-ea"/>
                <a:cs typeface="+mn-cs"/>
              </a:rPr>
              <a:t>Здесь может быть твой текст. Размести здесь свой текст. Добавь ещё текст. Здесь может быть твой текст. Размести здесь свой текст. </a:t>
            </a:r>
          </a:p>
        </p:txBody>
      </p:sp>
      <p:sp>
        <p:nvSpPr>
          <p:cNvPr id="14" name="TextBox 13">
            <a:extLst>
              <a:ext uri="{FF2B5EF4-FFF2-40B4-BE49-F238E27FC236}">
                <a16:creationId xmlns:a16="http://schemas.microsoft.com/office/drawing/2014/main" id="{1668C86B-5CC4-F815-5A6E-24CE961414A2}"/>
              </a:ext>
            </a:extLst>
          </p:cNvPr>
          <p:cNvSpPr txBox="1"/>
          <p:nvPr/>
        </p:nvSpPr>
        <p:spPr>
          <a:xfrm>
            <a:off x="8823644" y="4937760"/>
            <a:ext cx="2410413" cy="1324928"/>
          </a:xfrm>
          <a:prstGeom prst="rect">
            <a:avLst/>
          </a:prstGeom>
          <a:noFill/>
        </p:spPr>
        <p:txBody>
          <a:bodyPr wrap="square" lIns="0" tIns="0" rIns="0" bIns="0" rtlCol="0">
            <a:noAutofit/>
          </a:bodyPr>
          <a:lstStyle/>
          <a:p>
            <a:pPr marL="0" marR="0" lvl="0" indent="0" algn="l" defTabSz="914400" rtl="0" eaLnBrk="1" fontAlgn="auto" latinLnBrk="0" hangingPunct="1">
              <a:lnSpc>
                <a:spcPct val="85000"/>
              </a:lnSpc>
              <a:spcBef>
                <a:spcPts val="0"/>
              </a:spcBef>
              <a:spcAft>
                <a:spcPts val="1200"/>
              </a:spcAft>
              <a:buClrTx/>
              <a:buSzTx/>
              <a:buFontTx/>
              <a:buNone/>
              <a:tabLst/>
              <a:defRPr/>
            </a:pPr>
            <a:r>
              <a:rPr lang="ru-RU" sz="1400" b="1">
                <a:solidFill>
                  <a:srgbClr val="0E1114"/>
                </a:solidFill>
              </a:rPr>
              <a:t>Заголовок</a:t>
            </a:r>
            <a:endParaRPr kumimoji="0" lang="ru-RU" sz="1400" b="1" i="0" u="none" strike="noStrike" kern="1200" cap="none" spc="0" normalizeH="0" baseline="0" noProof="0">
              <a:ln>
                <a:noFill/>
              </a:ln>
              <a:solidFill>
                <a:srgbClr val="0E1114"/>
              </a:solidFill>
              <a:effectLst/>
              <a:uLnTx/>
              <a:uFillTx/>
              <a:ea typeface="+mn-ea"/>
              <a:cs typeface="+mn-cs"/>
            </a:endParaRPr>
          </a:p>
          <a:p>
            <a:pPr marL="0" marR="0" lvl="0" indent="0" algn="l" defTabSz="914400" rtl="0" eaLnBrk="1" fontAlgn="auto" latinLnBrk="0" hangingPunct="1">
              <a:lnSpc>
                <a:spcPct val="100000"/>
              </a:lnSpc>
              <a:spcBef>
                <a:spcPts val="0"/>
              </a:spcBef>
              <a:spcAft>
                <a:spcPts val="422"/>
              </a:spcAft>
              <a:buClrTx/>
              <a:buSzTx/>
              <a:buFontTx/>
              <a:buNone/>
              <a:tabLst/>
              <a:defRPr/>
            </a:pPr>
            <a:r>
              <a:rPr kumimoji="0" lang="ru-RU" sz="1200" b="0" i="0" u="none" strike="noStrike" kern="1200" cap="none" spc="0" normalizeH="0" baseline="0" noProof="0">
                <a:ln>
                  <a:noFill/>
                </a:ln>
                <a:solidFill>
                  <a:srgbClr val="0E1114"/>
                </a:solidFill>
                <a:effectLst/>
                <a:uLnTx/>
                <a:uFillTx/>
                <a:ea typeface="+mn-ea"/>
                <a:cs typeface="+mn-cs"/>
              </a:rPr>
              <a:t>Здесь может быть твой текст. Размести здесь свой текст. Добавь ещё текст. Здесь может быть твой текст. Размести здесь свой текст. </a:t>
            </a:r>
          </a:p>
        </p:txBody>
      </p:sp>
      <p:grpSp>
        <p:nvGrpSpPr>
          <p:cNvPr id="17" name="Группа 16">
            <a:extLst>
              <a:ext uri="{FF2B5EF4-FFF2-40B4-BE49-F238E27FC236}">
                <a16:creationId xmlns:a16="http://schemas.microsoft.com/office/drawing/2014/main" id="{7FC18EC0-8839-F84A-7274-8AD03DC7BFEF}"/>
              </a:ext>
            </a:extLst>
          </p:cNvPr>
          <p:cNvGrpSpPr/>
          <p:nvPr/>
        </p:nvGrpSpPr>
        <p:grpSpPr>
          <a:xfrm>
            <a:off x="694354" y="2239211"/>
            <a:ext cx="2088000" cy="2088000"/>
            <a:chOff x="639762" y="2239211"/>
            <a:chExt cx="2088000" cy="2088000"/>
          </a:xfrm>
        </p:grpSpPr>
        <p:sp>
          <p:nvSpPr>
            <p:cNvPr id="6" name="Овал 5">
              <a:extLst>
                <a:ext uri="{FF2B5EF4-FFF2-40B4-BE49-F238E27FC236}">
                  <a16:creationId xmlns:a16="http://schemas.microsoft.com/office/drawing/2014/main" id="{1C4DB224-DBBB-D690-896C-D24CA0A5BAA8}"/>
                </a:ext>
              </a:extLst>
            </p:cNvPr>
            <p:cNvSpPr/>
            <p:nvPr/>
          </p:nvSpPr>
          <p:spPr>
            <a:xfrm>
              <a:off x="783239" y="2382688"/>
              <a:ext cx="1801046" cy="1801046"/>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15" name="Дуга 14">
              <a:extLst>
                <a:ext uri="{FF2B5EF4-FFF2-40B4-BE49-F238E27FC236}">
                  <a16:creationId xmlns:a16="http://schemas.microsoft.com/office/drawing/2014/main" id="{2272869D-C2DF-13B7-41EC-58EEA7E20436}"/>
                </a:ext>
              </a:extLst>
            </p:cNvPr>
            <p:cNvSpPr/>
            <p:nvPr/>
          </p:nvSpPr>
          <p:spPr>
            <a:xfrm>
              <a:off x="639762" y="2239211"/>
              <a:ext cx="2088000" cy="2088000"/>
            </a:xfrm>
            <a:prstGeom prst="arc">
              <a:avLst>
                <a:gd name="adj1" fmla="val 16200000"/>
                <a:gd name="adj2" fmla="val 10266168"/>
              </a:avLst>
            </a:prstGeom>
            <a:ln w="1079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6" name="TextBox 15">
              <a:extLst>
                <a:ext uri="{FF2B5EF4-FFF2-40B4-BE49-F238E27FC236}">
                  <a16:creationId xmlns:a16="http://schemas.microsoft.com/office/drawing/2014/main" id="{59F5E137-03BE-418C-10E2-49B1AD2EB439}"/>
                </a:ext>
              </a:extLst>
            </p:cNvPr>
            <p:cNvSpPr txBox="1"/>
            <p:nvPr/>
          </p:nvSpPr>
          <p:spPr>
            <a:xfrm>
              <a:off x="952117" y="2795239"/>
              <a:ext cx="1463290" cy="975945"/>
            </a:xfrm>
            <a:prstGeom prst="rect">
              <a:avLst/>
            </a:prstGeom>
            <a:noFill/>
          </p:spPr>
          <p:txBody>
            <a:bodyPr wrap="none" lIns="0" tIns="0" rIns="0" bIns="0" rtlCol="0" anchor="ctr">
              <a:noAutofit/>
            </a:bodyPr>
            <a:lstStyle/>
            <a:p>
              <a:pPr algn="ctr"/>
              <a:r>
                <a:rPr lang="ru-RU" sz="2400" b="1"/>
                <a:t>75</a:t>
              </a:r>
              <a:r>
                <a:rPr lang="en-US" sz="2400" b="1"/>
                <a:t>%</a:t>
              </a:r>
              <a:br>
                <a:rPr lang="en-US" sz="1200" b="1"/>
              </a:br>
              <a:r>
                <a:rPr lang="ru-RU" sz="1200"/>
                <a:t>Здесь может быть </a:t>
              </a:r>
              <a:br>
                <a:rPr lang="en-US" sz="1200"/>
              </a:br>
              <a:r>
                <a:rPr lang="ru-RU" sz="1200"/>
                <a:t>твой текст</a:t>
              </a:r>
            </a:p>
          </p:txBody>
        </p:sp>
      </p:grpSp>
      <p:grpSp>
        <p:nvGrpSpPr>
          <p:cNvPr id="18" name="Группа 17">
            <a:extLst>
              <a:ext uri="{FF2B5EF4-FFF2-40B4-BE49-F238E27FC236}">
                <a16:creationId xmlns:a16="http://schemas.microsoft.com/office/drawing/2014/main" id="{933F7DFC-4EBE-0A1B-C2C9-4C084F24FE36}"/>
              </a:ext>
            </a:extLst>
          </p:cNvPr>
          <p:cNvGrpSpPr/>
          <p:nvPr/>
        </p:nvGrpSpPr>
        <p:grpSpPr>
          <a:xfrm>
            <a:off x="3437552" y="2239211"/>
            <a:ext cx="2088000" cy="2088000"/>
            <a:chOff x="639762" y="2239211"/>
            <a:chExt cx="2088000" cy="2088000"/>
          </a:xfrm>
        </p:grpSpPr>
        <p:sp>
          <p:nvSpPr>
            <p:cNvPr id="19" name="Овал 18">
              <a:extLst>
                <a:ext uri="{FF2B5EF4-FFF2-40B4-BE49-F238E27FC236}">
                  <a16:creationId xmlns:a16="http://schemas.microsoft.com/office/drawing/2014/main" id="{4F6ABBBA-8C75-E087-58C4-D625EA19A8BD}"/>
                </a:ext>
              </a:extLst>
            </p:cNvPr>
            <p:cNvSpPr/>
            <p:nvPr/>
          </p:nvSpPr>
          <p:spPr>
            <a:xfrm>
              <a:off x="783239" y="2382688"/>
              <a:ext cx="1801046" cy="1801046"/>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20" name="Дуга 19">
              <a:extLst>
                <a:ext uri="{FF2B5EF4-FFF2-40B4-BE49-F238E27FC236}">
                  <a16:creationId xmlns:a16="http://schemas.microsoft.com/office/drawing/2014/main" id="{F0BAB531-DD67-B37C-0207-57B82A197F41}"/>
                </a:ext>
              </a:extLst>
            </p:cNvPr>
            <p:cNvSpPr/>
            <p:nvPr/>
          </p:nvSpPr>
          <p:spPr>
            <a:xfrm>
              <a:off x="639762" y="2239211"/>
              <a:ext cx="2088000" cy="2088000"/>
            </a:xfrm>
            <a:prstGeom prst="arc">
              <a:avLst>
                <a:gd name="adj1" fmla="val 16200000"/>
                <a:gd name="adj2" fmla="val 5250760"/>
              </a:avLst>
            </a:prstGeom>
            <a:ln w="1079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21" name="TextBox 20">
              <a:extLst>
                <a:ext uri="{FF2B5EF4-FFF2-40B4-BE49-F238E27FC236}">
                  <a16:creationId xmlns:a16="http://schemas.microsoft.com/office/drawing/2014/main" id="{1DB1B801-D947-A359-A0AF-CB349E7DFBAB}"/>
                </a:ext>
              </a:extLst>
            </p:cNvPr>
            <p:cNvSpPr txBox="1"/>
            <p:nvPr/>
          </p:nvSpPr>
          <p:spPr>
            <a:xfrm>
              <a:off x="952117" y="2795239"/>
              <a:ext cx="1463290" cy="975945"/>
            </a:xfrm>
            <a:prstGeom prst="rect">
              <a:avLst/>
            </a:prstGeom>
            <a:noFill/>
          </p:spPr>
          <p:txBody>
            <a:bodyPr wrap="none" lIns="0" tIns="0" rIns="0" bIns="0" rtlCol="0" anchor="ctr">
              <a:noAutofit/>
            </a:bodyPr>
            <a:lstStyle/>
            <a:p>
              <a:pPr algn="ctr"/>
              <a:r>
                <a:rPr lang="en-US" sz="2400" b="1"/>
                <a:t>50%</a:t>
              </a:r>
              <a:br>
                <a:rPr lang="en-US" sz="1200" b="1"/>
              </a:br>
              <a:r>
                <a:rPr lang="ru-RU" sz="1200"/>
                <a:t>Здесь может быть </a:t>
              </a:r>
              <a:br>
                <a:rPr lang="en-US" sz="1200"/>
              </a:br>
              <a:r>
                <a:rPr lang="ru-RU" sz="1200"/>
                <a:t>твой текст</a:t>
              </a:r>
            </a:p>
          </p:txBody>
        </p:sp>
      </p:grpSp>
      <p:grpSp>
        <p:nvGrpSpPr>
          <p:cNvPr id="22" name="Группа 21">
            <a:extLst>
              <a:ext uri="{FF2B5EF4-FFF2-40B4-BE49-F238E27FC236}">
                <a16:creationId xmlns:a16="http://schemas.microsoft.com/office/drawing/2014/main" id="{478C8F72-71CF-4D14-622C-73E44EBF60B4}"/>
              </a:ext>
            </a:extLst>
          </p:cNvPr>
          <p:cNvGrpSpPr/>
          <p:nvPr/>
        </p:nvGrpSpPr>
        <p:grpSpPr>
          <a:xfrm>
            <a:off x="6153457" y="2239211"/>
            <a:ext cx="2088000" cy="2088000"/>
            <a:chOff x="639762" y="2239211"/>
            <a:chExt cx="2088000" cy="2088000"/>
          </a:xfrm>
        </p:grpSpPr>
        <p:sp>
          <p:nvSpPr>
            <p:cNvPr id="23" name="Овал 22">
              <a:extLst>
                <a:ext uri="{FF2B5EF4-FFF2-40B4-BE49-F238E27FC236}">
                  <a16:creationId xmlns:a16="http://schemas.microsoft.com/office/drawing/2014/main" id="{11071773-E6D8-F5BE-FEF5-31CFAA925D08}"/>
                </a:ext>
              </a:extLst>
            </p:cNvPr>
            <p:cNvSpPr/>
            <p:nvPr/>
          </p:nvSpPr>
          <p:spPr>
            <a:xfrm>
              <a:off x="783239" y="2382688"/>
              <a:ext cx="1801046" cy="1801046"/>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24" name="Дуга 23">
              <a:extLst>
                <a:ext uri="{FF2B5EF4-FFF2-40B4-BE49-F238E27FC236}">
                  <a16:creationId xmlns:a16="http://schemas.microsoft.com/office/drawing/2014/main" id="{A39C3CD4-6970-9571-926A-79B2DE04072D}"/>
                </a:ext>
              </a:extLst>
            </p:cNvPr>
            <p:cNvSpPr/>
            <p:nvPr/>
          </p:nvSpPr>
          <p:spPr>
            <a:xfrm>
              <a:off x="639762" y="2239211"/>
              <a:ext cx="2088000" cy="2088000"/>
            </a:xfrm>
            <a:prstGeom prst="arc">
              <a:avLst>
                <a:gd name="adj1" fmla="val 16200000"/>
                <a:gd name="adj2" fmla="val 329613"/>
              </a:avLst>
            </a:prstGeom>
            <a:ln w="10795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25" name="TextBox 24">
              <a:extLst>
                <a:ext uri="{FF2B5EF4-FFF2-40B4-BE49-F238E27FC236}">
                  <a16:creationId xmlns:a16="http://schemas.microsoft.com/office/drawing/2014/main" id="{1DAF87B9-0D88-1FC8-C6CB-728B2B7C3C98}"/>
                </a:ext>
              </a:extLst>
            </p:cNvPr>
            <p:cNvSpPr txBox="1"/>
            <p:nvPr/>
          </p:nvSpPr>
          <p:spPr>
            <a:xfrm>
              <a:off x="952117" y="2795239"/>
              <a:ext cx="1463290" cy="975945"/>
            </a:xfrm>
            <a:prstGeom prst="rect">
              <a:avLst/>
            </a:prstGeom>
            <a:noFill/>
          </p:spPr>
          <p:txBody>
            <a:bodyPr wrap="none" lIns="0" tIns="0" rIns="0" bIns="0" rtlCol="0" anchor="ctr">
              <a:noAutofit/>
            </a:bodyPr>
            <a:lstStyle/>
            <a:p>
              <a:pPr algn="ctr"/>
              <a:r>
                <a:rPr lang="en-US" sz="2400" b="1"/>
                <a:t>25%</a:t>
              </a:r>
              <a:br>
                <a:rPr lang="en-US" sz="1200" b="1"/>
              </a:br>
              <a:r>
                <a:rPr lang="ru-RU" sz="1200"/>
                <a:t>Здесь может быть </a:t>
              </a:r>
              <a:br>
                <a:rPr lang="en-US" sz="1200"/>
              </a:br>
              <a:r>
                <a:rPr lang="ru-RU" sz="1200"/>
                <a:t>твой текст</a:t>
              </a:r>
            </a:p>
          </p:txBody>
        </p:sp>
      </p:grpSp>
      <p:grpSp>
        <p:nvGrpSpPr>
          <p:cNvPr id="26" name="Группа 25">
            <a:extLst>
              <a:ext uri="{FF2B5EF4-FFF2-40B4-BE49-F238E27FC236}">
                <a16:creationId xmlns:a16="http://schemas.microsoft.com/office/drawing/2014/main" id="{3B59090B-A694-1473-CD74-695EDF791EB4}"/>
              </a:ext>
            </a:extLst>
          </p:cNvPr>
          <p:cNvGrpSpPr/>
          <p:nvPr/>
        </p:nvGrpSpPr>
        <p:grpSpPr>
          <a:xfrm>
            <a:off x="8883009" y="2239211"/>
            <a:ext cx="2088000" cy="2088000"/>
            <a:chOff x="639762" y="2239211"/>
            <a:chExt cx="2088000" cy="2088000"/>
          </a:xfrm>
        </p:grpSpPr>
        <p:sp>
          <p:nvSpPr>
            <p:cNvPr id="27" name="Овал 26">
              <a:extLst>
                <a:ext uri="{FF2B5EF4-FFF2-40B4-BE49-F238E27FC236}">
                  <a16:creationId xmlns:a16="http://schemas.microsoft.com/office/drawing/2014/main" id="{7F2D6D56-CF02-9316-6324-211028EB0BA1}"/>
                </a:ext>
              </a:extLst>
            </p:cNvPr>
            <p:cNvSpPr/>
            <p:nvPr/>
          </p:nvSpPr>
          <p:spPr>
            <a:xfrm>
              <a:off x="783239" y="2382688"/>
              <a:ext cx="1801046" cy="1801046"/>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28" name="Дуга 27">
              <a:extLst>
                <a:ext uri="{FF2B5EF4-FFF2-40B4-BE49-F238E27FC236}">
                  <a16:creationId xmlns:a16="http://schemas.microsoft.com/office/drawing/2014/main" id="{ED02CEC7-0885-DA57-85D7-7C51F0EC0757}"/>
                </a:ext>
              </a:extLst>
            </p:cNvPr>
            <p:cNvSpPr/>
            <p:nvPr/>
          </p:nvSpPr>
          <p:spPr>
            <a:xfrm>
              <a:off x="639762" y="2239211"/>
              <a:ext cx="2088000" cy="2088000"/>
            </a:xfrm>
            <a:prstGeom prst="arc">
              <a:avLst>
                <a:gd name="adj1" fmla="val 16200000"/>
                <a:gd name="adj2" fmla="val 18549932"/>
              </a:avLst>
            </a:prstGeom>
            <a:ln w="1079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29" name="TextBox 28">
              <a:extLst>
                <a:ext uri="{FF2B5EF4-FFF2-40B4-BE49-F238E27FC236}">
                  <a16:creationId xmlns:a16="http://schemas.microsoft.com/office/drawing/2014/main" id="{C3AA18CB-215B-6DE6-F1BD-9DEE828E7B52}"/>
                </a:ext>
              </a:extLst>
            </p:cNvPr>
            <p:cNvSpPr txBox="1"/>
            <p:nvPr/>
          </p:nvSpPr>
          <p:spPr>
            <a:xfrm>
              <a:off x="952117" y="2795239"/>
              <a:ext cx="1463290" cy="975945"/>
            </a:xfrm>
            <a:prstGeom prst="rect">
              <a:avLst/>
            </a:prstGeom>
            <a:noFill/>
          </p:spPr>
          <p:txBody>
            <a:bodyPr wrap="none" lIns="0" tIns="0" rIns="0" bIns="0" rtlCol="0" anchor="ctr">
              <a:noAutofit/>
            </a:bodyPr>
            <a:lstStyle/>
            <a:p>
              <a:pPr algn="ctr"/>
              <a:r>
                <a:rPr lang="en-US" sz="2400" b="1"/>
                <a:t>10%</a:t>
              </a:r>
              <a:br>
                <a:rPr lang="en-US" sz="1200" b="1"/>
              </a:br>
              <a:r>
                <a:rPr lang="ru-RU" sz="1200"/>
                <a:t>Здесь может быть </a:t>
              </a:r>
              <a:br>
                <a:rPr lang="en-US" sz="1200"/>
              </a:br>
              <a:r>
                <a:rPr lang="ru-RU" sz="1200"/>
                <a:t>твой текст</a:t>
              </a:r>
            </a:p>
          </p:txBody>
        </p:sp>
      </p:grpSp>
      <p:sp>
        <p:nvSpPr>
          <p:cNvPr id="2" name="Нижний колонтитул 1">
            <a:extLst>
              <a:ext uri="{FF2B5EF4-FFF2-40B4-BE49-F238E27FC236}">
                <a16:creationId xmlns:a16="http://schemas.microsoft.com/office/drawing/2014/main" id="{64B062B2-6EF8-91BD-0F58-86EDC0FBD1A8}"/>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5070092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44AA1FB2-0358-416F-5415-0120B0F862D6}"/>
              </a:ext>
            </a:extLst>
          </p:cNvPr>
          <p:cNvSpPr>
            <a:spLocks noGrp="1"/>
          </p:cNvSpPr>
          <p:nvPr>
            <p:ph type="sldNum" sz="quarter" idx="12"/>
          </p:nvPr>
        </p:nvSpPr>
        <p:spPr/>
        <p:txBody>
          <a:bodyPr/>
          <a:lstStyle/>
          <a:p>
            <a:fld id="{EB5249F5-0093-48B0-B996-C4E44A87EAFB}" type="slidenum">
              <a:rPr lang="ru-RU" smtClean="0"/>
              <a:pPr/>
              <a:t>67</a:t>
            </a:fld>
            <a:endParaRPr lang="ru-RU"/>
          </a:p>
        </p:txBody>
      </p:sp>
      <p:sp>
        <p:nvSpPr>
          <p:cNvPr id="4" name="Заголовок 3">
            <a:extLst>
              <a:ext uri="{FF2B5EF4-FFF2-40B4-BE49-F238E27FC236}">
                <a16:creationId xmlns:a16="http://schemas.microsoft.com/office/drawing/2014/main" id="{EF114FC3-88DE-136E-7951-DAA58E0FD050}"/>
              </a:ext>
            </a:extLst>
          </p:cNvPr>
          <p:cNvSpPr>
            <a:spLocks noGrp="1"/>
          </p:cNvSpPr>
          <p:nvPr>
            <p:ph type="title"/>
          </p:nvPr>
        </p:nvSpPr>
        <p:spPr/>
        <p:txBody>
          <a:bodyPr/>
          <a:lstStyle/>
          <a:p>
            <a:r>
              <a:rPr lang="ru-RU"/>
              <a:t>Сформулируй заголовок </a:t>
            </a:r>
            <a:br>
              <a:rPr lang="ru-RU"/>
            </a:br>
            <a:r>
              <a:rPr lang="ru-RU"/>
              <a:t>слайда в 1–2 строки</a:t>
            </a:r>
          </a:p>
        </p:txBody>
      </p:sp>
      <p:graphicFrame>
        <p:nvGraphicFramePr>
          <p:cNvPr id="9" name="Диаграмма 8">
            <a:extLst>
              <a:ext uri="{FF2B5EF4-FFF2-40B4-BE49-F238E27FC236}">
                <a16:creationId xmlns:a16="http://schemas.microsoft.com/office/drawing/2014/main" id="{E242403A-B3FB-E349-ED7B-E8C673A5EB20}"/>
              </a:ext>
            </a:extLst>
          </p:cNvPr>
          <p:cNvGraphicFramePr/>
          <p:nvPr/>
        </p:nvGraphicFramePr>
        <p:xfrm>
          <a:off x="893763" y="1520825"/>
          <a:ext cx="10402888" cy="4741863"/>
        </p:xfrm>
        <a:graphic>
          <a:graphicData uri="http://schemas.openxmlformats.org/drawingml/2006/chart">
            <c:chart xmlns:c="http://schemas.openxmlformats.org/drawingml/2006/chart" xmlns:r="http://schemas.openxmlformats.org/officeDocument/2006/relationships" r:id="rId2"/>
          </a:graphicData>
        </a:graphic>
      </p:graphicFrame>
      <p:sp>
        <p:nvSpPr>
          <p:cNvPr id="8" name="Прямоугольник: скругленные углы 7">
            <a:extLst>
              <a:ext uri="{FF2B5EF4-FFF2-40B4-BE49-F238E27FC236}">
                <a16:creationId xmlns:a16="http://schemas.microsoft.com/office/drawing/2014/main" id="{695F2166-C475-741F-6DC8-5CF7038D9B69}"/>
              </a:ext>
            </a:extLst>
          </p:cNvPr>
          <p:cNvSpPr/>
          <p:nvPr/>
        </p:nvSpPr>
        <p:spPr>
          <a:xfrm>
            <a:off x="639763" y="1520825"/>
            <a:ext cx="4036315" cy="1772502"/>
          </a:xfrm>
          <a:prstGeom prst="roundRect">
            <a:avLst>
              <a:gd name="adj" fmla="val 1760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Объект 2">
            <a:extLst>
              <a:ext uri="{FF2B5EF4-FFF2-40B4-BE49-F238E27FC236}">
                <a16:creationId xmlns:a16="http://schemas.microsoft.com/office/drawing/2014/main" id="{60F404E2-2954-6AFD-08FE-04CA87E6A084}"/>
              </a:ext>
            </a:extLst>
          </p:cNvPr>
          <p:cNvSpPr txBox="1">
            <a:spLocks/>
          </p:cNvSpPr>
          <p:nvPr/>
        </p:nvSpPr>
        <p:spPr>
          <a:xfrm>
            <a:off x="895002" y="1768879"/>
            <a:ext cx="3525837" cy="1276395"/>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lvl="1">
              <a:lnSpc>
                <a:spcPct val="90000"/>
              </a:lnSpc>
              <a:spcAft>
                <a:spcPts val="600"/>
              </a:spcAft>
            </a:pPr>
            <a:r>
              <a:rPr lang="ru-RU" sz="1400"/>
              <a:t>Напиши подзаголовок </a:t>
            </a:r>
            <a:br>
              <a:rPr lang="ru-RU" sz="1400"/>
            </a:br>
            <a:r>
              <a:rPr lang="ru-RU" sz="1400"/>
              <a:t>в две строки</a:t>
            </a:r>
          </a:p>
          <a:p>
            <a:pPr marL="180975" lvl="6" indent="-180975">
              <a:spcAft>
                <a:spcPts val="600"/>
              </a:spcAft>
              <a:buFont typeface="Arial" panose="020B0604020202020204" pitchFamily="34" charset="0"/>
              <a:buChar char="•"/>
            </a:pPr>
            <a:r>
              <a:rPr lang="ru-RU" sz="1200"/>
              <a:t>Здесь может быть твой текст. Размести здесь свой текст. Добавь ещё текст.</a:t>
            </a:r>
          </a:p>
          <a:p>
            <a:pPr marL="180975" lvl="6" indent="-180975">
              <a:spcAft>
                <a:spcPts val="600"/>
              </a:spcAft>
              <a:buFont typeface="Arial" panose="020B0604020202020204" pitchFamily="34" charset="0"/>
              <a:buChar char="•"/>
            </a:pPr>
            <a:r>
              <a:rPr lang="ru-RU" sz="1200"/>
              <a:t>Здесь может быть твой текст. Размести здесь свой текст. Добавь ещё текст. </a:t>
            </a:r>
          </a:p>
        </p:txBody>
      </p:sp>
      <p:sp>
        <p:nvSpPr>
          <p:cNvPr id="5" name="Рисунок 7">
            <a:extLst>
              <a:ext uri="{FF2B5EF4-FFF2-40B4-BE49-F238E27FC236}">
                <a16:creationId xmlns:a16="http://schemas.microsoft.com/office/drawing/2014/main" id="{CE46FC9F-C386-E846-DF29-9317F88F819B}"/>
              </a:ext>
            </a:extLst>
          </p:cNvPr>
          <p:cNvSpPr/>
          <p:nvPr/>
        </p:nvSpPr>
        <p:spPr>
          <a:xfrm>
            <a:off x="4329998" y="1661270"/>
            <a:ext cx="145227" cy="145227"/>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6"/>
          </a:solidFill>
          <a:ln w="9525" cap="flat">
            <a:noFill/>
            <a:prstDash val="solid"/>
            <a:miter/>
          </a:ln>
        </p:spPr>
        <p:txBody>
          <a:bodyPr rtlCol="0" anchor="ctr"/>
          <a:lstStyle/>
          <a:p>
            <a:endParaRPr lang="ru-RU"/>
          </a:p>
        </p:txBody>
      </p:sp>
      <p:cxnSp>
        <p:nvCxnSpPr>
          <p:cNvPr id="16" name="Прямая соединительная линия 15">
            <a:extLst>
              <a:ext uri="{FF2B5EF4-FFF2-40B4-BE49-F238E27FC236}">
                <a16:creationId xmlns:a16="http://schemas.microsoft.com/office/drawing/2014/main" id="{A4E7C00D-D70A-173E-FE0C-BF56C6F1E229}"/>
              </a:ext>
            </a:extLst>
          </p:cNvPr>
          <p:cNvCxnSpPr>
            <a:cxnSpLocks/>
          </p:cNvCxnSpPr>
          <p:nvPr/>
        </p:nvCxnSpPr>
        <p:spPr>
          <a:xfrm>
            <a:off x="6415669" y="2475571"/>
            <a:ext cx="0" cy="1300213"/>
          </a:xfrm>
          <a:prstGeom prst="line">
            <a:avLst/>
          </a:prstGeom>
          <a:ln w="12700">
            <a:solidFill>
              <a:schemeClr val="accent6"/>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a:extLst>
              <a:ext uri="{FF2B5EF4-FFF2-40B4-BE49-F238E27FC236}">
                <a16:creationId xmlns:a16="http://schemas.microsoft.com/office/drawing/2014/main" id="{ABE52E1F-4BDC-21ED-C378-4905D5C52D8C}"/>
              </a:ext>
            </a:extLst>
          </p:cNvPr>
          <p:cNvCxnSpPr/>
          <p:nvPr/>
        </p:nvCxnSpPr>
        <p:spPr>
          <a:xfrm>
            <a:off x="4676078" y="2475571"/>
            <a:ext cx="17395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Нижний колонтитул 5">
            <a:extLst>
              <a:ext uri="{FF2B5EF4-FFF2-40B4-BE49-F238E27FC236}">
                <a16:creationId xmlns:a16="http://schemas.microsoft.com/office/drawing/2014/main" id="{AA3B6411-4F0A-66E7-6554-81CF12EE02F9}"/>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4994661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BE6F1881-65C0-50A2-8150-EA4E06527EA9}"/>
              </a:ext>
            </a:extLst>
          </p:cNvPr>
          <p:cNvSpPr>
            <a:spLocks noGrp="1"/>
          </p:cNvSpPr>
          <p:nvPr>
            <p:ph type="sldNum" sz="quarter" idx="12"/>
          </p:nvPr>
        </p:nvSpPr>
        <p:spPr/>
        <p:txBody>
          <a:bodyPr/>
          <a:lstStyle/>
          <a:p>
            <a:fld id="{EB5249F5-0093-48B0-B996-C4E44A87EAFB}" type="slidenum">
              <a:rPr lang="ru-RU" smtClean="0"/>
              <a:pPr/>
              <a:t>68</a:t>
            </a:fld>
            <a:endParaRPr lang="ru-RU"/>
          </a:p>
        </p:txBody>
      </p:sp>
      <p:sp>
        <p:nvSpPr>
          <p:cNvPr id="4" name="Заголовок 3">
            <a:extLst>
              <a:ext uri="{FF2B5EF4-FFF2-40B4-BE49-F238E27FC236}">
                <a16:creationId xmlns:a16="http://schemas.microsoft.com/office/drawing/2014/main" id="{01C5E9C4-DBBA-0C40-C03D-8086FFDFA0DA}"/>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graphicFrame>
        <p:nvGraphicFramePr>
          <p:cNvPr id="11" name="Диаграмма 10">
            <a:extLst>
              <a:ext uri="{FF2B5EF4-FFF2-40B4-BE49-F238E27FC236}">
                <a16:creationId xmlns:a16="http://schemas.microsoft.com/office/drawing/2014/main" id="{64F44E49-1DDE-85C6-B4C2-35A7AA7F2B6E}"/>
              </a:ext>
            </a:extLst>
          </p:cNvPr>
          <p:cNvGraphicFramePr/>
          <p:nvPr/>
        </p:nvGraphicFramePr>
        <p:xfrm>
          <a:off x="130628" y="1528222"/>
          <a:ext cx="5881263" cy="4741862"/>
        </p:xfrm>
        <a:graphic>
          <a:graphicData uri="http://schemas.openxmlformats.org/drawingml/2006/chart">
            <c:chart xmlns:c="http://schemas.openxmlformats.org/drawingml/2006/chart" xmlns:r="http://schemas.openxmlformats.org/officeDocument/2006/relationships" r:id="rId3"/>
          </a:graphicData>
        </a:graphic>
      </p:graphicFrame>
      <p:sp>
        <p:nvSpPr>
          <p:cNvPr id="17" name="Скругленный прямоугольник 11">
            <a:extLst>
              <a:ext uri="{FF2B5EF4-FFF2-40B4-BE49-F238E27FC236}">
                <a16:creationId xmlns:a16="http://schemas.microsoft.com/office/drawing/2014/main" id="{EC6DA2EF-CE6B-C68D-52F2-E21883C50422}"/>
              </a:ext>
            </a:extLst>
          </p:cNvPr>
          <p:cNvSpPr/>
          <p:nvPr/>
        </p:nvSpPr>
        <p:spPr>
          <a:xfrm>
            <a:off x="6126957" y="1520825"/>
            <a:ext cx="5423695" cy="4749259"/>
          </a:xfrm>
          <a:prstGeom prst="roundRect">
            <a:avLst>
              <a:gd name="adj" fmla="val 5240"/>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49" name="Объект 1">
            <a:extLst>
              <a:ext uri="{FF2B5EF4-FFF2-40B4-BE49-F238E27FC236}">
                <a16:creationId xmlns:a16="http://schemas.microsoft.com/office/drawing/2014/main" id="{D5780987-0159-CDF4-2CA6-31C12B96932B}"/>
              </a:ext>
            </a:extLst>
          </p:cNvPr>
          <p:cNvSpPr txBox="1">
            <a:spLocks/>
          </p:cNvSpPr>
          <p:nvPr/>
        </p:nvSpPr>
        <p:spPr>
          <a:xfrm>
            <a:off x="6380049" y="1741984"/>
            <a:ext cx="4935651" cy="137858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Напиши краткий заголовок </a:t>
            </a:r>
            <a:br>
              <a:rPr lang="ru-RU" b="1"/>
            </a:br>
            <a:r>
              <a:rPr lang="ru-RU" b="1"/>
              <a:t>в 1-2 строки</a:t>
            </a:r>
          </a:p>
          <a:p>
            <a:r>
              <a:rPr lang="ru-RU" sz="1400"/>
              <a:t>Здесь может быть твой текст. Размести здесь свой текст. Добавь </a:t>
            </a:r>
            <a:r>
              <a:rPr lang="ru-RU" sz="1400" err="1"/>
              <a:t>еще</a:t>
            </a:r>
            <a:r>
              <a:rPr lang="ru-RU" sz="1400"/>
              <a:t> текст. Можно </a:t>
            </a:r>
            <a:r>
              <a:rPr lang="ru-RU" sz="1400" err="1"/>
              <a:t>еще</a:t>
            </a:r>
            <a:r>
              <a:rPr lang="ru-RU" sz="1400"/>
              <a:t> немного. Здесь может быть твой текст. Добавь </a:t>
            </a:r>
            <a:r>
              <a:rPr lang="ru-RU" sz="1400" err="1"/>
              <a:t>еще</a:t>
            </a:r>
            <a:r>
              <a:rPr lang="ru-RU" sz="1400"/>
              <a:t> текст. Можно </a:t>
            </a:r>
            <a:r>
              <a:rPr lang="ru-RU" sz="1400" err="1"/>
              <a:t>еще</a:t>
            </a:r>
            <a:r>
              <a:rPr lang="ru-RU" sz="1400"/>
              <a:t> немного. Здесь может быть твой текст. Размести здесь свой текст. </a:t>
            </a:r>
          </a:p>
        </p:txBody>
      </p:sp>
      <p:sp>
        <p:nvSpPr>
          <p:cNvPr id="51" name="Объект 1">
            <a:extLst>
              <a:ext uri="{FF2B5EF4-FFF2-40B4-BE49-F238E27FC236}">
                <a16:creationId xmlns:a16="http://schemas.microsoft.com/office/drawing/2014/main" id="{1FAFF5DC-D222-7E00-43A8-A900AFD2876F}"/>
              </a:ext>
            </a:extLst>
          </p:cNvPr>
          <p:cNvSpPr txBox="1">
            <a:spLocks/>
          </p:cNvSpPr>
          <p:nvPr/>
        </p:nvSpPr>
        <p:spPr>
          <a:xfrm>
            <a:off x="7347061" y="3442576"/>
            <a:ext cx="3968639" cy="60664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 Размести здесь свой текст. Добавь </a:t>
            </a:r>
            <a:r>
              <a:rPr lang="ru-RU" sz="1400" err="1"/>
              <a:t>еще</a:t>
            </a:r>
            <a:r>
              <a:rPr lang="ru-RU" sz="1400"/>
              <a:t> немного текста. Здесь может быть твой текст. Можно </a:t>
            </a:r>
            <a:r>
              <a:rPr lang="ru-RU" sz="1400" err="1"/>
              <a:t>еще</a:t>
            </a:r>
            <a:r>
              <a:rPr lang="ru-RU" sz="1400"/>
              <a:t> немного.</a:t>
            </a:r>
          </a:p>
        </p:txBody>
      </p:sp>
      <p:sp>
        <p:nvSpPr>
          <p:cNvPr id="52" name="Объект 1">
            <a:extLst>
              <a:ext uri="{FF2B5EF4-FFF2-40B4-BE49-F238E27FC236}">
                <a16:creationId xmlns:a16="http://schemas.microsoft.com/office/drawing/2014/main" id="{8F6760E0-34A8-CEDF-CFA7-8AA39B478499}"/>
              </a:ext>
            </a:extLst>
          </p:cNvPr>
          <p:cNvSpPr txBox="1">
            <a:spLocks/>
          </p:cNvSpPr>
          <p:nvPr/>
        </p:nvSpPr>
        <p:spPr>
          <a:xfrm>
            <a:off x="6380049" y="3470427"/>
            <a:ext cx="1084006" cy="41393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28,10</a:t>
            </a:r>
          </a:p>
        </p:txBody>
      </p:sp>
      <p:sp>
        <p:nvSpPr>
          <p:cNvPr id="53" name="Объект 1">
            <a:extLst>
              <a:ext uri="{FF2B5EF4-FFF2-40B4-BE49-F238E27FC236}">
                <a16:creationId xmlns:a16="http://schemas.microsoft.com/office/drawing/2014/main" id="{BE75E128-4B57-92F7-5AE7-EC5D47700A9B}"/>
              </a:ext>
            </a:extLst>
          </p:cNvPr>
          <p:cNvSpPr txBox="1">
            <a:spLocks/>
          </p:cNvSpPr>
          <p:nvPr/>
        </p:nvSpPr>
        <p:spPr>
          <a:xfrm>
            <a:off x="6639997" y="3840490"/>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solidFill>
                  <a:srgbClr val="F53C14"/>
                </a:solidFill>
              </a:rPr>
              <a:t>+12%</a:t>
            </a:r>
          </a:p>
        </p:txBody>
      </p:sp>
      <p:sp>
        <p:nvSpPr>
          <p:cNvPr id="58" name="Рисунок 11">
            <a:extLst>
              <a:ext uri="{FF2B5EF4-FFF2-40B4-BE49-F238E27FC236}">
                <a16:creationId xmlns:a16="http://schemas.microsoft.com/office/drawing/2014/main" id="{3246E96B-C591-76D8-7C8A-E26D499433CA}"/>
              </a:ext>
            </a:extLst>
          </p:cNvPr>
          <p:cNvSpPr/>
          <p:nvPr/>
        </p:nvSpPr>
        <p:spPr>
          <a:xfrm rot="10800000">
            <a:off x="6398663" y="3828163"/>
            <a:ext cx="171432" cy="171449"/>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F53C14"/>
          </a:solidFill>
          <a:ln w="9525" cap="flat">
            <a:noFill/>
            <a:prstDash val="solid"/>
            <a:miter/>
          </a:ln>
        </p:spPr>
        <p:txBody>
          <a:bodyPr rtlCol="0" anchor="ctr"/>
          <a:lstStyle/>
          <a:p>
            <a:endParaRPr lang="ru-RU"/>
          </a:p>
        </p:txBody>
      </p:sp>
      <p:sp>
        <p:nvSpPr>
          <p:cNvPr id="55" name="Объект 1">
            <a:extLst>
              <a:ext uri="{FF2B5EF4-FFF2-40B4-BE49-F238E27FC236}">
                <a16:creationId xmlns:a16="http://schemas.microsoft.com/office/drawing/2014/main" id="{E08B830D-0FC6-F694-2DE7-C4038C3D9BEE}"/>
              </a:ext>
            </a:extLst>
          </p:cNvPr>
          <p:cNvSpPr txBox="1">
            <a:spLocks/>
          </p:cNvSpPr>
          <p:nvPr/>
        </p:nvSpPr>
        <p:spPr>
          <a:xfrm>
            <a:off x="6380049" y="4444912"/>
            <a:ext cx="1076771" cy="41393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26,60</a:t>
            </a:r>
          </a:p>
        </p:txBody>
      </p:sp>
      <p:sp>
        <p:nvSpPr>
          <p:cNvPr id="56" name="Объект 1">
            <a:extLst>
              <a:ext uri="{FF2B5EF4-FFF2-40B4-BE49-F238E27FC236}">
                <a16:creationId xmlns:a16="http://schemas.microsoft.com/office/drawing/2014/main" id="{F48285C1-0FD0-F420-87A1-34107FD0E840}"/>
              </a:ext>
            </a:extLst>
          </p:cNvPr>
          <p:cNvSpPr txBox="1">
            <a:spLocks/>
          </p:cNvSpPr>
          <p:nvPr/>
        </p:nvSpPr>
        <p:spPr>
          <a:xfrm>
            <a:off x="6639997" y="4830097"/>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solidFill>
                  <a:srgbClr val="10C44C"/>
                </a:solidFill>
              </a:rPr>
              <a:t>+12%</a:t>
            </a:r>
          </a:p>
        </p:txBody>
      </p:sp>
      <p:sp>
        <p:nvSpPr>
          <p:cNvPr id="57" name="Рисунок 11">
            <a:extLst>
              <a:ext uri="{FF2B5EF4-FFF2-40B4-BE49-F238E27FC236}">
                <a16:creationId xmlns:a16="http://schemas.microsoft.com/office/drawing/2014/main" id="{5DFDC719-667D-E4A7-A215-4C4D428EF8E9}"/>
              </a:ext>
            </a:extLst>
          </p:cNvPr>
          <p:cNvSpPr/>
          <p:nvPr/>
        </p:nvSpPr>
        <p:spPr>
          <a:xfrm>
            <a:off x="6398662" y="4815827"/>
            <a:ext cx="171433" cy="171450"/>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rgbClr val="10C44C"/>
          </a:solidFill>
          <a:ln w="9525" cap="flat">
            <a:noFill/>
            <a:prstDash val="solid"/>
            <a:miter/>
          </a:ln>
        </p:spPr>
        <p:txBody>
          <a:bodyPr rtlCol="0" anchor="ctr"/>
          <a:lstStyle/>
          <a:p>
            <a:endParaRPr lang="ru-RU"/>
          </a:p>
        </p:txBody>
      </p:sp>
      <p:sp>
        <p:nvSpPr>
          <p:cNvPr id="61" name="Объект 1">
            <a:extLst>
              <a:ext uri="{FF2B5EF4-FFF2-40B4-BE49-F238E27FC236}">
                <a16:creationId xmlns:a16="http://schemas.microsoft.com/office/drawing/2014/main" id="{941E6422-A5D9-1C3B-ADA1-00F3E53E57FF}"/>
              </a:ext>
            </a:extLst>
          </p:cNvPr>
          <p:cNvSpPr txBox="1">
            <a:spLocks/>
          </p:cNvSpPr>
          <p:nvPr/>
        </p:nvSpPr>
        <p:spPr>
          <a:xfrm>
            <a:off x="7347061" y="4436440"/>
            <a:ext cx="3968639" cy="60664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 Размести здесь свой текст. Добавь еще немного текста. Здесь может быть твой текст. Можно еще немного.</a:t>
            </a:r>
          </a:p>
        </p:txBody>
      </p:sp>
      <p:cxnSp>
        <p:nvCxnSpPr>
          <p:cNvPr id="1025" name="Прямая соединительная линия 1024">
            <a:extLst>
              <a:ext uri="{FF2B5EF4-FFF2-40B4-BE49-F238E27FC236}">
                <a16:creationId xmlns:a16="http://schemas.microsoft.com/office/drawing/2014/main" id="{94D9457F-2DEB-26CD-70F2-D1135E6FF837}"/>
              </a:ext>
            </a:extLst>
          </p:cNvPr>
          <p:cNvCxnSpPr>
            <a:cxnSpLocks/>
          </p:cNvCxnSpPr>
          <p:nvPr/>
        </p:nvCxnSpPr>
        <p:spPr>
          <a:xfrm>
            <a:off x="6406531" y="3248025"/>
            <a:ext cx="38160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27" name="Прямая соединительная линия 1026">
            <a:extLst>
              <a:ext uri="{FF2B5EF4-FFF2-40B4-BE49-F238E27FC236}">
                <a16:creationId xmlns:a16="http://schemas.microsoft.com/office/drawing/2014/main" id="{856F44E1-A41E-5D88-12EB-2DF80C314DE2}"/>
              </a:ext>
            </a:extLst>
          </p:cNvPr>
          <p:cNvCxnSpPr>
            <a:cxnSpLocks/>
          </p:cNvCxnSpPr>
          <p:nvPr/>
        </p:nvCxnSpPr>
        <p:spPr>
          <a:xfrm>
            <a:off x="6406531" y="4222510"/>
            <a:ext cx="38160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29" name="Прямая соединительная линия 1028">
            <a:extLst>
              <a:ext uri="{FF2B5EF4-FFF2-40B4-BE49-F238E27FC236}">
                <a16:creationId xmlns:a16="http://schemas.microsoft.com/office/drawing/2014/main" id="{755834DD-9B07-28CC-3289-3C11B2F11EAB}"/>
              </a:ext>
            </a:extLst>
          </p:cNvPr>
          <p:cNvCxnSpPr>
            <a:cxnSpLocks/>
          </p:cNvCxnSpPr>
          <p:nvPr/>
        </p:nvCxnSpPr>
        <p:spPr>
          <a:xfrm>
            <a:off x="6406531" y="5210175"/>
            <a:ext cx="38160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sp>
        <p:nvSpPr>
          <p:cNvPr id="1041" name="Объект 1">
            <a:extLst>
              <a:ext uri="{FF2B5EF4-FFF2-40B4-BE49-F238E27FC236}">
                <a16:creationId xmlns:a16="http://schemas.microsoft.com/office/drawing/2014/main" id="{4A7EBA13-2546-9C19-3E7F-8278A89A8D09}"/>
              </a:ext>
            </a:extLst>
          </p:cNvPr>
          <p:cNvSpPr txBox="1">
            <a:spLocks/>
          </p:cNvSpPr>
          <p:nvPr/>
        </p:nvSpPr>
        <p:spPr>
          <a:xfrm>
            <a:off x="6380049" y="5441501"/>
            <a:ext cx="1076770" cy="41393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2400" b="1"/>
              <a:t>20,30</a:t>
            </a:r>
          </a:p>
        </p:txBody>
      </p:sp>
      <p:sp>
        <p:nvSpPr>
          <p:cNvPr id="1042" name="Объект 1">
            <a:extLst>
              <a:ext uri="{FF2B5EF4-FFF2-40B4-BE49-F238E27FC236}">
                <a16:creationId xmlns:a16="http://schemas.microsoft.com/office/drawing/2014/main" id="{ECAB1CD7-60E7-518B-0132-8D7CB897EE8A}"/>
              </a:ext>
            </a:extLst>
          </p:cNvPr>
          <p:cNvSpPr txBox="1">
            <a:spLocks/>
          </p:cNvSpPr>
          <p:nvPr/>
        </p:nvSpPr>
        <p:spPr>
          <a:xfrm>
            <a:off x="6639997" y="5826686"/>
            <a:ext cx="454201" cy="144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solidFill>
                  <a:schemeClr val="accent6">
                    <a:lumMod val="75000"/>
                  </a:schemeClr>
                </a:solidFill>
              </a:rPr>
              <a:t>+2%</a:t>
            </a:r>
          </a:p>
        </p:txBody>
      </p:sp>
      <p:sp>
        <p:nvSpPr>
          <p:cNvPr id="1040" name="Объект 1">
            <a:extLst>
              <a:ext uri="{FF2B5EF4-FFF2-40B4-BE49-F238E27FC236}">
                <a16:creationId xmlns:a16="http://schemas.microsoft.com/office/drawing/2014/main" id="{5600E898-7E6E-6FCB-EBE7-C572FC72178C}"/>
              </a:ext>
            </a:extLst>
          </p:cNvPr>
          <p:cNvSpPr txBox="1">
            <a:spLocks/>
          </p:cNvSpPr>
          <p:nvPr/>
        </p:nvSpPr>
        <p:spPr>
          <a:xfrm>
            <a:off x="7347061" y="5433029"/>
            <a:ext cx="3968639" cy="60664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 Размести здесь свой текст. Добавь </a:t>
            </a:r>
            <a:r>
              <a:rPr lang="ru-RU" sz="1400" err="1"/>
              <a:t>еще</a:t>
            </a:r>
            <a:r>
              <a:rPr lang="ru-RU" sz="1400"/>
              <a:t> немного текста. Здесь может быть твой текст. Можно </a:t>
            </a:r>
            <a:r>
              <a:rPr lang="ru-RU" sz="1400" err="1"/>
              <a:t>еще</a:t>
            </a:r>
            <a:r>
              <a:rPr lang="ru-RU" sz="1400"/>
              <a:t> немного.</a:t>
            </a:r>
          </a:p>
        </p:txBody>
      </p:sp>
      <p:sp>
        <p:nvSpPr>
          <p:cNvPr id="1044" name="Рисунок 39">
            <a:extLst>
              <a:ext uri="{FF2B5EF4-FFF2-40B4-BE49-F238E27FC236}">
                <a16:creationId xmlns:a16="http://schemas.microsoft.com/office/drawing/2014/main" id="{06B504E5-C87E-DC99-0598-65D2B23B83F9}"/>
              </a:ext>
            </a:extLst>
          </p:cNvPr>
          <p:cNvSpPr/>
          <p:nvPr/>
        </p:nvSpPr>
        <p:spPr>
          <a:xfrm>
            <a:off x="6394384" y="5803572"/>
            <a:ext cx="179989" cy="179989"/>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solidFill>
          <a:ln w="9525" cap="flat">
            <a:noFill/>
            <a:prstDash val="solid"/>
            <a:miter/>
          </a:ln>
        </p:spPr>
        <p:txBody>
          <a:bodyPr rtlCol="0" anchor="ctr"/>
          <a:lstStyle/>
          <a:p>
            <a:endParaRPr lang="ru-RU"/>
          </a:p>
        </p:txBody>
      </p:sp>
      <p:sp>
        <p:nvSpPr>
          <p:cNvPr id="5" name="Нижний колонтитул 4">
            <a:extLst>
              <a:ext uri="{FF2B5EF4-FFF2-40B4-BE49-F238E27FC236}">
                <a16:creationId xmlns:a16="http://schemas.microsoft.com/office/drawing/2014/main" id="{AD14143C-54B0-1A7B-A080-DD8A89922C69}"/>
              </a:ext>
            </a:extLst>
          </p:cNvPr>
          <p:cNvSpPr>
            <a:spLocks noGrp="1"/>
          </p:cNvSpPr>
          <p:nvPr>
            <p:ph type="ftr" sz="quarter" idx="11"/>
          </p:nvPr>
        </p:nvSpPr>
        <p:spPr/>
        <p:txBody>
          <a:bodyPr/>
          <a:lstStyle/>
          <a:p>
            <a:endParaRPr lang="ru-RU"/>
          </a:p>
        </p:txBody>
      </p:sp>
      <p:pic>
        <p:nvPicPr>
          <p:cNvPr id="6" name="Рисунок 5">
            <a:extLst>
              <a:ext uri="{FF2B5EF4-FFF2-40B4-BE49-F238E27FC236}">
                <a16:creationId xmlns:a16="http://schemas.microsoft.com/office/drawing/2014/main" id="{AE85931F-AE87-4956-B287-2AC0BC67BB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9782" y="2473377"/>
            <a:ext cx="2493584" cy="2307397"/>
          </a:xfrm>
          <a:prstGeom prst="rect">
            <a:avLst/>
          </a:prstGeom>
        </p:spPr>
      </p:pic>
    </p:spTree>
    <p:extLst>
      <p:ext uri="{BB962C8B-B14F-4D97-AF65-F5344CB8AC3E}">
        <p14:creationId xmlns:p14="http://schemas.microsoft.com/office/powerpoint/2010/main" val="19174513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Диаграмма 46">
            <a:extLst>
              <a:ext uri="{FF2B5EF4-FFF2-40B4-BE49-F238E27FC236}">
                <a16:creationId xmlns:a16="http://schemas.microsoft.com/office/drawing/2014/main" id="{C4F3E022-64D1-FD69-1185-69A554C0C190}"/>
              </a:ext>
            </a:extLst>
          </p:cNvPr>
          <p:cNvGraphicFramePr/>
          <p:nvPr>
            <p:extLst>
              <p:ext uri="{D42A27DB-BD31-4B8C-83A1-F6EECF244321}">
                <p14:modId xmlns:p14="http://schemas.microsoft.com/office/powerpoint/2010/main" val="2439638006"/>
              </p:ext>
            </p:extLst>
          </p:nvPr>
        </p:nvGraphicFramePr>
        <p:xfrm>
          <a:off x="615648" y="2163299"/>
          <a:ext cx="10950146" cy="4099390"/>
        </p:xfrm>
        <a:graphic>
          <a:graphicData uri="http://schemas.openxmlformats.org/drawingml/2006/chart">
            <c:chart xmlns:c="http://schemas.openxmlformats.org/drawingml/2006/chart" xmlns:r="http://schemas.openxmlformats.org/officeDocument/2006/relationships" r:id="rId2"/>
          </a:graphicData>
        </a:graphic>
      </p:graphicFrame>
      <p:sp>
        <p:nvSpPr>
          <p:cNvPr id="3" name="Номер слайда 2">
            <a:extLst>
              <a:ext uri="{FF2B5EF4-FFF2-40B4-BE49-F238E27FC236}">
                <a16:creationId xmlns:a16="http://schemas.microsoft.com/office/drawing/2014/main" id="{AAF76A89-A18F-F221-956F-73F64136F46E}"/>
              </a:ext>
            </a:extLst>
          </p:cNvPr>
          <p:cNvSpPr>
            <a:spLocks noGrp="1"/>
          </p:cNvSpPr>
          <p:nvPr>
            <p:ph type="sldNum" sz="quarter" idx="12"/>
          </p:nvPr>
        </p:nvSpPr>
        <p:spPr/>
        <p:txBody>
          <a:bodyPr/>
          <a:lstStyle/>
          <a:p>
            <a:fld id="{EB5249F5-0093-48B0-B996-C4E44A87EAFB}" type="slidenum">
              <a:rPr lang="ru-RU" smtClean="0"/>
              <a:pPr/>
              <a:t>69</a:t>
            </a:fld>
            <a:endParaRPr lang="ru-RU"/>
          </a:p>
        </p:txBody>
      </p:sp>
      <p:sp>
        <p:nvSpPr>
          <p:cNvPr id="4" name="Заголовок 3">
            <a:extLst>
              <a:ext uri="{FF2B5EF4-FFF2-40B4-BE49-F238E27FC236}">
                <a16:creationId xmlns:a16="http://schemas.microsoft.com/office/drawing/2014/main" id="{774BB469-ACC7-3750-D8BD-B011CA256BCD}"/>
              </a:ext>
            </a:extLst>
          </p:cNvPr>
          <p:cNvSpPr>
            <a:spLocks noGrp="1"/>
          </p:cNvSpPr>
          <p:nvPr>
            <p:ph type="title"/>
          </p:nvPr>
        </p:nvSpPr>
        <p:spPr>
          <a:xfrm>
            <a:off x="639764" y="411163"/>
            <a:ext cx="10910888" cy="812090"/>
          </a:xfrm>
        </p:spPr>
        <p:txBody>
          <a:bodyPr/>
          <a:lstStyle/>
          <a:p>
            <a:r>
              <a:rPr lang="ru-RU"/>
              <a:t>Сформулируй смысловой заголовок слайда длиной не более двух строк</a:t>
            </a:r>
          </a:p>
        </p:txBody>
      </p:sp>
      <p:sp>
        <p:nvSpPr>
          <p:cNvPr id="10" name="TextBox 9">
            <a:extLst>
              <a:ext uri="{FF2B5EF4-FFF2-40B4-BE49-F238E27FC236}">
                <a16:creationId xmlns:a16="http://schemas.microsoft.com/office/drawing/2014/main" id="{47C62FFD-1F90-D901-BD79-ED493B3A2632}"/>
              </a:ext>
            </a:extLst>
          </p:cNvPr>
          <p:cNvSpPr txBox="1"/>
          <p:nvPr/>
        </p:nvSpPr>
        <p:spPr>
          <a:xfrm>
            <a:off x="639764" y="1520825"/>
            <a:ext cx="6364286" cy="492443"/>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подзаголовок в 1 строку</a:t>
            </a:r>
            <a:endParaRPr kumimoji="0" lang="en-US"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подзаголовок графика в 1 строку </a:t>
            </a:r>
          </a:p>
        </p:txBody>
      </p:sp>
      <p:grpSp>
        <p:nvGrpSpPr>
          <p:cNvPr id="22" name="Группа 21">
            <a:extLst>
              <a:ext uri="{FF2B5EF4-FFF2-40B4-BE49-F238E27FC236}">
                <a16:creationId xmlns:a16="http://schemas.microsoft.com/office/drawing/2014/main" id="{62690450-A211-39E5-2066-6D2830AB5CC7}"/>
              </a:ext>
            </a:extLst>
          </p:cNvPr>
          <p:cNvGrpSpPr/>
          <p:nvPr/>
        </p:nvGrpSpPr>
        <p:grpSpPr>
          <a:xfrm>
            <a:off x="5292325" y="2339882"/>
            <a:ext cx="2150220" cy="847660"/>
            <a:chOff x="8215775" y="2673768"/>
            <a:chExt cx="2150220" cy="847660"/>
          </a:xfrm>
        </p:grpSpPr>
        <p:sp>
          <p:nvSpPr>
            <p:cNvPr id="23" name="Прямоугольник: скругленные углы 10">
              <a:extLst>
                <a:ext uri="{FF2B5EF4-FFF2-40B4-BE49-F238E27FC236}">
                  <a16:creationId xmlns:a16="http://schemas.microsoft.com/office/drawing/2014/main" id="{0A4B5947-0B28-2AC4-46D1-19241A595BD6}"/>
                </a:ext>
              </a:extLst>
            </p:cNvPr>
            <p:cNvSpPr/>
            <p:nvPr/>
          </p:nvSpPr>
          <p:spPr>
            <a:xfrm>
              <a:off x="8215775" y="2673768"/>
              <a:ext cx="2150220" cy="847660"/>
            </a:xfrm>
            <a:prstGeom prst="roundRect">
              <a:avLst>
                <a:gd name="adj" fmla="val 1317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4" name="Объект 1">
              <a:extLst>
                <a:ext uri="{FF2B5EF4-FFF2-40B4-BE49-F238E27FC236}">
                  <a16:creationId xmlns:a16="http://schemas.microsoft.com/office/drawing/2014/main" id="{94A24F58-28F7-9996-02E2-4762255C128E}"/>
                </a:ext>
              </a:extLst>
            </p:cNvPr>
            <p:cNvSpPr txBox="1">
              <a:spLocks/>
            </p:cNvSpPr>
            <p:nvPr/>
          </p:nvSpPr>
          <p:spPr>
            <a:xfrm>
              <a:off x="8343229" y="2777495"/>
              <a:ext cx="1895312" cy="64020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Заголовок комментария</a:t>
              </a:r>
            </a:p>
            <a:p>
              <a:r>
                <a:rPr lang="ru-RU" sz="1000"/>
                <a:t>Здесь может быть твой текст. Размести здесь свой текст. Добавь еще текст.</a:t>
              </a:r>
            </a:p>
          </p:txBody>
        </p:sp>
      </p:grpSp>
      <p:grpSp>
        <p:nvGrpSpPr>
          <p:cNvPr id="32" name="Группа 31">
            <a:extLst>
              <a:ext uri="{FF2B5EF4-FFF2-40B4-BE49-F238E27FC236}">
                <a16:creationId xmlns:a16="http://schemas.microsoft.com/office/drawing/2014/main" id="{570B47E7-2D67-E0E1-BD41-933660545E4A}"/>
              </a:ext>
            </a:extLst>
          </p:cNvPr>
          <p:cNvGrpSpPr/>
          <p:nvPr/>
        </p:nvGrpSpPr>
        <p:grpSpPr>
          <a:xfrm>
            <a:off x="954753" y="3015856"/>
            <a:ext cx="2150220" cy="1133279"/>
            <a:chOff x="954753" y="3025381"/>
            <a:chExt cx="2150220" cy="1133279"/>
          </a:xfrm>
        </p:grpSpPr>
        <p:grpSp>
          <p:nvGrpSpPr>
            <p:cNvPr id="12" name="Группа 11">
              <a:extLst>
                <a:ext uri="{FF2B5EF4-FFF2-40B4-BE49-F238E27FC236}">
                  <a16:creationId xmlns:a16="http://schemas.microsoft.com/office/drawing/2014/main" id="{94C86646-9E3C-EDFC-1900-8E0AB7828783}"/>
                </a:ext>
              </a:extLst>
            </p:cNvPr>
            <p:cNvGrpSpPr/>
            <p:nvPr/>
          </p:nvGrpSpPr>
          <p:grpSpPr>
            <a:xfrm>
              <a:off x="954753" y="3025381"/>
              <a:ext cx="2150220" cy="847660"/>
              <a:chOff x="8215775" y="2673768"/>
              <a:chExt cx="2150220" cy="847660"/>
            </a:xfrm>
          </p:grpSpPr>
          <p:sp>
            <p:nvSpPr>
              <p:cNvPr id="13" name="Прямоугольник: скругленные углы 10">
                <a:extLst>
                  <a:ext uri="{FF2B5EF4-FFF2-40B4-BE49-F238E27FC236}">
                    <a16:creationId xmlns:a16="http://schemas.microsoft.com/office/drawing/2014/main" id="{1490FB10-FE14-7B76-EF2B-96F6CB247A2B}"/>
                  </a:ext>
                </a:extLst>
              </p:cNvPr>
              <p:cNvSpPr/>
              <p:nvPr/>
            </p:nvSpPr>
            <p:spPr>
              <a:xfrm>
                <a:off x="8215775" y="2673768"/>
                <a:ext cx="2150220" cy="847660"/>
              </a:xfrm>
              <a:prstGeom prst="roundRect">
                <a:avLst>
                  <a:gd name="adj" fmla="val 1317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 name="Объект 1">
                <a:extLst>
                  <a:ext uri="{FF2B5EF4-FFF2-40B4-BE49-F238E27FC236}">
                    <a16:creationId xmlns:a16="http://schemas.microsoft.com/office/drawing/2014/main" id="{E139E2F0-9CC2-5E72-4B60-0C7B34850ADC}"/>
                  </a:ext>
                </a:extLst>
              </p:cNvPr>
              <p:cNvSpPr txBox="1">
                <a:spLocks/>
              </p:cNvSpPr>
              <p:nvPr/>
            </p:nvSpPr>
            <p:spPr>
              <a:xfrm>
                <a:off x="8343229" y="2777495"/>
                <a:ext cx="1895312" cy="64020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Заголовок комментария</a:t>
                </a:r>
              </a:p>
              <a:p>
                <a:r>
                  <a:rPr lang="ru-RU" sz="1000"/>
                  <a:t>Здесь может быть твой текст. Размести здесь свой текст. Добавь </a:t>
                </a:r>
                <a:r>
                  <a:rPr lang="ru-RU" sz="1000" err="1"/>
                  <a:t>еще</a:t>
                </a:r>
                <a:r>
                  <a:rPr lang="ru-RU" sz="1000"/>
                  <a:t> текст.</a:t>
                </a:r>
              </a:p>
            </p:txBody>
          </p:sp>
        </p:grpSp>
        <p:cxnSp>
          <p:nvCxnSpPr>
            <p:cNvPr id="28" name="Прямая соединительная линия 27">
              <a:extLst>
                <a:ext uri="{FF2B5EF4-FFF2-40B4-BE49-F238E27FC236}">
                  <a16:creationId xmlns:a16="http://schemas.microsoft.com/office/drawing/2014/main" id="{2F904105-5E0F-150D-308A-8341D2D25BCC}"/>
                </a:ext>
              </a:extLst>
            </p:cNvPr>
            <p:cNvCxnSpPr>
              <a:cxnSpLocks/>
            </p:cNvCxnSpPr>
            <p:nvPr/>
          </p:nvCxnSpPr>
          <p:spPr>
            <a:xfrm flipV="1">
              <a:off x="1062775" y="3870660"/>
              <a:ext cx="0" cy="288000"/>
            </a:xfrm>
            <a:prstGeom prst="line">
              <a:avLst/>
            </a:prstGeom>
            <a:ln w="12700">
              <a:solidFill>
                <a:schemeClr val="accent6"/>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2" name="Группа 41">
            <a:extLst>
              <a:ext uri="{FF2B5EF4-FFF2-40B4-BE49-F238E27FC236}">
                <a16:creationId xmlns:a16="http://schemas.microsoft.com/office/drawing/2014/main" id="{57408BE9-C384-C854-5F67-B6C836EB1994}"/>
              </a:ext>
            </a:extLst>
          </p:cNvPr>
          <p:cNvGrpSpPr/>
          <p:nvPr/>
        </p:nvGrpSpPr>
        <p:grpSpPr>
          <a:xfrm>
            <a:off x="8583955" y="1697881"/>
            <a:ext cx="2150220" cy="1313279"/>
            <a:chOff x="8583955" y="1697881"/>
            <a:chExt cx="2150220" cy="1313279"/>
          </a:xfrm>
        </p:grpSpPr>
        <p:grpSp>
          <p:nvGrpSpPr>
            <p:cNvPr id="25" name="Группа 24">
              <a:extLst>
                <a:ext uri="{FF2B5EF4-FFF2-40B4-BE49-F238E27FC236}">
                  <a16:creationId xmlns:a16="http://schemas.microsoft.com/office/drawing/2014/main" id="{3CF17810-0C20-5F6A-ED8A-4C5EDF9B52FD}"/>
                </a:ext>
              </a:extLst>
            </p:cNvPr>
            <p:cNvGrpSpPr/>
            <p:nvPr/>
          </p:nvGrpSpPr>
          <p:grpSpPr>
            <a:xfrm>
              <a:off x="8583955" y="1697881"/>
              <a:ext cx="2150220" cy="847660"/>
              <a:chOff x="8215775" y="2673768"/>
              <a:chExt cx="2150220" cy="847660"/>
            </a:xfrm>
          </p:grpSpPr>
          <p:sp>
            <p:nvSpPr>
              <p:cNvPr id="26" name="Прямоугольник: скругленные углы 10">
                <a:extLst>
                  <a:ext uri="{FF2B5EF4-FFF2-40B4-BE49-F238E27FC236}">
                    <a16:creationId xmlns:a16="http://schemas.microsoft.com/office/drawing/2014/main" id="{67E1D143-3777-21DA-D1BB-EA6C0EFC2A70}"/>
                  </a:ext>
                </a:extLst>
              </p:cNvPr>
              <p:cNvSpPr/>
              <p:nvPr/>
            </p:nvSpPr>
            <p:spPr>
              <a:xfrm>
                <a:off x="8215775" y="2673768"/>
                <a:ext cx="2150220" cy="847660"/>
              </a:xfrm>
              <a:prstGeom prst="roundRect">
                <a:avLst>
                  <a:gd name="adj" fmla="val 1317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7" name="Объект 1">
                <a:extLst>
                  <a:ext uri="{FF2B5EF4-FFF2-40B4-BE49-F238E27FC236}">
                    <a16:creationId xmlns:a16="http://schemas.microsoft.com/office/drawing/2014/main" id="{1FBC7F0C-695B-A34E-2A6D-5E584E176916}"/>
                  </a:ext>
                </a:extLst>
              </p:cNvPr>
              <p:cNvSpPr txBox="1">
                <a:spLocks/>
              </p:cNvSpPr>
              <p:nvPr/>
            </p:nvSpPr>
            <p:spPr>
              <a:xfrm>
                <a:off x="8343229" y="2777495"/>
                <a:ext cx="1895312" cy="64020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b="1"/>
                  <a:t>Заголовок комментария</a:t>
                </a:r>
              </a:p>
              <a:p>
                <a:r>
                  <a:rPr lang="ru-RU" sz="1000"/>
                  <a:t>Здесь может быть твой текст. Размести здесь свой текст. Добавь еще текст.</a:t>
                </a:r>
              </a:p>
            </p:txBody>
          </p:sp>
        </p:grpSp>
        <p:cxnSp>
          <p:nvCxnSpPr>
            <p:cNvPr id="36" name="Прямая соединительная линия 35">
              <a:extLst>
                <a:ext uri="{FF2B5EF4-FFF2-40B4-BE49-F238E27FC236}">
                  <a16:creationId xmlns:a16="http://schemas.microsoft.com/office/drawing/2014/main" id="{CE59AF0B-F0A4-1697-BF9F-7B15735A1D8B}"/>
                </a:ext>
              </a:extLst>
            </p:cNvPr>
            <p:cNvCxnSpPr>
              <a:cxnSpLocks/>
            </p:cNvCxnSpPr>
            <p:nvPr/>
          </p:nvCxnSpPr>
          <p:spPr>
            <a:xfrm flipV="1">
              <a:off x="8716231" y="2543160"/>
              <a:ext cx="0" cy="468000"/>
            </a:xfrm>
            <a:prstGeom prst="line">
              <a:avLst/>
            </a:prstGeom>
            <a:ln w="12700">
              <a:solidFill>
                <a:schemeClr val="accent6"/>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Прямая соединительная линия 32">
            <a:extLst>
              <a:ext uri="{FF2B5EF4-FFF2-40B4-BE49-F238E27FC236}">
                <a16:creationId xmlns:a16="http://schemas.microsoft.com/office/drawing/2014/main" id="{EBCC9C84-AC1D-C57B-CD5F-0763943625D5}"/>
              </a:ext>
            </a:extLst>
          </p:cNvPr>
          <p:cNvCxnSpPr>
            <a:cxnSpLocks/>
          </p:cNvCxnSpPr>
          <p:nvPr/>
        </p:nvCxnSpPr>
        <p:spPr>
          <a:xfrm flipV="1">
            <a:off x="5419779" y="3184678"/>
            <a:ext cx="0" cy="324000"/>
          </a:xfrm>
          <a:prstGeom prst="line">
            <a:avLst/>
          </a:prstGeom>
          <a:ln w="12700">
            <a:solidFill>
              <a:schemeClr val="accent6"/>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Нижний колонтитул 1">
            <a:extLst>
              <a:ext uri="{FF2B5EF4-FFF2-40B4-BE49-F238E27FC236}">
                <a16:creationId xmlns:a16="http://schemas.microsoft.com/office/drawing/2014/main" id="{E8DBAC7D-C329-946C-EBE9-900354EC5540}"/>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41958548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Прямоугольник: скругленные углы 35">
            <a:extLst>
              <a:ext uri="{FF2B5EF4-FFF2-40B4-BE49-F238E27FC236}">
                <a16:creationId xmlns:a16="http://schemas.microsoft.com/office/drawing/2014/main" id="{5C05F69E-FCF3-4D5C-967E-EE80A00AF846}"/>
              </a:ext>
            </a:extLst>
          </p:cNvPr>
          <p:cNvSpPr/>
          <p:nvPr/>
        </p:nvSpPr>
        <p:spPr>
          <a:xfrm>
            <a:off x="638394" y="2927900"/>
            <a:ext cx="4249695" cy="3334788"/>
          </a:xfrm>
          <a:prstGeom prst="roundRect">
            <a:avLst>
              <a:gd name="adj" fmla="val 8818"/>
            </a:avLst>
          </a:prstGeom>
          <a:solidFill>
            <a:schemeClr val="accent6">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5"/>
            <a:endParaRPr lang="ru-RU" sz="1688" dirty="0">
              <a:solidFill>
                <a:srgbClr val="001A34"/>
              </a:solidFill>
              <a:latin typeface="Arial" panose="020B0604020202020204" pitchFamily="34" charset="0"/>
            </a:endParaRPr>
          </a:p>
        </p:txBody>
      </p:sp>
      <p:sp>
        <p:nvSpPr>
          <p:cNvPr id="32" name="Прямоугольник: скругленные углы 31">
            <a:extLst>
              <a:ext uri="{FF2B5EF4-FFF2-40B4-BE49-F238E27FC236}">
                <a16:creationId xmlns:a16="http://schemas.microsoft.com/office/drawing/2014/main" id="{F1064EFC-3FD2-44E7-8A67-E55A4A3F0FF9}"/>
              </a:ext>
            </a:extLst>
          </p:cNvPr>
          <p:cNvSpPr/>
          <p:nvPr/>
        </p:nvSpPr>
        <p:spPr>
          <a:xfrm>
            <a:off x="5186363" y="5369795"/>
            <a:ext cx="6379431" cy="889773"/>
          </a:xfrm>
          <a:prstGeom prst="roundRect">
            <a:avLst>
              <a:gd name="adj" fmla="val 25776"/>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rtlCol="0" anchor="ctr"/>
          <a:lstStyle/>
          <a:p>
            <a:endParaRPr lang="ru-RU"/>
          </a:p>
        </p:txBody>
      </p:sp>
      <p:sp>
        <p:nvSpPr>
          <p:cNvPr id="31" name="Прямоугольник: скругленные углы 30">
            <a:extLst>
              <a:ext uri="{FF2B5EF4-FFF2-40B4-BE49-F238E27FC236}">
                <a16:creationId xmlns:a16="http://schemas.microsoft.com/office/drawing/2014/main" id="{E1F2A853-F724-4D6F-B8A1-AAFC386089E5}"/>
              </a:ext>
            </a:extLst>
          </p:cNvPr>
          <p:cNvSpPr/>
          <p:nvPr/>
        </p:nvSpPr>
        <p:spPr>
          <a:xfrm>
            <a:off x="654906" y="1520823"/>
            <a:ext cx="10910888" cy="1202711"/>
          </a:xfrm>
          <a:prstGeom prst="roundRect">
            <a:avLst>
              <a:gd name="adj" fmla="val 24054"/>
            </a:avLst>
          </a:prstGeom>
          <a:solidFill>
            <a:schemeClr val="accent6">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5"/>
            <a:endParaRPr lang="ru-RU" sz="1688" dirty="0">
              <a:solidFill>
                <a:srgbClr val="001A34"/>
              </a:solidFill>
              <a:latin typeface="Arial" panose="020B0604020202020204" pitchFamily="34" charset="0"/>
            </a:endParaRPr>
          </a:p>
        </p:txBody>
      </p:sp>
      <p:sp>
        <p:nvSpPr>
          <p:cNvPr id="13" name="Объект 12">
            <a:extLst>
              <a:ext uri="{FF2B5EF4-FFF2-40B4-BE49-F238E27FC236}">
                <a16:creationId xmlns:a16="http://schemas.microsoft.com/office/drawing/2014/main" id="{3FF5A680-B5D0-467B-9B71-1E87ECCFA823}"/>
              </a:ext>
            </a:extLst>
          </p:cNvPr>
          <p:cNvSpPr>
            <a:spLocks noGrp="1"/>
          </p:cNvSpPr>
          <p:nvPr>
            <p:ph idx="1"/>
          </p:nvPr>
        </p:nvSpPr>
        <p:spPr>
          <a:xfrm>
            <a:off x="5207310" y="2943488"/>
            <a:ext cx="6364288" cy="1354765"/>
          </a:xfrm>
        </p:spPr>
        <p:txBody>
          <a:bodyPr/>
          <a:lstStyle/>
          <a:p>
            <a:r>
              <a:rPr lang="ru-RU" sz="1400"/>
              <a:t>Здесь может быть абзац текста не более 4–6 строк. Размести здесь свой текст. Добавь ещё текст. Здесь может быть твой текст. Размести здесь свой текст. </a:t>
            </a:r>
          </a:p>
          <a:p>
            <a:pPr lvl="2"/>
            <a:r>
              <a:rPr lang="ru-RU" sz="1400"/>
              <a:t>Добавь ещё текст. </a:t>
            </a:r>
          </a:p>
          <a:p>
            <a:pPr lvl="2"/>
            <a:r>
              <a:rPr lang="ru-RU" sz="1400"/>
              <a:t>Здесь может быть твой текст. </a:t>
            </a:r>
          </a:p>
          <a:p>
            <a:endParaRPr lang="ru-RU" sz="1400"/>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70</a:t>
            </a:fld>
            <a:endParaRPr lang="ru-RU"/>
          </a:p>
        </p:txBody>
      </p:sp>
      <p:sp>
        <p:nvSpPr>
          <p:cNvPr id="5" name="TextBox 4">
            <a:extLst>
              <a:ext uri="{FF2B5EF4-FFF2-40B4-BE49-F238E27FC236}">
                <a16:creationId xmlns:a16="http://schemas.microsoft.com/office/drawing/2014/main" id="{BB013F0F-8C47-463C-A007-7569EC3184F9}"/>
              </a:ext>
            </a:extLst>
          </p:cNvPr>
          <p:cNvSpPr txBox="1"/>
          <p:nvPr/>
        </p:nvSpPr>
        <p:spPr>
          <a:xfrm>
            <a:off x="890611" y="3149118"/>
            <a:ext cx="2743200" cy="430887"/>
          </a:xfrm>
          <a:prstGeom prst="rect">
            <a:avLst/>
          </a:prstGeom>
          <a:noFill/>
        </p:spPr>
        <p:txBody>
          <a:bodyPr wrap="square" lIns="0" tIns="0" rIns="0" bIns="0" rtlCol="0">
            <a:spAutoFit/>
          </a:bodyPr>
          <a:lstStyle/>
          <a:p>
            <a:pPr marL="0" marR="0" lvl="0" indent="0" algn="l" defTabSz="1300277"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a:ln>
                  <a:noFill/>
                </a:ln>
                <a:solidFill>
                  <a:srgbClr val="000000"/>
                </a:solidFill>
                <a:effectLst/>
                <a:uLnTx/>
                <a:uFillTx/>
                <a:latin typeface="Arial" panose="020B0604020202020204"/>
                <a:ea typeface="+mn-ea"/>
                <a:cs typeface="+mn-cs"/>
              </a:rPr>
              <a:t>Здесь может быть твой подзаголовок в 1–2 строки</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Диаграмма 5">
            <a:extLst>
              <a:ext uri="{FF2B5EF4-FFF2-40B4-BE49-F238E27FC236}">
                <a16:creationId xmlns:a16="http://schemas.microsoft.com/office/drawing/2014/main" id="{6E51C5BE-C497-41BF-B24B-26D78A448E56}"/>
              </a:ext>
            </a:extLst>
          </p:cNvPr>
          <p:cNvGraphicFramePr/>
          <p:nvPr/>
        </p:nvGraphicFramePr>
        <p:xfrm>
          <a:off x="884806" y="3428999"/>
          <a:ext cx="3788793" cy="2689579"/>
        </p:xfrm>
        <a:graphic>
          <a:graphicData uri="http://schemas.openxmlformats.org/drawingml/2006/chart">
            <c:chart xmlns:c="http://schemas.openxmlformats.org/drawingml/2006/chart" xmlns:r="http://schemas.openxmlformats.org/officeDocument/2006/relationships" r:id="rId2"/>
          </a:graphicData>
        </a:graphic>
      </p:graphicFrame>
      <p:sp>
        <p:nvSpPr>
          <p:cNvPr id="25" name="Объект 1">
            <a:extLst>
              <a:ext uri="{FF2B5EF4-FFF2-40B4-BE49-F238E27FC236}">
                <a16:creationId xmlns:a16="http://schemas.microsoft.com/office/drawing/2014/main" id="{EF9EA009-6191-49A9-B69B-29BC2A391991}"/>
              </a:ext>
            </a:extLst>
          </p:cNvPr>
          <p:cNvSpPr txBox="1">
            <a:spLocks/>
          </p:cNvSpPr>
          <p:nvPr/>
        </p:nvSpPr>
        <p:spPr>
          <a:xfrm>
            <a:off x="8494747" y="4545225"/>
            <a:ext cx="989496"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solidFill>
                  <a:schemeClr val="accent2"/>
                </a:solidFill>
                <a:latin typeface="Arial Black"/>
              </a:rPr>
              <a:t>2</a:t>
            </a:r>
            <a:r>
              <a:rPr lang="ru-RU" sz="3200">
                <a:ln w="38100">
                  <a:noFill/>
                </a:ln>
                <a:solidFill>
                  <a:schemeClr val="accent2"/>
                </a:solidFill>
                <a:latin typeface="Arial Black"/>
              </a:rPr>
              <a:t>0</a:t>
            </a:r>
            <a:r>
              <a:rPr lang="en-US" sz="3200">
                <a:ln w="38100">
                  <a:noFill/>
                </a:ln>
                <a:solidFill>
                  <a:schemeClr val="accent2"/>
                </a:solidFill>
                <a:latin typeface="Arial Black"/>
              </a:rPr>
              <a:t>%</a:t>
            </a:r>
            <a:endParaRPr lang="ru-RU" sz="3200">
              <a:ln w="38100">
                <a:noFill/>
              </a:ln>
              <a:solidFill>
                <a:schemeClr val="accent2"/>
              </a:solidFill>
              <a:latin typeface="Arial Black"/>
            </a:endParaRPr>
          </a:p>
        </p:txBody>
      </p:sp>
      <p:sp>
        <p:nvSpPr>
          <p:cNvPr id="26" name="Объект 1">
            <a:extLst>
              <a:ext uri="{FF2B5EF4-FFF2-40B4-BE49-F238E27FC236}">
                <a16:creationId xmlns:a16="http://schemas.microsoft.com/office/drawing/2014/main" id="{819F64F9-E265-4B51-940A-D88BE41D66F7}"/>
              </a:ext>
            </a:extLst>
          </p:cNvPr>
          <p:cNvSpPr txBox="1">
            <a:spLocks/>
          </p:cNvSpPr>
          <p:nvPr/>
        </p:nvSpPr>
        <p:spPr>
          <a:xfrm>
            <a:off x="9563900" y="4601416"/>
            <a:ext cx="1504805" cy="32821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27" name="Прямоугольник 26">
            <a:extLst>
              <a:ext uri="{FF2B5EF4-FFF2-40B4-BE49-F238E27FC236}">
                <a16:creationId xmlns:a16="http://schemas.microsoft.com/office/drawing/2014/main" id="{FF8AAF85-C41C-40FB-A5A6-5925781995C8}"/>
              </a:ext>
            </a:extLst>
          </p:cNvPr>
          <p:cNvSpPr/>
          <p:nvPr/>
        </p:nvSpPr>
        <p:spPr>
          <a:xfrm>
            <a:off x="5417895" y="5377270"/>
            <a:ext cx="5959166" cy="874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80000" bIns="0" rtlCol="0" anchor="ctr"/>
          <a:lstStyle/>
          <a:p>
            <a:pPr marL="0" lvl="2">
              <a:spcAft>
                <a:spcPts val="800"/>
              </a:spcAft>
              <a:defRPr/>
            </a:pPr>
            <a:r>
              <a:rPr kumimoji="0" lang="ru-RU" sz="1000" b="0" i="0" u="none" strike="noStrike" kern="1200" cap="none" spc="0" normalizeH="0" baseline="0" noProof="0">
                <a:ln>
                  <a:noFill/>
                </a:ln>
                <a:solidFill>
                  <a:srgbClr val="0E1114"/>
                </a:solidFill>
                <a:effectLst/>
                <a:uLnTx/>
                <a:uFillTx/>
                <a:latin typeface="Arial"/>
                <a:ea typeface="+mn-ea"/>
                <a:cs typeface="+mn-cs"/>
              </a:rPr>
              <a:t>Размести здесь свой текст. Добавь ещё текст. Здесь может быть твой текст. Размести здесь свой текст. Добавь ещё текст. Размести здесь свой текст. Добавь ещё текст. Здесь может быть твой текст. Размести здесь свой текст. Добавь ещё текст.</a:t>
            </a:r>
          </a:p>
        </p:txBody>
      </p:sp>
      <p:sp>
        <p:nvSpPr>
          <p:cNvPr id="9" name="Text 2">
            <a:extLst>
              <a:ext uri="{FF2B5EF4-FFF2-40B4-BE49-F238E27FC236}">
                <a16:creationId xmlns:a16="http://schemas.microsoft.com/office/drawing/2014/main" id="{53B49264-D082-47D1-BFF9-D6D04FDCD7B1}"/>
              </a:ext>
            </a:extLst>
          </p:cNvPr>
          <p:cNvSpPr/>
          <p:nvPr/>
        </p:nvSpPr>
        <p:spPr>
          <a:xfrm>
            <a:off x="1062499" y="1870653"/>
            <a:ext cx="1085839" cy="234948"/>
          </a:xfrm>
          <a:prstGeom prst="rect">
            <a:avLst/>
          </a:prstGeom>
          <a:noFill/>
          <a:ln/>
        </p:spPr>
        <p:txBody>
          <a:bodyPr wrap="squar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400" b="0" i="0" u="none" strike="noStrike" kern="1200" cap="none" spc="0" normalizeH="0" baseline="0" noProof="0" err="1">
                <a:ln>
                  <a:noFill/>
                </a:ln>
                <a:solidFill>
                  <a:schemeClr val="accent6">
                    <a:lumMod val="50000"/>
                  </a:schemeClr>
                </a:solidFill>
                <a:effectLst/>
                <a:uLnTx/>
                <a:uFillTx/>
                <a:latin typeface="Arial"/>
                <a:ea typeface="+mn-ea"/>
                <a:cs typeface="+mn-cs"/>
              </a:rPr>
              <a:t>Категория</a:t>
            </a:r>
            <a:endParaRPr kumimoji="0" lang="en-US" sz="1400" b="0" i="0" u="none" strike="noStrike" kern="1200" cap="none" spc="0" normalizeH="0" baseline="0" noProof="0">
              <a:ln>
                <a:noFill/>
              </a:ln>
              <a:solidFill>
                <a:schemeClr val="accent6">
                  <a:lumMod val="50000"/>
                </a:schemeClr>
              </a:solidFill>
              <a:effectLst/>
              <a:uLnTx/>
              <a:uFillTx/>
              <a:latin typeface="Arial"/>
              <a:ea typeface="+mn-ea"/>
              <a:cs typeface="+mn-cs"/>
            </a:endParaRPr>
          </a:p>
        </p:txBody>
      </p:sp>
      <p:sp>
        <p:nvSpPr>
          <p:cNvPr id="10" name="Text 3">
            <a:extLst>
              <a:ext uri="{FF2B5EF4-FFF2-40B4-BE49-F238E27FC236}">
                <a16:creationId xmlns:a16="http://schemas.microsoft.com/office/drawing/2014/main" id="{5DE605F1-1C58-4A43-B33B-A42A3036BDA9}"/>
              </a:ext>
            </a:extLst>
          </p:cNvPr>
          <p:cNvSpPr/>
          <p:nvPr/>
        </p:nvSpPr>
        <p:spPr>
          <a:xfrm>
            <a:off x="1062499" y="2130241"/>
            <a:ext cx="1743362" cy="213969"/>
          </a:xfrm>
          <a:prstGeom prst="rect">
            <a:avLst/>
          </a:prstGeom>
          <a:noFill/>
          <a:ln/>
        </p:spPr>
        <p:txBody>
          <a:bodyPr wrap="none" lIns="0" tIns="0" rIns="0" bIns="0" rtlCol="0" anchor="t">
            <a:spAutoFit/>
          </a:bodyPr>
          <a:lstStyle/>
          <a:p>
            <a:pPr marL="0" marR="0" lvl="0" indent="0" algn="l" defTabSz="914400" rtl="0" eaLnBrk="1" fontAlgn="auto" latinLnBrk="0" hangingPunct="1">
              <a:lnSpc>
                <a:spcPts val="1760"/>
              </a:lnSpc>
              <a:spcBef>
                <a:spcPts val="0"/>
              </a:spcBef>
              <a:spcAft>
                <a:spcPts val="500"/>
              </a:spcAft>
              <a:buClrTx/>
              <a:buSzTx/>
              <a:buFontTx/>
              <a:buNone/>
              <a:tabLst/>
              <a:defRPr/>
            </a:pPr>
            <a:r>
              <a:rPr kumimoji="0" lang="ru-RU" sz="1400" b="1" i="0" u="none" strike="noStrike" kern="1200" cap="none" spc="0" normalizeH="0" baseline="0" noProof="0">
                <a:ln>
                  <a:noFill/>
                </a:ln>
                <a:effectLst/>
                <a:uLnTx/>
                <a:uFillTx/>
                <a:latin typeface="Arial"/>
                <a:ea typeface="+mn-ea"/>
                <a:cs typeface="+mn-cs"/>
              </a:rPr>
              <a:t>Добавь свой текст </a:t>
            </a:r>
          </a:p>
        </p:txBody>
      </p:sp>
      <p:sp>
        <p:nvSpPr>
          <p:cNvPr id="14" name="Text 2">
            <a:extLst>
              <a:ext uri="{FF2B5EF4-FFF2-40B4-BE49-F238E27FC236}">
                <a16:creationId xmlns:a16="http://schemas.microsoft.com/office/drawing/2014/main" id="{51EE8942-C00A-43F7-ABD4-D645F00B77A6}"/>
              </a:ext>
            </a:extLst>
          </p:cNvPr>
          <p:cNvSpPr/>
          <p:nvPr/>
        </p:nvSpPr>
        <p:spPr>
          <a:xfrm>
            <a:off x="3672500" y="1870653"/>
            <a:ext cx="1685147" cy="234948"/>
          </a:xfrm>
          <a:prstGeom prst="rect">
            <a:avLst/>
          </a:prstGeom>
          <a:noFill/>
          <a:ln/>
        </p:spPr>
        <p:txBody>
          <a:bodyPr wrap="squar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ru-RU" sz="1400" b="0" i="0" u="none" strike="noStrike" kern="1200" cap="none" spc="0" normalizeH="0" baseline="0" noProof="0">
                <a:ln>
                  <a:noFill/>
                </a:ln>
                <a:solidFill>
                  <a:schemeClr val="accent6">
                    <a:lumMod val="50000"/>
                  </a:schemeClr>
                </a:solidFill>
                <a:effectLst/>
                <a:uLnTx/>
                <a:uFillTx/>
                <a:latin typeface="Arial"/>
                <a:ea typeface="+mn-ea"/>
                <a:cs typeface="+mn-cs"/>
              </a:rPr>
              <a:t>Подкатегория</a:t>
            </a:r>
            <a:endParaRPr kumimoji="0" lang="en-US" sz="1400" b="0" i="0" u="none" strike="noStrike" kern="1200" cap="none" spc="0" normalizeH="0" baseline="0" noProof="0">
              <a:ln>
                <a:noFill/>
              </a:ln>
              <a:solidFill>
                <a:schemeClr val="accent6">
                  <a:lumMod val="50000"/>
                </a:schemeClr>
              </a:solidFill>
              <a:effectLst/>
              <a:uLnTx/>
              <a:uFillTx/>
              <a:latin typeface="Arial"/>
              <a:ea typeface="+mn-ea"/>
              <a:cs typeface="+mn-cs"/>
            </a:endParaRPr>
          </a:p>
        </p:txBody>
      </p:sp>
      <p:sp>
        <p:nvSpPr>
          <p:cNvPr id="15" name="Text 3">
            <a:extLst>
              <a:ext uri="{FF2B5EF4-FFF2-40B4-BE49-F238E27FC236}">
                <a16:creationId xmlns:a16="http://schemas.microsoft.com/office/drawing/2014/main" id="{8CF5847A-C0E5-47D2-A9EC-F879E9692E14}"/>
              </a:ext>
            </a:extLst>
          </p:cNvPr>
          <p:cNvSpPr/>
          <p:nvPr/>
        </p:nvSpPr>
        <p:spPr>
          <a:xfrm>
            <a:off x="3672499" y="2130241"/>
            <a:ext cx="1743362" cy="213969"/>
          </a:xfrm>
          <a:prstGeom prst="rect">
            <a:avLst/>
          </a:prstGeom>
          <a:noFill/>
          <a:ln/>
        </p:spPr>
        <p:txBody>
          <a:bodyPr wrap="none" lIns="0" tIns="0" rIns="0" bIns="0" rtlCol="0" anchor="t">
            <a:spAutoFit/>
          </a:bodyPr>
          <a:lstStyle/>
          <a:p>
            <a:pPr marL="0" marR="0" lvl="0" indent="0" algn="l" defTabSz="914400" rtl="0" eaLnBrk="1" fontAlgn="auto" latinLnBrk="0" hangingPunct="1">
              <a:lnSpc>
                <a:spcPts val="1760"/>
              </a:lnSpc>
              <a:spcBef>
                <a:spcPts val="0"/>
              </a:spcBef>
              <a:spcAft>
                <a:spcPts val="500"/>
              </a:spcAft>
              <a:buClrTx/>
              <a:buSzTx/>
              <a:buFontTx/>
              <a:buNone/>
              <a:tabLst/>
              <a:defRPr/>
            </a:pPr>
            <a:r>
              <a:rPr kumimoji="0" lang="ru-RU" sz="1400" b="1" i="0" u="none" strike="noStrike" kern="1200" cap="none" spc="0" normalizeH="0" baseline="0" noProof="0">
                <a:ln>
                  <a:noFill/>
                </a:ln>
                <a:effectLst/>
                <a:uLnTx/>
                <a:uFillTx/>
                <a:latin typeface="Arial"/>
                <a:ea typeface="+mn-ea"/>
                <a:cs typeface="+mn-cs"/>
              </a:rPr>
              <a:t>Добавь свой текст </a:t>
            </a:r>
          </a:p>
        </p:txBody>
      </p:sp>
      <p:sp>
        <p:nvSpPr>
          <p:cNvPr id="18" name="Text 2">
            <a:extLst>
              <a:ext uri="{FF2B5EF4-FFF2-40B4-BE49-F238E27FC236}">
                <a16:creationId xmlns:a16="http://schemas.microsoft.com/office/drawing/2014/main" id="{C4AB2D4C-892E-49FE-8001-C6382CFB1D2A}"/>
              </a:ext>
            </a:extLst>
          </p:cNvPr>
          <p:cNvSpPr/>
          <p:nvPr/>
        </p:nvSpPr>
        <p:spPr>
          <a:xfrm>
            <a:off x="6282499" y="1870653"/>
            <a:ext cx="1085839" cy="234948"/>
          </a:xfrm>
          <a:prstGeom prst="rect">
            <a:avLst/>
          </a:prstGeom>
          <a:noFill/>
          <a:ln/>
        </p:spPr>
        <p:txBody>
          <a:bodyPr wrap="squar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ru-RU" sz="1400" b="0" i="0" u="none" strike="noStrike" kern="1200" cap="none" spc="0" normalizeH="0" baseline="0" noProof="0">
                <a:ln>
                  <a:noFill/>
                </a:ln>
                <a:solidFill>
                  <a:schemeClr val="accent6">
                    <a:lumMod val="50000"/>
                  </a:schemeClr>
                </a:solidFill>
                <a:effectLst/>
                <a:uLnTx/>
                <a:uFillTx/>
                <a:latin typeface="Arial"/>
                <a:ea typeface="+mn-ea"/>
                <a:cs typeface="+mn-cs"/>
              </a:rPr>
              <a:t>Период</a:t>
            </a:r>
          </a:p>
        </p:txBody>
      </p:sp>
      <p:sp>
        <p:nvSpPr>
          <p:cNvPr id="19" name="Text 3">
            <a:extLst>
              <a:ext uri="{FF2B5EF4-FFF2-40B4-BE49-F238E27FC236}">
                <a16:creationId xmlns:a16="http://schemas.microsoft.com/office/drawing/2014/main" id="{A86903D5-1FCF-4E41-8484-5C5F0D441A90}"/>
              </a:ext>
            </a:extLst>
          </p:cNvPr>
          <p:cNvSpPr/>
          <p:nvPr/>
        </p:nvSpPr>
        <p:spPr>
          <a:xfrm>
            <a:off x="6282499" y="2130241"/>
            <a:ext cx="1709442" cy="213969"/>
          </a:xfrm>
          <a:prstGeom prst="rect">
            <a:avLst/>
          </a:prstGeom>
          <a:noFill/>
          <a:ln/>
        </p:spPr>
        <p:txBody>
          <a:bodyPr wrap="none" lIns="0" tIns="0" rIns="0" bIns="0" rtlCol="0" anchor="t">
            <a:spAutoFit/>
          </a:bodyPr>
          <a:lstStyle/>
          <a:p>
            <a:pPr marL="0" marR="0" lvl="0" indent="0" algn="l" defTabSz="914400" rtl="0" eaLnBrk="1" fontAlgn="auto" latinLnBrk="0" hangingPunct="1">
              <a:lnSpc>
                <a:spcPts val="1760"/>
              </a:lnSpc>
              <a:spcBef>
                <a:spcPts val="0"/>
              </a:spcBef>
              <a:spcAft>
                <a:spcPts val="500"/>
              </a:spcAft>
              <a:buClrTx/>
              <a:buSzTx/>
              <a:buFontTx/>
              <a:buNone/>
              <a:tabLst/>
              <a:defRPr/>
            </a:pPr>
            <a:r>
              <a:rPr kumimoji="0" lang="ru-RU" sz="1400" b="1" i="0" u="none" strike="noStrike" kern="1200" cap="none" spc="0" normalizeH="0" baseline="0" noProof="0">
                <a:ln>
                  <a:noFill/>
                </a:ln>
                <a:effectLst/>
                <a:uLnTx/>
                <a:uFillTx/>
                <a:latin typeface="Arial"/>
                <a:ea typeface="+mn-ea"/>
                <a:cs typeface="+mn-cs"/>
              </a:rPr>
              <a:t>Добавь свой текст </a:t>
            </a:r>
          </a:p>
        </p:txBody>
      </p:sp>
      <p:sp>
        <p:nvSpPr>
          <p:cNvPr id="21" name="Text 2">
            <a:extLst>
              <a:ext uri="{FF2B5EF4-FFF2-40B4-BE49-F238E27FC236}">
                <a16:creationId xmlns:a16="http://schemas.microsoft.com/office/drawing/2014/main" id="{09172ADB-8CF1-4EB5-88C3-924C25862706}"/>
              </a:ext>
            </a:extLst>
          </p:cNvPr>
          <p:cNvSpPr/>
          <p:nvPr/>
        </p:nvSpPr>
        <p:spPr>
          <a:xfrm>
            <a:off x="8858578" y="1870653"/>
            <a:ext cx="1457725" cy="234948"/>
          </a:xfrm>
          <a:prstGeom prst="rect">
            <a:avLst/>
          </a:prstGeom>
          <a:noFill/>
          <a:ln/>
        </p:spPr>
        <p:txBody>
          <a:bodyPr wrap="squar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ru-RU" sz="1400" b="0" i="0" u="none" strike="noStrike" kern="1200" cap="none" spc="0" normalizeH="0" baseline="0" noProof="0">
                <a:ln>
                  <a:noFill/>
                </a:ln>
                <a:solidFill>
                  <a:schemeClr val="accent6">
                    <a:lumMod val="50000"/>
                  </a:schemeClr>
                </a:solidFill>
                <a:effectLst/>
                <a:uLnTx/>
                <a:uFillTx/>
                <a:latin typeface="Arial"/>
                <a:ea typeface="+mn-ea"/>
                <a:cs typeface="+mn-cs"/>
              </a:rPr>
              <a:t>Инструменты</a:t>
            </a:r>
          </a:p>
        </p:txBody>
      </p:sp>
      <p:sp>
        <p:nvSpPr>
          <p:cNvPr id="22" name="Text 3">
            <a:extLst>
              <a:ext uri="{FF2B5EF4-FFF2-40B4-BE49-F238E27FC236}">
                <a16:creationId xmlns:a16="http://schemas.microsoft.com/office/drawing/2014/main" id="{FC27E73D-6DC1-4F8E-B6D6-40A3AFBE985E}"/>
              </a:ext>
            </a:extLst>
          </p:cNvPr>
          <p:cNvSpPr/>
          <p:nvPr/>
        </p:nvSpPr>
        <p:spPr>
          <a:xfrm>
            <a:off x="8858578" y="2130241"/>
            <a:ext cx="1709442" cy="213969"/>
          </a:xfrm>
          <a:prstGeom prst="rect">
            <a:avLst/>
          </a:prstGeom>
          <a:noFill/>
          <a:ln/>
        </p:spPr>
        <p:txBody>
          <a:bodyPr wrap="none" lIns="0" tIns="0" rIns="0" bIns="0" rtlCol="0" anchor="t">
            <a:spAutoFit/>
          </a:bodyPr>
          <a:lstStyle/>
          <a:p>
            <a:pPr marL="0" marR="0" lvl="0" indent="0" algn="l" defTabSz="914400" rtl="0" eaLnBrk="1" fontAlgn="auto" latinLnBrk="0" hangingPunct="1">
              <a:lnSpc>
                <a:spcPts val="1760"/>
              </a:lnSpc>
              <a:spcBef>
                <a:spcPts val="0"/>
              </a:spcBef>
              <a:spcAft>
                <a:spcPts val="500"/>
              </a:spcAft>
              <a:buClrTx/>
              <a:buSzTx/>
              <a:buFontTx/>
              <a:buNone/>
              <a:tabLst/>
              <a:defRPr/>
            </a:pPr>
            <a:r>
              <a:rPr kumimoji="0" lang="ru-RU" sz="1400" b="1" i="0" u="none" strike="noStrike" kern="1200" cap="none" spc="0" normalizeH="0" baseline="0" noProof="0">
                <a:ln>
                  <a:noFill/>
                </a:ln>
                <a:effectLst/>
                <a:uLnTx/>
                <a:uFillTx/>
                <a:latin typeface="Arial"/>
                <a:ea typeface="+mn-ea"/>
                <a:cs typeface="+mn-cs"/>
              </a:rPr>
              <a:t>Добавь свой текст </a:t>
            </a:r>
          </a:p>
        </p:txBody>
      </p:sp>
      <p:sp>
        <p:nvSpPr>
          <p:cNvPr id="29" name="Объект 1">
            <a:extLst>
              <a:ext uri="{FF2B5EF4-FFF2-40B4-BE49-F238E27FC236}">
                <a16:creationId xmlns:a16="http://schemas.microsoft.com/office/drawing/2014/main" id="{BF288206-9313-4C0F-9C7D-472978CA9326}"/>
              </a:ext>
            </a:extLst>
          </p:cNvPr>
          <p:cNvSpPr txBox="1">
            <a:spLocks/>
          </p:cNvSpPr>
          <p:nvPr/>
        </p:nvSpPr>
        <p:spPr>
          <a:xfrm>
            <a:off x="5207310" y="4545225"/>
            <a:ext cx="989496"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solidFill>
                  <a:schemeClr val="accent1"/>
                </a:solidFill>
                <a:latin typeface="Arial Black"/>
              </a:rPr>
              <a:t>2</a:t>
            </a:r>
            <a:r>
              <a:rPr lang="ru-RU" sz="3200">
                <a:ln w="38100">
                  <a:noFill/>
                </a:ln>
                <a:solidFill>
                  <a:schemeClr val="accent1"/>
                </a:solidFill>
                <a:latin typeface="Arial Black"/>
              </a:rPr>
              <a:t>0</a:t>
            </a:r>
            <a:r>
              <a:rPr lang="en-US" sz="3200">
                <a:ln w="38100">
                  <a:noFill/>
                </a:ln>
                <a:solidFill>
                  <a:schemeClr val="accent1"/>
                </a:solidFill>
                <a:latin typeface="Arial Black"/>
              </a:rPr>
              <a:t>%</a:t>
            </a:r>
            <a:endParaRPr lang="ru-RU" sz="3200">
              <a:ln w="38100">
                <a:noFill/>
              </a:ln>
              <a:solidFill>
                <a:schemeClr val="accent1"/>
              </a:solidFill>
              <a:latin typeface="Arial Black"/>
            </a:endParaRPr>
          </a:p>
        </p:txBody>
      </p:sp>
      <p:sp>
        <p:nvSpPr>
          <p:cNvPr id="30" name="Объект 1">
            <a:extLst>
              <a:ext uri="{FF2B5EF4-FFF2-40B4-BE49-F238E27FC236}">
                <a16:creationId xmlns:a16="http://schemas.microsoft.com/office/drawing/2014/main" id="{8811C490-3802-4E46-8F21-B3A04B0704C2}"/>
              </a:ext>
            </a:extLst>
          </p:cNvPr>
          <p:cNvSpPr txBox="1">
            <a:spLocks/>
          </p:cNvSpPr>
          <p:nvPr/>
        </p:nvSpPr>
        <p:spPr>
          <a:xfrm>
            <a:off x="6276463" y="4601416"/>
            <a:ext cx="1504805" cy="32821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7" name="Нижний колонтитул 6">
            <a:extLst>
              <a:ext uri="{FF2B5EF4-FFF2-40B4-BE49-F238E27FC236}">
                <a16:creationId xmlns:a16="http://schemas.microsoft.com/office/drawing/2014/main" id="{AAFF575A-5ED1-C00F-3192-2477C0F49C03}"/>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4100438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ижний колонтитул 3">
            <a:extLst>
              <a:ext uri="{FF2B5EF4-FFF2-40B4-BE49-F238E27FC236}">
                <a16:creationId xmlns:a16="http://schemas.microsoft.com/office/drawing/2014/main" id="{E95277CC-AAE7-B183-478D-7397B04BD5BF}"/>
              </a:ext>
            </a:extLst>
          </p:cNvPr>
          <p:cNvSpPr>
            <a:spLocks noGrp="1"/>
          </p:cNvSpPr>
          <p:nvPr>
            <p:ph type="ftr" sz="quarter" idx="11"/>
          </p:nvPr>
        </p:nvSpPr>
        <p:spPr/>
        <p:txBody>
          <a:bodyPr/>
          <a:lstStyle/>
          <a:p>
            <a:endParaRPr lang="ru-RU"/>
          </a:p>
        </p:txBody>
      </p:sp>
      <p:sp>
        <p:nvSpPr>
          <p:cNvPr id="3" name="Номер слайда 2">
            <a:extLst>
              <a:ext uri="{FF2B5EF4-FFF2-40B4-BE49-F238E27FC236}">
                <a16:creationId xmlns:a16="http://schemas.microsoft.com/office/drawing/2014/main" id="{996B2DFB-07D6-D5F6-91D4-890067CF7047}"/>
              </a:ext>
            </a:extLst>
          </p:cNvPr>
          <p:cNvSpPr>
            <a:spLocks noGrp="1"/>
          </p:cNvSpPr>
          <p:nvPr>
            <p:ph type="sldNum" sz="quarter" idx="12"/>
          </p:nvPr>
        </p:nvSpPr>
        <p:spPr/>
        <p:txBody>
          <a:bodyPr/>
          <a:lstStyle/>
          <a:p>
            <a:fld id="{EB5249F5-0093-48B0-B996-C4E44A87EAFB}" type="slidenum">
              <a:rPr lang="ru-RU" smtClean="0"/>
              <a:pPr/>
              <a:t>71</a:t>
            </a:fld>
            <a:endParaRPr lang="ru-RU"/>
          </a:p>
        </p:txBody>
      </p:sp>
      <p:sp>
        <p:nvSpPr>
          <p:cNvPr id="30" name="Скругленный прямоугольник 11">
            <a:extLst>
              <a:ext uri="{FF2B5EF4-FFF2-40B4-BE49-F238E27FC236}">
                <a16:creationId xmlns:a16="http://schemas.microsoft.com/office/drawing/2014/main" id="{5CE16AAD-CCD3-1F56-CB52-0AB72464434E}"/>
              </a:ext>
            </a:extLst>
          </p:cNvPr>
          <p:cNvSpPr/>
          <p:nvPr/>
        </p:nvSpPr>
        <p:spPr>
          <a:xfrm>
            <a:off x="639764" y="1876097"/>
            <a:ext cx="4380954" cy="4386591"/>
          </a:xfrm>
          <a:prstGeom prst="roundRect">
            <a:avLst>
              <a:gd name="adj" fmla="val 9074"/>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sp>
        <p:nvSpPr>
          <p:cNvPr id="28" name="Объект 1">
            <a:extLst>
              <a:ext uri="{FF2B5EF4-FFF2-40B4-BE49-F238E27FC236}">
                <a16:creationId xmlns:a16="http://schemas.microsoft.com/office/drawing/2014/main" id="{1FD52397-1981-4567-AB7D-7A1858C5E201}"/>
              </a:ext>
            </a:extLst>
          </p:cNvPr>
          <p:cNvSpPr txBox="1">
            <a:spLocks/>
          </p:cNvSpPr>
          <p:nvPr/>
        </p:nvSpPr>
        <p:spPr>
          <a:xfrm>
            <a:off x="1001211" y="3891599"/>
            <a:ext cx="2924403" cy="966826"/>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8000" b="1">
                <a:ln w="38100">
                  <a:noFill/>
                </a:ln>
                <a:solidFill>
                  <a:schemeClr val="accent1"/>
                </a:solidFill>
              </a:rPr>
              <a:t>+ХХ%</a:t>
            </a:r>
          </a:p>
        </p:txBody>
      </p:sp>
      <p:sp>
        <p:nvSpPr>
          <p:cNvPr id="29" name="Объект 1">
            <a:extLst>
              <a:ext uri="{FF2B5EF4-FFF2-40B4-BE49-F238E27FC236}">
                <a16:creationId xmlns:a16="http://schemas.microsoft.com/office/drawing/2014/main" id="{D71CC080-814D-AD9F-F78A-ACD5A3FCD2EC}"/>
              </a:ext>
            </a:extLst>
          </p:cNvPr>
          <p:cNvSpPr txBox="1">
            <a:spLocks/>
          </p:cNvSpPr>
          <p:nvPr/>
        </p:nvSpPr>
        <p:spPr>
          <a:xfrm>
            <a:off x="1001213" y="5073173"/>
            <a:ext cx="3570788" cy="83889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a:t>Поясни здесь текстом суть </a:t>
            </a:r>
            <a:br>
              <a:rPr lang="ru-RU"/>
            </a:br>
            <a:r>
              <a:rPr lang="ru-RU"/>
              <a:t>большой цифры, напиши комментарий до 3х строк длиной</a:t>
            </a:r>
          </a:p>
        </p:txBody>
      </p:sp>
      <p:sp>
        <p:nvSpPr>
          <p:cNvPr id="35" name="Полилиния: фигура 34">
            <a:extLst>
              <a:ext uri="{FF2B5EF4-FFF2-40B4-BE49-F238E27FC236}">
                <a16:creationId xmlns:a16="http://schemas.microsoft.com/office/drawing/2014/main" id="{C7D20894-5B99-C0B1-DABD-D5D6CF257E02}"/>
              </a:ext>
            </a:extLst>
          </p:cNvPr>
          <p:cNvSpPr/>
          <p:nvPr/>
        </p:nvSpPr>
        <p:spPr>
          <a:xfrm>
            <a:off x="3074276" y="1876097"/>
            <a:ext cx="1946442" cy="1611569"/>
          </a:xfrm>
          <a:custGeom>
            <a:avLst/>
            <a:gdLst>
              <a:gd name="connsiteX0" fmla="*/ 65825 w 1946442"/>
              <a:gd name="connsiteY0" fmla="*/ 0 h 1611569"/>
              <a:gd name="connsiteX1" fmla="*/ 1565569 w 1946442"/>
              <a:gd name="connsiteY1" fmla="*/ 0 h 1611569"/>
              <a:gd name="connsiteX2" fmla="*/ 1946442 w 1946442"/>
              <a:gd name="connsiteY2" fmla="*/ 380873 h 1611569"/>
              <a:gd name="connsiteX3" fmla="*/ 1946442 w 1946442"/>
              <a:gd name="connsiteY3" fmla="*/ 1369038 h 1611569"/>
              <a:gd name="connsiteX4" fmla="*/ 1900506 w 1946442"/>
              <a:gd name="connsiteY4" fmla="*/ 1403388 h 1611569"/>
              <a:gd name="connsiteX5" fmla="*/ 1218969 w 1946442"/>
              <a:gd name="connsiteY5" fmla="*/ 1611569 h 1611569"/>
              <a:gd name="connsiteX6" fmla="*/ 0 w 1946442"/>
              <a:gd name="connsiteY6" fmla="*/ 392600 h 1611569"/>
              <a:gd name="connsiteX7" fmla="*/ 54803 w 1946442"/>
              <a:gd name="connsiteY7" fmla="*/ 30116 h 1611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6442" h="1611569">
                <a:moveTo>
                  <a:pt x="65825" y="0"/>
                </a:moveTo>
                <a:lnTo>
                  <a:pt x="1565569" y="0"/>
                </a:lnTo>
                <a:cubicBezTo>
                  <a:pt x="1775919" y="0"/>
                  <a:pt x="1946442" y="170523"/>
                  <a:pt x="1946442" y="380873"/>
                </a:cubicBezTo>
                <a:lnTo>
                  <a:pt x="1946442" y="1369038"/>
                </a:lnTo>
                <a:lnTo>
                  <a:pt x="1900506" y="1403388"/>
                </a:lnTo>
                <a:cubicBezTo>
                  <a:pt x="1705957" y="1534823"/>
                  <a:pt x="1471426" y="1611569"/>
                  <a:pt x="1218969" y="1611569"/>
                </a:cubicBezTo>
                <a:cubicBezTo>
                  <a:pt x="545751" y="1611569"/>
                  <a:pt x="0" y="1065818"/>
                  <a:pt x="0" y="392600"/>
                </a:cubicBezTo>
                <a:cubicBezTo>
                  <a:pt x="0" y="266372"/>
                  <a:pt x="19187" y="144625"/>
                  <a:pt x="54803" y="30116"/>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sp>
        <p:nvSpPr>
          <p:cNvPr id="47" name="Скругленный прямоугольник 11">
            <a:extLst>
              <a:ext uri="{FF2B5EF4-FFF2-40B4-BE49-F238E27FC236}">
                <a16:creationId xmlns:a16="http://schemas.microsoft.com/office/drawing/2014/main" id="{A8465BE8-66AE-F5DA-9C78-B7A6F6ECED99}"/>
              </a:ext>
            </a:extLst>
          </p:cNvPr>
          <p:cNvSpPr/>
          <p:nvPr/>
        </p:nvSpPr>
        <p:spPr>
          <a:xfrm>
            <a:off x="9303843" y="411163"/>
            <a:ext cx="2261951" cy="3076503"/>
          </a:xfrm>
          <a:prstGeom prst="roundRect">
            <a:avLst>
              <a:gd name="adj" fmla="val 12780"/>
            </a:avLst>
          </a:prstGeom>
          <a:solidFill>
            <a:schemeClr val="accent6">
              <a:lumMod val="20000"/>
              <a:lumOff val="80000"/>
            </a:schemeClr>
          </a:solidFill>
          <a:ln w="19050">
            <a:noFill/>
          </a:ln>
          <a:effectLst>
            <a:outerShdw blurRad="381000" dist="241300" dir="2700000" sx="99000" sy="99000" algn="tl" rotWithShape="0">
              <a:prstClr val="black">
                <a:alpha val="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ru-RU" sz="1688">
              <a:solidFill>
                <a:schemeClr val="bg1"/>
              </a:solidFill>
            </a:endParaRPr>
          </a:p>
        </p:txBody>
      </p:sp>
      <p:graphicFrame>
        <p:nvGraphicFramePr>
          <p:cNvPr id="48" name="Диаграмма 47">
            <a:extLst>
              <a:ext uri="{FF2B5EF4-FFF2-40B4-BE49-F238E27FC236}">
                <a16:creationId xmlns:a16="http://schemas.microsoft.com/office/drawing/2014/main" id="{A0CB76C1-915F-48E2-89D7-000236F52182}"/>
              </a:ext>
            </a:extLst>
          </p:cNvPr>
          <p:cNvGraphicFramePr/>
          <p:nvPr>
            <p:extLst>
              <p:ext uri="{D42A27DB-BD31-4B8C-83A1-F6EECF244321}">
                <p14:modId xmlns:p14="http://schemas.microsoft.com/office/powerpoint/2010/main" val="2994389495"/>
              </p:ext>
            </p:extLst>
          </p:nvPr>
        </p:nvGraphicFramePr>
        <p:xfrm>
          <a:off x="5557982" y="1165859"/>
          <a:ext cx="3330295" cy="2294993"/>
        </p:xfrm>
        <a:graphic>
          <a:graphicData uri="http://schemas.openxmlformats.org/drawingml/2006/chart">
            <c:chart xmlns:c="http://schemas.openxmlformats.org/drawingml/2006/chart" xmlns:r="http://schemas.openxmlformats.org/officeDocument/2006/relationships" r:id="rId2"/>
          </a:graphicData>
        </a:graphic>
      </p:graphicFrame>
      <p:sp>
        <p:nvSpPr>
          <p:cNvPr id="49" name="Объект 2">
            <a:extLst>
              <a:ext uri="{FF2B5EF4-FFF2-40B4-BE49-F238E27FC236}">
                <a16:creationId xmlns:a16="http://schemas.microsoft.com/office/drawing/2014/main" id="{995E0F9C-E777-2EA9-0A27-2BA983099636}"/>
              </a:ext>
            </a:extLst>
          </p:cNvPr>
          <p:cNvSpPr txBox="1">
            <a:spLocks/>
          </p:cNvSpPr>
          <p:nvPr/>
        </p:nvSpPr>
        <p:spPr>
          <a:xfrm>
            <a:off x="5557982" y="406049"/>
            <a:ext cx="3585926" cy="55738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b="1"/>
              <a:t>Напиши здесь заголовок </a:t>
            </a:r>
            <a:br>
              <a:rPr lang="ru-RU" b="1"/>
            </a:br>
            <a:r>
              <a:rPr lang="ru-RU" b="1"/>
              <a:t>обеих диаграмм в 1-2 строки</a:t>
            </a:r>
          </a:p>
        </p:txBody>
      </p:sp>
      <p:graphicFrame>
        <p:nvGraphicFramePr>
          <p:cNvPr id="50" name="Диаграмма 49">
            <a:extLst>
              <a:ext uri="{FF2B5EF4-FFF2-40B4-BE49-F238E27FC236}">
                <a16:creationId xmlns:a16="http://schemas.microsoft.com/office/drawing/2014/main" id="{7BB828E0-04B1-1CDC-831A-570ACEB4B082}"/>
              </a:ext>
            </a:extLst>
          </p:cNvPr>
          <p:cNvGraphicFramePr/>
          <p:nvPr>
            <p:extLst>
              <p:ext uri="{D42A27DB-BD31-4B8C-83A1-F6EECF244321}">
                <p14:modId xmlns:p14="http://schemas.microsoft.com/office/powerpoint/2010/main" val="4242839543"/>
              </p:ext>
            </p:extLst>
          </p:nvPr>
        </p:nvGraphicFramePr>
        <p:xfrm>
          <a:off x="9464120" y="735526"/>
          <a:ext cx="1941397" cy="2670614"/>
        </p:xfrm>
        <a:graphic>
          <a:graphicData uri="http://schemas.openxmlformats.org/drawingml/2006/chart">
            <c:chart xmlns:c="http://schemas.openxmlformats.org/drawingml/2006/chart" xmlns:r="http://schemas.openxmlformats.org/officeDocument/2006/relationships" r:id="rId3"/>
          </a:graphicData>
        </a:graphic>
      </p:graphicFrame>
      <p:grpSp>
        <p:nvGrpSpPr>
          <p:cNvPr id="51" name="Группа 50">
            <a:extLst>
              <a:ext uri="{FF2B5EF4-FFF2-40B4-BE49-F238E27FC236}">
                <a16:creationId xmlns:a16="http://schemas.microsoft.com/office/drawing/2014/main" id="{7471A11C-8F35-07C0-12E9-2B65D4269105}"/>
              </a:ext>
            </a:extLst>
          </p:cNvPr>
          <p:cNvGrpSpPr/>
          <p:nvPr/>
        </p:nvGrpSpPr>
        <p:grpSpPr>
          <a:xfrm rot="959630">
            <a:off x="10508842" y="481021"/>
            <a:ext cx="1195387" cy="324000"/>
            <a:chOff x="639763" y="1845451"/>
            <a:chExt cx="1195387" cy="324000"/>
          </a:xfrm>
        </p:grpSpPr>
        <p:sp>
          <p:nvSpPr>
            <p:cNvPr id="52" name="Прямоугольник: скругленные углы 51">
              <a:extLst>
                <a:ext uri="{FF2B5EF4-FFF2-40B4-BE49-F238E27FC236}">
                  <a16:creationId xmlns:a16="http://schemas.microsoft.com/office/drawing/2014/main" id="{04530DBE-EC3B-3C46-2AA3-8B396177EA91}"/>
                </a:ext>
              </a:extLst>
            </p:cNvPr>
            <p:cNvSpPr/>
            <p:nvPr/>
          </p:nvSpPr>
          <p:spPr>
            <a:xfrm>
              <a:off x="639763" y="1845451"/>
              <a:ext cx="1195387" cy="324000"/>
            </a:xfrm>
            <a:prstGeom prst="roundRect">
              <a:avLst>
                <a:gd name="adj" fmla="val 28032"/>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ПЛАН</a:t>
              </a:r>
            </a:p>
          </p:txBody>
        </p:sp>
        <p:sp>
          <p:nvSpPr>
            <p:cNvPr id="53" name="Полилиния: фигура 52">
              <a:extLst>
                <a:ext uri="{FF2B5EF4-FFF2-40B4-BE49-F238E27FC236}">
                  <a16:creationId xmlns:a16="http://schemas.microsoft.com/office/drawing/2014/main" id="{D0F03C58-AE91-5676-873D-4CD9DD6C1FCB}"/>
                </a:ext>
              </a:extLst>
            </p:cNvPr>
            <p:cNvSpPr/>
            <p:nvPr/>
          </p:nvSpPr>
          <p:spPr>
            <a:xfrm>
              <a:off x="731735" y="1927139"/>
              <a:ext cx="192606" cy="171176"/>
            </a:xfrm>
            <a:custGeom>
              <a:avLst/>
              <a:gdLst>
                <a:gd name="connsiteX0" fmla="*/ 89966 w 171450"/>
                <a:gd name="connsiteY0" fmla="*/ 58723 h 152374"/>
                <a:gd name="connsiteX1" fmla="*/ 87324 w 171450"/>
                <a:gd name="connsiteY1" fmla="*/ 71933 h 152374"/>
                <a:gd name="connsiteX2" fmla="*/ 96503 w 171450"/>
                <a:gd name="connsiteY2" fmla="*/ 85699 h 152374"/>
                <a:gd name="connsiteX3" fmla="*/ 47625 w 171450"/>
                <a:gd name="connsiteY3" fmla="*/ 85699 h 152374"/>
                <a:gd name="connsiteX4" fmla="*/ 38100 w 171450"/>
                <a:gd name="connsiteY4" fmla="*/ 95224 h 152374"/>
                <a:gd name="connsiteX5" fmla="*/ 47625 w 171450"/>
                <a:gd name="connsiteY5" fmla="*/ 104749 h 152374"/>
                <a:gd name="connsiteX6" fmla="*/ 96503 w 171450"/>
                <a:gd name="connsiteY6" fmla="*/ 104749 h 152374"/>
                <a:gd name="connsiteX7" fmla="*/ 87324 w 171450"/>
                <a:gd name="connsiteY7" fmla="*/ 118515 h 152374"/>
                <a:gd name="connsiteX8" fmla="*/ 89966 w 171450"/>
                <a:gd name="connsiteY8" fmla="*/ 131724 h 152374"/>
                <a:gd name="connsiteX9" fmla="*/ 103176 w 171450"/>
                <a:gd name="connsiteY9" fmla="*/ 129083 h 152374"/>
                <a:gd name="connsiteX10" fmla="*/ 122226 w 171450"/>
                <a:gd name="connsiteY10" fmla="*/ 100508 h 152374"/>
                <a:gd name="connsiteX11" fmla="*/ 122226 w 171450"/>
                <a:gd name="connsiteY11" fmla="*/ 89940 h 152374"/>
                <a:gd name="connsiteX12" fmla="*/ 103176 w 171450"/>
                <a:gd name="connsiteY12" fmla="*/ 61365 h 152374"/>
                <a:gd name="connsiteX13" fmla="*/ 89966 w 171450"/>
                <a:gd name="connsiteY13" fmla="*/ 58723 h 152374"/>
                <a:gd name="connsiteX14" fmla="*/ 85725 w 171450"/>
                <a:gd name="connsiteY14" fmla="*/ 38074 h 152374"/>
                <a:gd name="connsiteX15" fmla="*/ 138806 w 171450"/>
                <a:gd name="connsiteY15" fmla="*/ 39364 h 152374"/>
                <a:gd name="connsiteX16" fmla="*/ 152400 w 171450"/>
                <a:gd name="connsiteY16" fmla="*/ 40220 h 152374"/>
                <a:gd name="connsiteX17" fmla="*/ 171062 w 171450"/>
                <a:gd name="connsiteY17" fmla="*/ 57125 h 152374"/>
                <a:gd name="connsiteX18" fmla="*/ 171450 w 171450"/>
                <a:gd name="connsiteY18" fmla="*/ 95224 h 152374"/>
                <a:gd name="connsiteX19" fmla="*/ 171449 w 171450"/>
                <a:gd name="connsiteY19" fmla="*/ 95539 h 152374"/>
                <a:gd name="connsiteX20" fmla="*/ 171450 w 171450"/>
                <a:gd name="connsiteY20" fmla="*/ 99987 h 152374"/>
                <a:gd name="connsiteX21" fmla="*/ 85725 w 171450"/>
                <a:gd name="connsiteY21" fmla="*/ 152374 h 152374"/>
                <a:gd name="connsiteX22" fmla="*/ 0 w 171450"/>
                <a:gd name="connsiteY22" fmla="*/ 99987 h 152374"/>
                <a:gd name="connsiteX23" fmla="*/ 1 w 171450"/>
                <a:gd name="connsiteY23" fmla="*/ 95539 h 152374"/>
                <a:gd name="connsiteX24" fmla="*/ 0 w 171450"/>
                <a:gd name="connsiteY24" fmla="*/ 95224 h 152374"/>
                <a:gd name="connsiteX25" fmla="*/ 387 w 171450"/>
                <a:gd name="connsiteY25" fmla="*/ 57125 h 152374"/>
                <a:gd name="connsiteX26" fmla="*/ 19050 w 171450"/>
                <a:gd name="connsiteY26" fmla="*/ 40220 h 152374"/>
                <a:gd name="connsiteX27" fmla="*/ 32644 w 171450"/>
                <a:gd name="connsiteY27" fmla="*/ 39364 h 152374"/>
                <a:gd name="connsiteX28" fmla="*/ 85725 w 171450"/>
                <a:gd name="connsiteY28" fmla="*/ 38074 h 152374"/>
                <a:gd name="connsiteX29" fmla="*/ 109714 w 171450"/>
                <a:gd name="connsiteY29" fmla="*/ 15 h 152374"/>
                <a:gd name="connsiteX30" fmla="*/ 153452 w 171450"/>
                <a:gd name="connsiteY30" fmla="*/ 13917 h 152374"/>
                <a:gd name="connsiteX31" fmla="*/ 157162 w 171450"/>
                <a:gd name="connsiteY31" fmla="*/ 19023 h 152374"/>
                <a:gd name="connsiteX32" fmla="*/ 152400 w 171450"/>
                <a:gd name="connsiteY32" fmla="*/ 30669 h 152374"/>
                <a:gd name="connsiteX33" fmla="*/ 109718 w 171450"/>
                <a:gd name="connsiteY33" fmla="*/ 28699 h 152374"/>
                <a:gd name="connsiteX34" fmla="*/ 109537 w 171450"/>
                <a:gd name="connsiteY34" fmla="*/ 28696 h 152374"/>
                <a:gd name="connsiteX35" fmla="*/ 95430 w 171450"/>
                <a:gd name="connsiteY35" fmla="*/ 14269 h 152374"/>
                <a:gd name="connsiteX36" fmla="*/ 109714 w 171450"/>
                <a:gd name="connsiteY36" fmla="*/ 15 h 152374"/>
                <a:gd name="connsiteX37" fmla="*/ 61912 w 171450"/>
                <a:gd name="connsiteY37" fmla="*/ 12 h 152374"/>
                <a:gd name="connsiteX38" fmla="*/ 76199 w 171450"/>
                <a:gd name="connsiteY38" fmla="*/ 14266 h 152374"/>
                <a:gd name="connsiteX39" fmla="*/ 62092 w 171450"/>
                <a:gd name="connsiteY39" fmla="*/ 28693 h 152374"/>
                <a:gd name="connsiteX40" fmla="*/ 61912 w 171450"/>
                <a:gd name="connsiteY40" fmla="*/ 28696 h 152374"/>
                <a:gd name="connsiteX41" fmla="*/ 19049 w 171450"/>
                <a:gd name="connsiteY41" fmla="*/ 30669 h 152374"/>
                <a:gd name="connsiteX42" fmla="*/ 14287 w 171450"/>
                <a:gd name="connsiteY42" fmla="*/ 19023 h 152374"/>
                <a:gd name="connsiteX43" fmla="*/ 17899 w 171450"/>
                <a:gd name="connsiteY43" fmla="*/ 14062 h 152374"/>
                <a:gd name="connsiteX44" fmla="*/ 61912 w 171450"/>
                <a:gd name="connsiteY44" fmla="*/ 12 h 15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52374">
                  <a:moveTo>
                    <a:pt x="89966" y="58723"/>
                  </a:moveTo>
                  <a:cubicBezTo>
                    <a:pt x="85590" y="61642"/>
                    <a:pt x="84407" y="67556"/>
                    <a:pt x="87324" y="71933"/>
                  </a:cubicBezTo>
                  <a:lnTo>
                    <a:pt x="96503" y="85699"/>
                  </a:lnTo>
                  <a:lnTo>
                    <a:pt x="47625" y="85699"/>
                  </a:lnTo>
                  <a:cubicBezTo>
                    <a:pt x="42365" y="85699"/>
                    <a:pt x="38100" y="89963"/>
                    <a:pt x="38100" y="95224"/>
                  </a:cubicBezTo>
                  <a:cubicBezTo>
                    <a:pt x="38100" y="100485"/>
                    <a:pt x="42365" y="104749"/>
                    <a:pt x="47625" y="104749"/>
                  </a:cubicBezTo>
                  <a:lnTo>
                    <a:pt x="96503" y="104749"/>
                  </a:lnTo>
                  <a:lnTo>
                    <a:pt x="87324" y="118515"/>
                  </a:lnTo>
                  <a:cubicBezTo>
                    <a:pt x="84407" y="122892"/>
                    <a:pt x="85590" y="128806"/>
                    <a:pt x="89966" y="131724"/>
                  </a:cubicBezTo>
                  <a:cubicBezTo>
                    <a:pt x="94343" y="134642"/>
                    <a:pt x="100257" y="133459"/>
                    <a:pt x="103176" y="129083"/>
                  </a:cubicBezTo>
                  <a:lnTo>
                    <a:pt x="122226" y="100508"/>
                  </a:lnTo>
                  <a:cubicBezTo>
                    <a:pt x="124358" y="97308"/>
                    <a:pt x="124358" y="93140"/>
                    <a:pt x="122226" y="89940"/>
                  </a:cubicBezTo>
                  <a:lnTo>
                    <a:pt x="103176" y="61365"/>
                  </a:lnTo>
                  <a:cubicBezTo>
                    <a:pt x="100257" y="56988"/>
                    <a:pt x="94343" y="55806"/>
                    <a:pt x="89966" y="58723"/>
                  </a:cubicBezTo>
                  <a:close/>
                  <a:moveTo>
                    <a:pt x="85725" y="38074"/>
                  </a:moveTo>
                  <a:cubicBezTo>
                    <a:pt x="109315" y="38074"/>
                    <a:pt x="126413" y="38074"/>
                    <a:pt x="138806" y="39364"/>
                  </a:cubicBezTo>
                  <a:cubicBezTo>
                    <a:pt x="143652" y="39622"/>
                    <a:pt x="148179" y="39911"/>
                    <a:pt x="152400" y="40220"/>
                  </a:cubicBezTo>
                  <a:cubicBezTo>
                    <a:pt x="167908" y="41355"/>
                    <a:pt x="171450" y="42837"/>
                    <a:pt x="171062" y="57125"/>
                  </a:cubicBezTo>
                  <a:cubicBezTo>
                    <a:pt x="171450" y="66044"/>
                    <a:pt x="171450" y="78055"/>
                    <a:pt x="171450" y="95224"/>
                  </a:cubicBezTo>
                  <a:lnTo>
                    <a:pt x="171449" y="95539"/>
                  </a:lnTo>
                  <a:lnTo>
                    <a:pt x="171450" y="99987"/>
                  </a:lnTo>
                  <a:cubicBezTo>
                    <a:pt x="171450" y="141446"/>
                    <a:pt x="171450" y="152374"/>
                    <a:pt x="85725" y="152374"/>
                  </a:cubicBezTo>
                  <a:cubicBezTo>
                    <a:pt x="0" y="152374"/>
                    <a:pt x="0" y="141446"/>
                    <a:pt x="0" y="99987"/>
                  </a:cubicBezTo>
                  <a:lnTo>
                    <a:pt x="1" y="95539"/>
                  </a:lnTo>
                  <a:lnTo>
                    <a:pt x="0" y="95224"/>
                  </a:lnTo>
                  <a:cubicBezTo>
                    <a:pt x="0" y="78055"/>
                    <a:pt x="0" y="66044"/>
                    <a:pt x="387" y="57125"/>
                  </a:cubicBezTo>
                  <a:cubicBezTo>
                    <a:pt x="387" y="42837"/>
                    <a:pt x="3542" y="41355"/>
                    <a:pt x="19050" y="40220"/>
                  </a:cubicBezTo>
                  <a:cubicBezTo>
                    <a:pt x="23272" y="39911"/>
                    <a:pt x="27798" y="39622"/>
                    <a:pt x="32644" y="39364"/>
                  </a:cubicBezTo>
                  <a:cubicBezTo>
                    <a:pt x="45037" y="38074"/>
                    <a:pt x="62135" y="38074"/>
                    <a:pt x="85725" y="38074"/>
                  </a:cubicBezTo>
                  <a:close/>
                  <a:moveTo>
                    <a:pt x="109714" y="15"/>
                  </a:moveTo>
                  <a:cubicBezTo>
                    <a:pt x="143711" y="250"/>
                    <a:pt x="144906" y="1927"/>
                    <a:pt x="153452" y="13917"/>
                  </a:cubicBezTo>
                  <a:cubicBezTo>
                    <a:pt x="154542" y="15445"/>
                    <a:pt x="155751" y="17141"/>
                    <a:pt x="157162" y="19023"/>
                  </a:cubicBezTo>
                  <a:cubicBezTo>
                    <a:pt x="164417" y="28696"/>
                    <a:pt x="161925" y="31356"/>
                    <a:pt x="152400" y="30669"/>
                  </a:cubicBezTo>
                  <a:cubicBezTo>
                    <a:pt x="139407" y="29732"/>
                    <a:pt x="128610" y="29000"/>
                    <a:pt x="109718" y="28699"/>
                  </a:cubicBezTo>
                  <a:lnTo>
                    <a:pt x="109537" y="28696"/>
                  </a:lnTo>
                  <a:cubicBezTo>
                    <a:pt x="95517" y="28473"/>
                    <a:pt x="95430" y="28472"/>
                    <a:pt x="95430" y="14269"/>
                  </a:cubicBezTo>
                  <a:cubicBezTo>
                    <a:pt x="95430" y="116"/>
                    <a:pt x="95521" y="-84"/>
                    <a:pt x="109714" y="15"/>
                  </a:cubicBezTo>
                  <a:close/>
                  <a:moveTo>
                    <a:pt x="61912" y="12"/>
                  </a:moveTo>
                  <a:cubicBezTo>
                    <a:pt x="76106" y="-87"/>
                    <a:pt x="76199" y="111"/>
                    <a:pt x="76199" y="14266"/>
                  </a:cubicBezTo>
                  <a:cubicBezTo>
                    <a:pt x="76199" y="28469"/>
                    <a:pt x="76112" y="28470"/>
                    <a:pt x="62092" y="28693"/>
                  </a:cubicBezTo>
                  <a:lnTo>
                    <a:pt x="61912" y="28696"/>
                  </a:lnTo>
                  <a:cubicBezTo>
                    <a:pt x="43019" y="28997"/>
                    <a:pt x="32042" y="29732"/>
                    <a:pt x="19049" y="30669"/>
                  </a:cubicBezTo>
                  <a:cubicBezTo>
                    <a:pt x="9524" y="31356"/>
                    <a:pt x="7032" y="28696"/>
                    <a:pt x="14287" y="19023"/>
                  </a:cubicBezTo>
                  <a:cubicBezTo>
                    <a:pt x="15654" y="17201"/>
                    <a:pt x="16833" y="15552"/>
                    <a:pt x="17899" y="14062"/>
                  </a:cubicBezTo>
                  <a:cubicBezTo>
                    <a:pt x="26571" y="1939"/>
                    <a:pt x="27781" y="248"/>
                    <a:pt x="61912" y="12"/>
                  </a:cubicBezTo>
                  <a:close/>
                </a:path>
              </a:pathLst>
            </a:custGeom>
            <a:solidFill>
              <a:schemeClr val="bg2"/>
            </a:solidFill>
            <a:ln w="9525" cap="flat">
              <a:noFill/>
              <a:prstDash val="solid"/>
              <a:miter/>
            </a:ln>
          </p:spPr>
          <p:txBody>
            <a:bodyPr rtlCol="0" anchor="ctr"/>
            <a:lstStyle/>
            <a:p>
              <a:endParaRPr lang="ru-RU"/>
            </a:p>
          </p:txBody>
        </p:sp>
      </p:grpSp>
      <p:sp>
        <p:nvSpPr>
          <p:cNvPr id="62" name="Объект 2">
            <a:extLst>
              <a:ext uri="{FF2B5EF4-FFF2-40B4-BE49-F238E27FC236}">
                <a16:creationId xmlns:a16="http://schemas.microsoft.com/office/drawing/2014/main" id="{5B90EC75-43BC-A0FC-BC16-5D63AE2E6867}"/>
              </a:ext>
            </a:extLst>
          </p:cNvPr>
          <p:cNvSpPr txBox="1">
            <a:spLocks/>
          </p:cNvSpPr>
          <p:nvPr/>
        </p:nvSpPr>
        <p:spPr>
          <a:xfrm>
            <a:off x="5557982" y="4021891"/>
            <a:ext cx="3585926" cy="55738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b="1"/>
              <a:t>Напиши здесь небольшой заголовок, длиной в 1-2 строки</a:t>
            </a:r>
          </a:p>
        </p:txBody>
      </p:sp>
      <p:sp>
        <p:nvSpPr>
          <p:cNvPr id="63" name="Объект 1">
            <a:extLst>
              <a:ext uri="{FF2B5EF4-FFF2-40B4-BE49-F238E27FC236}">
                <a16:creationId xmlns:a16="http://schemas.microsoft.com/office/drawing/2014/main" id="{6FC3F010-0BC5-A075-7A0F-B48DE62A5AA3}"/>
              </a:ext>
            </a:extLst>
          </p:cNvPr>
          <p:cNvSpPr txBox="1">
            <a:spLocks/>
          </p:cNvSpPr>
          <p:nvPr/>
        </p:nvSpPr>
        <p:spPr>
          <a:xfrm>
            <a:off x="5605609" y="5847405"/>
            <a:ext cx="2734829" cy="389705"/>
          </a:xfrm>
          <a:prstGeom prst="rect">
            <a:avLst/>
          </a:prstGeom>
        </p:spPr>
        <p:txBody>
          <a:bodyPr vert="horz" lIns="0" tIns="0" rIns="0" bIns="0" rtlCol="0">
            <a:noAutofit/>
          </a:bodyPr>
          <a:lstStyle>
            <a:defPPr>
              <a:defRPr lang="ru-RU"/>
            </a:defPPr>
            <a:lvl1pPr marL="108000" indent="-108000">
              <a:lnSpc>
                <a:spcPct val="100000"/>
              </a:lnSpc>
              <a:spcBef>
                <a:spcPts val="0"/>
              </a:spcBef>
              <a:spcAft>
                <a:spcPts val="400"/>
              </a:spcAft>
              <a:buFont typeface="Arial" panose="020B0604020202020204" pitchFamily="34" charset="0"/>
              <a:buChar char="•"/>
              <a:defRPr sz="1000"/>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pPr marL="0" indent="0">
              <a:lnSpc>
                <a:spcPct val="90000"/>
              </a:lnSpc>
              <a:buNone/>
            </a:pPr>
            <a:r>
              <a:rPr lang="ru-RU" sz="1400"/>
              <a:t>Здесь может быть комментарий, длиной не более двух строк</a:t>
            </a:r>
          </a:p>
        </p:txBody>
      </p:sp>
      <p:sp>
        <p:nvSpPr>
          <p:cNvPr id="6157" name="Объект 1">
            <a:extLst>
              <a:ext uri="{FF2B5EF4-FFF2-40B4-BE49-F238E27FC236}">
                <a16:creationId xmlns:a16="http://schemas.microsoft.com/office/drawing/2014/main" id="{4989B3C3-884A-EC44-3286-A76E159CB7F3}"/>
              </a:ext>
            </a:extLst>
          </p:cNvPr>
          <p:cNvSpPr txBox="1">
            <a:spLocks/>
          </p:cNvSpPr>
          <p:nvPr/>
        </p:nvSpPr>
        <p:spPr>
          <a:xfrm>
            <a:off x="6485262" y="4972937"/>
            <a:ext cx="1255016" cy="45110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4000" b="1">
                <a:ln w="38100">
                  <a:noFill/>
                </a:ln>
              </a:rPr>
              <a:t>56,4</a:t>
            </a:r>
          </a:p>
        </p:txBody>
      </p:sp>
      <p:sp>
        <p:nvSpPr>
          <p:cNvPr id="6158" name="Объект 1">
            <a:extLst>
              <a:ext uri="{FF2B5EF4-FFF2-40B4-BE49-F238E27FC236}">
                <a16:creationId xmlns:a16="http://schemas.microsoft.com/office/drawing/2014/main" id="{F1E60F27-21ED-23C1-4CAD-1FF51229602F}"/>
              </a:ext>
            </a:extLst>
          </p:cNvPr>
          <p:cNvSpPr txBox="1">
            <a:spLocks/>
          </p:cNvSpPr>
          <p:nvPr/>
        </p:nvSpPr>
        <p:spPr>
          <a:xfrm>
            <a:off x="6485263" y="5500212"/>
            <a:ext cx="1765032" cy="194853"/>
          </a:xfrm>
          <a:prstGeom prst="rect">
            <a:avLst/>
          </a:prstGeom>
        </p:spPr>
        <p:txBody>
          <a:bodyPr vert="horz" lIns="0" tIns="0" rIns="0" bIns="0" rtlCol="0">
            <a:noAutofit/>
          </a:bodyPr>
          <a:lstStyle>
            <a:defPPr>
              <a:defRPr lang="ru-RU"/>
            </a:defPPr>
            <a:lvl1pPr marL="108000" indent="-108000">
              <a:lnSpc>
                <a:spcPct val="100000"/>
              </a:lnSpc>
              <a:spcBef>
                <a:spcPts val="0"/>
              </a:spcBef>
              <a:spcAft>
                <a:spcPts val="400"/>
              </a:spcAft>
              <a:buFont typeface="Arial" panose="020B0604020202020204" pitchFamily="34" charset="0"/>
              <a:buChar char="•"/>
              <a:defRPr sz="1000"/>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pPr marL="0" indent="0">
              <a:lnSpc>
                <a:spcPct val="90000"/>
              </a:lnSpc>
              <a:buNone/>
            </a:pPr>
            <a:r>
              <a:rPr lang="ru-RU" sz="1400">
                <a:solidFill>
                  <a:schemeClr val="accent6"/>
                </a:solidFill>
              </a:rPr>
              <a:t>Единицы измерения</a:t>
            </a:r>
          </a:p>
        </p:txBody>
      </p:sp>
      <p:sp>
        <p:nvSpPr>
          <p:cNvPr id="6167" name="Объект 1">
            <a:extLst>
              <a:ext uri="{FF2B5EF4-FFF2-40B4-BE49-F238E27FC236}">
                <a16:creationId xmlns:a16="http://schemas.microsoft.com/office/drawing/2014/main" id="{833F5FED-694A-E2F1-97EC-FCDD5F528257}"/>
              </a:ext>
            </a:extLst>
          </p:cNvPr>
          <p:cNvSpPr txBox="1">
            <a:spLocks/>
          </p:cNvSpPr>
          <p:nvPr/>
        </p:nvSpPr>
        <p:spPr>
          <a:xfrm>
            <a:off x="8815821" y="5847405"/>
            <a:ext cx="2734829" cy="389705"/>
          </a:xfrm>
          <a:prstGeom prst="rect">
            <a:avLst/>
          </a:prstGeom>
        </p:spPr>
        <p:txBody>
          <a:bodyPr vert="horz" lIns="0" tIns="0" rIns="0" bIns="0" rtlCol="0">
            <a:noAutofit/>
          </a:bodyPr>
          <a:lstStyle>
            <a:defPPr>
              <a:defRPr lang="ru-RU"/>
            </a:defPPr>
            <a:lvl1pPr marL="108000" indent="-108000">
              <a:lnSpc>
                <a:spcPct val="100000"/>
              </a:lnSpc>
              <a:spcBef>
                <a:spcPts val="0"/>
              </a:spcBef>
              <a:spcAft>
                <a:spcPts val="400"/>
              </a:spcAft>
              <a:buFont typeface="Arial" panose="020B0604020202020204" pitchFamily="34" charset="0"/>
              <a:buChar char="•"/>
              <a:defRPr sz="1000"/>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pPr marL="0" indent="0">
              <a:lnSpc>
                <a:spcPct val="90000"/>
              </a:lnSpc>
              <a:buNone/>
            </a:pPr>
            <a:r>
              <a:rPr lang="ru-RU" sz="1400"/>
              <a:t>Здесь может быть комментарий, длиной не более двух строк</a:t>
            </a:r>
          </a:p>
        </p:txBody>
      </p:sp>
      <p:sp>
        <p:nvSpPr>
          <p:cNvPr id="6169" name="Объект 1">
            <a:extLst>
              <a:ext uri="{FF2B5EF4-FFF2-40B4-BE49-F238E27FC236}">
                <a16:creationId xmlns:a16="http://schemas.microsoft.com/office/drawing/2014/main" id="{D3671CF0-E04B-1078-D541-4F6B8A4254E3}"/>
              </a:ext>
            </a:extLst>
          </p:cNvPr>
          <p:cNvSpPr txBox="1">
            <a:spLocks/>
          </p:cNvSpPr>
          <p:nvPr/>
        </p:nvSpPr>
        <p:spPr>
          <a:xfrm>
            <a:off x="9695473" y="4972937"/>
            <a:ext cx="1495313" cy="45110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l"/>
            <a:r>
              <a:rPr lang="ru-RU" sz="4000" b="1">
                <a:ln w="38100">
                  <a:noFill/>
                </a:ln>
              </a:rPr>
              <a:t>217,3</a:t>
            </a:r>
          </a:p>
        </p:txBody>
      </p:sp>
      <p:sp>
        <p:nvSpPr>
          <p:cNvPr id="6170" name="Объект 1">
            <a:extLst>
              <a:ext uri="{FF2B5EF4-FFF2-40B4-BE49-F238E27FC236}">
                <a16:creationId xmlns:a16="http://schemas.microsoft.com/office/drawing/2014/main" id="{795B2B52-7038-E908-BB7E-901206B636E0}"/>
              </a:ext>
            </a:extLst>
          </p:cNvPr>
          <p:cNvSpPr txBox="1">
            <a:spLocks/>
          </p:cNvSpPr>
          <p:nvPr/>
        </p:nvSpPr>
        <p:spPr>
          <a:xfrm>
            <a:off x="9695475" y="5500212"/>
            <a:ext cx="1765032" cy="194853"/>
          </a:xfrm>
          <a:prstGeom prst="rect">
            <a:avLst/>
          </a:prstGeom>
        </p:spPr>
        <p:txBody>
          <a:bodyPr vert="horz" lIns="0" tIns="0" rIns="0" bIns="0" rtlCol="0">
            <a:noAutofit/>
          </a:bodyPr>
          <a:lstStyle>
            <a:defPPr>
              <a:defRPr lang="ru-RU"/>
            </a:defPPr>
            <a:lvl1pPr marL="108000" indent="-108000">
              <a:lnSpc>
                <a:spcPct val="100000"/>
              </a:lnSpc>
              <a:spcBef>
                <a:spcPts val="0"/>
              </a:spcBef>
              <a:spcAft>
                <a:spcPts val="400"/>
              </a:spcAft>
              <a:buFont typeface="Arial" panose="020B0604020202020204" pitchFamily="34" charset="0"/>
              <a:buChar char="•"/>
              <a:defRPr sz="1000"/>
            </a:lvl1pPr>
            <a:lvl2pPr marL="0" indent="0">
              <a:lnSpc>
                <a:spcPct val="90000"/>
              </a:lnSpc>
              <a:spcBef>
                <a:spcPts val="0"/>
              </a:spcBef>
              <a:spcAft>
                <a:spcPts val="600"/>
              </a:spcAft>
              <a:buFont typeface="Arial" panose="020B0604020202020204" pitchFamily="34" charset="0"/>
              <a:buNone/>
              <a:defRPr b="1"/>
            </a:lvl2pPr>
            <a:lvl3pPr marL="177800" indent="-177800">
              <a:lnSpc>
                <a:spcPct val="90000"/>
              </a:lnSpc>
              <a:spcBef>
                <a:spcPts val="0"/>
              </a:spcBef>
              <a:spcAft>
                <a:spcPts val="600"/>
              </a:spcAft>
              <a:buFont typeface="Arial" panose="020B0604020202020204" pitchFamily="34" charset="0"/>
              <a:buChar char="•"/>
            </a:lvl3pPr>
            <a:lvl4pPr marL="269875" indent="-269875">
              <a:lnSpc>
                <a:spcPct val="90000"/>
              </a:lnSpc>
              <a:spcBef>
                <a:spcPts val="0"/>
              </a:spcBef>
              <a:spcAft>
                <a:spcPts val="600"/>
              </a:spcAft>
              <a:buFont typeface="+mj-lt"/>
              <a:buAutoNum type="arabicPeriod"/>
            </a:lvl4pPr>
            <a:lvl5pPr marL="446088" indent="-176213">
              <a:lnSpc>
                <a:spcPct val="90000"/>
              </a:lnSpc>
              <a:spcBef>
                <a:spcPts val="0"/>
              </a:spcBef>
              <a:spcAft>
                <a:spcPts val="600"/>
              </a:spcAft>
              <a:buFont typeface="Arial" panose="020B0604020202020204" pitchFamily="34" charset="0"/>
              <a:buChar char="•"/>
            </a:lvl5pPr>
            <a:lvl6pPr marL="0" indent="0">
              <a:lnSpc>
                <a:spcPct val="90000"/>
              </a:lnSpc>
              <a:spcBef>
                <a:spcPts val="0"/>
              </a:spcBef>
              <a:spcAft>
                <a:spcPts val="350"/>
              </a:spcAft>
              <a:buFont typeface="Arial" panose="020B0604020202020204" pitchFamily="34" charset="0"/>
              <a:buNone/>
              <a:defRPr sz="1400"/>
            </a:lvl6pPr>
            <a:lvl7pPr marL="108000" indent="-126000">
              <a:lnSpc>
                <a:spcPct val="90000"/>
              </a:lnSpc>
              <a:spcBef>
                <a:spcPts val="0"/>
              </a:spcBef>
              <a:spcAft>
                <a:spcPts val="350"/>
              </a:spcAft>
              <a:buFont typeface="Arial" panose="020B0604020202020204" pitchFamily="34" charset="0"/>
              <a:buChar char="•"/>
              <a:defRPr sz="1400"/>
            </a:lvl7pPr>
            <a:lvl8pPr marL="177800" indent="-177800">
              <a:lnSpc>
                <a:spcPct val="90000"/>
              </a:lnSpc>
              <a:spcBef>
                <a:spcPts val="0"/>
              </a:spcBef>
              <a:spcAft>
                <a:spcPts val="350"/>
              </a:spcAft>
              <a:buFont typeface="+mj-lt"/>
              <a:buAutoNum type="arabicPeriod"/>
              <a:defRPr sz="1400"/>
            </a:lvl8pPr>
            <a:lvl9pPr marL="396000" indent="-126000">
              <a:lnSpc>
                <a:spcPct val="90000"/>
              </a:lnSpc>
              <a:spcBef>
                <a:spcPts val="0"/>
              </a:spcBef>
              <a:spcAft>
                <a:spcPts val="350"/>
              </a:spcAft>
              <a:buFont typeface="Arial" panose="020B0604020202020204" pitchFamily="34" charset="0"/>
              <a:buChar char="•"/>
              <a:defRPr sz="1400"/>
            </a:lvl9pPr>
          </a:lstStyle>
          <a:p>
            <a:pPr marL="0" indent="0">
              <a:lnSpc>
                <a:spcPct val="90000"/>
              </a:lnSpc>
              <a:buNone/>
            </a:pPr>
            <a:r>
              <a:rPr lang="ru-RU" sz="1400">
                <a:solidFill>
                  <a:schemeClr val="accent6"/>
                </a:solidFill>
              </a:rPr>
              <a:t>Единицы измерения</a:t>
            </a:r>
          </a:p>
        </p:txBody>
      </p:sp>
      <p:sp>
        <p:nvSpPr>
          <p:cNvPr id="2" name="Объект 2">
            <a:extLst>
              <a:ext uri="{FF2B5EF4-FFF2-40B4-BE49-F238E27FC236}">
                <a16:creationId xmlns:a16="http://schemas.microsoft.com/office/drawing/2014/main" id="{BC8F7422-4D02-BF57-AA4F-D90844BB5736}"/>
              </a:ext>
            </a:extLst>
          </p:cNvPr>
          <p:cNvSpPr txBox="1">
            <a:spLocks/>
          </p:cNvSpPr>
          <p:nvPr/>
        </p:nvSpPr>
        <p:spPr>
          <a:xfrm>
            <a:off x="639764" y="406049"/>
            <a:ext cx="4380954" cy="111942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2400" b="1"/>
              <a:t>Сформулируй смысловой заголовок слайда длиной </a:t>
            </a:r>
            <a:br>
              <a:rPr lang="ru-RU" sz="2400" b="1"/>
            </a:br>
            <a:r>
              <a:rPr lang="ru-RU" sz="2400" b="1"/>
              <a:t>не более двух строк</a:t>
            </a:r>
          </a:p>
        </p:txBody>
      </p:sp>
      <p:pic>
        <p:nvPicPr>
          <p:cNvPr id="6" name="Рисунок 5">
            <a:extLst>
              <a:ext uri="{FF2B5EF4-FFF2-40B4-BE49-F238E27FC236}">
                <a16:creationId xmlns:a16="http://schemas.microsoft.com/office/drawing/2014/main" id="{88849A92-BD6A-4895-B9C0-8A4F220EC0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23454" y="1294353"/>
            <a:ext cx="2126745" cy="2109866"/>
          </a:xfrm>
          <a:prstGeom prst="rect">
            <a:avLst/>
          </a:prstGeom>
        </p:spPr>
      </p:pic>
      <p:pic>
        <p:nvPicPr>
          <p:cNvPr id="8" name="Рисунок 7">
            <a:extLst>
              <a:ext uri="{FF2B5EF4-FFF2-40B4-BE49-F238E27FC236}">
                <a16:creationId xmlns:a16="http://schemas.microsoft.com/office/drawing/2014/main" id="{D832A470-45EB-4939-A454-8CB6227AE7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2314" y="4807189"/>
            <a:ext cx="964046" cy="964046"/>
          </a:xfrm>
          <a:prstGeom prst="rect">
            <a:avLst/>
          </a:prstGeom>
        </p:spPr>
      </p:pic>
      <p:pic>
        <p:nvPicPr>
          <p:cNvPr id="10" name="Рисунок 9">
            <a:extLst>
              <a:ext uri="{FF2B5EF4-FFF2-40B4-BE49-F238E27FC236}">
                <a16:creationId xmlns:a16="http://schemas.microsoft.com/office/drawing/2014/main" id="{D2E9150F-2098-41F4-B36A-5C89DA27A7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61773" y="4869842"/>
            <a:ext cx="847370" cy="847370"/>
          </a:xfrm>
          <a:prstGeom prst="rect">
            <a:avLst/>
          </a:prstGeom>
        </p:spPr>
      </p:pic>
    </p:spTree>
    <p:extLst>
      <p:ext uri="{BB962C8B-B14F-4D97-AF65-F5344CB8AC3E}">
        <p14:creationId xmlns:p14="http://schemas.microsoft.com/office/powerpoint/2010/main" val="624441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1BB27C8C-00E0-075A-1AF6-60C04B710CEC}"/>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7" name="Прямоугольник: скругленные углы 6">
            <a:extLst>
              <a:ext uri="{FF2B5EF4-FFF2-40B4-BE49-F238E27FC236}">
                <a16:creationId xmlns:a16="http://schemas.microsoft.com/office/drawing/2014/main" id="{3965F796-BB87-427D-D858-26F6EDCA92E2}"/>
              </a:ext>
            </a:extLst>
          </p:cNvPr>
          <p:cNvSpPr/>
          <p:nvPr/>
        </p:nvSpPr>
        <p:spPr>
          <a:xfrm>
            <a:off x="3581400" y="1520825"/>
            <a:ext cx="7969249" cy="2517775"/>
          </a:xfrm>
          <a:prstGeom prst="roundRect">
            <a:avLst>
              <a:gd name="adj" fmla="val 7032"/>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aphicFrame>
        <p:nvGraphicFramePr>
          <p:cNvPr id="12" name="Диаграмма 11">
            <a:extLst>
              <a:ext uri="{FF2B5EF4-FFF2-40B4-BE49-F238E27FC236}">
                <a16:creationId xmlns:a16="http://schemas.microsoft.com/office/drawing/2014/main" id="{9940906C-2A0A-556F-4447-929F84C77C68}"/>
              </a:ext>
            </a:extLst>
          </p:cNvPr>
          <p:cNvGraphicFramePr/>
          <p:nvPr/>
        </p:nvGraphicFramePr>
        <p:xfrm>
          <a:off x="3721099" y="2120900"/>
          <a:ext cx="7689850" cy="1917700"/>
        </p:xfrm>
        <a:graphic>
          <a:graphicData uri="http://schemas.openxmlformats.org/drawingml/2006/chart">
            <c:chart xmlns:c="http://schemas.openxmlformats.org/drawingml/2006/chart" xmlns:r="http://schemas.openxmlformats.org/officeDocument/2006/relationships" r:id="rId2"/>
          </a:graphicData>
        </a:graphic>
      </p:graphicFrame>
      <p:grpSp>
        <p:nvGrpSpPr>
          <p:cNvPr id="13" name="Группа 12">
            <a:extLst>
              <a:ext uri="{FF2B5EF4-FFF2-40B4-BE49-F238E27FC236}">
                <a16:creationId xmlns:a16="http://schemas.microsoft.com/office/drawing/2014/main" id="{BBE5996A-D49F-DEB8-CCF1-130A87B91D60}"/>
              </a:ext>
            </a:extLst>
          </p:cNvPr>
          <p:cNvGrpSpPr/>
          <p:nvPr/>
        </p:nvGrpSpPr>
        <p:grpSpPr>
          <a:xfrm>
            <a:off x="8863149" y="2120900"/>
            <a:ext cx="869814" cy="553370"/>
            <a:chOff x="4410035" y="2833988"/>
            <a:chExt cx="869814" cy="553370"/>
          </a:xfrm>
        </p:grpSpPr>
        <p:sp>
          <p:nvSpPr>
            <p:cNvPr id="14" name="Полилиния: фигура 13">
              <a:extLst>
                <a:ext uri="{FF2B5EF4-FFF2-40B4-BE49-F238E27FC236}">
                  <a16:creationId xmlns:a16="http://schemas.microsoft.com/office/drawing/2014/main" id="{6EAEB311-CA99-8E63-3A74-B3E16DA485A7}"/>
                </a:ext>
              </a:extLst>
            </p:cNvPr>
            <p:cNvSpPr/>
            <p:nvPr/>
          </p:nvSpPr>
          <p:spPr>
            <a:xfrm flipV="1">
              <a:off x="4463532" y="2833988"/>
              <a:ext cx="762818" cy="553370"/>
            </a:xfrm>
            <a:custGeom>
              <a:avLst/>
              <a:gdLst>
                <a:gd name="connsiteX0" fmla="*/ 111868 w 869809"/>
                <a:gd name="connsiteY0" fmla="*/ 654662 h 654662"/>
                <a:gd name="connsiteX1" fmla="*/ 757941 w 869809"/>
                <a:gd name="connsiteY1" fmla="*/ 654662 h 654662"/>
                <a:gd name="connsiteX2" fmla="*/ 869809 w 869809"/>
                <a:gd name="connsiteY2" fmla="*/ 542794 h 654662"/>
                <a:gd name="connsiteX3" fmla="*/ 869809 w 869809"/>
                <a:gd name="connsiteY3" fmla="*/ 220674 h 654662"/>
                <a:gd name="connsiteX4" fmla="*/ 757941 w 869809"/>
                <a:gd name="connsiteY4" fmla="*/ 108806 h 654662"/>
                <a:gd name="connsiteX5" fmla="*/ 526550 w 869809"/>
                <a:gd name="connsiteY5" fmla="*/ 108806 h 654662"/>
                <a:gd name="connsiteX6" fmla="*/ 430898 w 869809"/>
                <a:gd name="connsiteY6" fmla="*/ 0 h 654662"/>
                <a:gd name="connsiteX7" fmla="*/ 335245 w 869809"/>
                <a:gd name="connsiteY7" fmla="*/ 108806 h 654662"/>
                <a:gd name="connsiteX8" fmla="*/ 111868 w 869809"/>
                <a:gd name="connsiteY8" fmla="*/ 108806 h 654662"/>
                <a:gd name="connsiteX9" fmla="*/ 0 w 869809"/>
                <a:gd name="connsiteY9" fmla="*/ 220674 h 654662"/>
                <a:gd name="connsiteX10" fmla="*/ 0 w 869809"/>
                <a:gd name="connsiteY10" fmla="*/ 542794 h 654662"/>
                <a:gd name="connsiteX11" fmla="*/ 111868 w 869809"/>
                <a:gd name="connsiteY11" fmla="*/ 654662 h 65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9809" h="654662">
                  <a:moveTo>
                    <a:pt x="111868" y="654662"/>
                  </a:moveTo>
                  <a:lnTo>
                    <a:pt x="757941" y="654662"/>
                  </a:lnTo>
                  <a:cubicBezTo>
                    <a:pt x="819724" y="654662"/>
                    <a:pt x="869809" y="604577"/>
                    <a:pt x="869809" y="542794"/>
                  </a:cubicBezTo>
                  <a:lnTo>
                    <a:pt x="869809" y="220674"/>
                  </a:lnTo>
                  <a:cubicBezTo>
                    <a:pt x="869809" y="158891"/>
                    <a:pt x="819724" y="108806"/>
                    <a:pt x="757941" y="108806"/>
                  </a:cubicBezTo>
                  <a:lnTo>
                    <a:pt x="526550" y="108806"/>
                  </a:lnTo>
                  <a:lnTo>
                    <a:pt x="430898" y="0"/>
                  </a:lnTo>
                  <a:lnTo>
                    <a:pt x="335245" y="108806"/>
                  </a:lnTo>
                  <a:lnTo>
                    <a:pt x="111868" y="108806"/>
                  </a:lnTo>
                  <a:cubicBezTo>
                    <a:pt x="50085" y="108806"/>
                    <a:pt x="0" y="158891"/>
                    <a:pt x="0" y="220674"/>
                  </a:cubicBezTo>
                  <a:lnTo>
                    <a:pt x="0" y="542794"/>
                  </a:lnTo>
                  <a:cubicBezTo>
                    <a:pt x="0" y="604577"/>
                    <a:pt x="50085" y="654662"/>
                    <a:pt x="111868" y="65466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grpSp>
          <p:nvGrpSpPr>
            <p:cNvPr id="15" name="Группа 14">
              <a:extLst>
                <a:ext uri="{FF2B5EF4-FFF2-40B4-BE49-F238E27FC236}">
                  <a16:creationId xmlns:a16="http://schemas.microsoft.com/office/drawing/2014/main" id="{9665C304-F360-5B81-2C9D-2E76B93FA86A}"/>
                </a:ext>
              </a:extLst>
            </p:cNvPr>
            <p:cNvGrpSpPr/>
            <p:nvPr/>
          </p:nvGrpSpPr>
          <p:grpSpPr>
            <a:xfrm>
              <a:off x="4410035" y="2877049"/>
              <a:ext cx="869814" cy="336741"/>
              <a:chOff x="4410035" y="2852911"/>
              <a:chExt cx="869814" cy="336741"/>
            </a:xfrm>
          </p:grpSpPr>
          <p:sp>
            <p:nvSpPr>
              <p:cNvPr id="16" name="Объект 1">
                <a:extLst>
                  <a:ext uri="{FF2B5EF4-FFF2-40B4-BE49-F238E27FC236}">
                    <a16:creationId xmlns:a16="http://schemas.microsoft.com/office/drawing/2014/main" id="{C6955677-B05F-CE65-7004-946C2A7CE890}"/>
                  </a:ext>
                </a:extLst>
              </p:cNvPr>
              <p:cNvSpPr txBox="1">
                <a:spLocks/>
              </p:cNvSpPr>
              <p:nvPr/>
            </p:nvSpPr>
            <p:spPr>
              <a:xfrm>
                <a:off x="4410035" y="2852911"/>
                <a:ext cx="869814" cy="18891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400" b="1">
                    <a:solidFill>
                      <a:schemeClr val="bg1"/>
                    </a:solidFill>
                  </a:rPr>
                  <a:t>4,3</a:t>
                </a:r>
              </a:p>
            </p:txBody>
          </p:sp>
          <p:sp>
            <p:nvSpPr>
              <p:cNvPr id="17" name="Объект 1">
                <a:extLst>
                  <a:ext uri="{FF2B5EF4-FFF2-40B4-BE49-F238E27FC236}">
                    <a16:creationId xmlns:a16="http://schemas.microsoft.com/office/drawing/2014/main" id="{73FA37E3-EEBE-730A-3C4D-9D1937E865D2}"/>
                  </a:ext>
                </a:extLst>
              </p:cNvPr>
              <p:cNvSpPr txBox="1">
                <a:spLocks/>
              </p:cNvSpPr>
              <p:nvPr/>
            </p:nvSpPr>
            <p:spPr>
              <a:xfrm>
                <a:off x="4455519" y="3054523"/>
                <a:ext cx="770830" cy="1351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000">
                    <a:solidFill>
                      <a:schemeClr val="accent1">
                        <a:lumMod val="40000"/>
                        <a:lumOff val="60000"/>
                      </a:schemeClr>
                    </a:solidFill>
                  </a:rPr>
                  <a:t>Параметр</a:t>
                </a:r>
              </a:p>
            </p:txBody>
          </p:sp>
        </p:grpSp>
      </p:grpSp>
      <p:sp>
        <p:nvSpPr>
          <p:cNvPr id="18" name="Овал 17">
            <a:extLst>
              <a:ext uri="{FF2B5EF4-FFF2-40B4-BE49-F238E27FC236}">
                <a16:creationId xmlns:a16="http://schemas.microsoft.com/office/drawing/2014/main" id="{0B45E2E7-BF4F-5A77-73F4-5A47D2C9907A}"/>
              </a:ext>
            </a:extLst>
          </p:cNvPr>
          <p:cNvSpPr/>
          <p:nvPr/>
        </p:nvSpPr>
        <p:spPr>
          <a:xfrm>
            <a:off x="9201150" y="2930661"/>
            <a:ext cx="146518" cy="1465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9" name="Объект 1">
            <a:extLst>
              <a:ext uri="{FF2B5EF4-FFF2-40B4-BE49-F238E27FC236}">
                <a16:creationId xmlns:a16="http://schemas.microsoft.com/office/drawing/2014/main" id="{5B3047AE-7CBA-8D8E-3855-64E904031599}"/>
              </a:ext>
            </a:extLst>
          </p:cNvPr>
          <p:cNvSpPr txBox="1">
            <a:spLocks/>
          </p:cNvSpPr>
          <p:nvPr/>
        </p:nvSpPr>
        <p:spPr>
          <a:xfrm>
            <a:off x="3749399" y="1681574"/>
            <a:ext cx="3713441" cy="22501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spcAft>
                <a:spcPts val="400"/>
              </a:spcAft>
            </a:pPr>
            <a:r>
              <a:rPr lang="ru-RU" sz="1400" b="1"/>
              <a:t>Напиши здесь свой заголовок в 1 строку</a:t>
            </a:r>
          </a:p>
        </p:txBody>
      </p:sp>
      <p:sp>
        <p:nvSpPr>
          <p:cNvPr id="33" name="Прямоугольник: скругленные углы 32">
            <a:extLst>
              <a:ext uri="{FF2B5EF4-FFF2-40B4-BE49-F238E27FC236}">
                <a16:creationId xmlns:a16="http://schemas.microsoft.com/office/drawing/2014/main" id="{4D0FAF7D-0E0A-60F3-3EA1-F64817624979}"/>
              </a:ext>
            </a:extLst>
          </p:cNvPr>
          <p:cNvSpPr/>
          <p:nvPr/>
        </p:nvSpPr>
        <p:spPr>
          <a:xfrm>
            <a:off x="10265043" y="1681574"/>
            <a:ext cx="1083520" cy="216000"/>
          </a:xfrm>
          <a:prstGeom prst="roundRect">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000" b="1"/>
              <a:t>В ПРОЦЕССЕ</a:t>
            </a:r>
          </a:p>
        </p:txBody>
      </p:sp>
      <p:sp>
        <p:nvSpPr>
          <p:cNvPr id="6" name="Прямоугольник: скругленные углы 5">
            <a:extLst>
              <a:ext uri="{FF2B5EF4-FFF2-40B4-BE49-F238E27FC236}">
                <a16:creationId xmlns:a16="http://schemas.microsoft.com/office/drawing/2014/main" id="{70435C4D-9C87-55B5-EF14-97ABC5E1DA91}"/>
              </a:ext>
            </a:extLst>
          </p:cNvPr>
          <p:cNvSpPr/>
          <p:nvPr/>
        </p:nvSpPr>
        <p:spPr>
          <a:xfrm>
            <a:off x="639764" y="1520825"/>
            <a:ext cx="2727324" cy="2517775"/>
          </a:xfrm>
          <a:prstGeom prst="roundRect">
            <a:avLst>
              <a:gd name="adj" fmla="val 819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4" name="Объект 1">
            <a:extLst>
              <a:ext uri="{FF2B5EF4-FFF2-40B4-BE49-F238E27FC236}">
                <a16:creationId xmlns:a16="http://schemas.microsoft.com/office/drawing/2014/main" id="{4790D5D5-9608-0877-909F-B49127A261D1}"/>
              </a:ext>
            </a:extLst>
          </p:cNvPr>
          <p:cNvSpPr txBox="1">
            <a:spLocks/>
          </p:cNvSpPr>
          <p:nvPr/>
        </p:nvSpPr>
        <p:spPr>
          <a:xfrm>
            <a:off x="802485" y="1681574"/>
            <a:ext cx="2372516" cy="22501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spcAft>
                <a:spcPts val="400"/>
              </a:spcAft>
            </a:pPr>
            <a:r>
              <a:rPr lang="ru-RU" sz="1400" b="1"/>
              <a:t>Напиши здесь заголовок</a:t>
            </a:r>
          </a:p>
        </p:txBody>
      </p:sp>
      <p:graphicFrame>
        <p:nvGraphicFramePr>
          <p:cNvPr id="36" name="Диаграмма 35">
            <a:extLst>
              <a:ext uri="{FF2B5EF4-FFF2-40B4-BE49-F238E27FC236}">
                <a16:creationId xmlns:a16="http://schemas.microsoft.com/office/drawing/2014/main" id="{62755F6E-0F55-4816-1CF4-14D16DFCF742}"/>
              </a:ext>
            </a:extLst>
          </p:cNvPr>
          <p:cNvGraphicFramePr/>
          <p:nvPr/>
        </p:nvGraphicFramePr>
        <p:xfrm>
          <a:off x="918113" y="1967780"/>
          <a:ext cx="2170626" cy="1200415"/>
        </p:xfrm>
        <a:graphic>
          <a:graphicData uri="http://schemas.openxmlformats.org/drawingml/2006/chart">
            <c:chart xmlns:c="http://schemas.openxmlformats.org/drawingml/2006/chart" xmlns:r="http://schemas.openxmlformats.org/officeDocument/2006/relationships" r:id="rId3"/>
          </a:graphicData>
        </a:graphic>
      </p:graphicFrame>
      <p:grpSp>
        <p:nvGrpSpPr>
          <p:cNvPr id="50" name="Группа 49">
            <a:extLst>
              <a:ext uri="{FF2B5EF4-FFF2-40B4-BE49-F238E27FC236}">
                <a16:creationId xmlns:a16="http://schemas.microsoft.com/office/drawing/2014/main" id="{961AC917-D942-2D53-6F5D-4FDF4601AA37}"/>
              </a:ext>
            </a:extLst>
          </p:cNvPr>
          <p:cNvGrpSpPr/>
          <p:nvPr/>
        </p:nvGrpSpPr>
        <p:grpSpPr>
          <a:xfrm>
            <a:off x="802484" y="3343058"/>
            <a:ext cx="1121566" cy="570934"/>
            <a:chOff x="802484" y="3330046"/>
            <a:chExt cx="1121566" cy="570934"/>
          </a:xfrm>
        </p:grpSpPr>
        <p:sp>
          <p:nvSpPr>
            <p:cNvPr id="38" name="Овал 37">
              <a:extLst>
                <a:ext uri="{FF2B5EF4-FFF2-40B4-BE49-F238E27FC236}">
                  <a16:creationId xmlns:a16="http://schemas.microsoft.com/office/drawing/2014/main" id="{3350C1F6-44A2-E15A-3220-CC279456BBE8}"/>
                </a:ext>
              </a:extLst>
            </p:cNvPr>
            <p:cNvSpPr/>
            <p:nvPr/>
          </p:nvSpPr>
          <p:spPr>
            <a:xfrm>
              <a:off x="802484" y="3369495"/>
              <a:ext cx="135848" cy="133646"/>
            </a:xfrm>
            <a:prstGeom prst="ellipse">
              <a:avLst/>
            </a:prstGeom>
            <a:solidFill>
              <a:schemeClr val="accent1"/>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39" name="Объект 1">
              <a:extLst>
                <a:ext uri="{FF2B5EF4-FFF2-40B4-BE49-F238E27FC236}">
                  <a16:creationId xmlns:a16="http://schemas.microsoft.com/office/drawing/2014/main" id="{E9B6D678-C90E-693C-94DE-7D6614452A40}"/>
                </a:ext>
              </a:extLst>
            </p:cNvPr>
            <p:cNvSpPr txBox="1">
              <a:spLocks/>
            </p:cNvSpPr>
            <p:nvPr/>
          </p:nvSpPr>
          <p:spPr>
            <a:xfrm>
              <a:off x="802484" y="3609536"/>
              <a:ext cx="1121566" cy="29144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t>Напиши название показателя</a:t>
              </a:r>
            </a:p>
          </p:txBody>
        </p:sp>
        <p:sp>
          <p:nvSpPr>
            <p:cNvPr id="49" name="Объект 1">
              <a:extLst>
                <a:ext uri="{FF2B5EF4-FFF2-40B4-BE49-F238E27FC236}">
                  <a16:creationId xmlns:a16="http://schemas.microsoft.com/office/drawing/2014/main" id="{D05A9D38-6083-C090-CD8E-24584E3A8ADE}"/>
                </a:ext>
              </a:extLst>
            </p:cNvPr>
            <p:cNvSpPr txBox="1">
              <a:spLocks/>
            </p:cNvSpPr>
            <p:nvPr/>
          </p:nvSpPr>
          <p:spPr>
            <a:xfrm>
              <a:off x="1029635" y="3330046"/>
              <a:ext cx="667263" cy="2125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73%</a:t>
              </a:r>
            </a:p>
          </p:txBody>
        </p:sp>
      </p:grpSp>
      <p:grpSp>
        <p:nvGrpSpPr>
          <p:cNvPr id="51" name="Группа 50">
            <a:extLst>
              <a:ext uri="{FF2B5EF4-FFF2-40B4-BE49-F238E27FC236}">
                <a16:creationId xmlns:a16="http://schemas.microsoft.com/office/drawing/2014/main" id="{C18E7D6F-D0B0-27BE-6BC2-DF52CAA00E7C}"/>
              </a:ext>
            </a:extLst>
          </p:cNvPr>
          <p:cNvGrpSpPr/>
          <p:nvPr/>
        </p:nvGrpSpPr>
        <p:grpSpPr>
          <a:xfrm>
            <a:off x="2169133" y="3343058"/>
            <a:ext cx="1121566" cy="570934"/>
            <a:chOff x="802484" y="3330046"/>
            <a:chExt cx="1121566" cy="570934"/>
          </a:xfrm>
        </p:grpSpPr>
        <p:sp>
          <p:nvSpPr>
            <p:cNvPr id="52" name="Овал 51">
              <a:extLst>
                <a:ext uri="{FF2B5EF4-FFF2-40B4-BE49-F238E27FC236}">
                  <a16:creationId xmlns:a16="http://schemas.microsoft.com/office/drawing/2014/main" id="{D6B6D93F-3DF2-A7E3-DD77-3DD9D7B0116A}"/>
                </a:ext>
              </a:extLst>
            </p:cNvPr>
            <p:cNvSpPr/>
            <p:nvPr/>
          </p:nvSpPr>
          <p:spPr>
            <a:xfrm>
              <a:off x="802484" y="3369495"/>
              <a:ext cx="135848" cy="133646"/>
            </a:xfrm>
            <a:prstGeom prst="ellipse">
              <a:avLst/>
            </a:prstGeom>
            <a:solidFill>
              <a:schemeClr val="accent2"/>
            </a:solidFill>
            <a:ln w="28575">
              <a:solidFill>
                <a:schemeClr val="bg1"/>
              </a:solidFill>
            </a:ln>
            <a:effectLst>
              <a:outerShdw blurRad="762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53" name="Объект 1">
              <a:extLst>
                <a:ext uri="{FF2B5EF4-FFF2-40B4-BE49-F238E27FC236}">
                  <a16:creationId xmlns:a16="http://schemas.microsoft.com/office/drawing/2014/main" id="{60432563-D5B3-B841-CD2A-3E644D728CE1}"/>
                </a:ext>
              </a:extLst>
            </p:cNvPr>
            <p:cNvSpPr txBox="1">
              <a:spLocks/>
            </p:cNvSpPr>
            <p:nvPr/>
          </p:nvSpPr>
          <p:spPr>
            <a:xfrm>
              <a:off x="802484" y="3609536"/>
              <a:ext cx="1121566" cy="29144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t>Напиши название показателя</a:t>
              </a:r>
            </a:p>
          </p:txBody>
        </p:sp>
        <p:sp>
          <p:nvSpPr>
            <p:cNvPr id="54" name="Объект 1">
              <a:extLst>
                <a:ext uri="{FF2B5EF4-FFF2-40B4-BE49-F238E27FC236}">
                  <a16:creationId xmlns:a16="http://schemas.microsoft.com/office/drawing/2014/main" id="{1891AF99-D4F3-166A-292D-8147F7A96517}"/>
                </a:ext>
              </a:extLst>
            </p:cNvPr>
            <p:cNvSpPr txBox="1">
              <a:spLocks/>
            </p:cNvSpPr>
            <p:nvPr/>
          </p:nvSpPr>
          <p:spPr>
            <a:xfrm>
              <a:off x="1029635" y="3330046"/>
              <a:ext cx="667263" cy="2125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t>27%</a:t>
              </a:r>
            </a:p>
          </p:txBody>
        </p:sp>
      </p:grpSp>
      <p:grpSp>
        <p:nvGrpSpPr>
          <p:cNvPr id="57" name="Группа 56">
            <a:extLst>
              <a:ext uri="{FF2B5EF4-FFF2-40B4-BE49-F238E27FC236}">
                <a16:creationId xmlns:a16="http://schemas.microsoft.com/office/drawing/2014/main" id="{5084799B-DBC0-9534-A0C8-FCF7EC5C7309}"/>
              </a:ext>
            </a:extLst>
          </p:cNvPr>
          <p:cNvGrpSpPr/>
          <p:nvPr/>
        </p:nvGrpSpPr>
        <p:grpSpPr>
          <a:xfrm>
            <a:off x="1610567" y="2389458"/>
            <a:ext cx="785718" cy="357058"/>
            <a:chOff x="1610567" y="2387957"/>
            <a:chExt cx="785718" cy="357058"/>
          </a:xfrm>
        </p:grpSpPr>
        <p:sp>
          <p:nvSpPr>
            <p:cNvPr id="55" name="Объект 1">
              <a:extLst>
                <a:ext uri="{FF2B5EF4-FFF2-40B4-BE49-F238E27FC236}">
                  <a16:creationId xmlns:a16="http://schemas.microsoft.com/office/drawing/2014/main" id="{F350BBD6-E7C2-35EE-ECA3-F4D81A94B660}"/>
                </a:ext>
              </a:extLst>
            </p:cNvPr>
            <p:cNvSpPr txBox="1">
              <a:spLocks/>
            </p:cNvSpPr>
            <p:nvPr/>
          </p:nvSpPr>
          <p:spPr>
            <a:xfrm>
              <a:off x="1669795" y="2387957"/>
              <a:ext cx="667263" cy="2125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b="1"/>
                <a:t>114,5</a:t>
              </a:r>
            </a:p>
          </p:txBody>
        </p:sp>
        <p:sp>
          <p:nvSpPr>
            <p:cNvPr id="56" name="Объект 1">
              <a:extLst>
                <a:ext uri="{FF2B5EF4-FFF2-40B4-BE49-F238E27FC236}">
                  <a16:creationId xmlns:a16="http://schemas.microsoft.com/office/drawing/2014/main" id="{83591D8C-B727-67C2-9229-9B77DF0DC7CA}"/>
                </a:ext>
              </a:extLst>
            </p:cNvPr>
            <p:cNvSpPr txBox="1">
              <a:spLocks/>
            </p:cNvSpPr>
            <p:nvPr/>
          </p:nvSpPr>
          <p:spPr>
            <a:xfrm>
              <a:off x="1610567" y="2631215"/>
              <a:ext cx="785718" cy="1138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800" err="1">
                  <a:solidFill>
                    <a:schemeClr val="accent6">
                      <a:lumMod val="75000"/>
                    </a:schemeClr>
                  </a:solidFill>
                </a:rPr>
                <a:t>Ед.измерения</a:t>
              </a:r>
              <a:endParaRPr lang="ru-RU" sz="800">
                <a:solidFill>
                  <a:schemeClr val="accent6">
                    <a:lumMod val="75000"/>
                  </a:schemeClr>
                </a:solidFill>
              </a:endParaRPr>
            </a:p>
          </p:txBody>
        </p:sp>
      </p:grpSp>
      <p:grpSp>
        <p:nvGrpSpPr>
          <p:cNvPr id="61" name="Группа 60">
            <a:extLst>
              <a:ext uri="{FF2B5EF4-FFF2-40B4-BE49-F238E27FC236}">
                <a16:creationId xmlns:a16="http://schemas.microsoft.com/office/drawing/2014/main" id="{2A7F6486-46C1-8091-3366-2487CF658704}"/>
              </a:ext>
            </a:extLst>
          </p:cNvPr>
          <p:cNvGrpSpPr/>
          <p:nvPr/>
        </p:nvGrpSpPr>
        <p:grpSpPr>
          <a:xfrm>
            <a:off x="778413" y="2543498"/>
            <a:ext cx="522041" cy="138923"/>
            <a:chOff x="2288862" y="2543498"/>
            <a:chExt cx="522041" cy="138923"/>
          </a:xfrm>
        </p:grpSpPr>
        <p:sp>
          <p:nvSpPr>
            <p:cNvPr id="62" name="Объект 1">
              <a:extLst>
                <a:ext uri="{FF2B5EF4-FFF2-40B4-BE49-F238E27FC236}">
                  <a16:creationId xmlns:a16="http://schemas.microsoft.com/office/drawing/2014/main" id="{9947FEE9-1DAC-A37F-C4FD-F2E3132FA557}"/>
                </a:ext>
              </a:extLst>
            </p:cNvPr>
            <p:cNvSpPr txBox="1">
              <a:spLocks/>
            </p:cNvSpPr>
            <p:nvPr/>
          </p:nvSpPr>
          <p:spPr>
            <a:xfrm>
              <a:off x="2288862" y="2543498"/>
              <a:ext cx="390035" cy="13892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000" b="1">
                  <a:solidFill>
                    <a:schemeClr val="accent6">
                      <a:lumMod val="75000"/>
                    </a:schemeClr>
                  </a:solidFill>
                </a:rPr>
                <a:t>+17%</a:t>
              </a:r>
            </a:p>
          </p:txBody>
        </p:sp>
        <p:sp>
          <p:nvSpPr>
            <p:cNvPr id="63" name="Рисунок 11">
              <a:extLst>
                <a:ext uri="{FF2B5EF4-FFF2-40B4-BE49-F238E27FC236}">
                  <a16:creationId xmlns:a16="http://schemas.microsoft.com/office/drawing/2014/main" id="{05FAB7A0-9CD1-EF02-5E7F-5AA772481B74}"/>
                </a:ext>
              </a:extLst>
            </p:cNvPr>
            <p:cNvSpPr/>
            <p:nvPr/>
          </p:nvSpPr>
          <p:spPr>
            <a:xfrm rot="10800000" flipV="1">
              <a:off x="2681197" y="2548100"/>
              <a:ext cx="129706" cy="129718"/>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accent6">
                <a:lumMod val="75000"/>
              </a:schemeClr>
            </a:solidFill>
            <a:ln w="9525" cap="flat">
              <a:noFill/>
              <a:prstDash val="solid"/>
              <a:miter/>
            </a:ln>
          </p:spPr>
          <p:txBody>
            <a:bodyPr rtlCol="0" anchor="ctr"/>
            <a:lstStyle/>
            <a:p>
              <a:endParaRPr lang="ru-RU">
                <a:solidFill>
                  <a:schemeClr val="accent6">
                    <a:lumMod val="75000"/>
                  </a:schemeClr>
                </a:solidFill>
              </a:endParaRPr>
            </a:p>
          </p:txBody>
        </p:sp>
      </p:grpSp>
      <p:grpSp>
        <p:nvGrpSpPr>
          <p:cNvPr id="2048" name="Группа 2047">
            <a:extLst>
              <a:ext uri="{FF2B5EF4-FFF2-40B4-BE49-F238E27FC236}">
                <a16:creationId xmlns:a16="http://schemas.microsoft.com/office/drawing/2014/main" id="{C5158BF9-4741-6774-6868-5FB42A26A52C}"/>
              </a:ext>
            </a:extLst>
          </p:cNvPr>
          <p:cNvGrpSpPr/>
          <p:nvPr/>
        </p:nvGrpSpPr>
        <p:grpSpPr>
          <a:xfrm>
            <a:off x="2704098" y="2540407"/>
            <a:ext cx="501346" cy="138923"/>
            <a:chOff x="2135927" y="2543498"/>
            <a:chExt cx="501346" cy="138923"/>
          </a:xfrm>
        </p:grpSpPr>
        <p:sp>
          <p:nvSpPr>
            <p:cNvPr id="2049" name="Объект 1">
              <a:extLst>
                <a:ext uri="{FF2B5EF4-FFF2-40B4-BE49-F238E27FC236}">
                  <a16:creationId xmlns:a16="http://schemas.microsoft.com/office/drawing/2014/main" id="{8D0F148E-0570-24E7-30B6-0218903BA166}"/>
                </a:ext>
              </a:extLst>
            </p:cNvPr>
            <p:cNvSpPr txBox="1">
              <a:spLocks/>
            </p:cNvSpPr>
            <p:nvPr/>
          </p:nvSpPr>
          <p:spPr>
            <a:xfrm>
              <a:off x="2288863" y="2543498"/>
              <a:ext cx="348410" cy="13892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r>
                <a:rPr lang="ru-RU" sz="1000" b="1">
                  <a:solidFill>
                    <a:schemeClr val="accent6">
                      <a:lumMod val="75000"/>
                    </a:schemeClr>
                  </a:solidFill>
                </a:rPr>
                <a:t>-23%</a:t>
              </a:r>
            </a:p>
          </p:txBody>
        </p:sp>
        <p:sp>
          <p:nvSpPr>
            <p:cNvPr id="2051" name="Рисунок 11">
              <a:extLst>
                <a:ext uri="{FF2B5EF4-FFF2-40B4-BE49-F238E27FC236}">
                  <a16:creationId xmlns:a16="http://schemas.microsoft.com/office/drawing/2014/main" id="{E91370A5-2A21-0507-883D-416405F0178F}"/>
                </a:ext>
              </a:extLst>
            </p:cNvPr>
            <p:cNvSpPr/>
            <p:nvPr/>
          </p:nvSpPr>
          <p:spPr>
            <a:xfrm rot="10800000">
              <a:off x="2135927" y="2545800"/>
              <a:ext cx="134306" cy="134318"/>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accent6">
                <a:lumMod val="75000"/>
              </a:schemeClr>
            </a:solidFill>
            <a:ln w="9525" cap="flat">
              <a:noFill/>
              <a:prstDash val="solid"/>
              <a:miter/>
            </a:ln>
          </p:spPr>
          <p:txBody>
            <a:bodyPr rtlCol="0" anchor="ctr"/>
            <a:lstStyle/>
            <a:p>
              <a:endParaRPr lang="ru-RU">
                <a:solidFill>
                  <a:schemeClr val="accent6">
                    <a:lumMod val="75000"/>
                  </a:schemeClr>
                </a:solidFill>
              </a:endParaRPr>
            </a:p>
          </p:txBody>
        </p:sp>
      </p:grpSp>
      <p:sp>
        <p:nvSpPr>
          <p:cNvPr id="8" name="Прямоугольник: скругленные углы 7">
            <a:extLst>
              <a:ext uri="{FF2B5EF4-FFF2-40B4-BE49-F238E27FC236}">
                <a16:creationId xmlns:a16="http://schemas.microsoft.com/office/drawing/2014/main" id="{B32A8797-1F3D-37B5-8BD9-C2E1EF76E122}"/>
              </a:ext>
            </a:extLst>
          </p:cNvPr>
          <p:cNvSpPr/>
          <p:nvPr/>
        </p:nvSpPr>
        <p:spPr>
          <a:xfrm>
            <a:off x="639764" y="4252912"/>
            <a:ext cx="10910886" cy="2009776"/>
          </a:xfrm>
          <a:prstGeom prst="roundRect">
            <a:avLst>
              <a:gd name="adj" fmla="val 8515"/>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5" name="Объект 1">
            <a:extLst>
              <a:ext uri="{FF2B5EF4-FFF2-40B4-BE49-F238E27FC236}">
                <a16:creationId xmlns:a16="http://schemas.microsoft.com/office/drawing/2014/main" id="{1A8EACDD-AB41-CF2C-2CB7-73B15E5700A4}"/>
              </a:ext>
            </a:extLst>
          </p:cNvPr>
          <p:cNvSpPr txBox="1">
            <a:spLocks/>
          </p:cNvSpPr>
          <p:nvPr/>
        </p:nvSpPr>
        <p:spPr>
          <a:xfrm>
            <a:off x="802484" y="4414849"/>
            <a:ext cx="3686965" cy="22501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spcAft>
                <a:spcPts val="400"/>
              </a:spcAft>
            </a:pPr>
            <a:r>
              <a:rPr lang="ru-RU" sz="1400" b="1">
                <a:solidFill>
                  <a:schemeClr val="bg1"/>
                </a:solidFill>
              </a:rPr>
              <a:t>Напиши здесь свой заголовок в 1 строку</a:t>
            </a:r>
          </a:p>
        </p:txBody>
      </p:sp>
      <p:sp>
        <p:nvSpPr>
          <p:cNvPr id="2052" name="Объект 1">
            <a:extLst>
              <a:ext uri="{FF2B5EF4-FFF2-40B4-BE49-F238E27FC236}">
                <a16:creationId xmlns:a16="http://schemas.microsoft.com/office/drawing/2014/main" id="{5183CF09-163B-549B-41BA-6FA5A90F0672}"/>
              </a:ext>
            </a:extLst>
          </p:cNvPr>
          <p:cNvSpPr txBox="1">
            <a:spLocks/>
          </p:cNvSpPr>
          <p:nvPr/>
        </p:nvSpPr>
        <p:spPr>
          <a:xfrm>
            <a:off x="802484" y="5672456"/>
            <a:ext cx="1502497"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комментарий</a:t>
            </a:r>
            <a:br>
              <a:rPr lang="ru-RU" sz="1000">
                <a:solidFill>
                  <a:schemeClr val="bg1"/>
                </a:solidFill>
              </a:rPr>
            </a:br>
            <a:r>
              <a:rPr lang="ru-RU" sz="1000">
                <a:solidFill>
                  <a:schemeClr val="bg1"/>
                </a:solidFill>
              </a:rPr>
              <a:t>или примечание</a:t>
            </a:r>
          </a:p>
        </p:txBody>
      </p:sp>
      <p:sp>
        <p:nvSpPr>
          <p:cNvPr id="2053" name="Объект 1">
            <a:extLst>
              <a:ext uri="{FF2B5EF4-FFF2-40B4-BE49-F238E27FC236}">
                <a16:creationId xmlns:a16="http://schemas.microsoft.com/office/drawing/2014/main" id="{4F9E7C75-D912-FEC7-9092-3B4A04C9B8F8}"/>
              </a:ext>
            </a:extLst>
          </p:cNvPr>
          <p:cNvSpPr txBox="1">
            <a:spLocks/>
          </p:cNvSpPr>
          <p:nvPr/>
        </p:nvSpPr>
        <p:spPr>
          <a:xfrm>
            <a:off x="802485" y="5288797"/>
            <a:ext cx="894414" cy="3393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1 908</a:t>
            </a:r>
          </a:p>
        </p:txBody>
      </p:sp>
      <p:sp>
        <p:nvSpPr>
          <p:cNvPr id="2054" name="Объект 1">
            <a:extLst>
              <a:ext uri="{FF2B5EF4-FFF2-40B4-BE49-F238E27FC236}">
                <a16:creationId xmlns:a16="http://schemas.microsoft.com/office/drawing/2014/main" id="{2E4080D6-CA70-8F4D-83DD-16886845970E}"/>
              </a:ext>
            </a:extLst>
          </p:cNvPr>
          <p:cNvSpPr txBox="1">
            <a:spLocks/>
          </p:cNvSpPr>
          <p:nvPr/>
        </p:nvSpPr>
        <p:spPr>
          <a:xfrm>
            <a:off x="2615340" y="5672456"/>
            <a:ext cx="1502497" cy="33935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1000">
                <a:solidFill>
                  <a:schemeClr val="bg1"/>
                </a:solidFill>
              </a:rPr>
              <a:t>Укажи комментарий</a:t>
            </a:r>
            <a:br>
              <a:rPr lang="ru-RU" sz="1000">
                <a:solidFill>
                  <a:schemeClr val="bg1"/>
                </a:solidFill>
              </a:rPr>
            </a:br>
            <a:r>
              <a:rPr lang="ru-RU" sz="1000">
                <a:solidFill>
                  <a:schemeClr val="bg1"/>
                </a:solidFill>
              </a:rPr>
              <a:t>или примечание</a:t>
            </a:r>
          </a:p>
        </p:txBody>
      </p:sp>
      <p:sp>
        <p:nvSpPr>
          <p:cNvPr id="2055" name="Объект 1">
            <a:extLst>
              <a:ext uri="{FF2B5EF4-FFF2-40B4-BE49-F238E27FC236}">
                <a16:creationId xmlns:a16="http://schemas.microsoft.com/office/drawing/2014/main" id="{ECAD3D24-E1A8-5935-9A27-DED22E3CDD31}"/>
              </a:ext>
            </a:extLst>
          </p:cNvPr>
          <p:cNvSpPr txBox="1">
            <a:spLocks/>
          </p:cNvSpPr>
          <p:nvPr/>
        </p:nvSpPr>
        <p:spPr>
          <a:xfrm>
            <a:off x="2615341" y="5288797"/>
            <a:ext cx="894414" cy="3393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sz="2400" b="1">
                <a:solidFill>
                  <a:schemeClr val="bg1"/>
                </a:solidFill>
              </a:rPr>
              <a:t>24,5%</a:t>
            </a:r>
          </a:p>
        </p:txBody>
      </p:sp>
      <p:sp>
        <p:nvSpPr>
          <p:cNvPr id="2056" name="Объект 1">
            <a:extLst>
              <a:ext uri="{FF2B5EF4-FFF2-40B4-BE49-F238E27FC236}">
                <a16:creationId xmlns:a16="http://schemas.microsoft.com/office/drawing/2014/main" id="{9A66C477-4CBD-887C-08A0-EB82B47DF24A}"/>
              </a:ext>
            </a:extLst>
          </p:cNvPr>
          <p:cNvSpPr txBox="1">
            <a:spLocks/>
          </p:cNvSpPr>
          <p:nvPr/>
        </p:nvSpPr>
        <p:spPr>
          <a:xfrm>
            <a:off x="802484" y="4679369"/>
            <a:ext cx="2402960" cy="16887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000">
                <a:solidFill>
                  <a:schemeClr val="accent6"/>
                </a:solidFill>
              </a:rPr>
              <a:t>Укажи здесь краткий комментарий</a:t>
            </a:r>
          </a:p>
        </p:txBody>
      </p:sp>
      <p:grpSp>
        <p:nvGrpSpPr>
          <p:cNvPr id="2094" name="Группа 2093">
            <a:extLst>
              <a:ext uri="{FF2B5EF4-FFF2-40B4-BE49-F238E27FC236}">
                <a16:creationId xmlns:a16="http://schemas.microsoft.com/office/drawing/2014/main" id="{83FBECAC-3922-813B-3D0C-0047E756456D}"/>
              </a:ext>
            </a:extLst>
          </p:cNvPr>
          <p:cNvGrpSpPr/>
          <p:nvPr/>
        </p:nvGrpSpPr>
        <p:grpSpPr>
          <a:xfrm>
            <a:off x="4603475" y="4463797"/>
            <a:ext cx="1080000" cy="1551971"/>
            <a:chOff x="4603475" y="4463797"/>
            <a:chExt cx="1080000" cy="1551971"/>
          </a:xfrm>
        </p:grpSpPr>
        <p:sp>
          <p:nvSpPr>
            <p:cNvPr id="2057" name="Прямоугольник: скругленные углы 2056">
              <a:extLst>
                <a:ext uri="{FF2B5EF4-FFF2-40B4-BE49-F238E27FC236}">
                  <a16:creationId xmlns:a16="http://schemas.microsoft.com/office/drawing/2014/main" id="{23CC36E8-952B-D871-4854-D9F83CBB5F85}"/>
                </a:ext>
              </a:extLst>
            </p:cNvPr>
            <p:cNvSpPr/>
            <p:nvPr/>
          </p:nvSpPr>
          <p:spPr>
            <a:xfrm>
              <a:off x="4603475" y="4852198"/>
              <a:ext cx="1080000" cy="116357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pic>
          <p:nvPicPr>
            <p:cNvPr id="2063" name="Рисунок 2062" descr="Изображение выглядит как розовый, пластик&#10;&#10;Автоматически созданное описание">
              <a:extLst>
                <a:ext uri="{FF2B5EF4-FFF2-40B4-BE49-F238E27FC236}">
                  <a16:creationId xmlns:a16="http://schemas.microsoft.com/office/drawing/2014/main" id="{A789EB03-30DA-407C-D3DE-EDFAA4AE85EE}"/>
                </a:ext>
              </a:extLst>
            </p:cNvPr>
            <p:cNvPicPr>
              <a:picLocks noChangeAspect="1"/>
            </p:cNvPicPr>
            <p:nvPr/>
          </p:nvPicPr>
          <p:blipFill rotWithShape="1">
            <a:blip r:embed="rId4">
              <a:extLst>
                <a:ext uri="{28A0092B-C50C-407E-A947-70E740481C1C}">
                  <a14:useLocalDpi xmlns:a14="http://schemas.microsoft.com/office/drawing/2010/main" val="0"/>
                </a:ext>
              </a:extLst>
            </a:blip>
            <a:srcRect l="20442" t="8680" r="20442" b="8680"/>
            <a:stretch/>
          </p:blipFill>
          <p:spPr>
            <a:xfrm>
              <a:off x="4913785" y="4463797"/>
              <a:ext cx="459380" cy="642166"/>
            </a:xfrm>
            <a:prstGeom prst="rect">
              <a:avLst/>
            </a:prstGeom>
          </p:spPr>
        </p:pic>
        <p:sp>
          <p:nvSpPr>
            <p:cNvPr id="2072" name="Объект 1">
              <a:extLst>
                <a:ext uri="{FF2B5EF4-FFF2-40B4-BE49-F238E27FC236}">
                  <a16:creationId xmlns:a16="http://schemas.microsoft.com/office/drawing/2014/main" id="{697FF860-849A-00C0-ED36-DCD919072C83}"/>
                </a:ext>
              </a:extLst>
            </p:cNvPr>
            <p:cNvSpPr txBox="1">
              <a:spLocks/>
            </p:cNvSpPr>
            <p:nvPr/>
          </p:nvSpPr>
          <p:spPr>
            <a:xfrm>
              <a:off x="4718173" y="5195476"/>
              <a:ext cx="850604" cy="25755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spcAft>
                  <a:spcPts val="0"/>
                </a:spcAft>
              </a:pPr>
              <a:r>
                <a:rPr lang="ru-RU" sz="1000"/>
                <a:t>Название показателя</a:t>
              </a:r>
            </a:p>
          </p:txBody>
        </p:sp>
        <p:sp>
          <p:nvSpPr>
            <p:cNvPr id="2077" name="Объект 1">
              <a:extLst>
                <a:ext uri="{FF2B5EF4-FFF2-40B4-BE49-F238E27FC236}">
                  <a16:creationId xmlns:a16="http://schemas.microsoft.com/office/drawing/2014/main" id="{A83D8C36-3052-E4EC-2584-FC32FE60FA83}"/>
                </a:ext>
              </a:extLst>
            </p:cNvPr>
            <p:cNvSpPr txBox="1">
              <a:spLocks/>
            </p:cNvSpPr>
            <p:nvPr/>
          </p:nvSpPr>
          <p:spPr>
            <a:xfrm>
              <a:off x="4696268" y="5504446"/>
              <a:ext cx="894414" cy="3393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lnSpc>
                  <a:spcPct val="100000"/>
                </a:lnSpc>
              </a:pPr>
              <a:r>
                <a:rPr lang="ru-RU" sz="2400" b="1"/>
                <a:t>24,5%</a:t>
              </a:r>
            </a:p>
          </p:txBody>
        </p:sp>
      </p:grpSp>
      <p:grpSp>
        <p:nvGrpSpPr>
          <p:cNvPr id="2093" name="Группа 2092">
            <a:extLst>
              <a:ext uri="{FF2B5EF4-FFF2-40B4-BE49-F238E27FC236}">
                <a16:creationId xmlns:a16="http://schemas.microsoft.com/office/drawing/2014/main" id="{AAC96333-091C-0D2D-4CE2-1100C5AE119C}"/>
              </a:ext>
            </a:extLst>
          </p:cNvPr>
          <p:cNvGrpSpPr/>
          <p:nvPr/>
        </p:nvGrpSpPr>
        <p:grpSpPr>
          <a:xfrm>
            <a:off x="5996391" y="4467534"/>
            <a:ext cx="1080000" cy="1548234"/>
            <a:chOff x="5996391" y="4467534"/>
            <a:chExt cx="1080000" cy="1548234"/>
          </a:xfrm>
        </p:grpSpPr>
        <p:sp>
          <p:nvSpPr>
            <p:cNvPr id="2058" name="Прямоугольник: скругленные углы 2057">
              <a:extLst>
                <a:ext uri="{FF2B5EF4-FFF2-40B4-BE49-F238E27FC236}">
                  <a16:creationId xmlns:a16="http://schemas.microsoft.com/office/drawing/2014/main" id="{B27D0853-740E-2CFC-F69F-924DCACA7598}"/>
                </a:ext>
              </a:extLst>
            </p:cNvPr>
            <p:cNvSpPr/>
            <p:nvPr/>
          </p:nvSpPr>
          <p:spPr>
            <a:xfrm>
              <a:off x="5996391" y="4852198"/>
              <a:ext cx="1080000" cy="116357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pic>
          <p:nvPicPr>
            <p:cNvPr id="2069" name="Рисунок 2068" descr="Изображение выглядит как текст&#10;&#10;Автоматически созданное описание">
              <a:extLst>
                <a:ext uri="{FF2B5EF4-FFF2-40B4-BE49-F238E27FC236}">
                  <a16:creationId xmlns:a16="http://schemas.microsoft.com/office/drawing/2014/main" id="{AEC0D7EC-47E7-01E1-FC69-276555831208}"/>
                </a:ext>
              </a:extLst>
            </p:cNvPr>
            <p:cNvPicPr>
              <a:picLocks noChangeAspect="1"/>
            </p:cNvPicPr>
            <p:nvPr/>
          </p:nvPicPr>
          <p:blipFill rotWithShape="1">
            <a:blip r:embed="rId5">
              <a:extLst>
                <a:ext uri="{28A0092B-C50C-407E-A947-70E740481C1C}">
                  <a14:useLocalDpi xmlns:a14="http://schemas.microsoft.com/office/drawing/2010/main" val="0"/>
                </a:ext>
              </a:extLst>
            </a:blip>
            <a:srcRect l="31108" t="25093" r="26693" b="21211"/>
            <a:stretch/>
          </p:blipFill>
          <p:spPr>
            <a:xfrm>
              <a:off x="6178299" y="4467534"/>
              <a:ext cx="716184" cy="642167"/>
            </a:xfrm>
            <a:prstGeom prst="rect">
              <a:avLst/>
            </a:prstGeom>
          </p:spPr>
        </p:pic>
        <p:sp>
          <p:nvSpPr>
            <p:cNvPr id="2073" name="Объект 1">
              <a:extLst>
                <a:ext uri="{FF2B5EF4-FFF2-40B4-BE49-F238E27FC236}">
                  <a16:creationId xmlns:a16="http://schemas.microsoft.com/office/drawing/2014/main" id="{D8EADEDD-913E-5008-48EB-CC3DE38AB606}"/>
                </a:ext>
              </a:extLst>
            </p:cNvPr>
            <p:cNvSpPr txBox="1">
              <a:spLocks/>
            </p:cNvSpPr>
            <p:nvPr/>
          </p:nvSpPr>
          <p:spPr>
            <a:xfrm>
              <a:off x="6111089" y="5195476"/>
              <a:ext cx="850604" cy="25755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spcAft>
                  <a:spcPts val="0"/>
                </a:spcAft>
              </a:pPr>
              <a:r>
                <a:rPr lang="ru-RU" sz="1000"/>
                <a:t>Название показателя</a:t>
              </a:r>
            </a:p>
          </p:txBody>
        </p:sp>
        <p:sp>
          <p:nvSpPr>
            <p:cNvPr id="2079" name="Объект 1">
              <a:extLst>
                <a:ext uri="{FF2B5EF4-FFF2-40B4-BE49-F238E27FC236}">
                  <a16:creationId xmlns:a16="http://schemas.microsoft.com/office/drawing/2014/main" id="{ED26B15A-2CEB-E9ED-2B49-291304DD7B0F}"/>
                </a:ext>
              </a:extLst>
            </p:cNvPr>
            <p:cNvSpPr txBox="1">
              <a:spLocks/>
            </p:cNvSpPr>
            <p:nvPr/>
          </p:nvSpPr>
          <p:spPr>
            <a:xfrm>
              <a:off x="6089184" y="5504446"/>
              <a:ext cx="894414" cy="3393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lnSpc>
                  <a:spcPct val="100000"/>
                </a:lnSpc>
              </a:pPr>
              <a:r>
                <a:rPr lang="ru-RU" sz="2400" b="1"/>
                <a:t>66,5</a:t>
              </a:r>
            </a:p>
          </p:txBody>
        </p:sp>
      </p:grpSp>
      <p:grpSp>
        <p:nvGrpSpPr>
          <p:cNvPr id="2092" name="Группа 2091">
            <a:extLst>
              <a:ext uri="{FF2B5EF4-FFF2-40B4-BE49-F238E27FC236}">
                <a16:creationId xmlns:a16="http://schemas.microsoft.com/office/drawing/2014/main" id="{241B8DEB-A0AB-0D00-2E66-28236E7CFE0B}"/>
              </a:ext>
            </a:extLst>
          </p:cNvPr>
          <p:cNvGrpSpPr/>
          <p:nvPr/>
        </p:nvGrpSpPr>
        <p:grpSpPr>
          <a:xfrm>
            <a:off x="7389307" y="4463797"/>
            <a:ext cx="1080000" cy="1551971"/>
            <a:chOff x="7389307" y="4463797"/>
            <a:chExt cx="1080000" cy="1551971"/>
          </a:xfrm>
        </p:grpSpPr>
        <p:sp>
          <p:nvSpPr>
            <p:cNvPr id="2059" name="Прямоугольник: скругленные углы 2058">
              <a:extLst>
                <a:ext uri="{FF2B5EF4-FFF2-40B4-BE49-F238E27FC236}">
                  <a16:creationId xmlns:a16="http://schemas.microsoft.com/office/drawing/2014/main" id="{5E82D370-CB6F-C772-B2CD-63EEC89C359F}"/>
                </a:ext>
              </a:extLst>
            </p:cNvPr>
            <p:cNvSpPr/>
            <p:nvPr/>
          </p:nvSpPr>
          <p:spPr>
            <a:xfrm>
              <a:off x="7389307" y="4852198"/>
              <a:ext cx="1080000" cy="116357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pic>
          <p:nvPicPr>
            <p:cNvPr id="2067" name="Рисунок 2066">
              <a:extLst>
                <a:ext uri="{FF2B5EF4-FFF2-40B4-BE49-F238E27FC236}">
                  <a16:creationId xmlns:a16="http://schemas.microsoft.com/office/drawing/2014/main" id="{0AFA4253-1500-BC89-9172-9760C7B7B731}"/>
                </a:ext>
              </a:extLst>
            </p:cNvPr>
            <p:cNvPicPr>
              <a:picLocks noChangeAspect="1"/>
            </p:cNvPicPr>
            <p:nvPr/>
          </p:nvPicPr>
          <p:blipFill rotWithShape="1">
            <a:blip r:embed="rId6">
              <a:extLst>
                <a:ext uri="{28A0092B-C50C-407E-A947-70E740481C1C}">
                  <a14:useLocalDpi xmlns:a14="http://schemas.microsoft.com/office/drawing/2010/main" val="0"/>
                </a:ext>
              </a:extLst>
            </a:blip>
            <a:srcRect l="13788" t="8681" r="15927" b="8681"/>
            <a:stretch/>
          </p:blipFill>
          <p:spPr>
            <a:xfrm>
              <a:off x="7659254" y="4463797"/>
              <a:ext cx="540106" cy="635036"/>
            </a:xfrm>
            <a:prstGeom prst="rect">
              <a:avLst/>
            </a:prstGeom>
          </p:spPr>
        </p:pic>
        <p:sp>
          <p:nvSpPr>
            <p:cNvPr id="2074" name="Объект 1">
              <a:extLst>
                <a:ext uri="{FF2B5EF4-FFF2-40B4-BE49-F238E27FC236}">
                  <a16:creationId xmlns:a16="http://schemas.microsoft.com/office/drawing/2014/main" id="{AAC5FD01-0BE9-D374-7527-48898FB7D70B}"/>
                </a:ext>
              </a:extLst>
            </p:cNvPr>
            <p:cNvSpPr txBox="1">
              <a:spLocks/>
            </p:cNvSpPr>
            <p:nvPr/>
          </p:nvSpPr>
          <p:spPr>
            <a:xfrm>
              <a:off x="7504005" y="5195476"/>
              <a:ext cx="850604" cy="25755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spcAft>
                  <a:spcPts val="0"/>
                </a:spcAft>
              </a:pPr>
              <a:r>
                <a:rPr lang="ru-RU" sz="1000"/>
                <a:t>Название показателя</a:t>
              </a:r>
            </a:p>
          </p:txBody>
        </p:sp>
        <p:sp>
          <p:nvSpPr>
            <p:cNvPr id="2081" name="Объект 1">
              <a:extLst>
                <a:ext uri="{FF2B5EF4-FFF2-40B4-BE49-F238E27FC236}">
                  <a16:creationId xmlns:a16="http://schemas.microsoft.com/office/drawing/2014/main" id="{351AD419-DF3C-DFFF-C2CA-14EE7BD5B25C}"/>
                </a:ext>
              </a:extLst>
            </p:cNvPr>
            <p:cNvSpPr txBox="1">
              <a:spLocks/>
            </p:cNvSpPr>
            <p:nvPr/>
          </p:nvSpPr>
          <p:spPr>
            <a:xfrm>
              <a:off x="7482100" y="5504446"/>
              <a:ext cx="894414" cy="3393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lnSpc>
                  <a:spcPct val="100000"/>
                </a:lnSpc>
              </a:pPr>
              <a:r>
                <a:rPr lang="ru-RU" sz="2400" b="1"/>
                <a:t>157,8</a:t>
              </a:r>
            </a:p>
          </p:txBody>
        </p:sp>
      </p:grpSp>
      <p:grpSp>
        <p:nvGrpSpPr>
          <p:cNvPr id="2091" name="Группа 2090">
            <a:extLst>
              <a:ext uri="{FF2B5EF4-FFF2-40B4-BE49-F238E27FC236}">
                <a16:creationId xmlns:a16="http://schemas.microsoft.com/office/drawing/2014/main" id="{20E35C17-C887-D565-5EC2-04B7B6BE34EF}"/>
              </a:ext>
            </a:extLst>
          </p:cNvPr>
          <p:cNvGrpSpPr/>
          <p:nvPr/>
        </p:nvGrpSpPr>
        <p:grpSpPr>
          <a:xfrm>
            <a:off x="8782223" y="4459602"/>
            <a:ext cx="1080000" cy="1556166"/>
            <a:chOff x="8782223" y="4459602"/>
            <a:chExt cx="1080000" cy="1556166"/>
          </a:xfrm>
        </p:grpSpPr>
        <p:sp>
          <p:nvSpPr>
            <p:cNvPr id="2060" name="Прямоугольник: скругленные углы 2059">
              <a:extLst>
                <a:ext uri="{FF2B5EF4-FFF2-40B4-BE49-F238E27FC236}">
                  <a16:creationId xmlns:a16="http://schemas.microsoft.com/office/drawing/2014/main" id="{8BA10C50-07D2-7139-918C-A99BD85B2B69}"/>
                </a:ext>
              </a:extLst>
            </p:cNvPr>
            <p:cNvSpPr/>
            <p:nvPr/>
          </p:nvSpPr>
          <p:spPr>
            <a:xfrm>
              <a:off x="8782223" y="4852198"/>
              <a:ext cx="1080000" cy="116357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pic>
          <p:nvPicPr>
            <p:cNvPr id="2065" name="Рисунок 2064">
              <a:extLst>
                <a:ext uri="{FF2B5EF4-FFF2-40B4-BE49-F238E27FC236}">
                  <a16:creationId xmlns:a16="http://schemas.microsoft.com/office/drawing/2014/main" id="{DF922B19-5305-E0CC-1F82-E7583AB0720B}"/>
                </a:ext>
              </a:extLst>
            </p:cNvPr>
            <p:cNvPicPr>
              <a:picLocks noChangeAspect="1"/>
            </p:cNvPicPr>
            <p:nvPr/>
          </p:nvPicPr>
          <p:blipFill rotWithShape="1">
            <a:blip r:embed="rId7">
              <a:extLst>
                <a:ext uri="{28A0092B-C50C-407E-A947-70E740481C1C}">
                  <a14:useLocalDpi xmlns:a14="http://schemas.microsoft.com/office/drawing/2010/main" val="0"/>
                </a:ext>
              </a:extLst>
            </a:blip>
            <a:srcRect l="18091" t="10651" r="18091" b="10651"/>
            <a:stretch/>
          </p:blipFill>
          <p:spPr>
            <a:xfrm>
              <a:off x="9061854" y="4459602"/>
              <a:ext cx="520739" cy="642167"/>
            </a:xfrm>
            <a:prstGeom prst="rect">
              <a:avLst/>
            </a:prstGeom>
          </p:spPr>
        </p:pic>
        <p:sp>
          <p:nvSpPr>
            <p:cNvPr id="2075" name="Объект 1">
              <a:extLst>
                <a:ext uri="{FF2B5EF4-FFF2-40B4-BE49-F238E27FC236}">
                  <a16:creationId xmlns:a16="http://schemas.microsoft.com/office/drawing/2014/main" id="{4802A829-86BF-CC36-4960-0115456751A6}"/>
                </a:ext>
              </a:extLst>
            </p:cNvPr>
            <p:cNvSpPr txBox="1">
              <a:spLocks/>
            </p:cNvSpPr>
            <p:nvPr/>
          </p:nvSpPr>
          <p:spPr>
            <a:xfrm>
              <a:off x="8896921" y="5195476"/>
              <a:ext cx="850604" cy="25755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spcAft>
                  <a:spcPts val="0"/>
                </a:spcAft>
              </a:pPr>
              <a:r>
                <a:rPr lang="ru-RU" sz="1000"/>
                <a:t>Название показателя</a:t>
              </a:r>
            </a:p>
          </p:txBody>
        </p:sp>
        <p:sp>
          <p:nvSpPr>
            <p:cNvPr id="2083" name="Объект 1">
              <a:extLst>
                <a:ext uri="{FF2B5EF4-FFF2-40B4-BE49-F238E27FC236}">
                  <a16:creationId xmlns:a16="http://schemas.microsoft.com/office/drawing/2014/main" id="{A8262951-892E-76CB-9AB2-D056EEB081C3}"/>
                </a:ext>
              </a:extLst>
            </p:cNvPr>
            <p:cNvSpPr txBox="1">
              <a:spLocks/>
            </p:cNvSpPr>
            <p:nvPr/>
          </p:nvSpPr>
          <p:spPr>
            <a:xfrm>
              <a:off x="8875016" y="5504446"/>
              <a:ext cx="894414" cy="3393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lnSpc>
                  <a:spcPct val="100000"/>
                </a:lnSpc>
              </a:pPr>
              <a:r>
                <a:rPr lang="ru-RU" sz="2400" b="1"/>
                <a:t>0,98</a:t>
              </a:r>
            </a:p>
          </p:txBody>
        </p:sp>
      </p:grpSp>
      <p:grpSp>
        <p:nvGrpSpPr>
          <p:cNvPr id="2090" name="Группа 2089">
            <a:extLst>
              <a:ext uri="{FF2B5EF4-FFF2-40B4-BE49-F238E27FC236}">
                <a16:creationId xmlns:a16="http://schemas.microsoft.com/office/drawing/2014/main" id="{D93FC738-3C3A-411E-3DF6-16F5B30EC143}"/>
              </a:ext>
            </a:extLst>
          </p:cNvPr>
          <p:cNvGrpSpPr/>
          <p:nvPr/>
        </p:nvGrpSpPr>
        <p:grpSpPr>
          <a:xfrm>
            <a:off x="10175137" y="4459602"/>
            <a:ext cx="1080000" cy="1556166"/>
            <a:chOff x="10175137" y="4459602"/>
            <a:chExt cx="1080000" cy="1556166"/>
          </a:xfrm>
        </p:grpSpPr>
        <p:sp>
          <p:nvSpPr>
            <p:cNvPr id="2061" name="Прямоугольник: скругленные углы 2060">
              <a:extLst>
                <a:ext uri="{FF2B5EF4-FFF2-40B4-BE49-F238E27FC236}">
                  <a16:creationId xmlns:a16="http://schemas.microsoft.com/office/drawing/2014/main" id="{EA07D623-2F12-86D3-27B2-8D23282A6523}"/>
                </a:ext>
              </a:extLst>
            </p:cNvPr>
            <p:cNvSpPr/>
            <p:nvPr/>
          </p:nvSpPr>
          <p:spPr>
            <a:xfrm>
              <a:off x="10175137" y="4852198"/>
              <a:ext cx="1080000" cy="116357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pic>
          <p:nvPicPr>
            <p:cNvPr id="2071" name="Рисунок 2070" descr="Изображение выглядит как кукла, игрушка, векторная графика&#10;&#10;Автоматически созданное описание">
              <a:extLst>
                <a:ext uri="{FF2B5EF4-FFF2-40B4-BE49-F238E27FC236}">
                  <a16:creationId xmlns:a16="http://schemas.microsoft.com/office/drawing/2014/main" id="{668D9550-346B-35A5-7676-AC43B2D2A71F}"/>
                </a:ext>
              </a:extLst>
            </p:cNvPr>
            <p:cNvPicPr>
              <a:picLocks noChangeAspect="1"/>
            </p:cNvPicPr>
            <p:nvPr/>
          </p:nvPicPr>
          <p:blipFill rotWithShape="1">
            <a:blip r:embed="rId8">
              <a:extLst>
                <a:ext uri="{28A0092B-C50C-407E-A947-70E740481C1C}">
                  <a14:useLocalDpi xmlns:a14="http://schemas.microsoft.com/office/drawing/2010/main" val="0"/>
                </a:ext>
              </a:extLst>
            </a:blip>
            <a:srcRect l="17170" t="7579" r="-5408" b="12339"/>
            <a:stretch/>
          </p:blipFill>
          <p:spPr>
            <a:xfrm>
              <a:off x="10450160" y="4459602"/>
              <a:ext cx="712184" cy="646361"/>
            </a:xfrm>
            <a:prstGeom prst="rect">
              <a:avLst/>
            </a:prstGeom>
          </p:spPr>
        </p:pic>
        <p:sp>
          <p:nvSpPr>
            <p:cNvPr id="2076" name="Объект 1">
              <a:extLst>
                <a:ext uri="{FF2B5EF4-FFF2-40B4-BE49-F238E27FC236}">
                  <a16:creationId xmlns:a16="http://schemas.microsoft.com/office/drawing/2014/main" id="{0D2C8674-61EE-C9C3-1E1B-3F009417E26C}"/>
                </a:ext>
              </a:extLst>
            </p:cNvPr>
            <p:cNvSpPr txBox="1">
              <a:spLocks/>
            </p:cNvSpPr>
            <p:nvPr/>
          </p:nvSpPr>
          <p:spPr>
            <a:xfrm>
              <a:off x="10289835" y="5195476"/>
              <a:ext cx="850604" cy="257557"/>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spcAft>
                  <a:spcPts val="0"/>
                </a:spcAft>
              </a:pPr>
              <a:r>
                <a:rPr lang="ru-RU" sz="1000"/>
                <a:t>Название показателя</a:t>
              </a:r>
            </a:p>
          </p:txBody>
        </p:sp>
        <p:sp>
          <p:nvSpPr>
            <p:cNvPr id="2085" name="Объект 1">
              <a:extLst>
                <a:ext uri="{FF2B5EF4-FFF2-40B4-BE49-F238E27FC236}">
                  <a16:creationId xmlns:a16="http://schemas.microsoft.com/office/drawing/2014/main" id="{312E7699-6392-40A4-AC95-F0F0B37E43F5}"/>
                </a:ext>
              </a:extLst>
            </p:cNvPr>
            <p:cNvSpPr txBox="1">
              <a:spLocks/>
            </p:cNvSpPr>
            <p:nvPr/>
          </p:nvSpPr>
          <p:spPr>
            <a:xfrm>
              <a:off x="10267930" y="5498559"/>
              <a:ext cx="894414" cy="33935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gn="ctr">
                <a:lnSpc>
                  <a:spcPct val="100000"/>
                </a:lnSpc>
              </a:pPr>
              <a:r>
                <a:rPr lang="ru-RU" sz="2400" b="1"/>
                <a:t>78,3%</a:t>
              </a:r>
            </a:p>
          </p:txBody>
        </p:sp>
      </p:grpSp>
      <p:sp>
        <p:nvSpPr>
          <p:cNvPr id="2" name="Нижний колонтитул 1">
            <a:extLst>
              <a:ext uri="{FF2B5EF4-FFF2-40B4-BE49-F238E27FC236}">
                <a16:creationId xmlns:a16="http://schemas.microsoft.com/office/drawing/2014/main" id="{A97AE1BB-BC26-378D-9C7D-763735A4D9FA}"/>
              </a:ext>
            </a:extLst>
          </p:cNvPr>
          <p:cNvSpPr>
            <a:spLocks noGrp="1"/>
          </p:cNvSpPr>
          <p:nvPr>
            <p:ph type="ftr" sz="quarter" idx="11"/>
          </p:nvPr>
        </p:nvSpPr>
        <p:spPr/>
        <p:txBody>
          <a:bodyPr/>
          <a:lstStyle/>
          <a:p>
            <a:endParaRPr lang="ru-RU"/>
          </a:p>
        </p:txBody>
      </p:sp>
      <p:sp>
        <p:nvSpPr>
          <p:cNvPr id="3" name="Номер слайда 2">
            <a:extLst>
              <a:ext uri="{FF2B5EF4-FFF2-40B4-BE49-F238E27FC236}">
                <a16:creationId xmlns:a16="http://schemas.microsoft.com/office/drawing/2014/main" id="{9BFA7895-A053-F966-14FD-AFAB63091FFB}"/>
              </a:ext>
            </a:extLst>
          </p:cNvPr>
          <p:cNvSpPr>
            <a:spLocks noGrp="1"/>
          </p:cNvSpPr>
          <p:nvPr>
            <p:ph type="sldNum" sz="quarter" idx="12"/>
          </p:nvPr>
        </p:nvSpPr>
        <p:spPr/>
        <p:txBody>
          <a:bodyPr/>
          <a:lstStyle/>
          <a:p>
            <a:fld id="{EB5249F5-0093-48B0-B996-C4E44A87EAFB}" type="slidenum">
              <a:rPr lang="ru-RU" smtClean="0"/>
              <a:pPr/>
              <a:t>72</a:t>
            </a:fld>
            <a:endParaRPr lang="ru-RU"/>
          </a:p>
        </p:txBody>
      </p:sp>
    </p:spTree>
    <p:extLst>
      <p:ext uri="{BB962C8B-B14F-4D97-AF65-F5344CB8AC3E}">
        <p14:creationId xmlns:p14="http://schemas.microsoft.com/office/powerpoint/2010/main" val="1194569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Прямоугольник: скругленные углы 10">
            <a:extLst>
              <a:ext uri="{FF2B5EF4-FFF2-40B4-BE49-F238E27FC236}">
                <a16:creationId xmlns:a16="http://schemas.microsoft.com/office/drawing/2014/main" id="{D0F36887-AE5D-2E4C-992E-D33D2F043ADC}"/>
              </a:ext>
            </a:extLst>
          </p:cNvPr>
          <p:cNvSpPr/>
          <p:nvPr/>
        </p:nvSpPr>
        <p:spPr>
          <a:xfrm>
            <a:off x="659458" y="1525912"/>
            <a:ext cx="5220000" cy="2232000"/>
          </a:xfrm>
          <a:prstGeom prst="roundRect">
            <a:avLst>
              <a:gd name="adj" fmla="val 14472"/>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5" name="Прямоугольник: скругленные углы 10">
            <a:extLst>
              <a:ext uri="{FF2B5EF4-FFF2-40B4-BE49-F238E27FC236}">
                <a16:creationId xmlns:a16="http://schemas.microsoft.com/office/drawing/2014/main" id="{85D9CDAE-2D04-564A-BD25-490705061608}"/>
              </a:ext>
            </a:extLst>
          </p:cNvPr>
          <p:cNvSpPr/>
          <p:nvPr/>
        </p:nvSpPr>
        <p:spPr>
          <a:xfrm>
            <a:off x="659458" y="4036188"/>
            <a:ext cx="5220000" cy="2232000"/>
          </a:xfrm>
          <a:prstGeom prst="roundRect">
            <a:avLst>
              <a:gd name="adj" fmla="val 14472"/>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6" name="Прямоугольник: скругленные углы 10">
            <a:extLst>
              <a:ext uri="{FF2B5EF4-FFF2-40B4-BE49-F238E27FC236}">
                <a16:creationId xmlns:a16="http://schemas.microsoft.com/office/drawing/2014/main" id="{91755209-11A6-C342-8175-1CC1050504F5}"/>
              </a:ext>
            </a:extLst>
          </p:cNvPr>
          <p:cNvSpPr/>
          <p:nvPr/>
        </p:nvSpPr>
        <p:spPr>
          <a:xfrm>
            <a:off x="6329168" y="1525912"/>
            <a:ext cx="5220000" cy="2232000"/>
          </a:xfrm>
          <a:prstGeom prst="roundRect">
            <a:avLst>
              <a:gd name="adj" fmla="val 14472"/>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7" name="Прямоугольник: скругленные углы 10">
            <a:extLst>
              <a:ext uri="{FF2B5EF4-FFF2-40B4-BE49-F238E27FC236}">
                <a16:creationId xmlns:a16="http://schemas.microsoft.com/office/drawing/2014/main" id="{7A078011-20A0-2640-8E06-D14252E5EAF1}"/>
              </a:ext>
            </a:extLst>
          </p:cNvPr>
          <p:cNvSpPr/>
          <p:nvPr/>
        </p:nvSpPr>
        <p:spPr>
          <a:xfrm>
            <a:off x="6345794" y="4036188"/>
            <a:ext cx="5220000" cy="2232000"/>
          </a:xfrm>
          <a:prstGeom prst="roundRect">
            <a:avLst>
              <a:gd name="adj" fmla="val 14472"/>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33" name="Группа 32">
            <a:extLst>
              <a:ext uri="{FF2B5EF4-FFF2-40B4-BE49-F238E27FC236}">
                <a16:creationId xmlns:a16="http://schemas.microsoft.com/office/drawing/2014/main" id="{16F25850-A853-9443-A2BF-13DF672019DF}"/>
              </a:ext>
            </a:extLst>
          </p:cNvPr>
          <p:cNvGrpSpPr/>
          <p:nvPr/>
        </p:nvGrpSpPr>
        <p:grpSpPr>
          <a:xfrm>
            <a:off x="8743919" y="1966767"/>
            <a:ext cx="2422610" cy="1350291"/>
            <a:chOff x="8643182" y="4520416"/>
            <a:chExt cx="2378594" cy="1350291"/>
          </a:xfrm>
        </p:grpSpPr>
        <p:sp>
          <p:nvSpPr>
            <p:cNvPr id="34" name="TextBox 33">
              <a:extLst>
                <a:ext uri="{FF2B5EF4-FFF2-40B4-BE49-F238E27FC236}">
                  <a16:creationId xmlns:a16="http://schemas.microsoft.com/office/drawing/2014/main" id="{3CE045D3-9DAF-2649-B877-E65FA755B115}"/>
                </a:ext>
              </a:extLst>
            </p:cNvPr>
            <p:cNvSpPr txBox="1"/>
            <p:nvPr/>
          </p:nvSpPr>
          <p:spPr>
            <a:xfrm>
              <a:off x="8643182" y="4520416"/>
              <a:ext cx="2378594" cy="648678"/>
            </a:xfrm>
            <a:prstGeom prst="rect">
              <a:avLst/>
            </a:prstGeom>
            <a:noFill/>
          </p:spPr>
          <p:txBody>
            <a:bodyPr wrap="square" lIns="0" tIns="0" rIns="0" bIns="0" rtlCol="0">
              <a:noAutofit/>
            </a:bodyPr>
            <a:lstStyle/>
            <a:p>
              <a:r>
                <a:rPr lang="ru-RU" sz="4400" b="1">
                  <a:solidFill>
                    <a:schemeClr val="bg1"/>
                  </a:solidFill>
                </a:rPr>
                <a:t>1234</a:t>
              </a:r>
            </a:p>
          </p:txBody>
        </p:sp>
        <p:sp>
          <p:nvSpPr>
            <p:cNvPr id="35" name="TextBox 34">
              <a:extLst>
                <a:ext uri="{FF2B5EF4-FFF2-40B4-BE49-F238E27FC236}">
                  <a16:creationId xmlns:a16="http://schemas.microsoft.com/office/drawing/2014/main" id="{48073E08-C85C-914B-9DA2-C1884827C067}"/>
                </a:ext>
              </a:extLst>
            </p:cNvPr>
            <p:cNvSpPr txBox="1"/>
            <p:nvPr/>
          </p:nvSpPr>
          <p:spPr>
            <a:xfrm>
              <a:off x="8643182" y="5222029"/>
              <a:ext cx="2378593" cy="648678"/>
            </a:xfrm>
            <a:prstGeom prst="rect">
              <a:avLst/>
            </a:prstGeom>
            <a:noFill/>
          </p:spPr>
          <p:txBody>
            <a:bodyPr wrap="square" lIns="0" tIns="0" rIns="0" bIns="0" rtlCol="0">
              <a:noAutofit/>
            </a:bodyPr>
            <a:lstStyle/>
            <a:p>
              <a:r>
                <a:rPr lang="ru-RU">
                  <a:solidFill>
                    <a:schemeClr val="bg1"/>
                  </a:solidFill>
                </a:rPr>
                <a:t>Здесь может быть твой текст</a:t>
              </a:r>
            </a:p>
          </p:txBody>
        </p:sp>
      </p:grpSp>
      <p:grpSp>
        <p:nvGrpSpPr>
          <p:cNvPr id="36" name="Группа 35">
            <a:extLst>
              <a:ext uri="{FF2B5EF4-FFF2-40B4-BE49-F238E27FC236}">
                <a16:creationId xmlns:a16="http://schemas.microsoft.com/office/drawing/2014/main" id="{A9D548B2-932E-7F4A-8A27-19F8EAC7310F}"/>
              </a:ext>
            </a:extLst>
          </p:cNvPr>
          <p:cNvGrpSpPr/>
          <p:nvPr/>
        </p:nvGrpSpPr>
        <p:grpSpPr>
          <a:xfrm>
            <a:off x="3051278" y="1966767"/>
            <a:ext cx="2373130" cy="1350291"/>
            <a:chOff x="2950541" y="4512667"/>
            <a:chExt cx="2373128" cy="1350291"/>
          </a:xfrm>
        </p:grpSpPr>
        <p:sp>
          <p:nvSpPr>
            <p:cNvPr id="37" name="TextBox 36">
              <a:extLst>
                <a:ext uri="{FF2B5EF4-FFF2-40B4-BE49-F238E27FC236}">
                  <a16:creationId xmlns:a16="http://schemas.microsoft.com/office/drawing/2014/main" id="{1D7ACCB5-4AF9-4341-8AC2-69E442748766}"/>
                </a:ext>
              </a:extLst>
            </p:cNvPr>
            <p:cNvSpPr txBox="1"/>
            <p:nvPr/>
          </p:nvSpPr>
          <p:spPr>
            <a:xfrm>
              <a:off x="2950541" y="4512667"/>
              <a:ext cx="2373127" cy="648678"/>
            </a:xfrm>
            <a:prstGeom prst="rect">
              <a:avLst/>
            </a:prstGeom>
            <a:noFill/>
          </p:spPr>
          <p:txBody>
            <a:bodyPr wrap="square" lIns="0" tIns="0" rIns="0" bIns="0" rtlCol="0">
              <a:noAutofit/>
            </a:bodyPr>
            <a:lstStyle/>
            <a:p>
              <a:r>
                <a:rPr lang="ru-RU" sz="4400" b="1">
                  <a:solidFill>
                    <a:schemeClr val="bg1"/>
                  </a:solidFill>
                </a:rPr>
                <a:t>1234</a:t>
              </a:r>
            </a:p>
          </p:txBody>
        </p:sp>
        <p:sp>
          <p:nvSpPr>
            <p:cNvPr id="38" name="TextBox 37">
              <a:extLst>
                <a:ext uri="{FF2B5EF4-FFF2-40B4-BE49-F238E27FC236}">
                  <a16:creationId xmlns:a16="http://schemas.microsoft.com/office/drawing/2014/main" id="{3040A0F4-2FE9-8B40-8F65-23B9688A7318}"/>
                </a:ext>
              </a:extLst>
            </p:cNvPr>
            <p:cNvSpPr txBox="1"/>
            <p:nvPr/>
          </p:nvSpPr>
          <p:spPr>
            <a:xfrm>
              <a:off x="2950543" y="5214280"/>
              <a:ext cx="2373126" cy="648678"/>
            </a:xfrm>
            <a:prstGeom prst="rect">
              <a:avLst/>
            </a:prstGeom>
            <a:noFill/>
          </p:spPr>
          <p:txBody>
            <a:bodyPr wrap="square" lIns="0" tIns="0" rIns="0" bIns="0" rtlCol="0">
              <a:noAutofit/>
            </a:bodyPr>
            <a:lstStyle/>
            <a:p>
              <a:r>
                <a:rPr lang="ru-RU">
                  <a:solidFill>
                    <a:schemeClr val="bg1"/>
                  </a:solidFill>
                </a:rPr>
                <a:t>Здесь может быть твой текст</a:t>
              </a:r>
            </a:p>
          </p:txBody>
        </p:sp>
      </p:grpSp>
      <p:sp>
        <p:nvSpPr>
          <p:cNvPr id="2" name="Нижний колонтитул 1">
            <a:extLst>
              <a:ext uri="{FF2B5EF4-FFF2-40B4-BE49-F238E27FC236}">
                <a16:creationId xmlns:a16="http://schemas.microsoft.com/office/drawing/2014/main" id="{D739C1A1-441A-BD48-8B9F-CB00CB3F5363}"/>
              </a:ext>
            </a:extLst>
          </p:cNvPr>
          <p:cNvSpPr>
            <a:spLocks noGrp="1"/>
          </p:cNvSpPr>
          <p:nvPr>
            <p:ph type="ftr" sz="quarter" idx="11"/>
          </p:nvPr>
        </p:nvSpPr>
        <p:spPr/>
        <p:txBody>
          <a:bodyPr/>
          <a:lstStyle/>
          <a:p>
            <a:endParaRPr lang="ru-RU"/>
          </a:p>
        </p:txBody>
      </p:sp>
      <p:sp>
        <p:nvSpPr>
          <p:cNvPr id="5" name="Заголовок 4">
            <a:extLst>
              <a:ext uri="{FF2B5EF4-FFF2-40B4-BE49-F238E27FC236}">
                <a16:creationId xmlns:a16="http://schemas.microsoft.com/office/drawing/2014/main" id="{31ABEDE5-0805-FA4E-8E43-0D05FFB5D086}"/>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3" name="Номер слайда 2">
            <a:extLst>
              <a:ext uri="{FF2B5EF4-FFF2-40B4-BE49-F238E27FC236}">
                <a16:creationId xmlns:a16="http://schemas.microsoft.com/office/drawing/2014/main" id="{D1312ACF-7749-E247-B09C-0FCBD3195C53}"/>
              </a:ext>
            </a:extLst>
          </p:cNvPr>
          <p:cNvSpPr>
            <a:spLocks noGrp="1"/>
          </p:cNvSpPr>
          <p:nvPr>
            <p:ph type="sldNum" sz="quarter" idx="12"/>
          </p:nvPr>
        </p:nvSpPr>
        <p:spPr/>
        <p:txBody>
          <a:bodyPr/>
          <a:lstStyle/>
          <a:p>
            <a:fld id="{EB5249F5-0093-48B0-B996-C4E44A87EAFB}" type="slidenum">
              <a:rPr lang="ru-RU" smtClean="0"/>
              <a:pPr/>
              <a:t>73</a:t>
            </a:fld>
            <a:endParaRPr lang="ru-RU"/>
          </a:p>
        </p:txBody>
      </p:sp>
      <p:grpSp>
        <p:nvGrpSpPr>
          <p:cNvPr id="30" name="Группа 29">
            <a:extLst>
              <a:ext uri="{FF2B5EF4-FFF2-40B4-BE49-F238E27FC236}">
                <a16:creationId xmlns:a16="http://schemas.microsoft.com/office/drawing/2014/main" id="{45139932-7021-BE43-A15F-7B712F486B83}"/>
              </a:ext>
            </a:extLst>
          </p:cNvPr>
          <p:cNvGrpSpPr/>
          <p:nvPr/>
        </p:nvGrpSpPr>
        <p:grpSpPr>
          <a:xfrm>
            <a:off x="8743919" y="4477043"/>
            <a:ext cx="2422609" cy="1350291"/>
            <a:chOff x="8643182" y="4520416"/>
            <a:chExt cx="2378593" cy="1350291"/>
          </a:xfrm>
        </p:grpSpPr>
        <p:sp>
          <p:nvSpPr>
            <p:cNvPr id="23" name="TextBox 22">
              <a:extLst>
                <a:ext uri="{FF2B5EF4-FFF2-40B4-BE49-F238E27FC236}">
                  <a16:creationId xmlns:a16="http://schemas.microsoft.com/office/drawing/2014/main" id="{8D2E1ABE-B64A-2941-9C82-AE6D8C9F5C74}"/>
                </a:ext>
              </a:extLst>
            </p:cNvPr>
            <p:cNvSpPr txBox="1"/>
            <p:nvPr/>
          </p:nvSpPr>
          <p:spPr>
            <a:xfrm>
              <a:off x="8643182" y="4520416"/>
              <a:ext cx="2378593" cy="648678"/>
            </a:xfrm>
            <a:prstGeom prst="rect">
              <a:avLst/>
            </a:prstGeom>
            <a:noFill/>
          </p:spPr>
          <p:txBody>
            <a:bodyPr wrap="square" lIns="0" tIns="0" rIns="0" bIns="0" rtlCol="0">
              <a:noAutofit/>
            </a:bodyPr>
            <a:lstStyle/>
            <a:p>
              <a:r>
                <a:rPr lang="ru-RU" sz="4400" b="1">
                  <a:solidFill>
                    <a:schemeClr val="bg1"/>
                  </a:solidFill>
                </a:rPr>
                <a:t>1234</a:t>
              </a:r>
            </a:p>
          </p:txBody>
        </p:sp>
        <p:sp>
          <p:nvSpPr>
            <p:cNvPr id="24" name="TextBox 23">
              <a:extLst>
                <a:ext uri="{FF2B5EF4-FFF2-40B4-BE49-F238E27FC236}">
                  <a16:creationId xmlns:a16="http://schemas.microsoft.com/office/drawing/2014/main" id="{A81EF2B0-EA13-1041-8216-1B076CCFE3C2}"/>
                </a:ext>
              </a:extLst>
            </p:cNvPr>
            <p:cNvSpPr txBox="1"/>
            <p:nvPr/>
          </p:nvSpPr>
          <p:spPr>
            <a:xfrm>
              <a:off x="8643183" y="5222029"/>
              <a:ext cx="2378592" cy="648678"/>
            </a:xfrm>
            <a:prstGeom prst="rect">
              <a:avLst/>
            </a:prstGeom>
            <a:noFill/>
          </p:spPr>
          <p:txBody>
            <a:bodyPr wrap="square" lIns="0" tIns="0" rIns="0" bIns="0" rtlCol="0">
              <a:noAutofit/>
            </a:bodyPr>
            <a:lstStyle/>
            <a:p>
              <a:r>
                <a:rPr lang="ru-RU">
                  <a:solidFill>
                    <a:schemeClr val="bg1"/>
                  </a:solidFill>
                </a:rPr>
                <a:t>Здесь может быть твой текст</a:t>
              </a:r>
            </a:p>
          </p:txBody>
        </p:sp>
      </p:grpSp>
      <p:grpSp>
        <p:nvGrpSpPr>
          <p:cNvPr id="27" name="Группа 26">
            <a:extLst>
              <a:ext uri="{FF2B5EF4-FFF2-40B4-BE49-F238E27FC236}">
                <a16:creationId xmlns:a16="http://schemas.microsoft.com/office/drawing/2014/main" id="{473E433C-2C7C-5F48-96CC-2BD7C8F7E9F0}"/>
              </a:ext>
            </a:extLst>
          </p:cNvPr>
          <p:cNvGrpSpPr/>
          <p:nvPr/>
        </p:nvGrpSpPr>
        <p:grpSpPr>
          <a:xfrm>
            <a:off x="3051278" y="4477043"/>
            <a:ext cx="2373130" cy="1350291"/>
            <a:chOff x="2950541" y="4512667"/>
            <a:chExt cx="2373128" cy="1350291"/>
          </a:xfrm>
        </p:grpSpPr>
        <p:sp>
          <p:nvSpPr>
            <p:cNvPr id="25" name="TextBox 24">
              <a:extLst>
                <a:ext uri="{FF2B5EF4-FFF2-40B4-BE49-F238E27FC236}">
                  <a16:creationId xmlns:a16="http://schemas.microsoft.com/office/drawing/2014/main" id="{7031E0F7-62AD-DF4B-9B3C-08BD1D3D408B}"/>
                </a:ext>
              </a:extLst>
            </p:cNvPr>
            <p:cNvSpPr txBox="1"/>
            <p:nvPr/>
          </p:nvSpPr>
          <p:spPr>
            <a:xfrm>
              <a:off x="2950541" y="4512667"/>
              <a:ext cx="2373127" cy="648678"/>
            </a:xfrm>
            <a:prstGeom prst="rect">
              <a:avLst/>
            </a:prstGeom>
            <a:noFill/>
          </p:spPr>
          <p:txBody>
            <a:bodyPr wrap="square" lIns="0" tIns="0" rIns="0" bIns="0" rtlCol="0">
              <a:noAutofit/>
            </a:bodyPr>
            <a:lstStyle/>
            <a:p>
              <a:r>
                <a:rPr lang="ru-RU" sz="4400" b="1">
                  <a:solidFill>
                    <a:schemeClr val="bg1"/>
                  </a:solidFill>
                </a:rPr>
                <a:t>1234</a:t>
              </a:r>
            </a:p>
          </p:txBody>
        </p:sp>
        <p:sp>
          <p:nvSpPr>
            <p:cNvPr id="26" name="TextBox 25">
              <a:extLst>
                <a:ext uri="{FF2B5EF4-FFF2-40B4-BE49-F238E27FC236}">
                  <a16:creationId xmlns:a16="http://schemas.microsoft.com/office/drawing/2014/main" id="{73DFBB7E-9745-3641-A387-6EDA97C9BCDF}"/>
                </a:ext>
              </a:extLst>
            </p:cNvPr>
            <p:cNvSpPr txBox="1"/>
            <p:nvPr/>
          </p:nvSpPr>
          <p:spPr>
            <a:xfrm>
              <a:off x="2950543" y="5214280"/>
              <a:ext cx="2373126" cy="648678"/>
            </a:xfrm>
            <a:prstGeom prst="rect">
              <a:avLst/>
            </a:prstGeom>
            <a:noFill/>
          </p:spPr>
          <p:txBody>
            <a:bodyPr wrap="square" lIns="0" tIns="0" rIns="0" bIns="0" rtlCol="0">
              <a:noAutofit/>
            </a:bodyPr>
            <a:lstStyle/>
            <a:p>
              <a:r>
                <a:rPr lang="ru-RU">
                  <a:solidFill>
                    <a:schemeClr val="bg1"/>
                  </a:solidFill>
                </a:rPr>
                <a:t>Здесь может быть твой текст</a:t>
              </a:r>
            </a:p>
          </p:txBody>
        </p:sp>
      </p:grpSp>
      <p:pic>
        <p:nvPicPr>
          <p:cNvPr id="8" name="Рисунок 7">
            <a:extLst>
              <a:ext uri="{FF2B5EF4-FFF2-40B4-BE49-F238E27FC236}">
                <a16:creationId xmlns:a16="http://schemas.microsoft.com/office/drawing/2014/main" id="{B629BEEB-3728-48F3-AAE9-740C8B4A3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328" y="1900758"/>
            <a:ext cx="1955593" cy="1535243"/>
          </a:xfrm>
          <a:prstGeom prst="rect">
            <a:avLst/>
          </a:prstGeom>
        </p:spPr>
      </p:pic>
      <p:pic>
        <p:nvPicPr>
          <p:cNvPr id="10" name="Рисунок 9">
            <a:extLst>
              <a:ext uri="{FF2B5EF4-FFF2-40B4-BE49-F238E27FC236}">
                <a16:creationId xmlns:a16="http://schemas.microsoft.com/office/drawing/2014/main" id="{F8C96ABB-AE89-4315-8C2E-02D544B857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567" y="4015630"/>
            <a:ext cx="2291301" cy="2273116"/>
          </a:xfrm>
          <a:prstGeom prst="rect">
            <a:avLst/>
          </a:prstGeom>
        </p:spPr>
      </p:pic>
      <p:pic>
        <p:nvPicPr>
          <p:cNvPr id="12" name="Рисунок 11">
            <a:extLst>
              <a:ext uri="{FF2B5EF4-FFF2-40B4-BE49-F238E27FC236}">
                <a16:creationId xmlns:a16="http://schemas.microsoft.com/office/drawing/2014/main" id="{8D362230-8BD2-44EC-BCB1-14A9E1B56C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1356" y="1638058"/>
            <a:ext cx="2007708" cy="2007708"/>
          </a:xfrm>
          <a:prstGeom prst="rect">
            <a:avLst/>
          </a:prstGeom>
        </p:spPr>
      </p:pic>
      <p:pic>
        <p:nvPicPr>
          <p:cNvPr id="14" name="Рисунок 13">
            <a:extLst>
              <a:ext uri="{FF2B5EF4-FFF2-40B4-BE49-F238E27FC236}">
                <a16:creationId xmlns:a16="http://schemas.microsoft.com/office/drawing/2014/main" id="{E4CCE29E-A2A6-43DE-B775-172746DD00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55728" y="4195626"/>
            <a:ext cx="1963747" cy="1860190"/>
          </a:xfrm>
          <a:prstGeom prst="rect">
            <a:avLst/>
          </a:prstGeom>
        </p:spPr>
      </p:pic>
    </p:spTree>
    <p:extLst>
      <p:ext uri="{BB962C8B-B14F-4D97-AF65-F5344CB8AC3E}">
        <p14:creationId xmlns:p14="http://schemas.microsoft.com/office/powerpoint/2010/main" val="4650206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96C05E96-4DDE-AD46-ACA3-64376C3BD216}"/>
              </a:ext>
            </a:extLst>
          </p:cNvPr>
          <p:cNvSpPr>
            <a:spLocks noGrp="1"/>
          </p:cNvSpPr>
          <p:nvPr>
            <p:ph type="sldNum" sz="quarter" idx="12"/>
          </p:nvPr>
        </p:nvSpPr>
        <p:spPr/>
        <p:txBody>
          <a:bodyPr/>
          <a:lstStyle/>
          <a:p>
            <a:fld id="{EB5249F5-0093-48B0-B996-C4E44A87EAFB}" type="slidenum">
              <a:rPr lang="ru-RU" smtClean="0"/>
              <a:pPr/>
              <a:t>74</a:t>
            </a:fld>
            <a:endParaRPr lang="ru-RU"/>
          </a:p>
        </p:txBody>
      </p:sp>
      <p:sp>
        <p:nvSpPr>
          <p:cNvPr id="5" name="Заголовок 4">
            <a:extLst>
              <a:ext uri="{FF2B5EF4-FFF2-40B4-BE49-F238E27FC236}">
                <a16:creationId xmlns:a16="http://schemas.microsoft.com/office/drawing/2014/main" id="{AEB7D67D-8F80-6940-9542-1B2A3DB3ECF2}"/>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6" name="Прямоугольник: скругленные углы 1">
            <a:extLst>
              <a:ext uri="{FF2B5EF4-FFF2-40B4-BE49-F238E27FC236}">
                <a16:creationId xmlns:a16="http://schemas.microsoft.com/office/drawing/2014/main" id="{B8D259FD-61A3-3843-BE0E-95576371609A}"/>
              </a:ext>
            </a:extLst>
          </p:cNvPr>
          <p:cNvSpPr/>
          <p:nvPr/>
        </p:nvSpPr>
        <p:spPr>
          <a:xfrm>
            <a:off x="8163564" y="1810984"/>
            <a:ext cx="3387086" cy="1872000"/>
          </a:xfrm>
          <a:prstGeom prst="roundRect">
            <a:avLst>
              <a:gd name="adj" fmla="val 1210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 name="Прямоугольник: скругленные углы 1">
            <a:extLst>
              <a:ext uri="{FF2B5EF4-FFF2-40B4-BE49-F238E27FC236}">
                <a16:creationId xmlns:a16="http://schemas.microsoft.com/office/drawing/2014/main" id="{8E29A790-04B4-C043-83C0-C07D50D634DD}"/>
              </a:ext>
            </a:extLst>
          </p:cNvPr>
          <p:cNvSpPr/>
          <p:nvPr/>
        </p:nvSpPr>
        <p:spPr>
          <a:xfrm>
            <a:off x="5198113" y="1810984"/>
            <a:ext cx="2715575" cy="1872000"/>
          </a:xfrm>
          <a:prstGeom prst="roundRect">
            <a:avLst>
              <a:gd name="adj" fmla="val 1210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8" name="TextBox 7">
            <a:extLst>
              <a:ext uri="{FF2B5EF4-FFF2-40B4-BE49-F238E27FC236}">
                <a16:creationId xmlns:a16="http://schemas.microsoft.com/office/drawing/2014/main" id="{6F4EE579-26E6-6440-90A3-615D2F4FB8D5}"/>
              </a:ext>
            </a:extLst>
          </p:cNvPr>
          <p:cNvSpPr txBox="1"/>
          <p:nvPr/>
        </p:nvSpPr>
        <p:spPr>
          <a:xfrm>
            <a:off x="5764447" y="2215426"/>
            <a:ext cx="1538745" cy="648678"/>
          </a:xfrm>
          <a:prstGeom prst="rect">
            <a:avLst/>
          </a:prstGeom>
          <a:noFill/>
        </p:spPr>
        <p:txBody>
          <a:bodyPr wrap="square" lIns="0" tIns="0" rIns="0" bIns="0" rtlCol="0">
            <a:noAutofit/>
          </a:bodyPr>
          <a:lstStyle/>
          <a:p>
            <a:r>
              <a:rPr lang="ru-RU" sz="4400" b="1">
                <a:solidFill>
                  <a:schemeClr val="bg1"/>
                </a:solidFill>
                <a:latin typeface="+mj-lt"/>
              </a:rPr>
              <a:t>ХХ%</a:t>
            </a:r>
          </a:p>
        </p:txBody>
      </p:sp>
      <p:sp>
        <p:nvSpPr>
          <p:cNvPr id="9" name="TextBox 8">
            <a:extLst>
              <a:ext uri="{FF2B5EF4-FFF2-40B4-BE49-F238E27FC236}">
                <a16:creationId xmlns:a16="http://schemas.microsoft.com/office/drawing/2014/main" id="{8BFA75B8-B5BD-A243-82C5-E2D974449006}"/>
              </a:ext>
            </a:extLst>
          </p:cNvPr>
          <p:cNvSpPr txBox="1"/>
          <p:nvPr/>
        </p:nvSpPr>
        <p:spPr>
          <a:xfrm>
            <a:off x="5764447" y="2903083"/>
            <a:ext cx="1384300" cy="262771"/>
          </a:xfrm>
          <a:prstGeom prst="rect">
            <a:avLst/>
          </a:prstGeom>
          <a:noFill/>
        </p:spPr>
        <p:txBody>
          <a:bodyPr wrap="square" lIns="0" tIns="0" rIns="0" bIns="0" rtlCol="0">
            <a:noAutofit/>
          </a:bodyPr>
          <a:lstStyle/>
          <a:p>
            <a:r>
              <a:rPr lang="ru-RU" sz="1400">
                <a:solidFill>
                  <a:schemeClr val="bg1"/>
                </a:solidFill>
              </a:rPr>
              <a:t>подпись цифры</a:t>
            </a:r>
          </a:p>
        </p:txBody>
      </p:sp>
      <p:sp>
        <p:nvSpPr>
          <p:cNvPr id="10" name="Рисунок 69">
            <a:extLst>
              <a:ext uri="{FF2B5EF4-FFF2-40B4-BE49-F238E27FC236}">
                <a16:creationId xmlns:a16="http://schemas.microsoft.com/office/drawing/2014/main" id="{C1E5BC53-A578-AE4C-8430-2936C032DC4B}"/>
              </a:ext>
            </a:extLst>
          </p:cNvPr>
          <p:cNvSpPr>
            <a:spLocks noChangeAspect="1"/>
          </p:cNvSpPr>
          <p:nvPr/>
        </p:nvSpPr>
        <p:spPr>
          <a:xfrm>
            <a:off x="7556458" y="1956586"/>
            <a:ext cx="201572" cy="20157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1">
              <a:lumMod val="20000"/>
              <a:lumOff val="80000"/>
            </a:schemeClr>
          </a:solidFill>
          <a:ln w="9525" cap="flat">
            <a:noFill/>
            <a:prstDash val="solid"/>
            <a:miter/>
          </a:ln>
        </p:spPr>
        <p:txBody>
          <a:bodyPr rtlCol="0" anchor="ctr"/>
          <a:lstStyle/>
          <a:p>
            <a:endParaRPr lang="ru-RU"/>
          </a:p>
        </p:txBody>
      </p:sp>
      <p:sp>
        <p:nvSpPr>
          <p:cNvPr id="11" name="Прямоугольник: скругленные углы 1">
            <a:extLst>
              <a:ext uri="{FF2B5EF4-FFF2-40B4-BE49-F238E27FC236}">
                <a16:creationId xmlns:a16="http://schemas.microsoft.com/office/drawing/2014/main" id="{03142D08-B392-9F43-9B8B-973DD7D338B1}"/>
              </a:ext>
            </a:extLst>
          </p:cNvPr>
          <p:cNvSpPr/>
          <p:nvPr/>
        </p:nvSpPr>
        <p:spPr>
          <a:xfrm>
            <a:off x="647866" y="1810984"/>
            <a:ext cx="4288201" cy="1872000"/>
          </a:xfrm>
          <a:prstGeom prst="roundRect">
            <a:avLst>
              <a:gd name="adj" fmla="val 1210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 name="Прямоугольник: скругленные углы 6">
            <a:extLst>
              <a:ext uri="{FF2B5EF4-FFF2-40B4-BE49-F238E27FC236}">
                <a16:creationId xmlns:a16="http://schemas.microsoft.com/office/drawing/2014/main" id="{8DE9F6DA-1ACD-B34B-A0AB-3A0737904C79}"/>
              </a:ext>
            </a:extLst>
          </p:cNvPr>
          <p:cNvSpPr/>
          <p:nvPr/>
        </p:nvSpPr>
        <p:spPr>
          <a:xfrm>
            <a:off x="647866" y="3913610"/>
            <a:ext cx="3371351" cy="1872000"/>
          </a:xfrm>
          <a:prstGeom prst="roundRect">
            <a:avLst>
              <a:gd name="adj" fmla="val 1210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 name="TextBox 12">
            <a:extLst>
              <a:ext uri="{FF2B5EF4-FFF2-40B4-BE49-F238E27FC236}">
                <a16:creationId xmlns:a16="http://schemas.microsoft.com/office/drawing/2014/main" id="{9B76E395-FC7C-F34A-AE2F-252621197CD9}"/>
              </a:ext>
            </a:extLst>
          </p:cNvPr>
          <p:cNvSpPr txBox="1"/>
          <p:nvPr/>
        </p:nvSpPr>
        <p:spPr>
          <a:xfrm>
            <a:off x="1057524" y="2216146"/>
            <a:ext cx="3158303" cy="750849"/>
          </a:xfrm>
          <a:prstGeom prst="rect">
            <a:avLst/>
          </a:prstGeom>
          <a:noFill/>
        </p:spPr>
        <p:txBody>
          <a:bodyPr wrap="square" lIns="0" tIns="0" rIns="0" bIns="0" rtlCol="0">
            <a:noAutofit/>
          </a:bodyPr>
          <a:lstStyle/>
          <a:p>
            <a:pPr algn="l"/>
            <a:r>
              <a:rPr lang="en-US" sz="4400">
                <a:latin typeface="+mj-lt"/>
              </a:rPr>
              <a:t>123 456</a:t>
            </a:r>
            <a:endParaRPr lang="ru-RU" sz="4400">
              <a:latin typeface="+mj-lt"/>
            </a:endParaRPr>
          </a:p>
        </p:txBody>
      </p:sp>
      <p:sp>
        <p:nvSpPr>
          <p:cNvPr id="14" name="TextBox 13">
            <a:extLst>
              <a:ext uri="{FF2B5EF4-FFF2-40B4-BE49-F238E27FC236}">
                <a16:creationId xmlns:a16="http://schemas.microsoft.com/office/drawing/2014/main" id="{4DFA17B9-00F4-8845-A418-7072B758DF1F}"/>
              </a:ext>
            </a:extLst>
          </p:cNvPr>
          <p:cNvSpPr txBox="1"/>
          <p:nvPr/>
        </p:nvSpPr>
        <p:spPr>
          <a:xfrm>
            <a:off x="1057525" y="2903803"/>
            <a:ext cx="2572214" cy="263914"/>
          </a:xfrm>
          <a:prstGeom prst="rect">
            <a:avLst/>
          </a:prstGeom>
          <a:noFill/>
        </p:spPr>
        <p:txBody>
          <a:bodyPr wrap="square" lIns="0" tIns="0" rIns="0" bIns="0" rtlCol="0">
            <a:noAutofit/>
          </a:bodyPr>
          <a:lstStyle/>
          <a:p>
            <a:pPr algn="l"/>
            <a:r>
              <a:rPr lang="ru-RU" sz="1400"/>
              <a:t>подпись для большой цифры</a:t>
            </a:r>
          </a:p>
        </p:txBody>
      </p:sp>
      <p:sp>
        <p:nvSpPr>
          <p:cNvPr id="15" name="Прямоугольник: скругленные углы 18">
            <a:extLst>
              <a:ext uri="{FF2B5EF4-FFF2-40B4-BE49-F238E27FC236}">
                <a16:creationId xmlns:a16="http://schemas.microsoft.com/office/drawing/2014/main" id="{9BD2DECB-DB75-5A4B-97E3-7C0D6C6FBA65}"/>
              </a:ext>
            </a:extLst>
          </p:cNvPr>
          <p:cNvSpPr/>
          <p:nvPr/>
        </p:nvSpPr>
        <p:spPr>
          <a:xfrm>
            <a:off x="3773348" y="2313135"/>
            <a:ext cx="617190" cy="405745"/>
          </a:xfrm>
          <a:prstGeom prst="roundRect">
            <a:avLst>
              <a:gd name="adj" fmla="val 30225"/>
            </a:avLst>
          </a:prstGeom>
          <a:solidFill>
            <a:srgbClr val="10C44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b="1">
                <a:solidFill>
                  <a:srgbClr val="10C44C"/>
                </a:solidFill>
              </a:rPr>
              <a:t>+ХХ%</a:t>
            </a:r>
          </a:p>
        </p:txBody>
      </p:sp>
      <p:sp>
        <p:nvSpPr>
          <p:cNvPr id="16" name="Рисунок 69">
            <a:extLst>
              <a:ext uri="{FF2B5EF4-FFF2-40B4-BE49-F238E27FC236}">
                <a16:creationId xmlns:a16="http://schemas.microsoft.com/office/drawing/2014/main" id="{AA9F86CD-39B9-B849-ABDC-10EDE447D0E0}"/>
              </a:ext>
            </a:extLst>
          </p:cNvPr>
          <p:cNvSpPr/>
          <p:nvPr/>
        </p:nvSpPr>
        <p:spPr>
          <a:xfrm>
            <a:off x="4605571" y="1956586"/>
            <a:ext cx="201572" cy="20157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solidFill>
          <a:ln w="9525" cap="flat">
            <a:noFill/>
            <a:prstDash val="solid"/>
            <a:miter/>
          </a:ln>
        </p:spPr>
        <p:txBody>
          <a:bodyPr rtlCol="0" anchor="ctr"/>
          <a:lstStyle/>
          <a:p>
            <a:endParaRPr lang="ru-RU"/>
          </a:p>
        </p:txBody>
      </p:sp>
      <p:sp>
        <p:nvSpPr>
          <p:cNvPr id="17" name="Прямоугольник: скругленные углы 1">
            <a:extLst>
              <a:ext uri="{FF2B5EF4-FFF2-40B4-BE49-F238E27FC236}">
                <a16:creationId xmlns:a16="http://schemas.microsoft.com/office/drawing/2014/main" id="{53108F98-BD36-0E47-AB0C-657A69DBA9EF}"/>
              </a:ext>
            </a:extLst>
          </p:cNvPr>
          <p:cNvSpPr/>
          <p:nvPr/>
        </p:nvSpPr>
        <p:spPr>
          <a:xfrm>
            <a:off x="4276725" y="3913610"/>
            <a:ext cx="4293804" cy="1872000"/>
          </a:xfrm>
          <a:prstGeom prst="roundRect">
            <a:avLst>
              <a:gd name="adj" fmla="val 1210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8" name="TextBox 17">
            <a:extLst>
              <a:ext uri="{FF2B5EF4-FFF2-40B4-BE49-F238E27FC236}">
                <a16:creationId xmlns:a16="http://schemas.microsoft.com/office/drawing/2014/main" id="{094DFA0B-E75F-0542-90AA-F98BC929B92B}"/>
              </a:ext>
            </a:extLst>
          </p:cNvPr>
          <p:cNvSpPr txBox="1"/>
          <p:nvPr/>
        </p:nvSpPr>
        <p:spPr>
          <a:xfrm>
            <a:off x="4958565" y="4318772"/>
            <a:ext cx="1760235" cy="525125"/>
          </a:xfrm>
          <a:prstGeom prst="rect">
            <a:avLst/>
          </a:prstGeom>
          <a:noFill/>
        </p:spPr>
        <p:txBody>
          <a:bodyPr wrap="square" lIns="0" tIns="0" rIns="0" bIns="0" rtlCol="0">
            <a:noAutofit/>
          </a:bodyPr>
          <a:lstStyle/>
          <a:p>
            <a:pPr algn="l"/>
            <a:r>
              <a:rPr lang="ru-RU" sz="4400">
                <a:latin typeface="+mj-lt"/>
              </a:rPr>
              <a:t>1 234</a:t>
            </a:r>
          </a:p>
        </p:txBody>
      </p:sp>
      <p:sp>
        <p:nvSpPr>
          <p:cNvPr id="19" name="TextBox 18">
            <a:extLst>
              <a:ext uri="{FF2B5EF4-FFF2-40B4-BE49-F238E27FC236}">
                <a16:creationId xmlns:a16="http://schemas.microsoft.com/office/drawing/2014/main" id="{400AC5A0-013B-224C-B93E-19DA395C4B92}"/>
              </a:ext>
            </a:extLst>
          </p:cNvPr>
          <p:cNvSpPr txBox="1"/>
          <p:nvPr/>
        </p:nvSpPr>
        <p:spPr>
          <a:xfrm>
            <a:off x="4958565" y="5006429"/>
            <a:ext cx="2572214" cy="263914"/>
          </a:xfrm>
          <a:prstGeom prst="rect">
            <a:avLst/>
          </a:prstGeom>
          <a:noFill/>
        </p:spPr>
        <p:txBody>
          <a:bodyPr wrap="square" lIns="0" tIns="0" rIns="0" bIns="0" rtlCol="0">
            <a:noAutofit/>
          </a:bodyPr>
          <a:lstStyle/>
          <a:p>
            <a:pPr algn="l"/>
            <a:r>
              <a:rPr lang="ru-RU" sz="1400"/>
              <a:t>подпись для большой цифры</a:t>
            </a:r>
          </a:p>
        </p:txBody>
      </p:sp>
      <p:sp>
        <p:nvSpPr>
          <p:cNvPr id="20" name="Прямоугольник: скругленные углы 1">
            <a:extLst>
              <a:ext uri="{FF2B5EF4-FFF2-40B4-BE49-F238E27FC236}">
                <a16:creationId xmlns:a16="http://schemas.microsoft.com/office/drawing/2014/main" id="{40D61EC1-496F-5545-AE97-A2805D832D18}"/>
              </a:ext>
            </a:extLst>
          </p:cNvPr>
          <p:cNvSpPr/>
          <p:nvPr/>
        </p:nvSpPr>
        <p:spPr>
          <a:xfrm>
            <a:off x="8823325" y="3913610"/>
            <a:ext cx="2727325" cy="1872000"/>
          </a:xfrm>
          <a:prstGeom prst="roundRect">
            <a:avLst>
              <a:gd name="adj" fmla="val 1210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1" name="TextBox 20">
            <a:extLst>
              <a:ext uri="{FF2B5EF4-FFF2-40B4-BE49-F238E27FC236}">
                <a16:creationId xmlns:a16="http://schemas.microsoft.com/office/drawing/2014/main" id="{E899EBA4-5C4D-0242-976F-3A3795CAC9F1}"/>
              </a:ext>
            </a:extLst>
          </p:cNvPr>
          <p:cNvSpPr txBox="1"/>
          <p:nvPr/>
        </p:nvSpPr>
        <p:spPr>
          <a:xfrm>
            <a:off x="9408933" y="4318052"/>
            <a:ext cx="1538745" cy="648678"/>
          </a:xfrm>
          <a:prstGeom prst="rect">
            <a:avLst/>
          </a:prstGeom>
          <a:noFill/>
        </p:spPr>
        <p:txBody>
          <a:bodyPr wrap="square" lIns="0" tIns="0" rIns="0" bIns="0" rtlCol="0">
            <a:noAutofit/>
          </a:bodyPr>
          <a:lstStyle/>
          <a:p>
            <a:r>
              <a:rPr lang="ru-RU" sz="4400" b="1">
                <a:latin typeface="+mj-lt"/>
              </a:rPr>
              <a:t>ХХ%</a:t>
            </a:r>
          </a:p>
        </p:txBody>
      </p:sp>
      <p:sp>
        <p:nvSpPr>
          <p:cNvPr id="22" name="TextBox 21">
            <a:extLst>
              <a:ext uri="{FF2B5EF4-FFF2-40B4-BE49-F238E27FC236}">
                <a16:creationId xmlns:a16="http://schemas.microsoft.com/office/drawing/2014/main" id="{98900C0A-FA77-754F-98E4-149288805934}"/>
              </a:ext>
            </a:extLst>
          </p:cNvPr>
          <p:cNvSpPr txBox="1"/>
          <p:nvPr/>
        </p:nvSpPr>
        <p:spPr>
          <a:xfrm>
            <a:off x="9408933" y="5005709"/>
            <a:ext cx="1384300" cy="262771"/>
          </a:xfrm>
          <a:prstGeom prst="rect">
            <a:avLst/>
          </a:prstGeom>
          <a:noFill/>
        </p:spPr>
        <p:txBody>
          <a:bodyPr wrap="square" lIns="0" tIns="0" rIns="0" bIns="0" rtlCol="0">
            <a:noAutofit/>
          </a:bodyPr>
          <a:lstStyle/>
          <a:p>
            <a:r>
              <a:rPr lang="ru-RU" sz="1400"/>
              <a:t>подпись цифры</a:t>
            </a:r>
          </a:p>
        </p:txBody>
      </p:sp>
      <p:sp>
        <p:nvSpPr>
          <p:cNvPr id="23" name="Рисунок 69">
            <a:extLst>
              <a:ext uri="{FF2B5EF4-FFF2-40B4-BE49-F238E27FC236}">
                <a16:creationId xmlns:a16="http://schemas.microsoft.com/office/drawing/2014/main" id="{7C3659A7-AF02-7446-9871-8A689375E5C9}"/>
              </a:ext>
            </a:extLst>
          </p:cNvPr>
          <p:cNvSpPr/>
          <p:nvPr/>
        </p:nvSpPr>
        <p:spPr>
          <a:xfrm>
            <a:off x="11208564" y="4059212"/>
            <a:ext cx="201572" cy="20157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solidFill>
          <a:ln w="9525" cap="flat">
            <a:noFill/>
            <a:prstDash val="solid"/>
            <a:miter/>
          </a:ln>
        </p:spPr>
        <p:txBody>
          <a:bodyPr rtlCol="0" anchor="ctr"/>
          <a:lstStyle/>
          <a:p>
            <a:endParaRPr lang="ru-RU"/>
          </a:p>
        </p:txBody>
      </p:sp>
      <p:pic>
        <p:nvPicPr>
          <p:cNvPr id="24" name="Рисунок 23">
            <a:extLst>
              <a:ext uri="{FF2B5EF4-FFF2-40B4-BE49-F238E27FC236}">
                <a16:creationId xmlns:a16="http://schemas.microsoft.com/office/drawing/2014/main" id="{81C500CE-F25A-C649-9EDB-5B3D1CAED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81678">
            <a:off x="-59751" y="3897287"/>
            <a:ext cx="2422991" cy="2422991"/>
          </a:xfrm>
          <a:prstGeom prst="rect">
            <a:avLst/>
          </a:prstGeom>
        </p:spPr>
      </p:pic>
      <p:sp>
        <p:nvSpPr>
          <p:cNvPr id="25" name="TextBox 24">
            <a:extLst>
              <a:ext uri="{FF2B5EF4-FFF2-40B4-BE49-F238E27FC236}">
                <a16:creationId xmlns:a16="http://schemas.microsoft.com/office/drawing/2014/main" id="{B39CC337-CB07-AD41-A32F-15D60DF1838E}"/>
              </a:ext>
            </a:extLst>
          </p:cNvPr>
          <p:cNvSpPr txBox="1"/>
          <p:nvPr/>
        </p:nvSpPr>
        <p:spPr>
          <a:xfrm>
            <a:off x="2103910" y="4331003"/>
            <a:ext cx="1555029" cy="635728"/>
          </a:xfrm>
          <a:prstGeom prst="rect">
            <a:avLst/>
          </a:prstGeom>
          <a:noFill/>
        </p:spPr>
        <p:txBody>
          <a:bodyPr wrap="square" lIns="0" tIns="0" rIns="0" bIns="0" rtlCol="0">
            <a:noAutofit/>
          </a:bodyPr>
          <a:lstStyle/>
          <a:p>
            <a:pPr algn="l"/>
            <a:r>
              <a:rPr lang="ru-RU" sz="4400">
                <a:solidFill>
                  <a:schemeClr val="bg1"/>
                </a:solidFill>
                <a:latin typeface="+mj-lt"/>
              </a:rPr>
              <a:t>1234</a:t>
            </a:r>
          </a:p>
        </p:txBody>
      </p:sp>
      <p:sp>
        <p:nvSpPr>
          <p:cNvPr id="26" name="TextBox 25">
            <a:extLst>
              <a:ext uri="{FF2B5EF4-FFF2-40B4-BE49-F238E27FC236}">
                <a16:creationId xmlns:a16="http://schemas.microsoft.com/office/drawing/2014/main" id="{022D630F-7639-5D48-A8E2-703F7CAE8877}"/>
              </a:ext>
            </a:extLst>
          </p:cNvPr>
          <p:cNvSpPr txBox="1"/>
          <p:nvPr/>
        </p:nvSpPr>
        <p:spPr>
          <a:xfrm>
            <a:off x="2103911" y="5017774"/>
            <a:ext cx="1328592" cy="263914"/>
          </a:xfrm>
          <a:prstGeom prst="rect">
            <a:avLst/>
          </a:prstGeom>
          <a:noFill/>
        </p:spPr>
        <p:txBody>
          <a:bodyPr wrap="square" lIns="0" tIns="0" rIns="0" bIns="0" rtlCol="0">
            <a:noAutofit/>
          </a:bodyPr>
          <a:lstStyle/>
          <a:p>
            <a:pPr algn="l"/>
            <a:r>
              <a:rPr lang="ru-RU" sz="1400">
                <a:solidFill>
                  <a:schemeClr val="bg1"/>
                </a:solidFill>
              </a:rPr>
              <a:t>подпись цифры</a:t>
            </a:r>
          </a:p>
        </p:txBody>
      </p:sp>
      <p:sp>
        <p:nvSpPr>
          <p:cNvPr id="27" name="TextBox 26">
            <a:extLst>
              <a:ext uri="{FF2B5EF4-FFF2-40B4-BE49-F238E27FC236}">
                <a16:creationId xmlns:a16="http://schemas.microsoft.com/office/drawing/2014/main" id="{5F8B326A-53B8-9F4F-9549-6BDDDE566BFC}"/>
              </a:ext>
            </a:extLst>
          </p:cNvPr>
          <p:cNvSpPr txBox="1"/>
          <p:nvPr/>
        </p:nvSpPr>
        <p:spPr>
          <a:xfrm>
            <a:off x="8882365" y="2216147"/>
            <a:ext cx="1760235" cy="610308"/>
          </a:xfrm>
          <a:prstGeom prst="rect">
            <a:avLst/>
          </a:prstGeom>
          <a:noFill/>
        </p:spPr>
        <p:txBody>
          <a:bodyPr wrap="square" lIns="0" tIns="0" rIns="0" bIns="0" rtlCol="0">
            <a:noAutofit/>
          </a:bodyPr>
          <a:lstStyle/>
          <a:p>
            <a:pPr algn="l"/>
            <a:r>
              <a:rPr lang="ru-RU" sz="4400">
                <a:latin typeface="+mj-lt"/>
              </a:rPr>
              <a:t>1 234</a:t>
            </a:r>
          </a:p>
        </p:txBody>
      </p:sp>
      <p:sp>
        <p:nvSpPr>
          <p:cNvPr id="28" name="TextBox 27">
            <a:extLst>
              <a:ext uri="{FF2B5EF4-FFF2-40B4-BE49-F238E27FC236}">
                <a16:creationId xmlns:a16="http://schemas.microsoft.com/office/drawing/2014/main" id="{A8EDF42E-53CA-4A46-8631-5C8938E140EA}"/>
              </a:ext>
            </a:extLst>
          </p:cNvPr>
          <p:cNvSpPr txBox="1"/>
          <p:nvPr/>
        </p:nvSpPr>
        <p:spPr>
          <a:xfrm>
            <a:off x="8882364" y="2903083"/>
            <a:ext cx="2486019" cy="263914"/>
          </a:xfrm>
          <a:prstGeom prst="rect">
            <a:avLst/>
          </a:prstGeom>
          <a:noFill/>
        </p:spPr>
        <p:txBody>
          <a:bodyPr wrap="square" lIns="0" tIns="0" rIns="0" bIns="0" rtlCol="0">
            <a:noAutofit/>
          </a:bodyPr>
          <a:lstStyle/>
          <a:p>
            <a:pPr algn="l"/>
            <a:r>
              <a:rPr lang="ru-RU" sz="1400"/>
              <a:t>подпись для большой цифры</a:t>
            </a:r>
          </a:p>
        </p:txBody>
      </p:sp>
      <p:sp>
        <p:nvSpPr>
          <p:cNvPr id="29" name="Полилиния: фигура 1354">
            <a:extLst>
              <a:ext uri="{FF2B5EF4-FFF2-40B4-BE49-F238E27FC236}">
                <a16:creationId xmlns:a16="http://schemas.microsoft.com/office/drawing/2014/main" id="{58D2E619-7885-F048-A973-FB674F441173}"/>
              </a:ext>
            </a:extLst>
          </p:cNvPr>
          <p:cNvSpPr/>
          <p:nvPr/>
        </p:nvSpPr>
        <p:spPr>
          <a:xfrm>
            <a:off x="8438929" y="2358656"/>
            <a:ext cx="380764" cy="401918"/>
          </a:xfrm>
          <a:custGeom>
            <a:avLst/>
            <a:gdLst>
              <a:gd name="connsiteX0" fmla="*/ 142875 w 171450"/>
              <a:gd name="connsiteY0" fmla="*/ 123825 h 180975"/>
              <a:gd name="connsiteX1" fmla="*/ 152400 w 171450"/>
              <a:gd name="connsiteY1" fmla="*/ 133350 h 180975"/>
              <a:gd name="connsiteX2" fmla="*/ 152400 w 171450"/>
              <a:gd name="connsiteY2" fmla="*/ 142875 h 180975"/>
              <a:gd name="connsiteX3" fmla="*/ 161925 w 171450"/>
              <a:gd name="connsiteY3" fmla="*/ 142875 h 180975"/>
              <a:gd name="connsiteX4" fmla="*/ 171450 w 171450"/>
              <a:gd name="connsiteY4" fmla="*/ 152400 h 180975"/>
              <a:gd name="connsiteX5" fmla="*/ 161925 w 171450"/>
              <a:gd name="connsiteY5" fmla="*/ 161925 h 180975"/>
              <a:gd name="connsiteX6" fmla="*/ 152400 w 171450"/>
              <a:gd name="connsiteY6" fmla="*/ 161925 h 180975"/>
              <a:gd name="connsiteX7" fmla="*/ 152400 w 171450"/>
              <a:gd name="connsiteY7" fmla="*/ 171450 h 180975"/>
              <a:gd name="connsiteX8" fmla="*/ 142875 w 171450"/>
              <a:gd name="connsiteY8" fmla="*/ 180975 h 180975"/>
              <a:gd name="connsiteX9" fmla="*/ 133350 w 171450"/>
              <a:gd name="connsiteY9" fmla="*/ 171450 h 180975"/>
              <a:gd name="connsiteX10" fmla="*/ 133350 w 171450"/>
              <a:gd name="connsiteY10" fmla="*/ 161925 h 180975"/>
              <a:gd name="connsiteX11" fmla="*/ 123825 w 171450"/>
              <a:gd name="connsiteY11" fmla="*/ 161925 h 180975"/>
              <a:gd name="connsiteX12" fmla="*/ 114300 w 171450"/>
              <a:gd name="connsiteY12" fmla="*/ 152400 h 180975"/>
              <a:gd name="connsiteX13" fmla="*/ 123825 w 171450"/>
              <a:gd name="connsiteY13" fmla="*/ 142875 h 180975"/>
              <a:gd name="connsiteX14" fmla="*/ 133350 w 171450"/>
              <a:gd name="connsiteY14" fmla="*/ 142875 h 180975"/>
              <a:gd name="connsiteX15" fmla="*/ 133350 w 171450"/>
              <a:gd name="connsiteY15" fmla="*/ 133350 h 180975"/>
              <a:gd name="connsiteX16" fmla="*/ 142875 w 171450"/>
              <a:gd name="connsiteY16" fmla="*/ 123825 h 180975"/>
              <a:gd name="connsiteX17" fmla="*/ 33338 w 171450"/>
              <a:gd name="connsiteY17" fmla="*/ 104774 h 180975"/>
              <a:gd name="connsiteX18" fmla="*/ 46759 w 171450"/>
              <a:gd name="connsiteY18" fmla="*/ 108331 h 180975"/>
              <a:gd name="connsiteX19" fmla="*/ 76200 w 171450"/>
              <a:gd name="connsiteY19" fmla="*/ 114299 h 180975"/>
              <a:gd name="connsiteX20" fmla="*/ 105616 w 171450"/>
              <a:gd name="connsiteY20" fmla="*/ 108323 h 180975"/>
              <a:gd name="connsiteX21" fmla="*/ 119063 w 171450"/>
              <a:gd name="connsiteY21" fmla="*/ 104774 h 180975"/>
              <a:gd name="connsiteX22" fmla="*/ 123825 w 171450"/>
              <a:gd name="connsiteY22" fmla="*/ 115600 h 180975"/>
              <a:gd name="connsiteX23" fmla="*/ 104775 w 171450"/>
              <a:gd name="connsiteY23" fmla="*/ 142874 h 180975"/>
              <a:gd name="connsiteX24" fmla="*/ 79041 w 171450"/>
              <a:gd name="connsiteY24" fmla="*/ 171424 h 180975"/>
              <a:gd name="connsiteX25" fmla="*/ 76117 w 171450"/>
              <a:gd name="connsiteY25" fmla="*/ 171449 h 180975"/>
              <a:gd name="connsiteX26" fmla="*/ 0 w 171450"/>
              <a:gd name="connsiteY26" fmla="*/ 138112 h 180975"/>
              <a:gd name="connsiteX27" fmla="*/ 33338 w 171450"/>
              <a:gd name="connsiteY27" fmla="*/ 104774 h 180975"/>
              <a:gd name="connsiteX28" fmla="*/ 76200 w 171450"/>
              <a:gd name="connsiteY28" fmla="*/ 0 h 180975"/>
              <a:gd name="connsiteX29" fmla="*/ 123825 w 171450"/>
              <a:gd name="connsiteY29" fmla="*/ 47625 h 180975"/>
              <a:gd name="connsiteX30" fmla="*/ 76200 w 171450"/>
              <a:gd name="connsiteY30" fmla="*/ 95250 h 180975"/>
              <a:gd name="connsiteX31" fmla="*/ 28575 w 171450"/>
              <a:gd name="connsiteY31" fmla="*/ 47625 h 180975"/>
              <a:gd name="connsiteX32" fmla="*/ 76200 w 171450"/>
              <a:gd name="connsiteY32"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450" h="180975">
                <a:moveTo>
                  <a:pt x="142875" y="123825"/>
                </a:moveTo>
                <a:cubicBezTo>
                  <a:pt x="148136" y="123825"/>
                  <a:pt x="152400" y="128089"/>
                  <a:pt x="152400" y="133350"/>
                </a:cubicBezTo>
                <a:lnTo>
                  <a:pt x="152400" y="142875"/>
                </a:lnTo>
                <a:lnTo>
                  <a:pt x="161925" y="142875"/>
                </a:lnTo>
                <a:cubicBezTo>
                  <a:pt x="167186" y="142875"/>
                  <a:pt x="171450" y="147139"/>
                  <a:pt x="171450" y="152400"/>
                </a:cubicBezTo>
                <a:cubicBezTo>
                  <a:pt x="171450" y="157661"/>
                  <a:pt x="167186" y="161925"/>
                  <a:pt x="161925" y="161925"/>
                </a:cubicBezTo>
                <a:lnTo>
                  <a:pt x="152400" y="161925"/>
                </a:lnTo>
                <a:lnTo>
                  <a:pt x="152400" y="171450"/>
                </a:lnTo>
                <a:cubicBezTo>
                  <a:pt x="152400" y="176711"/>
                  <a:pt x="148136" y="180975"/>
                  <a:pt x="142875" y="180975"/>
                </a:cubicBezTo>
                <a:cubicBezTo>
                  <a:pt x="137614" y="180975"/>
                  <a:pt x="133350" y="176711"/>
                  <a:pt x="133350" y="171450"/>
                </a:cubicBezTo>
                <a:lnTo>
                  <a:pt x="133350" y="161925"/>
                </a:lnTo>
                <a:lnTo>
                  <a:pt x="123825" y="161925"/>
                </a:lnTo>
                <a:cubicBezTo>
                  <a:pt x="118564" y="161925"/>
                  <a:pt x="114300" y="157661"/>
                  <a:pt x="114300" y="152400"/>
                </a:cubicBezTo>
                <a:cubicBezTo>
                  <a:pt x="114300" y="147139"/>
                  <a:pt x="118564" y="142875"/>
                  <a:pt x="123825" y="142875"/>
                </a:cubicBezTo>
                <a:lnTo>
                  <a:pt x="133350" y="142875"/>
                </a:lnTo>
                <a:lnTo>
                  <a:pt x="133350" y="133350"/>
                </a:lnTo>
                <a:cubicBezTo>
                  <a:pt x="133350" y="128089"/>
                  <a:pt x="137614" y="123825"/>
                  <a:pt x="142875" y="123825"/>
                </a:cubicBezTo>
                <a:close/>
                <a:moveTo>
                  <a:pt x="33338" y="104774"/>
                </a:moveTo>
                <a:cubicBezTo>
                  <a:pt x="39244" y="104793"/>
                  <a:pt x="42708" y="106425"/>
                  <a:pt x="46759" y="108331"/>
                </a:cubicBezTo>
                <a:cubicBezTo>
                  <a:pt x="52508" y="111038"/>
                  <a:pt x="59437" y="114299"/>
                  <a:pt x="76200" y="114299"/>
                </a:cubicBezTo>
                <a:cubicBezTo>
                  <a:pt x="92939" y="114299"/>
                  <a:pt x="99872" y="111031"/>
                  <a:pt x="105616" y="108323"/>
                </a:cubicBezTo>
                <a:cubicBezTo>
                  <a:pt x="109678" y="106409"/>
                  <a:pt x="113145" y="104774"/>
                  <a:pt x="119063" y="104774"/>
                </a:cubicBezTo>
                <a:cubicBezTo>
                  <a:pt x="132088" y="104774"/>
                  <a:pt x="130751" y="114299"/>
                  <a:pt x="123825" y="115600"/>
                </a:cubicBezTo>
                <a:cubicBezTo>
                  <a:pt x="109879" y="118220"/>
                  <a:pt x="104775" y="125442"/>
                  <a:pt x="104775" y="142874"/>
                </a:cubicBezTo>
                <a:cubicBezTo>
                  <a:pt x="104775" y="165707"/>
                  <a:pt x="100396" y="171025"/>
                  <a:pt x="79041" y="171424"/>
                </a:cubicBezTo>
                <a:cubicBezTo>
                  <a:pt x="78076" y="171440"/>
                  <a:pt x="7710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chemeClr val="accent1"/>
          </a:solidFill>
          <a:ln w="9525" cap="flat">
            <a:noFill/>
            <a:prstDash val="solid"/>
            <a:miter/>
          </a:ln>
        </p:spPr>
        <p:txBody>
          <a:bodyPr rtlCol="0" anchor="ctr"/>
          <a:lstStyle/>
          <a:p>
            <a:endParaRPr lang="ru-RU"/>
          </a:p>
        </p:txBody>
      </p:sp>
      <p:sp>
        <p:nvSpPr>
          <p:cNvPr id="30" name="Полилиния: фигура 1614">
            <a:extLst>
              <a:ext uri="{FF2B5EF4-FFF2-40B4-BE49-F238E27FC236}">
                <a16:creationId xmlns:a16="http://schemas.microsoft.com/office/drawing/2014/main" id="{70F08C47-09EB-C44F-9391-4444AE3B38C0}"/>
              </a:ext>
            </a:extLst>
          </p:cNvPr>
          <p:cNvSpPr/>
          <p:nvPr/>
        </p:nvSpPr>
        <p:spPr>
          <a:xfrm>
            <a:off x="4523095" y="4481304"/>
            <a:ext cx="362593" cy="362593"/>
          </a:xfrm>
          <a:custGeom>
            <a:avLst/>
            <a:gdLst>
              <a:gd name="connsiteX0" fmla="*/ 85725 w 171450"/>
              <a:gd name="connsiteY0" fmla="*/ 57150 h 171450"/>
              <a:gd name="connsiteX1" fmla="*/ 104775 w 171450"/>
              <a:gd name="connsiteY1" fmla="*/ 57150 h 171450"/>
              <a:gd name="connsiteX2" fmla="*/ 114300 w 171450"/>
              <a:gd name="connsiteY2" fmla="*/ 66675 h 171450"/>
              <a:gd name="connsiteX3" fmla="*/ 104775 w 171450"/>
              <a:gd name="connsiteY3" fmla="*/ 76200 h 171450"/>
              <a:gd name="connsiteX4" fmla="*/ 85725 w 171450"/>
              <a:gd name="connsiteY4" fmla="*/ 76200 h 171450"/>
              <a:gd name="connsiteX5" fmla="*/ 76200 w 171450"/>
              <a:gd name="connsiteY5" fmla="*/ 38100 h 171450"/>
              <a:gd name="connsiteX6" fmla="*/ 66675 w 171450"/>
              <a:gd name="connsiteY6" fmla="*/ 47625 h 171450"/>
              <a:gd name="connsiteX7" fmla="*/ 66675 w 171450"/>
              <a:gd name="connsiteY7" fmla="*/ 76200 h 171450"/>
              <a:gd name="connsiteX8" fmla="*/ 57150 w 171450"/>
              <a:gd name="connsiteY8" fmla="*/ 76200 h 171450"/>
              <a:gd name="connsiteX9" fmla="*/ 47625 w 171450"/>
              <a:gd name="connsiteY9" fmla="*/ 85725 h 171450"/>
              <a:gd name="connsiteX10" fmla="*/ 57150 w 171450"/>
              <a:gd name="connsiteY10" fmla="*/ 95250 h 171450"/>
              <a:gd name="connsiteX11" fmla="*/ 66675 w 171450"/>
              <a:gd name="connsiteY11" fmla="*/ 95250 h 171450"/>
              <a:gd name="connsiteX12" fmla="*/ 66675 w 171450"/>
              <a:gd name="connsiteY12" fmla="*/ 104775 h 171450"/>
              <a:gd name="connsiteX13" fmla="*/ 57150 w 171450"/>
              <a:gd name="connsiteY13" fmla="*/ 104775 h 171450"/>
              <a:gd name="connsiteX14" fmla="*/ 47625 w 171450"/>
              <a:gd name="connsiteY14" fmla="*/ 114300 h 171450"/>
              <a:gd name="connsiteX15" fmla="*/ 57150 w 171450"/>
              <a:gd name="connsiteY15" fmla="*/ 123825 h 171450"/>
              <a:gd name="connsiteX16" fmla="*/ 66675 w 171450"/>
              <a:gd name="connsiteY16" fmla="*/ 123825 h 171450"/>
              <a:gd name="connsiteX17" fmla="*/ 66675 w 171450"/>
              <a:gd name="connsiteY17" fmla="*/ 133350 h 171450"/>
              <a:gd name="connsiteX18" fmla="*/ 76200 w 171450"/>
              <a:gd name="connsiteY18" fmla="*/ 142875 h 171450"/>
              <a:gd name="connsiteX19" fmla="*/ 85725 w 171450"/>
              <a:gd name="connsiteY19" fmla="*/ 133350 h 171450"/>
              <a:gd name="connsiteX20" fmla="*/ 85725 w 171450"/>
              <a:gd name="connsiteY20" fmla="*/ 123825 h 171450"/>
              <a:gd name="connsiteX21" fmla="*/ 114300 w 171450"/>
              <a:gd name="connsiteY21" fmla="*/ 123825 h 171450"/>
              <a:gd name="connsiteX22" fmla="*/ 123825 w 171450"/>
              <a:gd name="connsiteY22" fmla="*/ 114300 h 171450"/>
              <a:gd name="connsiteX23" fmla="*/ 114300 w 171450"/>
              <a:gd name="connsiteY23" fmla="*/ 104775 h 171450"/>
              <a:gd name="connsiteX24" fmla="*/ 85725 w 171450"/>
              <a:gd name="connsiteY24" fmla="*/ 104775 h 171450"/>
              <a:gd name="connsiteX25" fmla="*/ 85725 w 171450"/>
              <a:gd name="connsiteY25" fmla="*/ 95250 h 171450"/>
              <a:gd name="connsiteX26" fmla="*/ 104775 w 171450"/>
              <a:gd name="connsiteY26" fmla="*/ 95250 h 171450"/>
              <a:gd name="connsiteX27" fmla="*/ 133350 w 171450"/>
              <a:gd name="connsiteY27" fmla="*/ 66675 h 171450"/>
              <a:gd name="connsiteX28" fmla="*/ 104775 w 171450"/>
              <a:gd name="connsiteY28" fmla="*/ 38100 h 171450"/>
              <a:gd name="connsiteX29" fmla="*/ 85725 w 171450"/>
              <a:gd name="connsiteY29" fmla="*/ 0 h 171450"/>
              <a:gd name="connsiteX30" fmla="*/ 171450 w 171450"/>
              <a:gd name="connsiteY30" fmla="*/ 85725 h 171450"/>
              <a:gd name="connsiteX31" fmla="*/ 85725 w 171450"/>
              <a:gd name="connsiteY31" fmla="*/ 171450 h 171450"/>
              <a:gd name="connsiteX32" fmla="*/ 0 w 171450"/>
              <a:gd name="connsiteY32" fmla="*/ 85725 h 171450"/>
              <a:gd name="connsiteX33" fmla="*/ 85725 w 171450"/>
              <a:gd name="connsiteY3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71450">
                <a:moveTo>
                  <a:pt x="85725" y="57150"/>
                </a:moveTo>
                <a:lnTo>
                  <a:pt x="104775" y="57150"/>
                </a:lnTo>
                <a:cubicBezTo>
                  <a:pt x="110036" y="57150"/>
                  <a:pt x="114300" y="61415"/>
                  <a:pt x="114300" y="66675"/>
                </a:cubicBezTo>
                <a:cubicBezTo>
                  <a:pt x="114300" y="71936"/>
                  <a:pt x="110036" y="76200"/>
                  <a:pt x="104775" y="76200"/>
                </a:cubicBezTo>
                <a:lnTo>
                  <a:pt x="85725" y="76200"/>
                </a:lnTo>
                <a:close/>
                <a:moveTo>
                  <a:pt x="76200" y="38100"/>
                </a:moveTo>
                <a:cubicBezTo>
                  <a:pt x="70939" y="38100"/>
                  <a:pt x="66675" y="42365"/>
                  <a:pt x="66675" y="47625"/>
                </a:cubicBezTo>
                <a:lnTo>
                  <a:pt x="66675" y="76200"/>
                </a:lnTo>
                <a:lnTo>
                  <a:pt x="57150" y="76200"/>
                </a:lnTo>
                <a:cubicBezTo>
                  <a:pt x="51889" y="76200"/>
                  <a:pt x="47625" y="80464"/>
                  <a:pt x="47625" y="85725"/>
                </a:cubicBezTo>
                <a:cubicBezTo>
                  <a:pt x="47625" y="90986"/>
                  <a:pt x="51889" y="95250"/>
                  <a:pt x="57150" y="95250"/>
                </a:cubicBezTo>
                <a:lnTo>
                  <a:pt x="66675" y="95250"/>
                </a:lnTo>
                <a:lnTo>
                  <a:pt x="66675" y="104775"/>
                </a:lnTo>
                <a:lnTo>
                  <a:pt x="57150" y="104775"/>
                </a:lnTo>
                <a:cubicBezTo>
                  <a:pt x="51889" y="104775"/>
                  <a:pt x="47625" y="109039"/>
                  <a:pt x="47625" y="114300"/>
                </a:cubicBezTo>
                <a:cubicBezTo>
                  <a:pt x="47625" y="119561"/>
                  <a:pt x="51889" y="123825"/>
                  <a:pt x="57150" y="123825"/>
                </a:cubicBezTo>
                <a:lnTo>
                  <a:pt x="66675" y="123825"/>
                </a:lnTo>
                <a:lnTo>
                  <a:pt x="66675" y="133350"/>
                </a:lnTo>
                <a:cubicBezTo>
                  <a:pt x="66675" y="138611"/>
                  <a:pt x="70939" y="142875"/>
                  <a:pt x="76200" y="142875"/>
                </a:cubicBezTo>
                <a:cubicBezTo>
                  <a:pt x="81461" y="142875"/>
                  <a:pt x="85725" y="138611"/>
                  <a:pt x="85725" y="133350"/>
                </a:cubicBezTo>
                <a:lnTo>
                  <a:pt x="85725" y="123825"/>
                </a:lnTo>
                <a:lnTo>
                  <a:pt x="114300" y="123825"/>
                </a:lnTo>
                <a:cubicBezTo>
                  <a:pt x="119561" y="123825"/>
                  <a:pt x="123825" y="119561"/>
                  <a:pt x="123825" y="114300"/>
                </a:cubicBezTo>
                <a:cubicBezTo>
                  <a:pt x="123825" y="109039"/>
                  <a:pt x="119561" y="104775"/>
                  <a:pt x="114300" y="104775"/>
                </a:cubicBezTo>
                <a:lnTo>
                  <a:pt x="85725" y="104775"/>
                </a:lnTo>
                <a:lnTo>
                  <a:pt x="85725" y="95250"/>
                </a:lnTo>
                <a:lnTo>
                  <a:pt x="104775" y="95250"/>
                </a:lnTo>
                <a:cubicBezTo>
                  <a:pt x="120557" y="95250"/>
                  <a:pt x="133350" y="82457"/>
                  <a:pt x="133350" y="66675"/>
                </a:cubicBezTo>
                <a:cubicBezTo>
                  <a:pt x="133350" y="50894"/>
                  <a:pt x="120557" y="38100"/>
                  <a:pt x="104775" y="38100"/>
                </a:cubicBezTo>
                <a:close/>
                <a:moveTo>
                  <a:pt x="85725" y="0"/>
                </a:moveTo>
                <a:cubicBezTo>
                  <a:pt x="138915" y="0"/>
                  <a:pt x="171450" y="32535"/>
                  <a:pt x="171450" y="85725"/>
                </a:cubicBezTo>
                <a:cubicBezTo>
                  <a:pt x="171450" y="138915"/>
                  <a:pt x="138915" y="171450"/>
                  <a:pt x="85725" y="171450"/>
                </a:cubicBezTo>
                <a:cubicBezTo>
                  <a:pt x="32535" y="171450"/>
                  <a:pt x="0" y="138915"/>
                  <a:pt x="0" y="85725"/>
                </a:cubicBezTo>
                <a:cubicBezTo>
                  <a:pt x="0" y="32535"/>
                  <a:pt x="32535" y="0"/>
                  <a:pt x="85725" y="0"/>
                </a:cubicBezTo>
                <a:close/>
              </a:path>
            </a:pathLst>
          </a:custGeom>
          <a:solidFill>
            <a:schemeClr val="accent1"/>
          </a:solidFill>
          <a:ln w="9525" cap="flat">
            <a:noFill/>
            <a:prstDash val="solid"/>
            <a:miter/>
          </a:ln>
        </p:spPr>
        <p:txBody>
          <a:bodyPr rtlCol="0" anchor="ctr"/>
          <a:lstStyle/>
          <a:p>
            <a:endParaRPr lang="ru-RU"/>
          </a:p>
        </p:txBody>
      </p:sp>
      <p:sp>
        <p:nvSpPr>
          <p:cNvPr id="31" name="Прямоугольник: скругленные углы 42">
            <a:extLst>
              <a:ext uri="{FF2B5EF4-FFF2-40B4-BE49-F238E27FC236}">
                <a16:creationId xmlns:a16="http://schemas.microsoft.com/office/drawing/2014/main" id="{5123AF9F-6CE5-0341-A458-D94B428E8712}"/>
              </a:ext>
            </a:extLst>
          </p:cNvPr>
          <p:cNvSpPr/>
          <p:nvPr/>
        </p:nvSpPr>
        <p:spPr>
          <a:xfrm>
            <a:off x="7662277" y="4044784"/>
            <a:ext cx="789893" cy="216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lstStyle/>
          <a:p>
            <a:r>
              <a:rPr lang="ru-RU" sz="1200" b="1"/>
              <a:t>ВАЖНО</a:t>
            </a:r>
          </a:p>
        </p:txBody>
      </p:sp>
      <p:sp>
        <p:nvSpPr>
          <p:cNvPr id="32" name="Прямоугольник: скругленные углы 18">
            <a:extLst>
              <a:ext uri="{FF2B5EF4-FFF2-40B4-BE49-F238E27FC236}">
                <a16:creationId xmlns:a16="http://schemas.microsoft.com/office/drawing/2014/main" id="{A2328441-A9C3-014D-8690-D6FB8AB1C2A6}"/>
              </a:ext>
            </a:extLst>
          </p:cNvPr>
          <p:cNvSpPr/>
          <p:nvPr/>
        </p:nvSpPr>
        <p:spPr>
          <a:xfrm>
            <a:off x="10751193" y="2313135"/>
            <a:ext cx="617190" cy="405745"/>
          </a:xfrm>
          <a:prstGeom prst="roundRect">
            <a:avLst>
              <a:gd name="adj" fmla="val 30225"/>
            </a:avLst>
          </a:prstGeom>
          <a:solidFill>
            <a:srgbClr val="10C44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b="1">
                <a:solidFill>
                  <a:srgbClr val="10C44C"/>
                </a:solidFill>
              </a:rPr>
              <a:t>+ХХ%</a:t>
            </a:r>
          </a:p>
        </p:txBody>
      </p:sp>
      <p:sp>
        <p:nvSpPr>
          <p:cNvPr id="33" name="Рисунок 69">
            <a:extLst>
              <a:ext uri="{FF2B5EF4-FFF2-40B4-BE49-F238E27FC236}">
                <a16:creationId xmlns:a16="http://schemas.microsoft.com/office/drawing/2014/main" id="{B9508B89-661F-1E4B-B5D0-117E16D05D60}"/>
              </a:ext>
            </a:extLst>
          </p:cNvPr>
          <p:cNvSpPr/>
          <p:nvPr/>
        </p:nvSpPr>
        <p:spPr>
          <a:xfrm>
            <a:off x="11208564" y="1952354"/>
            <a:ext cx="201572" cy="201572"/>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solidFill>
          <a:ln w="9525" cap="flat">
            <a:noFill/>
            <a:prstDash val="solid"/>
            <a:miter/>
          </a:ln>
        </p:spPr>
        <p:txBody>
          <a:bodyPr rtlCol="0" anchor="ctr"/>
          <a:lstStyle/>
          <a:p>
            <a:endParaRPr lang="ru-RU"/>
          </a:p>
        </p:txBody>
      </p:sp>
      <p:sp>
        <p:nvSpPr>
          <p:cNvPr id="2" name="Нижний колонтитул 1">
            <a:extLst>
              <a:ext uri="{FF2B5EF4-FFF2-40B4-BE49-F238E27FC236}">
                <a16:creationId xmlns:a16="http://schemas.microsoft.com/office/drawing/2014/main" id="{64E4823C-416A-EA3C-419E-6D19A9693CF0}"/>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5664195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96C05E96-4DDE-AD46-ACA3-64376C3BD216}"/>
              </a:ext>
            </a:extLst>
          </p:cNvPr>
          <p:cNvSpPr>
            <a:spLocks noGrp="1"/>
          </p:cNvSpPr>
          <p:nvPr>
            <p:ph type="sldNum" sz="quarter" idx="12"/>
          </p:nvPr>
        </p:nvSpPr>
        <p:spPr/>
        <p:txBody>
          <a:bodyPr/>
          <a:lstStyle/>
          <a:p>
            <a:fld id="{EB5249F5-0093-48B0-B996-C4E44A87EAFB}" type="slidenum">
              <a:rPr lang="ru-RU" smtClean="0"/>
              <a:pPr/>
              <a:t>75</a:t>
            </a:fld>
            <a:endParaRPr lang="ru-RU"/>
          </a:p>
        </p:txBody>
      </p:sp>
      <p:sp>
        <p:nvSpPr>
          <p:cNvPr id="5" name="Заголовок 4">
            <a:extLst>
              <a:ext uri="{FF2B5EF4-FFF2-40B4-BE49-F238E27FC236}">
                <a16:creationId xmlns:a16="http://schemas.microsoft.com/office/drawing/2014/main" id="{AEB7D67D-8F80-6940-9542-1B2A3DB3ECF2}"/>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41" name="Прямоугольник: скругленные углы 1">
            <a:extLst>
              <a:ext uri="{FF2B5EF4-FFF2-40B4-BE49-F238E27FC236}">
                <a16:creationId xmlns:a16="http://schemas.microsoft.com/office/drawing/2014/main" id="{2ED4716C-A9CC-4D45-BF63-549CEB63298D}"/>
              </a:ext>
            </a:extLst>
          </p:cNvPr>
          <p:cNvSpPr/>
          <p:nvPr/>
        </p:nvSpPr>
        <p:spPr>
          <a:xfrm>
            <a:off x="8823324" y="1635819"/>
            <a:ext cx="2727325" cy="1368000"/>
          </a:xfrm>
          <a:prstGeom prst="roundRect">
            <a:avLst>
              <a:gd name="adj" fmla="val 1210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8" name="Прямоугольник: скругленные углы 1">
            <a:extLst>
              <a:ext uri="{FF2B5EF4-FFF2-40B4-BE49-F238E27FC236}">
                <a16:creationId xmlns:a16="http://schemas.microsoft.com/office/drawing/2014/main" id="{60A9C9B2-1530-AC45-A408-ADE5AC14C6E2}"/>
              </a:ext>
            </a:extLst>
          </p:cNvPr>
          <p:cNvSpPr/>
          <p:nvPr/>
        </p:nvSpPr>
        <p:spPr>
          <a:xfrm>
            <a:off x="3597741" y="1635819"/>
            <a:ext cx="3175657" cy="1368000"/>
          </a:xfrm>
          <a:prstGeom prst="roundRect">
            <a:avLst>
              <a:gd name="adj" fmla="val 1210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3" name="Прямоугольник: скругленные углы 1">
            <a:extLst>
              <a:ext uri="{FF2B5EF4-FFF2-40B4-BE49-F238E27FC236}">
                <a16:creationId xmlns:a16="http://schemas.microsoft.com/office/drawing/2014/main" id="{0A1CFDA2-E844-524E-A24E-784A053C52CF}"/>
              </a:ext>
            </a:extLst>
          </p:cNvPr>
          <p:cNvSpPr/>
          <p:nvPr/>
        </p:nvSpPr>
        <p:spPr>
          <a:xfrm>
            <a:off x="639764" y="1635821"/>
            <a:ext cx="2727325" cy="1368000"/>
          </a:xfrm>
          <a:prstGeom prst="roundRect">
            <a:avLst>
              <a:gd name="adj" fmla="val 1210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6" name="Прямоугольник: скругленные углы 1">
            <a:extLst>
              <a:ext uri="{FF2B5EF4-FFF2-40B4-BE49-F238E27FC236}">
                <a16:creationId xmlns:a16="http://schemas.microsoft.com/office/drawing/2014/main" id="{BC5E0A30-231A-D747-8823-5F8E1DC57975}"/>
              </a:ext>
            </a:extLst>
          </p:cNvPr>
          <p:cNvSpPr/>
          <p:nvPr/>
        </p:nvSpPr>
        <p:spPr>
          <a:xfrm>
            <a:off x="7004050" y="1635820"/>
            <a:ext cx="1588622" cy="1368000"/>
          </a:xfrm>
          <a:prstGeom prst="roundRect">
            <a:avLst>
              <a:gd name="adj" fmla="val 1210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7" name="Прямоугольник: скругленные углы 1">
            <a:extLst>
              <a:ext uri="{FF2B5EF4-FFF2-40B4-BE49-F238E27FC236}">
                <a16:creationId xmlns:a16="http://schemas.microsoft.com/office/drawing/2014/main" id="{24B0FD6D-08DC-374F-BD86-F6FBBAECB51A}"/>
              </a:ext>
            </a:extLst>
          </p:cNvPr>
          <p:cNvSpPr/>
          <p:nvPr/>
        </p:nvSpPr>
        <p:spPr>
          <a:xfrm>
            <a:off x="9740051" y="3215812"/>
            <a:ext cx="1814351" cy="1368000"/>
          </a:xfrm>
          <a:prstGeom prst="roundRect">
            <a:avLst>
              <a:gd name="adj" fmla="val 1210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8" name="Прямоугольник: скругленные углы 1">
            <a:extLst>
              <a:ext uri="{FF2B5EF4-FFF2-40B4-BE49-F238E27FC236}">
                <a16:creationId xmlns:a16="http://schemas.microsoft.com/office/drawing/2014/main" id="{81D118DA-1788-8F43-98C3-9FF791947E99}"/>
              </a:ext>
            </a:extLst>
          </p:cNvPr>
          <p:cNvSpPr/>
          <p:nvPr/>
        </p:nvSpPr>
        <p:spPr>
          <a:xfrm>
            <a:off x="4276725" y="3215812"/>
            <a:ext cx="2493338" cy="1368000"/>
          </a:xfrm>
          <a:prstGeom prst="roundRect">
            <a:avLst>
              <a:gd name="adj" fmla="val 1210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59" name="Прямоугольник: скругленные углы 1">
            <a:extLst>
              <a:ext uri="{FF2B5EF4-FFF2-40B4-BE49-F238E27FC236}">
                <a16:creationId xmlns:a16="http://schemas.microsoft.com/office/drawing/2014/main" id="{FA7FDF96-E5F1-5643-BCD1-1EFD0DE57A41}"/>
              </a:ext>
            </a:extLst>
          </p:cNvPr>
          <p:cNvSpPr/>
          <p:nvPr/>
        </p:nvSpPr>
        <p:spPr>
          <a:xfrm>
            <a:off x="7000714" y="3215813"/>
            <a:ext cx="2519803" cy="1368000"/>
          </a:xfrm>
          <a:prstGeom prst="roundRect">
            <a:avLst>
              <a:gd name="adj" fmla="val 1210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0" name="Прямоугольник: скругленные углы 1">
            <a:extLst>
              <a:ext uri="{FF2B5EF4-FFF2-40B4-BE49-F238E27FC236}">
                <a16:creationId xmlns:a16="http://schemas.microsoft.com/office/drawing/2014/main" id="{8659F8DD-935C-2B4D-B142-61E8356B57E7}"/>
              </a:ext>
            </a:extLst>
          </p:cNvPr>
          <p:cNvSpPr/>
          <p:nvPr/>
        </p:nvSpPr>
        <p:spPr>
          <a:xfrm>
            <a:off x="8435257" y="5440491"/>
            <a:ext cx="3119146" cy="705600"/>
          </a:xfrm>
          <a:prstGeom prst="roundRect">
            <a:avLst>
              <a:gd name="adj" fmla="val 2001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6" name="Прямоугольник: скругленные углы 1">
            <a:extLst>
              <a:ext uri="{FF2B5EF4-FFF2-40B4-BE49-F238E27FC236}">
                <a16:creationId xmlns:a16="http://schemas.microsoft.com/office/drawing/2014/main" id="{1E9917B1-FD62-264C-BF28-2DD62F6D679A}"/>
              </a:ext>
            </a:extLst>
          </p:cNvPr>
          <p:cNvSpPr/>
          <p:nvPr/>
        </p:nvSpPr>
        <p:spPr>
          <a:xfrm>
            <a:off x="3602663" y="4795803"/>
            <a:ext cx="2493338" cy="1368000"/>
          </a:xfrm>
          <a:prstGeom prst="roundRect">
            <a:avLst>
              <a:gd name="adj" fmla="val 1210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67" name="Прямоугольник: скругленные углы 1">
            <a:extLst>
              <a:ext uri="{FF2B5EF4-FFF2-40B4-BE49-F238E27FC236}">
                <a16:creationId xmlns:a16="http://schemas.microsoft.com/office/drawing/2014/main" id="{899763A3-92F5-4E40-97C9-5D72AEAB6268}"/>
              </a:ext>
            </a:extLst>
          </p:cNvPr>
          <p:cNvSpPr/>
          <p:nvPr/>
        </p:nvSpPr>
        <p:spPr>
          <a:xfrm>
            <a:off x="648004" y="4795805"/>
            <a:ext cx="2727325" cy="1368000"/>
          </a:xfrm>
          <a:prstGeom prst="roundRect">
            <a:avLst>
              <a:gd name="adj" fmla="val 1210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8" name="Прямоугольник: скругленные углы 1">
            <a:extLst>
              <a:ext uri="{FF2B5EF4-FFF2-40B4-BE49-F238E27FC236}">
                <a16:creationId xmlns:a16="http://schemas.microsoft.com/office/drawing/2014/main" id="{46C6C874-6E8D-4143-BA81-D59E9D21119A}"/>
              </a:ext>
            </a:extLst>
          </p:cNvPr>
          <p:cNvSpPr/>
          <p:nvPr/>
        </p:nvSpPr>
        <p:spPr>
          <a:xfrm>
            <a:off x="6334910" y="4795804"/>
            <a:ext cx="1854349" cy="1368000"/>
          </a:xfrm>
          <a:prstGeom prst="roundRect">
            <a:avLst>
              <a:gd name="adj" fmla="val 1210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9" name="Прямоугольник: скругленные углы 1">
            <a:extLst>
              <a:ext uri="{FF2B5EF4-FFF2-40B4-BE49-F238E27FC236}">
                <a16:creationId xmlns:a16="http://schemas.microsoft.com/office/drawing/2014/main" id="{8ADC1CEE-FAB4-DF45-AFB4-FA08968B84F4}"/>
              </a:ext>
            </a:extLst>
          </p:cNvPr>
          <p:cNvSpPr/>
          <p:nvPr/>
        </p:nvSpPr>
        <p:spPr>
          <a:xfrm>
            <a:off x="644687" y="3215812"/>
            <a:ext cx="3402380" cy="703863"/>
          </a:xfrm>
          <a:prstGeom prst="roundRect">
            <a:avLst>
              <a:gd name="adj" fmla="val 1507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0" name="Прямоугольник: скругленные углы 1">
            <a:extLst>
              <a:ext uri="{FF2B5EF4-FFF2-40B4-BE49-F238E27FC236}">
                <a16:creationId xmlns:a16="http://schemas.microsoft.com/office/drawing/2014/main" id="{C3FFCFD3-91A5-CE4B-AFA6-51B14E2563FA}"/>
              </a:ext>
            </a:extLst>
          </p:cNvPr>
          <p:cNvSpPr/>
          <p:nvPr/>
        </p:nvSpPr>
        <p:spPr>
          <a:xfrm>
            <a:off x="644685" y="4065049"/>
            <a:ext cx="3402381" cy="518764"/>
          </a:xfrm>
          <a:prstGeom prst="roundRect">
            <a:avLst>
              <a:gd name="adj" fmla="val 2017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1" name="TextBox 70">
            <a:extLst>
              <a:ext uri="{FF2B5EF4-FFF2-40B4-BE49-F238E27FC236}">
                <a16:creationId xmlns:a16="http://schemas.microsoft.com/office/drawing/2014/main" id="{5BB74575-AE06-8E45-B44E-F7BEF71F3598}"/>
              </a:ext>
            </a:extLst>
          </p:cNvPr>
          <p:cNvSpPr txBox="1"/>
          <p:nvPr/>
        </p:nvSpPr>
        <p:spPr>
          <a:xfrm>
            <a:off x="3840276" y="1895000"/>
            <a:ext cx="2401572" cy="409718"/>
          </a:xfrm>
          <a:prstGeom prst="rect">
            <a:avLst/>
          </a:prstGeom>
          <a:noFill/>
        </p:spPr>
        <p:txBody>
          <a:bodyPr wrap="square" lIns="0" tIns="0" rIns="0" bIns="0" rtlCol="0" anchor="ctr">
            <a:noAutofit/>
          </a:bodyPr>
          <a:lstStyle/>
          <a:p>
            <a:pPr algn="l"/>
            <a:r>
              <a:rPr lang="ru-RU" sz="3200">
                <a:latin typeface="+mj-lt"/>
              </a:rPr>
              <a:t>1 234 567</a:t>
            </a:r>
          </a:p>
        </p:txBody>
      </p:sp>
      <p:sp>
        <p:nvSpPr>
          <p:cNvPr id="72" name="TextBox 71">
            <a:extLst>
              <a:ext uri="{FF2B5EF4-FFF2-40B4-BE49-F238E27FC236}">
                <a16:creationId xmlns:a16="http://schemas.microsoft.com/office/drawing/2014/main" id="{5E9FCF08-4E21-7846-9B11-A075B6F349A9}"/>
              </a:ext>
            </a:extLst>
          </p:cNvPr>
          <p:cNvSpPr txBox="1"/>
          <p:nvPr/>
        </p:nvSpPr>
        <p:spPr>
          <a:xfrm>
            <a:off x="3840276" y="2329720"/>
            <a:ext cx="1794798" cy="424582"/>
          </a:xfrm>
          <a:prstGeom prst="rect">
            <a:avLst/>
          </a:prstGeom>
          <a:noFill/>
        </p:spPr>
        <p:txBody>
          <a:bodyPr wrap="square" lIns="0" tIns="0" rIns="0" bIns="0" rtlCol="0">
            <a:noAutofit/>
          </a:bodyPr>
          <a:lstStyle/>
          <a:p>
            <a:pPr algn="l"/>
            <a:r>
              <a:rPr lang="ru-RU" sz="1400" dirty="0"/>
              <a:t>подпись для большой цифры</a:t>
            </a:r>
          </a:p>
        </p:txBody>
      </p:sp>
      <p:sp>
        <p:nvSpPr>
          <p:cNvPr id="73" name="TextBox 72">
            <a:extLst>
              <a:ext uri="{FF2B5EF4-FFF2-40B4-BE49-F238E27FC236}">
                <a16:creationId xmlns:a16="http://schemas.microsoft.com/office/drawing/2014/main" id="{B82983FE-2F20-434D-926F-D75EB6EDA65F}"/>
              </a:ext>
            </a:extLst>
          </p:cNvPr>
          <p:cNvSpPr txBox="1"/>
          <p:nvPr/>
        </p:nvSpPr>
        <p:spPr>
          <a:xfrm>
            <a:off x="6584006" y="5004459"/>
            <a:ext cx="999239" cy="523496"/>
          </a:xfrm>
          <a:prstGeom prst="rect">
            <a:avLst/>
          </a:prstGeom>
          <a:noFill/>
        </p:spPr>
        <p:txBody>
          <a:bodyPr wrap="square" lIns="0" tIns="0" rIns="0" bIns="0" rtlCol="0">
            <a:noAutofit/>
          </a:bodyPr>
          <a:lstStyle/>
          <a:p>
            <a:r>
              <a:rPr lang="ru-RU" sz="3200" dirty="0">
                <a:latin typeface="+mj-lt"/>
              </a:rPr>
              <a:t>×3,5</a:t>
            </a:r>
          </a:p>
          <a:p>
            <a:pPr algn="l"/>
            <a:endParaRPr lang="ru-RU" sz="3200" dirty="0">
              <a:latin typeface="+mj-lt"/>
            </a:endParaRPr>
          </a:p>
        </p:txBody>
      </p:sp>
      <p:sp>
        <p:nvSpPr>
          <p:cNvPr id="74" name="TextBox 73">
            <a:extLst>
              <a:ext uri="{FF2B5EF4-FFF2-40B4-BE49-F238E27FC236}">
                <a16:creationId xmlns:a16="http://schemas.microsoft.com/office/drawing/2014/main" id="{7C19C1FF-E33B-4D43-BB5F-3DA7F0199DDC}"/>
              </a:ext>
            </a:extLst>
          </p:cNvPr>
          <p:cNvSpPr txBox="1"/>
          <p:nvPr/>
        </p:nvSpPr>
        <p:spPr>
          <a:xfrm>
            <a:off x="6584006" y="5505391"/>
            <a:ext cx="1442096" cy="441596"/>
          </a:xfrm>
          <a:prstGeom prst="rect">
            <a:avLst/>
          </a:prstGeom>
          <a:noFill/>
        </p:spPr>
        <p:txBody>
          <a:bodyPr wrap="square" lIns="0" tIns="0" rIns="0" bIns="0" rtlCol="0">
            <a:noAutofit/>
          </a:bodyPr>
          <a:lstStyle/>
          <a:p>
            <a:pPr algn="l"/>
            <a:r>
              <a:rPr lang="ru-RU" sz="1400"/>
              <a:t>подпись для большой цифры</a:t>
            </a:r>
          </a:p>
        </p:txBody>
      </p:sp>
      <p:sp>
        <p:nvSpPr>
          <p:cNvPr id="75" name="TextBox 74">
            <a:extLst>
              <a:ext uri="{FF2B5EF4-FFF2-40B4-BE49-F238E27FC236}">
                <a16:creationId xmlns:a16="http://schemas.microsoft.com/office/drawing/2014/main" id="{5B0AAACC-9AB3-864B-A048-42CBB233E7C8}"/>
              </a:ext>
            </a:extLst>
          </p:cNvPr>
          <p:cNvSpPr txBox="1"/>
          <p:nvPr/>
        </p:nvSpPr>
        <p:spPr>
          <a:xfrm>
            <a:off x="885429" y="3364520"/>
            <a:ext cx="884974" cy="406446"/>
          </a:xfrm>
          <a:prstGeom prst="rect">
            <a:avLst/>
          </a:prstGeom>
          <a:noFill/>
        </p:spPr>
        <p:txBody>
          <a:bodyPr wrap="square" lIns="0" tIns="0" rIns="0" bIns="0" rtlCol="0">
            <a:noAutofit/>
          </a:bodyPr>
          <a:lstStyle/>
          <a:p>
            <a:r>
              <a:rPr lang="ru-RU" sz="2800" dirty="0">
                <a:latin typeface="+mj-lt"/>
              </a:rPr>
              <a:t>×3,5</a:t>
            </a:r>
          </a:p>
          <a:p>
            <a:pPr algn="l"/>
            <a:endParaRPr lang="ru-RU" sz="2800" dirty="0">
              <a:latin typeface="+mj-lt"/>
            </a:endParaRPr>
          </a:p>
        </p:txBody>
      </p:sp>
      <p:sp>
        <p:nvSpPr>
          <p:cNvPr id="76" name="TextBox 75">
            <a:extLst>
              <a:ext uri="{FF2B5EF4-FFF2-40B4-BE49-F238E27FC236}">
                <a16:creationId xmlns:a16="http://schemas.microsoft.com/office/drawing/2014/main" id="{FA9D0F0F-3703-0444-9B0E-A0F8BA30B239}"/>
              </a:ext>
            </a:extLst>
          </p:cNvPr>
          <p:cNvSpPr txBox="1"/>
          <p:nvPr/>
        </p:nvSpPr>
        <p:spPr>
          <a:xfrm>
            <a:off x="1860571" y="3351260"/>
            <a:ext cx="1598516" cy="432966"/>
          </a:xfrm>
          <a:prstGeom prst="rect">
            <a:avLst/>
          </a:prstGeom>
          <a:noFill/>
        </p:spPr>
        <p:txBody>
          <a:bodyPr wrap="square" lIns="0" tIns="0" rIns="0" bIns="0" rtlCol="0">
            <a:noAutofit/>
          </a:bodyPr>
          <a:lstStyle/>
          <a:p>
            <a:pPr algn="l"/>
            <a:r>
              <a:rPr lang="ru-RU" sz="1400" dirty="0"/>
              <a:t>подпись для большой цифры</a:t>
            </a:r>
          </a:p>
        </p:txBody>
      </p:sp>
      <p:sp>
        <p:nvSpPr>
          <p:cNvPr id="77" name="TextBox 76">
            <a:extLst>
              <a:ext uri="{FF2B5EF4-FFF2-40B4-BE49-F238E27FC236}">
                <a16:creationId xmlns:a16="http://schemas.microsoft.com/office/drawing/2014/main" id="{1FD7AAEF-AC48-D843-A1F3-43E03D394EED}"/>
              </a:ext>
            </a:extLst>
          </p:cNvPr>
          <p:cNvSpPr txBox="1"/>
          <p:nvPr/>
        </p:nvSpPr>
        <p:spPr>
          <a:xfrm>
            <a:off x="885429" y="4127897"/>
            <a:ext cx="3065628" cy="363446"/>
          </a:xfrm>
          <a:prstGeom prst="rect">
            <a:avLst/>
          </a:prstGeom>
          <a:noFill/>
        </p:spPr>
        <p:txBody>
          <a:bodyPr wrap="square" lIns="0" tIns="0" rIns="0" bIns="0" rtlCol="0">
            <a:noAutofit/>
          </a:bodyPr>
          <a:lstStyle/>
          <a:p>
            <a:r>
              <a:rPr lang="ru-RU" sz="1200" dirty="0">
                <a:solidFill>
                  <a:schemeClr val="bg1"/>
                </a:solidFill>
              </a:rPr>
              <a:t>Здесь может быть твой текст Здесь может быть твой текст. Напиши ещё текст</a:t>
            </a:r>
          </a:p>
        </p:txBody>
      </p:sp>
      <p:sp>
        <p:nvSpPr>
          <p:cNvPr id="78" name="TextBox 77">
            <a:extLst>
              <a:ext uri="{FF2B5EF4-FFF2-40B4-BE49-F238E27FC236}">
                <a16:creationId xmlns:a16="http://schemas.microsoft.com/office/drawing/2014/main" id="{FA9FED08-CFF8-6941-92DB-FEA72F604149}"/>
              </a:ext>
            </a:extLst>
          </p:cNvPr>
          <p:cNvSpPr txBox="1"/>
          <p:nvPr/>
        </p:nvSpPr>
        <p:spPr>
          <a:xfrm>
            <a:off x="4531851" y="3397298"/>
            <a:ext cx="1138676" cy="523496"/>
          </a:xfrm>
          <a:prstGeom prst="rect">
            <a:avLst/>
          </a:prstGeom>
          <a:noFill/>
        </p:spPr>
        <p:txBody>
          <a:bodyPr wrap="square" lIns="0" tIns="0" rIns="0" bIns="0" rtlCol="0">
            <a:noAutofit/>
          </a:bodyPr>
          <a:lstStyle/>
          <a:p>
            <a:r>
              <a:rPr lang="en-US" sz="3200" dirty="0">
                <a:latin typeface="+mj-lt"/>
              </a:rPr>
              <a:t>1234</a:t>
            </a:r>
            <a:endParaRPr lang="ru-RU" sz="3200" dirty="0">
              <a:latin typeface="+mj-lt"/>
            </a:endParaRPr>
          </a:p>
          <a:p>
            <a:pPr algn="l"/>
            <a:endParaRPr lang="ru-RU" sz="3200" dirty="0">
              <a:latin typeface="+mj-lt"/>
            </a:endParaRPr>
          </a:p>
        </p:txBody>
      </p:sp>
      <p:sp>
        <p:nvSpPr>
          <p:cNvPr id="79" name="TextBox 78">
            <a:extLst>
              <a:ext uri="{FF2B5EF4-FFF2-40B4-BE49-F238E27FC236}">
                <a16:creationId xmlns:a16="http://schemas.microsoft.com/office/drawing/2014/main" id="{1E382796-84D2-EA48-813C-03A7A7F7AE43}"/>
              </a:ext>
            </a:extLst>
          </p:cNvPr>
          <p:cNvSpPr txBox="1"/>
          <p:nvPr/>
        </p:nvSpPr>
        <p:spPr>
          <a:xfrm>
            <a:off x="4531850" y="3896083"/>
            <a:ext cx="1442096" cy="441596"/>
          </a:xfrm>
          <a:prstGeom prst="rect">
            <a:avLst/>
          </a:prstGeom>
          <a:noFill/>
        </p:spPr>
        <p:txBody>
          <a:bodyPr wrap="square" lIns="0" tIns="0" rIns="0" bIns="0" rtlCol="0">
            <a:noAutofit/>
          </a:bodyPr>
          <a:lstStyle/>
          <a:p>
            <a:pPr algn="l"/>
            <a:r>
              <a:rPr lang="ru-RU" sz="1400" dirty="0"/>
              <a:t>подпись для большой цифры</a:t>
            </a:r>
          </a:p>
        </p:txBody>
      </p:sp>
      <p:sp>
        <p:nvSpPr>
          <p:cNvPr id="80" name="TextBox 79">
            <a:extLst>
              <a:ext uri="{FF2B5EF4-FFF2-40B4-BE49-F238E27FC236}">
                <a16:creationId xmlns:a16="http://schemas.microsoft.com/office/drawing/2014/main" id="{57198926-748B-8241-87FE-89619780904B}"/>
              </a:ext>
            </a:extLst>
          </p:cNvPr>
          <p:cNvSpPr txBox="1"/>
          <p:nvPr/>
        </p:nvSpPr>
        <p:spPr>
          <a:xfrm>
            <a:off x="885429" y="5004459"/>
            <a:ext cx="2401572" cy="523496"/>
          </a:xfrm>
          <a:prstGeom prst="rect">
            <a:avLst/>
          </a:prstGeom>
          <a:noFill/>
        </p:spPr>
        <p:txBody>
          <a:bodyPr wrap="square" lIns="0" tIns="0" rIns="0" bIns="0" rtlCol="0">
            <a:noAutofit/>
          </a:bodyPr>
          <a:lstStyle/>
          <a:p>
            <a:pPr algn="l"/>
            <a:r>
              <a:rPr lang="ru-RU" sz="3200" dirty="0">
                <a:latin typeface="+mj-lt"/>
              </a:rPr>
              <a:t>1 234 567</a:t>
            </a:r>
          </a:p>
        </p:txBody>
      </p:sp>
      <p:sp>
        <p:nvSpPr>
          <p:cNvPr id="81" name="TextBox 80">
            <a:extLst>
              <a:ext uri="{FF2B5EF4-FFF2-40B4-BE49-F238E27FC236}">
                <a16:creationId xmlns:a16="http://schemas.microsoft.com/office/drawing/2014/main" id="{D9C9A59F-DA37-C342-AAD1-A5F37CFCF98D}"/>
              </a:ext>
            </a:extLst>
          </p:cNvPr>
          <p:cNvSpPr txBox="1"/>
          <p:nvPr/>
        </p:nvSpPr>
        <p:spPr>
          <a:xfrm>
            <a:off x="885429" y="5505391"/>
            <a:ext cx="1383367" cy="441596"/>
          </a:xfrm>
          <a:prstGeom prst="rect">
            <a:avLst/>
          </a:prstGeom>
          <a:noFill/>
        </p:spPr>
        <p:txBody>
          <a:bodyPr wrap="square" lIns="0" tIns="0" rIns="0" bIns="0" rtlCol="0">
            <a:noAutofit/>
          </a:bodyPr>
          <a:lstStyle/>
          <a:p>
            <a:pPr algn="l"/>
            <a:r>
              <a:rPr lang="ru-RU" sz="1400" dirty="0"/>
              <a:t>подпись для большой цифры</a:t>
            </a:r>
          </a:p>
        </p:txBody>
      </p:sp>
      <p:sp>
        <p:nvSpPr>
          <p:cNvPr id="82" name="Прямоугольник: скругленные углы 1">
            <a:extLst>
              <a:ext uri="{FF2B5EF4-FFF2-40B4-BE49-F238E27FC236}">
                <a16:creationId xmlns:a16="http://schemas.microsoft.com/office/drawing/2014/main" id="{2FBA64F0-788C-DF48-81E6-D8433C979BCC}"/>
              </a:ext>
            </a:extLst>
          </p:cNvPr>
          <p:cNvSpPr/>
          <p:nvPr/>
        </p:nvSpPr>
        <p:spPr>
          <a:xfrm>
            <a:off x="8436425" y="4801490"/>
            <a:ext cx="3119146" cy="518400"/>
          </a:xfrm>
          <a:prstGeom prst="roundRect">
            <a:avLst>
              <a:gd name="adj" fmla="val 3095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83" name="TextBox 82">
            <a:extLst>
              <a:ext uri="{FF2B5EF4-FFF2-40B4-BE49-F238E27FC236}">
                <a16:creationId xmlns:a16="http://schemas.microsoft.com/office/drawing/2014/main" id="{B434CA95-85CB-434A-9A63-3FB45563DC85}"/>
              </a:ext>
            </a:extLst>
          </p:cNvPr>
          <p:cNvSpPr txBox="1"/>
          <p:nvPr/>
        </p:nvSpPr>
        <p:spPr>
          <a:xfrm>
            <a:off x="8684785" y="5593365"/>
            <a:ext cx="935244" cy="314814"/>
          </a:xfrm>
          <a:prstGeom prst="rect">
            <a:avLst/>
          </a:prstGeom>
          <a:noFill/>
        </p:spPr>
        <p:txBody>
          <a:bodyPr wrap="square" lIns="0" tIns="0" rIns="0" bIns="0" rtlCol="0">
            <a:noAutofit/>
          </a:bodyPr>
          <a:lstStyle/>
          <a:p>
            <a:r>
              <a:rPr lang="ru-RU" sz="2800">
                <a:latin typeface="+mj-lt"/>
              </a:rPr>
              <a:t>×3,5</a:t>
            </a:r>
          </a:p>
          <a:p>
            <a:pPr algn="l"/>
            <a:endParaRPr lang="ru-RU" sz="3200">
              <a:latin typeface="+mj-lt"/>
            </a:endParaRPr>
          </a:p>
        </p:txBody>
      </p:sp>
      <p:sp>
        <p:nvSpPr>
          <p:cNvPr id="84" name="TextBox 83">
            <a:extLst>
              <a:ext uri="{FF2B5EF4-FFF2-40B4-BE49-F238E27FC236}">
                <a16:creationId xmlns:a16="http://schemas.microsoft.com/office/drawing/2014/main" id="{B878D225-A79E-9D44-8289-825C51E8AEFF}"/>
              </a:ext>
            </a:extLst>
          </p:cNvPr>
          <p:cNvSpPr txBox="1"/>
          <p:nvPr/>
        </p:nvSpPr>
        <p:spPr>
          <a:xfrm>
            <a:off x="7250654" y="3397298"/>
            <a:ext cx="1686701" cy="455009"/>
          </a:xfrm>
          <a:prstGeom prst="rect">
            <a:avLst/>
          </a:prstGeom>
          <a:noFill/>
        </p:spPr>
        <p:txBody>
          <a:bodyPr wrap="square" lIns="0" tIns="0" rIns="0" bIns="0" rtlCol="0">
            <a:noAutofit/>
          </a:bodyPr>
          <a:lstStyle/>
          <a:p>
            <a:pPr algn="l"/>
            <a:r>
              <a:rPr lang="en-US" sz="3200" dirty="0">
                <a:solidFill>
                  <a:schemeClr val="bg1"/>
                </a:solidFill>
                <a:latin typeface="+mj-lt"/>
              </a:rPr>
              <a:t>&gt; </a:t>
            </a:r>
            <a:r>
              <a:rPr lang="ru-RU" sz="3200" dirty="0">
                <a:solidFill>
                  <a:schemeClr val="bg1"/>
                </a:solidFill>
                <a:latin typeface="+mj-lt"/>
              </a:rPr>
              <a:t>1 234</a:t>
            </a:r>
          </a:p>
        </p:txBody>
      </p:sp>
      <p:sp>
        <p:nvSpPr>
          <p:cNvPr id="85" name="TextBox 84">
            <a:extLst>
              <a:ext uri="{FF2B5EF4-FFF2-40B4-BE49-F238E27FC236}">
                <a16:creationId xmlns:a16="http://schemas.microsoft.com/office/drawing/2014/main" id="{7B19C345-5804-894E-A4FE-74C341ED567C}"/>
              </a:ext>
            </a:extLst>
          </p:cNvPr>
          <p:cNvSpPr txBox="1"/>
          <p:nvPr/>
        </p:nvSpPr>
        <p:spPr>
          <a:xfrm>
            <a:off x="7250654" y="1895000"/>
            <a:ext cx="1066864" cy="449164"/>
          </a:xfrm>
          <a:prstGeom prst="rect">
            <a:avLst/>
          </a:prstGeom>
          <a:noFill/>
        </p:spPr>
        <p:txBody>
          <a:bodyPr wrap="square" lIns="0" tIns="0" rIns="0" bIns="0" rtlCol="0" anchor="ctr">
            <a:noAutofit/>
          </a:bodyPr>
          <a:lstStyle/>
          <a:p>
            <a:r>
              <a:rPr lang="ru-RU" sz="2800" dirty="0">
                <a:solidFill>
                  <a:schemeClr val="bg1"/>
                </a:solidFill>
                <a:latin typeface="+mj-lt"/>
              </a:rPr>
              <a:t>ХХ</a:t>
            </a:r>
            <a:r>
              <a:rPr lang="en-US" sz="2800" dirty="0">
                <a:solidFill>
                  <a:schemeClr val="bg1"/>
                </a:solidFill>
                <a:latin typeface="+mj-lt"/>
              </a:rPr>
              <a:t>%</a:t>
            </a:r>
            <a:endParaRPr lang="ru-RU" sz="2800" dirty="0">
              <a:solidFill>
                <a:schemeClr val="bg1"/>
              </a:solidFill>
              <a:latin typeface="+mj-lt"/>
            </a:endParaRPr>
          </a:p>
        </p:txBody>
      </p:sp>
      <p:sp>
        <p:nvSpPr>
          <p:cNvPr id="86" name="TextBox 85">
            <a:extLst>
              <a:ext uri="{FF2B5EF4-FFF2-40B4-BE49-F238E27FC236}">
                <a16:creationId xmlns:a16="http://schemas.microsoft.com/office/drawing/2014/main" id="{9208EA57-DA0B-C641-B2AF-A696DE4EB3C9}"/>
              </a:ext>
            </a:extLst>
          </p:cNvPr>
          <p:cNvSpPr txBox="1"/>
          <p:nvPr/>
        </p:nvSpPr>
        <p:spPr>
          <a:xfrm>
            <a:off x="7250654" y="2329720"/>
            <a:ext cx="1176653" cy="384198"/>
          </a:xfrm>
          <a:prstGeom prst="rect">
            <a:avLst/>
          </a:prstGeom>
          <a:noFill/>
        </p:spPr>
        <p:txBody>
          <a:bodyPr wrap="square" lIns="0" tIns="0" rIns="0" bIns="0" rtlCol="0">
            <a:noAutofit/>
          </a:bodyPr>
          <a:lstStyle/>
          <a:p>
            <a:pPr algn="l"/>
            <a:r>
              <a:rPr lang="ru-RU" sz="1200">
                <a:solidFill>
                  <a:schemeClr val="bg1"/>
                </a:solidFill>
              </a:rPr>
              <a:t>подпись для большой цифры</a:t>
            </a:r>
          </a:p>
        </p:txBody>
      </p:sp>
      <p:sp>
        <p:nvSpPr>
          <p:cNvPr id="87" name="TextBox 86">
            <a:extLst>
              <a:ext uri="{FF2B5EF4-FFF2-40B4-BE49-F238E27FC236}">
                <a16:creationId xmlns:a16="http://schemas.microsoft.com/office/drawing/2014/main" id="{20EB78FB-6A16-4849-8A29-AA01428DF7CF}"/>
              </a:ext>
            </a:extLst>
          </p:cNvPr>
          <p:cNvSpPr txBox="1"/>
          <p:nvPr/>
        </p:nvSpPr>
        <p:spPr>
          <a:xfrm>
            <a:off x="9076494" y="1895000"/>
            <a:ext cx="1338839" cy="523496"/>
          </a:xfrm>
          <a:prstGeom prst="rect">
            <a:avLst/>
          </a:prstGeom>
          <a:noFill/>
        </p:spPr>
        <p:txBody>
          <a:bodyPr wrap="square" lIns="0" tIns="0" rIns="0" bIns="0" rtlCol="0" anchor="ctr">
            <a:noAutofit/>
          </a:bodyPr>
          <a:lstStyle/>
          <a:p>
            <a:pPr algn="l"/>
            <a:r>
              <a:rPr lang="ru-RU" sz="3200" dirty="0">
                <a:latin typeface="+mj-lt"/>
              </a:rPr>
              <a:t>1 234</a:t>
            </a:r>
          </a:p>
        </p:txBody>
      </p:sp>
      <p:sp>
        <p:nvSpPr>
          <p:cNvPr id="88" name="TextBox 87">
            <a:extLst>
              <a:ext uri="{FF2B5EF4-FFF2-40B4-BE49-F238E27FC236}">
                <a16:creationId xmlns:a16="http://schemas.microsoft.com/office/drawing/2014/main" id="{21C7DD63-8EC3-474B-BC30-4E55A6561B3C}"/>
              </a:ext>
            </a:extLst>
          </p:cNvPr>
          <p:cNvSpPr txBox="1"/>
          <p:nvPr/>
        </p:nvSpPr>
        <p:spPr>
          <a:xfrm>
            <a:off x="9076494" y="2329720"/>
            <a:ext cx="1457938" cy="477211"/>
          </a:xfrm>
          <a:prstGeom prst="rect">
            <a:avLst/>
          </a:prstGeom>
          <a:noFill/>
        </p:spPr>
        <p:txBody>
          <a:bodyPr wrap="square" lIns="0" tIns="0" rIns="0" bIns="0" rtlCol="0">
            <a:noAutofit/>
          </a:bodyPr>
          <a:lstStyle/>
          <a:p>
            <a:pPr algn="l"/>
            <a:r>
              <a:rPr lang="ru-RU" sz="1400"/>
              <a:t>подпись для большой цифры</a:t>
            </a:r>
          </a:p>
        </p:txBody>
      </p:sp>
      <p:sp>
        <p:nvSpPr>
          <p:cNvPr id="89" name="TextBox 88">
            <a:extLst>
              <a:ext uri="{FF2B5EF4-FFF2-40B4-BE49-F238E27FC236}">
                <a16:creationId xmlns:a16="http://schemas.microsoft.com/office/drawing/2014/main" id="{6DB73005-8CCC-4F42-BB45-6EAAAC80C3BE}"/>
              </a:ext>
            </a:extLst>
          </p:cNvPr>
          <p:cNvSpPr txBox="1"/>
          <p:nvPr/>
        </p:nvSpPr>
        <p:spPr>
          <a:xfrm>
            <a:off x="10351789" y="3397298"/>
            <a:ext cx="1068398" cy="396224"/>
          </a:xfrm>
          <a:prstGeom prst="rect">
            <a:avLst/>
          </a:prstGeom>
          <a:noFill/>
        </p:spPr>
        <p:txBody>
          <a:bodyPr wrap="square" lIns="0" tIns="0" rIns="0" bIns="0" rtlCol="0">
            <a:noAutofit/>
          </a:bodyPr>
          <a:lstStyle/>
          <a:p>
            <a:r>
              <a:rPr lang="ru-RU" sz="3200">
                <a:latin typeface="+mj-lt"/>
              </a:rPr>
              <a:t>ХХ</a:t>
            </a:r>
            <a:r>
              <a:rPr lang="en-US" sz="3200">
                <a:latin typeface="+mj-lt"/>
              </a:rPr>
              <a:t>%</a:t>
            </a:r>
            <a:endParaRPr lang="ru-RU" sz="3200">
              <a:latin typeface="+mj-lt"/>
            </a:endParaRPr>
          </a:p>
          <a:p>
            <a:pPr algn="l"/>
            <a:endParaRPr lang="ru-RU" sz="3200">
              <a:latin typeface="+mj-lt"/>
            </a:endParaRPr>
          </a:p>
        </p:txBody>
      </p:sp>
      <p:sp>
        <p:nvSpPr>
          <p:cNvPr id="90" name="TextBox 89">
            <a:extLst>
              <a:ext uri="{FF2B5EF4-FFF2-40B4-BE49-F238E27FC236}">
                <a16:creationId xmlns:a16="http://schemas.microsoft.com/office/drawing/2014/main" id="{B525D33B-69CD-3A4C-B099-261BE8C044C8}"/>
              </a:ext>
            </a:extLst>
          </p:cNvPr>
          <p:cNvSpPr txBox="1"/>
          <p:nvPr/>
        </p:nvSpPr>
        <p:spPr>
          <a:xfrm>
            <a:off x="9978091" y="3896083"/>
            <a:ext cx="1442096" cy="441596"/>
          </a:xfrm>
          <a:prstGeom prst="rect">
            <a:avLst/>
          </a:prstGeom>
          <a:noFill/>
        </p:spPr>
        <p:txBody>
          <a:bodyPr wrap="square" lIns="0" tIns="0" rIns="0" bIns="0" rtlCol="0">
            <a:noAutofit/>
          </a:bodyPr>
          <a:lstStyle/>
          <a:p>
            <a:pPr algn="l"/>
            <a:r>
              <a:rPr lang="ru-RU" sz="1400"/>
              <a:t>подпись для большой цифры</a:t>
            </a:r>
          </a:p>
        </p:txBody>
      </p:sp>
      <p:sp>
        <p:nvSpPr>
          <p:cNvPr id="91" name="TextBox 90">
            <a:extLst>
              <a:ext uri="{FF2B5EF4-FFF2-40B4-BE49-F238E27FC236}">
                <a16:creationId xmlns:a16="http://schemas.microsoft.com/office/drawing/2014/main" id="{635800D2-8E01-EB4D-BF7E-99C2871A8BEF}"/>
              </a:ext>
            </a:extLst>
          </p:cNvPr>
          <p:cNvSpPr txBox="1"/>
          <p:nvPr/>
        </p:nvSpPr>
        <p:spPr>
          <a:xfrm>
            <a:off x="885429" y="1895000"/>
            <a:ext cx="1686701" cy="409718"/>
          </a:xfrm>
          <a:prstGeom prst="rect">
            <a:avLst/>
          </a:prstGeom>
          <a:noFill/>
        </p:spPr>
        <p:txBody>
          <a:bodyPr wrap="square" lIns="0" tIns="0" rIns="0" bIns="0" rtlCol="0" anchor="ctr">
            <a:noAutofit/>
          </a:bodyPr>
          <a:lstStyle/>
          <a:p>
            <a:pPr algn="l"/>
            <a:r>
              <a:rPr lang="en-US" sz="3200" dirty="0">
                <a:solidFill>
                  <a:schemeClr val="bg1"/>
                </a:solidFill>
                <a:latin typeface="+mj-lt"/>
              </a:rPr>
              <a:t>&gt; </a:t>
            </a:r>
            <a:r>
              <a:rPr lang="ru-RU" sz="3200" dirty="0">
                <a:solidFill>
                  <a:schemeClr val="bg1"/>
                </a:solidFill>
                <a:latin typeface="+mj-lt"/>
              </a:rPr>
              <a:t>1 234</a:t>
            </a:r>
          </a:p>
        </p:txBody>
      </p:sp>
      <p:sp>
        <p:nvSpPr>
          <p:cNvPr id="92" name="TextBox 91">
            <a:extLst>
              <a:ext uri="{FF2B5EF4-FFF2-40B4-BE49-F238E27FC236}">
                <a16:creationId xmlns:a16="http://schemas.microsoft.com/office/drawing/2014/main" id="{56626188-14C0-FD4D-8944-87EC9ADB05CD}"/>
              </a:ext>
            </a:extLst>
          </p:cNvPr>
          <p:cNvSpPr txBox="1"/>
          <p:nvPr/>
        </p:nvSpPr>
        <p:spPr>
          <a:xfrm>
            <a:off x="885429" y="2329720"/>
            <a:ext cx="1792831" cy="433495"/>
          </a:xfrm>
          <a:prstGeom prst="rect">
            <a:avLst/>
          </a:prstGeom>
          <a:noFill/>
        </p:spPr>
        <p:txBody>
          <a:bodyPr wrap="square" lIns="0" tIns="0" rIns="0" bIns="0" rtlCol="0">
            <a:noAutofit/>
          </a:bodyPr>
          <a:lstStyle/>
          <a:p>
            <a:pPr algn="l"/>
            <a:r>
              <a:rPr lang="ru-RU" sz="1400" dirty="0">
                <a:solidFill>
                  <a:schemeClr val="bg1"/>
                </a:solidFill>
              </a:rPr>
              <a:t>подпись для</a:t>
            </a:r>
          </a:p>
          <a:p>
            <a:pPr algn="l"/>
            <a:r>
              <a:rPr lang="ru-RU" sz="1400" dirty="0">
                <a:solidFill>
                  <a:schemeClr val="bg1"/>
                </a:solidFill>
              </a:rPr>
              <a:t>большой цифры</a:t>
            </a:r>
          </a:p>
        </p:txBody>
      </p:sp>
      <p:sp>
        <p:nvSpPr>
          <p:cNvPr id="93" name="TextBox 92">
            <a:extLst>
              <a:ext uri="{FF2B5EF4-FFF2-40B4-BE49-F238E27FC236}">
                <a16:creationId xmlns:a16="http://schemas.microsoft.com/office/drawing/2014/main" id="{6458BA6F-69BB-5E4B-9DF0-234745F02734}"/>
              </a:ext>
            </a:extLst>
          </p:cNvPr>
          <p:cNvSpPr txBox="1"/>
          <p:nvPr/>
        </p:nvSpPr>
        <p:spPr>
          <a:xfrm>
            <a:off x="3840276" y="5004459"/>
            <a:ext cx="1068398" cy="523496"/>
          </a:xfrm>
          <a:prstGeom prst="rect">
            <a:avLst/>
          </a:prstGeom>
          <a:noFill/>
        </p:spPr>
        <p:txBody>
          <a:bodyPr wrap="square" lIns="0" tIns="0" rIns="0" bIns="0" rtlCol="0">
            <a:noAutofit/>
          </a:bodyPr>
          <a:lstStyle/>
          <a:p>
            <a:r>
              <a:rPr lang="ru-RU" sz="3200">
                <a:solidFill>
                  <a:schemeClr val="bg1"/>
                </a:solidFill>
                <a:latin typeface="+mj-lt"/>
              </a:rPr>
              <a:t>ХХ</a:t>
            </a:r>
            <a:r>
              <a:rPr lang="en-US" sz="3200">
                <a:solidFill>
                  <a:schemeClr val="bg1"/>
                </a:solidFill>
                <a:latin typeface="+mj-lt"/>
              </a:rPr>
              <a:t>%</a:t>
            </a:r>
            <a:endParaRPr lang="ru-RU" sz="3200">
              <a:solidFill>
                <a:schemeClr val="bg1"/>
              </a:solidFill>
              <a:latin typeface="+mj-lt"/>
            </a:endParaRPr>
          </a:p>
          <a:p>
            <a:pPr algn="l"/>
            <a:endParaRPr lang="ru-RU" sz="3200">
              <a:solidFill>
                <a:schemeClr val="bg1"/>
              </a:solidFill>
              <a:latin typeface="+mj-lt"/>
            </a:endParaRPr>
          </a:p>
        </p:txBody>
      </p:sp>
      <p:sp>
        <p:nvSpPr>
          <p:cNvPr id="94" name="TextBox 93">
            <a:extLst>
              <a:ext uri="{FF2B5EF4-FFF2-40B4-BE49-F238E27FC236}">
                <a16:creationId xmlns:a16="http://schemas.microsoft.com/office/drawing/2014/main" id="{903E4929-2F07-2E4E-A58A-F5D2A6CA955B}"/>
              </a:ext>
            </a:extLst>
          </p:cNvPr>
          <p:cNvSpPr txBox="1"/>
          <p:nvPr/>
        </p:nvSpPr>
        <p:spPr>
          <a:xfrm>
            <a:off x="3840276" y="5505391"/>
            <a:ext cx="1442096" cy="441596"/>
          </a:xfrm>
          <a:prstGeom prst="rect">
            <a:avLst/>
          </a:prstGeom>
          <a:noFill/>
        </p:spPr>
        <p:txBody>
          <a:bodyPr wrap="square" lIns="0" tIns="0" rIns="0" bIns="0" rtlCol="0">
            <a:noAutofit/>
          </a:bodyPr>
          <a:lstStyle/>
          <a:p>
            <a:pPr algn="l"/>
            <a:r>
              <a:rPr lang="ru-RU" sz="1400">
                <a:solidFill>
                  <a:schemeClr val="bg1"/>
                </a:solidFill>
              </a:rPr>
              <a:t>подпись для большой цифры</a:t>
            </a:r>
          </a:p>
        </p:txBody>
      </p:sp>
      <p:sp>
        <p:nvSpPr>
          <p:cNvPr id="95" name="Прямоугольник: скругленные углы 18">
            <a:extLst>
              <a:ext uri="{FF2B5EF4-FFF2-40B4-BE49-F238E27FC236}">
                <a16:creationId xmlns:a16="http://schemas.microsoft.com/office/drawing/2014/main" id="{D0294CD5-E08B-CE42-8843-A6A0216BE86C}"/>
              </a:ext>
            </a:extLst>
          </p:cNvPr>
          <p:cNvSpPr/>
          <p:nvPr/>
        </p:nvSpPr>
        <p:spPr>
          <a:xfrm>
            <a:off x="5829359" y="3422794"/>
            <a:ext cx="601894" cy="395689"/>
          </a:xfrm>
          <a:prstGeom prst="roundRect">
            <a:avLst>
              <a:gd name="adj" fmla="val 30225"/>
            </a:avLst>
          </a:prstGeom>
          <a:solidFill>
            <a:srgbClr val="10C44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b="1">
                <a:solidFill>
                  <a:srgbClr val="10C44C"/>
                </a:solidFill>
              </a:rPr>
              <a:t>+ХХ%</a:t>
            </a:r>
          </a:p>
        </p:txBody>
      </p:sp>
      <p:sp>
        <p:nvSpPr>
          <p:cNvPr id="96" name="Рисунок 51">
            <a:extLst>
              <a:ext uri="{FF2B5EF4-FFF2-40B4-BE49-F238E27FC236}">
                <a16:creationId xmlns:a16="http://schemas.microsoft.com/office/drawing/2014/main" id="{8F069236-C12E-E442-BE11-663A20FB8537}"/>
              </a:ext>
            </a:extLst>
          </p:cNvPr>
          <p:cNvSpPr/>
          <p:nvPr/>
        </p:nvSpPr>
        <p:spPr>
          <a:xfrm>
            <a:off x="6472904" y="1746171"/>
            <a:ext cx="180000" cy="180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1">
              <a:lumMod val="40000"/>
              <a:lumOff val="60000"/>
            </a:schemeClr>
          </a:solidFill>
          <a:ln w="9525" cap="flat">
            <a:noFill/>
            <a:prstDash val="solid"/>
            <a:miter/>
          </a:ln>
        </p:spPr>
        <p:txBody>
          <a:bodyPr rtlCol="0" anchor="ctr"/>
          <a:lstStyle/>
          <a:p>
            <a:endParaRPr lang="ru-RU"/>
          </a:p>
        </p:txBody>
      </p:sp>
      <p:sp>
        <p:nvSpPr>
          <p:cNvPr id="97" name="Рисунок 51">
            <a:extLst>
              <a:ext uri="{FF2B5EF4-FFF2-40B4-BE49-F238E27FC236}">
                <a16:creationId xmlns:a16="http://schemas.microsoft.com/office/drawing/2014/main" id="{964FA728-2A0E-0348-B1EC-7CB9AD2D31DE}"/>
              </a:ext>
            </a:extLst>
          </p:cNvPr>
          <p:cNvSpPr/>
          <p:nvPr/>
        </p:nvSpPr>
        <p:spPr>
          <a:xfrm>
            <a:off x="7877905" y="4901190"/>
            <a:ext cx="180000" cy="180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1">
              <a:lumMod val="40000"/>
              <a:lumOff val="60000"/>
            </a:schemeClr>
          </a:solidFill>
          <a:ln w="9525" cap="flat">
            <a:noFill/>
            <a:prstDash val="solid"/>
            <a:miter/>
          </a:ln>
        </p:spPr>
        <p:txBody>
          <a:bodyPr rtlCol="0" anchor="ctr"/>
          <a:lstStyle/>
          <a:p>
            <a:endParaRPr lang="ru-RU"/>
          </a:p>
        </p:txBody>
      </p:sp>
      <p:pic>
        <p:nvPicPr>
          <p:cNvPr id="98" name="Рисунок 97">
            <a:extLst>
              <a:ext uri="{FF2B5EF4-FFF2-40B4-BE49-F238E27FC236}">
                <a16:creationId xmlns:a16="http://schemas.microsoft.com/office/drawing/2014/main" id="{B0203C59-37BA-FB49-81A7-61191D209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91002">
            <a:off x="5294041" y="4451183"/>
            <a:ext cx="1033675" cy="1033675"/>
          </a:xfrm>
          <a:prstGeom prst="rect">
            <a:avLst/>
          </a:prstGeom>
        </p:spPr>
      </p:pic>
      <p:pic>
        <p:nvPicPr>
          <p:cNvPr id="99" name="Рисунок 98">
            <a:extLst>
              <a:ext uri="{FF2B5EF4-FFF2-40B4-BE49-F238E27FC236}">
                <a16:creationId xmlns:a16="http://schemas.microsoft.com/office/drawing/2014/main" id="{EF8B199D-D874-0F48-9C14-AD68AD8E50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463516">
            <a:off x="10577967" y="1819064"/>
            <a:ext cx="969114" cy="969114"/>
          </a:xfrm>
          <a:prstGeom prst="rect">
            <a:avLst/>
          </a:prstGeom>
        </p:spPr>
      </p:pic>
      <p:sp>
        <p:nvSpPr>
          <p:cNvPr id="100" name="Рисунок 494">
            <a:extLst>
              <a:ext uri="{FF2B5EF4-FFF2-40B4-BE49-F238E27FC236}">
                <a16:creationId xmlns:a16="http://schemas.microsoft.com/office/drawing/2014/main" id="{160CC1E6-51A0-214A-9A63-AA9D8C7A8277}"/>
              </a:ext>
            </a:extLst>
          </p:cNvPr>
          <p:cNvSpPr/>
          <p:nvPr/>
        </p:nvSpPr>
        <p:spPr>
          <a:xfrm>
            <a:off x="9984336" y="3502101"/>
            <a:ext cx="281883" cy="281883"/>
          </a:xfrm>
          <a:custGeom>
            <a:avLst/>
            <a:gdLst>
              <a:gd name="connsiteX0" fmla="*/ 85725 w 171450"/>
              <a:gd name="connsiteY0" fmla="*/ 924 h 171450"/>
              <a:gd name="connsiteX1" fmla="*/ 57150 w 171450"/>
              <a:gd name="connsiteY1" fmla="*/ 53932 h 171450"/>
              <a:gd name="connsiteX2" fmla="*/ 38021 w 171450"/>
              <a:gd name="connsiteY2" fmla="*/ 35964 h 171450"/>
              <a:gd name="connsiteX3" fmla="*/ 0 w 171450"/>
              <a:gd name="connsiteY3" fmla="*/ 101860 h 171450"/>
              <a:gd name="connsiteX4" fmla="*/ 57150 w 171450"/>
              <a:gd name="connsiteY4" fmla="*/ 171450 h 171450"/>
              <a:gd name="connsiteX5" fmla="*/ 66080 w 171450"/>
              <a:gd name="connsiteY5" fmla="*/ 162584 h 171450"/>
              <a:gd name="connsiteX6" fmla="*/ 57076 w 171450"/>
              <a:gd name="connsiteY6" fmla="*/ 108188 h 171450"/>
              <a:gd name="connsiteX7" fmla="*/ 93613 w 171450"/>
              <a:gd name="connsiteY7" fmla="*/ 88886 h 171450"/>
              <a:gd name="connsiteX8" fmla="*/ 111703 w 171450"/>
              <a:gd name="connsiteY8" fmla="*/ 88886 h 171450"/>
              <a:gd name="connsiteX9" fmla="*/ 106561 w 171450"/>
              <a:gd name="connsiteY9" fmla="*/ 162584 h 171450"/>
              <a:gd name="connsiteX10" fmla="*/ 121147 w 171450"/>
              <a:gd name="connsiteY10" fmla="*/ 171450 h 171450"/>
              <a:gd name="connsiteX11" fmla="*/ 171450 w 171450"/>
              <a:gd name="connsiteY11" fmla="*/ 101860 h 171450"/>
              <a:gd name="connsiteX12" fmla="*/ 85725 w 171450"/>
              <a:gd name="connsiteY12" fmla="*/ 92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50">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1" y="133596"/>
                  <a:pt x="93613" y="88886"/>
                </a:cubicBezTo>
                <a:cubicBezTo>
                  <a:pt x="96267" y="76792"/>
                  <a:pt x="102936" y="80004"/>
                  <a:pt x="111703" y="88886"/>
                </a:cubicBezTo>
                <a:cubicBezTo>
                  <a:pt x="124861" y="102219"/>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accent2"/>
          </a:solidFill>
          <a:ln w="9525" cap="flat">
            <a:noFill/>
            <a:prstDash val="solid"/>
            <a:miter/>
          </a:ln>
        </p:spPr>
        <p:txBody>
          <a:bodyPr rtlCol="0" anchor="ctr"/>
          <a:lstStyle/>
          <a:p>
            <a:endParaRPr lang="ru-RU"/>
          </a:p>
        </p:txBody>
      </p:sp>
      <p:sp>
        <p:nvSpPr>
          <p:cNvPr id="101" name="TextBox 100">
            <a:extLst>
              <a:ext uri="{FF2B5EF4-FFF2-40B4-BE49-F238E27FC236}">
                <a16:creationId xmlns:a16="http://schemas.microsoft.com/office/drawing/2014/main" id="{A304B378-C2F9-684A-92A0-2EEABCD31033}"/>
              </a:ext>
            </a:extLst>
          </p:cNvPr>
          <p:cNvSpPr txBox="1"/>
          <p:nvPr/>
        </p:nvSpPr>
        <p:spPr>
          <a:xfrm>
            <a:off x="8698365" y="4878967"/>
            <a:ext cx="2608206" cy="363446"/>
          </a:xfrm>
          <a:prstGeom prst="rect">
            <a:avLst/>
          </a:prstGeom>
          <a:noFill/>
        </p:spPr>
        <p:txBody>
          <a:bodyPr wrap="square" lIns="0" tIns="0" rIns="0" bIns="0" rtlCol="0">
            <a:noAutofit/>
          </a:bodyPr>
          <a:lstStyle/>
          <a:p>
            <a:r>
              <a:rPr lang="ru-RU" sz="1200" dirty="0"/>
              <a:t>Здесь может быть твой текст Здесь может быть твой текст.</a:t>
            </a:r>
          </a:p>
        </p:txBody>
      </p:sp>
      <p:sp>
        <p:nvSpPr>
          <p:cNvPr id="102" name="TextBox 101">
            <a:extLst>
              <a:ext uri="{FF2B5EF4-FFF2-40B4-BE49-F238E27FC236}">
                <a16:creationId xmlns:a16="http://schemas.microsoft.com/office/drawing/2014/main" id="{458F7127-A968-7947-A616-B6E7742D9CE4}"/>
              </a:ext>
            </a:extLst>
          </p:cNvPr>
          <p:cNvSpPr txBox="1"/>
          <p:nvPr/>
        </p:nvSpPr>
        <p:spPr>
          <a:xfrm>
            <a:off x="9649836" y="5586490"/>
            <a:ext cx="1598516" cy="374865"/>
          </a:xfrm>
          <a:prstGeom prst="rect">
            <a:avLst/>
          </a:prstGeom>
          <a:noFill/>
        </p:spPr>
        <p:txBody>
          <a:bodyPr wrap="square" lIns="0" tIns="0" rIns="0" bIns="0" rtlCol="0">
            <a:noAutofit/>
          </a:bodyPr>
          <a:lstStyle/>
          <a:p>
            <a:pPr algn="l"/>
            <a:r>
              <a:rPr lang="ru-RU" sz="1400"/>
              <a:t>подпись для большой цифры</a:t>
            </a:r>
          </a:p>
        </p:txBody>
      </p:sp>
      <p:sp>
        <p:nvSpPr>
          <p:cNvPr id="103" name="TextBox 102">
            <a:extLst>
              <a:ext uri="{FF2B5EF4-FFF2-40B4-BE49-F238E27FC236}">
                <a16:creationId xmlns:a16="http://schemas.microsoft.com/office/drawing/2014/main" id="{C6834DF6-A138-7043-9B4B-86B54BC1C38B}"/>
              </a:ext>
            </a:extLst>
          </p:cNvPr>
          <p:cNvSpPr txBox="1"/>
          <p:nvPr/>
        </p:nvSpPr>
        <p:spPr>
          <a:xfrm>
            <a:off x="7250654" y="3896083"/>
            <a:ext cx="1442096" cy="441596"/>
          </a:xfrm>
          <a:prstGeom prst="rect">
            <a:avLst/>
          </a:prstGeom>
          <a:noFill/>
        </p:spPr>
        <p:txBody>
          <a:bodyPr wrap="square" lIns="0" tIns="0" rIns="0" bIns="0" rtlCol="0">
            <a:noAutofit/>
          </a:bodyPr>
          <a:lstStyle/>
          <a:p>
            <a:pPr algn="l"/>
            <a:r>
              <a:rPr lang="ru-RU" sz="1400" dirty="0">
                <a:solidFill>
                  <a:schemeClr val="bg1"/>
                </a:solidFill>
              </a:rPr>
              <a:t>подпись для большой цифры</a:t>
            </a:r>
          </a:p>
        </p:txBody>
      </p:sp>
      <p:sp>
        <p:nvSpPr>
          <p:cNvPr id="104" name="Рисунок 51">
            <a:extLst>
              <a:ext uri="{FF2B5EF4-FFF2-40B4-BE49-F238E27FC236}">
                <a16:creationId xmlns:a16="http://schemas.microsoft.com/office/drawing/2014/main" id="{DEAD7EB4-F623-954D-93A4-DB57C1A7AB92}"/>
              </a:ext>
            </a:extLst>
          </p:cNvPr>
          <p:cNvSpPr/>
          <p:nvPr/>
        </p:nvSpPr>
        <p:spPr>
          <a:xfrm>
            <a:off x="3752731" y="3316694"/>
            <a:ext cx="180000" cy="180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6"/>
          </a:solidFill>
          <a:ln w="9525" cap="flat">
            <a:noFill/>
            <a:prstDash val="solid"/>
            <a:miter/>
          </a:ln>
        </p:spPr>
        <p:txBody>
          <a:bodyPr rtlCol="0" anchor="ctr"/>
          <a:lstStyle/>
          <a:p>
            <a:endParaRPr lang="ru-RU"/>
          </a:p>
        </p:txBody>
      </p:sp>
      <p:sp>
        <p:nvSpPr>
          <p:cNvPr id="105" name="Рисунок 51">
            <a:extLst>
              <a:ext uri="{FF2B5EF4-FFF2-40B4-BE49-F238E27FC236}">
                <a16:creationId xmlns:a16="http://schemas.microsoft.com/office/drawing/2014/main" id="{CC4D398D-B287-E843-9F58-9F183FD1A863}"/>
              </a:ext>
            </a:extLst>
          </p:cNvPr>
          <p:cNvSpPr/>
          <p:nvPr/>
        </p:nvSpPr>
        <p:spPr>
          <a:xfrm>
            <a:off x="11262312" y="5534372"/>
            <a:ext cx="180000" cy="180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1">
              <a:lumMod val="40000"/>
              <a:lumOff val="60000"/>
            </a:schemeClr>
          </a:solidFill>
          <a:ln w="9525" cap="flat">
            <a:noFill/>
            <a:prstDash val="solid"/>
            <a:miter/>
          </a:ln>
        </p:spPr>
        <p:txBody>
          <a:bodyPr rtlCol="0" anchor="ctr"/>
          <a:lstStyle/>
          <a:p>
            <a:endParaRPr lang="ru-RU"/>
          </a:p>
        </p:txBody>
      </p:sp>
      <p:sp>
        <p:nvSpPr>
          <p:cNvPr id="3" name="Нижний колонтитул 2">
            <a:extLst>
              <a:ext uri="{FF2B5EF4-FFF2-40B4-BE49-F238E27FC236}">
                <a16:creationId xmlns:a16="http://schemas.microsoft.com/office/drawing/2014/main" id="{70EFEF0B-5EF0-BFA9-4B57-90AC52FDDEDF}"/>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5548305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76</a:t>
            </a:fld>
            <a:endParaRPr lang="ru-RU"/>
          </a:p>
        </p:txBody>
      </p:sp>
      <p:sp>
        <p:nvSpPr>
          <p:cNvPr id="5" name="Прямоугольник: скругленные углы 4">
            <a:extLst>
              <a:ext uri="{FF2B5EF4-FFF2-40B4-BE49-F238E27FC236}">
                <a16:creationId xmlns:a16="http://schemas.microsoft.com/office/drawing/2014/main" id="{FD7D5F50-77B4-4BFE-A3D3-EF9CC941ACCE}"/>
              </a:ext>
            </a:extLst>
          </p:cNvPr>
          <p:cNvSpPr/>
          <p:nvPr/>
        </p:nvSpPr>
        <p:spPr>
          <a:xfrm>
            <a:off x="654906" y="1520823"/>
            <a:ext cx="10910888" cy="1202711"/>
          </a:xfrm>
          <a:prstGeom prst="roundRect">
            <a:avLst>
              <a:gd name="adj" fmla="val 1936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13" name="Объект 12">
            <a:extLst>
              <a:ext uri="{FF2B5EF4-FFF2-40B4-BE49-F238E27FC236}">
                <a16:creationId xmlns:a16="http://schemas.microsoft.com/office/drawing/2014/main" id="{3FF5A680-B5D0-467B-9B71-1E87ECCFA823}"/>
              </a:ext>
            </a:extLst>
          </p:cNvPr>
          <p:cNvSpPr>
            <a:spLocks noGrp="1"/>
          </p:cNvSpPr>
          <p:nvPr>
            <p:ph idx="1"/>
          </p:nvPr>
        </p:nvSpPr>
        <p:spPr>
          <a:xfrm>
            <a:off x="952645" y="1766263"/>
            <a:ext cx="2979175" cy="711831"/>
          </a:xfrm>
        </p:spPr>
        <p:txBody>
          <a:bodyPr/>
          <a:lstStyle/>
          <a:p>
            <a:pPr lvl="1">
              <a:spcAft>
                <a:spcPts val="0"/>
              </a:spcAft>
            </a:pPr>
            <a:r>
              <a:rPr lang="ru-RU" sz="2400"/>
              <a:t>Напиши свой подзаголовок</a:t>
            </a:r>
          </a:p>
        </p:txBody>
      </p:sp>
      <p:sp>
        <p:nvSpPr>
          <p:cNvPr id="6" name="Прямоугольник: скругленные углы 5">
            <a:extLst>
              <a:ext uri="{FF2B5EF4-FFF2-40B4-BE49-F238E27FC236}">
                <a16:creationId xmlns:a16="http://schemas.microsoft.com/office/drawing/2014/main" id="{D23EA604-646B-4E6D-88DA-384C745BE519}"/>
              </a:ext>
            </a:extLst>
          </p:cNvPr>
          <p:cNvSpPr/>
          <p:nvPr/>
        </p:nvSpPr>
        <p:spPr>
          <a:xfrm>
            <a:off x="647334" y="2891216"/>
            <a:ext cx="3456000" cy="3371472"/>
          </a:xfrm>
          <a:prstGeom prst="roundRect">
            <a:avLst>
              <a:gd name="adj" fmla="val 7159"/>
            </a:avLst>
          </a:prstGeom>
          <a:solidFill>
            <a:schemeClr val="accent6">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dirty="0">
              <a:ln>
                <a:noFill/>
              </a:ln>
              <a:solidFill>
                <a:srgbClr val="001A34"/>
              </a:solidFill>
              <a:effectLst/>
              <a:uLnTx/>
              <a:uFillTx/>
              <a:latin typeface="Arial" panose="020B0604020202020204" pitchFamily="34" charset="0"/>
              <a:ea typeface="+mn-ea"/>
              <a:cs typeface="+mn-cs"/>
            </a:endParaRPr>
          </a:p>
        </p:txBody>
      </p:sp>
      <p:sp>
        <p:nvSpPr>
          <p:cNvPr id="9" name="Объект 12">
            <a:extLst>
              <a:ext uri="{FF2B5EF4-FFF2-40B4-BE49-F238E27FC236}">
                <a16:creationId xmlns:a16="http://schemas.microsoft.com/office/drawing/2014/main" id="{81DED867-1749-4B5A-B778-5F279A831886}"/>
              </a:ext>
            </a:extLst>
          </p:cNvPr>
          <p:cNvSpPr txBox="1">
            <a:spLocks/>
          </p:cNvSpPr>
          <p:nvPr/>
        </p:nvSpPr>
        <p:spPr>
          <a:xfrm>
            <a:off x="945075" y="5000165"/>
            <a:ext cx="2791184" cy="9402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абзац текста не более 4–6 строк. Размести здесь свой текст. Добавь ещё текст. Здесь может быть твой текст. Размести здесь свой текст. Добавь ещё текст.</a:t>
            </a:r>
          </a:p>
        </p:txBody>
      </p:sp>
      <p:sp>
        <p:nvSpPr>
          <p:cNvPr id="10" name="Объект 12">
            <a:extLst>
              <a:ext uri="{FF2B5EF4-FFF2-40B4-BE49-F238E27FC236}">
                <a16:creationId xmlns:a16="http://schemas.microsoft.com/office/drawing/2014/main" id="{BD050F8A-531B-4A05-835F-BCFDEB913FB9}"/>
              </a:ext>
            </a:extLst>
          </p:cNvPr>
          <p:cNvSpPr txBox="1">
            <a:spLocks/>
          </p:cNvSpPr>
          <p:nvPr/>
        </p:nvSpPr>
        <p:spPr>
          <a:xfrm>
            <a:off x="952645" y="3277679"/>
            <a:ext cx="2860519" cy="31109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1400"/>
              <a:t>Напиши подзаголовок</a:t>
            </a:r>
          </a:p>
        </p:txBody>
      </p:sp>
      <p:sp>
        <p:nvSpPr>
          <p:cNvPr id="11" name="Объект 1">
            <a:extLst>
              <a:ext uri="{FF2B5EF4-FFF2-40B4-BE49-F238E27FC236}">
                <a16:creationId xmlns:a16="http://schemas.microsoft.com/office/drawing/2014/main" id="{BA09FEF3-C5C6-4E05-9605-5C66BEE6FCEE}"/>
              </a:ext>
            </a:extLst>
          </p:cNvPr>
          <p:cNvSpPr txBox="1">
            <a:spLocks/>
          </p:cNvSpPr>
          <p:nvPr/>
        </p:nvSpPr>
        <p:spPr>
          <a:xfrm>
            <a:off x="952647" y="3892918"/>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14" name="Объект 1">
            <a:extLst>
              <a:ext uri="{FF2B5EF4-FFF2-40B4-BE49-F238E27FC236}">
                <a16:creationId xmlns:a16="http://schemas.microsoft.com/office/drawing/2014/main" id="{BF9460F5-42BB-4C12-8605-5C9E86654F2D}"/>
              </a:ext>
            </a:extLst>
          </p:cNvPr>
          <p:cNvSpPr txBox="1">
            <a:spLocks/>
          </p:cNvSpPr>
          <p:nvPr/>
        </p:nvSpPr>
        <p:spPr>
          <a:xfrm>
            <a:off x="952645" y="4389068"/>
            <a:ext cx="1504805"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18" name="Объект 1">
            <a:extLst>
              <a:ext uri="{FF2B5EF4-FFF2-40B4-BE49-F238E27FC236}">
                <a16:creationId xmlns:a16="http://schemas.microsoft.com/office/drawing/2014/main" id="{41AD0196-E3A2-4688-A98A-57A461E960E7}"/>
              </a:ext>
            </a:extLst>
          </p:cNvPr>
          <p:cNvSpPr txBox="1">
            <a:spLocks/>
          </p:cNvSpPr>
          <p:nvPr/>
        </p:nvSpPr>
        <p:spPr>
          <a:xfrm>
            <a:off x="2503746" y="3891780"/>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19" name="Объект 1">
            <a:extLst>
              <a:ext uri="{FF2B5EF4-FFF2-40B4-BE49-F238E27FC236}">
                <a16:creationId xmlns:a16="http://schemas.microsoft.com/office/drawing/2014/main" id="{EC51CF13-1F0A-4C46-95EC-E82307363759}"/>
              </a:ext>
            </a:extLst>
          </p:cNvPr>
          <p:cNvSpPr txBox="1">
            <a:spLocks/>
          </p:cNvSpPr>
          <p:nvPr/>
        </p:nvSpPr>
        <p:spPr>
          <a:xfrm>
            <a:off x="2503744" y="4387930"/>
            <a:ext cx="1504805"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20" name="Рисунок 51">
            <a:extLst>
              <a:ext uri="{FF2B5EF4-FFF2-40B4-BE49-F238E27FC236}">
                <a16:creationId xmlns:a16="http://schemas.microsoft.com/office/drawing/2014/main" id="{B64A41BC-A683-41AF-A3CD-5DC0D1151ED6}"/>
              </a:ext>
            </a:extLst>
          </p:cNvPr>
          <p:cNvSpPr>
            <a:spLocks noChangeAspect="1"/>
          </p:cNvSpPr>
          <p:nvPr/>
        </p:nvSpPr>
        <p:spPr>
          <a:xfrm>
            <a:off x="3736259" y="3080306"/>
            <a:ext cx="180000" cy="180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6"/>
          </a:solidFill>
          <a:ln w="9525" cap="flat">
            <a:noFill/>
            <a:prstDash val="solid"/>
            <a:miter/>
          </a:ln>
        </p:spPr>
        <p:txBody>
          <a:bodyPr rtlCol="0" anchor="ctr"/>
          <a:lstStyle/>
          <a:p>
            <a:endParaRPr lang="ru-RU"/>
          </a:p>
        </p:txBody>
      </p:sp>
      <p:sp>
        <p:nvSpPr>
          <p:cNvPr id="22" name="Прямоугольник: скругленные углы 21">
            <a:extLst>
              <a:ext uri="{FF2B5EF4-FFF2-40B4-BE49-F238E27FC236}">
                <a16:creationId xmlns:a16="http://schemas.microsoft.com/office/drawing/2014/main" id="{1F53A7ED-5493-44A3-A97E-8B68EEFC38F3}"/>
              </a:ext>
            </a:extLst>
          </p:cNvPr>
          <p:cNvSpPr/>
          <p:nvPr/>
        </p:nvSpPr>
        <p:spPr>
          <a:xfrm>
            <a:off x="4370992" y="2891216"/>
            <a:ext cx="3456000" cy="3371472"/>
          </a:xfrm>
          <a:prstGeom prst="roundRect">
            <a:avLst>
              <a:gd name="adj" fmla="val 7159"/>
            </a:avLst>
          </a:prstGeom>
          <a:solidFill>
            <a:schemeClr val="accent6">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dirty="0">
              <a:ln>
                <a:noFill/>
              </a:ln>
              <a:solidFill>
                <a:srgbClr val="001A34"/>
              </a:solidFill>
              <a:effectLst/>
              <a:uLnTx/>
              <a:uFillTx/>
              <a:latin typeface="Arial" panose="020B0604020202020204" pitchFamily="34" charset="0"/>
              <a:ea typeface="+mn-ea"/>
              <a:cs typeface="+mn-cs"/>
            </a:endParaRPr>
          </a:p>
        </p:txBody>
      </p:sp>
      <p:sp>
        <p:nvSpPr>
          <p:cNvPr id="23" name="Объект 12">
            <a:extLst>
              <a:ext uri="{FF2B5EF4-FFF2-40B4-BE49-F238E27FC236}">
                <a16:creationId xmlns:a16="http://schemas.microsoft.com/office/drawing/2014/main" id="{9BB5FE8C-B926-4200-8992-BFF3B0E9B7ED}"/>
              </a:ext>
            </a:extLst>
          </p:cNvPr>
          <p:cNvSpPr txBox="1">
            <a:spLocks/>
          </p:cNvSpPr>
          <p:nvPr/>
        </p:nvSpPr>
        <p:spPr>
          <a:xfrm>
            <a:off x="4668733" y="5000165"/>
            <a:ext cx="2791184" cy="9402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абзац текста не более 4–6 строк. Размести здесь свой текст. Добавь ещё текст. Здесь может быть твой текст. Размести здесь свой текст. Добавь ещё текст.</a:t>
            </a:r>
          </a:p>
        </p:txBody>
      </p:sp>
      <p:sp>
        <p:nvSpPr>
          <p:cNvPr id="24" name="Объект 12">
            <a:extLst>
              <a:ext uri="{FF2B5EF4-FFF2-40B4-BE49-F238E27FC236}">
                <a16:creationId xmlns:a16="http://schemas.microsoft.com/office/drawing/2014/main" id="{64829B7A-CE90-429E-B510-228A0BF71B2D}"/>
              </a:ext>
            </a:extLst>
          </p:cNvPr>
          <p:cNvSpPr txBox="1">
            <a:spLocks/>
          </p:cNvSpPr>
          <p:nvPr/>
        </p:nvSpPr>
        <p:spPr>
          <a:xfrm>
            <a:off x="4676303" y="3277679"/>
            <a:ext cx="2860519" cy="31109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1400"/>
              <a:t>Напиши подзаголовок</a:t>
            </a:r>
          </a:p>
        </p:txBody>
      </p:sp>
      <p:sp>
        <p:nvSpPr>
          <p:cNvPr id="25" name="Объект 1">
            <a:extLst>
              <a:ext uri="{FF2B5EF4-FFF2-40B4-BE49-F238E27FC236}">
                <a16:creationId xmlns:a16="http://schemas.microsoft.com/office/drawing/2014/main" id="{C94FFFEB-FBE8-4889-8465-8D739EA37AB8}"/>
              </a:ext>
            </a:extLst>
          </p:cNvPr>
          <p:cNvSpPr txBox="1">
            <a:spLocks/>
          </p:cNvSpPr>
          <p:nvPr/>
        </p:nvSpPr>
        <p:spPr>
          <a:xfrm>
            <a:off x="4676305" y="3892918"/>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26" name="Объект 1">
            <a:extLst>
              <a:ext uri="{FF2B5EF4-FFF2-40B4-BE49-F238E27FC236}">
                <a16:creationId xmlns:a16="http://schemas.microsoft.com/office/drawing/2014/main" id="{BDF2C096-3C4A-4141-B613-0612F5D58236}"/>
              </a:ext>
            </a:extLst>
          </p:cNvPr>
          <p:cNvSpPr txBox="1">
            <a:spLocks/>
          </p:cNvSpPr>
          <p:nvPr/>
        </p:nvSpPr>
        <p:spPr>
          <a:xfrm>
            <a:off x="4676303" y="4389068"/>
            <a:ext cx="1504805"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27" name="Объект 1">
            <a:extLst>
              <a:ext uri="{FF2B5EF4-FFF2-40B4-BE49-F238E27FC236}">
                <a16:creationId xmlns:a16="http://schemas.microsoft.com/office/drawing/2014/main" id="{587FC0F7-7840-44CB-AB54-06E733B3DD3D}"/>
              </a:ext>
            </a:extLst>
          </p:cNvPr>
          <p:cNvSpPr txBox="1">
            <a:spLocks/>
          </p:cNvSpPr>
          <p:nvPr/>
        </p:nvSpPr>
        <p:spPr>
          <a:xfrm>
            <a:off x="6227404" y="3891780"/>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28" name="Объект 1">
            <a:extLst>
              <a:ext uri="{FF2B5EF4-FFF2-40B4-BE49-F238E27FC236}">
                <a16:creationId xmlns:a16="http://schemas.microsoft.com/office/drawing/2014/main" id="{61D2E01B-E5DE-4BFC-B08A-48F05ACA85C4}"/>
              </a:ext>
            </a:extLst>
          </p:cNvPr>
          <p:cNvSpPr txBox="1">
            <a:spLocks/>
          </p:cNvSpPr>
          <p:nvPr/>
        </p:nvSpPr>
        <p:spPr>
          <a:xfrm>
            <a:off x="6227402" y="4387930"/>
            <a:ext cx="1504805"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29" name="Рисунок 51">
            <a:extLst>
              <a:ext uri="{FF2B5EF4-FFF2-40B4-BE49-F238E27FC236}">
                <a16:creationId xmlns:a16="http://schemas.microsoft.com/office/drawing/2014/main" id="{CB69986E-B4B5-462C-AA4A-9FF916BC057D}"/>
              </a:ext>
            </a:extLst>
          </p:cNvPr>
          <p:cNvSpPr>
            <a:spLocks noChangeAspect="1"/>
          </p:cNvSpPr>
          <p:nvPr/>
        </p:nvSpPr>
        <p:spPr>
          <a:xfrm>
            <a:off x="7459917" y="3080306"/>
            <a:ext cx="180000" cy="180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6"/>
          </a:solidFill>
          <a:ln w="9525" cap="flat">
            <a:noFill/>
            <a:prstDash val="solid"/>
            <a:miter/>
          </a:ln>
        </p:spPr>
        <p:txBody>
          <a:bodyPr rtlCol="0" anchor="ctr"/>
          <a:lstStyle/>
          <a:p>
            <a:endParaRPr lang="ru-RU"/>
          </a:p>
        </p:txBody>
      </p:sp>
      <p:sp>
        <p:nvSpPr>
          <p:cNvPr id="31" name="Прямоугольник: скругленные углы 30">
            <a:extLst>
              <a:ext uri="{FF2B5EF4-FFF2-40B4-BE49-F238E27FC236}">
                <a16:creationId xmlns:a16="http://schemas.microsoft.com/office/drawing/2014/main" id="{8005E87C-DA5D-4FD9-B51C-DECC8380588B}"/>
              </a:ext>
            </a:extLst>
          </p:cNvPr>
          <p:cNvSpPr/>
          <p:nvPr/>
        </p:nvSpPr>
        <p:spPr>
          <a:xfrm>
            <a:off x="8094650" y="2891216"/>
            <a:ext cx="3456000" cy="3371472"/>
          </a:xfrm>
          <a:prstGeom prst="roundRect">
            <a:avLst>
              <a:gd name="adj" fmla="val 7159"/>
            </a:avLst>
          </a:prstGeom>
          <a:solidFill>
            <a:schemeClr val="accent6">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dirty="0">
              <a:ln>
                <a:noFill/>
              </a:ln>
              <a:solidFill>
                <a:srgbClr val="001A34"/>
              </a:solidFill>
              <a:effectLst/>
              <a:uLnTx/>
              <a:uFillTx/>
              <a:latin typeface="Arial" panose="020B0604020202020204" pitchFamily="34" charset="0"/>
              <a:ea typeface="+mn-ea"/>
              <a:cs typeface="+mn-cs"/>
            </a:endParaRPr>
          </a:p>
        </p:txBody>
      </p:sp>
      <p:sp>
        <p:nvSpPr>
          <p:cNvPr id="32" name="Объект 12">
            <a:extLst>
              <a:ext uri="{FF2B5EF4-FFF2-40B4-BE49-F238E27FC236}">
                <a16:creationId xmlns:a16="http://schemas.microsoft.com/office/drawing/2014/main" id="{8165B498-2FCD-462F-9FC4-504C4FDF99DC}"/>
              </a:ext>
            </a:extLst>
          </p:cNvPr>
          <p:cNvSpPr txBox="1">
            <a:spLocks/>
          </p:cNvSpPr>
          <p:nvPr/>
        </p:nvSpPr>
        <p:spPr>
          <a:xfrm>
            <a:off x="8392391" y="5000165"/>
            <a:ext cx="2791184" cy="9402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абзац текста не более 4–6 строк. Размести здесь свой текст. Добавь ещё текст. Здесь может быть твой текст. Размести здесь свой текст. Добавь ещё текст.</a:t>
            </a:r>
          </a:p>
        </p:txBody>
      </p:sp>
      <p:sp>
        <p:nvSpPr>
          <p:cNvPr id="33" name="Объект 12">
            <a:extLst>
              <a:ext uri="{FF2B5EF4-FFF2-40B4-BE49-F238E27FC236}">
                <a16:creationId xmlns:a16="http://schemas.microsoft.com/office/drawing/2014/main" id="{896057F0-21CB-457F-8575-818A99BC07B3}"/>
              </a:ext>
            </a:extLst>
          </p:cNvPr>
          <p:cNvSpPr txBox="1">
            <a:spLocks/>
          </p:cNvSpPr>
          <p:nvPr/>
        </p:nvSpPr>
        <p:spPr>
          <a:xfrm>
            <a:off x="8399961" y="3277679"/>
            <a:ext cx="2860519" cy="31109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1"/>
            <a:r>
              <a:rPr lang="ru-RU" sz="1400"/>
              <a:t>Напиши подзаголовок</a:t>
            </a:r>
          </a:p>
        </p:txBody>
      </p:sp>
      <p:sp>
        <p:nvSpPr>
          <p:cNvPr id="34" name="Объект 1">
            <a:extLst>
              <a:ext uri="{FF2B5EF4-FFF2-40B4-BE49-F238E27FC236}">
                <a16:creationId xmlns:a16="http://schemas.microsoft.com/office/drawing/2014/main" id="{699859C5-C229-4B23-B0E2-5C3FB8DE6FD3}"/>
              </a:ext>
            </a:extLst>
          </p:cNvPr>
          <p:cNvSpPr txBox="1">
            <a:spLocks/>
          </p:cNvSpPr>
          <p:nvPr/>
        </p:nvSpPr>
        <p:spPr>
          <a:xfrm>
            <a:off x="8399963" y="3892918"/>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35" name="Объект 1">
            <a:extLst>
              <a:ext uri="{FF2B5EF4-FFF2-40B4-BE49-F238E27FC236}">
                <a16:creationId xmlns:a16="http://schemas.microsoft.com/office/drawing/2014/main" id="{0F26DB8A-102C-4F48-9520-299E5642B6FC}"/>
              </a:ext>
            </a:extLst>
          </p:cNvPr>
          <p:cNvSpPr txBox="1">
            <a:spLocks/>
          </p:cNvSpPr>
          <p:nvPr/>
        </p:nvSpPr>
        <p:spPr>
          <a:xfrm>
            <a:off x="8399961" y="4389068"/>
            <a:ext cx="1504805"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36" name="Объект 1">
            <a:extLst>
              <a:ext uri="{FF2B5EF4-FFF2-40B4-BE49-F238E27FC236}">
                <a16:creationId xmlns:a16="http://schemas.microsoft.com/office/drawing/2014/main" id="{E4BE5A92-E23C-4AE9-A9BF-6B6F29E51733}"/>
              </a:ext>
            </a:extLst>
          </p:cNvPr>
          <p:cNvSpPr txBox="1">
            <a:spLocks/>
          </p:cNvSpPr>
          <p:nvPr/>
        </p:nvSpPr>
        <p:spPr>
          <a:xfrm>
            <a:off x="9951062" y="3891780"/>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latin typeface="Arial Black"/>
              </a:rPr>
              <a:t>2</a:t>
            </a:r>
            <a:r>
              <a:rPr lang="ru-RU" sz="3200">
                <a:ln w="38100">
                  <a:noFill/>
                </a:ln>
                <a:latin typeface="Arial Black"/>
              </a:rPr>
              <a:t>0</a:t>
            </a:r>
            <a:r>
              <a:rPr lang="en-US" sz="3200">
                <a:ln w="38100">
                  <a:noFill/>
                </a:ln>
                <a:latin typeface="Arial Black"/>
              </a:rPr>
              <a:t>%</a:t>
            </a:r>
            <a:endParaRPr lang="ru-RU" sz="3200">
              <a:ln w="38100">
                <a:noFill/>
              </a:ln>
              <a:latin typeface="Arial Black"/>
            </a:endParaRPr>
          </a:p>
        </p:txBody>
      </p:sp>
      <p:sp>
        <p:nvSpPr>
          <p:cNvPr id="37" name="Объект 1">
            <a:extLst>
              <a:ext uri="{FF2B5EF4-FFF2-40B4-BE49-F238E27FC236}">
                <a16:creationId xmlns:a16="http://schemas.microsoft.com/office/drawing/2014/main" id="{FB32D96C-DA27-4462-AC9C-F2DADD780232}"/>
              </a:ext>
            </a:extLst>
          </p:cNvPr>
          <p:cNvSpPr txBox="1">
            <a:spLocks/>
          </p:cNvSpPr>
          <p:nvPr/>
        </p:nvSpPr>
        <p:spPr>
          <a:xfrm>
            <a:off x="9951060" y="4387930"/>
            <a:ext cx="1504805"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38" name="Рисунок 51">
            <a:extLst>
              <a:ext uri="{FF2B5EF4-FFF2-40B4-BE49-F238E27FC236}">
                <a16:creationId xmlns:a16="http://schemas.microsoft.com/office/drawing/2014/main" id="{2DBAB95D-86AD-4952-92E9-0A364C9A81DA}"/>
              </a:ext>
            </a:extLst>
          </p:cNvPr>
          <p:cNvSpPr>
            <a:spLocks noChangeAspect="1"/>
          </p:cNvSpPr>
          <p:nvPr/>
        </p:nvSpPr>
        <p:spPr>
          <a:xfrm>
            <a:off x="11183575" y="3080306"/>
            <a:ext cx="180000" cy="180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6"/>
          </a:solidFill>
          <a:ln w="9525" cap="flat">
            <a:noFill/>
            <a:prstDash val="solid"/>
            <a:miter/>
          </a:ln>
        </p:spPr>
        <p:txBody>
          <a:bodyPr rtlCol="0" anchor="ctr"/>
          <a:lstStyle/>
          <a:p>
            <a:endParaRPr lang="ru-RU"/>
          </a:p>
        </p:txBody>
      </p:sp>
      <p:sp>
        <p:nvSpPr>
          <p:cNvPr id="39" name="Объект 1">
            <a:extLst>
              <a:ext uri="{FF2B5EF4-FFF2-40B4-BE49-F238E27FC236}">
                <a16:creationId xmlns:a16="http://schemas.microsoft.com/office/drawing/2014/main" id="{DCFF1930-6C10-4F64-86A4-53354B7F8833}"/>
              </a:ext>
            </a:extLst>
          </p:cNvPr>
          <p:cNvSpPr txBox="1">
            <a:spLocks/>
          </p:cNvSpPr>
          <p:nvPr/>
        </p:nvSpPr>
        <p:spPr>
          <a:xfrm>
            <a:off x="5186365" y="1674749"/>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solidFill>
                  <a:schemeClr val="accent1"/>
                </a:solidFill>
                <a:latin typeface="Arial Black"/>
              </a:rPr>
              <a:t>2</a:t>
            </a:r>
            <a:r>
              <a:rPr lang="ru-RU" sz="3200">
                <a:ln w="38100">
                  <a:noFill/>
                </a:ln>
                <a:solidFill>
                  <a:schemeClr val="accent1"/>
                </a:solidFill>
                <a:latin typeface="Arial Black"/>
              </a:rPr>
              <a:t>0</a:t>
            </a:r>
            <a:r>
              <a:rPr lang="en-US" sz="3200">
                <a:ln w="38100">
                  <a:noFill/>
                </a:ln>
                <a:solidFill>
                  <a:schemeClr val="accent1"/>
                </a:solidFill>
                <a:latin typeface="Arial Black"/>
              </a:rPr>
              <a:t>%</a:t>
            </a:r>
            <a:endParaRPr lang="ru-RU" sz="3200">
              <a:ln w="38100">
                <a:noFill/>
              </a:ln>
              <a:solidFill>
                <a:schemeClr val="accent1"/>
              </a:solidFill>
              <a:latin typeface="Arial Black"/>
            </a:endParaRPr>
          </a:p>
        </p:txBody>
      </p:sp>
      <p:sp>
        <p:nvSpPr>
          <p:cNvPr id="40" name="Объект 1">
            <a:extLst>
              <a:ext uri="{FF2B5EF4-FFF2-40B4-BE49-F238E27FC236}">
                <a16:creationId xmlns:a16="http://schemas.microsoft.com/office/drawing/2014/main" id="{B9CEA2F0-153A-435B-9630-738A5E49B090}"/>
              </a:ext>
            </a:extLst>
          </p:cNvPr>
          <p:cNvSpPr txBox="1">
            <a:spLocks/>
          </p:cNvSpPr>
          <p:nvPr/>
        </p:nvSpPr>
        <p:spPr>
          <a:xfrm>
            <a:off x="5186363" y="2170899"/>
            <a:ext cx="1504805" cy="4040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41" name="Объект 1">
            <a:extLst>
              <a:ext uri="{FF2B5EF4-FFF2-40B4-BE49-F238E27FC236}">
                <a16:creationId xmlns:a16="http://schemas.microsoft.com/office/drawing/2014/main" id="{CF0CAF99-74DF-4EF9-B4B5-A183368375A4}"/>
              </a:ext>
            </a:extLst>
          </p:cNvPr>
          <p:cNvSpPr txBox="1">
            <a:spLocks/>
          </p:cNvSpPr>
          <p:nvPr/>
        </p:nvSpPr>
        <p:spPr>
          <a:xfrm>
            <a:off x="7004050" y="1673611"/>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solidFill>
                  <a:schemeClr val="accent1"/>
                </a:solidFill>
                <a:latin typeface="Arial Black"/>
              </a:rPr>
              <a:t>2</a:t>
            </a:r>
            <a:r>
              <a:rPr lang="ru-RU" sz="3200">
                <a:ln w="38100">
                  <a:noFill/>
                </a:ln>
                <a:solidFill>
                  <a:schemeClr val="accent1"/>
                </a:solidFill>
                <a:latin typeface="Arial Black"/>
              </a:rPr>
              <a:t>0</a:t>
            </a:r>
            <a:r>
              <a:rPr lang="en-US" sz="3200">
                <a:ln w="38100">
                  <a:noFill/>
                </a:ln>
                <a:solidFill>
                  <a:schemeClr val="accent1"/>
                </a:solidFill>
                <a:latin typeface="Arial Black"/>
              </a:rPr>
              <a:t>%</a:t>
            </a:r>
            <a:endParaRPr lang="ru-RU" sz="3200">
              <a:ln w="38100">
                <a:noFill/>
              </a:ln>
              <a:solidFill>
                <a:schemeClr val="accent1"/>
              </a:solidFill>
              <a:latin typeface="Arial Black"/>
            </a:endParaRPr>
          </a:p>
        </p:txBody>
      </p:sp>
      <p:sp>
        <p:nvSpPr>
          <p:cNvPr id="42" name="Объект 1">
            <a:extLst>
              <a:ext uri="{FF2B5EF4-FFF2-40B4-BE49-F238E27FC236}">
                <a16:creationId xmlns:a16="http://schemas.microsoft.com/office/drawing/2014/main" id="{8400AFFC-A1AE-42B3-9D25-706699BCCAD2}"/>
              </a:ext>
            </a:extLst>
          </p:cNvPr>
          <p:cNvSpPr txBox="1">
            <a:spLocks/>
          </p:cNvSpPr>
          <p:nvPr/>
        </p:nvSpPr>
        <p:spPr>
          <a:xfrm>
            <a:off x="7004048" y="2169761"/>
            <a:ext cx="1504805" cy="4040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43" name="Объект 1">
            <a:extLst>
              <a:ext uri="{FF2B5EF4-FFF2-40B4-BE49-F238E27FC236}">
                <a16:creationId xmlns:a16="http://schemas.microsoft.com/office/drawing/2014/main" id="{5529E2C9-666B-4B93-B741-6E53D9153B2F}"/>
              </a:ext>
            </a:extLst>
          </p:cNvPr>
          <p:cNvSpPr txBox="1">
            <a:spLocks/>
          </p:cNvSpPr>
          <p:nvPr/>
        </p:nvSpPr>
        <p:spPr>
          <a:xfrm>
            <a:off x="8821733" y="1669412"/>
            <a:ext cx="1504803"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3200">
                <a:ln w="38100">
                  <a:noFill/>
                </a:ln>
                <a:solidFill>
                  <a:schemeClr val="accent1"/>
                </a:solidFill>
                <a:latin typeface="Arial Black"/>
              </a:rPr>
              <a:t>2</a:t>
            </a:r>
            <a:r>
              <a:rPr lang="ru-RU" sz="3200">
                <a:ln w="38100">
                  <a:noFill/>
                </a:ln>
                <a:solidFill>
                  <a:schemeClr val="accent1"/>
                </a:solidFill>
                <a:latin typeface="Arial Black"/>
              </a:rPr>
              <a:t>0</a:t>
            </a:r>
            <a:r>
              <a:rPr lang="en-US" sz="3200">
                <a:ln w="38100">
                  <a:noFill/>
                </a:ln>
                <a:solidFill>
                  <a:schemeClr val="accent1"/>
                </a:solidFill>
                <a:latin typeface="Arial Black"/>
              </a:rPr>
              <a:t>%</a:t>
            </a:r>
            <a:endParaRPr lang="ru-RU" sz="3200">
              <a:ln w="38100">
                <a:noFill/>
              </a:ln>
              <a:solidFill>
                <a:schemeClr val="accent1"/>
              </a:solidFill>
              <a:latin typeface="Arial Black"/>
            </a:endParaRPr>
          </a:p>
        </p:txBody>
      </p:sp>
      <p:sp>
        <p:nvSpPr>
          <p:cNvPr id="44" name="Объект 1">
            <a:extLst>
              <a:ext uri="{FF2B5EF4-FFF2-40B4-BE49-F238E27FC236}">
                <a16:creationId xmlns:a16="http://schemas.microsoft.com/office/drawing/2014/main" id="{98FA515D-98C9-495A-9E58-B7D4A121BD97}"/>
              </a:ext>
            </a:extLst>
          </p:cNvPr>
          <p:cNvSpPr txBox="1">
            <a:spLocks/>
          </p:cNvSpPr>
          <p:nvPr/>
        </p:nvSpPr>
        <p:spPr>
          <a:xfrm>
            <a:off x="8821731" y="2165562"/>
            <a:ext cx="1504805" cy="40404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200"/>
              <a:t>Здесь может быть твой текст</a:t>
            </a:r>
            <a:r>
              <a:rPr lang="en-US" sz="1200"/>
              <a:t>. </a:t>
            </a:r>
            <a:endParaRPr lang="ru-RU" sz="1200"/>
          </a:p>
        </p:txBody>
      </p:sp>
      <p:sp>
        <p:nvSpPr>
          <p:cNvPr id="45" name="Рисунок 51">
            <a:extLst>
              <a:ext uri="{FF2B5EF4-FFF2-40B4-BE49-F238E27FC236}">
                <a16:creationId xmlns:a16="http://schemas.microsoft.com/office/drawing/2014/main" id="{B2ED1B29-BE4C-41E3-93C7-BE38BD2C371D}"/>
              </a:ext>
            </a:extLst>
          </p:cNvPr>
          <p:cNvSpPr>
            <a:spLocks noChangeAspect="1"/>
          </p:cNvSpPr>
          <p:nvPr/>
        </p:nvSpPr>
        <p:spPr>
          <a:xfrm>
            <a:off x="11183575" y="1663943"/>
            <a:ext cx="180000" cy="180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1"/>
          </a:solidFill>
          <a:ln w="9525" cap="flat">
            <a:noFill/>
            <a:prstDash val="solid"/>
            <a:miter/>
          </a:ln>
        </p:spPr>
        <p:txBody>
          <a:bodyPr rtlCol="0" anchor="ctr"/>
          <a:lstStyle/>
          <a:p>
            <a:endParaRPr lang="ru-RU"/>
          </a:p>
        </p:txBody>
      </p:sp>
      <p:sp>
        <p:nvSpPr>
          <p:cNvPr id="3" name="Нижний колонтитул 2">
            <a:extLst>
              <a:ext uri="{FF2B5EF4-FFF2-40B4-BE49-F238E27FC236}">
                <a16:creationId xmlns:a16="http://schemas.microsoft.com/office/drawing/2014/main" id="{9912D2EA-506A-3FC7-1E14-B8A44C410493}"/>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4528143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9D52075C-E966-40E7-80C1-34E5B463A0E9}"/>
              </a:ext>
            </a:extLst>
          </p:cNvPr>
          <p:cNvSpPr>
            <a:spLocks noGrp="1"/>
          </p:cNvSpPr>
          <p:nvPr>
            <p:ph type="sldNum" sz="quarter" idx="12"/>
          </p:nvPr>
        </p:nvSpPr>
        <p:spPr/>
        <p:txBody>
          <a:bodyPr/>
          <a:lstStyle/>
          <a:p>
            <a:fld id="{EB5249F5-0093-48B0-B996-C4E44A87EAFB}" type="slidenum">
              <a:rPr lang="ru-RU" smtClean="0"/>
              <a:pPr/>
              <a:t>77</a:t>
            </a:fld>
            <a:endParaRPr lang="ru-RU"/>
          </a:p>
        </p:txBody>
      </p:sp>
      <p:sp>
        <p:nvSpPr>
          <p:cNvPr id="7" name="Заголовок 6">
            <a:extLst>
              <a:ext uri="{FF2B5EF4-FFF2-40B4-BE49-F238E27FC236}">
                <a16:creationId xmlns:a16="http://schemas.microsoft.com/office/drawing/2014/main" id="{F9F76949-1811-4D15-8AC7-660398D8DA0E}"/>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5" name="Прямоугольник: скругленные углы 4">
            <a:extLst>
              <a:ext uri="{FF2B5EF4-FFF2-40B4-BE49-F238E27FC236}">
                <a16:creationId xmlns:a16="http://schemas.microsoft.com/office/drawing/2014/main" id="{C2D5EF43-B5B1-4887-93AD-93E1421FAAF3}"/>
              </a:ext>
            </a:extLst>
          </p:cNvPr>
          <p:cNvSpPr/>
          <p:nvPr/>
        </p:nvSpPr>
        <p:spPr>
          <a:xfrm>
            <a:off x="639763" y="1520825"/>
            <a:ext cx="3242689" cy="4741863"/>
          </a:xfrm>
          <a:prstGeom prst="roundRect">
            <a:avLst>
              <a:gd name="adj" fmla="val 13992"/>
            </a:avLst>
          </a:prstGeom>
          <a:gradFill flip="none" rotWithShape="1">
            <a:gsLst>
              <a:gs pos="0">
                <a:schemeClr val="accent1"/>
              </a:gs>
              <a:gs pos="50000">
                <a:srgbClr val="4FAAFF"/>
              </a:gs>
              <a:gs pos="100000">
                <a:schemeClr val="accent3"/>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 name="Объект 12">
            <a:extLst>
              <a:ext uri="{FF2B5EF4-FFF2-40B4-BE49-F238E27FC236}">
                <a16:creationId xmlns:a16="http://schemas.microsoft.com/office/drawing/2014/main" id="{414A78DC-641C-4FC2-B786-6D16525B59AB}"/>
              </a:ext>
            </a:extLst>
          </p:cNvPr>
          <p:cNvSpPr txBox="1">
            <a:spLocks/>
          </p:cNvSpPr>
          <p:nvPr/>
        </p:nvSpPr>
        <p:spPr>
          <a:xfrm>
            <a:off x="954974" y="1899945"/>
            <a:ext cx="2662833" cy="164770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0">
              <a:defRPr/>
            </a:pPr>
            <a:r>
              <a:rPr lang="ru-RU" sz="2400" b="1">
                <a:solidFill>
                  <a:schemeClr val="bg1"/>
                </a:solidFill>
              </a:rPr>
              <a:t>Сформулируй смысловой тезис не более двух строк</a:t>
            </a:r>
          </a:p>
        </p:txBody>
      </p:sp>
      <p:sp>
        <p:nvSpPr>
          <p:cNvPr id="10" name="Прямоугольник 9">
            <a:extLst>
              <a:ext uri="{FF2B5EF4-FFF2-40B4-BE49-F238E27FC236}">
                <a16:creationId xmlns:a16="http://schemas.microsoft.com/office/drawing/2014/main" id="{49D2BF47-AD72-452D-9200-A58A2BF7A237}"/>
              </a:ext>
            </a:extLst>
          </p:cNvPr>
          <p:cNvSpPr/>
          <p:nvPr/>
        </p:nvSpPr>
        <p:spPr>
          <a:xfrm>
            <a:off x="954974" y="3918450"/>
            <a:ext cx="2412114" cy="677108"/>
          </a:xfrm>
          <a:prstGeom prst="rect">
            <a:avLst/>
          </a:prstGeom>
        </p:spPr>
        <p:txBody>
          <a:bodyPr wrap="square" lIns="0" tIns="0" rIns="0" bIns="0">
            <a:spAutoFit/>
          </a:bodyPr>
          <a:lstStyle/>
          <a:p>
            <a:pPr defTabSz="914355"/>
            <a:r>
              <a:rPr lang="ru-RU" sz="4400" b="1">
                <a:ln w="19050">
                  <a:noFill/>
                </a:ln>
                <a:solidFill>
                  <a:srgbClr val="FFFFFF"/>
                </a:solidFill>
                <a:latin typeface="+mj-lt"/>
                <a:ea typeface="GT Eesti Pro Display Bold"/>
                <a:cs typeface="GT Eesti Pro Display Bold"/>
                <a:sym typeface="GT Eesti Pro Display Bold"/>
              </a:rPr>
              <a:t>2 830</a:t>
            </a:r>
          </a:p>
        </p:txBody>
      </p:sp>
      <p:sp>
        <p:nvSpPr>
          <p:cNvPr id="11" name="TextBox 10">
            <a:extLst>
              <a:ext uri="{FF2B5EF4-FFF2-40B4-BE49-F238E27FC236}">
                <a16:creationId xmlns:a16="http://schemas.microsoft.com/office/drawing/2014/main" id="{C878A639-3F7A-4CB0-93FF-B579DF8A1567}"/>
              </a:ext>
            </a:extLst>
          </p:cNvPr>
          <p:cNvSpPr txBox="1"/>
          <p:nvPr/>
        </p:nvSpPr>
        <p:spPr>
          <a:xfrm>
            <a:off x="954975" y="4613460"/>
            <a:ext cx="2133000" cy="4985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tIns="0" rIns="0" bIns="0">
            <a:spAutoFit/>
          </a:bodyPr>
          <a:lstStyle/>
          <a:p>
            <a:pPr defTabSz="914355">
              <a:lnSpc>
                <a:spcPct val="90000"/>
              </a:lnSpc>
            </a:pPr>
            <a:r>
              <a:rPr lang="ru-RU">
                <a:solidFill>
                  <a:srgbClr val="FFFFFF"/>
                </a:solidFill>
                <a:latin typeface="Arial" panose="020B0604020202020204"/>
              </a:rPr>
              <a:t>здесь может быть твой текст</a:t>
            </a:r>
          </a:p>
        </p:txBody>
      </p:sp>
      <p:sp>
        <p:nvSpPr>
          <p:cNvPr id="38" name="Объект 1">
            <a:extLst>
              <a:ext uri="{FF2B5EF4-FFF2-40B4-BE49-F238E27FC236}">
                <a16:creationId xmlns:a16="http://schemas.microsoft.com/office/drawing/2014/main" id="{71C5F789-C6CF-4FBE-9CB9-B613126CBA75}"/>
              </a:ext>
            </a:extLst>
          </p:cNvPr>
          <p:cNvSpPr txBox="1">
            <a:spLocks/>
          </p:cNvSpPr>
          <p:nvPr/>
        </p:nvSpPr>
        <p:spPr>
          <a:xfrm>
            <a:off x="5208866" y="1984379"/>
            <a:ext cx="1504803" cy="37144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en-US" sz="2400">
                <a:ln w="38100">
                  <a:noFill/>
                </a:ln>
                <a:latin typeface="Arial Black"/>
              </a:rPr>
              <a:t>2</a:t>
            </a:r>
            <a:r>
              <a:rPr lang="ru-RU" sz="2400">
                <a:ln w="38100">
                  <a:noFill/>
                </a:ln>
                <a:latin typeface="Arial Black"/>
              </a:rPr>
              <a:t>0</a:t>
            </a:r>
            <a:r>
              <a:rPr lang="en-US" sz="2400">
                <a:ln w="38100">
                  <a:noFill/>
                </a:ln>
                <a:latin typeface="Arial Black"/>
              </a:rPr>
              <a:t>%</a:t>
            </a:r>
            <a:endParaRPr lang="ru-RU" sz="2400">
              <a:ln w="38100">
                <a:noFill/>
              </a:ln>
              <a:latin typeface="Arial Black"/>
            </a:endParaRPr>
          </a:p>
        </p:txBody>
      </p:sp>
      <p:sp>
        <p:nvSpPr>
          <p:cNvPr id="39" name="Объект 1">
            <a:extLst>
              <a:ext uri="{FF2B5EF4-FFF2-40B4-BE49-F238E27FC236}">
                <a16:creationId xmlns:a16="http://schemas.microsoft.com/office/drawing/2014/main" id="{B392B9DD-B474-4B6F-9C3C-189911301F5F}"/>
              </a:ext>
            </a:extLst>
          </p:cNvPr>
          <p:cNvSpPr txBox="1">
            <a:spLocks/>
          </p:cNvSpPr>
          <p:nvPr/>
        </p:nvSpPr>
        <p:spPr>
          <a:xfrm>
            <a:off x="5186363" y="2392680"/>
            <a:ext cx="2518581"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solidFill>
                  <a:srgbClr val="000000"/>
                </a:solidFill>
              </a:rPr>
              <a:t>Здесь может быть твой текст. Размести здесь свой текст. </a:t>
            </a:r>
          </a:p>
        </p:txBody>
      </p:sp>
      <p:pic>
        <p:nvPicPr>
          <p:cNvPr id="43" name="Рисунок 42">
            <a:extLst>
              <a:ext uri="{FF2B5EF4-FFF2-40B4-BE49-F238E27FC236}">
                <a16:creationId xmlns:a16="http://schemas.microsoft.com/office/drawing/2014/main" id="{6610BC2A-2A63-407D-9495-84D255ADA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7037" y="1902997"/>
            <a:ext cx="606268" cy="606268"/>
          </a:xfrm>
          <a:prstGeom prst="rect">
            <a:avLst/>
          </a:prstGeom>
        </p:spPr>
      </p:pic>
      <p:pic>
        <p:nvPicPr>
          <p:cNvPr id="45" name="Рисунок 44">
            <a:extLst>
              <a:ext uri="{FF2B5EF4-FFF2-40B4-BE49-F238E27FC236}">
                <a16:creationId xmlns:a16="http://schemas.microsoft.com/office/drawing/2014/main" id="{30F1F1AA-FF70-4335-9161-76A911886942}"/>
              </a:ext>
            </a:extLst>
          </p:cNvPr>
          <p:cNvPicPr>
            <a:picLocks noChangeAspect="1"/>
          </p:cNvPicPr>
          <p:nvPr/>
        </p:nvPicPr>
        <p:blipFill rotWithShape="1">
          <a:blip r:embed="rId3">
            <a:extLst>
              <a:ext uri="{28A0092B-C50C-407E-A947-70E740481C1C}">
                <a14:useLocalDpi xmlns:a14="http://schemas.microsoft.com/office/drawing/2010/main" val="0"/>
              </a:ext>
            </a:extLst>
          </a:blip>
          <a:srcRect l="7513" t="10786" r="7490" b="8314"/>
          <a:stretch/>
        </p:blipFill>
        <p:spPr>
          <a:xfrm>
            <a:off x="4249710" y="1941226"/>
            <a:ext cx="622093" cy="592112"/>
          </a:xfrm>
          <a:prstGeom prst="rect">
            <a:avLst/>
          </a:prstGeom>
        </p:spPr>
      </p:pic>
      <p:pic>
        <p:nvPicPr>
          <p:cNvPr id="44" name="Рисунок 43">
            <a:extLst>
              <a:ext uri="{FF2B5EF4-FFF2-40B4-BE49-F238E27FC236}">
                <a16:creationId xmlns:a16="http://schemas.microsoft.com/office/drawing/2014/main" id="{16EB328D-6A8E-41E9-B1F6-0892B629A6DC}"/>
              </a:ext>
            </a:extLst>
          </p:cNvPr>
          <p:cNvPicPr>
            <a:picLocks noChangeAspect="1"/>
          </p:cNvPicPr>
          <p:nvPr/>
        </p:nvPicPr>
        <p:blipFill rotWithShape="1">
          <a:blip r:embed="rId4">
            <a:extLst>
              <a:ext uri="{28A0092B-C50C-407E-A947-70E740481C1C}">
                <a14:useLocalDpi xmlns:a14="http://schemas.microsoft.com/office/drawing/2010/main" val="0"/>
              </a:ext>
            </a:extLst>
          </a:blip>
          <a:srcRect l="-3901" t="-6529"/>
          <a:stretch/>
        </p:blipFill>
        <p:spPr>
          <a:xfrm>
            <a:off x="2169681" y="4100660"/>
            <a:ext cx="1710872" cy="2162029"/>
          </a:xfrm>
          <a:custGeom>
            <a:avLst/>
            <a:gdLst>
              <a:gd name="connsiteX0" fmla="*/ 0 w 1710872"/>
              <a:gd name="connsiteY0" fmla="*/ 0 h 1888591"/>
              <a:gd name="connsiteX1" fmla="*/ 1710872 w 1710872"/>
              <a:gd name="connsiteY1" fmla="*/ 0 h 1888591"/>
              <a:gd name="connsiteX2" fmla="*/ 1710872 w 1710872"/>
              <a:gd name="connsiteY2" fmla="*/ 1510855 h 1888591"/>
              <a:gd name="connsiteX3" fmla="*/ 1333136 w 1710872"/>
              <a:gd name="connsiteY3" fmla="*/ 1888591 h 1888591"/>
              <a:gd name="connsiteX4" fmla="*/ 0 w 1710872"/>
              <a:gd name="connsiteY4" fmla="*/ 1888591 h 1888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0872" h="1888591">
                <a:moveTo>
                  <a:pt x="0" y="0"/>
                </a:moveTo>
                <a:lnTo>
                  <a:pt x="1710872" y="0"/>
                </a:lnTo>
                <a:lnTo>
                  <a:pt x="1710872" y="1510855"/>
                </a:lnTo>
                <a:cubicBezTo>
                  <a:pt x="1710872" y="1719473"/>
                  <a:pt x="1541754" y="1888591"/>
                  <a:pt x="1333136" y="1888591"/>
                </a:cubicBezTo>
                <a:lnTo>
                  <a:pt x="0" y="1888591"/>
                </a:lnTo>
                <a:close/>
              </a:path>
            </a:pathLst>
          </a:custGeom>
        </p:spPr>
      </p:pic>
      <p:sp>
        <p:nvSpPr>
          <p:cNvPr id="12" name="Прямоугольник: скругленные углы 11">
            <a:extLst>
              <a:ext uri="{FF2B5EF4-FFF2-40B4-BE49-F238E27FC236}">
                <a16:creationId xmlns:a16="http://schemas.microsoft.com/office/drawing/2014/main" id="{F0B175C2-4BEA-4169-83C2-FA1B8964C74E}"/>
              </a:ext>
            </a:extLst>
          </p:cNvPr>
          <p:cNvSpPr/>
          <p:nvPr/>
        </p:nvSpPr>
        <p:spPr>
          <a:xfrm>
            <a:off x="4278809" y="3118585"/>
            <a:ext cx="3497916" cy="894415"/>
          </a:xfrm>
          <a:prstGeom prst="roundRect">
            <a:avLst>
              <a:gd name="adj" fmla="val 23847"/>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72000" tIns="0" rIns="64304" bIns="0" rtlCol="0" anchor="ctr"/>
          <a:lstStyle/>
          <a:p>
            <a:pPr>
              <a:lnSpc>
                <a:spcPct val="90000"/>
              </a:lnSpc>
            </a:pPr>
            <a:endParaRPr lang="ru-RU">
              <a:solidFill>
                <a:srgbClr val="000000"/>
              </a:solidFill>
              <a:latin typeface="Arial" panose="020B0604020202020204"/>
              <a:sym typeface="MazzardM-Bold"/>
            </a:endParaRPr>
          </a:p>
        </p:txBody>
      </p:sp>
      <p:sp>
        <p:nvSpPr>
          <p:cNvPr id="52" name="Объект 1">
            <a:extLst>
              <a:ext uri="{FF2B5EF4-FFF2-40B4-BE49-F238E27FC236}">
                <a16:creationId xmlns:a16="http://schemas.microsoft.com/office/drawing/2014/main" id="{32088086-A5A9-42C8-A28E-A12B0AD69CE9}"/>
              </a:ext>
            </a:extLst>
          </p:cNvPr>
          <p:cNvSpPr txBox="1">
            <a:spLocks/>
          </p:cNvSpPr>
          <p:nvPr/>
        </p:nvSpPr>
        <p:spPr>
          <a:xfrm>
            <a:off x="6423284" y="3318268"/>
            <a:ext cx="1214205" cy="42831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gn="r">
              <a:lnSpc>
                <a:spcPct val="100000"/>
              </a:lnSpc>
              <a:spcAft>
                <a:spcPts val="0"/>
              </a:spcAft>
            </a:pPr>
            <a:r>
              <a:rPr lang="en-US" sz="2400">
                <a:ln w="38100">
                  <a:noFill/>
                </a:ln>
                <a:latin typeface="Arial Black"/>
              </a:rPr>
              <a:t>2</a:t>
            </a:r>
            <a:r>
              <a:rPr lang="ru-RU" sz="2400">
                <a:ln w="38100">
                  <a:noFill/>
                </a:ln>
                <a:latin typeface="Arial Black"/>
              </a:rPr>
              <a:t>5,8</a:t>
            </a:r>
            <a:r>
              <a:rPr lang="en-US" sz="2400">
                <a:ln w="38100">
                  <a:noFill/>
                </a:ln>
                <a:latin typeface="Arial Black"/>
              </a:rPr>
              <a:t>%</a:t>
            </a:r>
            <a:endParaRPr lang="ru-RU" sz="2400">
              <a:ln w="38100">
                <a:noFill/>
              </a:ln>
              <a:latin typeface="Arial Black"/>
            </a:endParaRPr>
          </a:p>
        </p:txBody>
      </p:sp>
      <p:sp>
        <p:nvSpPr>
          <p:cNvPr id="13" name="Нижний колонтитул 12">
            <a:extLst>
              <a:ext uri="{FF2B5EF4-FFF2-40B4-BE49-F238E27FC236}">
                <a16:creationId xmlns:a16="http://schemas.microsoft.com/office/drawing/2014/main" id="{C37C680F-C83D-2F96-DB39-07EA27BFF181}"/>
              </a:ext>
            </a:extLst>
          </p:cNvPr>
          <p:cNvSpPr>
            <a:spLocks noGrp="1"/>
          </p:cNvSpPr>
          <p:nvPr>
            <p:ph type="ftr" sz="quarter" idx="11"/>
          </p:nvPr>
        </p:nvSpPr>
        <p:spPr/>
        <p:txBody>
          <a:bodyPr/>
          <a:lstStyle/>
          <a:p>
            <a:endParaRPr lang="ru-RU"/>
          </a:p>
        </p:txBody>
      </p:sp>
      <p:sp>
        <p:nvSpPr>
          <p:cNvPr id="42" name="Объект 1">
            <a:extLst>
              <a:ext uri="{FF2B5EF4-FFF2-40B4-BE49-F238E27FC236}">
                <a16:creationId xmlns:a16="http://schemas.microsoft.com/office/drawing/2014/main" id="{EFAC994A-18EA-784C-B235-AFDA04A08B45}"/>
              </a:ext>
            </a:extLst>
          </p:cNvPr>
          <p:cNvSpPr txBox="1">
            <a:spLocks/>
          </p:cNvSpPr>
          <p:nvPr/>
        </p:nvSpPr>
        <p:spPr>
          <a:xfrm>
            <a:off x="4489554" y="3336640"/>
            <a:ext cx="1853942" cy="5154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a:t>
            </a:r>
            <a:r>
              <a:rPr lang="en-US" sz="1400"/>
              <a:t>. </a:t>
            </a:r>
            <a:endParaRPr lang="ru-RU" sz="1400"/>
          </a:p>
        </p:txBody>
      </p:sp>
      <p:sp>
        <p:nvSpPr>
          <p:cNvPr id="46" name="Объект 1">
            <a:extLst>
              <a:ext uri="{FF2B5EF4-FFF2-40B4-BE49-F238E27FC236}">
                <a16:creationId xmlns:a16="http://schemas.microsoft.com/office/drawing/2014/main" id="{D47F1C30-D11F-6F46-87AE-8F787F1DE11E}"/>
              </a:ext>
            </a:extLst>
          </p:cNvPr>
          <p:cNvSpPr txBox="1">
            <a:spLocks/>
          </p:cNvSpPr>
          <p:nvPr/>
        </p:nvSpPr>
        <p:spPr>
          <a:xfrm>
            <a:off x="4276725" y="1529857"/>
            <a:ext cx="3360764" cy="37008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b="1"/>
              <a:t>Сформулируй подзаголовок</a:t>
            </a:r>
          </a:p>
        </p:txBody>
      </p:sp>
      <p:sp>
        <p:nvSpPr>
          <p:cNvPr id="47" name="Объект 1">
            <a:extLst>
              <a:ext uri="{FF2B5EF4-FFF2-40B4-BE49-F238E27FC236}">
                <a16:creationId xmlns:a16="http://schemas.microsoft.com/office/drawing/2014/main" id="{4373D0B8-668E-9C45-B0C5-95F90EFE6FB7}"/>
              </a:ext>
            </a:extLst>
          </p:cNvPr>
          <p:cNvSpPr txBox="1">
            <a:spLocks/>
          </p:cNvSpPr>
          <p:nvPr/>
        </p:nvSpPr>
        <p:spPr>
          <a:xfrm>
            <a:off x="8978892" y="1984379"/>
            <a:ext cx="1504803" cy="37144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nSpc>
                <a:spcPct val="100000"/>
              </a:lnSpc>
              <a:spcAft>
                <a:spcPts val="0"/>
              </a:spcAft>
            </a:pPr>
            <a:r>
              <a:rPr lang="ru-RU" sz="2400">
                <a:ln w="38100">
                  <a:noFill/>
                </a:ln>
                <a:latin typeface="Arial Black"/>
              </a:rPr>
              <a:t>34</a:t>
            </a:r>
            <a:r>
              <a:rPr lang="en-US" sz="2400">
                <a:ln w="38100">
                  <a:noFill/>
                </a:ln>
                <a:latin typeface="Arial Black"/>
              </a:rPr>
              <a:t>%</a:t>
            </a:r>
            <a:endParaRPr lang="ru-RU" sz="2400">
              <a:ln w="38100">
                <a:noFill/>
              </a:ln>
              <a:latin typeface="Arial Black"/>
            </a:endParaRPr>
          </a:p>
        </p:txBody>
      </p:sp>
      <p:sp>
        <p:nvSpPr>
          <p:cNvPr id="48" name="Объект 1">
            <a:extLst>
              <a:ext uri="{FF2B5EF4-FFF2-40B4-BE49-F238E27FC236}">
                <a16:creationId xmlns:a16="http://schemas.microsoft.com/office/drawing/2014/main" id="{8E29A0BB-AF72-F646-85FB-6B0D3526E64D}"/>
              </a:ext>
            </a:extLst>
          </p:cNvPr>
          <p:cNvSpPr txBox="1">
            <a:spLocks/>
          </p:cNvSpPr>
          <p:nvPr/>
        </p:nvSpPr>
        <p:spPr>
          <a:xfrm>
            <a:off x="8956389" y="2392680"/>
            <a:ext cx="2518581" cy="57759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solidFill>
                  <a:srgbClr val="000000"/>
                </a:solidFill>
              </a:rPr>
              <a:t>Здесь может быть твой текст. Размести здесь свой текст. </a:t>
            </a:r>
          </a:p>
        </p:txBody>
      </p:sp>
      <p:sp>
        <p:nvSpPr>
          <p:cNvPr id="50" name="Прямоугольник: скругленные углы 11">
            <a:extLst>
              <a:ext uri="{FF2B5EF4-FFF2-40B4-BE49-F238E27FC236}">
                <a16:creationId xmlns:a16="http://schemas.microsoft.com/office/drawing/2014/main" id="{29936956-0316-EB46-A08E-5AD1C8F12CA1}"/>
              </a:ext>
            </a:extLst>
          </p:cNvPr>
          <p:cNvSpPr/>
          <p:nvPr/>
        </p:nvSpPr>
        <p:spPr>
          <a:xfrm>
            <a:off x="8048835" y="3118585"/>
            <a:ext cx="3497916" cy="894415"/>
          </a:xfrm>
          <a:prstGeom prst="roundRect">
            <a:avLst>
              <a:gd name="adj" fmla="val 23847"/>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72000" tIns="0" rIns="64304" bIns="0" rtlCol="0" anchor="ctr"/>
          <a:lstStyle/>
          <a:p>
            <a:pPr>
              <a:lnSpc>
                <a:spcPct val="90000"/>
              </a:lnSpc>
            </a:pPr>
            <a:endParaRPr lang="ru-RU">
              <a:solidFill>
                <a:srgbClr val="000000"/>
              </a:solidFill>
              <a:latin typeface="Arial" panose="020B0604020202020204"/>
              <a:sym typeface="MazzardM-Bold"/>
            </a:endParaRPr>
          </a:p>
        </p:txBody>
      </p:sp>
      <p:sp>
        <p:nvSpPr>
          <p:cNvPr id="51" name="Объект 1">
            <a:extLst>
              <a:ext uri="{FF2B5EF4-FFF2-40B4-BE49-F238E27FC236}">
                <a16:creationId xmlns:a16="http://schemas.microsoft.com/office/drawing/2014/main" id="{BC16CC0A-F216-804A-9B7D-05699CF49709}"/>
              </a:ext>
            </a:extLst>
          </p:cNvPr>
          <p:cNvSpPr txBox="1">
            <a:spLocks/>
          </p:cNvSpPr>
          <p:nvPr/>
        </p:nvSpPr>
        <p:spPr>
          <a:xfrm>
            <a:off x="10193310" y="3318268"/>
            <a:ext cx="1214205" cy="42831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gn="r">
              <a:lnSpc>
                <a:spcPct val="100000"/>
              </a:lnSpc>
              <a:spcAft>
                <a:spcPts val="0"/>
              </a:spcAft>
            </a:pPr>
            <a:r>
              <a:rPr lang="en-US" sz="2400">
                <a:ln w="38100">
                  <a:noFill/>
                </a:ln>
                <a:latin typeface="Arial Black"/>
              </a:rPr>
              <a:t>2</a:t>
            </a:r>
            <a:r>
              <a:rPr lang="ru-RU" sz="2400">
                <a:ln w="38100">
                  <a:noFill/>
                </a:ln>
                <a:latin typeface="Arial Black"/>
              </a:rPr>
              <a:t>5,8</a:t>
            </a:r>
            <a:r>
              <a:rPr lang="en-US" sz="2400">
                <a:ln w="38100">
                  <a:noFill/>
                </a:ln>
                <a:latin typeface="Arial Black"/>
              </a:rPr>
              <a:t>%</a:t>
            </a:r>
            <a:endParaRPr lang="ru-RU" sz="2400">
              <a:ln w="38100">
                <a:noFill/>
              </a:ln>
              <a:latin typeface="Arial Black"/>
            </a:endParaRPr>
          </a:p>
        </p:txBody>
      </p:sp>
      <p:sp>
        <p:nvSpPr>
          <p:cNvPr id="53" name="Объект 1">
            <a:extLst>
              <a:ext uri="{FF2B5EF4-FFF2-40B4-BE49-F238E27FC236}">
                <a16:creationId xmlns:a16="http://schemas.microsoft.com/office/drawing/2014/main" id="{8D94DC3D-F582-8442-BE42-CE8C1DA69FDB}"/>
              </a:ext>
            </a:extLst>
          </p:cNvPr>
          <p:cNvSpPr txBox="1">
            <a:spLocks/>
          </p:cNvSpPr>
          <p:nvPr/>
        </p:nvSpPr>
        <p:spPr>
          <a:xfrm>
            <a:off x="8259580" y="3336640"/>
            <a:ext cx="1853942" cy="5154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a:t>
            </a:r>
            <a:r>
              <a:rPr lang="en-US" sz="1400"/>
              <a:t>. </a:t>
            </a:r>
            <a:endParaRPr lang="ru-RU" sz="1400"/>
          </a:p>
        </p:txBody>
      </p:sp>
      <p:sp>
        <p:nvSpPr>
          <p:cNvPr id="54" name="Объект 1">
            <a:extLst>
              <a:ext uri="{FF2B5EF4-FFF2-40B4-BE49-F238E27FC236}">
                <a16:creationId xmlns:a16="http://schemas.microsoft.com/office/drawing/2014/main" id="{6245347A-1928-6B40-8B76-E25733867AC7}"/>
              </a:ext>
            </a:extLst>
          </p:cNvPr>
          <p:cNvSpPr txBox="1">
            <a:spLocks/>
          </p:cNvSpPr>
          <p:nvPr/>
        </p:nvSpPr>
        <p:spPr>
          <a:xfrm>
            <a:off x="8046751" y="1529857"/>
            <a:ext cx="3360764" cy="37008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ru-RU" b="1"/>
              <a:t>Сформулируй подзаголовок</a:t>
            </a:r>
          </a:p>
        </p:txBody>
      </p:sp>
      <p:sp>
        <p:nvSpPr>
          <p:cNvPr id="55" name="Прямоугольник: скругленные углы 11">
            <a:extLst>
              <a:ext uri="{FF2B5EF4-FFF2-40B4-BE49-F238E27FC236}">
                <a16:creationId xmlns:a16="http://schemas.microsoft.com/office/drawing/2014/main" id="{CBB4DE67-8BCC-DF47-B1CA-EDB31AC74C0B}"/>
              </a:ext>
            </a:extLst>
          </p:cNvPr>
          <p:cNvSpPr/>
          <p:nvPr/>
        </p:nvSpPr>
        <p:spPr>
          <a:xfrm>
            <a:off x="4278809" y="4214810"/>
            <a:ext cx="3497916" cy="894415"/>
          </a:xfrm>
          <a:prstGeom prst="roundRect">
            <a:avLst>
              <a:gd name="adj" fmla="val 23847"/>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72000" tIns="0" rIns="64304" bIns="0" rtlCol="0" anchor="ctr"/>
          <a:lstStyle/>
          <a:p>
            <a:pPr>
              <a:lnSpc>
                <a:spcPct val="90000"/>
              </a:lnSpc>
            </a:pPr>
            <a:endParaRPr lang="ru-RU">
              <a:solidFill>
                <a:srgbClr val="000000"/>
              </a:solidFill>
              <a:latin typeface="Arial" panose="020B0604020202020204"/>
              <a:sym typeface="MazzardM-Bold"/>
            </a:endParaRPr>
          </a:p>
        </p:txBody>
      </p:sp>
      <p:sp>
        <p:nvSpPr>
          <p:cNvPr id="56" name="Объект 1">
            <a:extLst>
              <a:ext uri="{FF2B5EF4-FFF2-40B4-BE49-F238E27FC236}">
                <a16:creationId xmlns:a16="http://schemas.microsoft.com/office/drawing/2014/main" id="{47837029-6983-C448-AB51-AE1E83B85565}"/>
              </a:ext>
            </a:extLst>
          </p:cNvPr>
          <p:cNvSpPr txBox="1">
            <a:spLocks/>
          </p:cNvSpPr>
          <p:nvPr/>
        </p:nvSpPr>
        <p:spPr>
          <a:xfrm>
            <a:off x="6423284" y="4414493"/>
            <a:ext cx="1214205" cy="42831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gn="r">
              <a:lnSpc>
                <a:spcPct val="100000"/>
              </a:lnSpc>
              <a:spcAft>
                <a:spcPts val="0"/>
              </a:spcAft>
            </a:pPr>
            <a:r>
              <a:rPr lang="en-US" sz="2400">
                <a:ln w="38100">
                  <a:noFill/>
                </a:ln>
                <a:latin typeface="Arial Black"/>
              </a:rPr>
              <a:t>2</a:t>
            </a:r>
            <a:r>
              <a:rPr lang="ru-RU" sz="2400">
                <a:ln w="38100">
                  <a:noFill/>
                </a:ln>
                <a:latin typeface="Arial Black"/>
              </a:rPr>
              <a:t>5,8</a:t>
            </a:r>
            <a:r>
              <a:rPr lang="en-US" sz="2400">
                <a:ln w="38100">
                  <a:noFill/>
                </a:ln>
                <a:latin typeface="Arial Black"/>
              </a:rPr>
              <a:t>%</a:t>
            </a:r>
            <a:endParaRPr lang="ru-RU" sz="2400">
              <a:ln w="38100">
                <a:noFill/>
              </a:ln>
              <a:latin typeface="Arial Black"/>
            </a:endParaRPr>
          </a:p>
        </p:txBody>
      </p:sp>
      <p:sp>
        <p:nvSpPr>
          <p:cNvPr id="57" name="Объект 1">
            <a:extLst>
              <a:ext uri="{FF2B5EF4-FFF2-40B4-BE49-F238E27FC236}">
                <a16:creationId xmlns:a16="http://schemas.microsoft.com/office/drawing/2014/main" id="{768C878D-FA39-A44B-ADBD-CC17D41EB229}"/>
              </a:ext>
            </a:extLst>
          </p:cNvPr>
          <p:cNvSpPr txBox="1">
            <a:spLocks/>
          </p:cNvSpPr>
          <p:nvPr/>
        </p:nvSpPr>
        <p:spPr>
          <a:xfrm>
            <a:off x="4489554" y="4432865"/>
            <a:ext cx="1853942" cy="5154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a:t>
            </a:r>
            <a:r>
              <a:rPr lang="en-US" sz="1400"/>
              <a:t>. </a:t>
            </a:r>
            <a:endParaRPr lang="ru-RU" sz="1400"/>
          </a:p>
        </p:txBody>
      </p:sp>
      <p:sp>
        <p:nvSpPr>
          <p:cNvPr id="58" name="Прямоугольник: скругленные углы 11">
            <a:extLst>
              <a:ext uri="{FF2B5EF4-FFF2-40B4-BE49-F238E27FC236}">
                <a16:creationId xmlns:a16="http://schemas.microsoft.com/office/drawing/2014/main" id="{11831BD3-7038-F049-9F68-39042E9C8AC5}"/>
              </a:ext>
            </a:extLst>
          </p:cNvPr>
          <p:cNvSpPr/>
          <p:nvPr/>
        </p:nvSpPr>
        <p:spPr>
          <a:xfrm>
            <a:off x="8048835" y="4214810"/>
            <a:ext cx="3497916" cy="894415"/>
          </a:xfrm>
          <a:prstGeom prst="roundRect">
            <a:avLst>
              <a:gd name="adj" fmla="val 23847"/>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72000" tIns="0" rIns="64304" bIns="0" rtlCol="0" anchor="ctr"/>
          <a:lstStyle/>
          <a:p>
            <a:pPr>
              <a:lnSpc>
                <a:spcPct val="90000"/>
              </a:lnSpc>
            </a:pPr>
            <a:endParaRPr lang="ru-RU">
              <a:solidFill>
                <a:srgbClr val="000000"/>
              </a:solidFill>
              <a:latin typeface="Arial" panose="020B0604020202020204"/>
              <a:sym typeface="MazzardM-Bold"/>
            </a:endParaRPr>
          </a:p>
        </p:txBody>
      </p:sp>
      <p:sp>
        <p:nvSpPr>
          <p:cNvPr id="59" name="Объект 1">
            <a:extLst>
              <a:ext uri="{FF2B5EF4-FFF2-40B4-BE49-F238E27FC236}">
                <a16:creationId xmlns:a16="http://schemas.microsoft.com/office/drawing/2014/main" id="{8E608E55-0ED5-B942-AD9E-EE8D6E441167}"/>
              </a:ext>
            </a:extLst>
          </p:cNvPr>
          <p:cNvSpPr txBox="1">
            <a:spLocks/>
          </p:cNvSpPr>
          <p:nvPr/>
        </p:nvSpPr>
        <p:spPr>
          <a:xfrm>
            <a:off x="10193310" y="4414493"/>
            <a:ext cx="1214205" cy="42831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gn="r">
              <a:lnSpc>
                <a:spcPct val="100000"/>
              </a:lnSpc>
              <a:spcAft>
                <a:spcPts val="0"/>
              </a:spcAft>
            </a:pPr>
            <a:r>
              <a:rPr lang="en-US" sz="2400">
                <a:ln w="38100">
                  <a:noFill/>
                </a:ln>
                <a:latin typeface="Arial Black"/>
              </a:rPr>
              <a:t>2</a:t>
            </a:r>
            <a:r>
              <a:rPr lang="ru-RU" sz="2400">
                <a:ln w="38100">
                  <a:noFill/>
                </a:ln>
                <a:latin typeface="Arial Black"/>
              </a:rPr>
              <a:t>5,8</a:t>
            </a:r>
            <a:r>
              <a:rPr lang="en-US" sz="2400">
                <a:ln w="38100">
                  <a:noFill/>
                </a:ln>
                <a:latin typeface="Arial Black"/>
              </a:rPr>
              <a:t>%</a:t>
            </a:r>
            <a:endParaRPr lang="ru-RU" sz="2400">
              <a:ln w="38100">
                <a:noFill/>
              </a:ln>
              <a:latin typeface="Arial Black"/>
            </a:endParaRPr>
          </a:p>
        </p:txBody>
      </p:sp>
      <p:sp>
        <p:nvSpPr>
          <p:cNvPr id="60" name="Объект 1">
            <a:extLst>
              <a:ext uri="{FF2B5EF4-FFF2-40B4-BE49-F238E27FC236}">
                <a16:creationId xmlns:a16="http://schemas.microsoft.com/office/drawing/2014/main" id="{8C23400B-7FB5-5347-8324-5ECD00342FC9}"/>
              </a:ext>
            </a:extLst>
          </p:cNvPr>
          <p:cNvSpPr txBox="1">
            <a:spLocks/>
          </p:cNvSpPr>
          <p:nvPr/>
        </p:nvSpPr>
        <p:spPr>
          <a:xfrm>
            <a:off x="8259580" y="4432865"/>
            <a:ext cx="1853942" cy="5154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a:t>
            </a:r>
            <a:r>
              <a:rPr lang="en-US" sz="1400"/>
              <a:t>. </a:t>
            </a:r>
            <a:endParaRPr lang="ru-RU" sz="1400"/>
          </a:p>
        </p:txBody>
      </p:sp>
      <p:sp>
        <p:nvSpPr>
          <p:cNvPr id="61" name="Прямоугольник: скругленные углы 11">
            <a:extLst>
              <a:ext uri="{FF2B5EF4-FFF2-40B4-BE49-F238E27FC236}">
                <a16:creationId xmlns:a16="http://schemas.microsoft.com/office/drawing/2014/main" id="{B6C144DA-25F0-6747-ADCD-31D1C5CD2050}"/>
              </a:ext>
            </a:extLst>
          </p:cNvPr>
          <p:cNvSpPr/>
          <p:nvPr/>
        </p:nvSpPr>
        <p:spPr>
          <a:xfrm>
            <a:off x="4278809" y="5361374"/>
            <a:ext cx="3497916" cy="894415"/>
          </a:xfrm>
          <a:prstGeom prst="roundRect">
            <a:avLst>
              <a:gd name="adj" fmla="val 23847"/>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72000" tIns="0" rIns="64304" bIns="0" rtlCol="0" anchor="ctr"/>
          <a:lstStyle/>
          <a:p>
            <a:pPr>
              <a:lnSpc>
                <a:spcPct val="90000"/>
              </a:lnSpc>
            </a:pPr>
            <a:endParaRPr lang="ru-RU">
              <a:solidFill>
                <a:srgbClr val="000000"/>
              </a:solidFill>
              <a:latin typeface="Arial" panose="020B0604020202020204"/>
              <a:sym typeface="MazzardM-Bold"/>
            </a:endParaRPr>
          </a:p>
        </p:txBody>
      </p:sp>
      <p:sp>
        <p:nvSpPr>
          <p:cNvPr id="62" name="Объект 1">
            <a:extLst>
              <a:ext uri="{FF2B5EF4-FFF2-40B4-BE49-F238E27FC236}">
                <a16:creationId xmlns:a16="http://schemas.microsoft.com/office/drawing/2014/main" id="{994A21E7-5F6B-8448-BF3A-0DCA00E71B03}"/>
              </a:ext>
            </a:extLst>
          </p:cNvPr>
          <p:cNvSpPr txBox="1">
            <a:spLocks/>
          </p:cNvSpPr>
          <p:nvPr/>
        </p:nvSpPr>
        <p:spPr>
          <a:xfrm>
            <a:off x="6423284" y="5561057"/>
            <a:ext cx="1214205" cy="42831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gn="r">
              <a:lnSpc>
                <a:spcPct val="100000"/>
              </a:lnSpc>
              <a:spcAft>
                <a:spcPts val="0"/>
              </a:spcAft>
            </a:pPr>
            <a:r>
              <a:rPr lang="en-US" sz="2400">
                <a:ln w="38100">
                  <a:noFill/>
                </a:ln>
                <a:latin typeface="Arial Black"/>
              </a:rPr>
              <a:t>2</a:t>
            </a:r>
            <a:r>
              <a:rPr lang="ru-RU" sz="2400">
                <a:ln w="38100">
                  <a:noFill/>
                </a:ln>
                <a:latin typeface="Arial Black"/>
              </a:rPr>
              <a:t>5,8</a:t>
            </a:r>
            <a:r>
              <a:rPr lang="en-US" sz="2400">
                <a:ln w="38100">
                  <a:noFill/>
                </a:ln>
                <a:latin typeface="Arial Black"/>
              </a:rPr>
              <a:t>%</a:t>
            </a:r>
            <a:endParaRPr lang="ru-RU" sz="2400">
              <a:ln w="38100">
                <a:noFill/>
              </a:ln>
              <a:latin typeface="Arial Black"/>
            </a:endParaRPr>
          </a:p>
        </p:txBody>
      </p:sp>
      <p:sp>
        <p:nvSpPr>
          <p:cNvPr id="63" name="Объект 1">
            <a:extLst>
              <a:ext uri="{FF2B5EF4-FFF2-40B4-BE49-F238E27FC236}">
                <a16:creationId xmlns:a16="http://schemas.microsoft.com/office/drawing/2014/main" id="{9DE7AF62-7298-D347-A56F-E1C18EC4A691}"/>
              </a:ext>
            </a:extLst>
          </p:cNvPr>
          <p:cNvSpPr txBox="1">
            <a:spLocks/>
          </p:cNvSpPr>
          <p:nvPr/>
        </p:nvSpPr>
        <p:spPr>
          <a:xfrm>
            <a:off x="4489554" y="5579429"/>
            <a:ext cx="1853942" cy="5154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a:t>
            </a:r>
            <a:r>
              <a:rPr lang="en-US" sz="1400"/>
              <a:t>. </a:t>
            </a:r>
            <a:endParaRPr lang="ru-RU" sz="1400"/>
          </a:p>
        </p:txBody>
      </p:sp>
      <p:sp>
        <p:nvSpPr>
          <p:cNvPr id="71" name="Прямоугольник: скругленные углы 11">
            <a:extLst>
              <a:ext uri="{FF2B5EF4-FFF2-40B4-BE49-F238E27FC236}">
                <a16:creationId xmlns:a16="http://schemas.microsoft.com/office/drawing/2014/main" id="{F323D432-81B6-314F-8888-5C534D4F8BCF}"/>
              </a:ext>
            </a:extLst>
          </p:cNvPr>
          <p:cNvSpPr/>
          <p:nvPr/>
        </p:nvSpPr>
        <p:spPr>
          <a:xfrm>
            <a:off x="8048835" y="5361558"/>
            <a:ext cx="3497916" cy="894415"/>
          </a:xfrm>
          <a:prstGeom prst="roundRect">
            <a:avLst>
              <a:gd name="adj" fmla="val 23847"/>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72000" tIns="0" rIns="64304" bIns="0" rtlCol="0" anchor="ctr"/>
          <a:lstStyle/>
          <a:p>
            <a:pPr>
              <a:lnSpc>
                <a:spcPct val="90000"/>
              </a:lnSpc>
            </a:pPr>
            <a:endParaRPr lang="ru-RU">
              <a:solidFill>
                <a:srgbClr val="000000"/>
              </a:solidFill>
              <a:latin typeface="Arial" panose="020B0604020202020204"/>
              <a:sym typeface="MazzardM-Bold"/>
            </a:endParaRPr>
          </a:p>
        </p:txBody>
      </p:sp>
      <p:sp>
        <p:nvSpPr>
          <p:cNvPr id="72" name="Объект 1">
            <a:extLst>
              <a:ext uri="{FF2B5EF4-FFF2-40B4-BE49-F238E27FC236}">
                <a16:creationId xmlns:a16="http://schemas.microsoft.com/office/drawing/2014/main" id="{A809C370-91AC-B847-81FE-1778F7F950EC}"/>
              </a:ext>
            </a:extLst>
          </p:cNvPr>
          <p:cNvSpPr txBox="1">
            <a:spLocks/>
          </p:cNvSpPr>
          <p:nvPr/>
        </p:nvSpPr>
        <p:spPr>
          <a:xfrm>
            <a:off x="10193310" y="5561241"/>
            <a:ext cx="1214205" cy="428311"/>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pPr lvl="0" algn="r">
              <a:lnSpc>
                <a:spcPct val="100000"/>
              </a:lnSpc>
              <a:spcAft>
                <a:spcPts val="0"/>
              </a:spcAft>
            </a:pPr>
            <a:r>
              <a:rPr lang="en-US" sz="2400">
                <a:ln w="38100">
                  <a:noFill/>
                </a:ln>
                <a:latin typeface="Arial Black"/>
              </a:rPr>
              <a:t>2</a:t>
            </a:r>
            <a:r>
              <a:rPr lang="ru-RU" sz="2400">
                <a:ln w="38100">
                  <a:noFill/>
                </a:ln>
                <a:latin typeface="Arial Black"/>
              </a:rPr>
              <a:t>5,8</a:t>
            </a:r>
            <a:r>
              <a:rPr lang="en-US" sz="2400">
                <a:ln w="38100">
                  <a:noFill/>
                </a:ln>
                <a:latin typeface="Arial Black"/>
              </a:rPr>
              <a:t>%</a:t>
            </a:r>
            <a:endParaRPr lang="ru-RU" sz="2400">
              <a:ln w="38100">
                <a:noFill/>
              </a:ln>
              <a:latin typeface="Arial Black"/>
            </a:endParaRPr>
          </a:p>
        </p:txBody>
      </p:sp>
      <p:sp>
        <p:nvSpPr>
          <p:cNvPr id="73" name="Объект 1">
            <a:extLst>
              <a:ext uri="{FF2B5EF4-FFF2-40B4-BE49-F238E27FC236}">
                <a16:creationId xmlns:a16="http://schemas.microsoft.com/office/drawing/2014/main" id="{43887BF6-2458-2046-B19D-3CC5CA11CBCD}"/>
              </a:ext>
            </a:extLst>
          </p:cNvPr>
          <p:cNvSpPr txBox="1">
            <a:spLocks/>
          </p:cNvSpPr>
          <p:nvPr/>
        </p:nvSpPr>
        <p:spPr>
          <a:xfrm>
            <a:off x="8259580" y="5579613"/>
            <a:ext cx="1853942" cy="515468"/>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sz="1400"/>
              <a:t>Здесь может быть твой текст</a:t>
            </a:r>
            <a:r>
              <a:rPr lang="en-US" sz="1400"/>
              <a:t>. </a:t>
            </a:r>
            <a:endParaRPr lang="ru-RU" sz="1400"/>
          </a:p>
        </p:txBody>
      </p:sp>
    </p:spTree>
    <p:extLst>
      <p:ext uri="{BB962C8B-B14F-4D97-AF65-F5344CB8AC3E}">
        <p14:creationId xmlns:p14="http://schemas.microsoft.com/office/powerpoint/2010/main" val="38666761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54A8ED5E-C24B-0CE1-CF76-58511FA38120}"/>
              </a:ext>
            </a:extLst>
          </p:cNvPr>
          <p:cNvSpPr>
            <a:spLocks noGrp="1"/>
          </p:cNvSpPr>
          <p:nvPr>
            <p:ph type="sldNum" sz="quarter" idx="12"/>
          </p:nvPr>
        </p:nvSpPr>
        <p:spPr/>
        <p:txBody>
          <a:bodyPr/>
          <a:lstStyle/>
          <a:p>
            <a:fld id="{EB5249F5-0093-48B0-B996-C4E44A87EAFB}" type="slidenum">
              <a:rPr lang="ru-RU" smtClean="0"/>
              <a:pPr/>
              <a:t>78</a:t>
            </a:fld>
            <a:endParaRPr lang="ru-RU"/>
          </a:p>
        </p:txBody>
      </p:sp>
      <p:sp>
        <p:nvSpPr>
          <p:cNvPr id="4" name="Заголовок 3">
            <a:extLst>
              <a:ext uri="{FF2B5EF4-FFF2-40B4-BE49-F238E27FC236}">
                <a16:creationId xmlns:a16="http://schemas.microsoft.com/office/drawing/2014/main" id="{75A9995B-211B-F328-1F0F-0E93B5C2BF07}"/>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0" name="Полилиния: фигура 9">
            <a:extLst>
              <a:ext uri="{FF2B5EF4-FFF2-40B4-BE49-F238E27FC236}">
                <a16:creationId xmlns:a16="http://schemas.microsoft.com/office/drawing/2014/main" id="{67D34B06-2A0F-F895-A2FB-9D700AE1A0D7}"/>
              </a:ext>
            </a:extLst>
          </p:cNvPr>
          <p:cNvSpPr/>
          <p:nvPr/>
        </p:nvSpPr>
        <p:spPr>
          <a:xfrm>
            <a:off x="6008491" y="2936481"/>
            <a:ext cx="1468440" cy="1561607"/>
          </a:xfrm>
          <a:custGeom>
            <a:avLst/>
            <a:gdLst>
              <a:gd name="connsiteX0" fmla="*/ 635704 w 1444345"/>
              <a:gd name="connsiteY0" fmla="*/ 0 h 1535983"/>
              <a:gd name="connsiteX1" fmla="*/ 740303 w 1444345"/>
              <a:gd name="connsiteY1" fmla="*/ 28028 h 1535983"/>
              <a:gd name="connsiteX2" fmla="*/ 1444345 w 1444345"/>
              <a:gd name="connsiteY2" fmla="*/ 434505 h 1535983"/>
              <a:gd name="connsiteX3" fmla="*/ 913241 w 1444345"/>
              <a:gd name="connsiteY3" fmla="*/ 741137 h 1535983"/>
              <a:gd name="connsiteX4" fmla="*/ 808641 w 1444345"/>
              <a:gd name="connsiteY4" fmla="*/ 922309 h 1535983"/>
              <a:gd name="connsiteX5" fmla="*/ 808641 w 1444345"/>
              <a:gd name="connsiteY5" fmla="*/ 1535983 h 1535983"/>
              <a:gd name="connsiteX6" fmla="*/ 104600 w 1444345"/>
              <a:gd name="connsiteY6" fmla="*/ 1129503 h 1535983"/>
              <a:gd name="connsiteX7" fmla="*/ 0 w 1444345"/>
              <a:gd name="connsiteY7" fmla="*/ 948336 h 1535983"/>
              <a:gd name="connsiteX8" fmla="*/ 0 w 1444345"/>
              <a:gd name="connsiteY8" fmla="*/ 334661 h 1535983"/>
              <a:gd name="connsiteX9" fmla="*/ 531104 w 1444345"/>
              <a:gd name="connsiteY9" fmla="*/ 28028 h 1535983"/>
              <a:gd name="connsiteX10" fmla="*/ 635704 w 1444345"/>
              <a:gd name="connsiteY10" fmla="*/ 0 h 1535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345" h="1535983">
                <a:moveTo>
                  <a:pt x="635704" y="0"/>
                </a:moveTo>
                <a:cubicBezTo>
                  <a:pt x="671822" y="0"/>
                  <a:pt x="707941" y="9343"/>
                  <a:pt x="740303" y="28028"/>
                </a:cubicBezTo>
                <a:lnTo>
                  <a:pt x="1444345" y="434505"/>
                </a:lnTo>
                <a:lnTo>
                  <a:pt x="913241" y="741137"/>
                </a:lnTo>
                <a:cubicBezTo>
                  <a:pt x="848514" y="778506"/>
                  <a:pt x="808641" y="847569"/>
                  <a:pt x="808641" y="922309"/>
                </a:cubicBezTo>
                <a:lnTo>
                  <a:pt x="808641" y="1535983"/>
                </a:lnTo>
                <a:lnTo>
                  <a:pt x="104600" y="1129503"/>
                </a:lnTo>
                <a:cubicBezTo>
                  <a:pt x="39873" y="1092137"/>
                  <a:pt x="0" y="1023067"/>
                  <a:pt x="0" y="948336"/>
                </a:cubicBezTo>
                <a:lnTo>
                  <a:pt x="0" y="334661"/>
                </a:lnTo>
                <a:lnTo>
                  <a:pt x="531104" y="28028"/>
                </a:lnTo>
                <a:cubicBezTo>
                  <a:pt x="563466" y="9343"/>
                  <a:pt x="599585" y="0"/>
                  <a:pt x="635704" y="0"/>
                </a:cubicBezTo>
                <a:close/>
              </a:path>
            </a:pathLst>
          </a:custGeom>
          <a:solidFill>
            <a:schemeClr val="accent1"/>
          </a:solidFill>
          <a:ln w="9525" cap="flat">
            <a:noFill/>
            <a:prstDash val="solid"/>
            <a:miter/>
          </a:ln>
        </p:spPr>
        <p:txBody>
          <a:bodyPr wrap="square" rtlCol="0" anchor="ctr">
            <a:noAutofit/>
          </a:bodyPr>
          <a:lstStyle/>
          <a:p>
            <a:endParaRPr lang="ru-RU"/>
          </a:p>
        </p:txBody>
      </p:sp>
      <p:sp>
        <p:nvSpPr>
          <p:cNvPr id="9" name="Полилиния: фигура 8">
            <a:extLst>
              <a:ext uri="{FF2B5EF4-FFF2-40B4-BE49-F238E27FC236}">
                <a16:creationId xmlns:a16="http://schemas.microsoft.com/office/drawing/2014/main" id="{69C29F1B-10E3-B0AC-17C9-02AF8472DE15}"/>
              </a:ext>
            </a:extLst>
          </p:cNvPr>
          <p:cNvSpPr/>
          <p:nvPr/>
        </p:nvSpPr>
        <p:spPr>
          <a:xfrm>
            <a:off x="7476932" y="2936481"/>
            <a:ext cx="1468437" cy="1561605"/>
          </a:xfrm>
          <a:custGeom>
            <a:avLst/>
            <a:gdLst>
              <a:gd name="connsiteX0" fmla="*/ 808638 w 1444342"/>
              <a:gd name="connsiteY0" fmla="*/ 0 h 1535981"/>
              <a:gd name="connsiteX1" fmla="*/ 913237 w 1444342"/>
              <a:gd name="connsiteY1" fmla="*/ 28028 h 1535981"/>
              <a:gd name="connsiteX2" fmla="*/ 1444342 w 1444342"/>
              <a:gd name="connsiteY2" fmla="*/ 334660 h 1535981"/>
              <a:gd name="connsiteX3" fmla="*/ 1444342 w 1444342"/>
              <a:gd name="connsiteY3" fmla="*/ 948336 h 1535981"/>
              <a:gd name="connsiteX4" fmla="*/ 1339743 w 1444342"/>
              <a:gd name="connsiteY4" fmla="*/ 1129503 h 1535981"/>
              <a:gd name="connsiteX5" fmla="*/ 635704 w 1444342"/>
              <a:gd name="connsiteY5" fmla="*/ 1535981 h 1535981"/>
              <a:gd name="connsiteX6" fmla="*/ 635704 w 1444342"/>
              <a:gd name="connsiteY6" fmla="*/ 922309 h 1535981"/>
              <a:gd name="connsiteX7" fmla="*/ 531105 w 1444342"/>
              <a:gd name="connsiteY7" fmla="*/ 741137 h 1535981"/>
              <a:gd name="connsiteX8" fmla="*/ 0 w 1444342"/>
              <a:gd name="connsiteY8" fmla="*/ 434505 h 1535981"/>
              <a:gd name="connsiteX9" fmla="*/ 704038 w 1444342"/>
              <a:gd name="connsiteY9" fmla="*/ 28028 h 1535981"/>
              <a:gd name="connsiteX10" fmla="*/ 808638 w 1444342"/>
              <a:gd name="connsiteY10" fmla="*/ 0 h 153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342" h="1535981">
                <a:moveTo>
                  <a:pt x="808638" y="0"/>
                </a:moveTo>
                <a:cubicBezTo>
                  <a:pt x="844757" y="0"/>
                  <a:pt x="880875" y="9343"/>
                  <a:pt x="913237" y="28028"/>
                </a:cubicBezTo>
                <a:lnTo>
                  <a:pt x="1444342" y="334660"/>
                </a:lnTo>
                <a:lnTo>
                  <a:pt x="1444342" y="948336"/>
                </a:lnTo>
                <a:cubicBezTo>
                  <a:pt x="1444342" y="1023067"/>
                  <a:pt x="1404467" y="1092137"/>
                  <a:pt x="1339743" y="1129503"/>
                </a:cubicBezTo>
                <a:lnTo>
                  <a:pt x="635704" y="1535981"/>
                </a:lnTo>
                <a:lnTo>
                  <a:pt x="635704" y="922309"/>
                </a:lnTo>
                <a:cubicBezTo>
                  <a:pt x="635704" y="847569"/>
                  <a:pt x="595829" y="778506"/>
                  <a:pt x="531105" y="741137"/>
                </a:cubicBezTo>
                <a:lnTo>
                  <a:pt x="0" y="434505"/>
                </a:lnTo>
                <a:lnTo>
                  <a:pt x="704038" y="28028"/>
                </a:lnTo>
                <a:cubicBezTo>
                  <a:pt x="736401" y="9343"/>
                  <a:pt x="772519" y="0"/>
                  <a:pt x="808638" y="0"/>
                </a:cubicBezTo>
                <a:close/>
              </a:path>
            </a:pathLst>
          </a:custGeom>
          <a:solidFill>
            <a:schemeClr val="accent2"/>
          </a:solidFill>
          <a:ln w="9525" cap="flat">
            <a:noFill/>
            <a:prstDash val="solid"/>
            <a:miter/>
          </a:ln>
        </p:spPr>
        <p:txBody>
          <a:bodyPr wrap="square" rtlCol="0" anchor="ctr">
            <a:noAutofit/>
          </a:bodyPr>
          <a:lstStyle/>
          <a:p>
            <a:endParaRPr lang="ru-RU"/>
          </a:p>
        </p:txBody>
      </p:sp>
      <p:sp>
        <p:nvSpPr>
          <p:cNvPr id="8" name="Полилиния: фигура 7">
            <a:extLst>
              <a:ext uri="{FF2B5EF4-FFF2-40B4-BE49-F238E27FC236}">
                <a16:creationId xmlns:a16="http://schemas.microsoft.com/office/drawing/2014/main" id="{19F37922-49E8-66F7-7DED-44F98F6DBBC0}"/>
              </a:ext>
            </a:extLst>
          </p:cNvPr>
          <p:cNvSpPr/>
          <p:nvPr/>
        </p:nvSpPr>
        <p:spPr>
          <a:xfrm>
            <a:off x="6830622" y="4498085"/>
            <a:ext cx="1292618" cy="1322044"/>
          </a:xfrm>
          <a:custGeom>
            <a:avLst/>
            <a:gdLst>
              <a:gd name="connsiteX0" fmla="*/ 1271408 w 1271408"/>
              <a:gd name="connsiteY0" fmla="*/ 0 h 1300351"/>
              <a:gd name="connsiteX1" fmla="*/ 1271408 w 1271408"/>
              <a:gd name="connsiteY1" fmla="*/ 812550 h 1300351"/>
              <a:gd name="connsiteX2" fmla="*/ 1166809 w 1271408"/>
              <a:gd name="connsiteY2" fmla="*/ 993717 h 1300351"/>
              <a:gd name="connsiteX3" fmla="*/ 635704 w 1271408"/>
              <a:gd name="connsiteY3" fmla="*/ 1300351 h 1300351"/>
              <a:gd name="connsiteX4" fmla="*/ 104600 w 1271408"/>
              <a:gd name="connsiteY4" fmla="*/ 993717 h 1300351"/>
              <a:gd name="connsiteX5" fmla="*/ 0 w 1271408"/>
              <a:gd name="connsiteY5" fmla="*/ 812550 h 1300351"/>
              <a:gd name="connsiteX6" fmla="*/ 0 w 1271408"/>
              <a:gd name="connsiteY6" fmla="*/ 2 h 1300351"/>
              <a:gd name="connsiteX7" fmla="*/ 531101 w 1271408"/>
              <a:gd name="connsiteY7" fmla="*/ 306635 h 1300351"/>
              <a:gd name="connsiteX8" fmla="*/ 740300 w 1271408"/>
              <a:gd name="connsiteY8" fmla="*/ 306635 h 1300351"/>
              <a:gd name="connsiteX9" fmla="*/ 1271408 w 1271408"/>
              <a:gd name="connsiteY9" fmla="*/ 0 h 1300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1408" h="1300351">
                <a:moveTo>
                  <a:pt x="1271408" y="0"/>
                </a:moveTo>
                <a:lnTo>
                  <a:pt x="1271408" y="812550"/>
                </a:lnTo>
                <a:cubicBezTo>
                  <a:pt x="1271408" y="887281"/>
                  <a:pt x="1231533" y="956351"/>
                  <a:pt x="1166809" y="993717"/>
                </a:cubicBezTo>
                <a:lnTo>
                  <a:pt x="635704" y="1300351"/>
                </a:lnTo>
                <a:lnTo>
                  <a:pt x="104600" y="993717"/>
                </a:lnTo>
                <a:cubicBezTo>
                  <a:pt x="39873" y="956351"/>
                  <a:pt x="0" y="887281"/>
                  <a:pt x="0" y="812550"/>
                </a:cubicBezTo>
                <a:lnTo>
                  <a:pt x="0" y="2"/>
                </a:lnTo>
                <a:lnTo>
                  <a:pt x="531101" y="306635"/>
                </a:lnTo>
                <a:cubicBezTo>
                  <a:pt x="595826" y="344000"/>
                  <a:pt x="675576" y="344000"/>
                  <a:pt x="740300" y="306635"/>
                </a:cubicBezTo>
                <a:lnTo>
                  <a:pt x="1271408" y="0"/>
                </a:lnTo>
                <a:close/>
              </a:path>
            </a:pathLst>
          </a:custGeom>
          <a:solidFill>
            <a:schemeClr val="accent3"/>
          </a:solidFill>
          <a:ln w="9525" cap="flat">
            <a:noFill/>
            <a:prstDash val="solid"/>
            <a:miter/>
          </a:ln>
        </p:spPr>
        <p:txBody>
          <a:bodyPr wrap="square" rtlCol="0" anchor="ctr">
            <a:noAutofit/>
          </a:bodyPr>
          <a:lstStyle/>
          <a:p>
            <a:endParaRPr lang="ru-RU"/>
          </a:p>
        </p:txBody>
      </p:sp>
      <p:sp>
        <p:nvSpPr>
          <p:cNvPr id="7" name="Полилиния: фигура 6">
            <a:extLst>
              <a:ext uri="{FF2B5EF4-FFF2-40B4-BE49-F238E27FC236}">
                <a16:creationId xmlns:a16="http://schemas.microsoft.com/office/drawing/2014/main" id="{F44E21BA-16F6-B8A4-7409-E0DCC0DB8043}"/>
              </a:ext>
            </a:extLst>
          </p:cNvPr>
          <p:cNvSpPr/>
          <p:nvPr/>
        </p:nvSpPr>
        <p:spPr>
          <a:xfrm>
            <a:off x="6008491" y="1512927"/>
            <a:ext cx="2936878" cy="1865307"/>
          </a:xfrm>
          <a:custGeom>
            <a:avLst/>
            <a:gdLst>
              <a:gd name="connsiteX0" fmla="*/ 1444342 w 2888687"/>
              <a:gd name="connsiteY0" fmla="*/ 0 h 1834700"/>
              <a:gd name="connsiteX1" fmla="*/ 1548941 w 2888687"/>
              <a:gd name="connsiteY1" fmla="*/ 28027 h 1834700"/>
              <a:gd name="connsiteX2" fmla="*/ 2784088 w 2888687"/>
              <a:gd name="connsiteY2" fmla="*/ 741137 h 1834700"/>
              <a:gd name="connsiteX3" fmla="*/ 2888687 w 2888687"/>
              <a:gd name="connsiteY3" fmla="*/ 922309 h 1834700"/>
              <a:gd name="connsiteX4" fmla="*/ 2888687 w 2888687"/>
              <a:gd name="connsiteY4" fmla="*/ 1734855 h 1834700"/>
              <a:gd name="connsiteX5" fmla="*/ 2357582 w 2888687"/>
              <a:gd name="connsiteY5" fmla="*/ 1428223 h 1834700"/>
              <a:gd name="connsiteX6" fmla="*/ 2148383 w 2888687"/>
              <a:gd name="connsiteY6" fmla="*/ 1428223 h 1834700"/>
              <a:gd name="connsiteX7" fmla="*/ 1444345 w 2888687"/>
              <a:gd name="connsiteY7" fmla="*/ 1834700 h 1834700"/>
              <a:gd name="connsiteX8" fmla="*/ 740303 w 2888687"/>
              <a:gd name="connsiteY8" fmla="*/ 1428223 h 1834700"/>
              <a:gd name="connsiteX9" fmla="*/ 531104 w 2888687"/>
              <a:gd name="connsiteY9" fmla="*/ 1428223 h 1834700"/>
              <a:gd name="connsiteX10" fmla="*/ 0 w 2888687"/>
              <a:gd name="connsiteY10" fmla="*/ 1734856 h 1834700"/>
              <a:gd name="connsiteX11" fmla="*/ 0 w 2888687"/>
              <a:gd name="connsiteY11" fmla="*/ 922309 h 1834700"/>
              <a:gd name="connsiteX12" fmla="*/ 104600 w 2888687"/>
              <a:gd name="connsiteY12" fmla="*/ 741137 h 1834700"/>
              <a:gd name="connsiteX13" fmla="*/ 1339742 w 2888687"/>
              <a:gd name="connsiteY13" fmla="*/ 28027 h 1834700"/>
              <a:gd name="connsiteX14" fmla="*/ 1444342 w 2888687"/>
              <a:gd name="connsiteY14" fmla="*/ 0 h 183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88687" h="1834700">
                <a:moveTo>
                  <a:pt x="1444342" y="0"/>
                </a:moveTo>
                <a:cubicBezTo>
                  <a:pt x="1480461" y="-1"/>
                  <a:pt x="1516579" y="9342"/>
                  <a:pt x="1548941" y="28027"/>
                </a:cubicBezTo>
                <a:lnTo>
                  <a:pt x="2784088" y="741137"/>
                </a:lnTo>
                <a:cubicBezTo>
                  <a:pt x="2848812" y="778506"/>
                  <a:pt x="2888687" y="847569"/>
                  <a:pt x="2888687" y="922309"/>
                </a:cubicBezTo>
                <a:lnTo>
                  <a:pt x="2888687" y="1734855"/>
                </a:lnTo>
                <a:lnTo>
                  <a:pt x="2357582" y="1428223"/>
                </a:lnTo>
                <a:cubicBezTo>
                  <a:pt x="2292858" y="1390852"/>
                  <a:pt x="2213108" y="1390852"/>
                  <a:pt x="2148383" y="1428223"/>
                </a:cubicBezTo>
                <a:lnTo>
                  <a:pt x="1444345" y="1834700"/>
                </a:lnTo>
                <a:lnTo>
                  <a:pt x="740303" y="1428223"/>
                </a:lnTo>
                <a:cubicBezTo>
                  <a:pt x="675579" y="1390852"/>
                  <a:pt x="595829" y="1390852"/>
                  <a:pt x="531104" y="1428223"/>
                </a:cubicBezTo>
                <a:lnTo>
                  <a:pt x="0" y="1734856"/>
                </a:lnTo>
                <a:lnTo>
                  <a:pt x="0" y="922309"/>
                </a:lnTo>
                <a:cubicBezTo>
                  <a:pt x="0" y="847569"/>
                  <a:pt x="39873" y="778506"/>
                  <a:pt x="104600" y="741137"/>
                </a:cubicBezTo>
                <a:lnTo>
                  <a:pt x="1339742" y="28027"/>
                </a:lnTo>
                <a:cubicBezTo>
                  <a:pt x="1372105" y="9342"/>
                  <a:pt x="1408223" y="-1"/>
                  <a:pt x="1444342" y="0"/>
                </a:cubicBezTo>
                <a:close/>
              </a:path>
            </a:pathLst>
          </a:custGeom>
          <a:solidFill>
            <a:schemeClr val="accent6">
              <a:lumMod val="20000"/>
              <a:lumOff val="80000"/>
            </a:schemeClr>
          </a:solidFill>
          <a:ln w="9525" cap="flat">
            <a:noFill/>
            <a:prstDash val="solid"/>
            <a:miter/>
          </a:ln>
        </p:spPr>
        <p:txBody>
          <a:bodyPr wrap="square" rtlCol="0" anchor="ctr">
            <a:noAutofit/>
          </a:bodyPr>
          <a:lstStyle/>
          <a:p>
            <a:endParaRPr lang="ru-RU"/>
          </a:p>
        </p:txBody>
      </p:sp>
      <p:sp>
        <p:nvSpPr>
          <p:cNvPr id="6" name="Полилиния: фигура 5">
            <a:extLst>
              <a:ext uri="{FF2B5EF4-FFF2-40B4-BE49-F238E27FC236}">
                <a16:creationId xmlns:a16="http://schemas.microsoft.com/office/drawing/2014/main" id="{5ACB275F-2B17-4468-6FF0-F47DE2258917}"/>
              </a:ext>
            </a:extLst>
          </p:cNvPr>
          <p:cNvSpPr/>
          <p:nvPr/>
        </p:nvSpPr>
        <p:spPr>
          <a:xfrm>
            <a:off x="7476932" y="3276724"/>
            <a:ext cx="2290569" cy="2985156"/>
          </a:xfrm>
          <a:custGeom>
            <a:avLst/>
            <a:gdLst>
              <a:gd name="connsiteX0" fmla="*/ 1444342 w 2252983"/>
              <a:gd name="connsiteY0" fmla="*/ 0 h 2936174"/>
              <a:gd name="connsiteX1" fmla="*/ 2148384 w 2252983"/>
              <a:gd name="connsiteY1" fmla="*/ 406477 h 2936174"/>
              <a:gd name="connsiteX2" fmla="*/ 2252983 w 2252983"/>
              <a:gd name="connsiteY2" fmla="*/ 587649 h 2936174"/>
              <a:gd name="connsiteX3" fmla="*/ 2252983 w 2252983"/>
              <a:gd name="connsiteY3" fmla="*/ 2013871 h 2936174"/>
              <a:gd name="connsiteX4" fmla="*/ 2148384 w 2252983"/>
              <a:gd name="connsiteY4" fmla="*/ 2195038 h 2936174"/>
              <a:gd name="connsiteX5" fmla="*/ 913237 w 2252983"/>
              <a:gd name="connsiteY5" fmla="*/ 2908151 h 2936174"/>
              <a:gd name="connsiteX6" fmla="*/ 704038 w 2252983"/>
              <a:gd name="connsiteY6" fmla="*/ 2908151 h 2936174"/>
              <a:gd name="connsiteX7" fmla="*/ 0 w 2252983"/>
              <a:gd name="connsiteY7" fmla="*/ 2501672 h 2936174"/>
              <a:gd name="connsiteX8" fmla="*/ 531105 w 2252983"/>
              <a:gd name="connsiteY8" fmla="*/ 2195038 h 2936174"/>
              <a:gd name="connsiteX9" fmla="*/ 635704 w 2252983"/>
              <a:gd name="connsiteY9" fmla="*/ 2013871 h 2936174"/>
              <a:gd name="connsiteX10" fmla="*/ 635704 w 2252983"/>
              <a:gd name="connsiteY10" fmla="*/ 1201321 h 2936174"/>
              <a:gd name="connsiteX11" fmla="*/ 1339743 w 2252983"/>
              <a:gd name="connsiteY11" fmla="*/ 794843 h 2936174"/>
              <a:gd name="connsiteX12" fmla="*/ 1444342 w 2252983"/>
              <a:gd name="connsiteY12" fmla="*/ 613676 h 2936174"/>
              <a:gd name="connsiteX13" fmla="*/ 1444342 w 2252983"/>
              <a:gd name="connsiteY13" fmla="*/ 0 h 293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52983" h="2936174">
                <a:moveTo>
                  <a:pt x="1444342" y="0"/>
                </a:moveTo>
                <a:lnTo>
                  <a:pt x="2148384" y="406477"/>
                </a:lnTo>
                <a:cubicBezTo>
                  <a:pt x="2213108" y="443846"/>
                  <a:pt x="2252983" y="512909"/>
                  <a:pt x="2252983" y="587649"/>
                </a:cubicBezTo>
                <a:lnTo>
                  <a:pt x="2252983" y="2013871"/>
                </a:lnTo>
                <a:cubicBezTo>
                  <a:pt x="2252983" y="2088602"/>
                  <a:pt x="2213108" y="2157672"/>
                  <a:pt x="2148384" y="2195038"/>
                </a:cubicBezTo>
                <a:lnTo>
                  <a:pt x="913237" y="2908151"/>
                </a:lnTo>
                <a:cubicBezTo>
                  <a:pt x="848513" y="2945516"/>
                  <a:pt x="768763" y="2945516"/>
                  <a:pt x="704038" y="2908151"/>
                </a:cubicBezTo>
                <a:lnTo>
                  <a:pt x="0" y="2501672"/>
                </a:lnTo>
                <a:lnTo>
                  <a:pt x="531105" y="2195038"/>
                </a:lnTo>
                <a:cubicBezTo>
                  <a:pt x="595829" y="2157672"/>
                  <a:pt x="635704" y="2088602"/>
                  <a:pt x="635704" y="2013871"/>
                </a:cubicBezTo>
                <a:lnTo>
                  <a:pt x="635704" y="1201321"/>
                </a:lnTo>
                <a:lnTo>
                  <a:pt x="1339743" y="794843"/>
                </a:lnTo>
                <a:cubicBezTo>
                  <a:pt x="1404467" y="757477"/>
                  <a:pt x="1444342" y="688407"/>
                  <a:pt x="1444342" y="613676"/>
                </a:cubicBezTo>
                <a:lnTo>
                  <a:pt x="1444342" y="0"/>
                </a:lnTo>
                <a:close/>
              </a:path>
            </a:pathLst>
          </a:custGeom>
          <a:solidFill>
            <a:schemeClr val="accent6">
              <a:lumMod val="20000"/>
              <a:lumOff val="80000"/>
            </a:schemeClr>
          </a:solidFill>
          <a:ln w="9525" cap="flat">
            <a:noFill/>
            <a:prstDash val="solid"/>
            <a:miter/>
          </a:ln>
        </p:spPr>
        <p:txBody>
          <a:bodyPr wrap="square" rtlCol="0" anchor="ctr">
            <a:noAutofit/>
          </a:bodyPr>
          <a:lstStyle/>
          <a:p>
            <a:endParaRPr lang="ru-RU"/>
          </a:p>
        </p:txBody>
      </p:sp>
      <p:sp>
        <p:nvSpPr>
          <p:cNvPr id="5" name="Полилиния: фигура 4">
            <a:extLst>
              <a:ext uri="{FF2B5EF4-FFF2-40B4-BE49-F238E27FC236}">
                <a16:creationId xmlns:a16="http://schemas.microsoft.com/office/drawing/2014/main" id="{321F9F96-C21C-3352-E0DB-B8A54908EB4B}"/>
              </a:ext>
            </a:extLst>
          </p:cNvPr>
          <p:cNvSpPr/>
          <p:nvPr/>
        </p:nvSpPr>
        <p:spPr>
          <a:xfrm>
            <a:off x="5186363" y="3276725"/>
            <a:ext cx="2290569" cy="2985155"/>
          </a:xfrm>
          <a:custGeom>
            <a:avLst/>
            <a:gdLst>
              <a:gd name="connsiteX0" fmla="*/ 808638 w 2252983"/>
              <a:gd name="connsiteY0" fmla="*/ 0 h 2936173"/>
              <a:gd name="connsiteX1" fmla="*/ 808638 w 2252983"/>
              <a:gd name="connsiteY1" fmla="*/ 613675 h 2936173"/>
              <a:gd name="connsiteX2" fmla="*/ 913238 w 2252983"/>
              <a:gd name="connsiteY2" fmla="*/ 794842 h 2936173"/>
              <a:gd name="connsiteX3" fmla="*/ 1617279 w 2252983"/>
              <a:gd name="connsiteY3" fmla="*/ 1201322 h 2936173"/>
              <a:gd name="connsiteX4" fmla="*/ 1617279 w 2252983"/>
              <a:gd name="connsiteY4" fmla="*/ 2013870 h 2936173"/>
              <a:gd name="connsiteX5" fmla="*/ 1721879 w 2252983"/>
              <a:gd name="connsiteY5" fmla="*/ 2195037 h 2936173"/>
              <a:gd name="connsiteX6" fmla="*/ 2252983 w 2252983"/>
              <a:gd name="connsiteY6" fmla="*/ 2501671 h 2936173"/>
              <a:gd name="connsiteX7" fmla="*/ 1548941 w 2252983"/>
              <a:gd name="connsiteY7" fmla="*/ 2908150 h 2936173"/>
              <a:gd name="connsiteX8" fmla="*/ 1339742 w 2252983"/>
              <a:gd name="connsiteY8" fmla="*/ 2908150 h 2936173"/>
              <a:gd name="connsiteX9" fmla="*/ 104600 w 2252983"/>
              <a:gd name="connsiteY9" fmla="*/ 2195037 h 2936173"/>
              <a:gd name="connsiteX10" fmla="*/ 0 w 2252983"/>
              <a:gd name="connsiteY10" fmla="*/ 2013870 h 2936173"/>
              <a:gd name="connsiteX11" fmla="*/ 0 w 2252983"/>
              <a:gd name="connsiteY11" fmla="*/ 587648 h 2936173"/>
              <a:gd name="connsiteX12" fmla="*/ 104600 w 2252983"/>
              <a:gd name="connsiteY12" fmla="*/ 406476 h 2936173"/>
              <a:gd name="connsiteX13" fmla="*/ 808638 w 2252983"/>
              <a:gd name="connsiteY13" fmla="*/ 0 h 2936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52983" h="2936173">
                <a:moveTo>
                  <a:pt x="808638" y="0"/>
                </a:moveTo>
                <a:lnTo>
                  <a:pt x="808638" y="613675"/>
                </a:lnTo>
                <a:cubicBezTo>
                  <a:pt x="808638" y="688406"/>
                  <a:pt x="848511" y="757476"/>
                  <a:pt x="913238" y="794842"/>
                </a:cubicBezTo>
                <a:lnTo>
                  <a:pt x="1617279" y="1201322"/>
                </a:lnTo>
                <a:lnTo>
                  <a:pt x="1617279" y="2013870"/>
                </a:lnTo>
                <a:cubicBezTo>
                  <a:pt x="1617279" y="2088601"/>
                  <a:pt x="1657152" y="2157671"/>
                  <a:pt x="1721879" y="2195037"/>
                </a:cubicBezTo>
                <a:lnTo>
                  <a:pt x="2252983" y="2501671"/>
                </a:lnTo>
                <a:lnTo>
                  <a:pt x="1548941" y="2908150"/>
                </a:lnTo>
                <a:cubicBezTo>
                  <a:pt x="1484217" y="2945515"/>
                  <a:pt x="1404467" y="2945515"/>
                  <a:pt x="1339742" y="2908150"/>
                </a:cubicBezTo>
                <a:lnTo>
                  <a:pt x="104600" y="2195037"/>
                </a:lnTo>
                <a:cubicBezTo>
                  <a:pt x="39873" y="2157671"/>
                  <a:pt x="0" y="2088601"/>
                  <a:pt x="0" y="2013870"/>
                </a:cubicBezTo>
                <a:lnTo>
                  <a:pt x="0" y="587648"/>
                </a:lnTo>
                <a:cubicBezTo>
                  <a:pt x="0" y="512908"/>
                  <a:pt x="39873" y="443845"/>
                  <a:pt x="104600" y="406476"/>
                </a:cubicBezTo>
                <a:lnTo>
                  <a:pt x="808638" y="0"/>
                </a:lnTo>
                <a:close/>
              </a:path>
            </a:pathLst>
          </a:custGeom>
          <a:solidFill>
            <a:schemeClr val="accent6">
              <a:lumMod val="20000"/>
              <a:lumOff val="80000"/>
            </a:schemeClr>
          </a:solidFill>
          <a:ln w="9525" cap="flat">
            <a:noFill/>
            <a:prstDash val="solid"/>
            <a:miter/>
          </a:ln>
        </p:spPr>
        <p:txBody>
          <a:bodyPr wrap="square" rtlCol="0" anchor="ctr">
            <a:noAutofit/>
          </a:bodyPr>
          <a:lstStyle/>
          <a:p>
            <a:endParaRPr lang="ru-RU"/>
          </a:p>
        </p:txBody>
      </p:sp>
      <p:sp>
        <p:nvSpPr>
          <p:cNvPr id="2" name="Полилиния: фигура 1">
            <a:extLst>
              <a:ext uri="{FF2B5EF4-FFF2-40B4-BE49-F238E27FC236}">
                <a16:creationId xmlns:a16="http://schemas.microsoft.com/office/drawing/2014/main" id="{29823668-1D6D-DBAB-9769-644C2B3ECD58}"/>
              </a:ext>
            </a:extLst>
          </p:cNvPr>
          <p:cNvSpPr/>
          <p:nvPr/>
        </p:nvSpPr>
        <p:spPr>
          <a:xfrm>
            <a:off x="6830622" y="3378234"/>
            <a:ext cx="1292618" cy="1460092"/>
          </a:xfrm>
          <a:custGeom>
            <a:avLst/>
            <a:gdLst>
              <a:gd name="connsiteX0" fmla="*/ 635704 w 1271408"/>
              <a:gd name="connsiteY0" fmla="*/ 0 h 1436134"/>
              <a:gd name="connsiteX1" fmla="*/ 1166809 w 1271408"/>
              <a:gd name="connsiteY1" fmla="*/ 306632 h 1436134"/>
              <a:gd name="connsiteX2" fmla="*/ 1271408 w 1271408"/>
              <a:gd name="connsiteY2" fmla="*/ 487804 h 1436134"/>
              <a:gd name="connsiteX3" fmla="*/ 1271408 w 1271408"/>
              <a:gd name="connsiteY3" fmla="*/ 1101476 h 1436134"/>
              <a:gd name="connsiteX4" fmla="*/ 740300 w 1271408"/>
              <a:gd name="connsiteY4" fmla="*/ 1408111 h 1436134"/>
              <a:gd name="connsiteX5" fmla="*/ 531101 w 1271408"/>
              <a:gd name="connsiteY5" fmla="*/ 1408111 h 1436134"/>
              <a:gd name="connsiteX6" fmla="*/ 0 w 1271408"/>
              <a:gd name="connsiteY6" fmla="*/ 1101478 h 1436134"/>
              <a:gd name="connsiteX7" fmla="*/ 0 w 1271408"/>
              <a:gd name="connsiteY7" fmla="*/ 487804 h 1436134"/>
              <a:gd name="connsiteX8" fmla="*/ 104600 w 1271408"/>
              <a:gd name="connsiteY8" fmla="*/ 306632 h 1436134"/>
              <a:gd name="connsiteX9" fmla="*/ 635704 w 1271408"/>
              <a:gd name="connsiteY9" fmla="*/ 0 h 143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1408" h="1436134">
                <a:moveTo>
                  <a:pt x="635704" y="0"/>
                </a:moveTo>
                <a:lnTo>
                  <a:pt x="1166809" y="306632"/>
                </a:lnTo>
                <a:cubicBezTo>
                  <a:pt x="1231533" y="344001"/>
                  <a:pt x="1271408" y="413064"/>
                  <a:pt x="1271408" y="487804"/>
                </a:cubicBezTo>
                <a:lnTo>
                  <a:pt x="1271408" y="1101476"/>
                </a:lnTo>
                <a:lnTo>
                  <a:pt x="740300" y="1408111"/>
                </a:lnTo>
                <a:cubicBezTo>
                  <a:pt x="675576" y="1445476"/>
                  <a:pt x="595826" y="1445476"/>
                  <a:pt x="531101" y="1408111"/>
                </a:cubicBezTo>
                <a:lnTo>
                  <a:pt x="0" y="1101478"/>
                </a:lnTo>
                <a:lnTo>
                  <a:pt x="0" y="487804"/>
                </a:lnTo>
                <a:cubicBezTo>
                  <a:pt x="0" y="413064"/>
                  <a:pt x="39873" y="344001"/>
                  <a:pt x="104600" y="306632"/>
                </a:cubicBezTo>
                <a:lnTo>
                  <a:pt x="635704" y="0"/>
                </a:lnTo>
                <a:close/>
              </a:path>
            </a:pathLst>
          </a:custGeom>
          <a:solidFill>
            <a:schemeClr val="tx1">
              <a:lumMod val="90000"/>
              <a:lumOff val="10000"/>
            </a:schemeClr>
          </a:solidFill>
          <a:ln w="9525" cap="flat">
            <a:noFill/>
            <a:prstDash val="solid"/>
            <a:miter/>
          </a:ln>
        </p:spPr>
        <p:txBody>
          <a:bodyPr wrap="square" rtlCol="0" anchor="ctr">
            <a:noAutofit/>
          </a:bodyPr>
          <a:lstStyle/>
          <a:p>
            <a:endParaRPr lang="ru-RU"/>
          </a:p>
        </p:txBody>
      </p:sp>
      <p:sp>
        <p:nvSpPr>
          <p:cNvPr id="14" name="TextBox 13">
            <a:extLst>
              <a:ext uri="{FF2B5EF4-FFF2-40B4-BE49-F238E27FC236}">
                <a16:creationId xmlns:a16="http://schemas.microsoft.com/office/drawing/2014/main" id="{CD7A7E37-502E-F6EC-2C19-210A9745235B}"/>
              </a:ext>
            </a:extLst>
          </p:cNvPr>
          <p:cNvSpPr txBox="1"/>
          <p:nvPr/>
        </p:nvSpPr>
        <p:spPr>
          <a:xfrm>
            <a:off x="5344937" y="4497900"/>
            <a:ext cx="1397774" cy="707886"/>
          </a:xfrm>
          <a:prstGeom prst="rect">
            <a:avLst/>
          </a:prstGeom>
          <a:noFill/>
        </p:spPr>
        <p:txBody>
          <a:bodyPr wrap="square" lIns="0" tIns="0" rIns="0" bIns="0" rtlCol="0">
            <a:spAutoFit/>
          </a:bodyPr>
          <a:lstStyle/>
          <a:p>
            <a:pPr algn="ctr"/>
            <a:r>
              <a:rPr kumimoji="0" lang="en-US" b="1" i="0" u="none" strike="noStrike" kern="1200" cap="none" spc="0" normalizeH="0" baseline="0" noProof="0">
                <a:ln>
                  <a:noFill/>
                </a:ln>
                <a:solidFill>
                  <a:srgbClr val="0E1114"/>
                </a:solidFill>
                <a:effectLst/>
                <a:uLnTx/>
                <a:uFillTx/>
                <a:latin typeface="Arial"/>
                <a:ea typeface="+mn-ea"/>
                <a:cs typeface="+mn-cs"/>
              </a:rPr>
              <a:t>XX </a:t>
            </a:r>
            <a:r>
              <a:rPr kumimoji="0" lang="ru-RU" b="1" i="0" u="none" strike="noStrike" kern="1200" cap="none" spc="0" normalizeH="0" baseline="0" noProof="0">
                <a:ln>
                  <a:noFill/>
                </a:ln>
                <a:solidFill>
                  <a:srgbClr val="0E1114"/>
                </a:solidFill>
                <a:effectLst/>
                <a:uLnTx/>
                <a:uFillTx/>
                <a:latin typeface="Arial"/>
                <a:ea typeface="+mn-ea"/>
                <a:cs typeface="+mn-cs"/>
              </a:rPr>
              <a:t>%</a:t>
            </a:r>
          </a:p>
          <a:p>
            <a:pPr algn="ctr"/>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a:t>
            </a:r>
          </a:p>
          <a:p>
            <a:pPr algn="ctr"/>
            <a:r>
              <a:rPr kumimoji="0" lang="ru-RU" sz="1400" b="0" i="0" u="none" strike="noStrike" kern="1200" cap="none" spc="0" normalizeH="0" baseline="0" noProof="0">
                <a:ln>
                  <a:noFill/>
                </a:ln>
                <a:solidFill>
                  <a:srgbClr val="0E1114"/>
                </a:solidFill>
                <a:effectLst/>
                <a:uLnTx/>
                <a:uFillTx/>
                <a:latin typeface="Arial"/>
                <a:ea typeface="+mn-ea"/>
                <a:cs typeface="+mn-cs"/>
              </a:rPr>
              <a:t>быть текст </a:t>
            </a:r>
          </a:p>
        </p:txBody>
      </p:sp>
      <p:sp>
        <p:nvSpPr>
          <p:cNvPr id="15" name="TextBox 14">
            <a:extLst>
              <a:ext uri="{FF2B5EF4-FFF2-40B4-BE49-F238E27FC236}">
                <a16:creationId xmlns:a16="http://schemas.microsoft.com/office/drawing/2014/main" id="{A6285053-52F5-974D-00C4-A3AA9F89B1B3}"/>
              </a:ext>
            </a:extLst>
          </p:cNvPr>
          <p:cNvSpPr txBox="1"/>
          <p:nvPr/>
        </p:nvSpPr>
        <p:spPr>
          <a:xfrm>
            <a:off x="8246483" y="4497900"/>
            <a:ext cx="1397774" cy="707886"/>
          </a:xfrm>
          <a:prstGeom prst="rect">
            <a:avLst/>
          </a:prstGeom>
          <a:noFill/>
        </p:spPr>
        <p:txBody>
          <a:bodyPr wrap="square" lIns="0" tIns="0" rIns="0" bIns="0" rtlCol="0">
            <a:spAutoFit/>
          </a:bodyPr>
          <a:lstStyle/>
          <a:p>
            <a:pPr algn="ctr"/>
            <a:r>
              <a:rPr lang="en-US" b="1">
                <a:solidFill>
                  <a:srgbClr val="0E1114"/>
                </a:solidFill>
                <a:latin typeface="Arial"/>
              </a:rPr>
              <a:t>XX </a:t>
            </a:r>
            <a:r>
              <a:rPr lang="ru-RU" b="1">
                <a:solidFill>
                  <a:srgbClr val="0E1114"/>
                </a:solidFill>
                <a:latin typeface="Arial"/>
              </a:rPr>
              <a:t>%</a:t>
            </a:r>
          </a:p>
          <a:p>
            <a:pPr algn="ctr"/>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a:t>
            </a:r>
          </a:p>
          <a:p>
            <a:pPr algn="ctr"/>
            <a:r>
              <a:rPr kumimoji="0" lang="ru-RU" sz="1400" b="0" i="0" u="none" strike="noStrike" kern="1200" cap="none" spc="0" normalizeH="0" baseline="0" noProof="0">
                <a:ln>
                  <a:noFill/>
                </a:ln>
                <a:solidFill>
                  <a:srgbClr val="0E1114"/>
                </a:solidFill>
                <a:effectLst/>
                <a:uLnTx/>
                <a:uFillTx/>
                <a:latin typeface="Arial"/>
                <a:ea typeface="+mn-ea"/>
                <a:cs typeface="+mn-cs"/>
              </a:rPr>
              <a:t>быть текст </a:t>
            </a:r>
          </a:p>
        </p:txBody>
      </p:sp>
      <p:sp>
        <p:nvSpPr>
          <p:cNvPr id="16" name="TextBox 15">
            <a:extLst>
              <a:ext uri="{FF2B5EF4-FFF2-40B4-BE49-F238E27FC236}">
                <a16:creationId xmlns:a16="http://schemas.microsoft.com/office/drawing/2014/main" id="{53ABD293-E19D-F640-0737-4F2B2183ED56}"/>
              </a:ext>
            </a:extLst>
          </p:cNvPr>
          <p:cNvSpPr txBox="1"/>
          <p:nvPr/>
        </p:nvSpPr>
        <p:spPr>
          <a:xfrm>
            <a:off x="6778043" y="1985571"/>
            <a:ext cx="1397774" cy="707886"/>
          </a:xfrm>
          <a:prstGeom prst="rect">
            <a:avLst/>
          </a:prstGeom>
          <a:noFill/>
        </p:spPr>
        <p:txBody>
          <a:bodyPr wrap="square" lIns="0" tIns="0" rIns="0" bIns="0" rtlCol="0">
            <a:spAutoFit/>
          </a:bodyPr>
          <a:lstStyle/>
          <a:p>
            <a:pPr algn="ctr"/>
            <a:r>
              <a:rPr lang="en-US" b="1">
                <a:solidFill>
                  <a:srgbClr val="0E1114"/>
                </a:solidFill>
                <a:latin typeface="Arial"/>
              </a:rPr>
              <a:t>XX </a:t>
            </a:r>
            <a:r>
              <a:rPr lang="ru-RU" b="1">
                <a:solidFill>
                  <a:srgbClr val="0E1114"/>
                </a:solidFill>
                <a:latin typeface="Arial"/>
              </a:rPr>
              <a:t>%</a:t>
            </a:r>
          </a:p>
          <a:p>
            <a:pPr algn="ctr"/>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a:t>
            </a:r>
          </a:p>
          <a:p>
            <a:pPr algn="ctr"/>
            <a:r>
              <a:rPr kumimoji="0" lang="ru-RU" sz="1400" b="0" i="0" u="none" strike="noStrike" kern="1200" cap="none" spc="0" normalizeH="0" baseline="0" noProof="0">
                <a:ln>
                  <a:noFill/>
                </a:ln>
                <a:solidFill>
                  <a:srgbClr val="0E1114"/>
                </a:solidFill>
                <a:effectLst/>
                <a:uLnTx/>
                <a:uFillTx/>
                <a:latin typeface="Arial"/>
                <a:ea typeface="+mn-ea"/>
                <a:cs typeface="+mn-cs"/>
              </a:rPr>
              <a:t>быть текст </a:t>
            </a:r>
          </a:p>
        </p:txBody>
      </p:sp>
      <p:sp>
        <p:nvSpPr>
          <p:cNvPr id="17" name="TextBox 16">
            <a:extLst>
              <a:ext uri="{FF2B5EF4-FFF2-40B4-BE49-F238E27FC236}">
                <a16:creationId xmlns:a16="http://schemas.microsoft.com/office/drawing/2014/main" id="{15302714-FDBB-56D0-52A3-60268A375E6C}"/>
              </a:ext>
            </a:extLst>
          </p:cNvPr>
          <p:cNvSpPr txBox="1"/>
          <p:nvPr/>
        </p:nvSpPr>
        <p:spPr>
          <a:xfrm>
            <a:off x="6803380" y="3738948"/>
            <a:ext cx="1347104" cy="707886"/>
          </a:xfrm>
          <a:prstGeom prst="rect">
            <a:avLst/>
          </a:prstGeom>
          <a:noFill/>
        </p:spPr>
        <p:txBody>
          <a:bodyPr wrap="square" lIns="0" tIns="0" rIns="0" bIns="0" rtlCol="0">
            <a:spAutoFit/>
          </a:bodyPr>
          <a:lstStyle/>
          <a:p>
            <a:pPr algn="ctr"/>
            <a:r>
              <a:rPr kumimoji="0" lang="en-US" b="1" i="0" u="none" strike="noStrike" kern="1200" cap="none" spc="0" normalizeH="0" baseline="0" noProof="0">
                <a:ln>
                  <a:noFill/>
                </a:ln>
                <a:solidFill>
                  <a:schemeClr val="bg1"/>
                </a:solidFill>
                <a:effectLst/>
                <a:uLnTx/>
                <a:uFillTx/>
                <a:latin typeface="Arial"/>
                <a:ea typeface="+mn-ea"/>
                <a:cs typeface="+mn-cs"/>
              </a:rPr>
              <a:t>XX </a:t>
            </a:r>
            <a:r>
              <a:rPr kumimoji="0" lang="ru-RU" b="1" i="0" u="none" strike="noStrike" kern="1200" cap="none" spc="0" normalizeH="0" baseline="0" noProof="0">
                <a:ln>
                  <a:noFill/>
                </a:ln>
                <a:solidFill>
                  <a:schemeClr val="bg1"/>
                </a:solidFill>
                <a:effectLst/>
                <a:uLnTx/>
                <a:uFillTx/>
                <a:latin typeface="Arial"/>
                <a:ea typeface="+mn-ea"/>
                <a:cs typeface="+mn-cs"/>
              </a:rPr>
              <a:t>%</a:t>
            </a:r>
          </a:p>
          <a:p>
            <a:pPr algn="ctr"/>
            <a:r>
              <a:rPr kumimoji="0" lang="ru-RU" sz="1400" b="0" i="0" u="none" strike="noStrike" kern="1200" cap="none" spc="0" normalizeH="0" baseline="0" noProof="0">
                <a:ln>
                  <a:noFill/>
                </a:ln>
                <a:solidFill>
                  <a:schemeClr val="bg1"/>
                </a:solidFill>
                <a:effectLst/>
                <a:uLnTx/>
                <a:uFillTx/>
                <a:latin typeface="Arial"/>
                <a:ea typeface="+mn-ea"/>
                <a:cs typeface="+mn-cs"/>
              </a:rPr>
              <a:t>Здесь может </a:t>
            </a:r>
          </a:p>
          <a:p>
            <a:pPr algn="ctr"/>
            <a:r>
              <a:rPr kumimoji="0" lang="ru-RU" sz="1400" b="0" i="0" u="none" strike="noStrike" kern="1200" cap="none" spc="0" normalizeH="0" baseline="0" noProof="0">
                <a:ln>
                  <a:noFill/>
                </a:ln>
                <a:solidFill>
                  <a:schemeClr val="bg1"/>
                </a:solidFill>
                <a:effectLst/>
                <a:uLnTx/>
                <a:uFillTx/>
                <a:latin typeface="Arial"/>
                <a:ea typeface="+mn-ea"/>
                <a:cs typeface="+mn-cs"/>
              </a:rPr>
              <a:t>быть текст </a:t>
            </a:r>
          </a:p>
        </p:txBody>
      </p:sp>
      <p:sp>
        <p:nvSpPr>
          <p:cNvPr id="19" name="TextBox 18">
            <a:extLst>
              <a:ext uri="{FF2B5EF4-FFF2-40B4-BE49-F238E27FC236}">
                <a16:creationId xmlns:a16="http://schemas.microsoft.com/office/drawing/2014/main" id="{B2539178-67ED-ADEA-EA5E-525FBFADC227}"/>
              </a:ext>
            </a:extLst>
          </p:cNvPr>
          <p:cNvSpPr txBox="1"/>
          <p:nvPr/>
        </p:nvSpPr>
        <p:spPr>
          <a:xfrm>
            <a:off x="6336926" y="3414596"/>
            <a:ext cx="493695" cy="276999"/>
          </a:xfrm>
          <a:prstGeom prst="rect">
            <a:avLst/>
          </a:prstGeom>
          <a:noFill/>
        </p:spPr>
        <p:txBody>
          <a:bodyPr wrap="square" lIns="0" tIns="0" rIns="0" bIns="0" rtlCol="0">
            <a:spAutoFit/>
          </a:bodyPr>
          <a:lstStyle/>
          <a:p>
            <a:pPr algn="ctr"/>
            <a:r>
              <a:rPr lang="en-US" b="1">
                <a:solidFill>
                  <a:schemeClr val="bg1"/>
                </a:solidFill>
                <a:latin typeface="Arial"/>
              </a:rPr>
              <a:t>01</a:t>
            </a:r>
            <a:endParaRPr lang="ru-RU" b="1">
              <a:solidFill>
                <a:schemeClr val="bg1"/>
              </a:solidFill>
              <a:latin typeface="Arial"/>
            </a:endParaRPr>
          </a:p>
        </p:txBody>
      </p:sp>
      <p:sp>
        <p:nvSpPr>
          <p:cNvPr id="22" name="TextBox 21">
            <a:extLst>
              <a:ext uri="{FF2B5EF4-FFF2-40B4-BE49-F238E27FC236}">
                <a16:creationId xmlns:a16="http://schemas.microsoft.com/office/drawing/2014/main" id="{166012C8-E370-9744-DABE-801E4CD05324}"/>
              </a:ext>
            </a:extLst>
          </p:cNvPr>
          <p:cNvSpPr txBox="1"/>
          <p:nvPr/>
        </p:nvSpPr>
        <p:spPr>
          <a:xfrm>
            <a:off x="8123240" y="3414596"/>
            <a:ext cx="493695" cy="276999"/>
          </a:xfrm>
          <a:prstGeom prst="rect">
            <a:avLst/>
          </a:prstGeom>
          <a:noFill/>
        </p:spPr>
        <p:txBody>
          <a:bodyPr wrap="square" lIns="0" tIns="0" rIns="0" bIns="0" rtlCol="0">
            <a:spAutoFit/>
          </a:bodyPr>
          <a:lstStyle/>
          <a:p>
            <a:pPr algn="ctr"/>
            <a:r>
              <a:rPr lang="en-US" b="1">
                <a:solidFill>
                  <a:schemeClr val="bg1"/>
                </a:solidFill>
                <a:latin typeface="Arial"/>
              </a:rPr>
              <a:t>02</a:t>
            </a:r>
            <a:endParaRPr lang="ru-RU" b="1">
              <a:solidFill>
                <a:schemeClr val="bg1"/>
              </a:solidFill>
              <a:latin typeface="Arial"/>
            </a:endParaRPr>
          </a:p>
        </p:txBody>
      </p:sp>
      <p:sp>
        <p:nvSpPr>
          <p:cNvPr id="23" name="TextBox 22">
            <a:extLst>
              <a:ext uri="{FF2B5EF4-FFF2-40B4-BE49-F238E27FC236}">
                <a16:creationId xmlns:a16="http://schemas.microsoft.com/office/drawing/2014/main" id="{E5065962-87A4-0BDE-468D-6D9A121E5CD7}"/>
              </a:ext>
            </a:extLst>
          </p:cNvPr>
          <p:cNvSpPr txBox="1"/>
          <p:nvPr/>
        </p:nvSpPr>
        <p:spPr>
          <a:xfrm>
            <a:off x="7230084" y="5019274"/>
            <a:ext cx="493695" cy="276999"/>
          </a:xfrm>
          <a:prstGeom prst="rect">
            <a:avLst/>
          </a:prstGeom>
          <a:noFill/>
        </p:spPr>
        <p:txBody>
          <a:bodyPr wrap="square" lIns="0" tIns="0" rIns="0" bIns="0" rtlCol="0">
            <a:spAutoFit/>
          </a:bodyPr>
          <a:lstStyle/>
          <a:p>
            <a:pPr algn="ctr"/>
            <a:r>
              <a:rPr lang="en-US" b="1" dirty="0">
                <a:latin typeface="Arial"/>
              </a:rPr>
              <a:t>03</a:t>
            </a:r>
            <a:endParaRPr lang="ru-RU" b="1" dirty="0">
              <a:latin typeface="Arial"/>
            </a:endParaRPr>
          </a:p>
        </p:txBody>
      </p:sp>
      <p:sp>
        <p:nvSpPr>
          <p:cNvPr id="24" name="Прямоугольник: скругленные углы 23">
            <a:extLst>
              <a:ext uri="{FF2B5EF4-FFF2-40B4-BE49-F238E27FC236}">
                <a16:creationId xmlns:a16="http://schemas.microsoft.com/office/drawing/2014/main" id="{40065DAC-B91E-1CCC-ACDE-67FA74728004}"/>
              </a:ext>
            </a:extLst>
          </p:cNvPr>
          <p:cNvSpPr/>
          <p:nvPr/>
        </p:nvSpPr>
        <p:spPr>
          <a:xfrm>
            <a:off x="639764" y="1761741"/>
            <a:ext cx="3636961" cy="1203325"/>
          </a:xfrm>
          <a:prstGeom prst="roundRect">
            <a:avLst/>
          </a:prstGeom>
          <a:solidFill>
            <a:schemeClr val="accent1"/>
          </a:solidFill>
          <a:ln w="9525" cap="flat">
            <a:noFill/>
            <a:prstDash val="solid"/>
            <a:miter/>
          </a:ln>
        </p:spPr>
        <p:txBody>
          <a:bodyPr wrap="square" rtlCol="0" anchor="ctr">
            <a:noAutofit/>
          </a:bodyPr>
          <a:lstStyle/>
          <a:p>
            <a:endParaRPr lang="ru-RU" err="1">
              <a:solidFill>
                <a:schemeClr val="bg1"/>
              </a:solidFill>
            </a:endParaRPr>
          </a:p>
        </p:txBody>
      </p:sp>
      <p:sp>
        <p:nvSpPr>
          <p:cNvPr id="25" name="TextBox 24">
            <a:extLst>
              <a:ext uri="{FF2B5EF4-FFF2-40B4-BE49-F238E27FC236}">
                <a16:creationId xmlns:a16="http://schemas.microsoft.com/office/drawing/2014/main" id="{220B16AF-83F8-0781-A4A7-92BABAAF584C}"/>
              </a:ext>
            </a:extLst>
          </p:cNvPr>
          <p:cNvSpPr txBox="1"/>
          <p:nvPr/>
        </p:nvSpPr>
        <p:spPr>
          <a:xfrm>
            <a:off x="811230" y="1928287"/>
            <a:ext cx="3322619" cy="307777"/>
          </a:xfrm>
          <a:prstGeom prst="rect">
            <a:avLst/>
          </a:prstGeom>
          <a:noFill/>
        </p:spPr>
        <p:txBody>
          <a:bodyPr wrap="square" lIns="0" tIns="0" rIns="0" bIns="0" rtlCol="0">
            <a:spAutoFit/>
          </a:bodyPr>
          <a:lstStyle/>
          <a:p>
            <a:r>
              <a:rPr kumimoji="0" lang="ru-RU" sz="2000" b="1" i="0" u="none" strike="noStrike" kern="1200" cap="none" spc="0" normalizeH="0" baseline="0" noProof="0">
                <a:ln>
                  <a:noFill/>
                </a:ln>
                <a:solidFill>
                  <a:schemeClr val="bg1"/>
                </a:solidFill>
                <a:effectLst/>
                <a:uLnTx/>
                <a:uFillTx/>
                <a:latin typeface="Arial"/>
                <a:ea typeface="+mn-ea"/>
                <a:cs typeface="+mn-cs"/>
              </a:rPr>
              <a:t>01</a:t>
            </a:r>
            <a:endParaRPr kumimoji="0" lang="ru-RU" sz="1400" b="0" i="0" u="none" strike="noStrike" kern="1200" cap="none" spc="0" normalizeH="0" baseline="0" noProof="0">
              <a:ln>
                <a:noFill/>
              </a:ln>
              <a:solidFill>
                <a:schemeClr val="bg1"/>
              </a:solidFill>
              <a:effectLst/>
              <a:uLnTx/>
              <a:uFillTx/>
              <a:latin typeface="Arial"/>
              <a:ea typeface="+mn-ea"/>
              <a:cs typeface="+mn-cs"/>
            </a:endParaRPr>
          </a:p>
        </p:txBody>
      </p:sp>
      <p:sp>
        <p:nvSpPr>
          <p:cNvPr id="26" name="TextBox 25">
            <a:extLst>
              <a:ext uri="{FF2B5EF4-FFF2-40B4-BE49-F238E27FC236}">
                <a16:creationId xmlns:a16="http://schemas.microsoft.com/office/drawing/2014/main" id="{ACA6ADA0-765B-3FCE-5B15-45782EE6AA6E}"/>
              </a:ext>
            </a:extLst>
          </p:cNvPr>
          <p:cNvSpPr txBox="1"/>
          <p:nvPr/>
        </p:nvSpPr>
        <p:spPr>
          <a:xfrm>
            <a:off x="811230" y="2367633"/>
            <a:ext cx="3322620" cy="430887"/>
          </a:xfrm>
          <a:prstGeom prst="rect">
            <a:avLst/>
          </a:prstGeom>
          <a:noFill/>
        </p:spPr>
        <p:txBody>
          <a:bodyPr wrap="square" lIns="0" tIns="0" rIns="0" bIns="0" rtlCol="0">
            <a:spAutoFit/>
          </a:bodyPr>
          <a:lstStyle/>
          <a:p>
            <a:pPr marL="0" lvl="6">
              <a:spcAft>
                <a:spcPts val="600"/>
              </a:spcAft>
            </a:pPr>
            <a:r>
              <a:rPr lang="ru-RU" sz="1400">
                <a:solidFill>
                  <a:schemeClr val="bg1"/>
                </a:solidFill>
              </a:rPr>
              <a:t>Здесь может быть твой текст. Размести здесь свой текст. Добавь ещё текст.</a:t>
            </a:r>
          </a:p>
        </p:txBody>
      </p:sp>
      <p:sp>
        <p:nvSpPr>
          <p:cNvPr id="34" name="Прямоугольник: скругленные углы 33">
            <a:extLst>
              <a:ext uri="{FF2B5EF4-FFF2-40B4-BE49-F238E27FC236}">
                <a16:creationId xmlns:a16="http://schemas.microsoft.com/office/drawing/2014/main" id="{9AA8D8E0-5AAA-6FF5-E66F-3876F6B9296A}"/>
              </a:ext>
            </a:extLst>
          </p:cNvPr>
          <p:cNvSpPr/>
          <p:nvPr/>
        </p:nvSpPr>
        <p:spPr>
          <a:xfrm>
            <a:off x="654058" y="3285741"/>
            <a:ext cx="3636961" cy="1203325"/>
          </a:xfrm>
          <a:prstGeom prst="roundRect">
            <a:avLst/>
          </a:prstGeom>
          <a:solidFill>
            <a:schemeClr val="accent2"/>
          </a:solidFill>
          <a:ln w="9525" cap="flat">
            <a:noFill/>
            <a:prstDash val="solid"/>
            <a:miter/>
          </a:ln>
        </p:spPr>
        <p:txBody>
          <a:bodyPr wrap="square" rtlCol="0" anchor="ctr">
            <a:noAutofit/>
          </a:bodyPr>
          <a:lstStyle/>
          <a:p>
            <a:endParaRPr lang="ru-RU" err="1">
              <a:solidFill>
                <a:schemeClr val="bg1"/>
              </a:solidFill>
            </a:endParaRPr>
          </a:p>
        </p:txBody>
      </p:sp>
      <p:sp>
        <p:nvSpPr>
          <p:cNvPr id="36" name="TextBox 35">
            <a:extLst>
              <a:ext uri="{FF2B5EF4-FFF2-40B4-BE49-F238E27FC236}">
                <a16:creationId xmlns:a16="http://schemas.microsoft.com/office/drawing/2014/main" id="{A1E58B2B-23B6-2039-B341-762456EA635A}"/>
              </a:ext>
            </a:extLst>
          </p:cNvPr>
          <p:cNvSpPr txBox="1"/>
          <p:nvPr/>
        </p:nvSpPr>
        <p:spPr>
          <a:xfrm>
            <a:off x="811230" y="3452287"/>
            <a:ext cx="3322619" cy="307777"/>
          </a:xfrm>
          <a:prstGeom prst="rect">
            <a:avLst/>
          </a:prstGeom>
          <a:noFill/>
        </p:spPr>
        <p:txBody>
          <a:bodyPr wrap="square" lIns="0" tIns="0" rIns="0" bIns="0" rtlCol="0">
            <a:spAutoFit/>
          </a:bodyPr>
          <a:lstStyle/>
          <a:p>
            <a:r>
              <a:rPr kumimoji="0" lang="ru-RU" sz="2000" b="1" i="0" u="none" strike="noStrike" kern="1200" cap="none" spc="0" normalizeH="0" baseline="0" noProof="0">
                <a:ln>
                  <a:noFill/>
                </a:ln>
                <a:solidFill>
                  <a:schemeClr val="bg1"/>
                </a:solidFill>
                <a:effectLst/>
                <a:uLnTx/>
                <a:uFillTx/>
                <a:latin typeface="Arial"/>
                <a:ea typeface="+mn-ea"/>
                <a:cs typeface="+mn-cs"/>
              </a:rPr>
              <a:t>02</a:t>
            </a:r>
            <a:endParaRPr kumimoji="0" lang="ru-RU" sz="1400" b="0" i="0" u="none" strike="noStrike" kern="1200" cap="none" spc="0" normalizeH="0" baseline="0" noProof="0">
              <a:ln>
                <a:noFill/>
              </a:ln>
              <a:solidFill>
                <a:schemeClr val="bg1"/>
              </a:solidFill>
              <a:effectLst/>
              <a:uLnTx/>
              <a:uFillTx/>
              <a:latin typeface="Arial"/>
              <a:ea typeface="+mn-ea"/>
              <a:cs typeface="+mn-cs"/>
            </a:endParaRPr>
          </a:p>
        </p:txBody>
      </p:sp>
      <p:sp>
        <p:nvSpPr>
          <p:cNvPr id="37" name="TextBox 36">
            <a:extLst>
              <a:ext uri="{FF2B5EF4-FFF2-40B4-BE49-F238E27FC236}">
                <a16:creationId xmlns:a16="http://schemas.microsoft.com/office/drawing/2014/main" id="{6FC746AB-6162-F00B-2816-D19FD8AB7ADC}"/>
              </a:ext>
            </a:extLst>
          </p:cNvPr>
          <p:cNvSpPr txBox="1"/>
          <p:nvPr/>
        </p:nvSpPr>
        <p:spPr>
          <a:xfrm>
            <a:off x="811230" y="3891633"/>
            <a:ext cx="3322620" cy="430887"/>
          </a:xfrm>
          <a:prstGeom prst="rect">
            <a:avLst/>
          </a:prstGeom>
          <a:noFill/>
        </p:spPr>
        <p:txBody>
          <a:bodyPr wrap="square" lIns="0" tIns="0" rIns="0" bIns="0" rtlCol="0">
            <a:spAutoFit/>
          </a:bodyPr>
          <a:lstStyle/>
          <a:p>
            <a:pPr marL="0" lvl="6">
              <a:spcAft>
                <a:spcPts val="600"/>
              </a:spcAft>
            </a:pPr>
            <a:r>
              <a:rPr lang="ru-RU" sz="1400">
                <a:solidFill>
                  <a:schemeClr val="bg1"/>
                </a:solidFill>
              </a:rPr>
              <a:t>Здесь может быть твой текст. Размести здесь свой текст. Добавь ещё текст.</a:t>
            </a:r>
          </a:p>
        </p:txBody>
      </p:sp>
      <p:sp>
        <p:nvSpPr>
          <p:cNvPr id="38" name="Прямоугольник: скругленные углы 37">
            <a:extLst>
              <a:ext uri="{FF2B5EF4-FFF2-40B4-BE49-F238E27FC236}">
                <a16:creationId xmlns:a16="http://schemas.microsoft.com/office/drawing/2014/main" id="{2B3CEEDA-B603-B0A5-0306-DDFD2B69E8E3}"/>
              </a:ext>
            </a:extLst>
          </p:cNvPr>
          <p:cNvSpPr/>
          <p:nvPr/>
        </p:nvSpPr>
        <p:spPr>
          <a:xfrm>
            <a:off x="639764" y="4809741"/>
            <a:ext cx="3636961" cy="1203325"/>
          </a:xfrm>
          <a:prstGeom prst="roundRect">
            <a:avLst/>
          </a:prstGeom>
          <a:solidFill>
            <a:schemeClr val="accent3"/>
          </a:solidFill>
          <a:ln w="9525" cap="flat">
            <a:noFill/>
            <a:prstDash val="solid"/>
            <a:miter/>
          </a:ln>
        </p:spPr>
        <p:txBody>
          <a:bodyPr wrap="square" rtlCol="0" anchor="ctr">
            <a:noAutofit/>
          </a:bodyPr>
          <a:lstStyle/>
          <a:p>
            <a:endParaRPr lang="ru-RU" err="1">
              <a:solidFill>
                <a:schemeClr val="bg1"/>
              </a:solidFill>
            </a:endParaRPr>
          </a:p>
        </p:txBody>
      </p:sp>
      <p:sp>
        <p:nvSpPr>
          <p:cNvPr id="40" name="TextBox 39">
            <a:extLst>
              <a:ext uri="{FF2B5EF4-FFF2-40B4-BE49-F238E27FC236}">
                <a16:creationId xmlns:a16="http://schemas.microsoft.com/office/drawing/2014/main" id="{EDB1D23E-A264-3DF1-CE9A-5D8F354565F2}"/>
              </a:ext>
            </a:extLst>
          </p:cNvPr>
          <p:cNvSpPr txBox="1"/>
          <p:nvPr/>
        </p:nvSpPr>
        <p:spPr>
          <a:xfrm>
            <a:off x="811230" y="4976287"/>
            <a:ext cx="3322619" cy="307777"/>
          </a:xfrm>
          <a:prstGeom prst="rect">
            <a:avLst/>
          </a:prstGeom>
          <a:noFill/>
        </p:spPr>
        <p:txBody>
          <a:bodyPr wrap="square" lIns="0" tIns="0" rIns="0" bIns="0" rtlCol="0">
            <a:spAutoFit/>
          </a:bodyPr>
          <a:lstStyle/>
          <a:p>
            <a:r>
              <a:rPr kumimoji="0" lang="ru-RU" sz="2000" b="1" i="0" u="none" strike="noStrike" kern="1200" cap="none" spc="0" normalizeH="0" baseline="0" noProof="0">
                <a:ln>
                  <a:noFill/>
                </a:ln>
                <a:effectLst/>
                <a:uLnTx/>
                <a:uFillTx/>
                <a:latin typeface="Arial"/>
                <a:ea typeface="+mn-ea"/>
                <a:cs typeface="+mn-cs"/>
              </a:rPr>
              <a:t>03</a:t>
            </a:r>
            <a:endParaRPr kumimoji="0" lang="ru-RU" sz="1400" b="0" i="0" u="none" strike="noStrike" kern="1200" cap="none" spc="0" normalizeH="0" baseline="0" noProof="0">
              <a:ln>
                <a:noFill/>
              </a:ln>
              <a:effectLst/>
              <a:uLnTx/>
              <a:uFillTx/>
              <a:latin typeface="Arial"/>
              <a:ea typeface="+mn-ea"/>
              <a:cs typeface="+mn-cs"/>
            </a:endParaRPr>
          </a:p>
        </p:txBody>
      </p:sp>
      <p:sp>
        <p:nvSpPr>
          <p:cNvPr id="41" name="TextBox 40">
            <a:extLst>
              <a:ext uri="{FF2B5EF4-FFF2-40B4-BE49-F238E27FC236}">
                <a16:creationId xmlns:a16="http://schemas.microsoft.com/office/drawing/2014/main" id="{023020EA-9F02-3282-C34F-EEC78439C3F1}"/>
              </a:ext>
            </a:extLst>
          </p:cNvPr>
          <p:cNvSpPr txBox="1"/>
          <p:nvPr/>
        </p:nvSpPr>
        <p:spPr>
          <a:xfrm>
            <a:off x="811230" y="5415633"/>
            <a:ext cx="3322620" cy="430887"/>
          </a:xfrm>
          <a:prstGeom prst="rect">
            <a:avLst/>
          </a:prstGeom>
          <a:noFill/>
        </p:spPr>
        <p:txBody>
          <a:bodyPr wrap="square" lIns="0" tIns="0" rIns="0" bIns="0" rtlCol="0">
            <a:spAutoFit/>
          </a:bodyPr>
          <a:lstStyle/>
          <a:p>
            <a:pPr marL="0" lvl="6">
              <a:spcAft>
                <a:spcPts val="600"/>
              </a:spcAft>
            </a:pPr>
            <a:r>
              <a:rPr lang="ru-RU" sz="1400" dirty="0"/>
              <a:t>Здесь может быть твой текст. Размести здесь свой текст. Добавь ещё текст.</a:t>
            </a:r>
          </a:p>
        </p:txBody>
      </p:sp>
      <p:sp>
        <p:nvSpPr>
          <p:cNvPr id="11" name="Нижний колонтитул 10">
            <a:extLst>
              <a:ext uri="{FF2B5EF4-FFF2-40B4-BE49-F238E27FC236}">
                <a16:creationId xmlns:a16="http://schemas.microsoft.com/office/drawing/2014/main" id="{CDBD5E40-6C00-F825-8ABD-9ED048CE541E}"/>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6975780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54A8ED5E-C24B-0CE1-CF76-58511FA38120}"/>
              </a:ext>
            </a:extLst>
          </p:cNvPr>
          <p:cNvSpPr>
            <a:spLocks noGrp="1"/>
          </p:cNvSpPr>
          <p:nvPr>
            <p:ph type="sldNum" sz="quarter" idx="12"/>
          </p:nvPr>
        </p:nvSpPr>
        <p:spPr/>
        <p:txBody>
          <a:bodyPr/>
          <a:lstStyle/>
          <a:p>
            <a:fld id="{EB5249F5-0093-48B0-B996-C4E44A87EAFB}" type="slidenum">
              <a:rPr lang="ru-RU" smtClean="0"/>
              <a:pPr/>
              <a:t>79</a:t>
            </a:fld>
            <a:endParaRPr lang="ru-RU"/>
          </a:p>
        </p:txBody>
      </p:sp>
      <p:sp>
        <p:nvSpPr>
          <p:cNvPr id="4" name="Заголовок 3">
            <a:extLst>
              <a:ext uri="{FF2B5EF4-FFF2-40B4-BE49-F238E27FC236}">
                <a16:creationId xmlns:a16="http://schemas.microsoft.com/office/drawing/2014/main" id="{75A9995B-211B-F328-1F0F-0E93B5C2BF07}"/>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cxnSp>
        <p:nvCxnSpPr>
          <p:cNvPr id="5" name="Прямая со стрелкой 4">
            <a:extLst>
              <a:ext uri="{FF2B5EF4-FFF2-40B4-BE49-F238E27FC236}">
                <a16:creationId xmlns:a16="http://schemas.microsoft.com/office/drawing/2014/main" id="{905279B9-CC18-86EF-4BBC-363FFD4DDB03}"/>
              </a:ext>
            </a:extLst>
          </p:cNvPr>
          <p:cNvCxnSpPr>
            <a:cxnSpLocks/>
          </p:cNvCxnSpPr>
          <p:nvPr/>
        </p:nvCxnSpPr>
        <p:spPr>
          <a:xfrm flipV="1">
            <a:off x="2889250" y="1520825"/>
            <a:ext cx="6534150" cy="4753515"/>
          </a:xfrm>
          <a:prstGeom prst="straightConnector1">
            <a:avLst/>
          </a:prstGeom>
          <a:ln w="12700">
            <a:solidFill>
              <a:schemeClr val="accent1"/>
            </a:solidFill>
            <a:headEnd type="none" w="med" len="med"/>
            <a:tailEnd type="arrow"/>
          </a:ln>
        </p:spPr>
        <p:style>
          <a:lnRef idx="1">
            <a:schemeClr val="accent1"/>
          </a:lnRef>
          <a:fillRef idx="0">
            <a:schemeClr val="accent1"/>
          </a:fillRef>
          <a:effectRef idx="0">
            <a:schemeClr val="accent1"/>
          </a:effectRef>
          <a:fontRef idx="minor">
            <a:schemeClr val="tx1"/>
          </a:fontRef>
        </p:style>
      </p:cxnSp>
      <p:grpSp>
        <p:nvGrpSpPr>
          <p:cNvPr id="7" name="Группа 6">
            <a:extLst>
              <a:ext uri="{FF2B5EF4-FFF2-40B4-BE49-F238E27FC236}">
                <a16:creationId xmlns:a16="http://schemas.microsoft.com/office/drawing/2014/main" id="{7909F94D-6333-8529-61E9-31C926C6400F}"/>
              </a:ext>
            </a:extLst>
          </p:cNvPr>
          <p:cNvGrpSpPr/>
          <p:nvPr/>
        </p:nvGrpSpPr>
        <p:grpSpPr>
          <a:xfrm>
            <a:off x="3235325" y="5392775"/>
            <a:ext cx="3482976" cy="863600"/>
            <a:chOff x="1117600" y="5297525"/>
            <a:chExt cx="3482976" cy="863600"/>
          </a:xfrm>
        </p:grpSpPr>
        <p:sp>
          <p:nvSpPr>
            <p:cNvPr id="9" name="Овал 8">
              <a:extLst>
                <a:ext uri="{FF2B5EF4-FFF2-40B4-BE49-F238E27FC236}">
                  <a16:creationId xmlns:a16="http://schemas.microsoft.com/office/drawing/2014/main" id="{FA330FDE-94C4-873E-D908-6BE97EAF188D}"/>
                </a:ext>
              </a:extLst>
            </p:cNvPr>
            <p:cNvSpPr/>
            <p:nvPr/>
          </p:nvSpPr>
          <p:spPr>
            <a:xfrm>
              <a:off x="1117600" y="5297525"/>
              <a:ext cx="863600" cy="863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 name="TextBox 15">
              <a:extLst>
                <a:ext uri="{FF2B5EF4-FFF2-40B4-BE49-F238E27FC236}">
                  <a16:creationId xmlns:a16="http://schemas.microsoft.com/office/drawing/2014/main" id="{BCA20007-AC43-B6D8-527E-2DA0DD80592F}"/>
                </a:ext>
              </a:extLst>
            </p:cNvPr>
            <p:cNvSpPr txBox="1"/>
            <p:nvPr/>
          </p:nvSpPr>
          <p:spPr>
            <a:xfrm>
              <a:off x="2159322" y="5483104"/>
              <a:ext cx="2441254" cy="492443"/>
            </a:xfrm>
            <a:prstGeom prst="rect">
              <a:avLst/>
            </a:prstGeom>
            <a:noFill/>
          </p:spPr>
          <p:txBody>
            <a:bodyPr wrap="square" lIns="0" tIns="0" rIns="0" bIns="0" rtlCol="0">
              <a:spAutoFit/>
            </a:bodyPr>
            <a:lstStyle/>
            <a:p>
              <a:r>
                <a:rPr lang="ru-RU" b="1"/>
                <a:t>Заголовок</a:t>
              </a:r>
            </a:p>
            <a:p>
              <a:r>
                <a:rPr lang="ru-RU" sz="1400">
                  <a:latin typeface="Arial"/>
                </a:rPr>
                <a:t>Здесь может быть твой текст</a:t>
              </a:r>
            </a:p>
          </p:txBody>
        </p:sp>
        <p:pic>
          <p:nvPicPr>
            <p:cNvPr id="25" name="Рисунок 24">
              <a:extLst>
                <a:ext uri="{FF2B5EF4-FFF2-40B4-BE49-F238E27FC236}">
                  <a16:creationId xmlns:a16="http://schemas.microsoft.com/office/drawing/2014/main" id="{7657B5FE-7608-7BDA-8002-6AC533EAB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0" y="5361025"/>
              <a:ext cx="736600" cy="736600"/>
            </a:xfrm>
            <a:prstGeom prst="rect">
              <a:avLst/>
            </a:prstGeom>
          </p:spPr>
        </p:pic>
      </p:grpSp>
      <p:grpSp>
        <p:nvGrpSpPr>
          <p:cNvPr id="10" name="Группа 9">
            <a:extLst>
              <a:ext uri="{FF2B5EF4-FFF2-40B4-BE49-F238E27FC236}">
                <a16:creationId xmlns:a16="http://schemas.microsoft.com/office/drawing/2014/main" id="{F0F43A32-A0A3-B29E-D818-1D2B41E5207F}"/>
              </a:ext>
            </a:extLst>
          </p:cNvPr>
          <p:cNvGrpSpPr/>
          <p:nvPr/>
        </p:nvGrpSpPr>
        <p:grpSpPr>
          <a:xfrm>
            <a:off x="5624514" y="3625888"/>
            <a:ext cx="3475038" cy="863600"/>
            <a:chOff x="4198938" y="3578262"/>
            <a:chExt cx="3475038" cy="863600"/>
          </a:xfrm>
        </p:grpSpPr>
        <p:sp>
          <p:nvSpPr>
            <p:cNvPr id="12" name="Овал 11">
              <a:extLst>
                <a:ext uri="{FF2B5EF4-FFF2-40B4-BE49-F238E27FC236}">
                  <a16:creationId xmlns:a16="http://schemas.microsoft.com/office/drawing/2014/main" id="{2D3120C0-E3D8-B746-C02B-9E250913A7E0}"/>
                </a:ext>
              </a:extLst>
            </p:cNvPr>
            <p:cNvSpPr/>
            <p:nvPr/>
          </p:nvSpPr>
          <p:spPr>
            <a:xfrm>
              <a:off x="4198938" y="3578262"/>
              <a:ext cx="863600" cy="863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8" name="TextBox 17">
              <a:extLst>
                <a:ext uri="{FF2B5EF4-FFF2-40B4-BE49-F238E27FC236}">
                  <a16:creationId xmlns:a16="http://schemas.microsoft.com/office/drawing/2014/main" id="{084CD04C-977C-16E9-91B4-9F91B64E44E5}"/>
                </a:ext>
              </a:extLst>
            </p:cNvPr>
            <p:cNvSpPr txBox="1"/>
            <p:nvPr/>
          </p:nvSpPr>
          <p:spPr>
            <a:xfrm>
              <a:off x="5232722" y="3763841"/>
              <a:ext cx="2441254" cy="492443"/>
            </a:xfrm>
            <a:prstGeom prst="rect">
              <a:avLst/>
            </a:prstGeom>
            <a:noFill/>
          </p:spPr>
          <p:txBody>
            <a:bodyPr wrap="square" lIns="0" tIns="0" rIns="0" bIns="0" rtlCol="0">
              <a:spAutoFit/>
            </a:bodyPr>
            <a:lstStyle/>
            <a:p>
              <a:r>
                <a:rPr lang="ru-RU" b="1"/>
                <a:t>Заголовок</a:t>
              </a:r>
            </a:p>
            <a:p>
              <a:r>
                <a:rPr lang="ru-RU" sz="1400">
                  <a:latin typeface="Arial"/>
                </a:rPr>
                <a:t>Здесь может быть твой текст</a:t>
              </a:r>
            </a:p>
          </p:txBody>
        </p:sp>
        <p:pic>
          <p:nvPicPr>
            <p:cNvPr id="29" name="Рисунок 28">
              <a:extLst>
                <a:ext uri="{FF2B5EF4-FFF2-40B4-BE49-F238E27FC236}">
                  <a16:creationId xmlns:a16="http://schemas.microsoft.com/office/drawing/2014/main" id="{2FDCC3EF-20F3-CA60-5B78-143150C760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8951" y="3678275"/>
              <a:ext cx="663574" cy="663574"/>
            </a:xfrm>
            <a:prstGeom prst="rect">
              <a:avLst/>
            </a:prstGeom>
          </p:spPr>
        </p:pic>
      </p:grpSp>
      <p:grpSp>
        <p:nvGrpSpPr>
          <p:cNvPr id="15" name="Группа 14">
            <a:extLst>
              <a:ext uri="{FF2B5EF4-FFF2-40B4-BE49-F238E27FC236}">
                <a16:creationId xmlns:a16="http://schemas.microsoft.com/office/drawing/2014/main" id="{2BC5D896-EF29-1E7B-689F-604E863ACAF3}"/>
              </a:ext>
            </a:extLst>
          </p:cNvPr>
          <p:cNvGrpSpPr/>
          <p:nvPr/>
        </p:nvGrpSpPr>
        <p:grpSpPr>
          <a:xfrm>
            <a:off x="6813155" y="2742444"/>
            <a:ext cx="3471069" cy="863600"/>
            <a:chOff x="5739607" y="2718631"/>
            <a:chExt cx="3471069" cy="863600"/>
          </a:xfrm>
        </p:grpSpPr>
        <p:sp>
          <p:nvSpPr>
            <p:cNvPr id="13" name="Овал 12">
              <a:extLst>
                <a:ext uri="{FF2B5EF4-FFF2-40B4-BE49-F238E27FC236}">
                  <a16:creationId xmlns:a16="http://schemas.microsoft.com/office/drawing/2014/main" id="{0F415F78-C3A3-0519-87A4-73071CE7F84E}"/>
                </a:ext>
              </a:extLst>
            </p:cNvPr>
            <p:cNvSpPr/>
            <p:nvPr/>
          </p:nvSpPr>
          <p:spPr>
            <a:xfrm>
              <a:off x="5739607" y="2718631"/>
              <a:ext cx="863600" cy="863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9" name="TextBox 18">
              <a:extLst>
                <a:ext uri="{FF2B5EF4-FFF2-40B4-BE49-F238E27FC236}">
                  <a16:creationId xmlns:a16="http://schemas.microsoft.com/office/drawing/2014/main" id="{52F62FFB-BF4B-FDBE-8D1B-E619EE8174B8}"/>
                </a:ext>
              </a:extLst>
            </p:cNvPr>
            <p:cNvSpPr txBox="1"/>
            <p:nvPr/>
          </p:nvSpPr>
          <p:spPr>
            <a:xfrm>
              <a:off x="6769422" y="2904210"/>
              <a:ext cx="2441254" cy="492443"/>
            </a:xfrm>
            <a:prstGeom prst="rect">
              <a:avLst/>
            </a:prstGeom>
            <a:noFill/>
          </p:spPr>
          <p:txBody>
            <a:bodyPr wrap="square" lIns="0" tIns="0" rIns="0" bIns="0" rtlCol="0">
              <a:spAutoFit/>
            </a:bodyPr>
            <a:lstStyle/>
            <a:p>
              <a:r>
                <a:rPr lang="ru-RU" b="1"/>
                <a:t>Заголовок</a:t>
              </a:r>
            </a:p>
            <a:p>
              <a:r>
                <a:rPr lang="ru-RU" sz="1400">
                  <a:latin typeface="Arial"/>
                </a:rPr>
                <a:t>Здесь может быть твой текст</a:t>
              </a:r>
            </a:p>
          </p:txBody>
        </p:sp>
        <p:pic>
          <p:nvPicPr>
            <p:cNvPr id="31" name="Рисунок 30">
              <a:extLst>
                <a:ext uri="{FF2B5EF4-FFF2-40B4-BE49-F238E27FC236}">
                  <a16:creationId xmlns:a16="http://schemas.microsoft.com/office/drawing/2014/main" id="{E9F3C6F6-AE3C-23C6-9806-9D249F8ACE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5814" y="2844838"/>
              <a:ext cx="611186" cy="611186"/>
            </a:xfrm>
            <a:prstGeom prst="rect">
              <a:avLst/>
            </a:prstGeom>
          </p:spPr>
        </p:pic>
      </p:grpSp>
      <p:grpSp>
        <p:nvGrpSpPr>
          <p:cNvPr id="8" name="Группа 7">
            <a:extLst>
              <a:ext uri="{FF2B5EF4-FFF2-40B4-BE49-F238E27FC236}">
                <a16:creationId xmlns:a16="http://schemas.microsoft.com/office/drawing/2014/main" id="{5B87580D-21BF-B975-BF57-9868BB5CA7EB}"/>
              </a:ext>
            </a:extLst>
          </p:cNvPr>
          <p:cNvGrpSpPr/>
          <p:nvPr/>
        </p:nvGrpSpPr>
        <p:grpSpPr>
          <a:xfrm>
            <a:off x="4431904" y="4509332"/>
            <a:ext cx="3479007" cy="863600"/>
            <a:chOff x="2658269" y="4437893"/>
            <a:chExt cx="3479007" cy="863600"/>
          </a:xfrm>
        </p:grpSpPr>
        <p:sp>
          <p:nvSpPr>
            <p:cNvPr id="11" name="Овал 10">
              <a:extLst>
                <a:ext uri="{FF2B5EF4-FFF2-40B4-BE49-F238E27FC236}">
                  <a16:creationId xmlns:a16="http://schemas.microsoft.com/office/drawing/2014/main" id="{9C611251-6066-AB21-1E17-D621958F2DF9}"/>
                </a:ext>
              </a:extLst>
            </p:cNvPr>
            <p:cNvSpPr/>
            <p:nvPr/>
          </p:nvSpPr>
          <p:spPr>
            <a:xfrm>
              <a:off x="2658269" y="4437893"/>
              <a:ext cx="863600" cy="863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7" name="TextBox 16">
              <a:extLst>
                <a:ext uri="{FF2B5EF4-FFF2-40B4-BE49-F238E27FC236}">
                  <a16:creationId xmlns:a16="http://schemas.microsoft.com/office/drawing/2014/main" id="{851F91D0-94E3-A43B-5C1A-1804EF525543}"/>
                </a:ext>
              </a:extLst>
            </p:cNvPr>
            <p:cNvSpPr txBox="1"/>
            <p:nvPr/>
          </p:nvSpPr>
          <p:spPr>
            <a:xfrm>
              <a:off x="3696022" y="4623472"/>
              <a:ext cx="2441254" cy="492443"/>
            </a:xfrm>
            <a:prstGeom prst="rect">
              <a:avLst/>
            </a:prstGeom>
            <a:noFill/>
          </p:spPr>
          <p:txBody>
            <a:bodyPr wrap="square" lIns="0" tIns="0" rIns="0" bIns="0" rtlCol="0">
              <a:spAutoFit/>
            </a:bodyPr>
            <a:lstStyle/>
            <a:p>
              <a:r>
                <a:rPr lang="ru-RU" b="1"/>
                <a:t>Заголовок</a:t>
              </a:r>
            </a:p>
            <a:p>
              <a:r>
                <a:rPr lang="ru-RU" sz="1400">
                  <a:latin typeface="Arial"/>
                </a:rPr>
                <a:t>Здесь может быть твой текст</a:t>
              </a:r>
            </a:p>
          </p:txBody>
        </p:sp>
        <p:pic>
          <p:nvPicPr>
            <p:cNvPr id="33" name="Рисунок 32">
              <a:extLst>
                <a:ext uri="{FF2B5EF4-FFF2-40B4-BE49-F238E27FC236}">
                  <a16:creationId xmlns:a16="http://schemas.microsoft.com/office/drawing/2014/main" id="{BAE554DE-70B6-A4EA-898D-DAD7D815FF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5729" y="4545353"/>
              <a:ext cx="648680" cy="648680"/>
            </a:xfrm>
            <a:prstGeom prst="rect">
              <a:avLst/>
            </a:prstGeom>
          </p:spPr>
        </p:pic>
      </p:grpSp>
      <p:grpSp>
        <p:nvGrpSpPr>
          <p:cNvPr id="21" name="Группа 20">
            <a:extLst>
              <a:ext uri="{FF2B5EF4-FFF2-40B4-BE49-F238E27FC236}">
                <a16:creationId xmlns:a16="http://schemas.microsoft.com/office/drawing/2014/main" id="{4E328B55-70BB-EDF3-0694-5C21A51E9AA7}"/>
              </a:ext>
            </a:extLst>
          </p:cNvPr>
          <p:cNvGrpSpPr/>
          <p:nvPr/>
        </p:nvGrpSpPr>
        <p:grpSpPr>
          <a:xfrm>
            <a:off x="7997825" y="1859000"/>
            <a:ext cx="3467100" cy="863600"/>
            <a:chOff x="7280275" y="1859000"/>
            <a:chExt cx="3467100" cy="863600"/>
          </a:xfrm>
        </p:grpSpPr>
        <p:sp>
          <p:nvSpPr>
            <p:cNvPr id="14" name="Овал 13">
              <a:extLst>
                <a:ext uri="{FF2B5EF4-FFF2-40B4-BE49-F238E27FC236}">
                  <a16:creationId xmlns:a16="http://schemas.microsoft.com/office/drawing/2014/main" id="{1FE2BE84-6607-2E98-E316-0C85BF7C0979}"/>
                </a:ext>
              </a:extLst>
            </p:cNvPr>
            <p:cNvSpPr/>
            <p:nvPr/>
          </p:nvSpPr>
          <p:spPr>
            <a:xfrm>
              <a:off x="7280275" y="1859000"/>
              <a:ext cx="863600" cy="863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0" name="TextBox 19">
              <a:extLst>
                <a:ext uri="{FF2B5EF4-FFF2-40B4-BE49-F238E27FC236}">
                  <a16:creationId xmlns:a16="http://schemas.microsoft.com/office/drawing/2014/main" id="{A45D3CBD-2BB2-A6B5-E098-8E14863CB58F}"/>
                </a:ext>
              </a:extLst>
            </p:cNvPr>
            <p:cNvSpPr txBox="1"/>
            <p:nvPr/>
          </p:nvSpPr>
          <p:spPr>
            <a:xfrm>
              <a:off x="8306121" y="2044579"/>
              <a:ext cx="2441254" cy="492443"/>
            </a:xfrm>
            <a:prstGeom prst="rect">
              <a:avLst/>
            </a:prstGeom>
            <a:noFill/>
          </p:spPr>
          <p:txBody>
            <a:bodyPr wrap="square" lIns="0" tIns="0" rIns="0" bIns="0" rtlCol="0">
              <a:spAutoFit/>
            </a:bodyPr>
            <a:lstStyle/>
            <a:p>
              <a:r>
                <a:rPr lang="ru-RU" b="1"/>
                <a:t>Заголовок</a:t>
              </a:r>
            </a:p>
            <a:p>
              <a:r>
                <a:rPr lang="ru-RU" sz="1400">
                  <a:latin typeface="Arial"/>
                </a:rPr>
                <a:t>Здесь может быть твой текст</a:t>
              </a:r>
            </a:p>
          </p:txBody>
        </p:sp>
        <p:pic>
          <p:nvPicPr>
            <p:cNvPr id="35" name="Рисунок 34">
              <a:extLst>
                <a:ext uri="{FF2B5EF4-FFF2-40B4-BE49-F238E27FC236}">
                  <a16:creationId xmlns:a16="http://schemas.microsoft.com/office/drawing/2014/main" id="{38940F3F-7AA1-2C0B-D16B-8060984B73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99325" y="1878050"/>
              <a:ext cx="825500" cy="825500"/>
            </a:xfrm>
            <a:prstGeom prst="rect">
              <a:avLst/>
            </a:prstGeom>
          </p:spPr>
        </p:pic>
      </p:grpSp>
      <p:sp>
        <p:nvSpPr>
          <p:cNvPr id="36" name="Прямоугольник: скругленные углы 35">
            <a:extLst>
              <a:ext uri="{FF2B5EF4-FFF2-40B4-BE49-F238E27FC236}">
                <a16:creationId xmlns:a16="http://schemas.microsoft.com/office/drawing/2014/main" id="{27393114-E739-C09C-6EF2-1B671A67C4CF}"/>
              </a:ext>
            </a:extLst>
          </p:cNvPr>
          <p:cNvSpPr/>
          <p:nvPr/>
        </p:nvSpPr>
        <p:spPr>
          <a:xfrm>
            <a:off x="646654" y="1503737"/>
            <a:ext cx="3979322" cy="2849187"/>
          </a:xfrm>
          <a:prstGeom prst="roundRect">
            <a:avLst>
              <a:gd name="adj" fmla="val 8360"/>
            </a:avLst>
          </a:prstGeom>
          <a:gradFill flip="none" rotWithShape="1">
            <a:gsLst>
              <a:gs pos="0">
                <a:schemeClr val="accent1"/>
              </a:gs>
              <a:gs pos="50000">
                <a:srgbClr val="4FAAFF"/>
              </a:gs>
              <a:gs pos="100000">
                <a:schemeClr val="accent3"/>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7" name="TextBox 36">
            <a:extLst>
              <a:ext uri="{FF2B5EF4-FFF2-40B4-BE49-F238E27FC236}">
                <a16:creationId xmlns:a16="http://schemas.microsoft.com/office/drawing/2014/main" id="{2262F63B-A78A-1840-D962-EE27A8070581}"/>
              </a:ext>
            </a:extLst>
          </p:cNvPr>
          <p:cNvSpPr txBox="1"/>
          <p:nvPr/>
        </p:nvSpPr>
        <p:spPr>
          <a:xfrm>
            <a:off x="927481" y="2598291"/>
            <a:ext cx="3349244" cy="738664"/>
          </a:xfrm>
          <a:prstGeom prst="rect">
            <a:avLst/>
          </a:prstGeom>
          <a:noFill/>
        </p:spPr>
        <p:txBody>
          <a:bodyPr wrap="square" lIns="0" tIns="0" rIns="0" bIns="0" rtlCol="0">
            <a:spAutoFit/>
          </a:bodyPr>
          <a:lstStyle/>
          <a:p>
            <a:r>
              <a:rPr lang="ru-RU" sz="2400" b="1">
                <a:solidFill>
                  <a:schemeClr val="bg1"/>
                </a:solidFill>
              </a:rPr>
              <a:t>Кратко сформулируй свою мысль</a:t>
            </a:r>
          </a:p>
        </p:txBody>
      </p:sp>
      <p:sp>
        <p:nvSpPr>
          <p:cNvPr id="39" name="TextBox 38">
            <a:extLst>
              <a:ext uri="{FF2B5EF4-FFF2-40B4-BE49-F238E27FC236}">
                <a16:creationId xmlns:a16="http://schemas.microsoft.com/office/drawing/2014/main" id="{88443317-9E0C-B04E-2AD9-8A67A58C4B3A}"/>
              </a:ext>
            </a:extLst>
          </p:cNvPr>
          <p:cNvSpPr txBox="1"/>
          <p:nvPr/>
        </p:nvSpPr>
        <p:spPr>
          <a:xfrm>
            <a:off x="927481" y="3411091"/>
            <a:ext cx="3349244" cy="646331"/>
          </a:xfrm>
          <a:prstGeom prst="rect">
            <a:avLst/>
          </a:prstGeom>
          <a:noFill/>
        </p:spPr>
        <p:txBody>
          <a:bodyPr wrap="square" lIns="0" tIns="0" rIns="0" bIns="0" rtlCol="0">
            <a:spAutoFit/>
          </a:bodyPr>
          <a:lstStyle/>
          <a:p>
            <a:r>
              <a:rPr lang="ru-RU" sz="1400">
                <a:solidFill>
                  <a:schemeClr val="bg1"/>
                </a:solidFill>
              </a:rPr>
              <a:t>Здесь может быть твой текст. Размести здесь свой текст. Добавь ещё текст. Здесь может быть твой текст. </a:t>
            </a:r>
          </a:p>
        </p:txBody>
      </p:sp>
      <p:pic>
        <p:nvPicPr>
          <p:cNvPr id="22" name="Рисунок 21">
            <a:extLst>
              <a:ext uri="{FF2B5EF4-FFF2-40B4-BE49-F238E27FC236}">
                <a16:creationId xmlns:a16="http://schemas.microsoft.com/office/drawing/2014/main" id="{5A9CB6A4-EB73-518E-2163-5DD34CEF14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0807" y="1506552"/>
            <a:ext cx="1187068" cy="1187068"/>
          </a:xfrm>
          <a:prstGeom prst="rect">
            <a:avLst/>
          </a:prstGeom>
        </p:spPr>
      </p:pic>
      <p:sp>
        <p:nvSpPr>
          <p:cNvPr id="2" name="Нижний колонтитул 1">
            <a:extLst>
              <a:ext uri="{FF2B5EF4-FFF2-40B4-BE49-F238E27FC236}">
                <a16:creationId xmlns:a16="http://schemas.microsoft.com/office/drawing/2014/main" id="{BF6DF82E-9F2E-69D6-C162-95C82ADE5398}"/>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1932826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скругленные верхние углы 5">
            <a:extLst>
              <a:ext uri="{FF2B5EF4-FFF2-40B4-BE49-F238E27FC236}">
                <a16:creationId xmlns:a16="http://schemas.microsoft.com/office/drawing/2014/main" id="{6332D3BF-FCEA-43DE-9B9F-F3DFE4A03688}"/>
              </a:ext>
            </a:extLst>
          </p:cNvPr>
          <p:cNvSpPr/>
          <p:nvPr/>
        </p:nvSpPr>
        <p:spPr>
          <a:xfrm rot="5400000">
            <a:off x="-381000" y="381000"/>
            <a:ext cx="6858000" cy="6096000"/>
          </a:xfrm>
          <a:prstGeom prst="round2SameRect">
            <a:avLst>
              <a:gd name="adj1" fmla="val 8548"/>
              <a:gd name="adj2" fmla="val 0"/>
            </a:avLst>
          </a:prstGeom>
          <a:gradFill flip="none" rotWithShape="1">
            <a:gsLst>
              <a:gs pos="50000">
                <a:srgbClr val="4FAAFF"/>
              </a:gs>
              <a:gs pos="0">
                <a:schemeClr val="accent1"/>
              </a:gs>
              <a:gs pos="10000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 name="Объект 12">
            <a:extLst>
              <a:ext uri="{FF2B5EF4-FFF2-40B4-BE49-F238E27FC236}">
                <a16:creationId xmlns:a16="http://schemas.microsoft.com/office/drawing/2014/main" id="{3FF5A680-B5D0-467B-9B71-1E87ECCFA823}"/>
              </a:ext>
            </a:extLst>
          </p:cNvPr>
          <p:cNvSpPr>
            <a:spLocks noGrp="1"/>
          </p:cNvSpPr>
          <p:nvPr>
            <p:ph idx="1"/>
          </p:nvPr>
        </p:nvSpPr>
        <p:spPr>
          <a:xfrm>
            <a:off x="7032196" y="1520824"/>
            <a:ext cx="4518454" cy="4741863"/>
          </a:xfrm>
        </p:spPr>
        <p:txBody>
          <a:bodyPr/>
          <a:lstStyle/>
          <a:p>
            <a:pPr lvl="1"/>
            <a:r>
              <a:rPr lang="ru-RU" sz="2400"/>
              <a:t>Подзаголовок</a:t>
            </a:r>
          </a:p>
          <a:p>
            <a:pPr lvl="2"/>
            <a:r>
              <a:rPr lang="ru-RU"/>
              <a:t>Здесь может быть твой текст. Размести здесь свой текст.</a:t>
            </a:r>
          </a:p>
          <a:p>
            <a:pPr lvl="2"/>
            <a:r>
              <a:rPr lang="ru-RU"/>
              <a:t>Добавь ещё текст. Здесь может быть твой текст. </a:t>
            </a:r>
          </a:p>
          <a:p>
            <a:pPr lvl="2"/>
            <a:r>
              <a:rPr lang="ru-RU"/>
              <a:t>Размести здесь свой текст. Добавь ещё текст. </a:t>
            </a:r>
          </a:p>
          <a:p>
            <a:pPr lvl="2"/>
            <a:r>
              <a:rPr lang="ru-RU"/>
              <a:t>Здесь может быть твой текст. Размести здесь свой текст.</a:t>
            </a:r>
          </a:p>
          <a:p>
            <a:pPr lvl="2"/>
            <a:r>
              <a:rPr lang="ru-RU"/>
              <a:t>Добавь ещё текст. Здесь может быть твой текст. </a:t>
            </a:r>
          </a:p>
          <a:p>
            <a:pPr lvl="2"/>
            <a:r>
              <a:rPr lang="ru-RU"/>
              <a:t>Размести здесь свой текст. Добавь ещё текст. </a:t>
            </a:r>
          </a:p>
          <a:p>
            <a:pPr lvl="2"/>
            <a:endParaRPr lang="ru-RU"/>
          </a:p>
          <a:p>
            <a:pPr lvl="2"/>
            <a:endParaRPr lang="ru-RU"/>
          </a:p>
        </p:txBody>
      </p:sp>
      <p:sp>
        <p:nvSpPr>
          <p:cNvPr id="14" name="Номер слайда 2">
            <a:extLst>
              <a:ext uri="{FF2B5EF4-FFF2-40B4-BE49-F238E27FC236}">
                <a16:creationId xmlns:a16="http://schemas.microsoft.com/office/drawing/2014/main" id="{C8460BE2-BDC1-4AE6-BE0A-B8F0C9057A04}"/>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80</a:t>
            </a:fld>
            <a:endParaRPr lang="ru-RU"/>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a:xfrm>
            <a:off x="639763" y="4127159"/>
            <a:ext cx="4546599" cy="1668160"/>
          </a:xfrm>
        </p:spPr>
        <p:txBody>
          <a:bodyPr/>
          <a:lstStyle/>
          <a:p>
            <a:pPr>
              <a:lnSpc>
                <a:spcPct val="100000"/>
              </a:lnSpc>
              <a:spcAft>
                <a:spcPts val="800"/>
              </a:spcAft>
            </a:pPr>
            <a:r>
              <a:rPr lang="ru-RU">
                <a:solidFill>
                  <a:schemeClr val="bg1"/>
                </a:solidFill>
              </a:rPr>
              <a:t>Тезис —</a:t>
            </a:r>
            <a:br>
              <a:rPr lang="en-US">
                <a:solidFill>
                  <a:schemeClr val="bg1"/>
                </a:solidFill>
              </a:rPr>
            </a:br>
            <a:r>
              <a:rPr lang="ru-RU" sz="1800" b="0">
                <a:solidFill>
                  <a:schemeClr val="bg1"/>
                </a:solidFill>
                <a:latin typeface="+mn-lt"/>
              </a:rPr>
              <a:t>здесь может быть абзац текста не более </a:t>
            </a:r>
            <a:br>
              <a:rPr lang="ru-RU" sz="1800" b="0">
                <a:solidFill>
                  <a:schemeClr val="bg1"/>
                </a:solidFill>
                <a:latin typeface="+mn-lt"/>
              </a:rPr>
            </a:br>
            <a:r>
              <a:rPr lang="ru-RU" sz="1800" b="0">
                <a:solidFill>
                  <a:schemeClr val="bg1"/>
                </a:solidFill>
                <a:latin typeface="+mn-lt"/>
              </a:rPr>
              <a:t>3–4 строк. Размести здесь свой текст. Добавь ещё текст. Здесь может быть твой текст. </a:t>
            </a:r>
            <a:endParaRPr lang="ru-RU" sz="1400" b="0">
              <a:solidFill>
                <a:schemeClr val="bg1"/>
              </a:solidFill>
              <a:latin typeface="+mn-lt"/>
            </a:endParaRPr>
          </a:p>
        </p:txBody>
      </p:sp>
      <p:pic>
        <p:nvPicPr>
          <p:cNvPr id="3" name="Рисунок 2">
            <a:extLst>
              <a:ext uri="{FF2B5EF4-FFF2-40B4-BE49-F238E27FC236}">
                <a16:creationId xmlns:a16="http://schemas.microsoft.com/office/drawing/2014/main" id="{CD176735-F951-460E-A6E3-8A89C71EBC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177" y="-398475"/>
            <a:ext cx="3957645" cy="5066720"/>
          </a:xfrm>
          <a:prstGeom prst="rect">
            <a:avLst/>
          </a:prstGeom>
        </p:spPr>
      </p:pic>
    </p:spTree>
    <p:extLst>
      <p:ext uri="{BB962C8B-B14F-4D97-AF65-F5344CB8AC3E}">
        <p14:creationId xmlns:p14="http://schemas.microsoft.com/office/powerpoint/2010/main" val="38249696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Объект 12">
            <a:extLst>
              <a:ext uri="{FF2B5EF4-FFF2-40B4-BE49-F238E27FC236}">
                <a16:creationId xmlns:a16="http://schemas.microsoft.com/office/drawing/2014/main" id="{3FF5A680-B5D0-467B-9B71-1E87ECCFA823}"/>
              </a:ext>
            </a:extLst>
          </p:cNvPr>
          <p:cNvSpPr>
            <a:spLocks noGrp="1"/>
          </p:cNvSpPr>
          <p:nvPr>
            <p:ph idx="1"/>
          </p:nvPr>
        </p:nvSpPr>
        <p:spPr>
          <a:xfrm>
            <a:off x="639764" y="1520824"/>
            <a:ext cx="5965990" cy="2934218"/>
          </a:xfrm>
        </p:spPr>
        <p:txBody>
          <a:bodyPr/>
          <a:lstStyle/>
          <a:p>
            <a:r>
              <a:rPr lang="ru-RU"/>
              <a:t>Здесь может быть абзац текста не более 3–4 строк. Размести здесь свой текст. Добавь ещё текст. Здесь может быть твой текст. Размести здесь свой текст. </a:t>
            </a:r>
          </a:p>
          <a:p>
            <a:pPr lvl="2"/>
            <a:r>
              <a:rPr lang="ru-RU"/>
              <a:t>Здесь может быть твой текст. </a:t>
            </a:r>
          </a:p>
          <a:p>
            <a:pPr lvl="2"/>
            <a:r>
              <a:rPr lang="ru-RU"/>
              <a:t>Размести здесь свой текст. </a:t>
            </a:r>
          </a:p>
          <a:p>
            <a:pPr lvl="2"/>
            <a:r>
              <a:rPr lang="ru-RU"/>
              <a:t>Добавь ещё текст.</a:t>
            </a:r>
          </a:p>
          <a:p>
            <a:pPr lvl="2"/>
            <a:r>
              <a:rPr lang="ru-RU"/>
              <a:t>Здесь может быть абзац текста не более 2 строк. Размести здесь свой текст. Добавь ещё текст. </a:t>
            </a:r>
          </a:p>
          <a:p>
            <a:endParaRPr lang="ru-RU"/>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a:xfrm>
            <a:off x="639763" y="411163"/>
            <a:ext cx="10910888" cy="684465"/>
          </a:xfrm>
        </p:spPr>
        <p:txBody>
          <a:bodyPr/>
          <a:lstStyle/>
          <a:p>
            <a:r>
              <a:rPr lang="ru-RU"/>
              <a:t>Сформулируй смысловой заголовок слайда длиной не более двух строк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a:xfrm>
            <a:off x="10657744" y="6430370"/>
            <a:ext cx="908050" cy="216000"/>
          </a:xfrm>
        </p:spPr>
        <p:txBody>
          <a:bodyPr/>
          <a:lstStyle/>
          <a:p>
            <a:fld id="{EB5249F5-0093-48B0-B996-C4E44A87EAFB}" type="slidenum">
              <a:rPr lang="ru-RU" smtClean="0"/>
              <a:pPr/>
              <a:t>81</a:t>
            </a:fld>
            <a:endParaRPr lang="ru-RU"/>
          </a:p>
        </p:txBody>
      </p:sp>
      <p:sp>
        <p:nvSpPr>
          <p:cNvPr id="5" name="Прямоугольник: скругленные углы 37">
            <a:extLst>
              <a:ext uri="{FF2B5EF4-FFF2-40B4-BE49-F238E27FC236}">
                <a16:creationId xmlns:a16="http://schemas.microsoft.com/office/drawing/2014/main" id="{071C6EA7-CDB0-48F5-B2C3-69C515516912}"/>
              </a:ext>
            </a:extLst>
          </p:cNvPr>
          <p:cNvSpPr/>
          <p:nvPr/>
        </p:nvSpPr>
        <p:spPr>
          <a:xfrm>
            <a:off x="639763" y="4514292"/>
            <a:ext cx="5862636" cy="1478573"/>
          </a:xfrm>
          <a:prstGeom prst="roundRect">
            <a:avLst>
              <a:gd name="adj" fmla="val 1636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72000" rIns="288000" b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ru-RU" b="0" i="0" u="none" strike="noStrike" kern="1200" cap="none" spc="0" normalizeH="0" noProof="0">
                <a:ln>
                  <a:noFill/>
                </a:ln>
                <a:solidFill>
                  <a:srgbClr val="000000"/>
                </a:solidFill>
                <a:effectLst/>
                <a:uLnTx/>
                <a:uFillTx/>
                <a:latin typeface="Arial" panose="020B0604020202020204"/>
                <a:ea typeface="+mn-ea"/>
                <a:cs typeface="+mn-cs"/>
              </a:rPr>
              <a:t>Здесь может быть абзац текста не более 4 строк. Размести здесь свой текст. Добавь ещё текст. Здесь может быть твой текст. Размести здесь свой текст. </a:t>
            </a:r>
          </a:p>
        </p:txBody>
      </p:sp>
      <p:sp>
        <p:nvSpPr>
          <p:cNvPr id="6" name="Рисунок 39">
            <a:extLst>
              <a:ext uri="{FF2B5EF4-FFF2-40B4-BE49-F238E27FC236}">
                <a16:creationId xmlns:a16="http://schemas.microsoft.com/office/drawing/2014/main" id="{59A6FB69-DAB4-48E4-882A-E932F36BBEE5}"/>
              </a:ext>
            </a:extLst>
          </p:cNvPr>
          <p:cNvSpPr>
            <a:spLocks noChangeAspect="1"/>
          </p:cNvSpPr>
          <p:nvPr/>
        </p:nvSpPr>
        <p:spPr>
          <a:xfrm>
            <a:off x="6124878" y="4635895"/>
            <a:ext cx="216000" cy="216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6"/>
          </a:solidFill>
          <a:ln w="9525" cap="flat">
            <a:noFill/>
            <a:prstDash val="solid"/>
            <a:miter/>
          </a:ln>
        </p:spPr>
        <p:txBody>
          <a:bodyPr rtlCol="0" anchor="ctr"/>
          <a:lstStyle/>
          <a:p>
            <a:endParaRPr lang="ru-RU"/>
          </a:p>
        </p:txBody>
      </p:sp>
      <p:sp>
        <p:nvSpPr>
          <p:cNvPr id="7" name="Прямоугольник: скругленные углы 6">
            <a:extLst>
              <a:ext uri="{FF2B5EF4-FFF2-40B4-BE49-F238E27FC236}">
                <a16:creationId xmlns:a16="http://schemas.microsoft.com/office/drawing/2014/main" id="{BAFF2E1C-592B-4D7B-976A-742C6EA101B3}"/>
              </a:ext>
            </a:extLst>
          </p:cNvPr>
          <p:cNvSpPr/>
          <p:nvPr/>
        </p:nvSpPr>
        <p:spPr>
          <a:xfrm>
            <a:off x="7268944" y="1520826"/>
            <a:ext cx="4300301" cy="4242892"/>
          </a:xfrm>
          <a:prstGeom prst="roundRect">
            <a:avLst>
              <a:gd name="adj" fmla="val 7804"/>
            </a:avLst>
          </a:prstGeom>
          <a:solidFill>
            <a:schemeClr val="accent6">
              <a:lumMod val="20000"/>
              <a:lumOff val="80000"/>
            </a:schemeClr>
          </a:solidFill>
          <a:ln w="19050">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5"/>
            <a:r>
              <a:rPr lang="ru-RU" sz="984">
                <a:solidFill>
                  <a:srgbClr val="000000"/>
                </a:solidFill>
                <a:latin typeface="Arial" panose="020B0604020202020204"/>
              </a:rPr>
              <a:t> </a:t>
            </a:r>
          </a:p>
        </p:txBody>
      </p:sp>
      <p:sp>
        <p:nvSpPr>
          <p:cNvPr id="8" name="Прямоугольник: скругленные верхние углы 7">
            <a:extLst>
              <a:ext uri="{FF2B5EF4-FFF2-40B4-BE49-F238E27FC236}">
                <a16:creationId xmlns:a16="http://schemas.microsoft.com/office/drawing/2014/main" id="{39A004A2-DCF6-4ECB-8DF3-179C3476E113}"/>
              </a:ext>
            </a:extLst>
          </p:cNvPr>
          <p:cNvSpPr/>
          <p:nvPr/>
        </p:nvSpPr>
        <p:spPr>
          <a:xfrm>
            <a:off x="7268944" y="1520826"/>
            <a:ext cx="4299184" cy="2041590"/>
          </a:xfrm>
          <a:prstGeom prst="round2SameRect">
            <a:avLst>
              <a:gd name="adj1" fmla="val 14487"/>
              <a:gd name="adj2" fmla="val 0"/>
            </a:avLst>
          </a:prstGeom>
          <a:gradFill>
            <a:gsLst>
              <a:gs pos="50000">
                <a:srgbClr val="4FAAFF"/>
              </a:gs>
              <a:gs pos="0">
                <a:schemeClr val="accent1"/>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9" name="TextBox 8">
            <a:extLst>
              <a:ext uri="{FF2B5EF4-FFF2-40B4-BE49-F238E27FC236}">
                <a16:creationId xmlns:a16="http://schemas.microsoft.com/office/drawing/2014/main" id="{88505772-7A07-4F7E-BB64-8766F6155982}"/>
              </a:ext>
            </a:extLst>
          </p:cNvPr>
          <p:cNvSpPr txBox="1"/>
          <p:nvPr/>
        </p:nvSpPr>
        <p:spPr>
          <a:xfrm>
            <a:off x="9732963" y="2253473"/>
            <a:ext cx="1808597" cy="576296"/>
          </a:xfrm>
          <a:prstGeom prst="rect">
            <a:avLst/>
          </a:prstGeom>
          <a:noFill/>
        </p:spPr>
        <p:txBody>
          <a:bodyPr wrap="square" lIns="0" tIns="0" rIns="0" bIns="0" rtlCol="0">
            <a:noAutofit/>
          </a:bodyPr>
          <a:lstStyle/>
          <a:p>
            <a:pPr defTabSz="914355">
              <a:spcAft>
                <a:spcPts val="844"/>
              </a:spcAft>
              <a:defRPr/>
            </a:pPr>
            <a:r>
              <a:rPr lang="ru-RU" b="1">
                <a:solidFill>
                  <a:schemeClr val="bg1"/>
                </a:solidFill>
                <a:latin typeface="Arial" panose="020B0604020202020204"/>
              </a:rPr>
              <a:t>Подзаголовок </a:t>
            </a:r>
            <a:br>
              <a:rPr lang="ru-RU" b="1">
                <a:solidFill>
                  <a:schemeClr val="bg1"/>
                </a:solidFill>
                <a:latin typeface="Arial" panose="020B0604020202020204"/>
              </a:rPr>
            </a:br>
            <a:r>
              <a:rPr lang="ru-RU" b="1">
                <a:solidFill>
                  <a:schemeClr val="bg1"/>
                </a:solidFill>
                <a:latin typeface="Arial" panose="020B0604020202020204"/>
              </a:rPr>
              <a:t>в две строки</a:t>
            </a:r>
          </a:p>
        </p:txBody>
      </p:sp>
      <p:sp>
        <p:nvSpPr>
          <p:cNvPr id="14" name="TextBox 13">
            <a:extLst>
              <a:ext uri="{FF2B5EF4-FFF2-40B4-BE49-F238E27FC236}">
                <a16:creationId xmlns:a16="http://schemas.microsoft.com/office/drawing/2014/main" id="{33C6A4C6-CD8E-4A4D-B516-761572CD8AC3}"/>
              </a:ext>
            </a:extLst>
          </p:cNvPr>
          <p:cNvSpPr txBox="1"/>
          <p:nvPr/>
        </p:nvSpPr>
        <p:spPr>
          <a:xfrm>
            <a:off x="7484615" y="3881447"/>
            <a:ext cx="3867842" cy="1641954"/>
          </a:xfrm>
          <a:prstGeom prst="rect">
            <a:avLst/>
          </a:prstGeom>
        </p:spPr>
        <p:txBody>
          <a:bodyPr wrap="square" lIns="0" tIns="0" rIns="0" bIns="0" rtlCol="0">
            <a:noAutofit/>
          </a:bodyPr>
          <a:lstStyle/>
          <a:p>
            <a:pPr marL="253152" indent="-253152" defTabSz="914355">
              <a:spcAft>
                <a:spcPts val="774"/>
              </a:spcAft>
              <a:buClr>
                <a:srgbClr val="000000">
                  <a:lumMod val="95000"/>
                  <a:lumOff val="5000"/>
                </a:srgbClr>
              </a:buClr>
              <a:buFont typeface="+mj-lt"/>
              <a:buAutoNum type="arabicPeriod"/>
              <a:defRPr/>
            </a:pPr>
            <a:r>
              <a:rPr lang="ru-RU" sz="1200">
                <a:latin typeface="Arial" panose="020B0604020202020204"/>
                <a:cs typeface="Arial" panose="020B0604020202020204" pitchFamily="34" charset="0"/>
              </a:rPr>
              <a:t>Здесь может быть абзац текста не более 3–4 строк. Размести здесь свой текст. Добавь ещё текст. Здесь может быть твой текст. Размести здесь свой текст. Добавь ещё текст.  </a:t>
            </a:r>
          </a:p>
          <a:p>
            <a:pPr marL="253152" indent="-253152" defTabSz="914355">
              <a:spcAft>
                <a:spcPts val="774"/>
              </a:spcAft>
              <a:buClr>
                <a:srgbClr val="000000">
                  <a:lumMod val="95000"/>
                  <a:lumOff val="5000"/>
                </a:srgbClr>
              </a:buClr>
              <a:buFont typeface="+mj-lt"/>
              <a:buAutoNum type="arabicPeriod"/>
              <a:defRPr/>
            </a:pPr>
            <a:r>
              <a:rPr lang="ru-RU" sz="1200">
                <a:latin typeface="Arial" panose="020B0604020202020204"/>
                <a:cs typeface="Arial" panose="020B0604020202020204" pitchFamily="34" charset="0"/>
              </a:rPr>
              <a:t>Здесь может быть абзац текста не более 3–4 строк. Размести здесь свой текст. Добавь ещё текст. Здесь может быть твой текст. Размести здесь свой текст. Добавь ещё текст. </a:t>
            </a:r>
            <a:r>
              <a:rPr lang="ru-RU" sz="1200">
                <a:latin typeface="Arial" panose="020B0604020202020204"/>
              </a:rPr>
              <a:t> </a:t>
            </a:r>
          </a:p>
          <a:p>
            <a:pPr defTabSz="914355"/>
            <a:endParaRPr lang="ru-RU" sz="1200">
              <a:latin typeface="Arial" panose="020B0604020202020204"/>
            </a:endParaRPr>
          </a:p>
        </p:txBody>
      </p:sp>
      <p:sp>
        <p:nvSpPr>
          <p:cNvPr id="2" name="Нижний колонтитул 1">
            <a:extLst>
              <a:ext uri="{FF2B5EF4-FFF2-40B4-BE49-F238E27FC236}">
                <a16:creationId xmlns:a16="http://schemas.microsoft.com/office/drawing/2014/main" id="{ABD4964A-78FE-E7D8-6587-C03114A3E087}"/>
              </a:ext>
            </a:extLst>
          </p:cNvPr>
          <p:cNvSpPr>
            <a:spLocks noGrp="1"/>
          </p:cNvSpPr>
          <p:nvPr>
            <p:ph type="ftr" sz="quarter" idx="11"/>
          </p:nvPr>
        </p:nvSpPr>
        <p:spPr/>
        <p:txBody>
          <a:bodyPr/>
          <a:lstStyle/>
          <a:p>
            <a:endParaRPr lang="ru-RU"/>
          </a:p>
        </p:txBody>
      </p:sp>
      <p:pic>
        <p:nvPicPr>
          <p:cNvPr id="15" name="Рисунок 14">
            <a:extLst>
              <a:ext uri="{FF2B5EF4-FFF2-40B4-BE49-F238E27FC236}">
                <a16:creationId xmlns:a16="http://schemas.microsoft.com/office/drawing/2014/main" id="{75177C84-02C2-4277-BB67-14A1340159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8365" y="915162"/>
            <a:ext cx="2676622" cy="2676622"/>
          </a:xfrm>
          <a:prstGeom prst="rect">
            <a:avLst/>
          </a:prstGeom>
        </p:spPr>
      </p:pic>
    </p:spTree>
    <p:extLst>
      <p:ext uri="{BB962C8B-B14F-4D97-AF65-F5344CB8AC3E}">
        <p14:creationId xmlns:p14="http://schemas.microsoft.com/office/powerpoint/2010/main" val="12502365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скругленные углы 3">
            <a:extLst>
              <a:ext uri="{FF2B5EF4-FFF2-40B4-BE49-F238E27FC236}">
                <a16:creationId xmlns:a16="http://schemas.microsoft.com/office/drawing/2014/main" id="{E4B16EB6-9AC6-317B-27D6-7BFF55B283F4}"/>
              </a:ext>
            </a:extLst>
          </p:cNvPr>
          <p:cNvSpPr/>
          <p:nvPr/>
        </p:nvSpPr>
        <p:spPr>
          <a:xfrm>
            <a:off x="647844" y="964909"/>
            <a:ext cx="3628881" cy="4928182"/>
          </a:xfrm>
          <a:prstGeom prst="roundRect">
            <a:avLst>
              <a:gd name="adj" fmla="val 10425"/>
            </a:avLst>
          </a:prstGeom>
          <a:solidFill>
            <a:schemeClr val="tx2">
              <a:lumMod val="90000"/>
              <a:lumOff val="1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dirty="0">
              <a:ln>
                <a:noFill/>
              </a:ln>
              <a:solidFill>
                <a:srgbClr val="001A34"/>
              </a:solidFill>
              <a:effectLst/>
              <a:uLnTx/>
              <a:uFillTx/>
              <a:latin typeface="Arial" panose="020B0604020202020204" pitchFamily="34" charset="0"/>
              <a:ea typeface="+mn-ea"/>
              <a:cs typeface="+mn-cs"/>
            </a:endParaRPr>
          </a:p>
        </p:txBody>
      </p:sp>
      <p:sp>
        <p:nvSpPr>
          <p:cNvPr id="7" name="Прямоугольник: скругленные углы 6">
            <a:extLst>
              <a:ext uri="{FF2B5EF4-FFF2-40B4-BE49-F238E27FC236}">
                <a16:creationId xmlns:a16="http://schemas.microsoft.com/office/drawing/2014/main" id="{F0D4AD67-8A18-5001-7ED8-9458AA8AFBC9}"/>
              </a:ext>
            </a:extLst>
          </p:cNvPr>
          <p:cNvSpPr/>
          <p:nvPr/>
        </p:nvSpPr>
        <p:spPr>
          <a:xfrm>
            <a:off x="4732340" y="964909"/>
            <a:ext cx="3628881" cy="4928182"/>
          </a:xfrm>
          <a:prstGeom prst="roundRect">
            <a:avLst>
              <a:gd name="adj" fmla="val 10425"/>
            </a:avLst>
          </a:prstGeom>
          <a:solidFill>
            <a:schemeClr val="tx2">
              <a:lumMod val="90000"/>
              <a:lumOff val="1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dirty="0">
              <a:ln>
                <a:noFill/>
              </a:ln>
              <a:solidFill>
                <a:srgbClr val="001A34"/>
              </a:solidFill>
              <a:effectLst/>
              <a:uLnTx/>
              <a:uFillTx/>
              <a:latin typeface="Arial" panose="020B0604020202020204" pitchFamily="34" charset="0"/>
              <a:ea typeface="+mn-ea"/>
              <a:cs typeface="+mn-cs"/>
            </a:endParaRPr>
          </a:p>
        </p:txBody>
      </p:sp>
      <p:sp>
        <p:nvSpPr>
          <p:cNvPr id="9" name="Прямоугольник: скругленные углы 36">
            <a:extLst>
              <a:ext uri="{FF2B5EF4-FFF2-40B4-BE49-F238E27FC236}">
                <a16:creationId xmlns:a16="http://schemas.microsoft.com/office/drawing/2014/main" id="{9D3BD3B4-4FAB-4E7C-A24C-9ED58F32A884}"/>
              </a:ext>
            </a:extLst>
          </p:cNvPr>
          <p:cNvSpPr/>
          <p:nvPr/>
        </p:nvSpPr>
        <p:spPr>
          <a:xfrm>
            <a:off x="8829507" y="3607528"/>
            <a:ext cx="2727318" cy="2285563"/>
          </a:xfrm>
          <a:prstGeom prst="roundRect">
            <a:avLst>
              <a:gd name="adj" fmla="val 13860"/>
            </a:avLst>
          </a:prstGeom>
          <a:solidFill>
            <a:schemeClr val="tx2">
              <a:lumMod val="90000"/>
              <a:lumOff val="1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26582" tIns="253164" rtlCol="0" anchor="t"/>
          <a:lstStyle/>
          <a:p>
            <a:pPr defTabSz="642974">
              <a:lnSpc>
                <a:spcPct val="80000"/>
              </a:lnSpc>
              <a:defRPr/>
            </a:pPr>
            <a:r>
              <a:rPr lang="ru-RU" b="1">
                <a:solidFill>
                  <a:schemeClr val="bg1"/>
                </a:solidFill>
              </a:rPr>
              <a:t>Здесь может быть твой текст.</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p:txBody>
          <a:bodyPr/>
          <a:lstStyle/>
          <a:p>
            <a:fld id="{EB5249F5-0093-48B0-B996-C4E44A87EAFB}" type="slidenum">
              <a:rPr lang="ru-RU" smtClean="0"/>
              <a:pPr/>
              <a:t>82</a:t>
            </a:fld>
            <a:endParaRPr lang="ru-RU"/>
          </a:p>
        </p:txBody>
      </p:sp>
      <p:sp>
        <p:nvSpPr>
          <p:cNvPr id="8" name="Прямоугольник: скругленные углы 36">
            <a:extLst>
              <a:ext uri="{FF2B5EF4-FFF2-40B4-BE49-F238E27FC236}">
                <a16:creationId xmlns:a16="http://schemas.microsoft.com/office/drawing/2014/main" id="{DBD39A93-39E4-47F1-917D-E8DD98953E31}"/>
              </a:ext>
            </a:extLst>
          </p:cNvPr>
          <p:cNvSpPr/>
          <p:nvPr/>
        </p:nvSpPr>
        <p:spPr>
          <a:xfrm>
            <a:off x="8829507" y="964909"/>
            <a:ext cx="2727318" cy="2285563"/>
          </a:xfrm>
          <a:prstGeom prst="roundRect">
            <a:avLst>
              <a:gd name="adj" fmla="val 13860"/>
            </a:avLst>
          </a:prstGeom>
          <a:solidFill>
            <a:schemeClr val="tx2">
              <a:lumMod val="90000"/>
              <a:lumOff val="1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26582" tIns="253164" rtlCol="0" anchor="t"/>
          <a:lstStyle/>
          <a:p>
            <a:pPr defTabSz="642974">
              <a:lnSpc>
                <a:spcPct val="80000"/>
              </a:lnSpc>
              <a:defRPr/>
            </a:pPr>
            <a:r>
              <a:rPr lang="ru-RU" b="1">
                <a:solidFill>
                  <a:schemeClr val="bg1"/>
                </a:solidFill>
              </a:rPr>
              <a:t>Здесь может быть твой текст.</a:t>
            </a:r>
          </a:p>
        </p:txBody>
      </p:sp>
      <p:sp>
        <p:nvSpPr>
          <p:cNvPr id="10" name="Текст 3">
            <a:extLst>
              <a:ext uri="{FF2B5EF4-FFF2-40B4-BE49-F238E27FC236}">
                <a16:creationId xmlns:a16="http://schemas.microsoft.com/office/drawing/2014/main" id="{D14EB9D7-F0BC-4760-8A0A-45B609085C47}"/>
              </a:ext>
            </a:extLst>
          </p:cNvPr>
          <p:cNvSpPr txBox="1">
            <a:spLocks/>
          </p:cNvSpPr>
          <p:nvPr/>
        </p:nvSpPr>
        <p:spPr>
          <a:xfrm>
            <a:off x="949501" y="1843614"/>
            <a:ext cx="2428806" cy="443198"/>
          </a:xfrm>
          <a:prstGeom prst="rect">
            <a:avLst/>
          </a:prstGeom>
        </p:spPr>
        <p:txBody>
          <a:bodyPr wrap="none" lIns="0" tIns="0" rIns="0" bIns="0">
            <a:sp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dirty="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lnSpc>
                <a:spcPct val="90000"/>
              </a:lnSpc>
              <a:spcBef>
                <a:spcPct val="0"/>
              </a:spcBef>
            </a:pPr>
            <a:r>
              <a:rPr lang="ru-RU" sz="3200" b="1" spc="28">
                <a:solidFill>
                  <a:schemeClr val="bg1"/>
                </a:solidFill>
                <a:latin typeface="+mj-lt"/>
                <a:ea typeface="+mj-ea"/>
                <a:cs typeface="+mj-cs"/>
              </a:rPr>
              <a:t>Заголовок</a:t>
            </a:r>
          </a:p>
        </p:txBody>
      </p:sp>
      <p:sp>
        <p:nvSpPr>
          <p:cNvPr id="11" name="Текст 3">
            <a:extLst>
              <a:ext uri="{FF2B5EF4-FFF2-40B4-BE49-F238E27FC236}">
                <a16:creationId xmlns:a16="http://schemas.microsoft.com/office/drawing/2014/main" id="{D8DA3947-24CB-41DD-83C1-6995AB1A78ED}"/>
              </a:ext>
            </a:extLst>
          </p:cNvPr>
          <p:cNvSpPr txBox="1">
            <a:spLocks/>
          </p:cNvSpPr>
          <p:nvPr/>
        </p:nvSpPr>
        <p:spPr>
          <a:xfrm>
            <a:off x="5003932" y="1865130"/>
            <a:ext cx="2428806" cy="443198"/>
          </a:xfrm>
          <a:prstGeom prst="rect">
            <a:avLst/>
          </a:prstGeom>
        </p:spPr>
        <p:txBody>
          <a:bodyPr vert="horz" wrap="none" lIns="0" tIns="0" rIns="0" bIns="0" rtlCol="0" anchor="t">
            <a:sp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3600" b="0" kern="1200">
                <a:solidFill>
                  <a:schemeClr val="bg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3600" b="1" kern="1200">
                <a:solidFill>
                  <a:schemeClr val="bg1"/>
                </a:solidFill>
                <a:effectLst/>
                <a:latin typeface="+mj-lt"/>
                <a:ea typeface="+mn-ea"/>
                <a:cs typeface="+mn-cs"/>
              </a:defRPr>
            </a:lvl2pPr>
            <a:lvl3pPr marL="684000" indent="-684000" algn="l" defTabSz="1300277" rtl="0" eaLnBrk="1" latinLnBrk="0" hangingPunct="1">
              <a:lnSpc>
                <a:spcPct val="100000"/>
              </a:lnSpc>
              <a:spcBef>
                <a:spcPts val="0"/>
              </a:spcBef>
              <a:spcAft>
                <a:spcPts val="1500"/>
              </a:spcAft>
              <a:buClr>
                <a:schemeClr val="bg1"/>
              </a:buClr>
              <a:buSzPct val="100000"/>
              <a:buFont typeface=".AppleSystemUIFont" charset="-120"/>
              <a:buChar char="—"/>
              <a:defRPr sz="3600" kern="1200">
                <a:solidFill>
                  <a:schemeClr val="bg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bg1"/>
              </a:buClr>
              <a:buSzPct val="100000"/>
              <a:buFont typeface="+mj-lt"/>
              <a:buAutoNum type="arabicPeriod"/>
              <a:defRPr sz="3600" kern="1200">
                <a:solidFill>
                  <a:schemeClr val="bg1"/>
                </a:solidFill>
                <a:effectLst/>
                <a:latin typeface="+mn-lt"/>
                <a:ea typeface="+mn-ea"/>
                <a:cs typeface="+mn-cs"/>
              </a:defRPr>
            </a:lvl4pPr>
            <a:lvl5pPr marL="0" indent="0" algn="l" defTabSz="1300277" rtl="0" eaLnBrk="1" latinLnBrk="0" hangingPunct="1">
              <a:lnSpc>
                <a:spcPct val="100000"/>
              </a:lnSpc>
              <a:spcBef>
                <a:spcPts val="0"/>
              </a:spcBef>
              <a:spcAft>
                <a:spcPts val="1500"/>
              </a:spcAft>
              <a:buClr>
                <a:schemeClr val="tx1"/>
              </a:buClr>
              <a:buSzPct val="100000"/>
              <a:buFontTx/>
              <a:buNone/>
              <a:defRPr sz="2400" kern="1200">
                <a:solidFill>
                  <a:schemeClr val="bg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2400" b="1" kern="1200" baseline="0">
                <a:solidFill>
                  <a:schemeClr val="bg1"/>
                </a:solidFill>
                <a:effectLst/>
                <a:latin typeface="+mj-lt"/>
                <a:ea typeface="+mn-ea"/>
                <a:cs typeface="+mn-cs"/>
              </a:defRPr>
            </a:lvl6pPr>
            <a:lvl7pPr marL="538163" indent="-538163" algn="l" defTabSz="1300277" rtl="0" eaLnBrk="1" latinLnBrk="0" hangingPunct="1">
              <a:lnSpc>
                <a:spcPct val="100000"/>
              </a:lnSpc>
              <a:spcBef>
                <a:spcPts val="0"/>
              </a:spcBef>
              <a:spcAft>
                <a:spcPts val="1100"/>
              </a:spcAft>
              <a:buClr>
                <a:schemeClr val="bg1"/>
              </a:buClr>
              <a:buSzPct val="100000"/>
              <a:buFont typeface=".AppleSystemUIFont" charset="-120"/>
              <a:buChar char="—"/>
              <a:tabLst>
                <a:tab pos="0" algn="l"/>
              </a:tabLst>
              <a:defRPr sz="2400" kern="1200" baseline="0">
                <a:solidFill>
                  <a:schemeClr val="bg1"/>
                </a:solidFill>
                <a:effectLst/>
                <a:latin typeface="+mn-lt"/>
                <a:ea typeface="+mn-ea"/>
                <a:cs typeface="+mn-cs"/>
              </a:defRPr>
            </a:lvl7pPr>
            <a:lvl8pPr marL="361950" indent="-361950" algn="l" defTabSz="1300277" rtl="0" eaLnBrk="1" latinLnBrk="0" hangingPunct="1">
              <a:lnSpc>
                <a:spcPct val="100000"/>
              </a:lnSpc>
              <a:spcBef>
                <a:spcPts val="0"/>
              </a:spcBef>
              <a:spcAft>
                <a:spcPts val="1100"/>
              </a:spcAft>
              <a:buClr>
                <a:schemeClr val="bg1"/>
              </a:buClr>
              <a:buSzPct val="100000"/>
              <a:buFont typeface="+mj-lt"/>
              <a:buAutoNum type="arabicPeriod"/>
              <a:defRPr sz="2400" kern="1200" baseline="0">
                <a:solidFill>
                  <a:schemeClr val="bg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marL="0" marR="0" lvl="0" indent="0" algn="l" defTabSz="914355" rtl="0" eaLnBrk="1" fontAlgn="auto" latinLnBrk="0" hangingPunct="1">
              <a:lnSpc>
                <a:spcPct val="90000"/>
              </a:lnSpc>
              <a:spcBef>
                <a:spcPct val="0"/>
              </a:spcBef>
              <a:spcAft>
                <a:spcPts val="1055"/>
              </a:spcAft>
              <a:buClr>
                <a:srgbClr val="BFE4FF"/>
              </a:buClr>
              <a:buSzPct val="100000"/>
              <a:buFontTx/>
              <a:buNone/>
              <a:tabLst/>
              <a:defRPr/>
            </a:pPr>
            <a:r>
              <a:rPr lang="ru-RU" sz="3200" b="1" spc="28">
                <a:latin typeface="+mj-lt"/>
                <a:ea typeface="+mj-ea"/>
                <a:cs typeface="+mj-cs"/>
              </a:rPr>
              <a:t>Заголовок</a:t>
            </a:r>
          </a:p>
        </p:txBody>
      </p:sp>
      <p:sp>
        <p:nvSpPr>
          <p:cNvPr id="18" name="Объект 12">
            <a:extLst>
              <a:ext uri="{FF2B5EF4-FFF2-40B4-BE49-F238E27FC236}">
                <a16:creationId xmlns:a16="http://schemas.microsoft.com/office/drawing/2014/main" id="{D6386153-B62E-4A0C-9943-D60C0574A717}"/>
              </a:ext>
            </a:extLst>
          </p:cNvPr>
          <p:cNvSpPr txBox="1">
            <a:spLocks/>
          </p:cNvSpPr>
          <p:nvPr/>
        </p:nvSpPr>
        <p:spPr>
          <a:xfrm>
            <a:off x="5003932" y="2504303"/>
            <a:ext cx="2960434" cy="303540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lvl="2"/>
            <a:r>
              <a:rPr lang="ru-RU">
                <a:solidFill>
                  <a:schemeClr val="bg1"/>
                </a:solidFill>
              </a:rPr>
              <a:t>Здесь может быть твой текст.</a:t>
            </a:r>
          </a:p>
          <a:p>
            <a:pPr lvl="2"/>
            <a:r>
              <a:rPr lang="ru-RU">
                <a:solidFill>
                  <a:schemeClr val="bg1"/>
                </a:solidFill>
              </a:rPr>
              <a:t>Добавь ещё текст. </a:t>
            </a:r>
          </a:p>
          <a:p>
            <a:pPr marL="171450" indent="-171450">
              <a:buFont typeface="Arial" panose="020B0604020202020204" pitchFamily="34" charset="0"/>
              <a:buChar char="•"/>
              <a:defRPr/>
            </a:pPr>
            <a:r>
              <a:rPr lang="ru-RU">
                <a:solidFill>
                  <a:schemeClr val="bg1"/>
                </a:solidFill>
                <a:latin typeface="Arial"/>
              </a:rPr>
              <a:t>Здесь может быть твой текст.</a:t>
            </a:r>
            <a:endParaRPr lang="en-US">
              <a:solidFill>
                <a:schemeClr val="bg1"/>
              </a:solidFill>
              <a:latin typeface="Arial"/>
            </a:endParaRPr>
          </a:p>
          <a:p>
            <a:pPr marL="171450" indent="-171450">
              <a:buFont typeface="Arial" panose="020B0604020202020204" pitchFamily="34" charset="0"/>
              <a:buChar char="•"/>
              <a:defRPr/>
            </a:pPr>
            <a:r>
              <a:rPr lang="ru-RU">
                <a:solidFill>
                  <a:schemeClr val="bg1"/>
                </a:solidFill>
                <a:latin typeface="Arial"/>
              </a:rPr>
              <a:t>Добавь ещё текст. </a:t>
            </a:r>
          </a:p>
          <a:p>
            <a:pPr marL="171450" indent="-171450">
              <a:buFont typeface="Arial" panose="020B0604020202020204" pitchFamily="34" charset="0"/>
              <a:buChar char="•"/>
              <a:defRPr/>
            </a:pPr>
            <a:r>
              <a:rPr lang="ru-RU">
                <a:solidFill>
                  <a:schemeClr val="bg1"/>
                </a:solidFill>
                <a:latin typeface="Arial"/>
              </a:rPr>
              <a:t>Здесь может быть твой текст.</a:t>
            </a:r>
            <a:endParaRPr lang="en-US">
              <a:solidFill>
                <a:schemeClr val="bg1"/>
              </a:solidFill>
              <a:latin typeface="Arial"/>
            </a:endParaRPr>
          </a:p>
          <a:p>
            <a:pPr marL="171450" indent="-171450">
              <a:buFont typeface="Arial" panose="020B0604020202020204" pitchFamily="34" charset="0"/>
              <a:buChar char="•"/>
              <a:defRPr/>
            </a:pPr>
            <a:r>
              <a:rPr lang="ru-RU">
                <a:solidFill>
                  <a:schemeClr val="bg1"/>
                </a:solidFill>
                <a:latin typeface="Arial"/>
              </a:rPr>
              <a:t>Добавь ещё текст. </a:t>
            </a:r>
          </a:p>
          <a:p>
            <a:endParaRPr lang="ru-RU">
              <a:solidFill>
                <a:schemeClr val="bg1"/>
              </a:solidFill>
            </a:endParaRPr>
          </a:p>
        </p:txBody>
      </p:sp>
      <p:grpSp>
        <p:nvGrpSpPr>
          <p:cNvPr id="31" name="Группа 30">
            <a:extLst>
              <a:ext uri="{FF2B5EF4-FFF2-40B4-BE49-F238E27FC236}">
                <a16:creationId xmlns:a16="http://schemas.microsoft.com/office/drawing/2014/main" id="{24D5E7B1-A2A8-494B-8AEB-EF532D8A2482}"/>
              </a:ext>
            </a:extLst>
          </p:cNvPr>
          <p:cNvGrpSpPr/>
          <p:nvPr/>
        </p:nvGrpSpPr>
        <p:grpSpPr>
          <a:xfrm>
            <a:off x="5003932" y="1318295"/>
            <a:ext cx="1737935" cy="324000"/>
            <a:chOff x="6217345" y="2746982"/>
            <a:chExt cx="1737935" cy="324000"/>
          </a:xfrm>
        </p:grpSpPr>
        <p:sp>
          <p:nvSpPr>
            <p:cNvPr id="32" name="Прямоугольник: скругленные углы 31">
              <a:extLst>
                <a:ext uri="{FF2B5EF4-FFF2-40B4-BE49-F238E27FC236}">
                  <a16:creationId xmlns:a16="http://schemas.microsoft.com/office/drawing/2014/main" id="{9FDC6A05-CDCC-411E-885E-7A7BB3740671}"/>
                </a:ext>
              </a:extLst>
            </p:cNvPr>
            <p:cNvSpPr/>
            <p:nvPr/>
          </p:nvSpPr>
          <p:spPr>
            <a:xfrm>
              <a:off x="6217345" y="2746982"/>
              <a:ext cx="1737935" cy="324000"/>
            </a:xfrm>
            <a:prstGeom prst="roundRect">
              <a:avLst>
                <a:gd name="adj" fmla="val 28032"/>
              </a:avLst>
            </a:prstGeom>
            <a:gradFill>
              <a:gsLst>
                <a:gs pos="15000">
                  <a:schemeClr val="accent2"/>
                </a:gs>
                <a:gs pos="85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НОВОСТИ</a:t>
              </a:r>
            </a:p>
          </p:txBody>
        </p:sp>
        <p:sp>
          <p:nvSpPr>
            <p:cNvPr id="33" name="Полилиния: фигура 32">
              <a:extLst>
                <a:ext uri="{FF2B5EF4-FFF2-40B4-BE49-F238E27FC236}">
                  <a16:creationId xmlns:a16="http://schemas.microsoft.com/office/drawing/2014/main" id="{7F70DDC2-A9C9-4F24-A5A0-4F71A1BCBC97}"/>
                </a:ext>
              </a:extLst>
            </p:cNvPr>
            <p:cNvSpPr/>
            <p:nvPr/>
          </p:nvSpPr>
          <p:spPr>
            <a:xfrm>
              <a:off x="6313444" y="2823029"/>
              <a:ext cx="195872" cy="173775"/>
            </a:xfrm>
            <a:custGeom>
              <a:avLst/>
              <a:gdLst>
                <a:gd name="connsiteX0" fmla="*/ 36098 w 168352"/>
                <a:gd name="connsiteY0" fmla="*/ 107870 h 149359"/>
                <a:gd name="connsiteX1" fmla="*/ 54524 w 168352"/>
                <a:gd name="connsiteY1" fmla="*/ 110765 h 149359"/>
                <a:gd name="connsiteX2" fmla="*/ 70141 w 168352"/>
                <a:gd name="connsiteY2" fmla="*/ 122255 h 149359"/>
                <a:gd name="connsiteX3" fmla="*/ 74823 w 168352"/>
                <a:gd name="connsiteY3" fmla="*/ 132763 h 149359"/>
                <a:gd name="connsiteX4" fmla="*/ 74823 w 168352"/>
                <a:gd name="connsiteY4" fmla="*/ 136912 h 149359"/>
                <a:gd name="connsiteX5" fmla="*/ 60641 w 168352"/>
                <a:gd name="connsiteY5" fmla="*/ 149359 h 149359"/>
                <a:gd name="connsiteX6" fmla="*/ 38172 w 168352"/>
                <a:gd name="connsiteY6" fmla="*/ 134319 h 149359"/>
                <a:gd name="connsiteX7" fmla="*/ 29393 w 168352"/>
                <a:gd name="connsiteY7" fmla="*/ 116213 h 149359"/>
                <a:gd name="connsiteX8" fmla="*/ 36098 w 168352"/>
                <a:gd name="connsiteY8" fmla="*/ 107870 h 149359"/>
                <a:gd name="connsiteX9" fmla="*/ 102882 w 168352"/>
                <a:gd name="connsiteY9" fmla="*/ 49786 h 149359"/>
                <a:gd name="connsiteX10" fmla="*/ 121587 w 168352"/>
                <a:gd name="connsiteY10" fmla="*/ 66381 h 149359"/>
                <a:gd name="connsiteX11" fmla="*/ 102882 w 168352"/>
                <a:gd name="connsiteY11" fmla="*/ 82977 h 149359"/>
                <a:gd name="connsiteX12" fmla="*/ 93529 w 168352"/>
                <a:gd name="connsiteY12" fmla="*/ 66381 h 149359"/>
                <a:gd name="connsiteX13" fmla="*/ 102882 w 168352"/>
                <a:gd name="connsiteY13" fmla="*/ 49786 h 149359"/>
                <a:gd name="connsiteX14" fmla="*/ 112235 w 168352"/>
                <a:gd name="connsiteY14" fmla="*/ 16595 h 149359"/>
                <a:gd name="connsiteX15" fmla="*/ 74823 w 168352"/>
                <a:gd name="connsiteY15" fmla="*/ 66382 h 149359"/>
                <a:gd name="connsiteX16" fmla="*/ 112235 w 168352"/>
                <a:gd name="connsiteY16" fmla="*/ 116168 h 149359"/>
                <a:gd name="connsiteX17" fmla="*/ 149647 w 168352"/>
                <a:gd name="connsiteY17" fmla="*/ 66381 h 149359"/>
                <a:gd name="connsiteX18" fmla="*/ 112235 w 168352"/>
                <a:gd name="connsiteY18" fmla="*/ 16595 h 149359"/>
                <a:gd name="connsiteX19" fmla="*/ 112236 w 168352"/>
                <a:gd name="connsiteY19" fmla="*/ 0 h 149359"/>
                <a:gd name="connsiteX20" fmla="*/ 168352 w 168352"/>
                <a:gd name="connsiteY20" fmla="*/ 66382 h 149359"/>
                <a:gd name="connsiteX21" fmla="*/ 112236 w 168352"/>
                <a:gd name="connsiteY21" fmla="*/ 132764 h 149359"/>
                <a:gd name="connsiteX22" fmla="*/ 80597 w 168352"/>
                <a:gd name="connsiteY22" fmla="*/ 119929 h 149359"/>
                <a:gd name="connsiteX23" fmla="*/ 37412 w 168352"/>
                <a:gd name="connsiteY23" fmla="*/ 99573 h 149359"/>
                <a:gd name="connsiteX24" fmla="*/ 0 w 168352"/>
                <a:gd name="connsiteY24" fmla="*/ 66381 h 149359"/>
                <a:gd name="connsiteX25" fmla="*/ 37412 w 168352"/>
                <a:gd name="connsiteY25" fmla="*/ 33191 h 149359"/>
                <a:gd name="connsiteX26" fmla="*/ 80597 w 168352"/>
                <a:gd name="connsiteY26" fmla="*/ 12832 h 149359"/>
                <a:gd name="connsiteX27" fmla="*/ 112236 w 168352"/>
                <a:gd name="connsiteY27" fmla="*/ 0 h 149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352" h="149359">
                  <a:moveTo>
                    <a:pt x="36098" y="107870"/>
                  </a:moveTo>
                  <a:cubicBezTo>
                    <a:pt x="44712" y="107870"/>
                    <a:pt x="50342" y="108721"/>
                    <a:pt x="54524" y="110765"/>
                  </a:cubicBezTo>
                  <a:cubicBezTo>
                    <a:pt x="60373" y="113624"/>
                    <a:pt x="65367" y="117962"/>
                    <a:pt x="70141" y="122255"/>
                  </a:cubicBezTo>
                  <a:cubicBezTo>
                    <a:pt x="74347" y="126040"/>
                    <a:pt x="74823" y="127436"/>
                    <a:pt x="74823" y="132763"/>
                  </a:cubicBezTo>
                  <a:cubicBezTo>
                    <a:pt x="74823" y="134116"/>
                    <a:pt x="74823" y="135545"/>
                    <a:pt x="74823" y="136912"/>
                  </a:cubicBezTo>
                  <a:cubicBezTo>
                    <a:pt x="74823" y="143599"/>
                    <a:pt x="74823" y="149359"/>
                    <a:pt x="60641" y="149359"/>
                  </a:cubicBezTo>
                  <a:cubicBezTo>
                    <a:pt x="45327" y="149359"/>
                    <a:pt x="42103" y="142064"/>
                    <a:pt x="38172" y="134319"/>
                  </a:cubicBezTo>
                  <a:lnTo>
                    <a:pt x="29393" y="116213"/>
                  </a:lnTo>
                  <a:cubicBezTo>
                    <a:pt x="27246" y="111760"/>
                    <a:pt x="26588" y="107870"/>
                    <a:pt x="36098" y="107870"/>
                  </a:cubicBezTo>
                  <a:close/>
                  <a:moveTo>
                    <a:pt x="102882" y="49786"/>
                  </a:moveTo>
                  <a:cubicBezTo>
                    <a:pt x="114253" y="49786"/>
                    <a:pt x="121587" y="58099"/>
                    <a:pt x="121587" y="66381"/>
                  </a:cubicBezTo>
                  <a:cubicBezTo>
                    <a:pt x="121587" y="74663"/>
                    <a:pt x="114253" y="82977"/>
                    <a:pt x="102882" y="82977"/>
                  </a:cubicBezTo>
                  <a:cubicBezTo>
                    <a:pt x="98873" y="82977"/>
                    <a:pt x="93529" y="77445"/>
                    <a:pt x="93529" y="66381"/>
                  </a:cubicBezTo>
                  <a:cubicBezTo>
                    <a:pt x="93529" y="55318"/>
                    <a:pt x="98873" y="49786"/>
                    <a:pt x="102882" y="49786"/>
                  </a:cubicBezTo>
                  <a:close/>
                  <a:moveTo>
                    <a:pt x="112235" y="16595"/>
                  </a:moveTo>
                  <a:cubicBezTo>
                    <a:pt x="93529" y="16595"/>
                    <a:pt x="74823" y="37867"/>
                    <a:pt x="74823" y="66382"/>
                  </a:cubicBezTo>
                  <a:cubicBezTo>
                    <a:pt x="74823" y="94896"/>
                    <a:pt x="93529" y="116168"/>
                    <a:pt x="112235" y="116168"/>
                  </a:cubicBezTo>
                  <a:cubicBezTo>
                    <a:pt x="130940" y="116168"/>
                    <a:pt x="149647" y="94896"/>
                    <a:pt x="149647" y="66381"/>
                  </a:cubicBezTo>
                  <a:cubicBezTo>
                    <a:pt x="149647" y="37867"/>
                    <a:pt x="130940" y="16595"/>
                    <a:pt x="112235" y="16595"/>
                  </a:cubicBezTo>
                  <a:close/>
                  <a:moveTo>
                    <a:pt x="112236" y="0"/>
                  </a:moveTo>
                  <a:cubicBezTo>
                    <a:pt x="143230" y="0"/>
                    <a:pt x="168352" y="25647"/>
                    <a:pt x="168352" y="66382"/>
                  </a:cubicBezTo>
                  <a:cubicBezTo>
                    <a:pt x="168352" y="107117"/>
                    <a:pt x="143230" y="132764"/>
                    <a:pt x="112236" y="132764"/>
                  </a:cubicBezTo>
                  <a:cubicBezTo>
                    <a:pt x="100497" y="132764"/>
                    <a:pt x="89603" y="128027"/>
                    <a:pt x="80597" y="119929"/>
                  </a:cubicBezTo>
                  <a:cubicBezTo>
                    <a:pt x="62056" y="103260"/>
                    <a:pt x="56117" y="99574"/>
                    <a:pt x="37412" y="99573"/>
                  </a:cubicBezTo>
                  <a:cubicBezTo>
                    <a:pt x="18705" y="99572"/>
                    <a:pt x="0" y="91274"/>
                    <a:pt x="0" y="66381"/>
                  </a:cubicBezTo>
                  <a:cubicBezTo>
                    <a:pt x="0" y="41489"/>
                    <a:pt x="18705" y="33191"/>
                    <a:pt x="37412" y="33191"/>
                  </a:cubicBezTo>
                  <a:cubicBezTo>
                    <a:pt x="56117" y="33191"/>
                    <a:pt x="62049" y="29503"/>
                    <a:pt x="80597" y="12832"/>
                  </a:cubicBezTo>
                  <a:cubicBezTo>
                    <a:pt x="89603" y="4735"/>
                    <a:pt x="100500" y="0"/>
                    <a:pt x="112236" y="0"/>
                  </a:cubicBezTo>
                  <a:close/>
                </a:path>
              </a:pathLst>
            </a:custGeom>
            <a:solidFill>
              <a:schemeClr val="bg1"/>
            </a:solidFill>
            <a:ln w="8996" cap="flat">
              <a:noFill/>
              <a:prstDash val="solid"/>
              <a:miter/>
            </a:ln>
          </p:spPr>
          <p:txBody>
            <a:bodyPr rtlCol="0" anchor="ctr"/>
            <a:lstStyle/>
            <a:p>
              <a:endParaRPr lang="ru-RU" b="1"/>
            </a:p>
          </p:txBody>
        </p:sp>
      </p:grpSp>
      <p:grpSp>
        <p:nvGrpSpPr>
          <p:cNvPr id="34" name="Группа 33">
            <a:extLst>
              <a:ext uri="{FF2B5EF4-FFF2-40B4-BE49-F238E27FC236}">
                <a16:creationId xmlns:a16="http://schemas.microsoft.com/office/drawing/2014/main" id="{827F2C80-F620-4752-93A7-CF7CD5AC8519}"/>
              </a:ext>
            </a:extLst>
          </p:cNvPr>
          <p:cNvGrpSpPr/>
          <p:nvPr/>
        </p:nvGrpSpPr>
        <p:grpSpPr>
          <a:xfrm>
            <a:off x="949501" y="1328228"/>
            <a:ext cx="1791017" cy="324000"/>
            <a:chOff x="639763" y="4122219"/>
            <a:chExt cx="1791017" cy="324000"/>
          </a:xfrm>
        </p:grpSpPr>
        <p:sp>
          <p:nvSpPr>
            <p:cNvPr id="35" name="Прямоугольник: скругленные углы 34">
              <a:extLst>
                <a:ext uri="{FF2B5EF4-FFF2-40B4-BE49-F238E27FC236}">
                  <a16:creationId xmlns:a16="http://schemas.microsoft.com/office/drawing/2014/main" id="{4E60DBFC-5DC8-4537-981E-C2E625B9B622}"/>
                </a:ext>
              </a:extLst>
            </p:cNvPr>
            <p:cNvSpPr/>
            <p:nvPr/>
          </p:nvSpPr>
          <p:spPr>
            <a:xfrm>
              <a:off x="639763" y="4122219"/>
              <a:ext cx="1791017" cy="324000"/>
            </a:xfrm>
            <a:prstGeom prst="roundRect">
              <a:avLst>
                <a:gd name="adj" fmla="val 280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ОТГРУЗКА</a:t>
              </a:r>
            </a:p>
          </p:txBody>
        </p:sp>
        <p:sp>
          <p:nvSpPr>
            <p:cNvPr id="36" name="Полилиния: фигура 35">
              <a:extLst>
                <a:ext uri="{FF2B5EF4-FFF2-40B4-BE49-F238E27FC236}">
                  <a16:creationId xmlns:a16="http://schemas.microsoft.com/office/drawing/2014/main" id="{D322F40E-1224-482C-97C5-EA32AA4C9A9C}"/>
                </a:ext>
              </a:extLst>
            </p:cNvPr>
            <p:cNvSpPr/>
            <p:nvPr/>
          </p:nvSpPr>
          <p:spPr>
            <a:xfrm>
              <a:off x="725487" y="4202906"/>
              <a:ext cx="188279" cy="167037"/>
            </a:xfrm>
            <a:custGeom>
              <a:avLst/>
              <a:gdLst>
                <a:gd name="connsiteX0" fmla="*/ 123825 w 180975"/>
                <a:gd name="connsiteY0" fmla="*/ 35704 h 171450"/>
                <a:gd name="connsiteX1" fmla="*/ 159212 w 180975"/>
                <a:gd name="connsiteY1" fmla="*/ 36591 h 171450"/>
                <a:gd name="connsiteX2" fmla="*/ 168275 w 180975"/>
                <a:gd name="connsiteY2" fmla="*/ 37180 h 171450"/>
                <a:gd name="connsiteX3" fmla="*/ 180717 w 180975"/>
                <a:gd name="connsiteY3" fmla="*/ 48804 h 171450"/>
                <a:gd name="connsiteX4" fmla="*/ 180975 w 180975"/>
                <a:gd name="connsiteY4" fmla="*/ 75002 h 171450"/>
                <a:gd name="connsiteX5" fmla="*/ 180974 w 180975"/>
                <a:gd name="connsiteY5" fmla="*/ 75218 h 171450"/>
                <a:gd name="connsiteX6" fmla="*/ 180975 w 180975"/>
                <a:gd name="connsiteY6" fmla="*/ 78276 h 171450"/>
                <a:gd name="connsiteX7" fmla="*/ 123825 w 180975"/>
                <a:gd name="connsiteY7" fmla="*/ 114299 h 171450"/>
                <a:gd name="connsiteX8" fmla="*/ 66675 w 180975"/>
                <a:gd name="connsiteY8" fmla="*/ 78276 h 171450"/>
                <a:gd name="connsiteX9" fmla="*/ 66676 w 180975"/>
                <a:gd name="connsiteY9" fmla="*/ 75218 h 171450"/>
                <a:gd name="connsiteX10" fmla="*/ 66675 w 180975"/>
                <a:gd name="connsiteY10" fmla="*/ 75002 h 171450"/>
                <a:gd name="connsiteX11" fmla="*/ 66933 w 180975"/>
                <a:gd name="connsiteY11" fmla="*/ 48804 h 171450"/>
                <a:gd name="connsiteX12" fmla="*/ 79375 w 180975"/>
                <a:gd name="connsiteY12" fmla="*/ 37180 h 171450"/>
                <a:gd name="connsiteX13" fmla="*/ 88438 w 180975"/>
                <a:gd name="connsiteY13" fmla="*/ 36591 h 171450"/>
                <a:gd name="connsiteX14" fmla="*/ 123825 w 180975"/>
                <a:gd name="connsiteY14" fmla="*/ 35704 h 171450"/>
                <a:gd name="connsiteX15" fmla="*/ 139817 w 180975"/>
                <a:gd name="connsiteY15" fmla="*/ 9535 h 171450"/>
                <a:gd name="connsiteX16" fmla="*/ 168980 w 180975"/>
                <a:gd name="connsiteY16" fmla="*/ 19099 h 171450"/>
                <a:gd name="connsiteX17" fmla="*/ 171450 w 180975"/>
                <a:gd name="connsiteY17" fmla="*/ 22606 h 171450"/>
                <a:gd name="connsiteX18" fmla="*/ 168275 w 180975"/>
                <a:gd name="connsiteY18" fmla="*/ 30614 h 171450"/>
                <a:gd name="connsiteX19" fmla="*/ 139700 w 180975"/>
                <a:gd name="connsiteY19" fmla="*/ 29257 h 171450"/>
                <a:gd name="connsiteX20" fmla="*/ 130295 w 180975"/>
                <a:gd name="connsiteY20" fmla="*/ 19336 h 171450"/>
                <a:gd name="connsiteX21" fmla="*/ 139817 w 180975"/>
                <a:gd name="connsiteY21" fmla="*/ 9535 h 171450"/>
                <a:gd name="connsiteX22" fmla="*/ 107949 w 180975"/>
                <a:gd name="connsiteY22" fmla="*/ 9533 h 171450"/>
                <a:gd name="connsiteX23" fmla="*/ 117474 w 180975"/>
                <a:gd name="connsiteY23" fmla="*/ 19334 h 171450"/>
                <a:gd name="connsiteX24" fmla="*/ 108069 w 180975"/>
                <a:gd name="connsiteY24" fmla="*/ 29255 h 171450"/>
                <a:gd name="connsiteX25" fmla="*/ 79374 w 180975"/>
                <a:gd name="connsiteY25" fmla="*/ 30614 h 171450"/>
                <a:gd name="connsiteX26" fmla="*/ 76199 w 180975"/>
                <a:gd name="connsiteY26" fmla="*/ 22606 h 171450"/>
                <a:gd name="connsiteX27" fmla="*/ 78607 w 180975"/>
                <a:gd name="connsiteY27" fmla="*/ 19194 h 171450"/>
                <a:gd name="connsiteX28" fmla="*/ 107949 w 180975"/>
                <a:gd name="connsiteY28" fmla="*/ 9533 h 171450"/>
                <a:gd name="connsiteX29" fmla="*/ 9525 w 180975"/>
                <a:gd name="connsiteY29" fmla="*/ 0 h 171450"/>
                <a:gd name="connsiteX30" fmla="*/ 31205 w 180975"/>
                <a:gd name="connsiteY30" fmla="*/ 6729 h 171450"/>
                <a:gd name="connsiteX31" fmla="*/ 39437 w 180975"/>
                <a:gd name="connsiteY31" fmla="*/ 27896 h 171450"/>
                <a:gd name="connsiteX32" fmla="*/ 44879 w 180975"/>
                <a:gd name="connsiteY32" fmla="*/ 104097 h 171450"/>
                <a:gd name="connsiteX33" fmla="*/ 47087 w 180975"/>
                <a:gd name="connsiteY33" fmla="*/ 121092 h 171450"/>
                <a:gd name="connsiteX34" fmla="*/ 50371 w 180975"/>
                <a:gd name="connsiteY34" fmla="*/ 129083 h 171450"/>
                <a:gd name="connsiteX35" fmla="*/ 53818 w 180975"/>
                <a:gd name="connsiteY35" fmla="*/ 131619 h 171450"/>
                <a:gd name="connsiteX36" fmla="*/ 71438 w 180975"/>
                <a:gd name="connsiteY36" fmla="*/ 123825 h 171450"/>
                <a:gd name="connsiteX37" fmla="*/ 90489 w 180975"/>
                <a:gd name="connsiteY37" fmla="*/ 133350 h 171450"/>
                <a:gd name="connsiteX38" fmla="*/ 138111 w 180975"/>
                <a:gd name="connsiteY38" fmla="*/ 133350 h 171450"/>
                <a:gd name="connsiteX39" fmla="*/ 157163 w 180975"/>
                <a:gd name="connsiteY39" fmla="*/ 123825 h 171450"/>
                <a:gd name="connsiteX40" fmla="*/ 180975 w 180975"/>
                <a:gd name="connsiteY40" fmla="*/ 147638 h 171450"/>
                <a:gd name="connsiteX41" fmla="*/ 157163 w 180975"/>
                <a:gd name="connsiteY41" fmla="*/ 171450 h 171450"/>
                <a:gd name="connsiteX42" fmla="*/ 133826 w 180975"/>
                <a:gd name="connsiteY42" fmla="*/ 152400 h 171450"/>
                <a:gd name="connsiteX43" fmla="*/ 94774 w 180975"/>
                <a:gd name="connsiteY43" fmla="*/ 152400 h 171450"/>
                <a:gd name="connsiteX44" fmla="*/ 71438 w 180975"/>
                <a:gd name="connsiteY44" fmla="*/ 171450 h 171450"/>
                <a:gd name="connsiteX45" fmla="*/ 47712 w 180975"/>
                <a:gd name="connsiteY45" fmla="*/ 149689 h 171450"/>
                <a:gd name="connsiteX46" fmla="*/ 35417 w 180975"/>
                <a:gd name="connsiteY46" fmla="*/ 140885 h 171450"/>
                <a:gd name="connsiteX47" fmla="*/ 28547 w 180975"/>
                <a:gd name="connsiteY47" fmla="*/ 125472 h 171450"/>
                <a:gd name="connsiteX48" fmla="*/ 25878 w 180975"/>
                <a:gd name="connsiteY48" fmla="*/ 105453 h 171450"/>
                <a:gd name="connsiteX49" fmla="*/ 20435 w 180975"/>
                <a:gd name="connsiteY49" fmla="*/ 29254 h 171450"/>
                <a:gd name="connsiteX50" fmla="*/ 18206 w 180975"/>
                <a:gd name="connsiteY50" fmla="*/ 20655 h 171450"/>
                <a:gd name="connsiteX51" fmla="*/ 9525 w 180975"/>
                <a:gd name="connsiteY51" fmla="*/ 19050 h 171450"/>
                <a:gd name="connsiteX52" fmla="*/ 0 w 180975"/>
                <a:gd name="connsiteY52" fmla="*/ 9525 h 171450"/>
                <a:gd name="connsiteX53" fmla="*/ 9525 w 180975"/>
                <a:gd name="connsiteY53"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80975" h="171450">
                  <a:moveTo>
                    <a:pt x="123825" y="35704"/>
                  </a:moveTo>
                  <a:cubicBezTo>
                    <a:pt x="139552" y="35704"/>
                    <a:pt x="150950" y="35704"/>
                    <a:pt x="159212" y="36591"/>
                  </a:cubicBezTo>
                  <a:cubicBezTo>
                    <a:pt x="162443" y="36769"/>
                    <a:pt x="165461" y="36967"/>
                    <a:pt x="168275" y="37180"/>
                  </a:cubicBezTo>
                  <a:cubicBezTo>
                    <a:pt x="178614" y="37960"/>
                    <a:pt x="180975" y="38979"/>
                    <a:pt x="180717" y="48804"/>
                  </a:cubicBezTo>
                  <a:cubicBezTo>
                    <a:pt x="180975" y="54937"/>
                    <a:pt x="180975" y="63196"/>
                    <a:pt x="180975" y="75002"/>
                  </a:cubicBezTo>
                  <a:lnTo>
                    <a:pt x="180974" y="75218"/>
                  </a:lnTo>
                  <a:lnTo>
                    <a:pt x="180975" y="78276"/>
                  </a:lnTo>
                  <a:cubicBezTo>
                    <a:pt x="180975" y="106785"/>
                    <a:pt x="180975" y="114299"/>
                    <a:pt x="123825" y="114299"/>
                  </a:cubicBezTo>
                  <a:cubicBezTo>
                    <a:pt x="66675" y="114299"/>
                    <a:pt x="66675" y="106785"/>
                    <a:pt x="66675" y="78276"/>
                  </a:cubicBezTo>
                  <a:lnTo>
                    <a:pt x="66676" y="75218"/>
                  </a:lnTo>
                  <a:lnTo>
                    <a:pt x="66675" y="75002"/>
                  </a:lnTo>
                  <a:cubicBezTo>
                    <a:pt x="66675" y="63196"/>
                    <a:pt x="66675" y="54937"/>
                    <a:pt x="66933" y="48804"/>
                  </a:cubicBezTo>
                  <a:cubicBezTo>
                    <a:pt x="66933" y="38979"/>
                    <a:pt x="69036" y="37960"/>
                    <a:pt x="79375" y="37180"/>
                  </a:cubicBezTo>
                  <a:cubicBezTo>
                    <a:pt x="82190" y="36967"/>
                    <a:pt x="85207" y="36769"/>
                    <a:pt x="88438" y="36591"/>
                  </a:cubicBezTo>
                  <a:cubicBezTo>
                    <a:pt x="96700" y="35704"/>
                    <a:pt x="108098" y="35704"/>
                    <a:pt x="123825" y="35704"/>
                  </a:cubicBezTo>
                  <a:close/>
                  <a:moveTo>
                    <a:pt x="139817" y="9535"/>
                  </a:moveTo>
                  <a:cubicBezTo>
                    <a:pt x="162482" y="9697"/>
                    <a:pt x="163282" y="10854"/>
                    <a:pt x="168980" y="19099"/>
                  </a:cubicBezTo>
                  <a:cubicBezTo>
                    <a:pt x="169705" y="20149"/>
                    <a:pt x="170510" y="21314"/>
                    <a:pt x="171450" y="22606"/>
                  </a:cubicBezTo>
                  <a:cubicBezTo>
                    <a:pt x="176286" y="29257"/>
                    <a:pt x="174624" y="31086"/>
                    <a:pt x="168275" y="30614"/>
                  </a:cubicBezTo>
                  <a:cubicBezTo>
                    <a:pt x="159613" y="29969"/>
                    <a:pt x="152295" y="29464"/>
                    <a:pt x="139700" y="29257"/>
                  </a:cubicBezTo>
                  <a:cubicBezTo>
                    <a:pt x="130353" y="29104"/>
                    <a:pt x="130295" y="29103"/>
                    <a:pt x="130295" y="19336"/>
                  </a:cubicBezTo>
                  <a:cubicBezTo>
                    <a:pt x="130295" y="9605"/>
                    <a:pt x="130356" y="9467"/>
                    <a:pt x="139817" y="9535"/>
                  </a:cubicBezTo>
                  <a:close/>
                  <a:moveTo>
                    <a:pt x="107949" y="9533"/>
                  </a:moveTo>
                  <a:cubicBezTo>
                    <a:pt x="117412" y="9466"/>
                    <a:pt x="117474" y="9601"/>
                    <a:pt x="117474" y="19334"/>
                  </a:cubicBezTo>
                  <a:cubicBezTo>
                    <a:pt x="117474" y="29101"/>
                    <a:pt x="117416" y="29102"/>
                    <a:pt x="108069" y="29255"/>
                  </a:cubicBezTo>
                  <a:cubicBezTo>
                    <a:pt x="95474" y="29462"/>
                    <a:pt x="88036" y="29969"/>
                    <a:pt x="79374" y="30614"/>
                  </a:cubicBezTo>
                  <a:cubicBezTo>
                    <a:pt x="73024" y="31086"/>
                    <a:pt x="71363" y="29257"/>
                    <a:pt x="76199" y="22606"/>
                  </a:cubicBezTo>
                  <a:cubicBezTo>
                    <a:pt x="77110" y="21353"/>
                    <a:pt x="77897" y="20219"/>
                    <a:pt x="78607" y="19194"/>
                  </a:cubicBezTo>
                  <a:cubicBezTo>
                    <a:pt x="84388" y="10859"/>
                    <a:pt x="85195" y="9695"/>
                    <a:pt x="107949" y="9533"/>
                  </a:cubicBezTo>
                  <a:close/>
                  <a:moveTo>
                    <a:pt x="9525" y="0"/>
                  </a:moveTo>
                  <a:cubicBezTo>
                    <a:pt x="17302" y="0"/>
                    <a:pt x="25280" y="1199"/>
                    <a:pt x="31205" y="6729"/>
                  </a:cubicBezTo>
                  <a:cubicBezTo>
                    <a:pt x="37123" y="12252"/>
                    <a:pt x="38882" y="20129"/>
                    <a:pt x="39437" y="27896"/>
                  </a:cubicBezTo>
                  <a:lnTo>
                    <a:pt x="44879" y="104097"/>
                  </a:lnTo>
                  <a:cubicBezTo>
                    <a:pt x="45399" y="111368"/>
                    <a:pt x="46089" y="116871"/>
                    <a:pt x="47087" y="121092"/>
                  </a:cubicBezTo>
                  <a:cubicBezTo>
                    <a:pt x="48083" y="125309"/>
                    <a:pt x="49257" y="127671"/>
                    <a:pt x="50371" y="129083"/>
                  </a:cubicBezTo>
                  <a:cubicBezTo>
                    <a:pt x="51091" y="129995"/>
                    <a:pt x="52087" y="130888"/>
                    <a:pt x="53818" y="131619"/>
                  </a:cubicBezTo>
                  <a:cubicBezTo>
                    <a:pt x="58174" y="126831"/>
                    <a:pt x="64455" y="123825"/>
                    <a:pt x="71438" y="123825"/>
                  </a:cubicBezTo>
                  <a:cubicBezTo>
                    <a:pt x="79228" y="123825"/>
                    <a:pt x="86145" y="127566"/>
                    <a:pt x="90489" y="133350"/>
                  </a:cubicBezTo>
                  <a:lnTo>
                    <a:pt x="138111" y="133350"/>
                  </a:lnTo>
                  <a:cubicBezTo>
                    <a:pt x="142455" y="127566"/>
                    <a:pt x="149372" y="123825"/>
                    <a:pt x="157163" y="123825"/>
                  </a:cubicBezTo>
                  <a:cubicBezTo>
                    <a:pt x="170314" y="123825"/>
                    <a:pt x="180975" y="134486"/>
                    <a:pt x="180975" y="147638"/>
                  </a:cubicBezTo>
                  <a:cubicBezTo>
                    <a:pt x="180975" y="160789"/>
                    <a:pt x="170314" y="171450"/>
                    <a:pt x="157163" y="171450"/>
                  </a:cubicBezTo>
                  <a:cubicBezTo>
                    <a:pt x="145642" y="171450"/>
                    <a:pt x="136032" y="163269"/>
                    <a:pt x="133826" y="152400"/>
                  </a:cubicBezTo>
                  <a:lnTo>
                    <a:pt x="94774" y="152400"/>
                  </a:lnTo>
                  <a:cubicBezTo>
                    <a:pt x="92567" y="163269"/>
                    <a:pt x="82958" y="171450"/>
                    <a:pt x="71438" y="171450"/>
                  </a:cubicBezTo>
                  <a:cubicBezTo>
                    <a:pt x="58977" y="171450"/>
                    <a:pt x="48752" y="161880"/>
                    <a:pt x="47712" y="149689"/>
                  </a:cubicBezTo>
                  <a:cubicBezTo>
                    <a:pt x="42980" y="147943"/>
                    <a:pt x="38802" y="145173"/>
                    <a:pt x="35417" y="140885"/>
                  </a:cubicBezTo>
                  <a:cubicBezTo>
                    <a:pt x="31950" y="136492"/>
                    <a:pt x="29897" y="131189"/>
                    <a:pt x="28547" y="125472"/>
                  </a:cubicBezTo>
                  <a:cubicBezTo>
                    <a:pt x="27197" y="119760"/>
                    <a:pt x="26421" y="113061"/>
                    <a:pt x="25878" y="105453"/>
                  </a:cubicBezTo>
                  <a:lnTo>
                    <a:pt x="20435" y="29254"/>
                  </a:lnTo>
                  <a:cubicBezTo>
                    <a:pt x="19969" y="22733"/>
                    <a:pt x="18667" y="21085"/>
                    <a:pt x="18206" y="20655"/>
                  </a:cubicBezTo>
                  <a:cubicBezTo>
                    <a:pt x="17752" y="20231"/>
                    <a:pt x="16035" y="19050"/>
                    <a:pt x="9525" y="19050"/>
                  </a:cubicBezTo>
                  <a:cubicBezTo>
                    <a:pt x="4265" y="19050"/>
                    <a:pt x="0" y="14786"/>
                    <a:pt x="0" y="9525"/>
                  </a:cubicBezTo>
                  <a:cubicBezTo>
                    <a:pt x="0" y="4265"/>
                    <a:pt x="4264" y="0"/>
                    <a:pt x="9525" y="0"/>
                  </a:cubicBezTo>
                  <a:close/>
                </a:path>
              </a:pathLst>
            </a:custGeom>
            <a:solidFill>
              <a:schemeClr val="bg1"/>
            </a:solidFill>
            <a:ln w="9525" cap="flat">
              <a:noFill/>
              <a:prstDash val="solid"/>
              <a:miter/>
            </a:ln>
          </p:spPr>
          <p:txBody>
            <a:bodyPr rtlCol="0" anchor="ctr"/>
            <a:lstStyle/>
            <a:p>
              <a:endParaRPr lang="ru-RU"/>
            </a:p>
          </p:txBody>
        </p:sp>
      </p:grpSp>
      <p:pic>
        <p:nvPicPr>
          <p:cNvPr id="62" name="Рисунок 61" descr="Изображение выглядит как силуэт, легкий&#10;&#10;Автоматически созданное описание">
            <a:extLst>
              <a:ext uri="{FF2B5EF4-FFF2-40B4-BE49-F238E27FC236}">
                <a16:creationId xmlns:a16="http://schemas.microsoft.com/office/drawing/2014/main" id="{8E784E8D-3FEA-4E3B-B0FF-1203BFEBAD4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rot="1101295">
            <a:off x="3394232" y="4837271"/>
            <a:ext cx="814512" cy="814512"/>
          </a:xfrm>
          <a:prstGeom prst="rect">
            <a:avLst/>
          </a:prstGeom>
        </p:spPr>
      </p:pic>
      <p:pic>
        <p:nvPicPr>
          <p:cNvPr id="65" name="Рисунок 64" descr="Изображение выглядит как силуэт, легкий&#10;&#10;Автоматически созданное описание">
            <a:extLst>
              <a:ext uri="{FF2B5EF4-FFF2-40B4-BE49-F238E27FC236}">
                <a16:creationId xmlns:a16="http://schemas.microsoft.com/office/drawing/2014/main" id="{19575489-09B2-405F-95DF-B4D2FAC8E1A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7636081" y="1281985"/>
            <a:ext cx="508630" cy="508630"/>
          </a:xfrm>
          <a:prstGeom prst="rect">
            <a:avLst/>
          </a:prstGeom>
        </p:spPr>
      </p:pic>
      <p:pic>
        <p:nvPicPr>
          <p:cNvPr id="68" name="Рисунок 67">
            <a:extLst>
              <a:ext uri="{FF2B5EF4-FFF2-40B4-BE49-F238E27FC236}">
                <a16:creationId xmlns:a16="http://schemas.microsoft.com/office/drawing/2014/main" id="{41B433A0-A851-4890-A8C2-C15AEC374C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937337">
            <a:off x="7163519" y="538380"/>
            <a:ext cx="773523" cy="773523"/>
          </a:xfrm>
          <a:prstGeom prst="rect">
            <a:avLst/>
          </a:prstGeom>
        </p:spPr>
      </p:pic>
      <p:pic>
        <p:nvPicPr>
          <p:cNvPr id="71" name="Рисунок 70">
            <a:extLst>
              <a:ext uri="{FF2B5EF4-FFF2-40B4-BE49-F238E27FC236}">
                <a16:creationId xmlns:a16="http://schemas.microsoft.com/office/drawing/2014/main" id="{F6C6A63A-BE10-4AB2-B592-4E8EE6F5A4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871074">
            <a:off x="3059507" y="5488939"/>
            <a:ext cx="595312" cy="595312"/>
          </a:xfrm>
          <a:prstGeom prst="rect">
            <a:avLst/>
          </a:prstGeom>
        </p:spPr>
      </p:pic>
      <p:sp>
        <p:nvSpPr>
          <p:cNvPr id="29" name="Объект 12">
            <a:extLst>
              <a:ext uri="{FF2B5EF4-FFF2-40B4-BE49-F238E27FC236}">
                <a16:creationId xmlns:a16="http://schemas.microsoft.com/office/drawing/2014/main" id="{4E95B43A-55A0-4F8A-AB13-21BC2886C904}"/>
              </a:ext>
            </a:extLst>
          </p:cNvPr>
          <p:cNvSpPr>
            <a:spLocks noGrp="1"/>
          </p:cNvSpPr>
          <p:nvPr>
            <p:ph idx="1"/>
          </p:nvPr>
        </p:nvSpPr>
        <p:spPr>
          <a:xfrm>
            <a:off x="949501" y="2504303"/>
            <a:ext cx="2960434" cy="3035402"/>
          </a:xfrm>
        </p:spPr>
        <p:txBody>
          <a:bodyPr/>
          <a:lstStyle/>
          <a:p>
            <a:pPr lvl="2"/>
            <a:r>
              <a:rPr lang="ru-RU"/>
              <a:t>Здесь может быть твой текст.</a:t>
            </a:r>
          </a:p>
          <a:p>
            <a:pPr lvl="2"/>
            <a:r>
              <a:rPr lang="ru-RU"/>
              <a:t>Добавь ещё текст. </a:t>
            </a:r>
          </a:p>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ru-RU" sz="1800" b="0" i="0" u="none" strike="noStrike" kern="1200" cap="none" spc="0" normalizeH="0" baseline="0" noProof="0">
                <a:ln>
                  <a:noFill/>
                </a:ln>
                <a:effectLst/>
                <a:uLnTx/>
                <a:uFillTx/>
                <a:latin typeface="Arial"/>
                <a:ea typeface="+mn-ea"/>
                <a:cs typeface="+mn-cs"/>
              </a:rPr>
              <a:t>Здесь может быть твой текст.</a:t>
            </a:r>
            <a:endParaRPr kumimoji="0" lang="en-US" sz="1800" b="0" i="0" u="none" strike="noStrike" kern="1200" cap="none" spc="0" normalizeH="0" baseline="0" noProof="0">
              <a:ln>
                <a:noFill/>
              </a:ln>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ru-RU" sz="1800" b="0" i="0" u="none" strike="noStrike" kern="1200" cap="none" spc="0" normalizeH="0" baseline="0" noProof="0">
                <a:ln>
                  <a:noFill/>
                </a:ln>
                <a:effectLst/>
                <a:uLnTx/>
                <a:uFillTx/>
                <a:latin typeface="Arial"/>
                <a:ea typeface="+mn-ea"/>
                <a:cs typeface="+mn-cs"/>
              </a:rPr>
              <a:t>Добавь ещё текст. </a:t>
            </a:r>
          </a:p>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ru-RU" sz="1800" b="0" i="0" u="none" strike="noStrike" kern="1200" cap="none" spc="0" normalizeH="0" baseline="0" noProof="0">
                <a:ln>
                  <a:noFill/>
                </a:ln>
                <a:effectLst/>
                <a:uLnTx/>
                <a:uFillTx/>
                <a:latin typeface="Arial"/>
                <a:ea typeface="+mn-ea"/>
                <a:cs typeface="+mn-cs"/>
              </a:rPr>
              <a:t>Здесь может быть твой текст.</a:t>
            </a:r>
            <a:endParaRPr kumimoji="0" lang="en-US" sz="1800" b="0" i="0" u="none" strike="noStrike" kern="1200" cap="none" spc="0" normalizeH="0" baseline="0" noProof="0">
              <a:ln>
                <a:noFill/>
              </a:ln>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ru-RU" sz="1800" b="0" i="0" u="none" strike="noStrike" kern="1200" cap="none" spc="0" normalizeH="0" baseline="0" noProof="0">
                <a:ln>
                  <a:noFill/>
                </a:ln>
                <a:effectLst/>
                <a:uLnTx/>
                <a:uFillTx/>
                <a:latin typeface="Arial"/>
                <a:ea typeface="+mn-ea"/>
                <a:cs typeface="+mn-cs"/>
              </a:rPr>
              <a:t>Добавь ещё текст. </a:t>
            </a:r>
          </a:p>
          <a:p>
            <a:endParaRPr lang="ru-RU"/>
          </a:p>
        </p:txBody>
      </p:sp>
      <p:sp>
        <p:nvSpPr>
          <p:cNvPr id="2" name="Нижний колонтитул 1">
            <a:extLst>
              <a:ext uri="{FF2B5EF4-FFF2-40B4-BE49-F238E27FC236}">
                <a16:creationId xmlns:a16="http://schemas.microsoft.com/office/drawing/2014/main" id="{397AE538-804C-1E94-E2EE-E3AA7AE854B2}"/>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3019873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D7DD3E-9040-458F-AE45-786488E94640}"/>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4" name="Номер слайда 3">
            <a:extLst>
              <a:ext uri="{FF2B5EF4-FFF2-40B4-BE49-F238E27FC236}">
                <a16:creationId xmlns:a16="http://schemas.microsoft.com/office/drawing/2014/main" id="{5774AA91-B522-48B4-9A30-59953E2823A9}"/>
              </a:ext>
            </a:extLst>
          </p:cNvPr>
          <p:cNvSpPr>
            <a:spLocks noGrp="1"/>
          </p:cNvSpPr>
          <p:nvPr>
            <p:ph type="sldNum" sz="quarter" idx="12"/>
          </p:nvPr>
        </p:nvSpPr>
        <p:spPr/>
        <p:txBody>
          <a:bodyPr/>
          <a:lstStyle/>
          <a:p>
            <a:fld id="{EB5249F5-0093-48B0-B996-C4E44A87EAFB}" type="slidenum">
              <a:rPr lang="ru-RU" smtClean="0"/>
              <a:pPr/>
              <a:t>83</a:t>
            </a:fld>
            <a:endParaRPr lang="ru-RU"/>
          </a:p>
        </p:txBody>
      </p:sp>
      <p:sp>
        <p:nvSpPr>
          <p:cNvPr id="12" name="Прямоугольник: скругленные углы 11">
            <a:extLst>
              <a:ext uri="{FF2B5EF4-FFF2-40B4-BE49-F238E27FC236}">
                <a16:creationId xmlns:a16="http://schemas.microsoft.com/office/drawing/2014/main" id="{FFD6F6C0-2562-4A54-A0AC-8654A38B7CAA}"/>
              </a:ext>
            </a:extLst>
          </p:cNvPr>
          <p:cNvSpPr/>
          <p:nvPr/>
        </p:nvSpPr>
        <p:spPr>
          <a:xfrm>
            <a:off x="639765" y="1520825"/>
            <a:ext cx="3167738" cy="1203521"/>
          </a:xfrm>
          <a:prstGeom prst="roundRect">
            <a:avLst>
              <a:gd name="adj" fmla="val 16930"/>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sz="1400"/>
              <a:t>Здесь может быть твой текст. Размести здесь свой текст. Здесь может быть твой текст. </a:t>
            </a:r>
          </a:p>
        </p:txBody>
      </p:sp>
      <p:sp>
        <p:nvSpPr>
          <p:cNvPr id="15" name="Объект 1">
            <a:extLst>
              <a:ext uri="{FF2B5EF4-FFF2-40B4-BE49-F238E27FC236}">
                <a16:creationId xmlns:a16="http://schemas.microsoft.com/office/drawing/2014/main" id="{8FE8BEBC-5D16-4A76-A58B-1A90EFBACE83}"/>
              </a:ext>
            </a:extLst>
          </p:cNvPr>
          <p:cNvSpPr txBox="1">
            <a:spLocks/>
          </p:cNvSpPr>
          <p:nvPr/>
        </p:nvSpPr>
        <p:spPr>
          <a:xfrm>
            <a:off x="639762" y="3149543"/>
            <a:ext cx="4546601" cy="27644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bg1"/>
                </a:solidFill>
              </a:rPr>
              <a:t>Напиши краткий заголовок таблицы</a:t>
            </a:r>
          </a:p>
        </p:txBody>
      </p:sp>
      <p:sp>
        <p:nvSpPr>
          <p:cNvPr id="16" name="Объект 1">
            <a:extLst>
              <a:ext uri="{FF2B5EF4-FFF2-40B4-BE49-F238E27FC236}">
                <a16:creationId xmlns:a16="http://schemas.microsoft.com/office/drawing/2014/main" id="{08429BC1-F50D-4427-8122-8D7E68F5CB41}"/>
              </a:ext>
            </a:extLst>
          </p:cNvPr>
          <p:cNvSpPr txBox="1">
            <a:spLocks/>
          </p:cNvSpPr>
          <p:nvPr/>
        </p:nvSpPr>
        <p:spPr>
          <a:xfrm>
            <a:off x="6534826" y="3149543"/>
            <a:ext cx="4546601" cy="27644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90000"/>
              </a:lnSpc>
              <a:spcBef>
                <a:spcPts val="0"/>
              </a:spcBef>
              <a:spcAft>
                <a:spcPts val="6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90000"/>
              </a:lnSpc>
              <a:spcBef>
                <a:spcPts val="0"/>
              </a:spcBef>
              <a:spcAft>
                <a:spcPts val="6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90000"/>
              </a:lnSpc>
              <a:spcBef>
                <a:spcPts val="0"/>
              </a:spcBef>
              <a:spcAft>
                <a:spcPts val="6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90000"/>
              </a:lnSpc>
              <a:spcBef>
                <a:spcPts val="0"/>
              </a:spcBef>
              <a:spcAft>
                <a:spcPts val="35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90000"/>
              </a:lnSpc>
              <a:spcBef>
                <a:spcPts val="0"/>
              </a:spcBef>
              <a:spcAft>
                <a:spcPts val="35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90000"/>
              </a:lnSpc>
              <a:spcBef>
                <a:spcPts val="0"/>
              </a:spcBef>
              <a:spcAft>
                <a:spcPts val="35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bg1"/>
                </a:solidFill>
              </a:rPr>
              <a:t>Напиши краткий заголовок таблицы</a:t>
            </a:r>
          </a:p>
        </p:txBody>
      </p:sp>
      <p:graphicFrame>
        <p:nvGraphicFramePr>
          <p:cNvPr id="17" name="Таблица 16">
            <a:extLst>
              <a:ext uri="{FF2B5EF4-FFF2-40B4-BE49-F238E27FC236}">
                <a16:creationId xmlns:a16="http://schemas.microsoft.com/office/drawing/2014/main" id="{F9A29D7E-A92B-496A-800A-1738688949CC}"/>
              </a:ext>
            </a:extLst>
          </p:cNvPr>
          <p:cNvGraphicFramePr>
            <a:graphicFrameLocks/>
          </p:cNvGraphicFramePr>
          <p:nvPr/>
        </p:nvGraphicFramePr>
        <p:xfrm>
          <a:off x="639763" y="3641102"/>
          <a:ext cx="4546600" cy="2621586"/>
        </p:xfrm>
        <a:graphic>
          <a:graphicData uri="http://schemas.openxmlformats.org/drawingml/2006/table">
            <a:tbl>
              <a:tblPr firstRow="1" bandRow="1">
                <a:tableStyleId>{18467CCE-9AFA-45B7-9190-6F7425A13B29}</a:tableStyleId>
              </a:tblPr>
              <a:tblGrid>
                <a:gridCol w="2273300">
                  <a:extLst>
                    <a:ext uri="{9D8B030D-6E8A-4147-A177-3AD203B41FA5}">
                      <a16:colId xmlns:a16="http://schemas.microsoft.com/office/drawing/2014/main" val="3273329890"/>
                    </a:ext>
                  </a:extLst>
                </a:gridCol>
                <a:gridCol w="2273300">
                  <a:extLst>
                    <a:ext uri="{9D8B030D-6E8A-4147-A177-3AD203B41FA5}">
                      <a16:colId xmlns:a16="http://schemas.microsoft.com/office/drawing/2014/main" val="3350064998"/>
                    </a:ext>
                  </a:extLst>
                </a:gridCol>
              </a:tblGrid>
              <a:tr h="513660">
                <a:tc>
                  <a:txBody>
                    <a:bodyPr/>
                    <a:lstStyle/>
                    <a:p>
                      <a:r>
                        <a:rPr lang="ru-RU"/>
                        <a:t>Название параметра</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1"/>
                        <a:t>Описание</a:t>
                      </a:r>
                    </a:p>
                  </a:txBody>
                  <a:tcPr anchor="ctr"/>
                </a:tc>
                <a:extLst>
                  <a:ext uri="{0D108BD9-81ED-4DB2-BD59-A6C34878D82A}">
                    <a16:rowId xmlns:a16="http://schemas.microsoft.com/office/drawing/2014/main" val="3242354942"/>
                  </a:ext>
                </a:extLst>
              </a:tr>
              <a:tr h="1053963">
                <a:tc>
                  <a:txBody>
                    <a:bodyPr/>
                    <a:lstStyle/>
                    <a:p>
                      <a:pPr marL="0" indent="0">
                        <a:buFontTx/>
                        <a:buNone/>
                      </a:pPr>
                      <a:r>
                        <a:rPr lang="ru-RU"/>
                        <a:t>Здесь может быть твой текст. Размести здесь свой текст.</a:t>
                      </a:r>
                    </a:p>
                  </a:txBody>
                  <a:tcPr anchor="ctr"/>
                </a:tc>
                <a:tc>
                  <a:txBody>
                    <a:bodyPr/>
                    <a:lstStyle/>
                    <a:p>
                      <a:pPr marL="0" indent="0">
                        <a:buFontTx/>
                        <a:buNone/>
                      </a:pPr>
                      <a:r>
                        <a:rPr lang="ru-RU"/>
                        <a:t>Здесь может быть твой текст. Размести здесь свой текст.</a:t>
                      </a:r>
                    </a:p>
                  </a:txBody>
                  <a:tcPr anchor="ctr"/>
                </a:tc>
                <a:extLst>
                  <a:ext uri="{0D108BD9-81ED-4DB2-BD59-A6C34878D82A}">
                    <a16:rowId xmlns:a16="http://schemas.microsoft.com/office/drawing/2014/main" val="2038582283"/>
                  </a:ext>
                </a:extLst>
              </a:tr>
              <a:tr h="10539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Добавь ещё текст. Здесь может быть твой текст.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Добавь ещё текст. Здесь может быть твой текст. </a:t>
                      </a:r>
                    </a:p>
                  </a:txBody>
                  <a:tcPr anchor="ctr"/>
                </a:tc>
                <a:extLst>
                  <a:ext uri="{0D108BD9-81ED-4DB2-BD59-A6C34878D82A}">
                    <a16:rowId xmlns:a16="http://schemas.microsoft.com/office/drawing/2014/main" val="493526528"/>
                  </a:ext>
                </a:extLst>
              </a:tr>
            </a:tbl>
          </a:graphicData>
        </a:graphic>
      </p:graphicFrame>
      <p:graphicFrame>
        <p:nvGraphicFramePr>
          <p:cNvPr id="18" name="Таблица 17">
            <a:extLst>
              <a:ext uri="{FF2B5EF4-FFF2-40B4-BE49-F238E27FC236}">
                <a16:creationId xmlns:a16="http://schemas.microsoft.com/office/drawing/2014/main" id="{41A571DA-FE2A-41C8-B96B-4533CA72FFA1}"/>
              </a:ext>
            </a:extLst>
          </p:cNvPr>
          <p:cNvGraphicFramePr>
            <a:graphicFrameLocks/>
          </p:cNvGraphicFramePr>
          <p:nvPr/>
        </p:nvGraphicFramePr>
        <p:xfrm>
          <a:off x="6534826" y="3641104"/>
          <a:ext cx="4546600" cy="2621584"/>
        </p:xfrm>
        <a:graphic>
          <a:graphicData uri="http://schemas.openxmlformats.org/drawingml/2006/table">
            <a:tbl>
              <a:tblPr firstRow="1" bandRow="1">
                <a:tableStyleId>{18467CCE-9AFA-45B7-9190-6F7425A13B29}</a:tableStyleId>
              </a:tblPr>
              <a:tblGrid>
                <a:gridCol w="1970268">
                  <a:extLst>
                    <a:ext uri="{9D8B030D-6E8A-4147-A177-3AD203B41FA5}">
                      <a16:colId xmlns:a16="http://schemas.microsoft.com/office/drawing/2014/main" val="3273329890"/>
                    </a:ext>
                  </a:extLst>
                </a:gridCol>
                <a:gridCol w="1288166">
                  <a:extLst>
                    <a:ext uri="{9D8B030D-6E8A-4147-A177-3AD203B41FA5}">
                      <a16:colId xmlns:a16="http://schemas.microsoft.com/office/drawing/2014/main" val="3350064998"/>
                    </a:ext>
                  </a:extLst>
                </a:gridCol>
                <a:gridCol w="1288166">
                  <a:extLst>
                    <a:ext uri="{9D8B030D-6E8A-4147-A177-3AD203B41FA5}">
                      <a16:colId xmlns:a16="http://schemas.microsoft.com/office/drawing/2014/main" val="1810043381"/>
                    </a:ext>
                  </a:extLst>
                </a:gridCol>
              </a:tblGrid>
              <a:tr h="4418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1"/>
                        <a:t>Название параметра</a:t>
                      </a:r>
                    </a:p>
                  </a:txBody>
                  <a:tcPr anchor="ctr"/>
                </a:tc>
                <a:tc>
                  <a:txBody>
                    <a:bodyPr/>
                    <a:lstStyle/>
                    <a:p>
                      <a:pPr algn="r"/>
                      <a:r>
                        <a:rPr lang="ru-RU"/>
                        <a:t>Значение 1</a:t>
                      </a:r>
                    </a:p>
                  </a:txBody>
                  <a:tcPr anchor="ctr"/>
                </a:tc>
                <a:tc>
                  <a:txBody>
                    <a:bodyPr/>
                    <a:lstStyle/>
                    <a:p>
                      <a:pPr algn="r"/>
                      <a:r>
                        <a:rPr lang="ru-RU"/>
                        <a:t>Значение 2</a:t>
                      </a:r>
                    </a:p>
                  </a:txBody>
                  <a:tcPr anchor="ctr"/>
                </a:tc>
                <a:extLst>
                  <a:ext uri="{0D108BD9-81ED-4DB2-BD59-A6C34878D82A}">
                    <a16:rowId xmlns:a16="http://schemas.microsoft.com/office/drawing/2014/main" val="3242354942"/>
                  </a:ext>
                </a:extLst>
              </a:tr>
              <a:tr h="726565">
                <a:tc>
                  <a:txBody>
                    <a:bodyPr/>
                    <a:lstStyle/>
                    <a:p>
                      <a:r>
                        <a:rPr lang="ru-RU"/>
                        <a:t>Название параметра №1</a:t>
                      </a:r>
                    </a:p>
                  </a:txBody>
                  <a:tcPr anchor="ctr"/>
                </a:tc>
                <a:tc>
                  <a:txBody>
                    <a:bodyPr/>
                    <a:lstStyle/>
                    <a:p>
                      <a:pPr algn="r"/>
                      <a:r>
                        <a:rPr lang="ru-RU"/>
                        <a:t>4,5</a:t>
                      </a:r>
                    </a:p>
                  </a:txBody>
                  <a:tcPr anchor="ctr"/>
                </a:tc>
                <a:tc>
                  <a:txBody>
                    <a:bodyPr/>
                    <a:lstStyle/>
                    <a:p>
                      <a:pPr algn="r"/>
                      <a:r>
                        <a:rPr lang="ru-RU"/>
                        <a:t>4,2</a:t>
                      </a:r>
                    </a:p>
                  </a:txBody>
                  <a:tcPr anchor="ctr"/>
                </a:tc>
                <a:extLst>
                  <a:ext uri="{0D108BD9-81ED-4DB2-BD59-A6C34878D82A}">
                    <a16:rowId xmlns:a16="http://schemas.microsoft.com/office/drawing/2014/main" val="2038582283"/>
                  </a:ext>
                </a:extLst>
              </a:tr>
              <a:tr h="7265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Название параметра №2</a:t>
                      </a:r>
                    </a:p>
                  </a:txBody>
                  <a:tcPr anchor="ctr"/>
                </a:tc>
                <a:tc>
                  <a:txBody>
                    <a:bodyPr/>
                    <a:lstStyle/>
                    <a:p>
                      <a:pPr algn="r"/>
                      <a:r>
                        <a:rPr lang="ru-RU"/>
                        <a:t>3,4</a:t>
                      </a:r>
                    </a:p>
                  </a:txBody>
                  <a:tcPr anchor="ctr"/>
                </a:tc>
                <a:tc>
                  <a:txBody>
                    <a:bodyPr/>
                    <a:lstStyle/>
                    <a:p>
                      <a:pPr algn="r"/>
                      <a:r>
                        <a:rPr lang="ru-RU"/>
                        <a:t>3,2</a:t>
                      </a:r>
                    </a:p>
                  </a:txBody>
                  <a:tcPr anchor="ctr"/>
                </a:tc>
                <a:extLst>
                  <a:ext uri="{0D108BD9-81ED-4DB2-BD59-A6C34878D82A}">
                    <a16:rowId xmlns:a16="http://schemas.microsoft.com/office/drawing/2014/main" val="493526528"/>
                  </a:ext>
                </a:extLst>
              </a:tr>
              <a:tr h="7265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t>Название параметра №3</a:t>
                      </a:r>
                    </a:p>
                  </a:txBody>
                  <a:tcPr anchor="ctr"/>
                </a:tc>
                <a:tc>
                  <a:txBody>
                    <a:bodyPr/>
                    <a:lstStyle/>
                    <a:p>
                      <a:pPr algn="r"/>
                      <a:r>
                        <a:rPr lang="ru-RU"/>
                        <a:t>3,8</a:t>
                      </a:r>
                    </a:p>
                  </a:txBody>
                  <a:tcPr anchor="ctr"/>
                </a:tc>
                <a:tc>
                  <a:txBody>
                    <a:bodyPr/>
                    <a:lstStyle/>
                    <a:p>
                      <a:pPr algn="r"/>
                      <a:r>
                        <a:rPr lang="ru-RU"/>
                        <a:t>3,7</a:t>
                      </a:r>
                    </a:p>
                  </a:txBody>
                  <a:tcPr anchor="ctr"/>
                </a:tc>
                <a:extLst>
                  <a:ext uri="{0D108BD9-81ED-4DB2-BD59-A6C34878D82A}">
                    <a16:rowId xmlns:a16="http://schemas.microsoft.com/office/drawing/2014/main" val="791910765"/>
                  </a:ext>
                </a:extLst>
              </a:tr>
            </a:tbl>
          </a:graphicData>
        </a:graphic>
      </p:graphicFrame>
      <p:cxnSp>
        <p:nvCxnSpPr>
          <p:cNvPr id="19" name="Прямая со стрелкой 18">
            <a:extLst>
              <a:ext uri="{FF2B5EF4-FFF2-40B4-BE49-F238E27FC236}">
                <a16:creationId xmlns:a16="http://schemas.microsoft.com/office/drawing/2014/main" id="{FC6121F7-7948-40CB-A735-6BEEBEF173F3}"/>
              </a:ext>
            </a:extLst>
          </p:cNvPr>
          <p:cNvCxnSpPr>
            <a:cxnSpLocks/>
          </p:cNvCxnSpPr>
          <p:nvPr/>
        </p:nvCxnSpPr>
        <p:spPr>
          <a:xfrm>
            <a:off x="5505341" y="4951895"/>
            <a:ext cx="710507" cy="0"/>
          </a:xfrm>
          <a:prstGeom prst="straightConnector1">
            <a:avLst/>
          </a:prstGeom>
          <a:ln w="12700">
            <a:solidFill>
              <a:schemeClr val="bg1"/>
            </a:solidFill>
            <a:headEnd w="med" len="med"/>
            <a:tailEnd type="arrow"/>
          </a:ln>
        </p:spPr>
        <p:style>
          <a:lnRef idx="1">
            <a:schemeClr val="accent1"/>
          </a:lnRef>
          <a:fillRef idx="0">
            <a:schemeClr val="accent1"/>
          </a:fillRef>
          <a:effectRef idx="0">
            <a:schemeClr val="accent1"/>
          </a:effectRef>
          <a:fontRef idx="minor">
            <a:schemeClr val="tx1"/>
          </a:fontRef>
        </p:style>
      </p:cxnSp>
      <p:sp>
        <p:nvSpPr>
          <p:cNvPr id="7" name="Прямоугольник: скругленные углы 6">
            <a:extLst>
              <a:ext uri="{FF2B5EF4-FFF2-40B4-BE49-F238E27FC236}">
                <a16:creationId xmlns:a16="http://schemas.microsoft.com/office/drawing/2014/main" id="{64890200-3752-9566-2298-499778A0824A}"/>
              </a:ext>
            </a:extLst>
          </p:cNvPr>
          <p:cNvSpPr/>
          <p:nvPr/>
        </p:nvSpPr>
        <p:spPr>
          <a:xfrm>
            <a:off x="4276725" y="1520825"/>
            <a:ext cx="3167738" cy="1203521"/>
          </a:xfrm>
          <a:prstGeom prst="roundRect">
            <a:avLst>
              <a:gd name="adj" fmla="val 16930"/>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sz="1400"/>
              <a:t>Здесь может быть твой текст. Размести здесь свой текст. Здесь может быть твой текст. </a:t>
            </a:r>
          </a:p>
        </p:txBody>
      </p:sp>
      <p:sp>
        <p:nvSpPr>
          <p:cNvPr id="8" name="Прямоугольник: скругленные углы 7">
            <a:extLst>
              <a:ext uri="{FF2B5EF4-FFF2-40B4-BE49-F238E27FC236}">
                <a16:creationId xmlns:a16="http://schemas.microsoft.com/office/drawing/2014/main" id="{04FFEA58-F4FD-8AB3-7CDC-38B458CBC727}"/>
              </a:ext>
            </a:extLst>
          </p:cNvPr>
          <p:cNvSpPr/>
          <p:nvPr/>
        </p:nvSpPr>
        <p:spPr>
          <a:xfrm>
            <a:off x="7913688" y="1520825"/>
            <a:ext cx="3167738" cy="1203521"/>
          </a:xfrm>
          <a:prstGeom prst="roundRect">
            <a:avLst>
              <a:gd name="adj" fmla="val 16930"/>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0" rtlCol="0" anchor="ctr"/>
          <a:lstStyle/>
          <a:p>
            <a:r>
              <a:rPr lang="ru-RU" sz="1400"/>
              <a:t>Здесь может быть твой текст. Размести здесь свой текст. Здесь может быть твой текст. </a:t>
            </a:r>
          </a:p>
        </p:txBody>
      </p:sp>
      <p:sp>
        <p:nvSpPr>
          <p:cNvPr id="3" name="Нижний колонтитул 2">
            <a:extLst>
              <a:ext uri="{FF2B5EF4-FFF2-40B4-BE49-F238E27FC236}">
                <a16:creationId xmlns:a16="http://schemas.microsoft.com/office/drawing/2014/main" id="{A43D1A1F-97E4-708D-2C9A-77C622662324}"/>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27431089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Прямоугольник: скругленные углы 36">
            <a:extLst>
              <a:ext uri="{FF2B5EF4-FFF2-40B4-BE49-F238E27FC236}">
                <a16:creationId xmlns:a16="http://schemas.microsoft.com/office/drawing/2014/main" id="{2D4CFDDF-F8AE-9668-14E4-9829CBB6E572}"/>
              </a:ext>
            </a:extLst>
          </p:cNvPr>
          <p:cNvSpPr/>
          <p:nvPr/>
        </p:nvSpPr>
        <p:spPr>
          <a:xfrm>
            <a:off x="639763" y="1499391"/>
            <a:ext cx="6364286" cy="4741863"/>
          </a:xfrm>
          <a:prstGeom prst="roundRect">
            <a:avLst>
              <a:gd name="adj" fmla="val 477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8" name="Прямоугольник: скругленные углы 17">
            <a:extLst>
              <a:ext uri="{FF2B5EF4-FFF2-40B4-BE49-F238E27FC236}">
                <a16:creationId xmlns:a16="http://schemas.microsoft.com/office/drawing/2014/main" id="{E24CB404-1BBD-B4DB-1C58-95CF2B1F995C}"/>
              </a:ext>
            </a:extLst>
          </p:cNvPr>
          <p:cNvSpPr/>
          <p:nvPr/>
        </p:nvSpPr>
        <p:spPr>
          <a:xfrm>
            <a:off x="2136400" y="4166850"/>
            <a:ext cx="388800" cy="3888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7" name="Прямоугольник: скругленные углы 16">
            <a:extLst>
              <a:ext uri="{FF2B5EF4-FFF2-40B4-BE49-F238E27FC236}">
                <a16:creationId xmlns:a16="http://schemas.microsoft.com/office/drawing/2014/main" id="{1501E2DD-280C-EB34-732B-7CDA5C79B572}"/>
              </a:ext>
            </a:extLst>
          </p:cNvPr>
          <p:cNvSpPr/>
          <p:nvPr/>
        </p:nvSpPr>
        <p:spPr>
          <a:xfrm>
            <a:off x="4373516" y="4727357"/>
            <a:ext cx="388800" cy="3888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6" name="Прямоугольник: скругленные углы 15">
            <a:extLst>
              <a:ext uri="{FF2B5EF4-FFF2-40B4-BE49-F238E27FC236}">
                <a16:creationId xmlns:a16="http://schemas.microsoft.com/office/drawing/2014/main" id="{09EEC336-DDB0-75EF-7097-0E78449EF5E8}"/>
              </a:ext>
            </a:extLst>
          </p:cNvPr>
          <p:cNvSpPr/>
          <p:nvPr/>
        </p:nvSpPr>
        <p:spPr>
          <a:xfrm>
            <a:off x="2011680" y="3056916"/>
            <a:ext cx="4328160" cy="38935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 name="Номер слайда 2">
            <a:extLst>
              <a:ext uri="{FF2B5EF4-FFF2-40B4-BE49-F238E27FC236}">
                <a16:creationId xmlns:a16="http://schemas.microsoft.com/office/drawing/2014/main" id="{54A8ED5E-C24B-0CE1-CF76-58511FA38120}"/>
              </a:ext>
            </a:extLst>
          </p:cNvPr>
          <p:cNvSpPr>
            <a:spLocks noGrp="1"/>
          </p:cNvSpPr>
          <p:nvPr>
            <p:ph type="sldNum" sz="quarter" idx="12"/>
          </p:nvPr>
        </p:nvSpPr>
        <p:spPr/>
        <p:txBody>
          <a:bodyPr/>
          <a:lstStyle/>
          <a:p>
            <a:fld id="{EB5249F5-0093-48B0-B996-C4E44A87EAFB}" type="slidenum">
              <a:rPr lang="ru-RU" smtClean="0"/>
              <a:pPr/>
              <a:t>84</a:t>
            </a:fld>
            <a:endParaRPr lang="ru-RU"/>
          </a:p>
        </p:txBody>
      </p:sp>
      <p:sp>
        <p:nvSpPr>
          <p:cNvPr id="4" name="Заголовок 3">
            <a:extLst>
              <a:ext uri="{FF2B5EF4-FFF2-40B4-BE49-F238E27FC236}">
                <a16:creationId xmlns:a16="http://schemas.microsoft.com/office/drawing/2014/main" id="{75A9995B-211B-F328-1F0F-0E93B5C2BF07}"/>
              </a:ext>
            </a:extLst>
          </p:cNvPr>
          <p:cNvSpPr>
            <a:spLocks noGrp="1"/>
          </p:cNvSpPr>
          <p:nvPr>
            <p:ph type="title"/>
          </p:nvPr>
        </p:nvSpPr>
        <p:spPr/>
        <p:txBody>
          <a:bodyPr/>
          <a:lstStyle/>
          <a:p>
            <a:r>
              <a:rPr lang="ru-RU"/>
              <a:t>Сформулируй смысловой заголовок слайда длиной не более двух строк</a:t>
            </a:r>
          </a:p>
        </p:txBody>
      </p:sp>
      <p:sp>
        <p:nvSpPr>
          <p:cNvPr id="113" name="TextBox 112">
            <a:extLst>
              <a:ext uri="{FF2B5EF4-FFF2-40B4-BE49-F238E27FC236}">
                <a16:creationId xmlns:a16="http://schemas.microsoft.com/office/drawing/2014/main" id="{187AD85C-B987-8A8A-B02F-F5B0BB369E1C}"/>
              </a:ext>
            </a:extLst>
          </p:cNvPr>
          <p:cNvSpPr txBox="1"/>
          <p:nvPr/>
        </p:nvSpPr>
        <p:spPr>
          <a:xfrm>
            <a:off x="3081542" y="1638961"/>
            <a:ext cx="1480730" cy="369332"/>
          </a:xfrm>
          <a:prstGeom prst="rect">
            <a:avLst/>
          </a:prstGeom>
          <a:noFill/>
        </p:spPr>
        <p:txBody>
          <a:bodyPr wrap="square" lIns="0" tIns="0" rIns="0" bIns="0" rtlCol="0">
            <a:spAutoFit/>
          </a:bodyPr>
          <a:lstStyle/>
          <a:p>
            <a:pPr algn="ctr"/>
            <a:r>
              <a:rPr lang="ru-RU" sz="2400" b="1"/>
              <a:t>Март</a:t>
            </a:r>
            <a:endParaRPr lang="ru-RU">
              <a:latin typeface="Arial"/>
            </a:endParaRPr>
          </a:p>
        </p:txBody>
      </p:sp>
      <p:sp>
        <p:nvSpPr>
          <p:cNvPr id="118" name="TextBox 117">
            <a:extLst>
              <a:ext uri="{FF2B5EF4-FFF2-40B4-BE49-F238E27FC236}">
                <a16:creationId xmlns:a16="http://schemas.microsoft.com/office/drawing/2014/main" id="{4E14E90F-9685-E790-143F-36A5E7419DBD}"/>
              </a:ext>
            </a:extLst>
          </p:cNvPr>
          <p:cNvSpPr txBox="1"/>
          <p:nvPr/>
        </p:nvSpPr>
        <p:spPr>
          <a:xfrm>
            <a:off x="7916187" y="1454136"/>
            <a:ext cx="3634465" cy="738664"/>
          </a:xfrm>
          <a:prstGeom prst="rect">
            <a:avLst/>
          </a:prstGeom>
          <a:noFill/>
        </p:spPr>
        <p:txBody>
          <a:bodyPr wrap="square" lIns="0" tIns="0" rIns="0" bIns="0" rtlCol="0">
            <a:spAutoFit/>
          </a:bodyPr>
          <a:lstStyle/>
          <a:p>
            <a:r>
              <a:rPr lang="ru-RU" sz="2400" b="1"/>
              <a:t>Напиши подзаголовок </a:t>
            </a:r>
            <a:br>
              <a:rPr lang="ru-RU" sz="2400" b="1"/>
            </a:br>
            <a:r>
              <a:rPr lang="ru-RU" sz="2400" b="1"/>
              <a:t>в 1–2 строки</a:t>
            </a:r>
          </a:p>
        </p:txBody>
      </p:sp>
      <p:sp>
        <p:nvSpPr>
          <p:cNvPr id="121" name="TextBox 120">
            <a:extLst>
              <a:ext uri="{FF2B5EF4-FFF2-40B4-BE49-F238E27FC236}">
                <a16:creationId xmlns:a16="http://schemas.microsoft.com/office/drawing/2014/main" id="{34D0F7BB-CC37-2088-97A4-815E8B7A593E}"/>
              </a:ext>
            </a:extLst>
          </p:cNvPr>
          <p:cNvSpPr txBox="1"/>
          <p:nvPr/>
        </p:nvSpPr>
        <p:spPr>
          <a:xfrm>
            <a:off x="7916187" y="2329625"/>
            <a:ext cx="3634465" cy="646331"/>
          </a:xfrm>
          <a:prstGeom prst="rect">
            <a:avLst/>
          </a:prstGeom>
          <a:noFill/>
        </p:spPr>
        <p:txBody>
          <a:bodyPr wrap="square" lIns="0" tIns="0" rIns="0" bIns="0" rtlCol="0">
            <a:spAutoFit/>
          </a:bodyPr>
          <a:lstStyle/>
          <a:p>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быть твой текст. Размести здесь свой текст. Добавь ещё текст. </a:t>
            </a:r>
          </a:p>
          <a:p>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быть твой текст.</a:t>
            </a:r>
          </a:p>
        </p:txBody>
      </p:sp>
      <p:sp>
        <p:nvSpPr>
          <p:cNvPr id="133" name="Прямоугольник: скругленные углы 132">
            <a:extLst>
              <a:ext uri="{FF2B5EF4-FFF2-40B4-BE49-F238E27FC236}">
                <a16:creationId xmlns:a16="http://schemas.microsoft.com/office/drawing/2014/main" id="{7FF122D3-0317-6E73-0263-697FB9303E72}"/>
              </a:ext>
            </a:extLst>
          </p:cNvPr>
          <p:cNvSpPr/>
          <p:nvPr/>
        </p:nvSpPr>
        <p:spPr>
          <a:xfrm>
            <a:off x="7916188" y="3446273"/>
            <a:ext cx="467999" cy="15978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4" name="TextBox 133">
            <a:extLst>
              <a:ext uri="{FF2B5EF4-FFF2-40B4-BE49-F238E27FC236}">
                <a16:creationId xmlns:a16="http://schemas.microsoft.com/office/drawing/2014/main" id="{071F0F21-890D-C4D6-B417-CBDE9B33B115}"/>
              </a:ext>
            </a:extLst>
          </p:cNvPr>
          <p:cNvSpPr txBox="1"/>
          <p:nvPr/>
        </p:nvSpPr>
        <p:spPr>
          <a:xfrm>
            <a:off x="8515466" y="3418443"/>
            <a:ext cx="2726413" cy="215444"/>
          </a:xfrm>
          <a:prstGeom prst="rect">
            <a:avLst/>
          </a:prstGeom>
          <a:noFill/>
        </p:spPr>
        <p:txBody>
          <a:bodyPr wrap="square" lIns="0" tIns="0" rIns="0" bIns="0" rtlCol="0">
            <a:spAutoFit/>
          </a:bodyPr>
          <a:lstStyle/>
          <a:p>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быть твой текст</a:t>
            </a:r>
          </a:p>
        </p:txBody>
      </p:sp>
      <p:sp>
        <p:nvSpPr>
          <p:cNvPr id="127" name="Прямоугольник: скругленные углы 126">
            <a:extLst>
              <a:ext uri="{FF2B5EF4-FFF2-40B4-BE49-F238E27FC236}">
                <a16:creationId xmlns:a16="http://schemas.microsoft.com/office/drawing/2014/main" id="{F344D35E-3C80-F984-BDFB-2BDC13C7060C}"/>
              </a:ext>
            </a:extLst>
          </p:cNvPr>
          <p:cNvSpPr/>
          <p:nvPr/>
        </p:nvSpPr>
        <p:spPr>
          <a:xfrm>
            <a:off x="7916187" y="3885651"/>
            <a:ext cx="468000" cy="4692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9" name="TextBox 128">
            <a:extLst>
              <a:ext uri="{FF2B5EF4-FFF2-40B4-BE49-F238E27FC236}">
                <a16:creationId xmlns:a16="http://schemas.microsoft.com/office/drawing/2014/main" id="{99F7954B-384B-E025-1F8D-DE8949FA6450}"/>
              </a:ext>
            </a:extLst>
          </p:cNvPr>
          <p:cNvSpPr txBox="1"/>
          <p:nvPr/>
        </p:nvSpPr>
        <p:spPr>
          <a:xfrm>
            <a:off x="7996526" y="4018229"/>
            <a:ext cx="288923" cy="215444"/>
          </a:xfrm>
          <a:prstGeom prst="rect">
            <a:avLst/>
          </a:prstGeom>
          <a:noFill/>
        </p:spPr>
        <p:txBody>
          <a:bodyPr wrap="square" lIns="0" tIns="0" rIns="0" bIns="0" rtlCol="0">
            <a:spAutoFit/>
          </a:bodyPr>
          <a:lstStyle/>
          <a:p>
            <a:pPr algn="ctr"/>
            <a:r>
              <a:rPr lang="ru-RU" sz="1400">
                <a:solidFill>
                  <a:schemeClr val="bg1"/>
                </a:solidFill>
              </a:rPr>
              <a:t>16</a:t>
            </a:r>
            <a:endParaRPr lang="ru-RU" sz="1100">
              <a:solidFill>
                <a:schemeClr val="bg1"/>
              </a:solidFill>
              <a:latin typeface="Arial"/>
            </a:endParaRPr>
          </a:p>
        </p:txBody>
      </p:sp>
      <p:sp>
        <p:nvSpPr>
          <p:cNvPr id="135" name="TextBox 134">
            <a:extLst>
              <a:ext uri="{FF2B5EF4-FFF2-40B4-BE49-F238E27FC236}">
                <a16:creationId xmlns:a16="http://schemas.microsoft.com/office/drawing/2014/main" id="{88A5D400-EC75-0758-6637-53D4F0C57273}"/>
              </a:ext>
            </a:extLst>
          </p:cNvPr>
          <p:cNvSpPr txBox="1"/>
          <p:nvPr/>
        </p:nvSpPr>
        <p:spPr>
          <a:xfrm>
            <a:off x="8515466" y="4007959"/>
            <a:ext cx="2726413" cy="215444"/>
          </a:xfrm>
          <a:prstGeom prst="rect">
            <a:avLst/>
          </a:prstGeom>
          <a:noFill/>
        </p:spPr>
        <p:txBody>
          <a:bodyPr wrap="square" lIns="0" tIns="0" rIns="0" bIns="0" rtlCol="0">
            <a:spAutoFit/>
          </a:bodyPr>
          <a:lstStyle/>
          <a:p>
            <a:r>
              <a:rPr kumimoji="0" lang="ru-RU" sz="1400" b="0" i="0" u="none" strike="noStrike" kern="1200" cap="none" spc="0" normalizeH="0" baseline="0" noProof="0">
                <a:ln>
                  <a:noFill/>
                </a:ln>
                <a:solidFill>
                  <a:srgbClr val="0E1114"/>
                </a:solidFill>
                <a:effectLst/>
                <a:uLnTx/>
                <a:uFillTx/>
                <a:latin typeface="Arial"/>
                <a:ea typeface="+mn-ea"/>
                <a:cs typeface="+mn-cs"/>
              </a:rPr>
              <a:t>Здесь может быть твой текст</a:t>
            </a:r>
          </a:p>
        </p:txBody>
      </p:sp>
      <p:graphicFrame>
        <p:nvGraphicFramePr>
          <p:cNvPr id="11" name="Таблица 10">
            <a:extLst>
              <a:ext uri="{FF2B5EF4-FFF2-40B4-BE49-F238E27FC236}">
                <a16:creationId xmlns:a16="http://schemas.microsoft.com/office/drawing/2014/main" id="{4ADB66FA-77C3-15D6-DC45-B8AB6E302C4B}"/>
              </a:ext>
            </a:extLst>
          </p:cNvPr>
          <p:cNvGraphicFramePr>
            <a:graphicFrameLocks noGrp="1"/>
          </p:cNvGraphicFramePr>
          <p:nvPr/>
        </p:nvGraphicFramePr>
        <p:xfrm>
          <a:off x="1204099" y="2413777"/>
          <a:ext cx="5235615" cy="3330528"/>
        </p:xfrm>
        <a:graphic>
          <a:graphicData uri="http://schemas.openxmlformats.org/drawingml/2006/table">
            <a:tbl>
              <a:tblPr firstRow="1" bandRow="1">
                <a:tableStyleId>{914A2982-056F-4F8E-A7C0-7B2B0B0CB698}</a:tableStyleId>
              </a:tblPr>
              <a:tblGrid>
                <a:gridCol w="747945">
                  <a:extLst>
                    <a:ext uri="{9D8B030D-6E8A-4147-A177-3AD203B41FA5}">
                      <a16:colId xmlns:a16="http://schemas.microsoft.com/office/drawing/2014/main" val="1635713661"/>
                    </a:ext>
                  </a:extLst>
                </a:gridCol>
                <a:gridCol w="747945">
                  <a:extLst>
                    <a:ext uri="{9D8B030D-6E8A-4147-A177-3AD203B41FA5}">
                      <a16:colId xmlns:a16="http://schemas.microsoft.com/office/drawing/2014/main" val="976505846"/>
                    </a:ext>
                  </a:extLst>
                </a:gridCol>
                <a:gridCol w="747945">
                  <a:extLst>
                    <a:ext uri="{9D8B030D-6E8A-4147-A177-3AD203B41FA5}">
                      <a16:colId xmlns:a16="http://schemas.microsoft.com/office/drawing/2014/main" val="3740211536"/>
                    </a:ext>
                  </a:extLst>
                </a:gridCol>
                <a:gridCol w="747945">
                  <a:extLst>
                    <a:ext uri="{9D8B030D-6E8A-4147-A177-3AD203B41FA5}">
                      <a16:colId xmlns:a16="http://schemas.microsoft.com/office/drawing/2014/main" val="2483838239"/>
                    </a:ext>
                  </a:extLst>
                </a:gridCol>
                <a:gridCol w="747945">
                  <a:extLst>
                    <a:ext uri="{9D8B030D-6E8A-4147-A177-3AD203B41FA5}">
                      <a16:colId xmlns:a16="http://schemas.microsoft.com/office/drawing/2014/main" val="257681096"/>
                    </a:ext>
                  </a:extLst>
                </a:gridCol>
                <a:gridCol w="747945">
                  <a:extLst>
                    <a:ext uri="{9D8B030D-6E8A-4147-A177-3AD203B41FA5}">
                      <a16:colId xmlns:a16="http://schemas.microsoft.com/office/drawing/2014/main" val="4162295829"/>
                    </a:ext>
                  </a:extLst>
                </a:gridCol>
                <a:gridCol w="747945">
                  <a:extLst>
                    <a:ext uri="{9D8B030D-6E8A-4147-A177-3AD203B41FA5}">
                      <a16:colId xmlns:a16="http://schemas.microsoft.com/office/drawing/2014/main" val="1843459584"/>
                    </a:ext>
                  </a:extLst>
                </a:gridCol>
              </a:tblGrid>
              <a:tr h="555088">
                <a:tc>
                  <a:txBody>
                    <a:bodyPr/>
                    <a:lstStyle/>
                    <a:p>
                      <a:pPr algn="ctr"/>
                      <a:r>
                        <a:rPr lang="ru-RU" sz="1800" b="1" err="1">
                          <a:solidFill>
                            <a:schemeClr val="tx1"/>
                          </a:solidFill>
                        </a:rPr>
                        <a:t>Пн</a:t>
                      </a:r>
                      <a:endParaRPr lang="ru-RU" sz="1800" b="1">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a:solidFill>
                            <a:schemeClr val="tx1"/>
                          </a:solidFill>
                        </a:rPr>
                        <a:t>Вт</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a:solidFill>
                            <a:schemeClr val="tx1"/>
                          </a:solidFill>
                        </a:rPr>
                        <a:t>Ср</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err="1">
                          <a:solidFill>
                            <a:schemeClr val="tx1"/>
                          </a:solidFill>
                        </a:rPr>
                        <a:t>Чт</a:t>
                      </a:r>
                      <a:endParaRPr lang="ru-RU" sz="1800" b="1">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a:solidFill>
                            <a:schemeClr val="tx1"/>
                          </a:solidFill>
                        </a:rPr>
                        <a:t>ПТ</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a:solidFill>
                            <a:schemeClr val="tx1"/>
                          </a:solidFill>
                        </a:rPr>
                        <a:t>Сб</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a:solidFill>
                            <a:schemeClr val="tx1"/>
                          </a:solidFill>
                        </a:rPr>
                        <a:t>Вс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1302271"/>
                  </a:ext>
                </a:extLst>
              </a:tr>
              <a:tr h="555088">
                <a:tc>
                  <a:txBody>
                    <a:bodyPr/>
                    <a:lstStyle/>
                    <a:p>
                      <a:pPr algn="ctr"/>
                      <a:r>
                        <a:rPr lang="ru-RU" sz="1400">
                          <a:solidFill>
                            <a:schemeClr val="tx1"/>
                          </a:solidFill>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solidFill>
                            <a:schemeClr val="bg1"/>
                          </a:solidFill>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solidFill>
                            <a:schemeClr val="bg1"/>
                          </a:solidFill>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solidFill>
                            <a:schemeClr val="bg1"/>
                          </a:solidFill>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solidFill>
                            <a:schemeClr val="bg1"/>
                          </a:solidFill>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solidFill>
                            <a:schemeClr val="bg1"/>
                          </a:solidFill>
                        </a:rPr>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solidFill>
                            <a:schemeClr val="bg1"/>
                          </a:solidFill>
                        </a:rPr>
                        <a:t>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397853"/>
                  </a:ext>
                </a:extLst>
              </a:tr>
              <a:tr h="555088">
                <a:tc>
                  <a:txBody>
                    <a:bodyPr/>
                    <a:lstStyle/>
                    <a:p>
                      <a:pPr algn="ctr"/>
                      <a:r>
                        <a:rPr lang="ru-RU" sz="1400"/>
                        <a:t>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10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11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12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13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14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1540259"/>
                  </a:ext>
                </a:extLst>
              </a:tr>
              <a:tr h="555088">
                <a:tc>
                  <a:txBody>
                    <a:bodyPr/>
                    <a:lstStyle/>
                    <a:p>
                      <a:pPr algn="ctr"/>
                      <a:r>
                        <a:rPr lang="ru-RU" sz="1400"/>
                        <a:t>15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solidFill>
                            <a:schemeClr val="bg1"/>
                          </a:solidFill>
                        </a:rPr>
                        <a:t>16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17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18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19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20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21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8489547"/>
                  </a:ext>
                </a:extLst>
              </a:tr>
              <a:tr h="555088">
                <a:tc>
                  <a:txBody>
                    <a:bodyPr/>
                    <a:lstStyle/>
                    <a:p>
                      <a:pPr algn="ctr"/>
                      <a:r>
                        <a:rPr lang="ru-RU" sz="1400"/>
                        <a:t>22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23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24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solidFill>
                            <a:schemeClr val="bg1"/>
                          </a:solidFill>
                        </a:rPr>
                        <a:t>26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27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28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735994"/>
                  </a:ext>
                </a:extLst>
              </a:tr>
              <a:tr h="555088">
                <a:tc>
                  <a:txBody>
                    <a:bodyPr/>
                    <a:lstStyle/>
                    <a:p>
                      <a:pPr algn="ctr"/>
                      <a:r>
                        <a:rPr lang="ru-RU" sz="1400"/>
                        <a:t>29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30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31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40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4997350"/>
                  </a:ext>
                </a:extLst>
              </a:tr>
            </a:tbl>
          </a:graphicData>
        </a:graphic>
      </p:graphicFrame>
      <p:sp>
        <p:nvSpPr>
          <p:cNvPr id="19" name="Полилиния: фигура 18">
            <a:extLst>
              <a:ext uri="{FF2B5EF4-FFF2-40B4-BE49-F238E27FC236}">
                <a16:creationId xmlns:a16="http://schemas.microsoft.com/office/drawing/2014/main" id="{5B278212-D594-961C-792F-11B89B4D1C78}"/>
              </a:ext>
            </a:extLst>
          </p:cNvPr>
          <p:cNvSpPr/>
          <p:nvPr/>
        </p:nvSpPr>
        <p:spPr>
          <a:xfrm>
            <a:off x="4523032" y="4600575"/>
            <a:ext cx="89769" cy="100990"/>
          </a:xfrm>
          <a:custGeom>
            <a:avLst/>
            <a:gdLst>
              <a:gd name="connsiteX0" fmla="*/ 123825 w 152400"/>
              <a:gd name="connsiteY0" fmla="*/ 28645 h 171450"/>
              <a:gd name="connsiteX1" fmla="*/ 152400 w 152400"/>
              <a:gd name="connsiteY1" fmla="*/ 76270 h 171450"/>
              <a:gd name="connsiteX2" fmla="*/ 123825 w 152400"/>
              <a:gd name="connsiteY2" fmla="*/ 123824 h 171450"/>
              <a:gd name="connsiteX3" fmla="*/ 123508 w 152400"/>
              <a:gd name="connsiteY3" fmla="*/ 123823 h 171450"/>
              <a:gd name="connsiteX4" fmla="*/ 98809 w 152400"/>
              <a:gd name="connsiteY4" fmla="*/ 120199 h 171450"/>
              <a:gd name="connsiteX5" fmla="*/ 95250 w 152400"/>
              <a:gd name="connsiteY5" fmla="*/ 95249 h 171450"/>
              <a:gd name="connsiteX6" fmla="*/ 95250 w 152400"/>
              <a:gd name="connsiteY6" fmla="*/ 57149 h 171450"/>
              <a:gd name="connsiteX7" fmla="*/ 98813 w 152400"/>
              <a:gd name="connsiteY7" fmla="*/ 32217 h 171450"/>
              <a:gd name="connsiteX8" fmla="*/ 123825 w 152400"/>
              <a:gd name="connsiteY8" fmla="*/ 28645 h 171450"/>
              <a:gd name="connsiteX9" fmla="*/ 23813 w 152400"/>
              <a:gd name="connsiteY9" fmla="*/ 0 h 171450"/>
              <a:gd name="connsiteX10" fmla="*/ 38100 w 152400"/>
              <a:gd name="connsiteY10" fmla="*/ 9525 h 171450"/>
              <a:gd name="connsiteX11" fmla="*/ 57150 w 152400"/>
              <a:gd name="connsiteY11" fmla="*/ 9596 h 171450"/>
              <a:gd name="connsiteX12" fmla="*/ 82162 w 152400"/>
              <a:gd name="connsiteY12" fmla="*/ 13168 h 171450"/>
              <a:gd name="connsiteX13" fmla="*/ 85725 w 152400"/>
              <a:gd name="connsiteY13" fmla="*/ 38100 h 171450"/>
              <a:gd name="connsiteX14" fmla="*/ 85725 w 152400"/>
              <a:gd name="connsiteY14" fmla="*/ 76270 h 171450"/>
              <a:gd name="connsiteX15" fmla="*/ 82153 w 152400"/>
              <a:gd name="connsiteY15" fmla="*/ 101274 h 171450"/>
              <a:gd name="connsiteX16" fmla="*/ 57150 w 152400"/>
              <a:gd name="connsiteY16" fmla="*/ 104845 h 171450"/>
              <a:gd name="connsiteX17" fmla="*/ 38100 w 152400"/>
              <a:gd name="connsiteY17" fmla="*/ 104845 h 171450"/>
              <a:gd name="connsiteX18" fmla="*/ 38100 w 152400"/>
              <a:gd name="connsiteY18" fmla="*/ 154304 h 171450"/>
              <a:gd name="connsiteX19" fmla="*/ 47625 w 152400"/>
              <a:gd name="connsiteY19" fmla="*/ 161925 h 171450"/>
              <a:gd name="connsiteX20" fmla="*/ 23813 w 152400"/>
              <a:gd name="connsiteY20" fmla="*/ 171450 h 171450"/>
              <a:gd name="connsiteX21" fmla="*/ 0 w 152400"/>
              <a:gd name="connsiteY21" fmla="*/ 161925 h 171450"/>
              <a:gd name="connsiteX22" fmla="*/ 9525 w 152400"/>
              <a:gd name="connsiteY22" fmla="*/ 154304 h 171450"/>
              <a:gd name="connsiteX23" fmla="*/ 9525 w 152400"/>
              <a:gd name="connsiteY23" fmla="*/ 9525 h 171450"/>
              <a:gd name="connsiteX24" fmla="*/ 23813 w 152400"/>
              <a:gd name="connsiteY24"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400" h="171450">
                <a:moveTo>
                  <a:pt x="123825" y="28645"/>
                </a:moveTo>
                <a:cubicBezTo>
                  <a:pt x="142875" y="28645"/>
                  <a:pt x="152400" y="37479"/>
                  <a:pt x="152400" y="76270"/>
                </a:cubicBezTo>
                <a:cubicBezTo>
                  <a:pt x="152400" y="115061"/>
                  <a:pt x="142875" y="123895"/>
                  <a:pt x="123825" y="123824"/>
                </a:cubicBezTo>
                <a:lnTo>
                  <a:pt x="123508" y="123823"/>
                </a:lnTo>
                <a:cubicBezTo>
                  <a:pt x="109415" y="123771"/>
                  <a:pt x="102350" y="123744"/>
                  <a:pt x="98809" y="120199"/>
                </a:cubicBezTo>
                <a:cubicBezTo>
                  <a:pt x="95250" y="116636"/>
                  <a:pt x="95250" y="109518"/>
                  <a:pt x="95250" y="95249"/>
                </a:cubicBezTo>
                <a:lnTo>
                  <a:pt x="95250" y="57149"/>
                </a:lnTo>
                <a:cubicBezTo>
                  <a:pt x="95250" y="42909"/>
                  <a:pt x="95250" y="35783"/>
                  <a:pt x="98813" y="32217"/>
                </a:cubicBezTo>
                <a:cubicBezTo>
                  <a:pt x="102382" y="28645"/>
                  <a:pt x="109526" y="28645"/>
                  <a:pt x="123825" y="28645"/>
                </a:cubicBezTo>
                <a:close/>
                <a:moveTo>
                  <a:pt x="23813" y="0"/>
                </a:moveTo>
                <a:cubicBezTo>
                  <a:pt x="33338" y="0"/>
                  <a:pt x="38100" y="4265"/>
                  <a:pt x="38100" y="9525"/>
                </a:cubicBezTo>
                <a:lnTo>
                  <a:pt x="57150" y="9596"/>
                </a:lnTo>
                <a:cubicBezTo>
                  <a:pt x="71449" y="9596"/>
                  <a:pt x="78593" y="9596"/>
                  <a:pt x="82162" y="13168"/>
                </a:cubicBezTo>
                <a:cubicBezTo>
                  <a:pt x="85725" y="16734"/>
                  <a:pt x="85725" y="23860"/>
                  <a:pt x="85725" y="38100"/>
                </a:cubicBezTo>
                <a:lnTo>
                  <a:pt x="85725" y="76270"/>
                </a:lnTo>
                <a:cubicBezTo>
                  <a:pt x="85725" y="90558"/>
                  <a:pt x="85725" y="97702"/>
                  <a:pt x="82153" y="101274"/>
                </a:cubicBezTo>
                <a:cubicBezTo>
                  <a:pt x="78581" y="104845"/>
                  <a:pt x="71438" y="104845"/>
                  <a:pt x="57150" y="104845"/>
                </a:cubicBezTo>
                <a:lnTo>
                  <a:pt x="38100" y="104845"/>
                </a:lnTo>
                <a:lnTo>
                  <a:pt x="38100" y="154304"/>
                </a:lnTo>
                <a:cubicBezTo>
                  <a:pt x="43884" y="156042"/>
                  <a:pt x="47625" y="158808"/>
                  <a:pt x="47625" y="161925"/>
                </a:cubicBezTo>
                <a:cubicBezTo>
                  <a:pt x="47625" y="167186"/>
                  <a:pt x="36964" y="171450"/>
                  <a:pt x="23813" y="171450"/>
                </a:cubicBezTo>
                <a:cubicBezTo>
                  <a:pt x="10661" y="171450"/>
                  <a:pt x="0" y="167186"/>
                  <a:pt x="0" y="161925"/>
                </a:cubicBezTo>
                <a:cubicBezTo>
                  <a:pt x="0" y="158808"/>
                  <a:pt x="3741" y="156042"/>
                  <a:pt x="9525" y="154304"/>
                </a:cubicBezTo>
                <a:lnTo>
                  <a:pt x="9525" y="9525"/>
                </a:lnTo>
                <a:cubicBezTo>
                  <a:pt x="9525" y="4265"/>
                  <a:pt x="14288" y="0"/>
                  <a:pt x="23813" y="0"/>
                </a:cubicBezTo>
                <a:close/>
              </a:path>
            </a:pathLst>
          </a:custGeom>
          <a:solidFill>
            <a:schemeClr val="accent1"/>
          </a:solidFill>
          <a:ln w="9525" cap="flat">
            <a:noFill/>
            <a:prstDash val="solid"/>
            <a:miter/>
          </a:ln>
        </p:spPr>
        <p:txBody>
          <a:bodyPr rtlCol="0" anchor="ctr"/>
          <a:lstStyle/>
          <a:p>
            <a:endParaRPr lang="ru-RU"/>
          </a:p>
        </p:txBody>
      </p:sp>
      <p:sp>
        <p:nvSpPr>
          <p:cNvPr id="2" name="Нижний колонтитул 1">
            <a:extLst>
              <a:ext uri="{FF2B5EF4-FFF2-40B4-BE49-F238E27FC236}">
                <a16:creationId xmlns:a16="http://schemas.microsoft.com/office/drawing/2014/main" id="{28912CBA-0633-A45F-62AA-E79D5A89E3E5}"/>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9543580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скругленные углы 8">
            <a:extLst>
              <a:ext uri="{FF2B5EF4-FFF2-40B4-BE49-F238E27FC236}">
                <a16:creationId xmlns:a16="http://schemas.microsoft.com/office/drawing/2014/main" id="{65F72F71-9A67-2064-682B-889D3EE29FE8}"/>
              </a:ext>
            </a:extLst>
          </p:cNvPr>
          <p:cNvSpPr/>
          <p:nvPr/>
        </p:nvSpPr>
        <p:spPr>
          <a:xfrm>
            <a:off x="5274981" y="2747895"/>
            <a:ext cx="1484514"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4" name="Заголовок 3">
            <a:extLst>
              <a:ext uri="{FF2B5EF4-FFF2-40B4-BE49-F238E27FC236}">
                <a16:creationId xmlns:a16="http://schemas.microsoft.com/office/drawing/2014/main" id="{F16B8CD8-5A6D-D84F-96F0-6467948E25C8}"/>
              </a:ext>
            </a:extLst>
          </p:cNvPr>
          <p:cNvSpPr>
            <a:spLocks noGrp="1"/>
          </p:cNvSpPr>
          <p:nvPr>
            <p:ph type="title"/>
          </p:nvPr>
        </p:nvSpPr>
        <p:spPr/>
        <p:txBody>
          <a:bodyPr>
            <a:noAutofit/>
          </a:bodyPr>
          <a:lstStyle/>
          <a:p>
            <a:r>
              <a:rPr lang="ru-RU"/>
              <a:t>Сформулируй смысловой заголовок слайда длиной не более двух строк</a:t>
            </a:r>
          </a:p>
        </p:txBody>
      </p:sp>
      <p:sp>
        <p:nvSpPr>
          <p:cNvPr id="3" name="Номер слайда 2">
            <a:extLst>
              <a:ext uri="{FF2B5EF4-FFF2-40B4-BE49-F238E27FC236}">
                <a16:creationId xmlns:a16="http://schemas.microsoft.com/office/drawing/2014/main" id="{7C381328-7C1C-A042-90E1-70E7357728E3}"/>
              </a:ext>
            </a:extLst>
          </p:cNvPr>
          <p:cNvSpPr>
            <a:spLocks noGrp="1"/>
          </p:cNvSpPr>
          <p:nvPr>
            <p:ph type="sldNum" sz="quarter" idx="12"/>
          </p:nvPr>
        </p:nvSpPr>
        <p:spPr/>
        <p:txBody>
          <a:bodyPr/>
          <a:lstStyle/>
          <a:p>
            <a:fld id="{EB5249F5-0093-48B0-B996-C4E44A87EAFB}" type="slidenum">
              <a:rPr lang="ru-RU" smtClean="0"/>
              <a:pPr/>
              <a:t>85</a:t>
            </a:fld>
            <a:endParaRPr lang="ru-RU"/>
          </a:p>
        </p:txBody>
      </p:sp>
      <p:sp>
        <p:nvSpPr>
          <p:cNvPr id="205" name="Прямоугольник: скругленные углы 204">
            <a:extLst>
              <a:ext uri="{FF2B5EF4-FFF2-40B4-BE49-F238E27FC236}">
                <a16:creationId xmlns:a16="http://schemas.microsoft.com/office/drawing/2014/main" id="{224A78D1-0ED6-B3C9-1C5A-B7063D3116D8}"/>
              </a:ext>
            </a:extLst>
          </p:cNvPr>
          <p:cNvSpPr/>
          <p:nvPr/>
        </p:nvSpPr>
        <p:spPr>
          <a:xfrm>
            <a:off x="670367" y="3616296"/>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6" name="TextBox 5">
            <a:extLst>
              <a:ext uri="{FF2B5EF4-FFF2-40B4-BE49-F238E27FC236}">
                <a16:creationId xmlns:a16="http://schemas.microsoft.com/office/drawing/2014/main" id="{BFDD4D6E-A133-3F1A-08AB-A4A28C246734}"/>
              </a:ext>
            </a:extLst>
          </p:cNvPr>
          <p:cNvSpPr txBox="1"/>
          <p:nvPr/>
        </p:nvSpPr>
        <p:spPr>
          <a:xfrm>
            <a:off x="758885" y="3665033"/>
            <a:ext cx="243534" cy="199574"/>
          </a:xfrm>
          <a:prstGeom prst="rect">
            <a:avLst/>
          </a:prstGeom>
          <a:noFill/>
        </p:spPr>
        <p:txBody>
          <a:bodyPr wrap="square" lIns="0" tIns="0" rIns="0" bIns="0" rtlCol="0">
            <a:spAutoFit/>
          </a:bodyPr>
          <a:lstStyle/>
          <a:p>
            <a:r>
              <a:rPr lang="en-US" sz="1400">
                <a:solidFill>
                  <a:schemeClr val="bg1"/>
                </a:solidFill>
              </a:rPr>
              <a:t>15</a:t>
            </a:r>
            <a:endParaRPr lang="ru-RU" sz="1100">
              <a:solidFill>
                <a:schemeClr val="bg1"/>
              </a:solidFill>
              <a:latin typeface="Arial"/>
            </a:endParaRPr>
          </a:p>
        </p:txBody>
      </p:sp>
      <p:sp>
        <p:nvSpPr>
          <p:cNvPr id="95" name="Прямоугольник: скругленные углы 94">
            <a:extLst>
              <a:ext uri="{FF2B5EF4-FFF2-40B4-BE49-F238E27FC236}">
                <a16:creationId xmlns:a16="http://schemas.microsoft.com/office/drawing/2014/main" id="{3D0E3FB8-D42C-6A4D-D67B-F72D73C55684}"/>
              </a:ext>
            </a:extLst>
          </p:cNvPr>
          <p:cNvSpPr/>
          <p:nvPr/>
        </p:nvSpPr>
        <p:spPr>
          <a:xfrm>
            <a:off x="2211588" y="3616296"/>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00" name="TextBox 99">
            <a:extLst>
              <a:ext uri="{FF2B5EF4-FFF2-40B4-BE49-F238E27FC236}">
                <a16:creationId xmlns:a16="http://schemas.microsoft.com/office/drawing/2014/main" id="{6F2D7A39-A532-2E27-6811-FB132EB11E93}"/>
              </a:ext>
            </a:extLst>
          </p:cNvPr>
          <p:cNvSpPr txBox="1"/>
          <p:nvPr/>
        </p:nvSpPr>
        <p:spPr>
          <a:xfrm>
            <a:off x="2300106" y="3665033"/>
            <a:ext cx="243534" cy="199574"/>
          </a:xfrm>
          <a:prstGeom prst="rect">
            <a:avLst/>
          </a:prstGeom>
          <a:noFill/>
        </p:spPr>
        <p:txBody>
          <a:bodyPr wrap="square" lIns="0" tIns="0" rIns="0" bIns="0" rtlCol="0">
            <a:spAutoFit/>
          </a:bodyPr>
          <a:lstStyle/>
          <a:p>
            <a:r>
              <a:rPr lang="en-US" sz="1400">
                <a:solidFill>
                  <a:schemeClr val="bg1"/>
                </a:solidFill>
              </a:rPr>
              <a:t>16</a:t>
            </a:r>
            <a:endParaRPr lang="ru-RU" sz="1100">
              <a:solidFill>
                <a:schemeClr val="bg1"/>
              </a:solidFill>
              <a:latin typeface="Arial"/>
            </a:endParaRPr>
          </a:p>
        </p:txBody>
      </p:sp>
      <p:sp>
        <p:nvSpPr>
          <p:cNvPr id="105" name="Прямоугольник: скругленные углы 104">
            <a:extLst>
              <a:ext uri="{FF2B5EF4-FFF2-40B4-BE49-F238E27FC236}">
                <a16:creationId xmlns:a16="http://schemas.microsoft.com/office/drawing/2014/main" id="{DD9BEF9B-15DC-33BC-AFEC-A0D64522C6C8}"/>
              </a:ext>
            </a:extLst>
          </p:cNvPr>
          <p:cNvSpPr/>
          <p:nvPr/>
        </p:nvSpPr>
        <p:spPr>
          <a:xfrm>
            <a:off x="3752809" y="3616296"/>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10" name="TextBox 109">
            <a:extLst>
              <a:ext uri="{FF2B5EF4-FFF2-40B4-BE49-F238E27FC236}">
                <a16:creationId xmlns:a16="http://schemas.microsoft.com/office/drawing/2014/main" id="{C56D21AD-9CD6-2F3C-92D3-839BDF71E70C}"/>
              </a:ext>
            </a:extLst>
          </p:cNvPr>
          <p:cNvSpPr txBox="1"/>
          <p:nvPr/>
        </p:nvSpPr>
        <p:spPr>
          <a:xfrm>
            <a:off x="3841327" y="3665033"/>
            <a:ext cx="243534" cy="199574"/>
          </a:xfrm>
          <a:prstGeom prst="rect">
            <a:avLst/>
          </a:prstGeom>
          <a:noFill/>
        </p:spPr>
        <p:txBody>
          <a:bodyPr wrap="square" lIns="0" tIns="0" rIns="0" bIns="0" rtlCol="0">
            <a:spAutoFit/>
          </a:bodyPr>
          <a:lstStyle/>
          <a:p>
            <a:r>
              <a:rPr lang="en-US" sz="1400">
                <a:solidFill>
                  <a:schemeClr val="bg1"/>
                </a:solidFill>
              </a:rPr>
              <a:t>17</a:t>
            </a:r>
            <a:endParaRPr lang="ru-RU" sz="1100">
              <a:solidFill>
                <a:schemeClr val="bg1"/>
              </a:solidFill>
              <a:latin typeface="Arial"/>
            </a:endParaRPr>
          </a:p>
        </p:txBody>
      </p:sp>
      <p:sp>
        <p:nvSpPr>
          <p:cNvPr id="137" name="Прямоугольник: скругленные углы 136">
            <a:extLst>
              <a:ext uri="{FF2B5EF4-FFF2-40B4-BE49-F238E27FC236}">
                <a16:creationId xmlns:a16="http://schemas.microsoft.com/office/drawing/2014/main" id="{6DD91F76-169A-B842-E0B6-8EC535472D34}"/>
              </a:ext>
            </a:extLst>
          </p:cNvPr>
          <p:cNvSpPr/>
          <p:nvPr/>
        </p:nvSpPr>
        <p:spPr>
          <a:xfrm>
            <a:off x="6835251" y="3616296"/>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62" name="TextBox 161">
            <a:extLst>
              <a:ext uri="{FF2B5EF4-FFF2-40B4-BE49-F238E27FC236}">
                <a16:creationId xmlns:a16="http://schemas.microsoft.com/office/drawing/2014/main" id="{13DD93CB-76ED-DD91-2E6D-5BB2495ECBCB}"/>
              </a:ext>
            </a:extLst>
          </p:cNvPr>
          <p:cNvSpPr txBox="1"/>
          <p:nvPr/>
        </p:nvSpPr>
        <p:spPr>
          <a:xfrm>
            <a:off x="6923769" y="3665033"/>
            <a:ext cx="243534" cy="199574"/>
          </a:xfrm>
          <a:prstGeom prst="rect">
            <a:avLst/>
          </a:prstGeom>
          <a:noFill/>
        </p:spPr>
        <p:txBody>
          <a:bodyPr wrap="square" lIns="0" tIns="0" rIns="0" bIns="0" rtlCol="0">
            <a:spAutoFit/>
          </a:bodyPr>
          <a:lstStyle/>
          <a:p>
            <a:r>
              <a:rPr lang="en-US" sz="1400">
                <a:solidFill>
                  <a:schemeClr val="bg1"/>
                </a:solidFill>
              </a:rPr>
              <a:t>19</a:t>
            </a:r>
            <a:endParaRPr lang="ru-RU" sz="1100">
              <a:solidFill>
                <a:schemeClr val="bg1"/>
              </a:solidFill>
              <a:latin typeface="Arial"/>
            </a:endParaRPr>
          </a:p>
        </p:txBody>
      </p:sp>
      <p:sp>
        <p:nvSpPr>
          <p:cNvPr id="167" name="Прямоугольник: скругленные углы 166">
            <a:extLst>
              <a:ext uri="{FF2B5EF4-FFF2-40B4-BE49-F238E27FC236}">
                <a16:creationId xmlns:a16="http://schemas.microsoft.com/office/drawing/2014/main" id="{C67D3102-8C80-045D-D3F1-3D103401F85A}"/>
              </a:ext>
            </a:extLst>
          </p:cNvPr>
          <p:cNvSpPr/>
          <p:nvPr/>
        </p:nvSpPr>
        <p:spPr>
          <a:xfrm>
            <a:off x="8376472" y="3616296"/>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96" name="TextBox 195">
            <a:extLst>
              <a:ext uri="{FF2B5EF4-FFF2-40B4-BE49-F238E27FC236}">
                <a16:creationId xmlns:a16="http://schemas.microsoft.com/office/drawing/2014/main" id="{916C797F-B5E4-5AB6-5952-B81ADFACF0AB}"/>
              </a:ext>
            </a:extLst>
          </p:cNvPr>
          <p:cNvSpPr txBox="1"/>
          <p:nvPr/>
        </p:nvSpPr>
        <p:spPr>
          <a:xfrm>
            <a:off x="8464990" y="3665033"/>
            <a:ext cx="243534" cy="199574"/>
          </a:xfrm>
          <a:prstGeom prst="rect">
            <a:avLst/>
          </a:prstGeom>
          <a:noFill/>
        </p:spPr>
        <p:txBody>
          <a:bodyPr wrap="square" lIns="0" tIns="0" rIns="0" bIns="0" rtlCol="0">
            <a:spAutoFit/>
          </a:bodyPr>
          <a:lstStyle/>
          <a:p>
            <a:r>
              <a:rPr lang="en-US" sz="1400">
                <a:solidFill>
                  <a:schemeClr val="bg1"/>
                </a:solidFill>
              </a:rPr>
              <a:t>20</a:t>
            </a:r>
            <a:endParaRPr lang="ru-RU" sz="1100">
              <a:solidFill>
                <a:schemeClr val="bg1"/>
              </a:solidFill>
              <a:latin typeface="Arial"/>
            </a:endParaRPr>
          </a:p>
        </p:txBody>
      </p:sp>
      <p:sp>
        <p:nvSpPr>
          <p:cNvPr id="201" name="Прямоугольник: скругленные углы 200">
            <a:extLst>
              <a:ext uri="{FF2B5EF4-FFF2-40B4-BE49-F238E27FC236}">
                <a16:creationId xmlns:a16="http://schemas.microsoft.com/office/drawing/2014/main" id="{54ABBCFC-6A69-3FBC-2440-7E99FA6903BC}"/>
              </a:ext>
            </a:extLst>
          </p:cNvPr>
          <p:cNvSpPr/>
          <p:nvPr/>
        </p:nvSpPr>
        <p:spPr>
          <a:xfrm>
            <a:off x="9917695" y="3616296"/>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212" name="TextBox 211">
            <a:extLst>
              <a:ext uri="{FF2B5EF4-FFF2-40B4-BE49-F238E27FC236}">
                <a16:creationId xmlns:a16="http://schemas.microsoft.com/office/drawing/2014/main" id="{F37535D4-42B0-7C3F-2F65-6CB685C52DBC}"/>
              </a:ext>
            </a:extLst>
          </p:cNvPr>
          <p:cNvSpPr txBox="1"/>
          <p:nvPr/>
        </p:nvSpPr>
        <p:spPr>
          <a:xfrm>
            <a:off x="10006213" y="3665033"/>
            <a:ext cx="243534" cy="199574"/>
          </a:xfrm>
          <a:prstGeom prst="rect">
            <a:avLst/>
          </a:prstGeom>
          <a:noFill/>
        </p:spPr>
        <p:txBody>
          <a:bodyPr wrap="square" lIns="0" tIns="0" rIns="0" bIns="0" rtlCol="0">
            <a:spAutoFit/>
          </a:bodyPr>
          <a:lstStyle/>
          <a:p>
            <a:r>
              <a:rPr lang="en-US" sz="1400">
                <a:solidFill>
                  <a:schemeClr val="bg1"/>
                </a:solidFill>
              </a:rPr>
              <a:t>21</a:t>
            </a:r>
            <a:endParaRPr lang="ru-RU" sz="1100">
              <a:solidFill>
                <a:schemeClr val="bg1"/>
              </a:solidFill>
              <a:latin typeface="Arial"/>
            </a:endParaRPr>
          </a:p>
        </p:txBody>
      </p:sp>
      <p:sp>
        <p:nvSpPr>
          <p:cNvPr id="115" name="Прямоугольник: скругленные углы 114">
            <a:extLst>
              <a:ext uri="{FF2B5EF4-FFF2-40B4-BE49-F238E27FC236}">
                <a16:creationId xmlns:a16="http://schemas.microsoft.com/office/drawing/2014/main" id="{56B55AE2-EBC2-063A-4C25-DC3E51A3F5B9}"/>
              </a:ext>
            </a:extLst>
          </p:cNvPr>
          <p:cNvSpPr/>
          <p:nvPr/>
        </p:nvSpPr>
        <p:spPr>
          <a:xfrm>
            <a:off x="5294030" y="3616296"/>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20" name="TextBox 119">
            <a:extLst>
              <a:ext uri="{FF2B5EF4-FFF2-40B4-BE49-F238E27FC236}">
                <a16:creationId xmlns:a16="http://schemas.microsoft.com/office/drawing/2014/main" id="{745506FC-93D7-53E5-2CA4-9085B9FC8A97}"/>
              </a:ext>
            </a:extLst>
          </p:cNvPr>
          <p:cNvSpPr txBox="1"/>
          <p:nvPr/>
        </p:nvSpPr>
        <p:spPr>
          <a:xfrm>
            <a:off x="5382548" y="3665033"/>
            <a:ext cx="243534" cy="199574"/>
          </a:xfrm>
          <a:prstGeom prst="rect">
            <a:avLst/>
          </a:prstGeom>
          <a:noFill/>
        </p:spPr>
        <p:txBody>
          <a:bodyPr wrap="square" lIns="0" tIns="0" rIns="0" bIns="0" rtlCol="0">
            <a:spAutoFit/>
          </a:bodyPr>
          <a:lstStyle/>
          <a:p>
            <a:r>
              <a:rPr lang="en-US" sz="1400">
                <a:solidFill>
                  <a:schemeClr val="bg1"/>
                </a:solidFill>
              </a:rPr>
              <a:t>18</a:t>
            </a:r>
            <a:endParaRPr lang="ru-RU" sz="1100">
              <a:solidFill>
                <a:schemeClr val="bg1"/>
              </a:solidFill>
              <a:latin typeface="Arial"/>
            </a:endParaRPr>
          </a:p>
        </p:txBody>
      </p:sp>
      <p:sp>
        <p:nvSpPr>
          <p:cNvPr id="207" name="Прямоугольник: скругленные углы 206">
            <a:extLst>
              <a:ext uri="{FF2B5EF4-FFF2-40B4-BE49-F238E27FC236}">
                <a16:creationId xmlns:a16="http://schemas.microsoft.com/office/drawing/2014/main" id="{A233BF63-A864-A6B4-799A-40F1D65D7CBB}"/>
              </a:ext>
            </a:extLst>
          </p:cNvPr>
          <p:cNvSpPr/>
          <p:nvPr/>
        </p:nvSpPr>
        <p:spPr>
          <a:xfrm>
            <a:off x="670367" y="5353099"/>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8" name="TextBox 7">
            <a:extLst>
              <a:ext uri="{FF2B5EF4-FFF2-40B4-BE49-F238E27FC236}">
                <a16:creationId xmlns:a16="http://schemas.microsoft.com/office/drawing/2014/main" id="{A148F733-A2F1-2E79-D71B-A797591A7DED}"/>
              </a:ext>
            </a:extLst>
          </p:cNvPr>
          <p:cNvSpPr txBox="1"/>
          <p:nvPr/>
        </p:nvSpPr>
        <p:spPr>
          <a:xfrm>
            <a:off x="758885" y="5400009"/>
            <a:ext cx="243534" cy="199574"/>
          </a:xfrm>
          <a:prstGeom prst="rect">
            <a:avLst/>
          </a:prstGeom>
          <a:noFill/>
        </p:spPr>
        <p:txBody>
          <a:bodyPr wrap="square" lIns="0" tIns="0" rIns="0" bIns="0" rtlCol="0">
            <a:spAutoFit/>
          </a:bodyPr>
          <a:lstStyle/>
          <a:p>
            <a:r>
              <a:rPr lang="en-US" sz="1400">
                <a:solidFill>
                  <a:schemeClr val="bg1"/>
                </a:solidFill>
              </a:rPr>
              <a:t>29</a:t>
            </a:r>
            <a:endParaRPr lang="ru-RU" sz="1100">
              <a:solidFill>
                <a:schemeClr val="bg1"/>
              </a:solidFill>
              <a:latin typeface="Arial"/>
            </a:endParaRPr>
          </a:p>
        </p:txBody>
      </p:sp>
      <p:sp>
        <p:nvSpPr>
          <p:cNvPr id="97" name="Прямоугольник: скругленные углы 96">
            <a:extLst>
              <a:ext uri="{FF2B5EF4-FFF2-40B4-BE49-F238E27FC236}">
                <a16:creationId xmlns:a16="http://schemas.microsoft.com/office/drawing/2014/main" id="{1F345AB2-DA9D-3EB9-8463-725CA42C0E11}"/>
              </a:ext>
            </a:extLst>
          </p:cNvPr>
          <p:cNvSpPr/>
          <p:nvPr/>
        </p:nvSpPr>
        <p:spPr>
          <a:xfrm>
            <a:off x="2211588" y="5353099"/>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02" name="TextBox 101">
            <a:extLst>
              <a:ext uri="{FF2B5EF4-FFF2-40B4-BE49-F238E27FC236}">
                <a16:creationId xmlns:a16="http://schemas.microsoft.com/office/drawing/2014/main" id="{E328D97E-19A7-B297-0A02-234AAAB1DB54}"/>
              </a:ext>
            </a:extLst>
          </p:cNvPr>
          <p:cNvSpPr txBox="1"/>
          <p:nvPr/>
        </p:nvSpPr>
        <p:spPr>
          <a:xfrm>
            <a:off x="2300106" y="5400009"/>
            <a:ext cx="243534" cy="199574"/>
          </a:xfrm>
          <a:prstGeom prst="rect">
            <a:avLst/>
          </a:prstGeom>
          <a:noFill/>
        </p:spPr>
        <p:txBody>
          <a:bodyPr wrap="square" lIns="0" tIns="0" rIns="0" bIns="0" rtlCol="0">
            <a:spAutoFit/>
          </a:bodyPr>
          <a:lstStyle/>
          <a:p>
            <a:r>
              <a:rPr lang="en-US" sz="1400">
                <a:solidFill>
                  <a:schemeClr val="bg1"/>
                </a:solidFill>
              </a:rPr>
              <a:t>30</a:t>
            </a:r>
            <a:endParaRPr lang="ru-RU" sz="1100">
              <a:solidFill>
                <a:schemeClr val="bg1"/>
              </a:solidFill>
              <a:latin typeface="Arial"/>
            </a:endParaRPr>
          </a:p>
        </p:txBody>
      </p:sp>
      <p:sp>
        <p:nvSpPr>
          <p:cNvPr id="112" name="TextBox 111">
            <a:extLst>
              <a:ext uri="{FF2B5EF4-FFF2-40B4-BE49-F238E27FC236}">
                <a16:creationId xmlns:a16="http://schemas.microsoft.com/office/drawing/2014/main" id="{46B29687-6F99-03EE-69FE-D8472D889801}"/>
              </a:ext>
            </a:extLst>
          </p:cNvPr>
          <p:cNvSpPr txBox="1"/>
          <p:nvPr/>
        </p:nvSpPr>
        <p:spPr>
          <a:xfrm>
            <a:off x="3841327" y="5400009"/>
            <a:ext cx="243534" cy="199574"/>
          </a:xfrm>
          <a:prstGeom prst="rect">
            <a:avLst/>
          </a:prstGeom>
          <a:noFill/>
        </p:spPr>
        <p:txBody>
          <a:bodyPr wrap="square" lIns="0" tIns="0" rIns="0" bIns="0" rtlCol="0">
            <a:spAutoFit/>
          </a:bodyPr>
          <a:lstStyle/>
          <a:p>
            <a:r>
              <a:rPr lang="en-US" sz="1400">
                <a:solidFill>
                  <a:schemeClr val="accent6"/>
                </a:solidFill>
              </a:rPr>
              <a:t>1</a:t>
            </a:r>
            <a:endParaRPr lang="ru-RU" sz="1100">
              <a:solidFill>
                <a:schemeClr val="accent6"/>
              </a:solidFill>
              <a:latin typeface="Arial"/>
            </a:endParaRPr>
          </a:p>
        </p:txBody>
      </p:sp>
      <p:sp>
        <p:nvSpPr>
          <p:cNvPr id="164" name="TextBox 163">
            <a:extLst>
              <a:ext uri="{FF2B5EF4-FFF2-40B4-BE49-F238E27FC236}">
                <a16:creationId xmlns:a16="http://schemas.microsoft.com/office/drawing/2014/main" id="{6C69B17A-A8B4-EAD4-E8AB-CCE062738093}"/>
              </a:ext>
            </a:extLst>
          </p:cNvPr>
          <p:cNvSpPr txBox="1"/>
          <p:nvPr/>
        </p:nvSpPr>
        <p:spPr>
          <a:xfrm>
            <a:off x="6923769" y="5400009"/>
            <a:ext cx="243534" cy="199574"/>
          </a:xfrm>
          <a:prstGeom prst="rect">
            <a:avLst/>
          </a:prstGeom>
          <a:noFill/>
        </p:spPr>
        <p:txBody>
          <a:bodyPr wrap="square" lIns="0" tIns="0" rIns="0" bIns="0" rtlCol="0">
            <a:spAutoFit/>
          </a:bodyPr>
          <a:lstStyle/>
          <a:p>
            <a:r>
              <a:rPr lang="en-US" sz="1400">
                <a:solidFill>
                  <a:schemeClr val="accent6"/>
                </a:solidFill>
              </a:rPr>
              <a:t>3</a:t>
            </a:r>
            <a:endParaRPr lang="ru-RU" sz="1100">
              <a:solidFill>
                <a:schemeClr val="accent6"/>
              </a:solidFill>
              <a:latin typeface="Arial"/>
            </a:endParaRPr>
          </a:p>
        </p:txBody>
      </p:sp>
      <p:sp>
        <p:nvSpPr>
          <p:cNvPr id="198" name="TextBox 197">
            <a:extLst>
              <a:ext uri="{FF2B5EF4-FFF2-40B4-BE49-F238E27FC236}">
                <a16:creationId xmlns:a16="http://schemas.microsoft.com/office/drawing/2014/main" id="{685AFBE4-0F70-1571-EF8F-ADB0A78486E1}"/>
              </a:ext>
            </a:extLst>
          </p:cNvPr>
          <p:cNvSpPr txBox="1"/>
          <p:nvPr/>
        </p:nvSpPr>
        <p:spPr>
          <a:xfrm>
            <a:off x="8464990" y="5400009"/>
            <a:ext cx="243534" cy="199574"/>
          </a:xfrm>
          <a:prstGeom prst="rect">
            <a:avLst/>
          </a:prstGeom>
          <a:noFill/>
        </p:spPr>
        <p:txBody>
          <a:bodyPr wrap="square" lIns="0" tIns="0" rIns="0" bIns="0" rtlCol="0">
            <a:spAutoFit/>
          </a:bodyPr>
          <a:lstStyle/>
          <a:p>
            <a:r>
              <a:rPr lang="en-US" sz="1400">
                <a:solidFill>
                  <a:schemeClr val="accent6"/>
                </a:solidFill>
              </a:rPr>
              <a:t>4</a:t>
            </a:r>
            <a:endParaRPr lang="ru-RU" sz="1100">
              <a:solidFill>
                <a:schemeClr val="accent6"/>
              </a:solidFill>
              <a:latin typeface="Arial"/>
            </a:endParaRPr>
          </a:p>
        </p:txBody>
      </p:sp>
      <p:sp>
        <p:nvSpPr>
          <p:cNvPr id="214" name="TextBox 213">
            <a:extLst>
              <a:ext uri="{FF2B5EF4-FFF2-40B4-BE49-F238E27FC236}">
                <a16:creationId xmlns:a16="http://schemas.microsoft.com/office/drawing/2014/main" id="{482FFEB2-9727-D7F0-0E91-7E0570483998}"/>
              </a:ext>
            </a:extLst>
          </p:cNvPr>
          <p:cNvSpPr txBox="1"/>
          <p:nvPr/>
        </p:nvSpPr>
        <p:spPr>
          <a:xfrm>
            <a:off x="10006213" y="5400009"/>
            <a:ext cx="243534" cy="199574"/>
          </a:xfrm>
          <a:prstGeom prst="rect">
            <a:avLst/>
          </a:prstGeom>
          <a:noFill/>
        </p:spPr>
        <p:txBody>
          <a:bodyPr wrap="square" lIns="0" tIns="0" rIns="0" bIns="0" rtlCol="0">
            <a:spAutoFit/>
          </a:bodyPr>
          <a:lstStyle/>
          <a:p>
            <a:r>
              <a:rPr lang="en-US" sz="1400">
                <a:solidFill>
                  <a:schemeClr val="accent6"/>
                </a:solidFill>
              </a:rPr>
              <a:t>5</a:t>
            </a:r>
            <a:endParaRPr lang="ru-RU" sz="1100">
              <a:solidFill>
                <a:schemeClr val="accent6"/>
              </a:solidFill>
              <a:latin typeface="Arial"/>
            </a:endParaRPr>
          </a:p>
        </p:txBody>
      </p:sp>
      <p:sp>
        <p:nvSpPr>
          <p:cNvPr id="126" name="TextBox 125">
            <a:extLst>
              <a:ext uri="{FF2B5EF4-FFF2-40B4-BE49-F238E27FC236}">
                <a16:creationId xmlns:a16="http://schemas.microsoft.com/office/drawing/2014/main" id="{2B96EB98-E3EF-FFEB-D8B6-CC1D5F8ED2E8}"/>
              </a:ext>
            </a:extLst>
          </p:cNvPr>
          <p:cNvSpPr txBox="1"/>
          <p:nvPr/>
        </p:nvSpPr>
        <p:spPr>
          <a:xfrm>
            <a:off x="5382548" y="5400009"/>
            <a:ext cx="243534" cy="199574"/>
          </a:xfrm>
          <a:prstGeom prst="rect">
            <a:avLst/>
          </a:prstGeom>
          <a:noFill/>
        </p:spPr>
        <p:txBody>
          <a:bodyPr wrap="square" lIns="0" tIns="0" rIns="0" bIns="0" rtlCol="0">
            <a:spAutoFit/>
          </a:bodyPr>
          <a:lstStyle/>
          <a:p>
            <a:r>
              <a:rPr lang="en-US" sz="1400">
                <a:solidFill>
                  <a:schemeClr val="accent6"/>
                </a:solidFill>
              </a:rPr>
              <a:t>2</a:t>
            </a:r>
            <a:endParaRPr lang="ru-RU" sz="1100">
              <a:solidFill>
                <a:schemeClr val="accent6"/>
              </a:solidFill>
              <a:latin typeface="Arial"/>
            </a:endParaRPr>
          </a:p>
        </p:txBody>
      </p:sp>
      <p:sp>
        <p:nvSpPr>
          <p:cNvPr id="223" name="TextBox 222">
            <a:extLst>
              <a:ext uri="{FF2B5EF4-FFF2-40B4-BE49-F238E27FC236}">
                <a16:creationId xmlns:a16="http://schemas.microsoft.com/office/drawing/2014/main" id="{B39D890E-58E6-B7FE-FC3E-281E2B65C4E1}"/>
              </a:ext>
            </a:extLst>
          </p:cNvPr>
          <p:cNvSpPr txBox="1"/>
          <p:nvPr/>
        </p:nvSpPr>
        <p:spPr>
          <a:xfrm>
            <a:off x="655126" y="1553193"/>
            <a:ext cx="449602" cy="276999"/>
          </a:xfrm>
          <a:prstGeom prst="rect">
            <a:avLst/>
          </a:prstGeom>
          <a:noFill/>
        </p:spPr>
        <p:txBody>
          <a:bodyPr wrap="square" lIns="0" tIns="0" rIns="0" bIns="0" rtlCol="0">
            <a:spAutoFit/>
          </a:bodyPr>
          <a:lstStyle/>
          <a:p>
            <a:r>
              <a:rPr lang="ru-RU" b="1" err="1">
                <a:solidFill>
                  <a:schemeClr val="bg1"/>
                </a:solidFill>
              </a:rPr>
              <a:t>Пн</a:t>
            </a:r>
            <a:endParaRPr lang="ru-RU" sz="1400">
              <a:solidFill>
                <a:schemeClr val="bg1"/>
              </a:solidFill>
              <a:latin typeface="Arial"/>
            </a:endParaRPr>
          </a:p>
        </p:txBody>
      </p:sp>
      <p:sp>
        <p:nvSpPr>
          <p:cNvPr id="224" name="TextBox 223">
            <a:extLst>
              <a:ext uri="{FF2B5EF4-FFF2-40B4-BE49-F238E27FC236}">
                <a16:creationId xmlns:a16="http://schemas.microsoft.com/office/drawing/2014/main" id="{B714BA4D-A586-E897-70D4-48A54F164ECA}"/>
              </a:ext>
            </a:extLst>
          </p:cNvPr>
          <p:cNvSpPr txBox="1"/>
          <p:nvPr/>
        </p:nvSpPr>
        <p:spPr>
          <a:xfrm>
            <a:off x="2192538" y="1553193"/>
            <a:ext cx="449602" cy="276999"/>
          </a:xfrm>
          <a:prstGeom prst="rect">
            <a:avLst/>
          </a:prstGeom>
          <a:noFill/>
        </p:spPr>
        <p:txBody>
          <a:bodyPr wrap="square" lIns="0" tIns="0" rIns="0" bIns="0" rtlCol="0">
            <a:spAutoFit/>
          </a:bodyPr>
          <a:lstStyle/>
          <a:p>
            <a:r>
              <a:rPr lang="ru-RU" b="1">
                <a:solidFill>
                  <a:schemeClr val="bg1"/>
                </a:solidFill>
              </a:rPr>
              <a:t>Вт</a:t>
            </a:r>
            <a:endParaRPr lang="ru-RU" sz="1400">
              <a:solidFill>
                <a:schemeClr val="bg1"/>
              </a:solidFill>
              <a:latin typeface="Arial"/>
            </a:endParaRPr>
          </a:p>
        </p:txBody>
      </p:sp>
      <p:sp>
        <p:nvSpPr>
          <p:cNvPr id="225" name="TextBox 224">
            <a:extLst>
              <a:ext uri="{FF2B5EF4-FFF2-40B4-BE49-F238E27FC236}">
                <a16:creationId xmlns:a16="http://schemas.microsoft.com/office/drawing/2014/main" id="{AA9F10E4-FD37-D8A1-011D-33D99A681C4F}"/>
              </a:ext>
            </a:extLst>
          </p:cNvPr>
          <p:cNvSpPr txBox="1"/>
          <p:nvPr/>
        </p:nvSpPr>
        <p:spPr>
          <a:xfrm>
            <a:off x="3733759" y="1553193"/>
            <a:ext cx="449602" cy="276999"/>
          </a:xfrm>
          <a:prstGeom prst="rect">
            <a:avLst/>
          </a:prstGeom>
          <a:noFill/>
        </p:spPr>
        <p:txBody>
          <a:bodyPr wrap="square" lIns="0" tIns="0" rIns="0" bIns="0" rtlCol="0">
            <a:spAutoFit/>
          </a:bodyPr>
          <a:lstStyle/>
          <a:p>
            <a:r>
              <a:rPr lang="ru-RU" b="1">
                <a:solidFill>
                  <a:schemeClr val="bg1"/>
                </a:solidFill>
              </a:rPr>
              <a:t>Ср</a:t>
            </a:r>
            <a:endParaRPr lang="ru-RU" sz="1400">
              <a:solidFill>
                <a:schemeClr val="bg1"/>
              </a:solidFill>
              <a:latin typeface="Arial"/>
            </a:endParaRPr>
          </a:p>
        </p:txBody>
      </p:sp>
      <p:sp>
        <p:nvSpPr>
          <p:cNvPr id="227" name="TextBox 226">
            <a:extLst>
              <a:ext uri="{FF2B5EF4-FFF2-40B4-BE49-F238E27FC236}">
                <a16:creationId xmlns:a16="http://schemas.microsoft.com/office/drawing/2014/main" id="{DB31B6B3-BF1C-6246-1878-C9C0F645EBA5}"/>
              </a:ext>
            </a:extLst>
          </p:cNvPr>
          <p:cNvSpPr txBox="1"/>
          <p:nvPr/>
        </p:nvSpPr>
        <p:spPr>
          <a:xfrm>
            <a:off x="6816201" y="1553193"/>
            <a:ext cx="449602" cy="276999"/>
          </a:xfrm>
          <a:prstGeom prst="rect">
            <a:avLst/>
          </a:prstGeom>
          <a:noFill/>
        </p:spPr>
        <p:txBody>
          <a:bodyPr wrap="square" lIns="0" tIns="0" rIns="0" bIns="0" rtlCol="0">
            <a:spAutoFit/>
          </a:bodyPr>
          <a:lstStyle/>
          <a:p>
            <a:r>
              <a:rPr lang="ru-RU" b="1" err="1">
                <a:solidFill>
                  <a:schemeClr val="bg1"/>
                </a:solidFill>
              </a:rPr>
              <a:t>Пт</a:t>
            </a:r>
            <a:endParaRPr lang="ru-RU" sz="1400">
              <a:solidFill>
                <a:schemeClr val="bg1"/>
              </a:solidFill>
              <a:latin typeface="Arial"/>
            </a:endParaRPr>
          </a:p>
        </p:txBody>
      </p:sp>
      <p:sp>
        <p:nvSpPr>
          <p:cNvPr id="228" name="TextBox 227">
            <a:extLst>
              <a:ext uri="{FF2B5EF4-FFF2-40B4-BE49-F238E27FC236}">
                <a16:creationId xmlns:a16="http://schemas.microsoft.com/office/drawing/2014/main" id="{D9CD20E0-A13A-B715-5668-C0F008347DEB}"/>
              </a:ext>
            </a:extLst>
          </p:cNvPr>
          <p:cNvSpPr txBox="1"/>
          <p:nvPr/>
        </p:nvSpPr>
        <p:spPr>
          <a:xfrm>
            <a:off x="8357422" y="1553193"/>
            <a:ext cx="449602" cy="276999"/>
          </a:xfrm>
          <a:prstGeom prst="rect">
            <a:avLst/>
          </a:prstGeom>
          <a:noFill/>
        </p:spPr>
        <p:txBody>
          <a:bodyPr wrap="square" lIns="0" tIns="0" rIns="0" bIns="0" rtlCol="0">
            <a:spAutoFit/>
          </a:bodyPr>
          <a:lstStyle/>
          <a:p>
            <a:r>
              <a:rPr lang="ru-RU" b="1">
                <a:solidFill>
                  <a:schemeClr val="bg1"/>
                </a:solidFill>
              </a:rPr>
              <a:t>Сб</a:t>
            </a:r>
            <a:endParaRPr lang="ru-RU" sz="1400">
              <a:solidFill>
                <a:schemeClr val="bg1"/>
              </a:solidFill>
              <a:latin typeface="Arial"/>
            </a:endParaRPr>
          </a:p>
        </p:txBody>
      </p:sp>
      <p:sp>
        <p:nvSpPr>
          <p:cNvPr id="229" name="TextBox 228">
            <a:extLst>
              <a:ext uri="{FF2B5EF4-FFF2-40B4-BE49-F238E27FC236}">
                <a16:creationId xmlns:a16="http://schemas.microsoft.com/office/drawing/2014/main" id="{94DB5C38-4F15-1C0C-6E0E-2CF65DEAC900}"/>
              </a:ext>
            </a:extLst>
          </p:cNvPr>
          <p:cNvSpPr txBox="1"/>
          <p:nvPr/>
        </p:nvSpPr>
        <p:spPr>
          <a:xfrm>
            <a:off x="9898645" y="1553193"/>
            <a:ext cx="449602" cy="276999"/>
          </a:xfrm>
          <a:prstGeom prst="rect">
            <a:avLst/>
          </a:prstGeom>
          <a:noFill/>
        </p:spPr>
        <p:txBody>
          <a:bodyPr wrap="square" lIns="0" tIns="0" rIns="0" bIns="0" rtlCol="0">
            <a:spAutoFit/>
          </a:bodyPr>
          <a:lstStyle/>
          <a:p>
            <a:r>
              <a:rPr lang="ru-RU" b="1">
                <a:solidFill>
                  <a:schemeClr val="bg1"/>
                </a:solidFill>
              </a:rPr>
              <a:t>Вс</a:t>
            </a:r>
            <a:endParaRPr lang="ru-RU" sz="1400">
              <a:solidFill>
                <a:schemeClr val="bg1"/>
              </a:solidFill>
              <a:latin typeface="Arial"/>
            </a:endParaRPr>
          </a:p>
        </p:txBody>
      </p:sp>
      <p:sp>
        <p:nvSpPr>
          <p:cNvPr id="226" name="TextBox 225">
            <a:extLst>
              <a:ext uri="{FF2B5EF4-FFF2-40B4-BE49-F238E27FC236}">
                <a16:creationId xmlns:a16="http://schemas.microsoft.com/office/drawing/2014/main" id="{1165DAB2-EAD6-44A4-2153-5F5194C6BD21}"/>
              </a:ext>
            </a:extLst>
          </p:cNvPr>
          <p:cNvSpPr txBox="1"/>
          <p:nvPr/>
        </p:nvSpPr>
        <p:spPr>
          <a:xfrm>
            <a:off x="5274980" y="1553193"/>
            <a:ext cx="449602" cy="276999"/>
          </a:xfrm>
          <a:prstGeom prst="rect">
            <a:avLst/>
          </a:prstGeom>
          <a:noFill/>
        </p:spPr>
        <p:txBody>
          <a:bodyPr wrap="square" lIns="0" tIns="0" rIns="0" bIns="0" rtlCol="0">
            <a:spAutoFit/>
          </a:bodyPr>
          <a:lstStyle/>
          <a:p>
            <a:r>
              <a:rPr lang="ru-RU" b="1" err="1">
                <a:solidFill>
                  <a:schemeClr val="bg1"/>
                </a:solidFill>
              </a:rPr>
              <a:t>Чт</a:t>
            </a:r>
            <a:endParaRPr lang="ru-RU" sz="1400">
              <a:solidFill>
                <a:schemeClr val="bg1"/>
              </a:solidFill>
              <a:latin typeface="Arial"/>
            </a:endParaRPr>
          </a:p>
        </p:txBody>
      </p:sp>
      <p:sp>
        <p:nvSpPr>
          <p:cNvPr id="206" name="Прямоугольник: скругленные углы 205">
            <a:extLst>
              <a:ext uri="{FF2B5EF4-FFF2-40B4-BE49-F238E27FC236}">
                <a16:creationId xmlns:a16="http://schemas.microsoft.com/office/drawing/2014/main" id="{D28E25A4-E194-0535-CD13-4C06B2820286}"/>
              </a:ext>
            </a:extLst>
          </p:cNvPr>
          <p:cNvSpPr/>
          <p:nvPr/>
        </p:nvSpPr>
        <p:spPr>
          <a:xfrm>
            <a:off x="670367" y="4484697"/>
            <a:ext cx="1465467" cy="7937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7" name="TextBox 6">
            <a:extLst>
              <a:ext uri="{FF2B5EF4-FFF2-40B4-BE49-F238E27FC236}">
                <a16:creationId xmlns:a16="http://schemas.microsoft.com/office/drawing/2014/main" id="{520AF0DA-4C0B-9B0D-2B10-A1D5AF60D37A}"/>
              </a:ext>
            </a:extLst>
          </p:cNvPr>
          <p:cNvSpPr txBox="1"/>
          <p:nvPr/>
        </p:nvSpPr>
        <p:spPr>
          <a:xfrm>
            <a:off x="758885" y="4532521"/>
            <a:ext cx="243534" cy="215444"/>
          </a:xfrm>
          <a:prstGeom prst="rect">
            <a:avLst/>
          </a:prstGeom>
          <a:noFill/>
        </p:spPr>
        <p:txBody>
          <a:bodyPr wrap="square" lIns="0" tIns="0" rIns="0" bIns="0" rtlCol="0">
            <a:spAutoFit/>
          </a:bodyPr>
          <a:lstStyle/>
          <a:p>
            <a:r>
              <a:rPr lang="en-US" sz="1400" dirty="0"/>
              <a:t>22</a:t>
            </a:r>
            <a:endParaRPr lang="ru-RU" sz="1100" dirty="0">
              <a:latin typeface="Arial"/>
            </a:endParaRPr>
          </a:p>
        </p:txBody>
      </p:sp>
      <p:sp>
        <p:nvSpPr>
          <p:cNvPr id="96" name="Прямоугольник: скругленные углы 95">
            <a:extLst>
              <a:ext uri="{FF2B5EF4-FFF2-40B4-BE49-F238E27FC236}">
                <a16:creationId xmlns:a16="http://schemas.microsoft.com/office/drawing/2014/main" id="{81526731-DABB-CD4C-3208-9407C905F39F}"/>
              </a:ext>
            </a:extLst>
          </p:cNvPr>
          <p:cNvSpPr/>
          <p:nvPr/>
        </p:nvSpPr>
        <p:spPr>
          <a:xfrm>
            <a:off x="2211588" y="4484698"/>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01" name="TextBox 100">
            <a:extLst>
              <a:ext uri="{FF2B5EF4-FFF2-40B4-BE49-F238E27FC236}">
                <a16:creationId xmlns:a16="http://schemas.microsoft.com/office/drawing/2014/main" id="{FE83D15A-5C5C-042A-6BC4-D4C5E98DB373}"/>
              </a:ext>
            </a:extLst>
          </p:cNvPr>
          <p:cNvSpPr txBox="1"/>
          <p:nvPr/>
        </p:nvSpPr>
        <p:spPr>
          <a:xfrm>
            <a:off x="2300106" y="4532521"/>
            <a:ext cx="243534" cy="199574"/>
          </a:xfrm>
          <a:prstGeom prst="rect">
            <a:avLst/>
          </a:prstGeom>
          <a:noFill/>
        </p:spPr>
        <p:txBody>
          <a:bodyPr wrap="square" lIns="0" tIns="0" rIns="0" bIns="0" rtlCol="0">
            <a:spAutoFit/>
          </a:bodyPr>
          <a:lstStyle/>
          <a:p>
            <a:r>
              <a:rPr lang="en-US" sz="1400">
                <a:solidFill>
                  <a:schemeClr val="bg1"/>
                </a:solidFill>
              </a:rPr>
              <a:t>23</a:t>
            </a:r>
            <a:endParaRPr lang="ru-RU" sz="1100">
              <a:solidFill>
                <a:schemeClr val="bg1"/>
              </a:solidFill>
              <a:latin typeface="Arial"/>
            </a:endParaRPr>
          </a:p>
        </p:txBody>
      </p:sp>
      <p:sp>
        <p:nvSpPr>
          <p:cNvPr id="106" name="Прямоугольник: скругленные углы 105">
            <a:extLst>
              <a:ext uri="{FF2B5EF4-FFF2-40B4-BE49-F238E27FC236}">
                <a16:creationId xmlns:a16="http://schemas.microsoft.com/office/drawing/2014/main" id="{25EB0912-F3F3-CAD3-2811-3D57E074554F}"/>
              </a:ext>
            </a:extLst>
          </p:cNvPr>
          <p:cNvSpPr/>
          <p:nvPr/>
        </p:nvSpPr>
        <p:spPr>
          <a:xfrm>
            <a:off x="3752809" y="4484698"/>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11" name="TextBox 110">
            <a:extLst>
              <a:ext uri="{FF2B5EF4-FFF2-40B4-BE49-F238E27FC236}">
                <a16:creationId xmlns:a16="http://schemas.microsoft.com/office/drawing/2014/main" id="{7BEB1BF8-6ECC-B483-45CB-8AD72C8462C6}"/>
              </a:ext>
            </a:extLst>
          </p:cNvPr>
          <p:cNvSpPr txBox="1"/>
          <p:nvPr/>
        </p:nvSpPr>
        <p:spPr>
          <a:xfrm>
            <a:off x="3841327" y="4532521"/>
            <a:ext cx="243534" cy="199574"/>
          </a:xfrm>
          <a:prstGeom prst="rect">
            <a:avLst/>
          </a:prstGeom>
          <a:noFill/>
        </p:spPr>
        <p:txBody>
          <a:bodyPr wrap="square" lIns="0" tIns="0" rIns="0" bIns="0" rtlCol="0">
            <a:spAutoFit/>
          </a:bodyPr>
          <a:lstStyle/>
          <a:p>
            <a:r>
              <a:rPr lang="en-US" sz="1400">
                <a:solidFill>
                  <a:schemeClr val="bg1"/>
                </a:solidFill>
              </a:rPr>
              <a:t>24</a:t>
            </a:r>
            <a:endParaRPr lang="ru-RU" sz="1100">
              <a:solidFill>
                <a:schemeClr val="bg1"/>
              </a:solidFill>
              <a:latin typeface="Arial"/>
            </a:endParaRPr>
          </a:p>
        </p:txBody>
      </p:sp>
      <p:sp>
        <p:nvSpPr>
          <p:cNvPr id="142" name="Прямоугольник: скругленные углы 141">
            <a:extLst>
              <a:ext uri="{FF2B5EF4-FFF2-40B4-BE49-F238E27FC236}">
                <a16:creationId xmlns:a16="http://schemas.microsoft.com/office/drawing/2014/main" id="{D485C7BA-FE1C-7374-BC2F-D1B835A49FF0}"/>
              </a:ext>
            </a:extLst>
          </p:cNvPr>
          <p:cNvSpPr/>
          <p:nvPr/>
        </p:nvSpPr>
        <p:spPr>
          <a:xfrm>
            <a:off x="6835251" y="4484698"/>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63" name="TextBox 162">
            <a:extLst>
              <a:ext uri="{FF2B5EF4-FFF2-40B4-BE49-F238E27FC236}">
                <a16:creationId xmlns:a16="http://schemas.microsoft.com/office/drawing/2014/main" id="{ADC21D9B-F785-94D7-6012-6DDF5C728F33}"/>
              </a:ext>
            </a:extLst>
          </p:cNvPr>
          <p:cNvSpPr txBox="1"/>
          <p:nvPr/>
        </p:nvSpPr>
        <p:spPr>
          <a:xfrm>
            <a:off x="6923769" y="4532521"/>
            <a:ext cx="243534" cy="199574"/>
          </a:xfrm>
          <a:prstGeom prst="rect">
            <a:avLst/>
          </a:prstGeom>
          <a:noFill/>
        </p:spPr>
        <p:txBody>
          <a:bodyPr wrap="square" lIns="0" tIns="0" rIns="0" bIns="0" rtlCol="0">
            <a:spAutoFit/>
          </a:bodyPr>
          <a:lstStyle/>
          <a:p>
            <a:r>
              <a:rPr lang="en-US" sz="1400">
                <a:solidFill>
                  <a:schemeClr val="bg1"/>
                </a:solidFill>
              </a:rPr>
              <a:t>26</a:t>
            </a:r>
            <a:endParaRPr lang="ru-RU" sz="1100">
              <a:solidFill>
                <a:schemeClr val="bg1"/>
              </a:solidFill>
              <a:latin typeface="Arial"/>
            </a:endParaRPr>
          </a:p>
        </p:txBody>
      </p:sp>
      <p:sp>
        <p:nvSpPr>
          <p:cNvPr id="168" name="Прямоугольник: скругленные углы 167">
            <a:extLst>
              <a:ext uri="{FF2B5EF4-FFF2-40B4-BE49-F238E27FC236}">
                <a16:creationId xmlns:a16="http://schemas.microsoft.com/office/drawing/2014/main" id="{E0C39AA0-1655-A4EA-DB47-3633C248043B}"/>
              </a:ext>
            </a:extLst>
          </p:cNvPr>
          <p:cNvSpPr/>
          <p:nvPr/>
        </p:nvSpPr>
        <p:spPr>
          <a:xfrm>
            <a:off x="8376472" y="4484698"/>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97" name="TextBox 196">
            <a:extLst>
              <a:ext uri="{FF2B5EF4-FFF2-40B4-BE49-F238E27FC236}">
                <a16:creationId xmlns:a16="http://schemas.microsoft.com/office/drawing/2014/main" id="{808FDAA7-AF06-C723-8A2D-DB00621B3C93}"/>
              </a:ext>
            </a:extLst>
          </p:cNvPr>
          <p:cNvSpPr txBox="1"/>
          <p:nvPr/>
        </p:nvSpPr>
        <p:spPr>
          <a:xfrm>
            <a:off x="8464990" y="4532521"/>
            <a:ext cx="243534" cy="199574"/>
          </a:xfrm>
          <a:prstGeom prst="rect">
            <a:avLst/>
          </a:prstGeom>
          <a:noFill/>
        </p:spPr>
        <p:txBody>
          <a:bodyPr wrap="square" lIns="0" tIns="0" rIns="0" bIns="0" rtlCol="0">
            <a:spAutoFit/>
          </a:bodyPr>
          <a:lstStyle/>
          <a:p>
            <a:r>
              <a:rPr lang="en-US" sz="1400">
                <a:solidFill>
                  <a:schemeClr val="bg1"/>
                </a:solidFill>
              </a:rPr>
              <a:t>27</a:t>
            </a:r>
            <a:endParaRPr lang="ru-RU" sz="1100">
              <a:solidFill>
                <a:schemeClr val="bg1"/>
              </a:solidFill>
              <a:latin typeface="Arial"/>
            </a:endParaRPr>
          </a:p>
        </p:txBody>
      </p:sp>
      <p:sp>
        <p:nvSpPr>
          <p:cNvPr id="202" name="Прямоугольник: скругленные углы 201">
            <a:extLst>
              <a:ext uri="{FF2B5EF4-FFF2-40B4-BE49-F238E27FC236}">
                <a16:creationId xmlns:a16="http://schemas.microsoft.com/office/drawing/2014/main" id="{9933553A-4ED2-91C3-6391-31B6F62E363B}"/>
              </a:ext>
            </a:extLst>
          </p:cNvPr>
          <p:cNvSpPr/>
          <p:nvPr/>
        </p:nvSpPr>
        <p:spPr>
          <a:xfrm>
            <a:off x="9917695" y="4484698"/>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213" name="TextBox 212">
            <a:extLst>
              <a:ext uri="{FF2B5EF4-FFF2-40B4-BE49-F238E27FC236}">
                <a16:creationId xmlns:a16="http://schemas.microsoft.com/office/drawing/2014/main" id="{4FB49437-B754-B4FB-3603-91CE6573B89B}"/>
              </a:ext>
            </a:extLst>
          </p:cNvPr>
          <p:cNvSpPr txBox="1"/>
          <p:nvPr/>
        </p:nvSpPr>
        <p:spPr>
          <a:xfrm>
            <a:off x="10006213" y="4532521"/>
            <a:ext cx="243534" cy="199574"/>
          </a:xfrm>
          <a:prstGeom prst="rect">
            <a:avLst/>
          </a:prstGeom>
          <a:noFill/>
        </p:spPr>
        <p:txBody>
          <a:bodyPr wrap="square" lIns="0" tIns="0" rIns="0" bIns="0" rtlCol="0">
            <a:spAutoFit/>
          </a:bodyPr>
          <a:lstStyle/>
          <a:p>
            <a:r>
              <a:rPr lang="en-US" sz="1400">
                <a:solidFill>
                  <a:schemeClr val="bg1"/>
                </a:solidFill>
              </a:rPr>
              <a:t>28</a:t>
            </a:r>
            <a:endParaRPr lang="ru-RU" sz="1100">
              <a:solidFill>
                <a:schemeClr val="bg1"/>
              </a:solidFill>
              <a:latin typeface="Arial"/>
            </a:endParaRPr>
          </a:p>
        </p:txBody>
      </p:sp>
      <p:sp>
        <p:nvSpPr>
          <p:cNvPr id="116" name="Прямоугольник: скругленные углы 115">
            <a:extLst>
              <a:ext uri="{FF2B5EF4-FFF2-40B4-BE49-F238E27FC236}">
                <a16:creationId xmlns:a16="http://schemas.microsoft.com/office/drawing/2014/main" id="{F0AE3AE6-B200-DBC5-F71B-34CEA479B6C8}"/>
              </a:ext>
            </a:extLst>
          </p:cNvPr>
          <p:cNvSpPr/>
          <p:nvPr/>
        </p:nvSpPr>
        <p:spPr>
          <a:xfrm>
            <a:off x="5294030" y="4484698"/>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21" name="TextBox 120">
            <a:extLst>
              <a:ext uri="{FF2B5EF4-FFF2-40B4-BE49-F238E27FC236}">
                <a16:creationId xmlns:a16="http://schemas.microsoft.com/office/drawing/2014/main" id="{2FD082BB-26AA-8B3D-CCBA-6FFC666B2788}"/>
              </a:ext>
            </a:extLst>
          </p:cNvPr>
          <p:cNvSpPr txBox="1"/>
          <p:nvPr/>
        </p:nvSpPr>
        <p:spPr>
          <a:xfrm>
            <a:off x="5382548" y="4532521"/>
            <a:ext cx="243534" cy="199574"/>
          </a:xfrm>
          <a:prstGeom prst="rect">
            <a:avLst/>
          </a:prstGeom>
          <a:noFill/>
        </p:spPr>
        <p:txBody>
          <a:bodyPr wrap="square" lIns="0" tIns="0" rIns="0" bIns="0" rtlCol="0">
            <a:spAutoFit/>
          </a:bodyPr>
          <a:lstStyle/>
          <a:p>
            <a:r>
              <a:rPr lang="en-US" sz="1400">
                <a:solidFill>
                  <a:schemeClr val="bg1"/>
                </a:solidFill>
              </a:rPr>
              <a:t>25</a:t>
            </a:r>
            <a:endParaRPr lang="ru-RU" sz="1100">
              <a:solidFill>
                <a:schemeClr val="bg1"/>
              </a:solidFill>
              <a:latin typeface="Arial"/>
            </a:endParaRPr>
          </a:p>
        </p:txBody>
      </p:sp>
      <p:sp>
        <p:nvSpPr>
          <p:cNvPr id="114" name="Прямоугольник: скругленные углы 113">
            <a:extLst>
              <a:ext uri="{FF2B5EF4-FFF2-40B4-BE49-F238E27FC236}">
                <a16:creationId xmlns:a16="http://schemas.microsoft.com/office/drawing/2014/main" id="{1BA5626C-313F-A7A2-EA82-7323941608C8}"/>
              </a:ext>
            </a:extLst>
          </p:cNvPr>
          <p:cNvSpPr/>
          <p:nvPr/>
        </p:nvSpPr>
        <p:spPr>
          <a:xfrm>
            <a:off x="5274981" y="2747895"/>
            <a:ext cx="3006686" cy="79378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204" name="Прямоугольник: скругленные углы 203">
            <a:extLst>
              <a:ext uri="{FF2B5EF4-FFF2-40B4-BE49-F238E27FC236}">
                <a16:creationId xmlns:a16="http://schemas.microsoft.com/office/drawing/2014/main" id="{443D4DEE-9496-64E2-BCC0-149D49E22AD8}"/>
              </a:ext>
            </a:extLst>
          </p:cNvPr>
          <p:cNvSpPr/>
          <p:nvPr/>
        </p:nvSpPr>
        <p:spPr>
          <a:xfrm>
            <a:off x="670367" y="2747895"/>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5" name="TextBox 4">
            <a:extLst>
              <a:ext uri="{FF2B5EF4-FFF2-40B4-BE49-F238E27FC236}">
                <a16:creationId xmlns:a16="http://schemas.microsoft.com/office/drawing/2014/main" id="{7ED1B0C0-80E2-7238-1499-141805D4DC10}"/>
              </a:ext>
            </a:extLst>
          </p:cNvPr>
          <p:cNvSpPr txBox="1"/>
          <p:nvPr/>
        </p:nvSpPr>
        <p:spPr>
          <a:xfrm>
            <a:off x="758885" y="2797548"/>
            <a:ext cx="243534" cy="199574"/>
          </a:xfrm>
          <a:prstGeom prst="rect">
            <a:avLst/>
          </a:prstGeom>
          <a:noFill/>
        </p:spPr>
        <p:txBody>
          <a:bodyPr wrap="square" lIns="0" tIns="0" rIns="0" bIns="0" rtlCol="0">
            <a:spAutoFit/>
          </a:bodyPr>
          <a:lstStyle/>
          <a:p>
            <a:r>
              <a:rPr lang="en-US" sz="1400">
                <a:solidFill>
                  <a:schemeClr val="bg1"/>
                </a:solidFill>
              </a:rPr>
              <a:t>8</a:t>
            </a:r>
            <a:endParaRPr lang="ru-RU" sz="1100">
              <a:solidFill>
                <a:schemeClr val="bg1"/>
              </a:solidFill>
              <a:latin typeface="Arial"/>
            </a:endParaRPr>
          </a:p>
        </p:txBody>
      </p:sp>
      <p:sp>
        <p:nvSpPr>
          <p:cNvPr id="94" name="Прямоугольник: скругленные углы 93">
            <a:extLst>
              <a:ext uri="{FF2B5EF4-FFF2-40B4-BE49-F238E27FC236}">
                <a16:creationId xmlns:a16="http://schemas.microsoft.com/office/drawing/2014/main" id="{0B6493BD-2BC5-DE25-1203-531D7A5BB0AE}"/>
              </a:ext>
            </a:extLst>
          </p:cNvPr>
          <p:cNvSpPr/>
          <p:nvPr/>
        </p:nvSpPr>
        <p:spPr>
          <a:xfrm>
            <a:off x="2211588" y="2747895"/>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99" name="TextBox 98">
            <a:extLst>
              <a:ext uri="{FF2B5EF4-FFF2-40B4-BE49-F238E27FC236}">
                <a16:creationId xmlns:a16="http://schemas.microsoft.com/office/drawing/2014/main" id="{F5C4468A-F86A-7623-DEB1-6F1D67361D32}"/>
              </a:ext>
            </a:extLst>
          </p:cNvPr>
          <p:cNvSpPr txBox="1"/>
          <p:nvPr/>
        </p:nvSpPr>
        <p:spPr>
          <a:xfrm>
            <a:off x="2300106" y="2797548"/>
            <a:ext cx="243534" cy="199574"/>
          </a:xfrm>
          <a:prstGeom prst="rect">
            <a:avLst/>
          </a:prstGeom>
          <a:noFill/>
        </p:spPr>
        <p:txBody>
          <a:bodyPr wrap="square" lIns="0" tIns="0" rIns="0" bIns="0" rtlCol="0">
            <a:spAutoFit/>
          </a:bodyPr>
          <a:lstStyle/>
          <a:p>
            <a:r>
              <a:rPr lang="en-US" sz="1400">
                <a:solidFill>
                  <a:schemeClr val="bg1"/>
                </a:solidFill>
              </a:rPr>
              <a:t>9</a:t>
            </a:r>
            <a:endParaRPr lang="ru-RU" sz="1100">
              <a:solidFill>
                <a:schemeClr val="bg1"/>
              </a:solidFill>
              <a:latin typeface="Arial"/>
            </a:endParaRPr>
          </a:p>
        </p:txBody>
      </p:sp>
      <p:sp>
        <p:nvSpPr>
          <p:cNvPr id="104" name="Прямоугольник: скругленные углы 103">
            <a:extLst>
              <a:ext uri="{FF2B5EF4-FFF2-40B4-BE49-F238E27FC236}">
                <a16:creationId xmlns:a16="http://schemas.microsoft.com/office/drawing/2014/main" id="{4ECA7363-821E-615F-141B-3573E60126A8}"/>
              </a:ext>
            </a:extLst>
          </p:cNvPr>
          <p:cNvSpPr/>
          <p:nvPr/>
        </p:nvSpPr>
        <p:spPr>
          <a:xfrm>
            <a:off x="3752809" y="2747895"/>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09" name="TextBox 108">
            <a:extLst>
              <a:ext uri="{FF2B5EF4-FFF2-40B4-BE49-F238E27FC236}">
                <a16:creationId xmlns:a16="http://schemas.microsoft.com/office/drawing/2014/main" id="{949E044A-5FBB-6249-8C61-AC87E54A4C53}"/>
              </a:ext>
            </a:extLst>
          </p:cNvPr>
          <p:cNvSpPr txBox="1"/>
          <p:nvPr/>
        </p:nvSpPr>
        <p:spPr>
          <a:xfrm>
            <a:off x="3841327" y="2797547"/>
            <a:ext cx="243534" cy="199574"/>
          </a:xfrm>
          <a:prstGeom prst="rect">
            <a:avLst/>
          </a:prstGeom>
          <a:noFill/>
        </p:spPr>
        <p:txBody>
          <a:bodyPr wrap="square" lIns="0" tIns="0" rIns="0" bIns="0" rtlCol="0">
            <a:spAutoFit/>
          </a:bodyPr>
          <a:lstStyle/>
          <a:p>
            <a:r>
              <a:rPr lang="en-US" sz="1400">
                <a:solidFill>
                  <a:schemeClr val="bg1"/>
                </a:solidFill>
              </a:rPr>
              <a:t>10</a:t>
            </a:r>
            <a:endParaRPr lang="ru-RU" sz="1100">
              <a:solidFill>
                <a:schemeClr val="bg1"/>
              </a:solidFill>
              <a:latin typeface="Arial"/>
            </a:endParaRPr>
          </a:p>
        </p:txBody>
      </p:sp>
      <p:sp>
        <p:nvSpPr>
          <p:cNvPr id="132" name="Прямоугольник: скругленные углы 131">
            <a:extLst>
              <a:ext uri="{FF2B5EF4-FFF2-40B4-BE49-F238E27FC236}">
                <a16:creationId xmlns:a16="http://schemas.microsoft.com/office/drawing/2014/main" id="{B9EF3448-665F-A545-D69B-D55D6F6EE3E1}"/>
              </a:ext>
            </a:extLst>
          </p:cNvPr>
          <p:cNvSpPr/>
          <p:nvPr/>
        </p:nvSpPr>
        <p:spPr>
          <a:xfrm>
            <a:off x="6835251" y="2747895"/>
            <a:ext cx="1465465" cy="79378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58" name="TextBox 157">
            <a:extLst>
              <a:ext uri="{FF2B5EF4-FFF2-40B4-BE49-F238E27FC236}">
                <a16:creationId xmlns:a16="http://schemas.microsoft.com/office/drawing/2014/main" id="{000EE05E-E98A-8FD2-316D-94DB3581767D}"/>
              </a:ext>
            </a:extLst>
          </p:cNvPr>
          <p:cNvSpPr txBox="1"/>
          <p:nvPr/>
        </p:nvSpPr>
        <p:spPr>
          <a:xfrm>
            <a:off x="6923769" y="2797547"/>
            <a:ext cx="243534" cy="199574"/>
          </a:xfrm>
          <a:prstGeom prst="rect">
            <a:avLst/>
          </a:prstGeom>
          <a:noFill/>
        </p:spPr>
        <p:txBody>
          <a:bodyPr wrap="square" lIns="0" tIns="0" rIns="0" bIns="0" rtlCol="0">
            <a:spAutoFit/>
          </a:bodyPr>
          <a:lstStyle/>
          <a:p>
            <a:r>
              <a:rPr lang="en-US" sz="1400">
                <a:solidFill>
                  <a:schemeClr val="bg1"/>
                </a:solidFill>
              </a:rPr>
              <a:t>12</a:t>
            </a:r>
            <a:endParaRPr lang="ru-RU" sz="1100">
              <a:solidFill>
                <a:schemeClr val="bg1"/>
              </a:solidFill>
              <a:latin typeface="Arial"/>
            </a:endParaRPr>
          </a:p>
        </p:txBody>
      </p:sp>
      <p:sp>
        <p:nvSpPr>
          <p:cNvPr id="166" name="Прямоугольник: скругленные углы 165">
            <a:extLst>
              <a:ext uri="{FF2B5EF4-FFF2-40B4-BE49-F238E27FC236}">
                <a16:creationId xmlns:a16="http://schemas.microsoft.com/office/drawing/2014/main" id="{EAA299E9-CA7E-9722-A280-3566058E994C}"/>
              </a:ext>
            </a:extLst>
          </p:cNvPr>
          <p:cNvSpPr/>
          <p:nvPr/>
        </p:nvSpPr>
        <p:spPr>
          <a:xfrm>
            <a:off x="8376472" y="2747895"/>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71" name="TextBox 170">
            <a:extLst>
              <a:ext uri="{FF2B5EF4-FFF2-40B4-BE49-F238E27FC236}">
                <a16:creationId xmlns:a16="http://schemas.microsoft.com/office/drawing/2014/main" id="{F428BEEB-4F1B-25F8-27FF-809EBC2D1F2C}"/>
              </a:ext>
            </a:extLst>
          </p:cNvPr>
          <p:cNvSpPr txBox="1"/>
          <p:nvPr/>
        </p:nvSpPr>
        <p:spPr>
          <a:xfrm>
            <a:off x="8464990" y="2797547"/>
            <a:ext cx="243534" cy="199574"/>
          </a:xfrm>
          <a:prstGeom prst="rect">
            <a:avLst/>
          </a:prstGeom>
          <a:noFill/>
        </p:spPr>
        <p:txBody>
          <a:bodyPr wrap="square" lIns="0" tIns="0" rIns="0" bIns="0" rtlCol="0">
            <a:spAutoFit/>
          </a:bodyPr>
          <a:lstStyle/>
          <a:p>
            <a:r>
              <a:rPr lang="en-US" sz="1400">
                <a:solidFill>
                  <a:schemeClr val="bg1"/>
                </a:solidFill>
              </a:rPr>
              <a:t>13</a:t>
            </a:r>
            <a:endParaRPr lang="ru-RU" sz="1100">
              <a:solidFill>
                <a:schemeClr val="bg1"/>
              </a:solidFill>
              <a:latin typeface="Arial"/>
            </a:endParaRPr>
          </a:p>
        </p:txBody>
      </p:sp>
      <p:sp>
        <p:nvSpPr>
          <p:cNvPr id="200" name="Прямоугольник: скругленные углы 199">
            <a:extLst>
              <a:ext uri="{FF2B5EF4-FFF2-40B4-BE49-F238E27FC236}">
                <a16:creationId xmlns:a16="http://schemas.microsoft.com/office/drawing/2014/main" id="{E198CE99-739C-D3C7-C78F-1B422481ABDE}"/>
              </a:ext>
            </a:extLst>
          </p:cNvPr>
          <p:cNvSpPr/>
          <p:nvPr/>
        </p:nvSpPr>
        <p:spPr>
          <a:xfrm>
            <a:off x="9917695" y="2747895"/>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211" name="TextBox 210">
            <a:extLst>
              <a:ext uri="{FF2B5EF4-FFF2-40B4-BE49-F238E27FC236}">
                <a16:creationId xmlns:a16="http://schemas.microsoft.com/office/drawing/2014/main" id="{20F64587-28C1-E1FF-44F6-C8981AED3F6D}"/>
              </a:ext>
            </a:extLst>
          </p:cNvPr>
          <p:cNvSpPr txBox="1"/>
          <p:nvPr/>
        </p:nvSpPr>
        <p:spPr>
          <a:xfrm>
            <a:off x="10006213" y="2797547"/>
            <a:ext cx="243534" cy="199574"/>
          </a:xfrm>
          <a:prstGeom prst="rect">
            <a:avLst/>
          </a:prstGeom>
          <a:noFill/>
        </p:spPr>
        <p:txBody>
          <a:bodyPr wrap="square" lIns="0" tIns="0" rIns="0" bIns="0" rtlCol="0">
            <a:spAutoFit/>
          </a:bodyPr>
          <a:lstStyle/>
          <a:p>
            <a:r>
              <a:rPr lang="en-US" sz="1400">
                <a:solidFill>
                  <a:schemeClr val="bg1"/>
                </a:solidFill>
              </a:rPr>
              <a:t>14</a:t>
            </a:r>
            <a:endParaRPr lang="ru-RU" sz="1100">
              <a:solidFill>
                <a:schemeClr val="bg1"/>
              </a:solidFill>
              <a:latin typeface="Arial"/>
            </a:endParaRPr>
          </a:p>
        </p:txBody>
      </p:sp>
      <p:sp>
        <p:nvSpPr>
          <p:cNvPr id="119" name="TextBox 118">
            <a:extLst>
              <a:ext uri="{FF2B5EF4-FFF2-40B4-BE49-F238E27FC236}">
                <a16:creationId xmlns:a16="http://schemas.microsoft.com/office/drawing/2014/main" id="{771BD10E-4C78-97F6-E12C-A25B2BFC242D}"/>
              </a:ext>
            </a:extLst>
          </p:cNvPr>
          <p:cNvSpPr txBox="1"/>
          <p:nvPr/>
        </p:nvSpPr>
        <p:spPr>
          <a:xfrm>
            <a:off x="5382548" y="2797547"/>
            <a:ext cx="243534" cy="199574"/>
          </a:xfrm>
          <a:prstGeom prst="rect">
            <a:avLst/>
          </a:prstGeom>
          <a:noFill/>
        </p:spPr>
        <p:txBody>
          <a:bodyPr wrap="square" lIns="0" tIns="0" rIns="0" bIns="0" rtlCol="0">
            <a:spAutoFit/>
          </a:bodyPr>
          <a:lstStyle/>
          <a:p>
            <a:r>
              <a:rPr lang="en-US" sz="1400">
                <a:solidFill>
                  <a:schemeClr val="bg1"/>
                </a:solidFill>
              </a:rPr>
              <a:t>11</a:t>
            </a:r>
            <a:endParaRPr lang="ru-RU" sz="1100">
              <a:solidFill>
                <a:schemeClr val="bg1"/>
              </a:solidFill>
              <a:latin typeface="Arial"/>
            </a:endParaRPr>
          </a:p>
        </p:txBody>
      </p:sp>
      <p:sp>
        <p:nvSpPr>
          <p:cNvPr id="231" name="TextBox 230">
            <a:extLst>
              <a:ext uri="{FF2B5EF4-FFF2-40B4-BE49-F238E27FC236}">
                <a16:creationId xmlns:a16="http://schemas.microsoft.com/office/drawing/2014/main" id="{382CE64F-8E28-B845-1748-8011402B02CB}"/>
              </a:ext>
            </a:extLst>
          </p:cNvPr>
          <p:cNvSpPr txBox="1"/>
          <p:nvPr/>
        </p:nvSpPr>
        <p:spPr>
          <a:xfrm>
            <a:off x="5382548" y="3113357"/>
            <a:ext cx="1376948" cy="369332"/>
          </a:xfrm>
          <a:prstGeom prst="rect">
            <a:avLst/>
          </a:prstGeom>
          <a:noFill/>
        </p:spPr>
        <p:txBody>
          <a:bodyPr wrap="square" lIns="0" tIns="0" rIns="0" bIns="0" rtlCol="0">
            <a:spAutoFit/>
          </a:bodyPr>
          <a:lstStyle/>
          <a:p>
            <a:r>
              <a:rPr lang="ru-RU" sz="1200">
                <a:solidFill>
                  <a:schemeClr val="bg1"/>
                </a:solidFill>
                <a:latin typeface="Arial"/>
              </a:rPr>
              <a:t>Здесь может </a:t>
            </a:r>
          </a:p>
          <a:p>
            <a:r>
              <a:rPr lang="ru-RU" sz="1200">
                <a:solidFill>
                  <a:schemeClr val="bg1"/>
                </a:solidFill>
                <a:latin typeface="Arial"/>
              </a:rPr>
              <a:t>быть твой текст</a:t>
            </a:r>
            <a:endParaRPr lang="ru-RU" sz="1050">
              <a:solidFill>
                <a:schemeClr val="bg1"/>
              </a:solidFill>
              <a:latin typeface="Arial"/>
            </a:endParaRPr>
          </a:p>
        </p:txBody>
      </p:sp>
      <p:pic>
        <p:nvPicPr>
          <p:cNvPr id="245" name="Рисунок 244">
            <a:extLst>
              <a:ext uri="{FF2B5EF4-FFF2-40B4-BE49-F238E27FC236}">
                <a16:creationId xmlns:a16="http://schemas.microsoft.com/office/drawing/2014/main" id="{A8DA0D56-A408-8B33-2D7C-EBA3A1603324}"/>
              </a:ext>
            </a:extLst>
          </p:cNvPr>
          <p:cNvPicPr>
            <a:picLocks noChangeAspect="1"/>
          </p:cNvPicPr>
          <p:nvPr/>
        </p:nvPicPr>
        <p:blipFill rotWithShape="1">
          <a:blip r:embed="rId2">
            <a:extLst>
              <a:ext uri="{28A0092B-C50C-407E-A947-70E740481C1C}">
                <a14:useLocalDpi xmlns:a14="http://schemas.microsoft.com/office/drawing/2010/main" val="0"/>
              </a:ext>
            </a:extLst>
          </a:blip>
          <a:srcRect t="6945" b="6945"/>
          <a:stretch/>
        </p:blipFill>
        <p:spPr>
          <a:xfrm>
            <a:off x="7349816" y="2747893"/>
            <a:ext cx="951222" cy="819101"/>
          </a:xfrm>
          <a:prstGeom prst="rect">
            <a:avLst/>
          </a:prstGeom>
        </p:spPr>
      </p:pic>
      <p:sp>
        <p:nvSpPr>
          <p:cNvPr id="203" name="Прямоугольник: скругленные углы 202">
            <a:extLst>
              <a:ext uri="{FF2B5EF4-FFF2-40B4-BE49-F238E27FC236}">
                <a16:creationId xmlns:a16="http://schemas.microsoft.com/office/drawing/2014/main" id="{150F0479-4BF5-7874-D417-D81BA75DED5C}"/>
              </a:ext>
            </a:extLst>
          </p:cNvPr>
          <p:cNvSpPr/>
          <p:nvPr/>
        </p:nvSpPr>
        <p:spPr>
          <a:xfrm>
            <a:off x="670367" y="1879493"/>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2" name="TextBox 1">
            <a:extLst>
              <a:ext uri="{FF2B5EF4-FFF2-40B4-BE49-F238E27FC236}">
                <a16:creationId xmlns:a16="http://schemas.microsoft.com/office/drawing/2014/main" id="{0363843F-19CB-6F0F-7B6C-BEA1F4F55E61}"/>
              </a:ext>
            </a:extLst>
          </p:cNvPr>
          <p:cNvSpPr txBox="1"/>
          <p:nvPr/>
        </p:nvSpPr>
        <p:spPr>
          <a:xfrm>
            <a:off x="758885" y="1930060"/>
            <a:ext cx="243534" cy="199574"/>
          </a:xfrm>
          <a:prstGeom prst="rect">
            <a:avLst/>
          </a:prstGeom>
          <a:noFill/>
        </p:spPr>
        <p:txBody>
          <a:bodyPr wrap="square" lIns="0" tIns="0" rIns="0" bIns="0" rtlCol="0">
            <a:spAutoFit/>
          </a:bodyPr>
          <a:lstStyle/>
          <a:p>
            <a:r>
              <a:rPr lang="en-US" sz="1400">
                <a:solidFill>
                  <a:schemeClr val="bg1"/>
                </a:solidFill>
              </a:rPr>
              <a:t>1</a:t>
            </a:r>
            <a:endParaRPr lang="ru-RU" sz="1100">
              <a:solidFill>
                <a:schemeClr val="bg1"/>
              </a:solidFill>
              <a:latin typeface="Arial"/>
            </a:endParaRPr>
          </a:p>
        </p:txBody>
      </p:sp>
      <p:sp>
        <p:nvSpPr>
          <p:cNvPr id="93" name="Прямоугольник: скругленные углы 92">
            <a:extLst>
              <a:ext uri="{FF2B5EF4-FFF2-40B4-BE49-F238E27FC236}">
                <a16:creationId xmlns:a16="http://schemas.microsoft.com/office/drawing/2014/main" id="{4D7D1548-EBEA-3F1F-B434-97C0A02F76AA}"/>
              </a:ext>
            </a:extLst>
          </p:cNvPr>
          <p:cNvSpPr/>
          <p:nvPr/>
        </p:nvSpPr>
        <p:spPr>
          <a:xfrm>
            <a:off x="2211588" y="1879493"/>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98" name="TextBox 97">
            <a:extLst>
              <a:ext uri="{FF2B5EF4-FFF2-40B4-BE49-F238E27FC236}">
                <a16:creationId xmlns:a16="http://schemas.microsoft.com/office/drawing/2014/main" id="{2FDEEBD9-CA97-DC31-068E-AE33B23BFAEE}"/>
              </a:ext>
            </a:extLst>
          </p:cNvPr>
          <p:cNvSpPr txBox="1"/>
          <p:nvPr/>
        </p:nvSpPr>
        <p:spPr>
          <a:xfrm>
            <a:off x="2300106" y="1930060"/>
            <a:ext cx="243534" cy="199574"/>
          </a:xfrm>
          <a:prstGeom prst="rect">
            <a:avLst/>
          </a:prstGeom>
          <a:noFill/>
        </p:spPr>
        <p:txBody>
          <a:bodyPr wrap="square" lIns="0" tIns="0" rIns="0" bIns="0" rtlCol="0">
            <a:spAutoFit/>
          </a:bodyPr>
          <a:lstStyle/>
          <a:p>
            <a:r>
              <a:rPr lang="en-US" sz="1400">
                <a:solidFill>
                  <a:schemeClr val="bg1"/>
                </a:solidFill>
              </a:rPr>
              <a:t>2</a:t>
            </a:r>
            <a:endParaRPr lang="ru-RU" sz="1100">
              <a:solidFill>
                <a:schemeClr val="bg1"/>
              </a:solidFill>
              <a:latin typeface="Arial"/>
            </a:endParaRPr>
          </a:p>
        </p:txBody>
      </p:sp>
      <p:sp>
        <p:nvSpPr>
          <p:cNvPr id="103" name="Прямоугольник: скругленные углы 102">
            <a:extLst>
              <a:ext uri="{FF2B5EF4-FFF2-40B4-BE49-F238E27FC236}">
                <a16:creationId xmlns:a16="http://schemas.microsoft.com/office/drawing/2014/main" id="{8ACD90BF-8192-BA72-1F69-E8C81681F826}"/>
              </a:ext>
            </a:extLst>
          </p:cNvPr>
          <p:cNvSpPr/>
          <p:nvPr/>
        </p:nvSpPr>
        <p:spPr>
          <a:xfrm>
            <a:off x="3752809" y="1879493"/>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08" name="TextBox 107">
            <a:extLst>
              <a:ext uri="{FF2B5EF4-FFF2-40B4-BE49-F238E27FC236}">
                <a16:creationId xmlns:a16="http://schemas.microsoft.com/office/drawing/2014/main" id="{04313A62-F662-5950-BDAF-BA0A6ABD7892}"/>
              </a:ext>
            </a:extLst>
          </p:cNvPr>
          <p:cNvSpPr txBox="1"/>
          <p:nvPr/>
        </p:nvSpPr>
        <p:spPr>
          <a:xfrm>
            <a:off x="3841327" y="1930060"/>
            <a:ext cx="243534" cy="199574"/>
          </a:xfrm>
          <a:prstGeom prst="rect">
            <a:avLst/>
          </a:prstGeom>
          <a:noFill/>
        </p:spPr>
        <p:txBody>
          <a:bodyPr wrap="square" lIns="0" tIns="0" rIns="0" bIns="0" rtlCol="0">
            <a:spAutoFit/>
          </a:bodyPr>
          <a:lstStyle/>
          <a:p>
            <a:r>
              <a:rPr lang="en-US" sz="1400">
                <a:solidFill>
                  <a:schemeClr val="bg1"/>
                </a:solidFill>
              </a:rPr>
              <a:t>3</a:t>
            </a:r>
            <a:endParaRPr lang="ru-RU" sz="1100">
              <a:solidFill>
                <a:schemeClr val="bg1"/>
              </a:solidFill>
              <a:latin typeface="Arial"/>
            </a:endParaRPr>
          </a:p>
        </p:txBody>
      </p:sp>
      <p:sp>
        <p:nvSpPr>
          <p:cNvPr id="127" name="Прямоугольник: скругленные углы 126">
            <a:extLst>
              <a:ext uri="{FF2B5EF4-FFF2-40B4-BE49-F238E27FC236}">
                <a16:creationId xmlns:a16="http://schemas.microsoft.com/office/drawing/2014/main" id="{FE5B7D8D-BFD3-C88F-EC45-4BE9FFF89089}"/>
              </a:ext>
            </a:extLst>
          </p:cNvPr>
          <p:cNvSpPr/>
          <p:nvPr/>
        </p:nvSpPr>
        <p:spPr>
          <a:xfrm>
            <a:off x="6835251" y="1879493"/>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52" name="TextBox 151">
            <a:extLst>
              <a:ext uri="{FF2B5EF4-FFF2-40B4-BE49-F238E27FC236}">
                <a16:creationId xmlns:a16="http://schemas.microsoft.com/office/drawing/2014/main" id="{F7E486D9-C7E1-F9F1-BB21-63CA153158FE}"/>
              </a:ext>
            </a:extLst>
          </p:cNvPr>
          <p:cNvSpPr txBox="1"/>
          <p:nvPr/>
        </p:nvSpPr>
        <p:spPr>
          <a:xfrm>
            <a:off x="6923769" y="1930060"/>
            <a:ext cx="243534" cy="199574"/>
          </a:xfrm>
          <a:prstGeom prst="rect">
            <a:avLst/>
          </a:prstGeom>
          <a:noFill/>
        </p:spPr>
        <p:txBody>
          <a:bodyPr wrap="square" lIns="0" tIns="0" rIns="0" bIns="0" rtlCol="0">
            <a:spAutoFit/>
          </a:bodyPr>
          <a:lstStyle/>
          <a:p>
            <a:r>
              <a:rPr lang="en-US" sz="1400">
                <a:solidFill>
                  <a:schemeClr val="bg1"/>
                </a:solidFill>
              </a:rPr>
              <a:t>5</a:t>
            </a:r>
            <a:endParaRPr lang="ru-RU" sz="1100">
              <a:solidFill>
                <a:schemeClr val="bg1"/>
              </a:solidFill>
              <a:latin typeface="Arial"/>
            </a:endParaRPr>
          </a:p>
        </p:txBody>
      </p:sp>
      <p:sp>
        <p:nvSpPr>
          <p:cNvPr id="165" name="Прямоугольник: скругленные углы 164">
            <a:extLst>
              <a:ext uri="{FF2B5EF4-FFF2-40B4-BE49-F238E27FC236}">
                <a16:creationId xmlns:a16="http://schemas.microsoft.com/office/drawing/2014/main" id="{E1B8D347-5599-D125-28D7-1F4E767D03E4}"/>
              </a:ext>
            </a:extLst>
          </p:cNvPr>
          <p:cNvSpPr/>
          <p:nvPr/>
        </p:nvSpPr>
        <p:spPr>
          <a:xfrm>
            <a:off x="8376472" y="1879493"/>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70" name="TextBox 169">
            <a:extLst>
              <a:ext uri="{FF2B5EF4-FFF2-40B4-BE49-F238E27FC236}">
                <a16:creationId xmlns:a16="http://schemas.microsoft.com/office/drawing/2014/main" id="{8483D218-4952-183F-6C86-A337812D46BB}"/>
              </a:ext>
            </a:extLst>
          </p:cNvPr>
          <p:cNvSpPr txBox="1"/>
          <p:nvPr/>
        </p:nvSpPr>
        <p:spPr>
          <a:xfrm>
            <a:off x="8464990" y="1930060"/>
            <a:ext cx="243534" cy="199574"/>
          </a:xfrm>
          <a:prstGeom prst="rect">
            <a:avLst/>
          </a:prstGeom>
          <a:noFill/>
        </p:spPr>
        <p:txBody>
          <a:bodyPr wrap="square" lIns="0" tIns="0" rIns="0" bIns="0" rtlCol="0">
            <a:spAutoFit/>
          </a:bodyPr>
          <a:lstStyle/>
          <a:p>
            <a:r>
              <a:rPr lang="en-US" sz="1400">
                <a:solidFill>
                  <a:schemeClr val="bg1"/>
                </a:solidFill>
              </a:rPr>
              <a:t>6</a:t>
            </a:r>
            <a:endParaRPr lang="ru-RU" sz="1100">
              <a:solidFill>
                <a:schemeClr val="bg1"/>
              </a:solidFill>
              <a:latin typeface="Arial"/>
            </a:endParaRPr>
          </a:p>
        </p:txBody>
      </p:sp>
      <p:sp>
        <p:nvSpPr>
          <p:cNvPr id="199" name="Прямоугольник: скругленные углы 198">
            <a:extLst>
              <a:ext uri="{FF2B5EF4-FFF2-40B4-BE49-F238E27FC236}">
                <a16:creationId xmlns:a16="http://schemas.microsoft.com/office/drawing/2014/main" id="{3A89F9D8-F174-6DEB-438E-896580148F79}"/>
              </a:ext>
            </a:extLst>
          </p:cNvPr>
          <p:cNvSpPr/>
          <p:nvPr/>
        </p:nvSpPr>
        <p:spPr>
          <a:xfrm>
            <a:off x="9917695" y="1879493"/>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210" name="TextBox 209">
            <a:extLst>
              <a:ext uri="{FF2B5EF4-FFF2-40B4-BE49-F238E27FC236}">
                <a16:creationId xmlns:a16="http://schemas.microsoft.com/office/drawing/2014/main" id="{79271F81-24E2-DF6D-B38F-C7C8D5C3632D}"/>
              </a:ext>
            </a:extLst>
          </p:cNvPr>
          <p:cNvSpPr txBox="1"/>
          <p:nvPr/>
        </p:nvSpPr>
        <p:spPr>
          <a:xfrm>
            <a:off x="10006213" y="1930060"/>
            <a:ext cx="243534" cy="199574"/>
          </a:xfrm>
          <a:prstGeom prst="rect">
            <a:avLst/>
          </a:prstGeom>
          <a:noFill/>
        </p:spPr>
        <p:txBody>
          <a:bodyPr wrap="square" lIns="0" tIns="0" rIns="0" bIns="0" rtlCol="0">
            <a:spAutoFit/>
          </a:bodyPr>
          <a:lstStyle/>
          <a:p>
            <a:r>
              <a:rPr lang="ru-RU" sz="1400">
                <a:solidFill>
                  <a:schemeClr val="bg1"/>
                </a:solidFill>
              </a:rPr>
              <a:t>7</a:t>
            </a:r>
            <a:endParaRPr lang="ru-RU" sz="1100">
              <a:solidFill>
                <a:schemeClr val="bg1"/>
              </a:solidFill>
              <a:latin typeface="Arial"/>
            </a:endParaRPr>
          </a:p>
        </p:txBody>
      </p:sp>
      <p:sp>
        <p:nvSpPr>
          <p:cNvPr id="113" name="Прямоугольник: скругленные углы 112">
            <a:extLst>
              <a:ext uri="{FF2B5EF4-FFF2-40B4-BE49-F238E27FC236}">
                <a16:creationId xmlns:a16="http://schemas.microsoft.com/office/drawing/2014/main" id="{5E6B8426-7C49-B7E1-217F-9212D9BA23E6}"/>
              </a:ext>
            </a:extLst>
          </p:cNvPr>
          <p:cNvSpPr/>
          <p:nvPr/>
        </p:nvSpPr>
        <p:spPr>
          <a:xfrm>
            <a:off x="5294030" y="1879493"/>
            <a:ext cx="1465467" cy="793780"/>
          </a:xfrm>
          <a:prstGeom prst="round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lang="ru-RU" sz="1400" err="1"/>
          </a:p>
        </p:txBody>
      </p:sp>
      <p:sp>
        <p:nvSpPr>
          <p:cNvPr id="118" name="TextBox 117">
            <a:extLst>
              <a:ext uri="{FF2B5EF4-FFF2-40B4-BE49-F238E27FC236}">
                <a16:creationId xmlns:a16="http://schemas.microsoft.com/office/drawing/2014/main" id="{D428736C-85EC-6855-0861-92AA002A1B65}"/>
              </a:ext>
            </a:extLst>
          </p:cNvPr>
          <p:cNvSpPr txBox="1"/>
          <p:nvPr/>
        </p:nvSpPr>
        <p:spPr>
          <a:xfrm>
            <a:off x="5382548" y="1930060"/>
            <a:ext cx="243534" cy="199574"/>
          </a:xfrm>
          <a:prstGeom prst="rect">
            <a:avLst/>
          </a:prstGeom>
          <a:noFill/>
        </p:spPr>
        <p:txBody>
          <a:bodyPr wrap="square" lIns="0" tIns="0" rIns="0" bIns="0" rtlCol="0">
            <a:spAutoFit/>
          </a:bodyPr>
          <a:lstStyle/>
          <a:p>
            <a:r>
              <a:rPr lang="en-US" sz="1400">
                <a:solidFill>
                  <a:schemeClr val="bg1"/>
                </a:solidFill>
              </a:rPr>
              <a:t>4</a:t>
            </a:r>
            <a:endParaRPr lang="ru-RU" sz="1100">
              <a:solidFill>
                <a:schemeClr val="bg1"/>
              </a:solidFill>
              <a:latin typeface="Arial"/>
            </a:endParaRPr>
          </a:p>
        </p:txBody>
      </p:sp>
      <p:sp>
        <p:nvSpPr>
          <p:cNvPr id="13" name="TextBox 12">
            <a:extLst>
              <a:ext uri="{FF2B5EF4-FFF2-40B4-BE49-F238E27FC236}">
                <a16:creationId xmlns:a16="http://schemas.microsoft.com/office/drawing/2014/main" id="{927096BA-2860-58EB-17D7-D30B7C36EC9B}"/>
              </a:ext>
            </a:extLst>
          </p:cNvPr>
          <p:cNvSpPr txBox="1"/>
          <p:nvPr/>
        </p:nvSpPr>
        <p:spPr>
          <a:xfrm>
            <a:off x="3841327" y="2270848"/>
            <a:ext cx="1376948" cy="369332"/>
          </a:xfrm>
          <a:prstGeom prst="rect">
            <a:avLst/>
          </a:prstGeom>
          <a:noFill/>
        </p:spPr>
        <p:txBody>
          <a:bodyPr wrap="square" lIns="0" tIns="0" rIns="0" bIns="0" rtlCol="0">
            <a:spAutoFit/>
          </a:bodyPr>
          <a:lstStyle/>
          <a:p>
            <a:r>
              <a:rPr lang="ru-RU" sz="1200">
                <a:solidFill>
                  <a:schemeClr val="bg1"/>
                </a:solidFill>
                <a:latin typeface="Arial"/>
              </a:rPr>
              <a:t>Здесь может </a:t>
            </a:r>
          </a:p>
          <a:p>
            <a:r>
              <a:rPr lang="ru-RU" sz="1200">
                <a:solidFill>
                  <a:schemeClr val="bg1"/>
                </a:solidFill>
                <a:latin typeface="Arial"/>
              </a:rPr>
              <a:t>быть твой текст</a:t>
            </a:r>
            <a:endParaRPr lang="ru-RU" sz="1050">
              <a:solidFill>
                <a:schemeClr val="bg1"/>
              </a:solidFill>
              <a:latin typeface="Arial"/>
            </a:endParaRPr>
          </a:p>
        </p:txBody>
      </p:sp>
      <p:sp>
        <p:nvSpPr>
          <p:cNvPr id="10" name="Нижний колонтитул 9">
            <a:extLst>
              <a:ext uri="{FF2B5EF4-FFF2-40B4-BE49-F238E27FC236}">
                <a16:creationId xmlns:a16="http://schemas.microsoft.com/office/drawing/2014/main" id="{61EDB08D-9B69-958A-DAA9-7EA53EFD27C4}"/>
              </a:ext>
            </a:extLst>
          </p:cNvPr>
          <p:cNvSpPr>
            <a:spLocks noGrp="1"/>
          </p:cNvSpPr>
          <p:nvPr>
            <p:ph type="ftr" sz="quarter" idx="11"/>
          </p:nvPr>
        </p:nvSpPr>
        <p:spPr/>
        <p:txBody>
          <a:bodyPr/>
          <a:lstStyle/>
          <a:p>
            <a:endParaRPr lang="ru-RU"/>
          </a:p>
        </p:txBody>
      </p:sp>
      <p:pic>
        <p:nvPicPr>
          <p:cNvPr id="12" name="Рисунок 11">
            <a:extLst>
              <a:ext uri="{FF2B5EF4-FFF2-40B4-BE49-F238E27FC236}">
                <a16:creationId xmlns:a16="http://schemas.microsoft.com/office/drawing/2014/main" id="{C51528A8-E902-4A0C-85BD-2233320911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572796">
            <a:off x="1024960" y="4301607"/>
            <a:ext cx="1159961" cy="1159961"/>
          </a:xfrm>
          <a:prstGeom prst="rect">
            <a:avLst/>
          </a:prstGeom>
        </p:spPr>
      </p:pic>
    </p:spTree>
    <p:extLst>
      <p:ext uri="{BB962C8B-B14F-4D97-AF65-F5344CB8AC3E}">
        <p14:creationId xmlns:p14="http://schemas.microsoft.com/office/powerpoint/2010/main" val="35429056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C9CACDD-0285-C435-3DC3-89A0645DB0EE}"/>
              </a:ext>
            </a:extLst>
          </p:cNvPr>
          <p:cNvSpPr>
            <a:spLocks noGrp="1"/>
          </p:cNvSpPr>
          <p:nvPr>
            <p:ph type="sldNum" sz="quarter" idx="12"/>
          </p:nvPr>
        </p:nvSpPr>
        <p:spPr/>
        <p:txBody>
          <a:bodyPr/>
          <a:lstStyle/>
          <a:p>
            <a:fld id="{EB5249F5-0093-48B0-B996-C4E44A87EAFB}" type="slidenum">
              <a:rPr lang="ru-RU" smtClean="0"/>
              <a:pPr/>
              <a:t>86</a:t>
            </a:fld>
            <a:endParaRPr lang="ru-RU"/>
          </a:p>
        </p:txBody>
      </p:sp>
      <p:sp>
        <p:nvSpPr>
          <p:cNvPr id="5" name="TextBox 4">
            <a:extLst>
              <a:ext uri="{FF2B5EF4-FFF2-40B4-BE49-F238E27FC236}">
                <a16:creationId xmlns:a16="http://schemas.microsoft.com/office/drawing/2014/main" id="{03C28AAF-A7A7-B415-C71C-EBB353729089}"/>
              </a:ext>
            </a:extLst>
          </p:cNvPr>
          <p:cNvSpPr txBox="1"/>
          <p:nvPr/>
        </p:nvSpPr>
        <p:spPr>
          <a:xfrm>
            <a:off x="4276725" y="1520824"/>
            <a:ext cx="6386439" cy="3679825"/>
          </a:xfrm>
          <a:prstGeom prst="rect">
            <a:avLst/>
          </a:prstGeom>
          <a:noFill/>
        </p:spPr>
        <p:txBody>
          <a:bodyPr wrap="square" lIns="0" tIns="0" rIns="0" bIns="0" rtlCol="0" anchor="ctr">
            <a:noAutofit/>
          </a:bodyPr>
          <a:lstStyle/>
          <a:p>
            <a:pPr algn="l"/>
            <a:r>
              <a:rPr lang="ru-RU" sz="4800" b="1"/>
              <a:t>Сформулируй тезис длиной не более четырёх-пяти строк</a:t>
            </a:r>
          </a:p>
        </p:txBody>
      </p:sp>
      <p:pic>
        <p:nvPicPr>
          <p:cNvPr id="6" name="Рисунок 5">
            <a:extLst>
              <a:ext uri="{FF2B5EF4-FFF2-40B4-BE49-F238E27FC236}">
                <a16:creationId xmlns:a16="http://schemas.microsoft.com/office/drawing/2014/main" id="{936A7622-8AD5-8930-AFC2-95BF2002BD22}"/>
              </a:ext>
            </a:extLst>
          </p:cNvPr>
          <p:cNvPicPr>
            <a:picLocks noChangeAspect="1"/>
          </p:cNvPicPr>
          <p:nvPr/>
        </p:nvPicPr>
        <p:blipFill>
          <a:blip r:embed="rId2">
            <a:extLst>
              <a:ext uri="{28A0092B-C50C-407E-A947-70E740481C1C}">
                <a14:useLocalDpi xmlns:a14="http://schemas.microsoft.com/office/drawing/2010/main" val="0"/>
              </a:ext>
            </a:extLst>
          </a:blip>
          <a:srcRect l="4912" r="4912"/>
          <a:stretch/>
        </p:blipFill>
        <p:spPr>
          <a:xfrm>
            <a:off x="639763" y="1732547"/>
            <a:ext cx="3379779" cy="3468102"/>
          </a:xfrm>
          <a:prstGeom prst="rect">
            <a:avLst/>
          </a:prstGeom>
        </p:spPr>
      </p:pic>
      <p:sp>
        <p:nvSpPr>
          <p:cNvPr id="2" name="Нижний колонтитул 1">
            <a:extLst>
              <a:ext uri="{FF2B5EF4-FFF2-40B4-BE49-F238E27FC236}">
                <a16:creationId xmlns:a16="http://schemas.microsoft.com/office/drawing/2014/main" id="{F685B864-E1E1-9309-122F-8C151CA6D88F}"/>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1507083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CCB59B55-6A44-F684-F292-A12FE2CB31A5}"/>
              </a:ext>
            </a:extLst>
          </p:cNvPr>
          <p:cNvSpPr/>
          <p:nvPr/>
        </p:nvSpPr>
        <p:spPr>
          <a:xfrm>
            <a:off x="638174" y="411163"/>
            <a:ext cx="10912475" cy="5851526"/>
          </a:xfrm>
          <a:prstGeom prst="roundRect">
            <a:avLst>
              <a:gd name="adj" fmla="val 10435"/>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 name="Номер слайда 3">
            <a:extLst>
              <a:ext uri="{FF2B5EF4-FFF2-40B4-BE49-F238E27FC236}">
                <a16:creationId xmlns:a16="http://schemas.microsoft.com/office/drawing/2014/main" id="{5DCEA155-F74F-3563-E60D-10FC75FDBD8A}"/>
              </a:ext>
            </a:extLst>
          </p:cNvPr>
          <p:cNvSpPr>
            <a:spLocks noGrp="1"/>
          </p:cNvSpPr>
          <p:nvPr>
            <p:ph type="sldNum" sz="quarter" idx="12"/>
          </p:nvPr>
        </p:nvSpPr>
        <p:spPr/>
        <p:txBody>
          <a:bodyPr/>
          <a:lstStyle/>
          <a:p>
            <a:fld id="{EB5249F5-0093-48B0-B996-C4E44A87EAFB}" type="slidenum">
              <a:rPr lang="ru-RU" smtClean="0"/>
              <a:pPr/>
              <a:t>87</a:t>
            </a:fld>
            <a:endParaRPr lang="ru-RU"/>
          </a:p>
        </p:txBody>
      </p:sp>
      <p:sp>
        <p:nvSpPr>
          <p:cNvPr id="3" name="TextBox 2">
            <a:extLst>
              <a:ext uri="{FF2B5EF4-FFF2-40B4-BE49-F238E27FC236}">
                <a16:creationId xmlns:a16="http://schemas.microsoft.com/office/drawing/2014/main" id="{F317DE75-A639-24EC-7E09-A67124778A4E}"/>
              </a:ext>
            </a:extLst>
          </p:cNvPr>
          <p:cNvSpPr txBox="1"/>
          <p:nvPr/>
        </p:nvSpPr>
        <p:spPr>
          <a:xfrm>
            <a:off x="1549400" y="1520824"/>
            <a:ext cx="6354207" cy="3679825"/>
          </a:xfrm>
          <a:prstGeom prst="rect">
            <a:avLst/>
          </a:prstGeom>
          <a:noFill/>
        </p:spPr>
        <p:txBody>
          <a:bodyPr wrap="square" lIns="0" tIns="0" rIns="0" bIns="0" rtlCol="0" anchor="ctr">
            <a:noAutofit/>
          </a:bodyPr>
          <a:lstStyle/>
          <a:p>
            <a:pPr algn="l"/>
            <a:r>
              <a:rPr lang="ru-RU" sz="4800" b="1">
                <a:solidFill>
                  <a:schemeClr val="bg1"/>
                </a:solidFill>
              </a:rPr>
              <a:t>Сформулируй тезис длиной не более трех-четырех строк</a:t>
            </a:r>
          </a:p>
        </p:txBody>
      </p:sp>
      <p:grpSp>
        <p:nvGrpSpPr>
          <p:cNvPr id="11" name="Группа 10">
            <a:extLst>
              <a:ext uri="{FF2B5EF4-FFF2-40B4-BE49-F238E27FC236}">
                <a16:creationId xmlns:a16="http://schemas.microsoft.com/office/drawing/2014/main" id="{593FE9DC-C8C1-80A2-8772-5FAA0A1B6980}"/>
              </a:ext>
            </a:extLst>
          </p:cNvPr>
          <p:cNvGrpSpPr/>
          <p:nvPr/>
        </p:nvGrpSpPr>
        <p:grpSpPr>
          <a:xfrm>
            <a:off x="1541525" y="1192856"/>
            <a:ext cx="1967466" cy="324000"/>
            <a:chOff x="644766" y="2746982"/>
            <a:chExt cx="1967466" cy="324000"/>
          </a:xfrm>
        </p:grpSpPr>
        <p:sp>
          <p:nvSpPr>
            <p:cNvPr id="12" name="Прямоугольник: скругленные углы 3">
              <a:extLst>
                <a:ext uri="{FF2B5EF4-FFF2-40B4-BE49-F238E27FC236}">
                  <a16:creationId xmlns:a16="http://schemas.microsoft.com/office/drawing/2014/main" id="{1CFF0E41-C4D6-A8F8-084C-100D3545B805}"/>
                </a:ext>
              </a:extLst>
            </p:cNvPr>
            <p:cNvSpPr/>
            <p:nvPr/>
          </p:nvSpPr>
          <p:spPr>
            <a:xfrm>
              <a:off x="644766" y="2746982"/>
              <a:ext cx="1967466" cy="324000"/>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24000" tIns="18000" rIns="72000" bIns="0" rtlCol="0" anchor="ctr">
              <a:noAutofit/>
            </a:bodyPr>
            <a:lstStyle/>
            <a:p>
              <a:r>
                <a:rPr lang="ru-RU">
                  <a:latin typeface="+mj-lt"/>
                </a:rPr>
                <a:t>ВНИМАНИЕ</a:t>
              </a:r>
            </a:p>
          </p:txBody>
        </p:sp>
        <p:sp>
          <p:nvSpPr>
            <p:cNvPr id="19" name="Полилиния: фигура 66">
              <a:extLst>
                <a:ext uri="{FF2B5EF4-FFF2-40B4-BE49-F238E27FC236}">
                  <a16:creationId xmlns:a16="http://schemas.microsoft.com/office/drawing/2014/main" id="{86DC57FF-2BF3-BCD5-85B4-3CD762216765}"/>
                </a:ext>
              </a:extLst>
            </p:cNvPr>
            <p:cNvSpPr>
              <a:spLocks noChangeAspect="1"/>
            </p:cNvSpPr>
            <p:nvPr/>
          </p:nvSpPr>
          <p:spPr>
            <a:xfrm>
              <a:off x="750967" y="2801930"/>
              <a:ext cx="179345" cy="189307"/>
            </a:xfrm>
            <a:custGeom>
              <a:avLst/>
              <a:gdLst>
                <a:gd name="connsiteX0" fmla="*/ 72535 w 171450"/>
                <a:gd name="connsiteY0" fmla="*/ 162210 h 180974"/>
                <a:gd name="connsiteX1" fmla="*/ 98922 w 171450"/>
                <a:gd name="connsiteY1" fmla="*/ 162210 h 180974"/>
                <a:gd name="connsiteX2" fmla="*/ 103599 w 171450"/>
                <a:gd name="connsiteY2" fmla="*/ 172160 h 180974"/>
                <a:gd name="connsiteX3" fmla="*/ 85725 w 171450"/>
                <a:gd name="connsiteY3" fmla="*/ 180974 h 180974"/>
                <a:gd name="connsiteX4" fmla="*/ 67851 w 171450"/>
                <a:gd name="connsiteY4" fmla="*/ 172160 h 180974"/>
                <a:gd name="connsiteX5" fmla="*/ 72535 w 171450"/>
                <a:gd name="connsiteY5" fmla="*/ 162210 h 180974"/>
                <a:gd name="connsiteX6" fmla="*/ 152400 w 171450"/>
                <a:gd name="connsiteY6" fmla="*/ 76200 h 180974"/>
                <a:gd name="connsiteX7" fmla="*/ 161925 w 171450"/>
                <a:gd name="connsiteY7" fmla="*/ 76200 h 180974"/>
                <a:gd name="connsiteX8" fmla="*/ 171450 w 171450"/>
                <a:gd name="connsiteY8" fmla="*/ 85725 h 180974"/>
                <a:gd name="connsiteX9" fmla="*/ 161925 w 171450"/>
                <a:gd name="connsiteY9" fmla="*/ 95250 h 180974"/>
                <a:gd name="connsiteX10" fmla="*/ 152400 w 171450"/>
                <a:gd name="connsiteY10" fmla="*/ 95250 h 180974"/>
                <a:gd name="connsiteX11" fmla="*/ 142875 w 171450"/>
                <a:gd name="connsiteY11" fmla="*/ 85725 h 180974"/>
                <a:gd name="connsiteX12" fmla="*/ 152400 w 171450"/>
                <a:gd name="connsiteY12" fmla="*/ 76200 h 180974"/>
                <a:gd name="connsiteX13" fmla="*/ 9525 w 171450"/>
                <a:gd name="connsiteY13" fmla="*/ 76200 h 180974"/>
                <a:gd name="connsiteX14" fmla="*/ 19050 w 171450"/>
                <a:gd name="connsiteY14" fmla="*/ 76200 h 180974"/>
                <a:gd name="connsiteX15" fmla="*/ 28575 w 171450"/>
                <a:gd name="connsiteY15" fmla="*/ 85725 h 180974"/>
                <a:gd name="connsiteX16" fmla="*/ 19050 w 171450"/>
                <a:gd name="connsiteY16" fmla="*/ 95250 h 180974"/>
                <a:gd name="connsiteX17" fmla="*/ 9525 w 171450"/>
                <a:gd name="connsiteY17" fmla="*/ 95250 h 180974"/>
                <a:gd name="connsiteX18" fmla="*/ 0 w 171450"/>
                <a:gd name="connsiteY18" fmla="*/ 85725 h 180974"/>
                <a:gd name="connsiteX19" fmla="*/ 9525 w 171450"/>
                <a:gd name="connsiteY19" fmla="*/ 76200 h 180974"/>
                <a:gd name="connsiteX20" fmla="*/ 85725 w 171450"/>
                <a:gd name="connsiteY20" fmla="*/ 38100 h 180974"/>
                <a:gd name="connsiteX21" fmla="*/ 133350 w 171450"/>
                <a:gd name="connsiteY21" fmla="*/ 85725 h 180974"/>
                <a:gd name="connsiteX22" fmla="*/ 123174 w 171450"/>
                <a:gd name="connsiteY22" fmla="*/ 114596 h 180974"/>
                <a:gd name="connsiteX23" fmla="*/ 114300 w 171450"/>
                <a:gd name="connsiteY23" fmla="*/ 138113 h 180974"/>
                <a:gd name="connsiteX24" fmla="*/ 85725 w 171450"/>
                <a:gd name="connsiteY24" fmla="*/ 152400 h 180974"/>
                <a:gd name="connsiteX25" fmla="*/ 57150 w 171450"/>
                <a:gd name="connsiteY25" fmla="*/ 138113 h 180974"/>
                <a:gd name="connsiteX26" fmla="*/ 48275 w 171450"/>
                <a:gd name="connsiteY26" fmla="*/ 114596 h 180974"/>
                <a:gd name="connsiteX27" fmla="*/ 38100 w 171450"/>
                <a:gd name="connsiteY27" fmla="*/ 85725 h 180974"/>
                <a:gd name="connsiteX28" fmla="*/ 85725 w 171450"/>
                <a:gd name="connsiteY28" fmla="*/ 38100 h 180974"/>
                <a:gd name="connsiteX29" fmla="*/ 136140 w 171450"/>
                <a:gd name="connsiteY29" fmla="*/ 21840 h 180974"/>
                <a:gd name="connsiteX30" fmla="*/ 149610 w 171450"/>
                <a:gd name="connsiteY30" fmla="*/ 21840 h 180974"/>
                <a:gd name="connsiteX31" fmla="*/ 149610 w 171450"/>
                <a:gd name="connsiteY31" fmla="*/ 35310 h 180974"/>
                <a:gd name="connsiteX32" fmla="*/ 140085 w 171450"/>
                <a:gd name="connsiteY32" fmla="*/ 44835 h 180974"/>
                <a:gd name="connsiteX33" fmla="*/ 126615 w 171450"/>
                <a:gd name="connsiteY33" fmla="*/ 44835 h 180974"/>
                <a:gd name="connsiteX34" fmla="*/ 126615 w 171450"/>
                <a:gd name="connsiteY34" fmla="*/ 31365 h 180974"/>
                <a:gd name="connsiteX35" fmla="*/ 21840 w 171450"/>
                <a:gd name="connsiteY35" fmla="*/ 21840 h 180974"/>
                <a:gd name="connsiteX36" fmla="*/ 35310 w 171450"/>
                <a:gd name="connsiteY36" fmla="*/ 21840 h 180974"/>
                <a:gd name="connsiteX37" fmla="*/ 44835 w 171450"/>
                <a:gd name="connsiteY37" fmla="*/ 31365 h 180974"/>
                <a:gd name="connsiteX38" fmla="*/ 44835 w 171450"/>
                <a:gd name="connsiteY38" fmla="*/ 44835 h 180974"/>
                <a:gd name="connsiteX39" fmla="*/ 31365 w 171450"/>
                <a:gd name="connsiteY39" fmla="*/ 44835 h 180974"/>
                <a:gd name="connsiteX40" fmla="*/ 21840 w 171450"/>
                <a:gd name="connsiteY40" fmla="*/ 35310 h 180974"/>
                <a:gd name="connsiteX41" fmla="*/ 21840 w 171450"/>
                <a:gd name="connsiteY41" fmla="*/ 21840 h 180974"/>
                <a:gd name="connsiteX42" fmla="*/ 85725 w 171450"/>
                <a:gd name="connsiteY42" fmla="*/ 0 h 180974"/>
                <a:gd name="connsiteX43" fmla="*/ 95250 w 171450"/>
                <a:gd name="connsiteY43" fmla="*/ 9525 h 180974"/>
                <a:gd name="connsiteX44" fmla="*/ 95250 w 171450"/>
                <a:gd name="connsiteY44" fmla="*/ 19050 h 180974"/>
                <a:gd name="connsiteX45" fmla="*/ 85725 w 171450"/>
                <a:gd name="connsiteY45" fmla="*/ 28575 h 180974"/>
                <a:gd name="connsiteX46" fmla="*/ 76200 w 171450"/>
                <a:gd name="connsiteY46" fmla="*/ 19050 h 180974"/>
                <a:gd name="connsiteX47" fmla="*/ 76200 w 171450"/>
                <a:gd name="connsiteY47" fmla="*/ 9525 h 180974"/>
                <a:gd name="connsiteX48" fmla="*/ 85725 w 171450"/>
                <a:gd name="connsiteY48" fmla="*/ 0 h 18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1450" h="180974">
                  <a:moveTo>
                    <a:pt x="72535" y="162210"/>
                  </a:moveTo>
                  <a:cubicBezTo>
                    <a:pt x="80448" y="164140"/>
                    <a:pt x="90933" y="164211"/>
                    <a:pt x="98922" y="162210"/>
                  </a:cubicBezTo>
                  <a:cubicBezTo>
                    <a:pt x="105616" y="160534"/>
                    <a:pt x="105616" y="166533"/>
                    <a:pt x="103599" y="172160"/>
                  </a:cubicBezTo>
                  <a:cubicBezTo>
                    <a:pt x="100949" y="179549"/>
                    <a:pt x="95450" y="180974"/>
                    <a:pt x="85725" y="180974"/>
                  </a:cubicBezTo>
                  <a:cubicBezTo>
                    <a:pt x="75999" y="180974"/>
                    <a:pt x="70501" y="179549"/>
                    <a:pt x="67851" y="172160"/>
                  </a:cubicBezTo>
                  <a:cubicBezTo>
                    <a:pt x="65834" y="166534"/>
                    <a:pt x="65834" y="160576"/>
                    <a:pt x="72535" y="162210"/>
                  </a:cubicBezTo>
                  <a:close/>
                  <a:moveTo>
                    <a:pt x="152400" y="76200"/>
                  </a:moveTo>
                  <a:lnTo>
                    <a:pt x="161925" y="76200"/>
                  </a:lnTo>
                  <a:cubicBezTo>
                    <a:pt x="167186" y="76200"/>
                    <a:pt x="171450" y="80465"/>
                    <a:pt x="171450" y="85725"/>
                  </a:cubicBezTo>
                  <a:cubicBezTo>
                    <a:pt x="171450" y="90985"/>
                    <a:pt x="167186" y="95250"/>
                    <a:pt x="161925" y="95250"/>
                  </a:cubicBezTo>
                  <a:lnTo>
                    <a:pt x="152400" y="95250"/>
                  </a:lnTo>
                  <a:cubicBezTo>
                    <a:pt x="147139" y="95250"/>
                    <a:pt x="142875" y="90985"/>
                    <a:pt x="142875" y="85725"/>
                  </a:cubicBezTo>
                  <a:cubicBezTo>
                    <a:pt x="142875" y="80465"/>
                    <a:pt x="147139" y="76200"/>
                    <a:pt x="152400" y="76200"/>
                  </a:cubicBezTo>
                  <a:close/>
                  <a:moveTo>
                    <a:pt x="9525" y="76200"/>
                  </a:moveTo>
                  <a:lnTo>
                    <a:pt x="19050" y="76200"/>
                  </a:lnTo>
                  <a:cubicBezTo>
                    <a:pt x="24310" y="76200"/>
                    <a:pt x="28575" y="80465"/>
                    <a:pt x="28575" y="85725"/>
                  </a:cubicBezTo>
                  <a:cubicBezTo>
                    <a:pt x="28575" y="90985"/>
                    <a:pt x="24310" y="95250"/>
                    <a:pt x="19050" y="95250"/>
                  </a:cubicBezTo>
                  <a:lnTo>
                    <a:pt x="9525" y="95250"/>
                  </a:lnTo>
                  <a:cubicBezTo>
                    <a:pt x="4264" y="95250"/>
                    <a:pt x="0" y="90985"/>
                    <a:pt x="0" y="85725"/>
                  </a:cubicBezTo>
                  <a:cubicBezTo>
                    <a:pt x="0" y="80465"/>
                    <a:pt x="4264" y="76200"/>
                    <a:pt x="9525" y="76200"/>
                  </a:cubicBezTo>
                  <a:close/>
                  <a:moveTo>
                    <a:pt x="85725" y="38100"/>
                  </a:moveTo>
                  <a:cubicBezTo>
                    <a:pt x="112027" y="38100"/>
                    <a:pt x="133350" y="58671"/>
                    <a:pt x="133350" y="85725"/>
                  </a:cubicBezTo>
                  <a:cubicBezTo>
                    <a:pt x="133350" y="100663"/>
                    <a:pt x="128144" y="107793"/>
                    <a:pt x="123174" y="114596"/>
                  </a:cubicBezTo>
                  <a:cubicBezTo>
                    <a:pt x="118639" y="120807"/>
                    <a:pt x="114300" y="126748"/>
                    <a:pt x="114300" y="138113"/>
                  </a:cubicBezTo>
                  <a:cubicBezTo>
                    <a:pt x="114300" y="147638"/>
                    <a:pt x="104775" y="152400"/>
                    <a:pt x="85725" y="152400"/>
                  </a:cubicBezTo>
                  <a:cubicBezTo>
                    <a:pt x="66675" y="152400"/>
                    <a:pt x="57150" y="147638"/>
                    <a:pt x="57150" y="138113"/>
                  </a:cubicBezTo>
                  <a:cubicBezTo>
                    <a:pt x="57150" y="126748"/>
                    <a:pt x="52811" y="120807"/>
                    <a:pt x="48275" y="114596"/>
                  </a:cubicBezTo>
                  <a:cubicBezTo>
                    <a:pt x="43306" y="107793"/>
                    <a:pt x="38100" y="100663"/>
                    <a:pt x="38100" y="85725"/>
                  </a:cubicBezTo>
                  <a:cubicBezTo>
                    <a:pt x="38100" y="57150"/>
                    <a:pt x="59422" y="38100"/>
                    <a:pt x="85725" y="38100"/>
                  </a:cubicBezTo>
                  <a:close/>
                  <a:moveTo>
                    <a:pt x="136140" y="21840"/>
                  </a:moveTo>
                  <a:cubicBezTo>
                    <a:pt x="139859" y="18120"/>
                    <a:pt x="145890" y="18120"/>
                    <a:pt x="149610" y="21840"/>
                  </a:cubicBezTo>
                  <a:cubicBezTo>
                    <a:pt x="153329" y="25560"/>
                    <a:pt x="153329" y="31590"/>
                    <a:pt x="149610" y="35310"/>
                  </a:cubicBezTo>
                  <a:lnTo>
                    <a:pt x="140085" y="44835"/>
                  </a:lnTo>
                  <a:cubicBezTo>
                    <a:pt x="136365" y="48555"/>
                    <a:pt x="130334" y="48555"/>
                    <a:pt x="126615" y="44835"/>
                  </a:cubicBezTo>
                  <a:cubicBezTo>
                    <a:pt x="122895" y="41115"/>
                    <a:pt x="122895" y="35085"/>
                    <a:pt x="126615" y="31365"/>
                  </a:cubicBezTo>
                  <a:close/>
                  <a:moveTo>
                    <a:pt x="21840" y="21840"/>
                  </a:moveTo>
                  <a:cubicBezTo>
                    <a:pt x="25560" y="18120"/>
                    <a:pt x="31590" y="18120"/>
                    <a:pt x="35310" y="21840"/>
                  </a:cubicBezTo>
                  <a:lnTo>
                    <a:pt x="44835" y="31365"/>
                  </a:lnTo>
                  <a:cubicBezTo>
                    <a:pt x="48555" y="35085"/>
                    <a:pt x="48555" y="41115"/>
                    <a:pt x="44835" y="44835"/>
                  </a:cubicBezTo>
                  <a:cubicBezTo>
                    <a:pt x="41115" y="48555"/>
                    <a:pt x="35085" y="48555"/>
                    <a:pt x="31365" y="44835"/>
                  </a:cubicBezTo>
                  <a:lnTo>
                    <a:pt x="21840" y="35310"/>
                  </a:lnTo>
                  <a:cubicBezTo>
                    <a:pt x="18120" y="31590"/>
                    <a:pt x="18120" y="25560"/>
                    <a:pt x="21840" y="21840"/>
                  </a:cubicBezTo>
                  <a:close/>
                  <a:moveTo>
                    <a:pt x="85725" y="0"/>
                  </a:moveTo>
                  <a:cubicBezTo>
                    <a:pt x="90986" y="0"/>
                    <a:pt x="95250" y="4264"/>
                    <a:pt x="95250" y="9525"/>
                  </a:cubicBezTo>
                  <a:lnTo>
                    <a:pt x="95250" y="19050"/>
                  </a:lnTo>
                  <a:cubicBezTo>
                    <a:pt x="95250" y="24310"/>
                    <a:pt x="90986" y="28575"/>
                    <a:pt x="85725" y="28575"/>
                  </a:cubicBezTo>
                  <a:cubicBezTo>
                    <a:pt x="80464" y="28575"/>
                    <a:pt x="76200" y="24310"/>
                    <a:pt x="76200" y="19050"/>
                  </a:cubicBezTo>
                  <a:lnTo>
                    <a:pt x="76200" y="9525"/>
                  </a:lnTo>
                  <a:cubicBezTo>
                    <a:pt x="76200" y="4264"/>
                    <a:pt x="80464" y="0"/>
                    <a:pt x="85725" y="0"/>
                  </a:cubicBezTo>
                  <a:close/>
                </a:path>
              </a:pathLst>
            </a:custGeom>
            <a:solidFill>
              <a:schemeClr val="bg1"/>
            </a:solidFill>
            <a:ln w="9525" cap="flat">
              <a:noFill/>
              <a:prstDash val="solid"/>
              <a:miter/>
            </a:ln>
          </p:spPr>
          <p:txBody>
            <a:bodyPr rtlCol="0" anchor="ctr"/>
            <a:lstStyle/>
            <a:p>
              <a:endParaRPr lang="ru-RU"/>
            </a:p>
          </p:txBody>
        </p:sp>
      </p:grpSp>
      <p:pic>
        <p:nvPicPr>
          <p:cNvPr id="13" name="Рисунок 12" descr="Изображение выглядит как в помещении, пластик&#10;&#10;Автоматически созданное описание">
            <a:extLst>
              <a:ext uri="{FF2B5EF4-FFF2-40B4-BE49-F238E27FC236}">
                <a16:creationId xmlns:a16="http://schemas.microsoft.com/office/drawing/2014/main" id="{E08ECCE3-4A34-173C-AD61-78128A5F7ED8}"/>
              </a:ext>
            </a:extLst>
          </p:cNvPr>
          <p:cNvPicPr>
            <a:picLocks noChangeAspect="1"/>
          </p:cNvPicPr>
          <p:nvPr/>
        </p:nvPicPr>
        <p:blipFill rotWithShape="1">
          <a:blip r:embed="rId3">
            <a:extLst>
              <a:ext uri="{28A0092B-C50C-407E-A947-70E740481C1C}">
                <a14:useLocalDpi xmlns:a14="http://schemas.microsoft.com/office/drawing/2010/main" val="0"/>
              </a:ext>
            </a:extLst>
          </a:blip>
          <a:srcRect l="2831" b="291"/>
          <a:stretch/>
        </p:blipFill>
        <p:spPr>
          <a:xfrm>
            <a:off x="7903607" y="2293364"/>
            <a:ext cx="3586110" cy="3679825"/>
          </a:xfrm>
          <a:prstGeom prst="rect">
            <a:avLst/>
          </a:prstGeom>
        </p:spPr>
      </p:pic>
      <p:sp>
        <p:nvSpPr>
          <p:cNvPr id="5" name="Нижний колонтитул 4">
            <a:extLst>
              <a:ext uri="{FF2B5EF4-FFF2-40B4-BE49-F238E27FC236}">
                <a16:creationId xmlns:a16="http://schemas.microsoft.com/office/drawing/2014/main" id="{C5A19701-6997-CF81-5EDB-51C5E2B4BAC5}"/>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6180281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скругленные углы 2">
            <a:extLst>
              <a:ext uri="{FF2B5EF4-FFF2-40B4-BE49-F238E27FC236}">
                <a16:creationId xmlns:a16="http://schemas.microsoft.com/office/drawing/2014/main" id="{9146FBAE-E746-F6B7-34B2-31FBEA5E2D7E}"/>
              </a:ext>
            </a:extLst>
          </p:cNvPr>
          <p:cNvSpPr/>
          <p:nvPr/>
        </p:nvSpPr>
        <p:spPr>
          <a:xfrm>
            <a:off x="4589237" y="3009900"/>
            <a:ext cx="3780000" cy="828000"/>
          </a:xfrm>
          <a:prstGeom prst="roundRect">
            <a:avLst>
              <a:gd name="adj" fmla="val 23707"/>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solidFill>
                <a:schemeClr val="bg1"/>
              </a:solidFill>
            </a:endParaRPr>
          </a:p>
        </p:txBody>
      </p:sp>
      <p:sp>
        <p:nvSpPr>
          <p:cNvPr id="4" name="Номер слайда 3">
            <a:extLst>
              <a:ext uri="{FF2B5EF4-FFF2-40B4-BE49-F238E27FC236}">
                <a16:creationId xmlns:a16="http://schemas.microsoft.com/office/drawing/2014/main" id="{5DCEA155-F74F-3563-E60D-10FC75FDBD8A}"/>
              </a:ext>
            </a:extLst>
          </p:cNvPr>
          <p:cNvSpPr>
            <a:spLocks noGrp="1"/>
          </p:cNvSpPr>
          <p:nvPr>
            <p:ph type="sldNum" sz="quarter" idx="12"/>
          </p:nvPr>
        </p:nvSpPr>
        <p:spPr/>
        <p:txBody>
          <a:bodyPr/>
          <a:lstStyle/>
          <a:p>
            <a:fld id="{EB5249F5-0093-48B0-B996-C4E44A87EAFB}" type="slidenum">
              <a:rPr lang="ru-RU" smtClean="0"/>
              <a:pPr/>
              <a:t>88</a:t>
            </a:fld>
            <a:endParaRPr lang="ru-RU"/>
          </a:p>
        </p:txBody>
      </p:sp>
      <p:sp>
        <p:nvSpPr>
          <p:cNvPr id="5" name="TextBox 4">
            <a:extLst>
              <a:ext uri="{FF2B5EF4-FFF2-40B4-BE49-F238E27FC236}">
                <a16:creationId xmlns:a16="http://schemas.microsoft.com/office/drawing/2014/main" id="{1C17BFF9-CEB2-0630-785B-ED2ECDB29F69}"/>
              </a:ext>
            </a:extLst>
          </p:cNvPr>
          <p:cNvSpPr txBox="1"/>
          <p:nvPr/>
        </p:nvSpPr>
        <p:spPr>
          <a:xfrm>
            <a:off x="1549400" y="1520824"/>
            <a:ext cx="9093200" cy="3679825"/>
          </a:xfrm>
          <a:prstGeom prst="rect">
            <a:avLst/>
          </a:prstGeom>
          <a:noFill/>
        </p:spPr>
        <p:txBody>
          <a:bodyPr wrap="square" lIns="0" tIns="0" rIns="0" bIns="0" rtlCol="0" anchor="ctr">
            <a:noAutofit/>
          </a:bodyPr>
          <a:lstStyle/>
          <a:p>
            <a:pPr algn="l"/>
            <a:r>
              <a:rPr lang="ru-RU" sz="6000" b="1"/>
              <a:t>Сформулируй тезис длиной</a:t>
            </a:r>
            <a:r>
              <a:rPr lang="en-US" sz="6000" b="1"/>
              <a:t> </a:t>
            </a:r>
            <a:r>
              <a:rPr lang="ru-RU" sz="6000" b="1"/>
              <a:t> </a:t>
            </a:r>
            <a:r>
              <a:rPr lang="ru-RU" sz="6000" b="1">
                <a:solidFill>
                  <a:schemeClr val="bg1"/>
                </a:solidFill>
              </a:rPr>
              <a:t>не более </a:t>
            </a:r>
            <a:r>
              <a:rPr lang="ru-RU" sz="6000" b="1"/>
              <a:t>четырёх-пяти строк</a:t>
            </a:r>
          </a:p>
        </p:txBody>
      </p:sp>
      <p:sp>
        <p:nvSpPr>
          <p:cNvPr id="2" name="Нижний колонтитул 1">
            <a:extLst>
              <a:ext uri="{FF2B5EF4-FFF2-40B4-BE49-F238E27FC236}">
                <a16:creationId xmlns:a16="http://schemas.microsoft.com/office/drawing/2014/main" id="{D09DFA39-17BE-6D14-F486-D46A893CD3B7}"/>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41889974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ижний колонтитул 1">
            <a:extLst>
              <a:ext uri="{FF2B5EF4-FFF2-40B4-BE49-F238E27FC236}">
                <a16:creationId xmlns:a16="http://schemas.microsoft.com/office/drawing/2014/main" id="{99AEA4BC-757E-C028-73DA-009442170F68}"/>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7781A6D7-FC09-ECF8-2EFF-044C4F7904E1}"/>
              </a:ext>
            </a:extLst>
          </p:cNvPr>
          <p:cNvSpPr>
            <a:spLocks noGrp="1"/>
          </p:cNvSpPr>
          <p:nvPr>
            <p:ph type="sldNum" sz="quarter" idx="12"/>
          </p:nvPr>
        </p:nvSpPr>
        <p:spPr/>
        <p:txBody>
          <a:bodyPr/>
          <a:lstStyle/>
          <a:p>
            <a:fld id="{EB5249F5-0093-48B0-B996-C4E44A87EAFB}" type="slidenum">
              <a:rPr lang="ru-RU" smtClean="0"/>
              <a:pPr/>
              <a:t>89</a:t>
            </a:fld>
            <a:endParaRPr lang="ru-RU"/>
          </a:p>
        </p:txBody>
      </p:sp>
      <p:sp>
        <p:nvSpPr>
          <p:cNvPr id="26" name="TextBox 25">
            <a:extLst>
              <a:ext uri="{FF2B5EF4-FFF2-40B4-BE49-F238E27FC236}">
                <a16:creationId xmlns:a16="http://schemas.microsoft.com/office/drawing/2014/main" id="{ABEE1A60-B827-8E4D-937C-957432E721DE}"/>
              </a:ext>
            </a:extLst>
          </p:cNvPr>
          <p:cNvSpPr txBox="1"/>
          <p:nvPr/>
        </p:nvSpPr>
        <p:spPr>
          <a:xfrm>
            <a:off x="1549400" y="1520824"/>
            <a:ext cx="6354207" cy="3679825"/>
          </a:xfrm>
          <a:prstGeom prst="rect">
            <a:avLst/>
          </a:prstGeom>
          <a:noFill/>
        </p:spPr>
        <p:txBody>
          <a:bodyPr wrap="square" lIns="0" tIns="0" rIns="0" bIns="0" rtlCol="0" anchor="ctr">
            <a:noAutofit/>
          </a:bodyPr>
          <a:lstStyle/>
          <a:p>
            <a:pPr algn="l"/>
            <a:r>
              <a:rPr lang="ru-RU" sz="4800" b="1">
                <a:solidFill>
                  <a:schemeClr val="bg1"/>
                </a:solidFill>
              </a:rPr>
              <a:t>Сформулируй тезис длиной не более четырёх-пяти строк</a:t>
            </a:r>
          </a:p>
        </p:txBody>
      </p:sp>
      <p:pic>
        <p:nvPicPr>
          <p:cNvPr id="9" name="Рисунок 8">
            <a:extLst>
              <a:ext uri="{FF2B5EF4-FFF2-40B4-BE49-F238E27FC236}">
                <a16:creationId xmlns:a16="http://schemas.microsoft.com/office/drawing/2014/main" id="{D31977F6-8057-44BE-90C4-62E42D19E723}"/>
              </a:ext>
            </a:extLst>
          </p:cNvPr>
          <p:cNvPicPr>
            <a:picLocks noChangeAspect="1"/>
          </p:cNvPicPr>
          <p:nvPr/>
        </p:nvPicPr>
        <p:blipFill rotWithShape="1">
          <a:blip r:embed="rId2">
            <a:extLst>
              <a:ext uri="{28A0092B-C50C-407E-A947-70E740481C1C}">
                <a14:useLocalDpi xmlns:a14="http://schemas.microsoft.com/office/drawing/2010/main" val="0"/>
              </a:ext>
            </a:extLst>
          </a:blip>
          <a:srcRect r="24426"/>
          <a:stretch/>
        </p:blipFill>
        <p:spPr>
          <a:xfrm>
            <a:off x="8023544" y="1114269"/>
            <a:ext cx="4168456" cy="5103856"/>
          </a:xfrm>
          <a:prstGeom prst="rect">
            <a:avLst/>
          </a:prstGeom>
        </p:spPr>
      </p:pic>
    </p:spTree>
    <p:extLst>
      <p:ext uri="{BB962C8B-B14F-4D97-AF65-F5344CB8AC3E}">
        <p14:creationId xmlns:p14="http://schemas.microsoft.com/office/powerpoint/2010/main" val="20487180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9844643D-0129-5344-29ED-6283F0C0F2DD}"/>
              </a:ext>
            </a:extLst>
          </p:cNvPr>
          <p:cNvSpPr>
            <a:spLocks noGrp="1"/>
          </p:cNvSpPr>
          <p:nvPr>
            <p:ph type="sldNum" sz="quarter" idx="12"/>
          </p:nvPr>
        </p:nvSpPr>
        <p:spPr/>
        <p:txBody>
          <a:bodyPr/>
          <a:lstStyle/>
          <a:p>
            <a:fld id="{EB5249F5-0093-48B0-B996-C4E44A87EAFB}" type="slidenum">
              <a:rPr lang="ru-RU" smtClean="0"/>
              <a:pPr/>
              <a:t>90</a:t>
            </a:fld>
            <a:endParaRPr lang="ru-RU"/>
          </a:p>
        </p:txBody>
      </p:sp>
      <p:sp>
        <p:nvSpPr>
          <p:cNvPr id="5" name="TextBox 4">
            <a:extLst>
              <a:ext uri="{FF2B5EF4-FFF2-40B4-BE49-F238E27FC236}">
                <a16:creationId xmlns:a16="http://schemas.microsoft.com/office/drawing/2014/main" id="{39A45438-C023-35F4-4BD9-4ACBC8D317ED}"/>
              </a:ext>
            </a:extLst>
          </p:cNvPr>
          <p:cNvSpPr txBox="1"/>
          <p:nvPr/>
        </p:nvSpPr>
        <p:spPr>
          <a:xfrm>
            <a:off x="4276725" y="1520824"/>
            <a:ext cx="6386439" cy="3679825"/>
          </a:xfrm>
          <a:prstGeom prst="rect">
            <a:avLst/>
          </a:prstGeom>
          <a:noFill/>
        </p:spPr>
        <p:txBody>
          <a:bodyPr wrap="square" lIns="0" tIns="0" rIns="0" bIns="0" rtlCol="0" anchor="ctr">
            <a:noAutofit/>
          </a:bodyPr>
          <a:lstStyle/>
          <a:p>
            <a:pPr algn="l"/>
            <a:r>
              <a:rPr lang="ru-RU" sz="4800" b="1">
                <a:solidFill>
                  <a:schemeClr val="bg1"/>
                </a:solidFill>
              </a:rPr>
              <a:t>Сформулируй тезис длиной не более четырёх-пяти строк</a:t>
            </a:r>
          </a:p>
        </p:txBody>
      </p:sp>
      <p:pic>
        <p:nvPicPr>
          <p:cNvPr id="6" name="Рисунок 5" descr="Изображение выглядит как текст, компьютер&#10;&#10;Автоматически созданное описание">
            <a:extLst>
              <a:ext uri="{FF2B5EF4-FFF2-40B4-BE49-F238E27FC236}">
                <a16:creationId xmlns:a16="http://schemas.microsoft.com/office/drawing/2014/main" id="{110EB14D-CEDA-9C1A-5DC5-C88A2FF16B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764" y="1731962"/>
            <a:ext cx="3268664" cy="3268664"/>
          </a:xfrm>
          <a:prstGeom prst="rect">
            <a:avLst/>
          </a:prstGeom>
        </p:spPr>
      </p:pic>
      <p:sp>
        <p:nvSpPr>
          <p:cNvPr id="2" name="Нижний колонтитул 1">
            <a:extLst>
              <a:ext uri="{FF2B5EF4-FFF2-40B4-BE49-F238E27FC236}">
                <a16:creationId xmlns:a16="http://schemas.microsoft.com/office/drawing/2014/main" id="{ED945B86-C119-8A31-0CFE-9C45982E6135}"/>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14251035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35C99CFD-2D40-131A-9E46-38FBF4E8D269}"/>
              </a:ext>
            </a:extLst>
          </p:cNvPr>
          <p:cNvSpPr/>
          <p:nvPr/>
        </p:nvSpPr>
        <p:spPr>
          <a:xfrm>
            <a:off x="639764" y="1747776"/>
            <a:ext cx="3217863" cy="4514911"/>
          </a:xfrm>
          <a:prstGeom prst="roundRect">
            <a:avLst>
              <a:gd name="adj" fmla="val 1606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 name="Прямоугольник: скругленные углы 2">
            <a:extLst>
              <a:ext uri="{FF2B5EF4-FFF2-40B4-BE49-F238E27FC236}">
                <a16:creationId xmlns:a16="http://schemas.microsoft.com/office/drawing/2014/main" id="{C63DBAED-23EA-FD95-FDDE-378084E91174}"/>
              </a:ext>
            </a:extLst>
          </p:cNvPr>
          <p:cNvSpPr/>
          <p:nvPr/>
        </p:nvSpPr>
        <p:spPr>
          <a:xfrm>
            <a:off x="4290030" y="1747776"/>
            <a:ext cx="3217863" cy="4514911"/>
          </a:xfrm>
          <a:prstGeom prst="roundRect">
            <a:avLst>
              <a:gd name="adj" fmla="val 1606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4" name="Прямоугольник: скругленные углы 3">
            <a:extLst>
              <a:ext uri="{FF2B5EF4-FFF2-40B4-BE49-F238E27FC236}">
                <a16:creationId xmlns:a16="http://schemas.microsoft.com/office/drawing/2014/main" id="{1DC0E122-2CF3-C12C-0190-477888795DC2}"/>
              </a:ext>
            </a:extLst>
          </p:cNvPr>
          <p:cNvSpPr/>
          <p:nvPr/>
        </p:nvSpPr>
        <p:spPr>
          <a:xfrm>
            <a:off x="7913688" y="1747776"/>
            <a:ext cx="3217863" cy="4514911"/>
          </a:xfrm>
          <a:prstGeom prst="roundRect">
            <a:avLst>
              <a:gd name="adj" fmla="val 1606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p:txBody>
          <a:bodyPr/>
          <a:lstStyle/>
          <a:p>
            <a:fld id="{EB5249F5-0093-48B0-B996-C4E44A87EAFB}" type="slidenum">
              <a:rPr lang="ru-RU" smtClean="0"/>
              <a:pPr/>
              <a:t>91</a:t>
            </a:fld>
            <a:endParaRPr lang="ru-RU"/>
          </a:p>
        </p:txBody>
      </p:sp>
      <p:sp>
        <p:nvSpPr>
          <p:cNvPr id="5" name="Нижний колонтитул 4">
            <a:extLst>
              <a:ext uri="{FF2B5EF4-FFF2-40B4-BE49-F238E27FC236}">
                <a16:creationId xmlns:a16="http://schemas.microsoft.com/office/drawing/2014/main" id="{DB50F16E-BE68-E61A-74EE-5F8B5D34A770}"/>
              </a:ext>
            </a:extLst>
          </p:cNvPr>
          <p:cNvSpPr>
            <a:spLocks noGrp="1"/>
          </p:cNvSpPr>
          <p:nvPr>
            <p:ph type="ftr" sz="quarter" idx="11"/>
          </p:nvPr>
        </p:nvSpPr>
        <p:spPr/>
        <p:txBody>
          <a:bodyPr/>
          <a:lstStyle/>
          <a:p>
            <a:endParaRPr lang="ru-RU"/>
          </a:p>
        </p:txBody>
      </p:sp>
      <p:sp>
        <p:nvSpPr>
          <p:cNvPr id="21" name="Объект 2">
            <a:extLst>
              <a:ext uri="{FF2B5EF4-FFF2-40B4-BE49-F238E27FC236}">
                <a16:creationId xmlns:a16="http://schemas.microsoft.com/office/drawing/2014/main" id="{F64021FC-BDF4-43C5-BDBA-2757132C615E}"/>
              </a:ext>
            </a:extLst>
          </p:cNvPr>
          <p:cNvSpPr txBox="1">
            <a:spLocks/>
          </p:cNvSpPr>
          <p:nvPr/>
        </p:nvSpPr>
        <p:spPr>
          <a:xfrm>
            <a:off x="4518890" y="3916591"/>
            <a:ext cx="2708851" cy="1132216"/>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spcAft>
                <a:spcPts val="1055"/>
              </a:spcAft>
              <a:buClr>
                <a:srgbClr val="005BFF"/>
              </a:buClr>
            </a:pPr>
            <a:r>
              <a:rPr lang="ru-RU" sz="1800">
                <a:solidFill>
                  <a:srgbClr val="000000"/>
                </a:solidFill>
                <a:latin typeface="Arial" panose="020B0604020202020204"/>
              </a:rPr>
              <a:t>Здесь может быть абзац текста не более 3–4 строк. Здесь может быть ваш текст.</a:t>
            </a:r>
          </a:p>
        </p:txBody>
      </p:sp>
      <p:pic>
        <p:nvPicPr>
          <p:cNvPr id="23" name="Рисунок 22" descr="Изображение выглядит как день рождения, игрушка, пластмассовый, украшен&#10;&#10;Автоматически созданное описание">
            <a:extLst>
              <a:ext uri="{FF2B5EF4-FFF2-40B4-BE49-F238E27FC236}">
                <a16:creationId xmlns:a16="http://schemas.microsoft.com/office/drawing/2014/main" id="{2D57C40B-A7EE-4980-8401-4D3B526B7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7406" y="1640314"/>
            <a:ext cx="2243030" cy="2243030"/>
          </a:xfrm>
          <a:prstGeom prst="rect">
            <a:avLst/>
          </a:prstGeom>
        </p:spPr>
      </p:pic>
      <p:pic>
        <p:nvPicPr>
          <p:cNvPr id="26" name="Рисунок 25">
            <a:extLst>
              <a:ext uri="{FF2B5EF4-FFF2-40B4-BE49-F238E27FC236}">
                <a16:creationId xmlns:a16="http://schemas.microsoft.com/office/drawing/2014/main" id="{DA3790EA-346D-4880-9560-998783EEC7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268" y="1545442"/>
            <a:ext cx="2711324" cy="2711324"/>
          </a:xfrm>
          <a:prstGeom prst="rect">
            <a:avLst/>
          </a:prstGeom>
        </p:spPr>
      </p:pic>
      <p:sp>
        <p:nvSpPr>
          <p:cNvPr id="22" name="Объект 2">
            <a:extLst>
              <a:ext uri="{FF2B5EF4-FFF2-40B4-BE49-F238E27FC236}">
                <a16:creationId xmlns:a16="http://schemas.microsoft.com/office/drawing/2014/main" id="{691D70E4-40AB-40F7-AD7F-B262CC373416}"/>
              </a:ext>
            </a:extLst>
          </p:cNvPr>
          <p:cNvSpPr txBox="1">
            <a:spLocks/>
          </p:cNvSpPr>
          <p:nvPr/>
        </p:nvSpPr>
        <p:spPr>
          <a:xfrm>
            <a:off x="8175038" y="3916591"/>
            <a:ext cx="2708851" cy="1132216"/>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spcAft>
                <a:spcPts val="1055"/>
              </a:spcAft>
              <a:buClr>
                <a:srgbClr val="005BFF"/>
              </a:buClr>
            </a:pPr>
            <a:r>
              <a:rPr lang="ru-RU" sz="1800">
                <a:solidFill>
                  <a:srgbClr val="000000"/>
                </a:solidFill>
                <a:latin typeface="Arial" panose="020B0604020202020204"/>
              </a:rPr>
              <a:t>Здесь может быть абзац текста не более 3–4 строк. Здесь может быть ваш текст.</a:t>
            </a:r>
          </a:p>
        </p:txBody>
      </p:sp>
      <p:sp>
        <p:nvSpPr>
          <p:cNvPr id="15" name="Объект 2">
            <a:extLst>
              <a:ext uri="{FF2B5EF4-FFF2-40B4-BE49-F238E27FC236}">
                <a16:creationId xmlns:a16="http://schemas.microsoft.com/office/drawing/2014/main" id="{0D8E0A26-69DE-794C-A242-65A6237C2A20}"/>
              </a:ext>
            </a:extLst>
          </p:cNvPr>
          <p:cNvSpPr txBox="1">
            <a:spLocks/>
          </p:cNvSpPr>
          <p:nvPr/>
        </p:nvSpPr>
        <p:spPr>
          <a:xfrm>
            <a:off x="880268" y="3916591"/>
            <a:ext cx="2708851" cy="1132216"/>
          </a:xfrm>
          <a:prstGeom prst="rect">
            <a:avLst/>
          </a:prstGeom>
        </p:spPr>
        <p:txBody>
          <a:bodyPr vert="horz" lIns="0" tIns="0" rIns="0" bIns="0" rtlCol="0" anchor="t">
            <a:noAutofit/>
          </a:bodyPr>
          <a:lstStyle>
            <a:lvl1pPr marL="0" indent="0" algn="l" defTabSz="1300277" rtl="0" eaLnBrk="1" latinLnBrk="0" hangingPunct="1">
              <a:lnSpc>
                <a:spcPct val="100000"/>
              </a:lnSpc>
              <a:spcBef>
                <a:spcPts val="0"/>
              </a:spcBef>
              <a:spcAft>
                <a:spcPts val="1500"/>
              </a:spcAft>
              <a:buClr>
                <a:schemeClr val="tx2"/>
              </a:buClr>
              <a:buSzPct val="100000"/>
              <a:buFontTx/>
              <a:buNone/>
              <a:defRPr sz="24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2400" b="1" kern="1200">
                <a:solidFill>
                  <a:schemeClr val="tx1"/>
                </a:solidFill>
                <a:effectLst/>
                <a:latin typeface="+mn-lt"/>
                <a:ea typeface="+mn-ea"/>
                <a:cs typeface="+mn-cs"/>
              </a:defRPr>
            </a:lvl2pPr>
            <a:lvl3pPr marL="540000" indent="-540000" algn="l" defTabSz="1300277" rtl="0" eaLnBrk="1" latinLnBrk="0" hangingPunct="1">
              <a:lnSpc>
                <a:spcPct val="100000"/>
              </a:lnSpc>
              <a:spcBef>
                <a:spcPts val="0"/>
              </a:spcBef>
              <a:spcAft>
                <a:spcPts val="1500"/>
              </a:spcAft>
              <a:buClr>
                <a:schemeClr val="tx1"/>
              </a:buClr>
              <a:buSzPct val="100000"/>
              <a:buFont typeface=".AppleSystemUIFont" charset="-120"/>
              <a:buChar char="—"/>
              <a:defRPr sz="2400" kern="1200">
                <a:solidFill>
                  <a:schemeClr val="tx1"/>
                </a:solidFill>
                <a:effectLst/>
                <a:latin typeface="+mn-lt"/>
                <a:ea typeface="+mn-ea"/>
                <a:cs typeface="+mn-cs"/>
              </a:defRPr>
            </a:lvl3pPr>
            <a:lvl4pPr marL="540000" indent="-540000" algn="l" defTabSz="1300277" rtl="0" eaLnBrk="1" latinLnBrk="0" hangingPunct="1">
              <a:lnSpc>
                <a:spcPct val="100000"/>
              </a:lnSpc>
              <a:spcBef>
                <a:spcPts val="0"/>
              </a:spcBef>
              <a:spcAft>
                <a:spcPts val="1500"/>
              </a:spcAft>
              <a:buClr>
                <a:schemeClr val="tx1"/>
              </a:buClr>
              <a:buSzPct val="100000"/>
              <a:buFont typeface="+mj-lt"/>
              <a:buAutoNum type="arabicPeriod"/>
              <a:defRPr sz="2400" kern="1200">
                <a:solidFill>
                  <a:schemeClr val="tx1"/>
                </a:solidFill>
                <a:effectLst/>
                <a:latin typeface="+mn-lt"/>
                <a:ea typeface="+mn-ea"/>
                <a:cs typeface="+mn-cs"/>
              </a:defRPr>
            </a:lvl4pPr>
            <a:lvl5pPr marL="989013" indent="-449263"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Char char="—"/>
              <a:defRPr sz="2400" kern="1200">
                <a:solidFill>
                  <a:schemeClr val="tx1"/>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1800" kern="1200" baseline="0">
                <a:solidFill>
                  <a:schemeClr val="tx1"/>
                </a:solidFill>
                <a:effectLst/>
                <a:latin typeface="+mn-lt"/>
                <a:ea typeface="+mn-ea"/>
                <a:cs typeface="+mn-cs"/>
              </a:defRPr>
            </a:lvl6pPr>
            <a:lvl7pPr marL="432000" indent="-432000" algn="l" defTabSz="1300277" rtl="0" eaLnBrk="1" latinLnBrk="0" hangingPunct="1">
              <a:lnSpc>
                <a:spcPct val="100000"/>
              </a:lnSpc>
              <a:spcBef>
                <a:spcPts val="0"/>
              </a:spcBef>
              <a:spcAft>
                <a:spcPts val="1100"/>
              </a:spcAft>
              <a:buClr>
                <a:schemeClr val="tx1"/>
              </a:buClr>
              <a:buSzPct val="100000"/>
              <a:buFont typeface=".AppleSystemUIFont" charset="-120"/>
              <a:buChar char="—"/>
              <a:tabLst>
                <a:tab pos="0" algn="l"/>
              </a:tabLst>
              <a:defRPr sz="1800" kern="1200" baseline="0">
                <a:solidFill>
                  <a:schemeClr val="tx1"/>
                </a:solidFill>
                <a:effectLst/>
                <a:latin typeface="+mn-lt"/>
                <a:ea typeface="+mn-ea"/>
                <a:cs typeface="+mn-cs"/>
              </a:defRPr>
            </a:lvl7pPr>
            <a:lvl8pPr marL="432000" indent="-432000" algn="l" defTabSz="1300277" rtl="0" eaLnBrk="1" latinLnBrk="0" hangingPunct="1">
              <a:lnSpc>
                <a:spcPct val="100000"/>
              </a:lnSpc>
              <a:spcBef>
                <a:spcPts val="0"/>
              </a:spcBef>
              <a:spcAft>
                <a:spcPts val="1100"/>
              </a:spcAft>
              <a:buClr>
                <a:schemeClr val="tx1"/>
              </a:buClr>
              <a:buSzPct val="100000"/>
              <a:buFont typeface="+mj-lt"/>
              <a:buAutoNum type="arabicPeriod"/>
              <a:defRPr sz="1800" kern="1200" baseline="0">
                <a:solidFill>
                  <a:schemeClr val="tx1"/>
                </a:solidFill>
                <a:effectLst/>
                <a:latin typeface="+mn-lt"/>
                <a:ea typeface="+mn-ea"/>
                <a:cs typeface="+mn-cs"/>
              </a:defRPr>
            </a:lvl8pPr>
            <a:lvl9pPr marL="989013" indent="-449263"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1800" kern="1200" baseline="0">
                <a:solidFill>
                  <a:schemeClr val="tx1"/>
                </a:solidFill>
                <a:effectLst/>
                <a:latin typeface="+mn-lt"/>
                <a:ea typeface="+mn-ea"/>
                <a:cs typeface="+mn-cs"/>
              </a:defRPr>
            </a:lvl9pPr>
          </a:lstStyle>
          <a:p>
            <a:pPr defTabSz="914355">
              <a:spcAft>
                <a:spcPts val="1055"/>
              </a:spcAft>
              <a:buClr>
                <a:srgbClr val="005BFF"/>
              </a:buClr>
            </a:pPr>
            <a:r>
              <a:rPr lang="ru-RU" sz="1800">
                <a:solidFill>
                  <a:srgbClr val="000000"/>
                </a:solidFill>
                <a:latin typeface="Arial" panose="020B0604020202020204"/>
              </a:rPr>
              <a:t>Здесь может быть абзац текста не более 3–4 строк. Здесь может быть ваш текст.</a:t>
            </a:r>
          </a:p>
        </p:txBody>
      </p:sp>
      <p:pic>
        <p:nvPicPr>
          <p:cNvPr id="7" name="Рисунок 6">
            <a:extLst>
              <a:ext uri="{FF2B5EF4-FFF2-40B4-BE49-F238E27FC236}">
                <a16:creationId xmlns:a16="http://schemas.microsoft.com/office/drawing/2014/main" id="{E5786D3D-EB76-497C-A0E9-6ACD88DA51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3819" y="1065035"/>
            <a:ext cx="3275351" cy="3275351"/>
          </a:xfrm>
          <a:prstGeom prst="rect">
            <a:avLst/>
          </a:prstGeom>
        </p:spPr>
      </p:pic>
    </p:spTree>
    <p:extLst>
      <p:ext uri="{BB962C8B-B14F-4D97-AF65-F5344CB8AC3E}">
        <p14:creationId xmlns:p14="http://schemas.microsoft.com/office/powerpoint/2010/main" val="15950678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Прямоугольник: скругленные углы 1">
            <a:extLst>
              <a:ext uri="{FF2B5EF4-FFF2-40B4-BE49-F238E27FC236}">
                <a16:creationId xmlns:a16="http://schemas.microsoft.com/office/drawing/2014/main" id="{EC09E9C8-B9F5-2E4F-9C4E-1D744929906B}"/>
              </a:ext>
            </a:extLst>
          </p:cNvPr>
          <p:cNvSpPr/>
          <p:nvPr/>
        </p:nvSpPr>
        <p:spPr>
          <a:xfrm>
            <a:off x="639763" y="1767263"/>
            <a:ext cx="6743170" cy="3506486"/>
          </a:xfrm>
          <a:prstGeom prst="roundRect">
            <a:avLst>
              <a:gd name="adj" fmla="val 1210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3" name="Заголовок 2">
            <a:extLst>
              <a:ext uri="{FF2B5EF4-FFF2-40B4-BE49-F238E27FC236}">
                <a16:creationId xmlns:a16="http://schemas.microsoft.com/office/drawing/2014/main" id="{D0BCB153-088F-7B43-911F-90657DE6364B}"/>
              </a:ext>
            </a:extLst>
          </p:cNvPr>
          <p:cNvSpPr>
            <a:spLocks noGrp="1"/>
          </p:cNvSpPr>
          <p:nvPr>
            <p:ph type="title"/>
          </p:nvPr>
        </p:nvSpPr>
        <p:spPr/>
        <p:txBody>
          <a:bodyPr/>
          <a:lstStyle/>
          <a:p>
            <a:r>
              <a:rPr lang="ru-RU"/>
              <a:t>Сформулируй смысловой заголовок</a:t>
            </a:r>
          </a:p>
        </p:txBody>
      </p:sp>
      <p:sp>
        <p:nvSpPr>
          <p:cNvPr id="4" name="Номер слайда 3">
            <a:extLst>
              <a:ext uri="{FF2B5EF4-FFF2-40B4-BE49-F238E27FC236}">
                <a16:creationId xmlns:a16="http://schemas.microsoft.com/office/drawing/2014/main" id="{6599BAD6-55CC-2C4F-800E-3326B6BDDC47}"/>
              </a:ext>
            </a:extLst>
          </p:cNvPr>
          <p:cNvSpPr>
            <a:spLocks noGrp="1"/>
          </p:cNvSpPr>
          <p:nvPr>
            <p:ph type="sldNum" sz="quarter" idx="12"/>
          </p:nvPr>
        </p:nvSpPr>
        <p:spPr/>
        <p:txBody>
          <a:bodyPr/>
          <a:lstStyle/>
          <a:p>
            <a:fld id="{EB5249F5-0093-48B0-B996-C4E44A87EAFB}" type="slidenum">
              <a:rPr lang="ru-RU" smtClean="0"/>
              <a:pPr/>
              <a:t>92</a:t>
            </a:fld>
            <a:endParaRPr lang="ru-RU"/>
          </a:p>
        </p:txBody>
      </p:sp>
      <p:sp>
        <p:nvSpPr>
          <p:cNvPr id="5" name="Нижний колонтитул 4">
            <a:extLst>
              <a:ext uri="{FF2B5EF4-FFF2-40B4-BE49-F238E27FC236}">
                <a16:creationId xmlns:a16="http://schemas.microsoft.com/office/drawing/2014/main" id="{19434BD0-F453-A344-B7C7-13844AB07CFE}"/>
              </a:ext>
            </a:extLst>
          </p:cNvPr>
          <p:cNvSpPr>
            <a:spLocks noGrp="1"/>
          </p:cNvSpPr>
          <p:nvPr>
            <p:ph type="ftr" sz="quarter" idx="11"/>
          </p:nvPr>
        </p:nvSpPr>
        <p:spPr/>
        <p:txBody>
          <a:bodyPr/>
          <a:lstStyle/>
          <a:p>
            <a:endParaRPr lang="ru-RU"/>
          </a:p>
        </p:txBody>
      </p:sp>
      <p:sp>
        <p:nvSpPr>
          <p:cNvPr id="19" name="Прямоугольник: скругленные углы 1">
            <a:extLst>
              <a:ext uri="{FF2B5EF4-FFF2-40B4-BE49-F238E27FC236}">
                <a16:creationId xmlns:a16="http://schemas.microsoft.com/office/drawing/2014/main" id="{A8198D50-1C9D-9D4E-AC96-D5D07CB067F9}"/>
              </a:ext>
            </a:extLst>
          </p:cNvPr>
          <p:cNvSpPr/>
          <p:nvPr/>
        </p:nvSpPr>
        <p:spPr>
          <a:xfrm>
            <a:off x="7623854" y="1770927"/>
            <a:ext cx="3928861" cy="3502822"/>
          </a:xfrm>
          <a:prstGeom prst="roundRect">
            <a:avLst>
              <a:gd name="adj" fmla="val 1210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1" name="TextBox 20">
            <a:extLst>
              <a:ext uri="{FF2B5EF4-FFF2-40B4-BE49-F238E27FC236}">
                <a16:creationId xmlns:a16="http://schemas.microsoft.com/office/drawing/2014/main" id="{0A068D7C-81FF-7741-B034-5A930C8D9E68}"/>
              </a:ext>
            </a:extLst>
          </p:cNvPr>
          <p:cNvSpPr txBox="1"/>
          <p:nvPr/>
        </p:nvSpPr>
        <p:spPr>
          <a:xfrm>
            <a:off x="1230424" y="2537756"/>
            <a:ext cx="5553261" cy="960201"/>
          </a:xfrm>
          <a:prstGeom prst="rect">
            <a:avLst/>
          </a:prstGeom>
          <a:noFill/>
        </p:spPr>
        <p:txBody>
          <a:bodyPr wrap="square" lIns="0" tIns="0" rIns="0" bIns="0" rtlCol="0">
            <a:noAutofit/>
          </a:bodyPr>
          <a:lstStyle/>
          <a:p>
            <a:pPr lvl="0">
              <a:defRPr/>
            </a:pPr>
            <a:r>
              <a:rPr lang="ru-RU" sz="3200" b="1"/>
              <a:t>Сформулируй смысловой тезис не более двух строк</a:t>
            </a:r>
          </a:p>
        </p:txBody>
      </p:sp>
      <p:sp>
        <p:nvSpPr>
          <p:cNvPr id="22" name="TextBox 21">
            <a:extLst>
              <a:ext uri="{FF2B5EF4-FFF2-40B4-BE49-F238E27FC236}">
                <a16:creationId xmlns:a16="http://schemas.microsoft.com/office/drawing/2014/main" id="{14094500-9152-FD4A-BBE6-BF2F3D310877}"/>
              </a:ext>
            </a:extLst>
          </p:cNvPr>
          <p:cNvSpPr txBox="1"/>
          <p:nvPr/>
        </p:nvSpPr>
        <p:spPr>
          <a:xfrm>
            <a:off x="1230282" y="3712957"/>
            <a:ext cx="5478977" cy="1217859"/>
          </a:xfrm>
          <a:prstGeom prst="rect">
            <a:avLst/>
          </a:prstGeom>
          <a:noFill/>
        </p:spPr>
        <p:txBody>
          <a:bodyPr wrap="square" lIns="0" tIns="0" rIns="0" bIns="0" rtlCol="0">
            <a:noAutofit/>
          </a:bodyPr>
          <a:lstStyle/>
          <a:p>
            <a:r>
              <a:rPr lang="ru-RU"/>
              <a:t>Здесь может быть твой текст. Здесь может быть твой текст. Здесь может быть твой текст. Здесь может быть твой текст. </a:t>
            </a:r>
          </a:p>
          <a:p>
            <a:r>
              <a:rPr lang="ru-RU" sz="1600"/>
              <a:t> </a:t>
            </a:r>
          </a:p>
        </p:txBody>
      </p:sp>
      <p:sp>
        <p:nvSpPr>
          <p:cNvPr id="23" name="TextBox 22">
            <a:extLst>
              <a:ext uri="{FF2B5EF4-FFF2-40B4-BE49-F238E27FC236}">
                <a16:creationId xmlns:a16="http://schemas.microsoft.com/office/drawing/2014/main" id="{02DBF1E8-9221-F044-9448-406CB455EAA5}"/>
              </a:ext>
            </a:extLst>
          </p:cNvPr>
          <p:cNvSpPr txBox="1"/>
          <p:nvPr/>
        </p:nvSpPr>
        <p:spPr>
          <a:xfrm>
            <a:off x="1179102" y="5520066"/>
            <a:ext cx="6203831" cy="742622"/>
          </a:xfrm>
          <a:prstGeom prst="rect">
            <a:avLst/>
          </a:prstGeom>
          <a:noFill/>
        </p:spPr>
        <p:txBody>
          <a:bodyPr wrap="square" lIns="0" tIns="0" rIns="0" bIns="0" rtlCol="0">
            <a:noAutofit/>
          </a:bodyPr>
          <a:lstStyle/>
          <a:p>
            <a:r>
              <a:rPr lang="ru-RU" sz="1400"/>
              <a:t>Здесь может быть твой текст. Размести здесь свой текст. Здесь может быть твой текст. Здесь может быть твой текст. Размести здесь свой текст. Здесь может быть твой текст. </a:t>
            </a:r>
          </a:p>
          <a:p>
            <a:endParaRPr lang="ru-RU" sz="1400"/>
          </a:p>
        </p:txBody>
      </p:sp>
      <p:sp>
        <p:nvSpPr>
          <p:cNvPr id="27" name="Рисунок 343">
            <a:extLst>
              <a:ext uri="{FF2B5EF4-FFF2-40B4-BE49-F238E27FC236}">
                <a16:creationId xmlns:a16="http://schemas.microsoft.com/office/drawing/2014/main" id="{B8C605F7-2C53-194B-9D76-A23BCF0581FC}"/>
              </a:ext>
            </a:extLst>
          </p:cNvPr>
          <p:cNvSpPr/>
          <p:nvPr/>
        </p:nvSpPr>
        <p:spPr>
          <a:xfrm>
            <a:off x="639763" y="5507497"/>
            <a:ext cx="383942" cy="383979"/>
          </a:xfrm>
          <a:custGeom>
            <a:avLst/>
            <a:gdLst>
              <a:gd name="connsiteX0" fmla="*/ 104775 w 171450"/>
              <a:gd name="connsiteY0" fmla="*/ 171229 h 171467"/>
              <a:gd name="connsiteX1" fmla="*/ 171450 w 171450"/>
              <a:gd name="connsiteY1" fmla="*/ 85725 h 171467"/>
              <a:gd name="connsiteX2" fmla="*/ 85725 w 171450"/>
              <a:gd name="connsiteY2" fmla="*/ 0 h 171467"/>
              <a:gd name="connsiteX3" fmla="*/ 0 w 171450"/>
              <a:gd name="connsiteY3" fmla="*/ 85725 h 171467"/>
              <a:gd name="connsiteX4" fmla="*/ 66675 w 171450"/>
              <a:gd name="connsiteY4" fmla="*/ 171229 h 171467"/>
              <a:gd name="connsiteX5" fmla="*/ 71438 w 171450"/>
              <a:gd name="connsiteY5" fmla="*/ 171450 h 171467"/>
              <a:gd name="connsiteX6" fmla="*/ 76200 w 171450"/>
              <a:gd name="connsiteY6" fmla="*/ 161925 h 171467"/>
              <a:gd name="connsiteX7" fmla="*/ 76200 w 171450"/>
              <a:gd name="connsiteY7" fmla="*/ 76200 h 171467"/>
              <a:gd name="connsiteX8" fmla="*/ 53340 w 171450"/>
              <a:gd name="connsiteY8" fmla="*/ 93345 h 171467"/>
              <a:gd name="connsiteX9" fmla="*/ 40005 w 171450"/>
              <a:gd name="connsiteY9" fmla="*/ 91440 h 171467"/>
              <a:gd name="connsiteX10" fmla="*/ 41910 w 171450"/>
              <a:gd name="connsiteY10" fmla="*/ 78105 h 171467"/>
              <a:gd name="connsiteX11" fmla="*/ 80010 w 171450"/>
              <a:gd name="connsiteY11" fmla="*/ 49530 h 171467"/>
              <a:gd name="connsiteX12" fmla="*/ 91440 w 171450"/>
              <a:gd name="connsiteY12" fmla="*/ 49530 h 171467"/>
              <a:gd name="connsiteX13" fmla="*/ 129540 w 171450"/>
              <a:gd name="connsiteY13" fmla="*/ 78105 h 171467"/>
              <a:gd name="connsiteX14" fmla="*/ 131445 w 171450"/>
              <a:gd name="connsiteY14" fmla="*/ 91440 h 171467"/>
              <a:gd name="connsiteX15" fmla="*/ 118110 w 171450"/>
              <a:gd name="connsiteY15" fmla="*/ 93345 h 171467"/>
              <a:gd name="connsiteX16" fmla="*/ 95250 w 171450"/>
              <a:gd name="connsiteY16" fmla="*/ 76200 h 171467"/>
              <a:gd name="connsiteX17" fmla="*/ 95250 w 171450"/>
              <a:gd name="connsiteY17" fmla="*/ 161925 h 171467"/>
              <a:gd name="connsiteX18" fmla="*/ 100013 w 171450"/>
              <a:gd name="connsiteY18" fmla="*/ 171450 h 171467"/>
              <a:gd name="connsiteX19" fmla="*/ 104775 w 171450"/>
              <a:gd name="connsiteY19" fmla="*/ 171229 h 17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67">
                <a:moveTo>
                  <a:pt x="104775" y="171229"/>
                </a:moveTo>
                <a:cubicBezTo>
                  <a:pt x="146577" y="164243"/>
                  <a:pt x="171450" y="132230"/>
                  <a:pt x="171450" y="85725"/>
                </a:cubicBezTo>
                <a:cubicBezTo>
                  <a:pt x="171450" y="32536"/>
                  <a:pt x="138915" y="0"/>
                  <a:pt x="85725" y="0"/>
                </a:cubicBezTo>
                <a:cubicBezTo>
                  <a:pt x="32535" y="0"/>
                  <a:pt x="0" y="32535"/>
                  <a:pt x="0" y="85725"/>
                </a:cubicBezTo>
                <a:cubicBezTo>
                  <a:pt x="0" y="132230"/>
                  <a:pt x="24872" y="164243"/>
                  <a:pt x="66675" y="171229"/>
                </a:cubicBezTo>
                <a:cubicBezTo>
                  <a:pt x="68640" y="171557"/>
                  <a:pt x="71438" y="171450"/>
                  <a:pt x="71438" y="171450"/>
                </a:cubicBezTo>
                <a:cubicBezTo>
                  <a:pt x="76200" y="171450"/>
                  <a:pt x="76200" y="165705"/>
                  <a:pt x="76200" y="161925"/>
                </a:cubicBezTo>
                <a:lnTo>
                  <a:pt x="76200" y="76200"/>
                </a:lnTo>
                <a:lnTo>
                  <a:pt x="53340" y="93345"/>
                </a:lnTo>
                <a:cubicBezTo>
                  <a:pt x="49132" y="96501"/>
                  <a:pt x="43161" y="95649"/>
                  <a:pt x="40005" y="91440"/>
                </a:cubicBezTo>
                <a:cubicBezTo>
                  <a:pt x="36849" y="87231"/>
                  <a:pt x="37702" y="81261"/>
                  <a:pt x="41910" y="78105"/>
                </a:cubicBezTo>
                <a:lnTo>
                  <a:pt x="80010" y="49530"/>
                </a:lnTo>
                <a:cubicBezTo>
                  <a:pt x="83397" y="46990"/>
                  <a:pt x="88053" y="46990"/>
                  <a:pt x="91440" y="49530"/>
                </a:cubicBezTo>
                <a:lnTo>
                  <a:pt x="129540" y="78105"/>
                </a:lnTo>
                <a:cubicBezTo>
                  <a:pt x="133748" y="81261"/>
                  <a:pt x="134602" y="87231"/>
                  <a:pt x="131445" y="91440"/>
                </a:cubicBezTo>
                <a:cubicBezTo>
                  <a:pt x="128288" y="95649"/>
                  <a:pt x="122318" y="96501"/>
                  <a:pt x="118110" y="93345"/>
                </a:cubicBezTo>
                <a:lnTo>
                  <a:pt x="95250" y="76200"/>
                </a:lnTo>
                <a:cubicBezTo>
                  <a:pt x="95250" y="76200"/>
                  <a:pt x="95250" y="128447"/>
                  <a:pt x="95250" y="161925"/>
                </a:cubicBezTo>
                <a:cubicBezTo>
                  <a:pt x="95250" y="165705"/>
                  <a:pt x="95250" y="171450"/>
                  <a:pt x="100013" y="171450"/>
                </a:cubicBezTo>
                <a:cubicBezTo>
                  <a:pt x="100013" y="171450"/>
                  <a:pt x="102810" y="171557"/>
                  <a:pt x="104775" y="171229"/>
                </a:cubicBezTo>
                <a:close/>
              </a:path>
            </a:pathLst>
          </a:custGeom>
          <a:solidFill>
            <a:schemeClr val="accent1"/>
          </a:solidFill>
          <a:ln w="9525" cap="flat">
            <a:noFill/>
            <a:prstDash val="solid"/>
            <a:miter/>
          </a:ln>
        </p:spPr>
        <p:txBody>
          <a:bodyPr rtlCol="0" anchor="ctr"/>
          <a:lstStyle/>
          <a:p>
            <a:endParaRPr lang="ru-RU"/>
          </a:p>
        </p:txBody>
      </p:sp>
      <p:sp>
        <p:nvSpPr>
          <p:cNvPr id="28" name="Рисунок 20">
            <a:extLst>
              <a:ext uri="{FF2B5EF4-FFF2-40B4-BE49-F238E27FC236}">
                <a16:creationId xmlns:a16="http://schemas.microsoft.com/office/drawing/2014/main" id="{F1618027-50D2-5E4B-B148-AFF3C608893F}"/>
              </a:ext>
            </a:extLst>
          </p:cNvPr>
          <p:cNvSpPr/>
          <p:nvPr/>
        </p:nvSpPr>
        <p:spPr>
          <a:xfrm>
            <a:off x="6709260" y="2010836"/>
            <a:ext cx="374030" cy="83118"/>
          </a:xfrm>
          <a:custGeom>
            <a:avLst/>
            <a:gdLst>
              <a:gd name="connsiteX0" fmla="*/ 34451 w 310059"/>
              <a:gd name="connsiteY0" fmla="*/ 0 h 68902"/>
              <a:gd name="connsiteX1" fmla="*/ 68902 w 310059"/>
              <a:gd name="connsiteY1" fmla="*/ 34451 h 68902"/>
              <a:gd name="connsiteX2" fmla="*/ 34451 w 310059"/>
              <a:gd name="connsiteY2" fmla="*/ 68902 h 68902"/>
              <a:gd name="connsiteX3" fmla="*/ 0 w 310059"/>
              <a:gd name="connsiteY3" fmla="*/ 34451 h 68902"/>
              <a:gd name="connsiteX4" fmla="*/ 34451 w 310059"/>
              <a:gd name="connsiteY4" fmla="*/ 0 h 68902"/>
              <a:gd name="connsiteX5" fmla="*/ 275608 w 310059"/>
              <a:gd name="connsiteY5" fmla="*/ 0 h 68902"/>
              <a:gd name="connsiteX6" fmla="*/ 310059 w 310059"/>
              <a:gd name="connsiteY6" fmla="*/ 34451 h 68902"/>
              <a:gd name="connsiteX7" fmla="*/ 275608 w 310059"/>
              <a:gd name="connsiteY7" fmla="*/ 68902 h 68902"/>
              <a:gd name="connsiteX8" fmla="*/ 241157 w 310059"/>
              <a:gd name="connsiteY8" fmla="*/ 34451 h 68902"/>
              <a:gd name="connsiteX9" fmla="*/ 275608 w 310059"/>
              <a:gd name="connsiteY9" fmla="*/ 0 h 68902"/>
              <a:gd name="connsiteX10" fmla="*/ 189481 w 310059"/>
              <a:gd name="connsiteY10" fmla="*/ 34451 h 68902"/>
              <a:gd name="connsiteX11" fmla="*/ 155030 w 310059"/>
              <a:gd name="connsiteY11" fmla="*/ 0 h 68902"/>
              <a:gd name="connsiteX12" fmla="*/ 120579 w 310059"/>
              <a:gd name="connsiteY12" fmla="*/ 34451 h 68902"/>
              <a:gd name="connsiteX13" fmla="*/ 155030 w 310059"/>
              <a:gd name="connsiteY13" fmla="*/ 68902 h 68902"/>
              <a:gd name="connsiteX14" fmla="*/ 189481 w 310059"/>
              <a:gd name="connsiteY14" fmla="*/ 34451 h 6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059" h="68902">
                <a:moveTo>
                  <a:pt x="34451" y="0"/>
                </a:moveTo>
                <a:cubicBezTo>
                  <a:pt x="53479" y="0"/>
                  <a:pt x="68902" y="15423"/>
                  <a:pt x="68902" y="34451"/>
                </a:cubicBezTo>
                <a:cubicBezTo>
                  <a:pt x="68902" y="53479"/>
                  <a:pt x="53479" y="68902"/>
                  <a:pt x="34451" y="68902"/>
                </a:cubicBezTo>
                <a:cubicBezTo>
                  <a:pt x="15423" y="68902"/>
                  <a:pt x="0" y="53479"/>
                  <a:pt x="0" y="34451"/>
                </a:cubicBezTo>
                <a:cubicBezTo>
                  <a:pt x="0" y="15423"/>
                  <a:pt x="15423" y="0"/>
                  <a:pt x="34451" y="0"/>
                </a:cubicBezTo>
                <a:close/>
                <a:moveTo>
                  <a:pt x="275608" y="0"/>
                </a:moveTo>
                <a:cubicBezTo>
                  <a:pt x="294635" y="0"/>
                  <a:pt x="310059" y="15423"/>
                  <a:pt x="310059" y="34451"/>
                </a:cubicBezTo>
                <a:cubicBezTo>
                  <a:pt x="310059" y="53479"/>
                  <a:pt x="294635" y="68902"/>
                  <a:pt x="275608" y="68902"/>
                </a:cubicBezTo>
                <a:cubicBezTo>
                  <a:pt x="256581" y="68902"/>
                  <a:pt x="241157" y="53479"/>
                  <a:pt x="241157" y="34451"/>
                </a:cubicBezTo>
                <a:cubicBezTo>
                  <a:pt x="241157" y="15423"/>
                  <a:pt x="256581" y="0"/>
                  <a:pt x="275608" y="0"/>
                </a:cubicBezTo>
                <a:close/>
                <a:moveTo>
                  <a:pt x="189481" y="34451"/>
                </a:moveTo>
                <a:cubicBezTo>
                  <a:pt x="189481" y="15423"/>
                  <a:pt x="174057" y="0"/>
                  <a:pt x="155030" y="0"/>
                </a:cubicBezTo>
                <a:cubicBezTo>
                  <a:pt x="136002" y="0"/>
                  <a:pt x="120579" y="15423"/>
                  <a:pt x="120579" y="34451"/>
                </a:cubicBezTo>
                <a:cubicBezTo>
                  <a:pt x="120579" y="53479"/>
                  <a:pt x="136002" y="68902"/>
                  <a:pt x="155030" y="68902"/>
                </a:cubicBezTo>
                <a:cubicBezTo>
                  <a:pt x="174057" y="68902"/>
                  <a:pt x="189481" y="53479"/>
                  <a:pt x="189481" y="34451"/>
                </a:cubicBezTo>
                <a:close/>
              </a:path>
            </a:pathLst>
          </a:custGeom>
          <a:solidFill>
            <a:schemeClr val="accent6"/>
          </a:solidFill>
          <a:ln w="16933" cap="flat">
            <a:noFill/>
            <a:prstDash val="solid"/>
            <a:miter/>
          </a:ln>
        </p:spPr>
        <p:txBody>
          <a:bodyPr rtlCol="0" anchor="ctr"/>
          <a:lstStyle/>
          <a:p>
            <a:endParaRPr lang="ru-RU"/>
          </a:p>
        </p:txBody>
      </p:sp>
      <p:pic>
        <p:nvPicPr>
          <p:cNvPr id="6" name="Рисунок 5">
            <a:extLst>
              <a:ext uri="{FF2B5EF4-FFF2-40B4-BE49-F238E27FC236}">
                <a16:creationId xmlns:a16="http://schemas.microsoft.com/office/drawing/2014/main" id="{BCB22053-7607-47E1-AEB4-D53518660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4460" y="1203648"/>
            <a:ext cx="4287593" cy="4287593"/>
          </a:xfrm>
          <a:prstGeom prst="rect">
            <a:avLst/>
          </a:prstGeom>
        </p:spPr>
      </p:pic>
    </p:spTree>
    <p:extLst>
      <p:ext uri="{BB962C8B-B14F-4D97-AF65-F5344CB8AC3E}">
        <p14:creationId xmlns:p14="http://schemas.microsoft.com/office/powerpoint/2010/main" val="34957222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A3735F34-E58E-BA8A-9736-49086967F99F}"/>
              </a:ext>
            </a:extLst>
          </p:cNvPr>
          <p:cNvSpPr>
            <a:spLocks noGrp="1"/>
          </p:cNvSpPr>
          <p:nvPr>
            <p:ph type="sldNum" sz="quarter" idx="12"/>
          </p:nvPr>
        </p:nvSpPr>
        <p:spPr/>
        <p:txBody>
          <a:bodyPr/>
          <a:lstStyle/>
          <a:p>
            <a:fld id="{EB5249F5-0093-48B0-B996-C4E44A87EAFB}" type="slidenum">
              <a:rPr lang="ru-RU" smtClean="0"/>
              <a:pPr/>
              <a:t>93</a:t>
            </a:fld>
            <a:endParaRPr lang="ru-RU"/>
          </a:p>
        </p:txBody>
      </p:sp>
      <p:sp>
        <p:nvSpPr>
          <p:cNvPr id="5" name="Прямоугольник: скругленные углы 1">
            <a:extLst>
              <a:ext uri="{FF2B5EF4-FFF2-40B4-BE49-F238E27FC236}">
                <a16:creationId xmlns:a16="http://schemas.microsoft.com/office/drawing/2014/main" id="{915F2EE1-64B2-F71B-E82B-5D6575993C6A}"/>
              </a:ext>
            </a:extLst>
          </p:cNvPr>
          <p:cNvSpPr/>
          <p:nvPr/>
        </p:nvSpPr>
        <p:spPr>
          <a:xfrm>
            <a:off x="6096000" y="802206"/>
            <a:ext cx="5454650" cy="1462988"/>
          </a:xfrm>
          <a:prstGeom prst="roundRect">
            <a:avLst>
              <a:gd name="adj" fmla="val 215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11" name="Овал 10">
            <a:extLst>
              <a:ext uri="{FF2B5EF4-FFF2-40B4-BE49-F238E27FC236}">
                <a16:creationId xmlns:a16="http://schemas.microsoft.com/office/drawing/2014/main" id="{95FBC067-4657-811B-D9D9-660EF4C47AF7}"/>
              </a:ext>
            </a:extLst>
          </p:cNvPr>
          <p:cNvSpPr/>
          <p:nvPr/>
        </p:nvSpPr>
        <p:spPr>
          <a:xfrm>
            <a:off x="651983" y="733561"/>
            <a:ext cx="2052170" cy="2052170"/>
          </a:xfrm>
          <a:prstGeom prst="ellipse">
            <a:avLst/>
          </a:prstGeom>
          <a:blipFill>
            <a:blip r:embed="rId2"/>
            <a:srcRect/>
            <a:stretch>
              <a:fillRect l="-29194" t="-9195" r="-65048" b="-202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4" name="TextBox 13">
            <a:extLst>
              <a:ext uri="{FF2B5EF4-FFF2-40B4-BE49-F238E27FC236}">
                <a16:creationId xmlns:a16="http://schemas.microsoft.com/office/drawing/2014/main" id="{AF0D0FFF-297F-32CA-774E-B93B622694CF}"/>
              </a:ext>
            </a:extLst>
          </p:cNvPr>
          <p:cNvSpPr txBox="1"/>
          <p:nvPr/>
        </p:nvSpPr>
        <p:spPr>
          <a:xfrm>
            <a:off x="6488629" y="1025529"/>
            <a:ext cx="1007656" cy="1016342"/>
          </a:xfrm>
          <a:prstGeom prst="rect">
            <a:avLst/>
          </a:prstGeom>
          <a:noFill/>
        </p:spPr>
        <p:txBody>
          <a:bodyPr wrap="none" lIns="0" tIns="0" rIns="0" bIns="0" rtlCol="0" anchor="ctr">
            <a:noAutofit/>
          </a:bodyPr>
          <a:lstStyle/>
          <a:p>
            <a:r>
              <a:rPr lang="ru-RU" sz="7200" b="1">
                <a:ln w="12700">
                  <a:noFill/>
                </a:ln>
                <a:solidFill>
                  <a:schemeClr val="accent1">
                    <a:lumMod val="20000"/>
                    <a:lumOff val="80000"/>
                    <a:alpha val="60000"/>
                  </a:schemeClr>
                </a:solidFill>
              </a:rPr>
              <a:t>01</a:t>
            </a:r>
          </a:p>
        </p:txBody>
      </p:sp>
      <p:sp>
        <p:nvSpPr>
          <p:cNvPr id="22" name="TextBox 21">
            <a:extLst>
              <a:ext uri="{FF2B5EF4-FFF2-40B4-BE49-F238E27FC236}">
                <a16:creationId xmlns:a16="http://schemas.microsoft.com/office/drawing/2014/main" id="{D71B214C-CEB7-F63B-6782-777E97ABF697}"/>
              </a:ext>
            </a:extLst>
          </p:cNvPr>
          <p:cNvSpPr txBox="1"/>
          <p:nvPr/>
        </p:nvSpPr>
        <p:spPr>
          <a:xfrm>
            <a:off x="7931152" y="1091057"/>
            <a:ext cx="3031015" cy="1049106"/>
          </a:xfrm>
          <a:prstGeom prst="rect">
            <a:avLst/>
          </a:prstGeom>
          <a:noFill/>
        </p:spPr>
        <p:txBody>
          <a:bodyPr wrap="square" lIns="0" tIns="0" rIns="0" bIns="216000">
            <a:spAutoFit/>
          </a:bodyPr>
          <a:lstStyle/>
          <a:p>
            <a:r>
              <a:rPr lang="ru-RU">
                <a:solidFill>
                  <a:schemeClr val="bg1"/>
                </a:solidFill>
              </a:rPr>
              <a:t>Опиши в 3–4 строки, </a:t>
            </a:r>
            <a:br>
              <a:rPr lang="en-US">
                <a:solidFill>
                  <a:schemeClr val="bg1"/>
                </a:solidFill>
              </a:rPr>
            </a:br>
            <a:r>
              <a:rPr lang="ru-RU">
                <a:solidFill>
                  <a:schemeClr val="bg1"/>
                </a:solidFill>
              </a:rPr>
              <a:t>что будет происходить </a:t>
            </a:r>
            <a:br>
              <a:rPr lang="ru-RU">
                <a:solidFill>
                  <a:schemeClr val="bg1"/>
                </a:solidFill>
              </a:rPr>
            </a:br>
            <a:r>
              <a:rPr lang="ru-RU">
                <a:solidFill>
                  <a:schemeClr val="bg1"/>
                </a:solidFill>
              </a:rPr>
              <a:t>на этом этапе</a:t>
            </a:r>
          </a:p>
        </p:txBody>
      </p:sp>
      <p:sp>
        <p:nvSpPr>
          <p:cNvPr id="4" name="Рисунок 51">
            <a:extLst>
              <a:ext uri="{FF2B5EF4-FFF2-40B4-BE49-F238E27FC236}">
                <a16:creationId xmlns:a16="http://schemas.microsoft.com/office/drawing/2014/main" id="{7C9704ED-8A51-70F3-6F7C-1677D453BAFA}"/>
              </a:ext>
            </a:extLst>
          </p:cNvPr>
          <p:cNvSpPr>
            <a:spLocks noChangeAspect="1"/>
          </p:cNvSpPr>
          <p:nvPr/>
        </p:nvSpPr>
        <p:spPr>
          <a:xfrm>
            <a:off x="11143593" y="955122"/>
            <a:ext cx="252000" cy="252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1">
              <a:lumMod val="20000"/>
              <a:lumOff val="80000"/>
              <a:alpha val="71000"/>
            </a:schemeClr>
          </a:solidFill>
          <a:ln w="9525" cap="flat">
            <a:noFill/>
            <a:prstDash val="solid"/>
            <a:miter/>
          </a:ln>
        </p:spPr>
        <p:txBody>
          <a:bodyPr rtlCol="0" anchor="ctr"/>
          <a:lstStyle/>
          <a:p>
            <a:endParaRPr lang="ru-RU"/>
          </a:p>
        </p:txBody>
      </p:sp>
      <p:sp>
        <p:nvSpPr>
          <p:cNvPr id="17" name="TextBox 16">
            <a:extLst>
              <a:ext uri="{FF2B5EF4-FFF2-40B4-BE49-F238E27FC236}">
                <a16:creationId xmlns:a16="http://schemas.microsoft.com/office/drawing/2014/main" id="{2EE63633-7315-934D-B0C4-F3CDF2A64510}"/>
              </a:ext>
            </a:extLst>
          </p:cNvPr>
          <p:cNvSpPr txBox="1"/>
          <p:nvPr/>
        </p:nvSpPr>
        <p:spPr>
          <a:xfrm>
            <a:off x="641351" y="3085344"/>
            <a:ext cx="4561743" cy="2764464"/>
          </a:xfrm>
          <a:prstGeom prst="rect">
            <a:avLst/>
          </a:prstGeom>
          <a:noFill/>
        </p:spPr>
        <p:txBody>
          <a:bodyPr wrap="square" lIns="0" tIns="0" rIns="0" bIns="0" rtlCol="0" anchor="t">
            <a:noAutofit/>
          </a:bodyPr>
          <a:lstStyle/>
          <a:p>
            <a:pPr lvl="0">
              <a:defRPr/>
            </a:pPr>
            <a:r>
              <a:rPr lang="ru-RU" sz="3200" b="1">
                <a:solidFill>
                  <a:schemeClr val="bg1"/>
                </a:solidFill>
                <a:latin typeface="+mj-lt"/>
              </a:rPr>
              <a:t>Сформулируй смысловой тезис длиной не более пяти строк</a:t>
            </a:r>
          </a:p>
        </p:txBody>
      </p:sp>
      <p:sp>
        <p:nvSpPr>
          <p:cNvPr id="18" name="Прямоугольник: скругленные углы 1">
            <a:extLst>
              <a:ext uri="{FF2B5EF4-FFF2-40B4-BE49-F238E27FC236}">
                <a16:creationId xmlns:a16="http://schemas.microsoft.com/office/drawing/2014/main" id="{DCD0CD65-8D30-F342-B84E-579DACDB451D}"/>
              </a:ext>
            </a:extLst>
          </p:cNvPr>
          <p:cNvSpPr/>
          <p:nvPr/>
        </p:nvSpPr>
        <p:spPr>
          <a:xfrm>
            <a:off x="6096000" y="2577843"/>
            <a:ext cx="5454650" cy="1462988"/>
          </a:xfrm>
          <a:prstGeom prst="roundRect">
            <a:avLst>
              <a:gd name="adj" fmla="val 215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19" name="TextBox 18">
            <a:extLst>
              <a:ext uri="{FF2B5EF4-FFF2-40B4-BE49-F238E27FC236}">
                <a16:creationId xmlns:a16="http://schemas.microsoft.com/office/drawing/2014/main" id="{5E60C8F7-3C89-0F48-82EA-0D45DEE12127}"/>
              </a:ext>
            </a:extLst>
          </p:cNvPr>
          <p:cNvSpPr txBox="1"/>
          <p:nvPr/>
        </p:nvSpPr>
        <p:spPr>
          <a:xfrm>
            <a:off x="6488629" y="2801166"/>
            <a:ext cx="1007656" cy="1016342"/>
          </a:xfrm>
          <a:prstGeom prst="rect">
            <a:avLst/>
          </a:prstGeom>
          <a:noFill/>
        </p:spPr>
        <p:txBody>
          <a:bodyPr wrap="none" lIns="0" tIns="0" rIns="0" bIns="0" rtlCol="0" anchor="ctr">
            <a:noAutofit/>
          </a:bodyPr>
          <a:lstStyle/>
          <a:p>
            <a:r>
              <a:rPr lang="ru-RU" sz="7200" b="1">
                <a:ln w="12700">
                  <a:noFill/>
                </a:ln>
                <a:solidFill>
                  <a:schemeClr val="accent1">
                    <a:lumMod val="20000"/>
                    <a:lumOff val="80000"/>
                    <a:alpha val="60000"/>
                  </a:schemeClr>
                </a:solidFill>
              </a:rPr>
              <a:t>02</a:t>
            </a:r>
          </a:p>
        </p:txBody>
      </p:sp>
      <p:sp>
        <p:nvSpPr>
          <p:cNvPr id="21" name="TextBox 20">
            <a:extLst>
              <a:ext uri="{FF2B5EF4-FFF2-40B4-BE49-F238E27FC236}">
                <a16:creationId xmlns:a16="http://schemas.microsoft.com/office/drawing/2014/main" id="{B4E85C36-4148-D14A-A3EB-FAD833A1CFB9}"/>
              </a:ext>
            </a:extLst>
          </p:cNvPr>
          <p:cNvSpPr txBox="1"/>
          <p:nvPr/>
        </p:nvSpPr>
        <p:spPr>
          <a:xfrm>
            <a:off x="7931152" y="2866694"/>
            <a:ext cx="3031015" cy="1049106"/>
          </a:xfrm>
          <a:prstGeom prst="rect">
            <a:avLst/>
          </a:prstGeom>
          <a:noFill/>
        </p:spPr>
        <p:txBody>
          <a:bodyPr wrap="square" lIns="0" tIns="0" rIns="0" bIns="216000">
            <a:spAutoFit/>
          </a:bodyPr>
          <a:lstStyle/>
          <a:p>
            <a:r>
              <a:rPr lang="ru-RU">
                <a:solidFill>
                  <a:schemeClr val="bg1"/>
                </a:solidFill>
              </a:rPr>
              <a:t>Опиши в 3–4 строки, </a:t>
            </a:r>
            <a:br>
              <a:rPr lang="en-US">
                <a:solidFill>
                  <a:schemeClr val="bg1"/>
                </a:solidFill>
              </a:rPr>
            </a:br>
            <a:r>
              <a:rPr lang="ru-RU">
                <a:solidFill>
                  <a:schemeClr val="bg1"/>
                </a:solidFill>
              </a:rPr>
              <a:t>что будет происходить </a:t>
            </a:r>
            <a:br>
              <a:rPr lang="ru-RU">
                <a:solidFill>
                  <a:schemeClr val="bg1"/>
                </a:solidFill>
              </a:rPr>
            </a:br>
            <a:r>
              <a:rPr lang="ru-RU">
                <a:solidFill>
                  <a:schemeClr val="bg1"/>
                </a:solidFill>
              </a:rPr>
              <a:t>на этом этапе</a:t>
            </a:r>
          </a:p>
        </p:txBody>
      </p:sp>
      <p:sp>
        <p:nvSpPr>
          <p:cNvPr id="25" name="Рисунок 51">
            <a:extLst>
              <a:ext uri="{FF2B5EF4-FFF2-40B4-BE49-F238E27FC236}">
                <a16:creationId xmlns:a16="http://schemas.microsoft.com/office/drawing/2014/main" id="{D89F0E2C-D381-A748-8DAC-C9B9D604FFF9}"/>
              </a:ext>
            </a:extLst>
          </p:cNvPr>
          <p:cNvSpPr>
            <a:spLocks noChangeAspect="1"/>
          </p:cNvSpPr>
          <p:nvPr/>
        </p:nvSpPr>
        <p:spPr>
          <a:xfrm>
            <a:off x="11143593" y="2730759"/>
            <a:ext cx="252000" cy="252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1">
              <a:lumMod val="20000"/>
              <a:lumOff val="80000"/>
              <a:alpha val="71000"/>
            </a:schemeClr>
          </a:solidFill>
          <a:ln w="9525" cap="flat">
            <a:noFill/>
            <a:prstDash val="solid"/>
            <a:miter/>
          </a:ln>
        </p:spPr>
        <p:txBody>
          <a:bodyPr rtlCol="0" anchor="ctr"/>
          <a:lstStyle/>
          <a:p>
            <a:endParaRPr lang="ru-RU"/>
          </a:p>
        </p:txBody>
      </p:sp>
      <p:sp>
        <p:nvSpPr>
          <p:cNvPr id="26" name="Прямоугольник: скругленные углы 1">
            <a:extLst>
              <a:ext uri="{FF2B5EF4-FFF2-40B4-BE49-F238E27FC236}">
                <a16:creationId xmlns:a16="http://schemas.microsoft.com/office/drawing/2014/main" id="{5A334146-FB50-B743-BCA8-D81EEE8588F2}"/>
              </a:ext>
            </a:extLst>
          </p:cNvPr>
          <p:cNvSpPr/>
          <p:nvPr/>
        </p:nvSpPr>
        <p:spPr>
          <a:xfrm>
            <a:off x="6096000" y="4374747"/>
            <a:ext cx="5454650" cy="1462988"/>
          </a:xfrm>
          <a:prstGeom prst="roundRect">
            <a:avLst>
              <a:gd name="adj" fmla="val 215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28" name="TextBox 27">
            <a:extLst>
              <a:ext uri="{FF2B5EF4-FFF2-40B4-BE49-F238E27FC236}">
                <a16:creationId xmlns:a16="http://schemas.microsoft.com/office/drawing/2014/main" id="{15B0F2D2-DEEB-7A40-9C02-50DC46DD3B01}"/>
              </a:ext>
            </a:extLst>
          </p:cNvPr>
          <p:cNvSpPr txBox="1"/>
          <p:nvPr/>
        </p:nvSpPr>
        <p:spPr>
          <a:xfrm>
            <a:off x="6488629" y="4598070"/>
            <a:ext cx="1007656" cy="1016342"/>
          </a:xfrm>
          <a:prstGeom prst="rect">
            <a:avLst/>
          </a:prstGeom>
          <a:noFill/>
        </p:spPr>
        <p:txBody>
          <a:bodyPr wrap="none" lIns="0" tIns="0" rIns="0" bIns="0" rtlCol="0" anchor="ctr">
            <a:noAutofit/>
          </a:bodyPr>
          <a:lstStyle/>
          <a:p>
            <a:r>
              <a:rPr lang="ru-RU" sz="7200" b="1">
                <a:ln w="12700">
                  <a:noFill/>
                </a:ln>
                <a:solidFill>
                  <a:schemeClr val="accent1">
                    <a:lumMod val="20000"/>
                    <a:lumOff val="80000"/>
                    <a:alpha val="60000"/>
                  </a:schemeClr>
                </a:solidFill>
              </a:rPr>
              <a:t>03</a:t>
            </a:r>
          </a:p>
        </p:txBody>
      </p:sp>
      <p:sp>
        <p:nvSpPr>
          <p:cNvPr id="29" name="TextBox 28">
            <a:extLst>
              <a:ext uri="{FF2B5EF4-FFF2-40B4-BE49-F238E27FC236}">
                <a16:creationId xmlns:a16="http://schemas.microsoft.com/office/drawing/2014/main" id="{D7A83E7F-24C7-7344-9A3B-CC1B513C0487}"/>
              </a:ext>
            </a:extLst>
          </p:cNvPr>
          <p:cNvSpPr txBox="1"/>
          <p:nvPr/>
        </p:nvSpPr>
        <p:spPr>
          <a:xfrm>
            <a:off x="7931152" y="4663598"/>
            <a:ext cx="3031015" cy="1049106"/>
          </a:xfrm>
          <a:prstGeom prst="rect">
            <a:avLst/>
          </a:prstGeom>
          <a:noFill/>
        </p:spPr>
        <p:txBody>
          <a:bodyPr wrap="square" lIns="0" tIns="0" rIns="0" bIns="216000">
            <a:spAutoFit/>
          </a:bodyPr>
          <a:lstStyle/>
          <a:p>
            <a:r>
              <a:rPr lang="ru-RU">
                <a:solidFill>
                  <a:schemeClr val="bg1"/>
                </a:solidFill>
              </a:rPr>
              <a:t>Опиши в 3–4 строки, </a:t>
            </a:r>
            <a:br>
              <a:rPr lang="en-US">
                <a:solidFill>
                  <a:schemeClr val="bg1"/>
                </a:solidFill>
              </a:rPr>
            </a:br>
            <a:r>
              <a:rPr lang="ru-RU">
                <a:solidFill>
                  <a:schemeClr val="bg1"/>
                </a:solidFill>
              </a:rPr>
              <a:t>что будет происходить </a:t>
            </a:r>
            <a:br>
              <a:rPr lang="ru-RU">
                <a:solidFill>
                  <a:schemeClr val="bg1"/>
                </a:solidFill>
              </a:rPr>
            </a:br>
            <a:r>
              <a:rPr lang="ru-RU">
                <a:solidFill>
                  <a:schemeClr val="bg1"/>
                </a:solidFill>
              </a:rPr>
              <a:t>на этом этапе</a:t>
            </a:r>
          </a:p>
        </p:txBody>
      </p:sp>
      <p:sp>
        <p:nvSpPr>
          <p:cNvPr id="30" name="Рисунок 51">
            <a:extLst>
              <a:ext uri="{FF2B5EF4-FFF2-40B4-BE49-F238E27FC236}">
                <a16:creationId xmlns:a16="http://schemas.microsoft.com/office/drawing/2014/main" id="{CD3C20A0-96D0-C349-A6CA-F6B793DDCA7F}"/>
              </a:ext>
            </a:extLst>
          </p:cNvPr>
          <p:cNvSpPr>
            <a:spLocks noChangeAspect="1"/>
          </p:cNvSpPr>
          <p:nvPr/>
        </p:nvSpPr>
        <p:spPr>
          <a:xfrm>
            <a:off x="11143593" y="4527663"/>
            <a:ext cx="252000" cy="252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1">
              <a:lumMod val="20000"/>
              <a:lumOff val="80000"/>
              <a:alpha val="71000"/>
            </a:schemeClr>
          </a:solidFill>
          <a:ln w="9525" cap="flat">
            <a:noFill/>
            <a:prstDash val="solid"/>
            <a:miter/>
          </a:ln>
        </p:spPr>
        <p:txBody>
          <a:bodyPr rtlCol="0" anchor="ctr"/>
          <a:lstStyle/>
          <a:p>
            <a:endParaRPr lang="ru-RU"/>
          </a:p>
        </p:txBody>
      </p:sp>
      <p:sp>
        <p:nvSpPr>
          <p:cNvPr id="2" name="Нижний колонтитул 1">
            <a:extLst>
              <a:ext uri="{FF2B5EF4-FFF2-40B4-BE49-F238E27FC236}">
                <a16:creationId xmlns:a16="http://schemas.microsoft.com/office/drawing/2014/main" id="{CB963F65-81DB-DE0B-6F9B-4FFB14EAE55B}"/>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562091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скругленные углы 51">
            <a:extLst>
              <a:ext uri="{FF2B5EF4-FFF2-40B4-BE49-F238E27FC236}">
                <a16:creationId xmlns:a16="http://schemas.microsoft.com/office/drawing/2014/main" id="{524E89A7-C84C-4069-0884-53999944249A}"/>
              </a:ext>
            </a:extLst>
          </p:cNvPr>
          <p:cNvSpPr/>
          <p:nvPr/>
        </p:nvSpPr>
        <p:spPr>
          <a:xfrm>
            <a:off x="4576471" y="3174264"/>
            <a:ext cx="3636811" cy="684000"/>
          </a:xfrm>
          <a:prstGeom prst="roundRect">
            <a:avLst>
              <a:gd name="adj" fmla="val 27173"/>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468000" tIns="0" rIns="64304" bIns="0" rtlCol="0" anchor="ctr"/>
          <a:lstStyle/>
          <a:p>
            <a:pPr>
              <a:lnSpc>
                <a:spcPct val="90000"/>
              </a:lnSpc>
            </a:pPr>
            <a:r>
              <a:rPr lang="ru-RU">
                <a:solidFill>
                  <a:srgbClr val="000000"/>
                </a:solidFill>
                <a:latin typeface="Arial" panose="020B0604020202020204"/>
                <a:sym typeface="MazzardM-Bold"/>
              </a:rPr>
              <a:t>Здесь может быть текст. </a:t>
            </a:r>
          </a:p>
        </p:txBody>
      </p:sp>
      <p:sp>
        <p:nvSpPr>
          <p:cNvPr id="52" name="Прямоугольник: скругленные углы 51">
            <a:extLst>
              <a:ext uri="{FF2B5EF4-FFF2-40B4-BE49-F238E27FC236}">
                <a16:creationId xmlns:a16="http://schemas.microsoft.com/office/drawing/2014/main" id="{84F82937-FACF-4A83-9094-AD4512190617}"/>
              </a:ext>
            </a:extLst>
          </p:cNvPr>
          <p:cNvSpPr/>
          <p:nvPr/>
        </p:nvSpPr>
        <p:spPr>
          <a:xfrm>
            <a:off x="642425" y="2227870"/>
            <a:ext cx="3636811" cy="684000"/>
          </a:xfrm>
          <a:prstGeom prst="roundRect">
            <a:avLst>
              <a:gd name="adj" fmla="val 30212"/>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468000" tIns="0" rIns="64304" bIns="0" rtlCol="0" anchor="ctr"/>
          <a:lstStyle/>
          <a:p>
            <a:pPr>
              <a:lnSpc>
                <a:spcPct val="90000"/>
              </a:lnSpc>
            </a:pPr>
            <a:r>
              <a:rPr lang="ru-RU">
                <a:solidFill>
                  <a:srgbClr val="000000"/>
                </a:solidFill>
                <a:latin typeface="Arial" panose="020B0604020202020204"/>
                <a:sym typeface="MazzardM-Bold"/>
              </a:rPr>
              <a:t>Здесь может быть текст. </a:t>
            </a:r>
          </a:p>
        </p:txBody>
      </p:sp>
      <p:sp>
        <p:nvSpPr>
          <p:cNvPr id="38" name="Прямоугольник: скругленные углы 51">
            <a:extLst>
              <a:ext uri="{FF2B5EF4-FFF2-40B4-BE49-F238E27FC236}">
                <a16:creationId xmlns:a16="http://schemas.microsoft.com/office/drawing/2014/main" id="{4825F8CE-1400-EA40-B4EF-5DBBCCA4CE44}"/>
              </a:ext>
            </a:extLst>
          </p:cNvPr>
          <p:cNvSpPr/>
          <p:nvPr/>
        </p:nvSpPr>
        <p:spPr>
          <a:xfrm>
            <a:off x="642425" y="5067051"/>
            <a:ext cx="3636811" cy="684000"/>
          </a:xfrm>
          <a:prstGeom prst="roundRect">
            <a:avLst>
              <a:gd name="adj" fmla="val 25654"/>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468000" tIns="0" rIns="64304" bIns="0" rtlCol="0" anchor="ctr"/>
          <a:lstStyle/>
          <a:p>
            <a:pPr>
              <a:lnSpc>
                <a:spcPct val="90000"/>
              </a:lnSpc>
            </a:pPr>
            <a:r>
              <a:rPr lang="ru-RU">
                <a:solidFill>
                  <a:srgbClr val="000000"/>
                </a:solidFill>
                <a:latin typeface="Arial" panose="020B0604020202020204"/>
                <a:sym typeface="MazzardM-Bold"/>
              </a:rPr>
              <a:t>Здесь может быть текст. </a:t>
            </a:r>
          </a:p>
        </p:txBody>
      </p:sp>
      <p:sp>
        <p:nvSpPr>
          <p:cNvPr id="39" name="Прямоугольник: скругленные углы 51">
            <a:extLst>
              <a:ext uri="{FF2B5EF4-FFF2-40B4-BE49-F238E27FC236}">
                <a16:creationId xmlns:a16="http://schemas.microsoft.com/office/drawing/2014/main" id="{18150DE5-19F0-6D47-BC2C-C5A05F9AFB8D}"/>
              </a:ext>
            </a:extLst>
          </p:cNvPr>
          <p:cNvSpPr/>
          <p:nvPr/>
        </p:nvSpPr>
        <p:spPr>
          <a:xfrm>
            <a:off x="642425" y="4120658"/>
            <a:ext cx="3636811" cy="684000"/>
          </a:xfrm>
          <a:prstGeom prst="roundRect">
            <a:avLst>
              <a:gd name="adj" fmla="val 25654"/>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468000" tIns="0" rIns="64304" bIns="0" rtlCol="0" anchor="ctr"/>
          <a:lstStyle/>
          <a:p>
            <a:pPr>
              <a:lnSpc>
                <a:spcPct val="90000"/>
              </a:lnSpc>
            </a:pPr>
            <a:r>
              <a:rPr lang="ru-RU">
                <a:solidFill>
                  <a:srgbClr val="000000"/>
                </a:solidFill>
                <a:latin typeface="Arial" panose="020B0604020202020204"/>
                <a:sym typeface="MazzardM-Bold"/>
              </a:rPr>
              <a:t>Здесь может быть текст. </a:t>
            </a:r>
          </a:p>
        </p:txBody>
      </p:sp>
      <p:sp>
        <p:nvSpPr>
          <p:cNvPr id="40" name="Прямоугольник: скругленные углы 51">
            <a:extLst>
              <a:ext uri="{FF2B5EF4-FFF2-40B4-BE49-F238E27FC236}">
                <a16:creationId xmlns:a16="http://schemas.microsoft.com/office/drawing/2014/main" id="{B1614D8D-DBE7-0F4B-9D85-DA6390197ADA}"/>
              </a:ext>
            </a:extLst>
          </p:cNvPr>
          <p:cNvSpPr/>
          <p:nvPr/>
        </p:nvSpPr>
        <p:spPr>
          <a:xfrm>
            <a:off x="642425" y="3174264"/>
            <a:ext cx="3636811" cy="684000"/>
          </a:xfrm>
          <a:prstGeom prst="roundRect">
            <a:avLst>
              <a:gd name="adj" fmla="val 27173"/>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468000" tIns="0" rIns="64304" bIns="0" rtlCol="0" anchor="ctr"/>
          <a:lstStyle/>
          <a:p>
            <a:pPr>
              <a:lnSpc>
                <a:spcPct val="90000"/>
              </a:lnSpc>
            </a:pPr>
            <a:r>
              <a:rPr lang="ru-RU">
                <a:solidFill>
                  <a:srgbClr val="000000"/>
                </a:solidFill>
                <a:latin typeface="Arial" panose="020B0604020202020204"/>
                <a:sym typeface="MazzardM-Bold"/>
              </a:rPr>
              <a:t>Здесь может быть текст. </a:t>
            </a:r>
          </a:p>
        </p:txBody>
      </p:sp>
      <p:sp>
        <p:nvSpPr>
          <p:cNvPr id="9" name="Полилиния: фигура 8">
            <a:extLst>
              <a:ext uri="{FF2B5EF4-FFF2-40B4-BE49-F238E27FC236}">
                <a16:creationId xmlns:a16="http://schemas.microsoft.com/office/drawing/2014/main" id="{008B7138-4BDC-4266-893A-F0029A36C735}"/>
              </a:ext>
            </a:extLst>
          </p:cNvPr>
          <p:cNvSpPr/>
          <p:nvPr/>
        </p:nvSpPr>
        <p:spPr>
          <a:xfrm rot="12600000">
            <a:off x="9246226" y="1069904"/>
            <a:ext cx="2403976" cy="1374268"/>
          </a:xfrm>
          <a:custGeom>
            <a:avLst/>
            <a:gdLst>
              <a:gd name="connsiteX0" fmla="*/ 2261205 w 2403976"/>
              <a:gd name="connsiteY0" fmla="*/ 845872 h 1374268"/>
              <a:gd name="connsiteX1" fmla="*/ 2211501 w 2403976"/>
              <a:gd name="connsiteY1" fmla="*/ 865376 h 1374268"/>
              <a:gd name="connsiteX2" fmla="*/ 432449 w 2403976"/>
              <a:gd name="connsiteY2" fmla="*/ 1364405 h 1374268"/>
              <a:gd name="connsiteX3" fmla="*/ 107451 w 2403976"/>
              <a:gd name="connsiteY3" fmla="*/ 1181792 h 1374268"/>
              <a:gd name="connsiteX4" fmla="*/ 9863 w 2403976"/>
              <a:gd name="connsiteY4" fmla="*/ 833889 h 1374268"/>
              <a:gd name="connsiteX5" fmla="*/ 192476 w 2403976"/>
              <a:gd name="connsiteY5" fmla="*/ 508891 h 1374268"/>
              <a:gd name="connsiteX6" fmla="*/ 323112 w 2403976"/>
              <a:gd name="connsiteY6" fmla="*/ 472247 h 1374268"/>
              <a:gd name="connsiteX7" fmla="*/ 486798 w 2403976"/>
              <a:gd name="connsiteY7" fmla="*/ 190031 h 1374268"/>
              <a:gd name="connsiteX8" fmla="*/ 604676 w 2403976"/>
              <a:gd name="connsiteY8" fmla="*/ 393268 h 1374268"/>
              <a:gd name="connsiteX9" fmla="*/ 1971527 w 2403976"/>
              <a:gd name="connsiteY9" fmla="*/ 9863 h 1374268"/>
              <a:gd name="connsiteX10" fmla="*/ 2296525 w 2403976"/>
              <a:gd name="connsiteY10" fmla="*/ 192475 h 1374268"/>
              <a:gd name="connsiteX11" fmla="*/ 2394113 w 2403976"/>
              <a:gd name="connsiteY11" fmla="*/ 540378 h 1374268"/>
              <a:gd name="connsiteX12" fmla="*/ 2261205 w 2403976"/>
              <a:gd name="connsiteY12" fmla="*/ 845872 h 1374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03976" h="1374268">
                <a:moveTo>
                  <a:pt x="2261205" y="845872"/>
                </a:moveTo>
                <a:cubicBezTo>
                  <a:pt x="2245631" y="853888"/>
                  <a:pt x="2229023" y="860461"/>
                  <a:pt x="2211501" y="865376"/>
                </a:cubicBezTo>
                <a:lnTo>
                  <a:pt x="432449" y="1364405"/>
                </a:lnTo>
                <a:cubicBezTo>
                  <a:pt x="292276" y="1403724"/>
                  <a:pt x="146770" y="1321965"/>
                  <a:pt x="107451" y="1181792"/>
                </a:cubicBezTo>
                <a:lnTo>
                  <a:pt x="9863" y="833889"/>
                </a:lnTo>
                <a:cubicBezTo>
                  <a:pt x="-29456" y="693716"/>
                  <a:pt x="52303" y="548210"/>
                  <a:pt x="192476" y="508891"/>
                </a:cubicBezTo>
                <a:lnTo>
                  <a:pt x="323112" y="472247"/>
                </a:lnTo>
                <a:lnTo>
                  <a:pt x="486798" y="190031"/>
                </a:lnTo>
                <a:lnTo>
                  <a:pt x="604676" y="393268"/>
                </a:lnTo>
                <a:lnTo>
                  <a:pt x="1971527" y="9863"/>
                </a:lnTo>
                <a:cubicBezTo>
                  <a:pt x="2111701" y="-29456"/>
                  <a:pt x="2257207" y="52302"/>
                  <a:pt x="2296525" y="192475"/>
                </a:cubicBezTo>
                <a:lnTo>
                  <a:pt x="2394113" y="540378"/>
                </a:lnTo>
                <a:cubicBezTo>
                  <a:pt x="2428517" y="663030"/>
                  <a:pt x="2370221" y="789764"/>
                  <a:pt x="2261205" y="845872"/>
                </a:cubicBezTo>
                <a:close/>
              </a:path>
            </a:pathLst>
          </a:cu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182882" rIns="160022" rtlCol="0" anchor="ctr">
            <a:noAutofit/>
          </a:bodyPr>
          <a:lstStyle/>
          <a:p>
            <a:pPr algn="ctr"/>
            <a:endParaRPr lang="ru-RU" sz="2250" b="1"/>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p:txBody>
          <a:bodyPr/>
          <a:lstStyle/>
          <a:p>
            <a:fld id="{EB5249F5-0093-48B0-B996-C4E44A87EAFB}" type="slidenum">
              <a:rPr lang="ru-RU" smtClean="0"/>
              <a:pPr/>
              <a:t>94</a:t>
            </a:fld>
            <a:endParaRPr lang="ru-RU"/>
          </a:p>
        </p:txBody>
      </p:sp>
      <p:sp>
        <p:nvSpPr>
          <p:cNvPr id="2" name="Нижний колонтитул 1">
            <a:extLst>
              <a:ext uri="{FF2B5EF4-FFF2-40B4-BE49-F238E27FC236}">
                <a16:creationId xmlns:a16="http://schemas.microsoft.com/office/drawing/2014/main" id="{840C524E-186B-2D1E-608B-D6AE404A0367}"/>
              </a:ext>
            </a:extLst>
          </p:cNvPr>
          <p:cNvSpPr>
            <a:spLocks noGrp="1"/>
          </p:cNvSpPr>
          <p:nvPr>
            <p:ph type="ftr" sz="quarter" idx="11"/>
          </p:nvPr>
        </p:nvSpPr>
        <p:spPr/>
        <p:txBody>
          <a:bodyPr/>
          <a:lstStyle/>
          <a:p>
            <a:endParaRPr lang="ru-RU"/>
          </a:p>
        </p:txBody>
      </p:sp>
      <p:sp>
        <p:nvSpPr>
          <p:cNvPr id="14" name="TextBox 13">
            <a:extLst>
              <a:ext uri="{FF2B5EF4-FFF2-40B4-BE49-F238E27FC236}">
                <a16:creationId xmlns:a16="http://schemas.microsoft.com/office/drawing/2014/main" id="{17DBC319-17A0-4B46-A39E-E9F31D5B0E5F}"/>
              </a:ext>
            </a:extLst>
          </p:cNvPr>
          <p:cNvSpPr txBox="1"/>
          <p:nvPr/>
        </p:nvSpPr>
        <p:spPr>
          <a:xfrm rot="876553">
            <a:off x="9264179" y="1470343"/>
            <a:ext cx="237358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effectLst/>
                <a:uLnTx/>
                <a:uFillTx/>
                <a:latin typeface="Arial"/>
                <a:ea typeface="+mn-ea"/>
                <a:cs typeface="+mn-cs"/>
              </a:rPr>
              <a:t>Супер! Столько бонусов!</a:t>
            </a:r>
          </a:p>
        </p:txBody>
      </p:sp>
      <p:pic>
        <p:nvPicPr>
          <p:cNvPr id="19" name="Рисунок 18">
            <a:extLst>
              <a:ext uri="{FF2B5EF4-FFF2-40B4-BE49-F238E27FC236}">
                <a16:creationId xmlns:a16="http://schemas.microsoft.com/office/drawing/2014/main" id="{C9F9EBE4-14FE-4454-B342-1F233BE8A79C}"/>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7911328" y="1554089"/>
            <a:ext cx="4098198" cy="5303912"/>
          </a:xfrm>
          <a:prstGeom prst="rect">
            <a:avLst/>
          </a:prstGeom>
        </p:spPr>
      </p:pic>
      <p:sp>
        <p:nvSpPr>
          <p:cNvPr id="65" name="Рисунок 327">
            <a:extLst>
              <a:ext uri="{FF2B5EF4-FFF2-40B4-BE49-F238E27FC236}">
                <a16:creationId xmlns:a16="http://schemas.microsoft.com/office/drawing/2014/main" id="{88E6E7A4-11F5-4E73-9990-3D6C428DE968}"/>
              </a:ext>
            </a:extLst>
          </p:cNvPr>
          <p:cNvSpPr>
            <a:spLocks noChangeAspect="1"/>
          </p:cNvSpPr>
          <p:nvPr/>
        </p:nvSpPr>
        <p:spPr>
          <a:xfrm>
            <a:off x="777473" y="2461870"/>
            <a:ext cx="216000" cy="216000"/>
          </a:xfrm>
          <a:custGeom>
            <a:avLst/>
            <a:gdLst>
              <a:gd name="connsiteX0" fmla="*/ 25603 w 152400"/>
              <a:gd name="connsiteY0" fmla="*/ 48768 h 152400"/>
              <a:gd name="connsiteX1" fmla="*/ 25603 w 152400"/>
              <a:gd name="connsiteY1" fmla="*/ 126797 h 152400"/>
              <a:gd name="connsiteX2" fmla="*/ 103632 w 152400"/>
              <a:gd name="connsiteY2" fmla="*/ 126797 h 152400"/>
              <a:gd name="connsiteX3" fmla="*/ 132893 w 152400"/>
              <a:gd name="connsiteY3" fmla="*/ 97536 h 152400"/>
              <a:gd name="connsiteX4" fmla="*/ 152400 w 152400"/>
              <a:gd name="connsiteY4" fmla="*/ 43891 h 152400"/>
              <a:gd name="connsiteX5" fmla="*/ 146914 w 152400"/>
              <a:gd name="connsiteY5" fmla="*/ 5486 h 152400"/>
              <a:gd name="connsiteX6" fmla="*/ 108509 w 152400"/>
              <a:gd name="connsiteY6" fmla="*/ 0 h 152400"/>
              <a:gd name="connsiteX7" fmla="*/ 54864 w 152400"/>
              <a:gd name="connsiteY7" fmla="*/ 19507 h 152400"/>
              <a:gd name="connsiteX8" fmla="*/ 25603 w 152400"/>
              <a:gd name="connsiteY8" fmla="*/ 48768 h 152400"/>
              <a:gd name="connsiteX9" fmla="*/ 104775 w 152400"/>
              <a:gd name="connsiteY9" fmla="*/ 66675 h 152400"/>
              <a:gd name="connsiteX10" fmla="*/ 85725 w 152400"/>
              <a:gd name="connsiteY10" fmla="*/ 47625 h 152400"/>
              <a:gd name="connsiteX11" fmla="*/ 104775 w 152400"/>
              <a:gd name="connsiteY11" fmla="*/ 28575 h 152400"/>
              <a:gd name="connsiteX12" fmla="*/ 123825 w 152400"/>
              <a:gd name="connsiteY12" fmla="*/ 47625 h 152400"/>
              <a:gd name="connsiteX13" fmla="*/ 104775 w 152400"/>
              <a:gd name="connsiteY13" fmla="*/ 666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400" h="152400">
                <a:moveTo>
                  <a:pt x="25603" y="48768"/>
                </a:moveTo>
                <a:cubicBezTo>
                  <a:pt x="-8534" y="82906"/>
                  <a:pt x="-8535" y="92659"/>
                  <a:pt x="25603" y="126797"/>
                </a:cubicBezTo>
                <a:cubicBezTo>
                  <a:pt x="59741" y="160934"/>
                  <a:pt x="69494" y="160934"/>
                  <a:pt x="103632" y="126797"/>
                </a:cubicBezTo>
                <a:lnTo>
                  <a:pt x="132893" y="97536"/>
                </a:lnTo>
                <a:cubicBezTo>
                  <a:pt x="152400" y="78029"/>
                  <a:pt x="152400" y="68275"/>
                  <a:pt x="152400" y="43891"/>
                </a:cubicBezTo>
                <a:cubicBezTo>
                  <a:pt x="152400" y="21946"/>
                  <a:pt x="152400" y="10973"/>
                  <a:pt x="146914" y="5486"/>
                </a:cubicBezTo>
                <a:cubicBezTo>
                  <a:pt x="141427" y="0"/>
                  <a:pt x="130454" y="0"/>
                  <a:pt x="108509" y="0"/>
                </a:cubicBezTo>
                <a:cubicBezTo>
                  <a:pt x="84125" y="0"/>
                  <a:pt x="74371" y="0"/>
                  <a:pt x="54864" y="19507"/>
                </a:cubicBezTo>
                <a:lnTo>
                  <a:pt x="25603" y="48768"/>
                </a:lnTo>
                <a:close/>
                <a:moveTo>
                  <a:pt x="104775" y="66675"/>
                </a:moveTo>
                <a:cubicBezTo>
                  <a:pt x="94254" y="66675"/>
                  <a:pt x="85725" y="58146"/>
                  <a:pt x="85725" y="47625"/>
                </a:cubicBezTo>
                <a:cubicBezTo>
                  <a:pt x="85725" y="37104"/>
                  <a:pt x="94254" y="28575"/>
                  <a:pt x="104775" y="28575"/>
                </a:cubicBezTo>
                <a:cubicBezTo>
                  <a:pt x="115296" y="28575"/>
                  <a:pt x="123825" y="37104"/>
                  <a:pt x="123825" y="47625"/>
                </a:cubicBezTo>
                <a:cubicBezTo>
                  <a:pt x="123825" y="58146"/>
                  <a:pt x="115296" y="66675"/>
                  <a:pt x="104775" y="66675"/>
                </a:cubicBezTo>
                <a:close/>
              </a:path>
            </a:pathLst>
          </a:custGeom>
          <a:solidFill>
            <a:schemeClr val="accent6"/>
          </a:solidFill>
          <a:ln w="9525" cap="flat">
            <a:noFill/>
            <a:prstDash val="solid"/>
            <a:miter/>
          </a:ln>
        </p:spPr>
        <p:txBody>
          <a:bodyPr rtlCol="0" anchor="ctr"/>
          <a:lstStyle/>
          <a:p>
            <a:endParaRPr lang="ru-RU"/>
          </a:p>
        </p:txBody>
      </p:sp>
      <p:sp>
        <p:nvSpPr>
          <p:cNvPr id="66" name="Рисунок 377">
            <a:extLst>
              <a:ext uri="{FF2B5EF4-FFF2-40B4-BE49-F238E27FC236}">
                <a16:creationId xmlns:a16="http://schemas.microsoft.com/office/drawing/2014/main" id="{10014753-93FA-418D-9C8A-B18BE3356374}"/>
              </a:ext>
            </a:extLst>
          </p:cNvPr>
          <p:cNvSpPr>
            <a:spLocks noChangeAspect="1"/>
          </p:cNvSpPr>
          <p:nvPr/>
        </p:nvSpPr>
        <p:spPr>
          <a:xfrm>
            <a:off x="774574" y="3408264"/>
            <a:ext cx="237702" cy="216000"/>
          </a:xfrm>
          <a:custGeom>
            <a:avLst/>
            <a:gdLst>
              <a:gd name="connsiteX0" fmla="*/ 64127 w 167716"/>
              <a:gd name="connsiteY0" fmla="*/ 13065 h 152402"/>
              <a:gd name="connsiteX1" fmla="*/ 58820 w 167716"/>
              <a:gd name="connsiteY1" fmla="*/ 684 h 152402"/>
              <a:gd name="connsiteX2" fmla="*/ 46439 w 167716"/>
              <a:gd name="connsiteY2" fmla="*/ 5990 h 152402"/>
              <a:gd name="connsiteX3" fmla="*/ 29784 w 167716"/>
              <a:gd name="connsiteY3" fmla="*/ 47627 h 152402"/>
              <a:gd name="connsiteX4" fmla="*/ 20154 w 167716"/>
              <a:gd name="connsiteY4" fmla="*/ 47627 h 152402"/>
              <a:gd name="connsiteX5" fmla="*/ 1940 w 167716"/>
              <a:gd name="connsiteY5" fmla="*/ 50921 h 152402"/>
              <a:gd name="connsiteX6" fmla="*/ 1303 w 167716"/>
              <a:gd name="connsiteY6" fmla="*/ 69420 h 152402"/>
              <a:gd name="connsiteX7" fmla="*/ 3885 w 167716"/>
              <a:gd name="connsiteY7" fmla="*/ 87170 h 152402"/>
              <a:gd name="connsiteX8" fmla="*/ 21406 w 167716"/>
              <a:gd name="connsiteY8" fmla="*/ 143116 h 152402"/>
              <a:gd name="connsiteX9" fmla="*/ 79291 w 167716"/>
              <a:gd name="connsiteY9" fmla="*/ 152402 h 152402"/>
              <a:gd name="connsiteX10" fmla="*/ 88425 w 167716"/>
              <a:gd name="connsiteY10" fmla="*/ 152402 h 152402"/>
              <a:gd name="connsiteX11" fmla="*/ 146310 w 167716"/>
              <a:gd name="connsiteY11" fmla="*/ 143116 h 152402"/>
              <a:gd name="connsiteX12" fmla="*/ 163831 w 167716"/>
              <a:gd name="connsiteY12" fmla="*/ 87170 h 152402"/>
              <a:gd name="connsiteX13" fmla="*/ 166414 w 167716"/>
              <a:gd name="connsiteY13" fmla="*/ 69420 h 152402"/>
              <a:gd name="connsiteX14" fmla="*/ 165776 w 167716"/>
              <a:gd name="connsiteY14" fmla="*/ 50921 h 152402"/>
              <a:gd name="connsiteX15" fmla="*/ 147562 w 167716"/>
              <a:gd name="connsiteY15" fmla="*/ 47627 h 152402"/>
              <a:gd name="connsiteX16" fmla="*/ 137931 w 167716"/>
              <a:gd name="connsiteY16" fmla="*/ 47627 h 152402"/>
              <a:gd name="connsiteX17" fmla="*/ 121277 w 167716"/>
              <a:gd name="connsiteY17" fmla="*/ 5990 h 152402"/>
              <a:gd name="connsiteX18" fmla="*/ 108895 w 167716"/>
              <a:gd name="connsiteY18" fmla="*/ 684 h 152402"/>
              <a:gd name="connsiteX19" fmla="*/ 103589 w 167716"/>
              <a:gd name="connsiteY19" fmla="*/ 13065 h 152402"/>
              <a:gd name="connsiteX20" fmla="*/ 117414 w 167716"/>
              <a:gd name="connsiteY20" fmla="*/ 47627 h 152402"/>
              <a:gd name="connsiteX21" fmla="*/ 50302 w 167716"/>
              <a:gd name="connsiteY21" fmla="*/ 47627 h 152402"/>
              <a:gd name="connsiteX22" fmla="*/ 64127 w 167716"/>
              <a:gd name="connsiteY22" fmla="*/ 13065 h 152402"/>
              <a:gd name="connsiteX23" fmla="*/ 74333 w 167716"/>
              <a:gd name="connsiteY23" fmla="*/ 95252 h 152402"/>
              <a:gd name="connsiteX24" fmla="*/ 74333 w 167716"/>
              <a:gd name="connsiteY24" fmla="*/ 114302 h 152402"/>
              <a:gd name="connsiteX25" fmla="*/ 64808 w 167716"/>
              <a:gd name="connsiteY25" fmla="*/ 123827 h 152402"/>
              <a:gd name="connsiteX26" fmla="*/ 55283 w 167716"/>
              <a:gd name="connsiteY26" fmla="*/ 114302 h 152402"/>
              <a:gd name="connsiteX27" fmla="*/ 55283 w 167716"/>
              <a:gd name="connsiteY27" fmla="*/ 95252 h 152402"/>
              <a:gd name="connsiteX28" fmla="*/ 64808 w 167716"/>
              <a:gd name="connsiteY28" fmla="*/ 85727 h 152402"/>
              <a:gd name="connsiteX29" fmla="*/ 74333 w 167716"/>
              <a:gd name="connsiteY29" fmla="*/ 95252 h 152402"/>
              <a:gd name="connsiteX30" fmla="*/ 102908 w 167716"/>
              <a:gd name="connsiteY30" fmla="*/ 85727 h 152402"/>
              <a:gd name="connsiteX31" fmla="*/ 112433 w 167716"/>
              <a:gd name="connsiteY31" fmla="*/ 95252 h 152402"/>
              <a:gd name="connsiteX32" fmla="*/ 112433 w 167716"/>
              <a:gd name="connsiteY32" fmla="*/ 114302 h 152402"/>
              <a:gd name="connsiteX33" fmla="*/ 102908 w 167716"/>
              <a:gd name="connsiteY33" fmla="*/ 123827 h 152402"/>
              <a:gd name="connsiteX34" fmla="*/ 93383 w 167716"/>
              <a:gd name="connsiteY34" fmla="*/ 114302 h 152402"/>
              <a:gd name="connsiteX35" fmla="*/ 93383 w 167716"/>
              <a:gd name="connsiteY35" fmla="*/ 95252 h 152402"/>
              <a:gd name="connsiteX36" fmla="*/ 102908 w 167716"/>
              <a:gd name="connsiteY36" fmla="*/ 85727 h 15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7716" h="152402">
                <a:moveTo>
                  <a:pt x="64127" y="13065"/>
                </a:moveTo>
                <a:cubicBezTo>
                  <a:pt x="66080" y="8181"/>
                  <a:pt x="63705" y="2637"/>
                  <a:pt x="58820" y="684"/>
                </a:cubicBezTo>
                <a:cubicBezTo>
                  <a:pt x="53936" y="-1270"/>
                  <a:pt x="48393" y="1106"/>
                  <a:pt x="46439" y="5990"/>
                </a:cubicBezTo>
                <a:lnTo>
                  <a:pt x="29784" y="47627"/>
                </a:lnTo>
                <a:lnTo>
                  <a:pt x="20154" y="47627"/>
                </a:lnTo>
                <a:cubicBezTo>
                  <a:pt x="9911" y="47627"/>
                  <a:pt x="4789" y="47627"/>
                  <a:pt x="1940" y="50921"/>
                </a:cubicBezTo>
                <a:cubicBezTo>
                  <a:pt x="-909" y="54214"/>
                  <a:pt x="-172" y="59282"/>
                  <a:pt x="1303" y="69420"/>
                </a:cubicBezTo>
                <a:lnTo>
                  <a:pt x="3885" y="87170"/>
                </a:lnTo>
                <a:cubicBezTo>
                  <a:pt x="8410" y="118278"/>
                  <a:pt x="10672" y="133831"/>
                  <a:pt x="21406" y="143116"/>
                </a:cubicBezTo>
                <a:cubicBezTo>
                  <a:pt x="32139" y="152402"/>
                  <a:pt x="47857" y="152402"/>
                  <a:pt x="79291" y="152402"/>
                </a:cubicBezTo>
                <a:lnTo>
                  <a:pt x="88425" y="152402"/>
                </a:lnTo>
                <a:cubicBezTo>
                  <a:pt x="119859" y="152402"/>
                  <a:pt x="135577" y="152402"/>
                  <a:pt x="146310" y="143116"/>
                </a:cubicBezTo>
                <a:cubicBezTo>
                  <a:pt x="157044" y="133831"/>
                  <a:pt x="159307" y="118278"/>
                  <a:pt x="163831" y="87170"/>
                </a:cubicBezTo>
                <a:lnTo>
                  <a:pt x="166414" y="69420"/>
                </a:lnTo>
                <a:cubicBezTo>
                  <a:pt x="167888" y="59282"/>
                  <a:pt x="168625" y="54214"/>
                  <a:pt x="165776" y="50921"/>
                </a:cubicBezTo>
                <a:cubicBezTo>
                  <a:pt x="162927" y="47627"/>
                  <a:pt x="157805" y="47627"/>
                  <a:pt x="147562" y="47627"/>
                </a:cubicBezTo>
                <a:lnTo>
                  <a:pt x="137931" y="47627"/>
                </a:lnTo>
                <a:lnTo>
                  <a:pt x="121277" y="5990"/>
                </a:lnTo>
                <a:cubicBezTo>
                  <a:pt x="119323" y="1106"/>
                  <a:pt x="113780" y="-1270"/>
                  <a:pt x="108895" y="684"/>
                </a:cubicBezTo>
                <a:cubicBezTo>
                  <a:pt x="104011" y="2637"/>
                  <a:pt x="101635" y="8181"/>
                  <a:pt x="103589" y="13065"/>
                </a:cubicBezTo>
                <a:lnTo>
                  <a:pt x="117414" y="47627"/>
                </a:lnTo>
                <a:lnTo>
                  <a:pt x="50302" y="47627"/>
                </a:lnTo>
                <a:lnTo>
                  <a:pt x="64127" y="13065"/>
                </a:lnTo>
                <a:close/>
                <a:moveTo>
                  <a:pt x="74333" y="95252"/>
                </a:moveTo>
                <a:lnTo>
                  <a:pt x="74333" y="114302"/>
                </a:lnTo>
                <a:cubicBezTo>
                  <a:pt x="74333" y="119563"/>
                  <a:pt x="70068" y="123827"/>
                  <a:pt x="64808" y="123827"/>
                </a:cubicBezTo>
                <a:cubicBezTo>
                  <a:pt x="59547" y="123827"/>
                  <a:pt x="55283" y="119563"/>
                  <a:pt x="55283" y="114302"/>
                </a:cubicBezTo>
                <a:lnTo>
                  <a:pt x="55283" y="95252"/>
                </a:lnTo>
                <a:cubicBezTo>
                  <a:pt x="55283" y="89992"/>
                  <a:pt x="59547" y="85727"/>
                  <a:pt x="64808" y="85727"/>
                </a:cubicBezTo>
                <a:cubicBezTo>
                  <a:pt x="70068" y="85727"/>
                  <a:pt x="74333" y="89992"/>
                  <a:pt x="74333" y="95252"/>
                </a:cubicBezTo>
                <a:close/>
                <a:moveTo>
                  <a:pt x="102908" y="85727"/>
                </a:moveTo>
                <a:cubicBezTo>
                  <a:pt x="108168" y="85727"/>
                  <a:pt x="112433" y="89992"/>
                  <a:pt x="112433" y="95252"/>
                </a:cubicBezTo>
                <a:lnTo>
                  <a:pt x="112433" y="114302"/>
                </a:lnTo>
                <a:cubicBezTo>
                  <a:pt x="112433" y="119563"/>
                  <a:pt x="108168" y="123827"/>
                  <a:pt x="102908" y="123827"/>
                </a:cubicBezTo>
                <a:cubicBezTo>
                  <a:pt x="97647" y="123827"/>
                  <a:pt x="93383" y="119563"/>
                  <a:pt x="93383" y="114302"/>
                </a:cubicBezTo>
                <a:lnTo>
                  <a:pt x="93383" y="95252"/>
                </a:lnTo>
                <a:cubicBezTo>
                  <a:pt x="93383" y="89992"/>
                  <a:pt x="97647" y="85727"/>
                  <a:pt x="102908" y="85727"/>
                </a:cubicBezTo>
                <a:close/>
              </a:path>
            </a:pathLst>
          </a:custGeom>
          <a:solidFill>
            <a:schemeClr val="accent6"/>
          </a:solidFill>
          <a:ln w="9525" cap="flat">
            <a:noFill/>
            <a:prstDash val="solid"/>
            <a:miter/>
          </a:ln>
        </p:spPr>
        <p:txBody>
          <a:bodyPr rtlCol="0" anchor="ctr"/>
          <a:lstStyle/>
          <a:p>
            <a:endParaRPr lang="ru-RU"/>
          </a:p>
        </p:txBody>
      </p:sp>
      <p:sp>
        <p:nvSpPr>
          <p:cNvPr id="67" name="Рисунок 365">
            <a:extLst>
              <a:ext uri="{FF2B5EF4-FFF2-40B4-BE49-F238E27FC236}">
                <a16:creationId xmlns:a16="http://schemas.microsoft.com/office/drawing/2014/main" id="{74D15AFC-5E68-4EBD-9581-28C3C332C3EF}"/>
              </a:ext>
            </a:extLst>
          </p:cNvPr>
          <p:cNvSpPr>
            <a:spLocks noChangeAspect="1"/>
          </p:cNvSpPr>
          <p:nvPr/>
        </p:nvSpPr>
        <p:spPr>
          <a:xfrm>
            <a:off x="785425" y="4354658"/>
            <a:ext cx="216000" cy="216000"/>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38100 w 171450"/>
              <a:gd name="connsiteY5" fmla="*/ 47625 h 171450"/>
              <a:gd name="connsiteX6" fmla="*/ 47625 w 171450"/>
              <a:gd name="connsiteY6" fmla="*/ 38100 h 171450"/>
              <a:gd name="connsiteX7" fmla="*/ 114300 w 171450"/>
              <a:gd name="connsiteY7" fmla="*/ 38100 h 171450"/>
              <a:gd name="connsiteX8" fmla="*/ 123825 w 171450"/>
              <a:gd name="connsiteY8" fmla="*/ 47625 h 171450"/>
              <a:gd name="connsiteX9" fmla="*/ 114300 w 171450"/>
              <a:gd name="connsiteY9" fmla="*/ 57150 h 171450"/>
              <a:gd name="connsiteX10" fmla="*/ 47625 w 171450"/>
              <a:gd name="connsiteY10" fmla="*/ 57150 h 171450"/>
              <a:gd name="connsiteX11" fmla="*/ 38100 w 171450"/>
              <a:gd name="connsiteY11" fmla="*/ 47625 h 171450"/>
              <a:gd name="connsiteX12" fmla="*/ 38100 w 171450"/>
              <a:gd name="connsiteY12" fmla="*/ 85725 h 171450"/>
              <a:gd name="connsiteX13" fmla="*/ 47625 w 171450"/>
              <a:gd name="connsiteY13" fmla="*/ 76200 h 171450"/>
              <a:gd name="connsiteX14" fmla="*/ 66675 w 171450"/>
              <a:gd name="connsiteY14" fmla="*/ 76200 h 171450"/>
              <a:gd name="connsiteX15" fmla="*/ 76200 w 171450"/>
              <a:gd name="connsiteY15" fmla="*/ 85725 h 171450"/>
              <a:gd name="connsiteX16" fmla="*/ 66675 w 171450"/>
              <a:gd name="connsiteY16" fmla="*/ 95250 h 171450"/>
              <a:gd name="connsiteX17" fmla="*/ 47625 w 171450"/>
              <a:gd name="connsiteY17" fmla="*/ 95250 h 171450"/>
              <a:gd name="connsiteX18" fmla="*/ 38100 w 171450"/>
              <a:gd name="connsiteY18" fmla="*/ 85725 h 171450"/>
              <a:gd name="connsiteX19" fmla="*/ 119024 w 171450"/>
              <a:gd name="connsiteY19" fmla="*/ 80963 h 171450"/>
              <a:gd name="connsiteX20" fmla="*/ 138110 w 171450"/>
              <a:gd name="connsiteY20" fmla="*/ 80964 h 171450"/>
              <a:gd name="connsiteX21" fmla="*/ 138110 w 171450"/>
              <a:gd name="connsiteY21" fmla="*/ 100056 h 171450"/>
              <a:gd name="connsiteX22" fmla="*/ 123795 w 171450"/>
              <a:gd name="connsiteY22" fmla="*/ 100055 h 171450"/>
              <a:gd name="connsiteX23" fmla="*/ 119024 w 171450"/>
              <a:gd name="connsiteY23" fmla="*/ 95282 h 171450"/>
              <a:gd name="connsiteX24" fmla="*/ 119024 w 171450"/>
              <a:gd name="connsiteY24" fmla="*/ 80963 h 171450"/>
              <a:gd name="connsiteX25" fmla="*/ 71435 w 171450"/>
              <a:gd name="connsiteY25" fmla="*/ 152400 h 171450"/>
              <a:gd name="connsiteX26" fmla="*/ 66675 w 171450"/>
              <a:gd name="connsiteY26" fmla="*/ 147636 h 171450"/>
              <a:gd name="connsiteX27" fmla="*/ 71435 w 171450"/>
              <a:gd name="connsiteY27" fmla="*/ 128579 h 171450"/>
              <a:gd name="connsiteX28" fmla="*/ 102893 w 171450"/>
              <a:gd name="connsiteY28" fmla="*/ 97093 h 171450"/>
              <a:gd name="connsiteX29" fmla="*/ 112522 w 171450"/>
              <a:gd name="connsiteY29" fmla="*/ 96982 h 171450"/>
              <a:gd name="connsiteX30" fmla="*/ 122040 w 171450"/>
              <a:gd name="connsiteY30" fmla="*/ 106510 h 171450"/>
              <a:gd name="connsiteX31" fmla="*/ 122040 w 171450"/>
              <a:gd name="connsiteY31" fmla="*/ 116038 h 171450"/>
              <a:gd name="connsiteX32" fmla="*/ 90470 w 171450"/>
              <a:gd name="connsiteY32" fmla="*/ 147636 h 171450"/>
              <a:gd name="connsiteX33" fmla="*/ 71435 w 171450"/>
              <a:gd name="connsiteY33" fmla="*/ 1524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71450">
                <a:moveTo>
                  <a:pt x="85725" y="0"/>
                </a:moveTo>
                <a:cubicBezTo>
                  <a:pt x="19050" y="0"/>
                  <a:pt x="0" y="9525"/>
                  <a:pt x="0" y="85725"/>
                </a:cubicBezTo>
                <a:cubicBezTo>
                  <a:pt x="0" y="161925"/>
                  <a:pt x="19050" y="171450"/>
                  <a:pt x="85725" y="171450"/>
                </a:cubicBezTo>
                <a:cubicBezTo>
                  <a:pt x="152400" y="171450"/>
                  <a:pt x="171450" y="161925"/>
                  <a:pt x="171450" y="85725"/>
                </a:cubicBezTo>
                <a:cubicBezTo>
                  <a:pt x="171450" y="9525"/>
                  <a:pt x="152400" y="0"/>
                  <a:pt x="85725" y="0"/>
                </a:cubicBezTo>
                <a:close/>
                <a:moveTo>
                  <a:pt x="38100" y="47625"/>
                </a:moveTo>
                <a:cubicBezTo>
                  <a:pt x="38100" y="42365"/>
                  <a:pt x="42365" y="38100"/>
                  <a:pt x="47625" y="38100"/>
                </a:cubicBezTo>
                <a:lnTo>
                  <a:pt x="114300" y="38100"/>
                </a:lnTo>
                <a:cubicBezTo>
                  <a:pt x="119561" y="38100"/>
                  <a:pt x="123825" y="42365"/>
                  <a:pt x="123825" y="47625"/>
                </a:cubicBezTo>
                <a:cubicBezTo>
                  <a:pt x="123825" y="52886"/>
                  <a:pt x="119561" y="57150"/>
                  <a:pt x="114300" y="57150"/>
                </a:cubicBezTo>
                <a:lnTo>
                  <a:pt x="47625" y="57150"/>
                </a:lnTo>
                <a:cubicBezTo>
                  <a:pt x="42365" y="57150"/>
                  <a:pt x="38100" y="52886"/>
                  <a:pt x="38100" y="47625"/>
                </a:cubicBezTo>
                <a:close/>
                <a:moveTo>
                  <a:pt x="38100" y="85725"/>
                </a:moveTo>
                <a:cubicBezTo>
                  <a:pt x="38100" y="80464"/>
                  <a:pt x="42365" y="76200"/>
                  <a:pt x="47625" y="76200"/>
                </a:cubicBezTo>
                <a:lnTo>
                  <a:pt x="66675" y="76200"/>
                </a:lnTo>
                <a:cubicBezTo>
                  <a:pt x="71936" y="76200"/>
                  <a:pt x="76200" y="80464"/>
                  <a:pt x="76200" y="85725"/>
                </a:cubicBezTo>
                <a:cubicBezTo>
                  <a:pt x="76200" y="90986"/>
                  <a:pt x="71936" y="95250"/>
                  <a:pt x="66675" y="95250"/>
                </a:cubicBezTo>
                <a:lnTo>
                  <a:pt x="47625" y="95250"/>
                </a:lnTo>
                <a:cubicBezTo>
                  <a:pt x="42365" y="95250"/>
                  <a:pt x="38100" y="90986"/>
                  <a:pt x="38100" y="85725"/>
                </a:cubicBezTo>
                <a:close/>
                <a:moveTo>
                  <a:pt x="119024" y="80963"/>
                </a:moveTo>
                <a:cubicBezTo>
                  <a:pt x="122892" y="77095"/>
                  <a:pt x="129675" y="72527"/>
                  <a:pt x="138110" y="80964"/>
                </a:cubicBezTo>
                <a:cubicBezTo>
                  <a:pt x="146544" y="89402"/>
                  <a:pt x="141986" y="96178"/>
                  <a:pt x="138110" y="100056"/>
                </a:cubicBezTo>
                <a:cubicBezTo>
                  <a:pt x="131829" y="106339"/>
                  <a:pt x="129891" y="106357"/>
                  <a:pt x="123795" y="100055"/>
                </a:cubicBezTo>
                <a:lnTo>
                  <a:pt x="119024" y="95282"/>
                </a:lnTo>
                <a:cubicBezTo>
                  <a:pt x="112726" y="88925"/>
                  <a:pt x="112725" y="87266"/>
                  <a:pt x="119024" y="80963"/>
                </a:cubicBezTo>
                <a:close/>
                <a:moveTo>
                  <a:pt x="71435" y="152400"/>
                </a:moveTo>
                <a:cubicBezTo>
                  <a:pt x="69054" y="152400"/>
                  <a:pt x="66675" y="150018"/>
                  <a:pt x="66675" y="147636"/>
                </a:cubicBezTo>
                <a:cubicBezTo>
                  <a:pt x="66675" y="140490"/>
                  <a:pt x="67985" y="132032"/>
                  <a:pt x="71435" y="128579"/>
                </a:cubicBezTo>
                <a:lnTo>
                  <a:pt x="102893" y="97093"/>
                </a:lnTo>
                <a:cubicBezTo>
                  <a:pt x="105272" y="94712"/>
                  <a:pt x="110142" y="94599"/>
                  <a:pt x="112522" y="96982"/>
                </a:cubicBezTo>
                <a:lnTo>
                  <a:pt x="122040" y="106510"/>
                </a:lnTo>
                <a:cubicBezTo>
                  <a:pt x="124420" y="108892"/>
                  <a:pt x="124420" y="113656"/>
                  <a:pt x="122040" y="116038"/>
                </a:cubicBezTo>
                <a:lnTo>
                  <a:pt x="90470" y="147636"/>
                </a:lnTo>
                <a:cubicBezTo>
                  <a:pt x="87021" y="151088"/>
                  <a:pt x="78573" y="152400"/>
                  <a:pt x="71435" y="152400"/>
                </a:cubicBezTo>
                <a:close/>
              </a:path>
            </a:pathLst>
          </a:custGeom>
          <a:solidFill>
            <a:schemeClr val="accent6"/>
          </a:solidFill>
          <a:ln w="9525" cap="flat">
            <a:noFill/>
            <a:prstDash val="solid"/>
            <a:miter/>
          </a:ln>
        </p:spPr>
        <p:txBody>
          <a:bodyPr rtlCol="0" anchor="ctr"/>
          <a:lstStyle/>
          <a:p>
            <a:endParaRPr lang="ru-RU"/>
          </a:p>
        </p:txBody>
      </p:sp>
      <p:sp>
        <p:nvSpPr>
          <p:cNvPr id="68" name="Полилиния: фигура 67">
            <a:extLst>
              <a:ext uri="{FF2B5EF4-FFF2-40B4-BE49-F238E27FC236}">
                <a16:creationId xmlns:a16="http://schemas.microsoft.com/office/drawing/2014/main" id="{A026588B-51EC-466A-A127-38AA3498DD76}"/>
              </a:ext>
            </a:extLst>
          </p:cNvPr>
          <p:cNvSpPr>
            <a:spLocks noChangeAspect="1"/>
          </p:cNvSpPr>
          <p:nvPr/>
        </p:nvSpPr>
        <p:spPr>
          <a:xfrm>
            <a:off x="785232" y="5269878"/>
            <a:ext cx="256500" cy="216000"/>
          </a:xfrm>
          <a:custGeom>
            <a:avLst/>
            <a:gdLst>
              <a:gd name="connsiteX0" fmla="*/ 19050 w 180975"/>
              <a:gd name="connsiteY0" fmla="*/ 66675 h 152400"/>
              <a:gd name="connsiteX1" fmla="*/ 37881 w 180975"/>
              <a:gd name="connsiteY1" fmla="*/ 82080 h 152400"/>
              <a:gd name="connsiteX2" fmla="*/ 38100 w 180975"/>
              <a:gd name="connsiteY2" fmla="*/ 85725 h 152400"/>
              <a:gd name="connsiteX3" fmla="*/ 42863 w 180975"/>
              <a:gd name="connsiteY3" fmla="*/ 90488 h 152400"/>
              <a:gd name="connsiteX4" fmla="*/ 47625 w 180975"/>
              <a:gd name="connsiteY4" fmla="*/ 85725 h 152400"/>
              <a:gd name="connsiteX5" fmla="*/ 48816 w 180975"/>
              <a:gd name="connsiteY5" fmla="*/ 77391 h 152400"/>
              <a:gd name="connsiteX6" fmla="*/ 57150 w 180975"/>
              <a:gd name="connsiteY6" fmla="*/ 76200 h 152400"/>
              <a:gd name="connsiteX7" fmla="*/ 114300 w 180975"/>
              <a:gd name="connsiteY7" fmla="*/ 101403 h 152400"/>
              <a:gd name="connsiteX8" fmla="*/ 104775 w 180975"/>
              <a:gd name="connsiteY8" fmla="*/ 104775 h 152400"/>
              <a:gd name="connsiteX9" fmla="*/ 80963 w 180975"/>
              <a:gd name="connsiteY9" fmla="*/ 104775 h 152400"/>
              <a:gd name="connsiteX10" fmla="*/ 76200 w 180975"/>
              <a:gd name="connsiteY10" fmla="*/ 109538 h 152400"/>
              <a:gd name="connsiteX11" fmla="*/ 80970 w 180975"/>
              <a:gd name="connsiteY11" fmla="*/ 114300 h 152400"/>
              <a:gd name="connsiteX12" fmla="*/ 105106 w 180975"/>
              <a:gd name="connsiteY12" fmla="*/ 114300 h 152400"/>
              <a:gd name="connsiteX13" fmla="*/ 113733 w 180975"/>
              <a:gd name="connsiteY13" fmla="*/ 113951 h 152400"/>
              <a:gd name="connsiteX14" fmla="*/ 121087 w 180975"/>
              <a:gd name="connsiteY14" fmla="*/ 110014 h 152400"/>
              <a:gd name="connsiteX15" fmla="*/ 138571 w 180975"/>
              <a:gd name="connsiteY15" fmla="*/ 100860 h 152400"/>
              <a:gd name="connsiteX16" fmla="*/ 180975 w 180975"/>
              <a:gd name="connsiteY16" fmla="*/ 104775 h 152400"/>
              <a:gd name="connsiteX17" fmla="*/ 85725 w 180975"/>
              <a:gd name="connsiteY17" fmla="*/ 152400 h 152400"/>
              <a:gd name="connsiteX18" fmla="*/ 36556 w 180975"/>
              <a:gd name="connsiteY18" fmla="*/ 144986 h 152400"/>
              <a:gd name="connsiteX19" fmla="*/ 19050 w 180975"/>
              <a:gd name="connsiteY19" fmla="*/ 152400 h 152400"/>
              <a:gd name="connsiteX20" fmla="*/ 0 w 180975"/>
              <a:gd name="connsiteY20" fmla="*/ 123825 h 152400"/>
              <a:gd name="connsiteX21" fmla="*/ 0 w 180975"/>
              <a:gd name="connsiteY21" fmla="*/ 95250 h 152400"/>
              <a:gd name="connsiteX22" fmla="*/ 19050 w 180975"/>
              <a:gd name="connsiteY22" fmla="*/ 66675 h 152400"/>
              <a:gd name="connsiteX23" fmla="*/ 87457 w 180975"/>
              <a:gd name="connsiteY23" fmla="*/ 0 h 152400"/>
              <a:gd name="connsiteX24" fmla="*/ 104775 w 180975"/>
              <a:gd name="connsiteY24" fmla="*/ 9118 h 152400"/>
              <a:gd name="connsiteX25" fmla="*/ 122093 w 180975"/>
              <a:gd name="connsiteY25" fmla="*/ 0 h 152400"/>
              <a:gd name="connsiteX26" fmla="*/ 142875 w 180975"/>
              <a:gd name="connsiteY26" fmla="*/ 21305 h 152400"/>
              <a:gd name="connsiteX27" fmla="*/ 124256 w 180975"/>
              <a:gd name="connsiteY27" fmla="*/ 56036 h 152400"/>
              <a:gd name="connsiteX28" fmla="*/ 111817 w 180975"/>
              <a:gd name="connsiteY28" fmla="*/ 64385 h 152400"/>
              <a:gd name="connsiteX29" fmla="*/ 104775 w 180975"/>
              <a:gd name="connsiteY29" fmla="*/ 66675 h 152400"/>
              <a:gd name="connsiteX30" fmla="*/ 97719 w 180975"/>
              <a:gd name="connsiteY30" fmla="*/ 64386 h 152400"/>
              <a:gd name="connsiteX31" fmla="*/ 85279 w 180975"/>
              <a:gd name="connsiteY31" fmla="*/ 56035 h 152400"/>
              <a:gd name="connsiteX32" fmla="*/ 66675 w 180975"/>
              <a:gd name="connsiteY32" fmla="*/ 21305 h 152400"/>
              <a:gd name="connsiteX33" fmla="*/ 87457 w 180975"/>
              <a:gd name="connsiteY3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0975" h="152400">
                <a:moveTo>
                  <a:pt x="19050" y="66675"/>
                </a:moveTo>
                <a:cubicBezTo>
                  <a:pt x="33801" y="66675"/>
                  <a:pt x="37130" y="69833"/>
                  <a:pt x="37881" y="82080"/>
                </a:cubicBezTo>
                <a:cubicBezTo>
                  <a:pt x="38036" y="82995"/>
                  <a:pt x="38100" y="84190"/>
                  <a:pt x="38100" y="85725"/>
                </a:cubicBezTo>
                <a:cubicBezTo>
                  <a:pt x="38100" y="88356"/>
                  <a:pt x="40233" y="90488"/>
                  <a:pt x="42863" y="90488"/>
                </a:cubicBezTo>
                <a:cubicBezTo>
                  <a:pt x="45493" y="90488"/>
                  <a:pt x="47625" y="88356"/>
                  <a:pt x="47625" y="85725"/>
                </a:cubicBezTo>
                <a:cubicBezTo>
                  <a:pt x="47625" y="80963"/>
                  <a:pt x="47625" y="78581"/>
                  <a:pt x="48816" y="77391"/>
                </a:cubicBezTo>
                <a:cubicBezTo>
                  <a:pt x="50007" y="76200"/>
                  <a:pt x="52388" y="76200"/>
                  <a:pt x="57150" y="76200"/>
                </a:cubicBezTo>
                <a:cubicBezTo>
                  <a:pt x="85725" y="76200"/>
                  <a:pt x="114300" y="83001"/>
                  <a:pt x="114300" y="101403"/>
                </a:cubicBezTo>
                <a:cubicBezTo>
                  <a:pt x="114300" y="104775"/>
                  <a:pt x="109287" y="104775"/>
                  <a:pt x="104775" y="104775"/>
                </a:cubicBezTo>
                <a:lnTo>
                  <a:pt x="80963" y="104775"/>
                </a:lnTo>
                <a:cubicBezTo>
                  <a:pt x="78333" y="104775"/>
                  <a:pt x="76200" y="106908"/>
                  <a:pt x="76200" y="109538"/>
                </a:cubicBezTo>
                <a:cubicBezTo>
                  <a:pt x="76200" y="112168"/>
                  <a:pt x="78340" y="114300"/>
                  <a:pt x="80970" y="114300"/>
                </a:cubicBezTo>
                <a:lnTo>
                  <a:pt x="105106" y="114300"/>
                </a:lnTo>
                <a:cubicBezTo>
                  <a:pt x="108393" y="114301"/>
                  <a:pt x="111372" y="114301"/>
                  <a:pt x="113733" y="113951"/>
                </a:cubicBezTo>
                <a:cubicBezTo>
                  <a:pt x="116309" y="113569"/>
                  <a:pt x="119112" y="112646"/>
                  <a:pt x="121087" y="110014"/>
                </a:cubicBezTo>
                <a:cubicBezTo>
                  <a:pt x="125016" y="104775"/>
                  <a:pt x="128345" y="103056"/>
                  <a:pt x="138571" y="100860"/>
                </a:cubicBezTo>
                <a:cubicBezTo>
                  <a:pt x="158734" y="96531"/>
                  <a:pt x="180975" y="91757"/>
                  <a:pt x="180975" y="104775"/>
                </a:cubicBezTo>
                <a:cubicBezTo>
                  <a:pt x="180975" y="114300"/>
                  <a:pt x="123825" y="152400"/>
                  <a:pt x="85725" y="152400"/>
                </a:cubicBezTo>
                <a:cubicBezTo>
                  <a:pt x="70330" y="152400"/>
                  <a:pt x="49750" y="148253"/>
                  <a:pt x="36556" y="144986"/>
                </a:cubicBezTo>
                <a:cubicBezTo>
                  <a:pt x="34532" y="150706"/>
                  <a:pt x="29855" y="152400"/>
                  <a:pt x="19050" y="152400"/>
                </a:cubicBezTo>
                <a:cubicBezTo>
                  <a:pt x="0" y="152400"/>
                  <a:pt x="0" y="147132"/>
                  <a:pt x="0" y="123825"/>
                </a:cubicBezTo>
                <a:lnTo>
                  <a:pt x="0" y="95250"/>
                </a:lnTo>
                <a:cubicBezTo>
                  <a:pt x="0" y="71942"/>
                  <a:pt x="0" y="66675"/>
                  <a:pt x="19050" y="66675"/>
                </a:cubicBezTo>
                <a:close/>
                <a:moveTo>
                  <a:pt x="87457" y="0"/>
                </a:moveTo>
                <a:cubicBezTo>
                  <a:pt x="94475" y="0"/>
                  <a:pt x="100900" y="3582"/>
                  <a:pt x="104775" y="9118"/>
                </a:cubicBezTo>
                <a:cubicBezTo>
                  <a:pt x="108650" y="3582"/>
                  <a:pt x="115075" y="0"/>
                  <a:pt x="122093" y="0"/>
                </a:cubicBezTo>
                <a:cubicBezTo>
                  <a:pt x="133571" y="0"/>
                  <a:pt x="142875" y="9544"/>
                  <a:pt x="142875" y="21305"/>
                </a:cubicBezTo>
                <a:cubicBezTo>
                  <a:pt x="142875" y="37100"/>
                  <a:pt x="133245" y="48664"/>
                  <a:pt x="124256" y="56036"/>
                </a:cubicBezTo>
                <a:cubicBezTo>
                  <a:pt x="119717" y="59759"/>
                  <a:pt x="115195" y="62538"/>
                  <a:pt x="111817" y="64385"/>
                </a:cubicBezTo>
                <a:cubicBezTo>
                  <a:pt x="109028" y="65910"/>
                  <a:pt x="106901" y="66673"/>
                  <a:pt x="104775" y="66675"/>
                </a:cubicBezTo>
                <a:cubicBezTo>
                  <a:pt x="102644" y="66677"/>
                  <a:pt x="100514" y="65913"/>
                  <a:pt x="97719" y="64386"/>
                </a:cubicBezTo>
                <a:cubicBezTo>
                  <a:pt x="94338" y="62538"/>
                  <a:pt x="89818" y="59759"/>
                  <a:pt x="85279" y="56035"/>
                </a:cubicBezTo>
                <a:cubicBezTo>
                  <a:pt x="76294" y="48662"/>
                  <a:pt x="66675" y="37099"/>
                  <a:pt x="66675" y="21305"/>
                </a:cubicBezTo>
                <a:cubicBezTo>
                  <a:pt x="66675" y="9544"/>
                  <a:pt x="75979" y="0"/>
                  <a:pt x="87457" y="0"/>
                </a:cubicBezTo>
                <a:close/>
              </a:path>
            </a:pathLst>
          </a:custGeom>
          <a:solidFill>
            <a:schemeClr val="accent6"/>
          </a:solidFill>
          <a:ln w="9525" cap="flat">
            <a:noFill/>
            <a:prstDash val="solid"/>
            <a:miter/>
          </a:ln>
        </p:spPr>
        <p:txBody>
          <a:bodyPr lIns="468000" rtlCol="0" anchor="ctr"/>
          <a:lstStyle/>
          <a:p>
            <a:endParaRPr lang="ru-RU"/>
          </a:p>
        </p:txBody>
      </p:sp>
      <p:sp>
        <p:nvSpPr>
          <p:cNvPr id="70" name="Рисунок 175">
            <a:extLst>
              <a:ext uri="{FF2B5EF4-FFF2-40B4-BE49-F238E27FC236}">
                <a16:creationId xmlns:a16="http://schemas.microsoft.com/office/drawing/2014/main" id="{5DDD3A04-C968-405B-AD45-7314621E9DD7}"/>
              </a:ext>
            </a:extLst>
          </p:cNvPr>
          <p:cNvSpPr>
            <a:spLocks noChangeAspect="1"/>
          </p:cNvSpPr>
          <p:nvPr/>
        </p:nvSpPr>
        <p:spPr>
          <a:xfrm>
            <a:off x="4719278" y="3407129"/>
            <a:ext cx="225000" cy="180000"/>
          </a:xfrm>
          <a:custGeom>
            <a:avLst/>
            <a:gdLst>
              <a:gd name="connsiteX0" fmla="*/ 0 w 190500"/>
              <a:gd name="connsiteY0" fmla="*/ 95250 h 152400"/>
              <a:gd name="connsiteX1" fmla="*/ 0 w 190500"/>
              <a:gd name="connsiteY1" fmla="*/ 38100 h 152400"/>
              <a:gd name="connsiteX2" fmla="*/ 52388 w 190500"/>
              <a:gd name="connsiteY2" fmla="*/ 0 h 152400"/>
              <a:gd name="connsiteX3" fmla="*/ 133350 w 190500"/>
              <a:gd name="connsiteY3" fmla="*/ 19050 h 152400"/>
              <a:gd name="connsiteX4" fmla="*/ 123825 w 190500"/>
              <a:gd name="connsiteY4" fmla="*/ 29446 h 152400"/>
              <a:gd name="connsiteX5" fmla="*/ 111300 w 190500"/>
              <a:gd name="connsiteY5" fmla="*/ 35920 h 152400"/>
              <a:gd name="connsiteX6" fmla="*/ 104775 w 190500"/>
              <a:gd name="connsiteY6" fmla="*/ 56703 h 152400"/>
              <a:gd name="connsiteX7" fmla="*/ 104775 w 190500"/>
              <a:gd name="connsiteY7" fmla="*/ 80963 h 152400"/>
              <a:gd name="connsiteX8" fmla="*/ 109538 w 190500"/>
              <a:gd name="connsiteY8" fmla="*/ 85725 h 152400"/>
              <a:gd name="connsiteX9" fmla="*/ 114300 w 190500"/>
              <a:gd name="connsiteY9" fmla="*/ 80963 h 152400"/>
              <a:gd name="connsiteX10" fmla="*/ 114300 w 190500"/>
              <a:gd name="connsiteY10" fmla="*/ 57150 h 152400"/>
              <a:gd name="connsiteX11" fmla="*/ 133350 w 190500"/>
              <a:gd name="connsiteY11" fmla="*/ 38100 h 152400"/>
              <a:gd name="connsiteX12" fmla="*/ 152400 w 190500"/>
              <a:gd name="connsiteY12" fmla="*/ 38100 h 152400"/>
              <a:gd name="connsiteX13" fmla="*/ 176213 w 190500"/>
              <a:gd name="connsiteY13" fmla="*/ 57150 h 152400"/>
              <a:gd name="connsiteX14" fmla="*/ 190500 w 190500"/>
              <a:gd name="connsiteY14" fmla="*/ 85725 h 152400"/>
              <a:gd name="connsiteX15" fmla="*/ 190500 w 190500"/>
              <a:gd name="connsiteY15" fmla="*/ 123825 h 152400"/>
              <a:gd name="connsiteX16" fmla="*/ 179376 w 190500"/>
              <a:gd name="connsiteY16" fmla="*/ 133274 h 152400"/>
              <a:gd name="connsiteX17" fmla="*/ 152400 w 190500"/>
              <a:gd name="connsiteY17" fmla="*/ 152400 h 152400"/>
              <a:gd name="connsiteX18" fmla="*/ 125451 w 190500"/>
              <a:gd name="connsiteY18" fmla="*/ 133350 h 152400"/>
              <a:gd name="connsiteX19" fmla="*/ 74574 w 190500"/>
              <a:gd name="connsiteY19" fmla="*/ 133350 h 152400"/>
              <a:gd name="connsiteX20" fmla="*/ 47625 w 190500"/>
              <a:gd name="connsiteY20" fmla="*/ 152400 h 152400"/>
              <a:gd name="connsiteX21" fmla="*/ 20655 w 190500"/>
              <a:gd name="connsiteY21" fmla="*/ 133290 h 152400"/>
              <a:gd name="connsiteX22" fmla="*/ 0 w 190500"/>
              <a:gd name="connsiteY22" fmla="*/ 95250 h 152400"/>
              <a:gd name="connsiteX23" fmla="*/ 38100 w 190500"/>
              <a:gd name="connsiteY23" fmla="*/ 123825 h 152400"/>
              <a:gd name="connsiteX24" fmla="*/ 47625 w 190500"/>
              <a:gd name="connsiteY24" fmla="*/ 133350 h 152400"/>
              <a:gd name="connsiteX25" fmla="*/ 57150 w 190500"/>
              <a:gd name="connsiteY25" fmla="*/ 123825 h 152400"/>
              <a:gd name="connsiteX26" fmla="*/ 47625 w 190500"/>
              <a:gd name="connsiteY26" fmla="*/ 114300 h 152400"/>
              <a:gd name="connsiteX27" fmla="*/ 38100 w 190500"/>
              <a:gd name="connsiteY27" fmla="*/ 123825 h 152400"/>
              <a:gd name="connsiteX28" fmla="*/ 142875 w 190500"/>
              <a:gd name="connsiteY28" fmla="*/ 123825 h 152400"/>
              <a:gd name="connsiteX29" fmla="*/ 152400 w 190500"/>
              <a:gd name="connsiteY29" fmla="*/ 133350 h 152400"/>
              <a:gd name="connsiteX30" fmla="*/ 161925 w 190500"/>
              <a:gd name="connsiteY30" fmla="*/ 123825 h 152400"/>
              <a:gd name="connsiteX31" fmla="*/ 152400 w 190500"/>
              <a:gd name="connsiteY31" fmla="*/ 114300 h 152400"/>
              <a:gd name="connsiteX32" fmla="*/ 142875 w 190500"/>
              <a:gd name="connsiteY32"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52400">
                <a:moveTo>
                  <a:pt x="0" y="95250"/>
                </a:moveTo>
                <a:lnTo>
                  <a:pt x="0" y="38100"/>
                </a:lnTo>
                <a:cubicBezTo>
                  <a:pt x="0" y="9525"/>
                  <a:pt x="9525" y="0"/>
                  <a:pt x="52388" y="0"/>
                </a:cubicBezTo>
                <a:cubicBezTo>
                  <a:pt x="123825" y="0"/>
                  <a:pt x="133350" y="0"/>
                  <a:pt x="133350" y="19050"/>
                </a:cubicBezTo>
                <a:cubicBezTo>
                  <a:pt x="133350" y="23813"/>
                  <a:pt x="133350" y="27480"/>
                  <a:pt x="123825" y="29446"/>
                </a:cubicBezTo>
                <a:cubicBezTo>
                  <a:pt x="118724" y="30498"/>
                  <a:pt x="114503" y="32559"/>
                  <a:pt x="111300" y="35920"/>
                </a:cubicBezTo>
                <a:cubicBezTo>
                  <a:pt x="106317" y="41146"/>
                  <a:pt x="104775" y="48506"/>
                  <a:pt x="104775" y="56703"/>
                </a:cubicBezTo>
                <a:lnTo>
                  <a:pt x="104775" y="80963"/>
                </a:lnTo>
                <a:cubicBezTo>
                  <a:pt x="104775" y="83592"/>
                  <a:pt x="106908" y="85725"/>
                  <a:pt x="109538" y="85725"/>
                </a:cubicBezTo>
                <a:cubicBezTo>
                  <a:pt x="112167" y="85725"/>
                  <a:pt x="114300" y="83592"/>
                  <a:pt x="114300" y="80963"/>
                </a:cubicBezTo>
                <a:lnTo>
                  <a:pt x="114300" y="57150"/>
                </a:lnTo>
                <a:cubicBezTo>
                  <a:pt x="114300" y="42863"/>
                  <a:pt x="119063" y="38100"/>
                  <a:pt x="133350" y="38100"/>
                </a:cubicBezTo>
                <a:cubicBezTo>
                  <a:pt x="142367" y="38100"/>
                  <a:pt x="147638" y="38100"/>
                  <a:pt x="152400" y="38100"/>
                </a:cubicBezTo>
                <a:cubicBezTo>
                  <a:pt x="161925" y="38100"/>
                  <a:pt x="166688" y="42863"/>
                  <a:pt x="176213" y="57150"/>
                </a:cubicBezTo>
                <a:cubicBezTo>
                  <a:pt x="183685" y="68358"/>
                  <a:pt x="190500" y="76200"/>
                  <a:pt x="190500" y="85725"/>
                </a:cubicBezTo>
                <a:cubicBezTo>
                  <a:pt x="190500" y="99350"/>
                  <a:pt x="190500" y="114300"/>
                  <a:pt x="190500" y="123825"/>
                </a:cubicBezTo>
                <a:cubicBezTo>
                  <a:pt x="190500" y="133350"/>
                  <a:pt x="185196" y="133314"/>
                  <a:pt x="179376" y="133274"/>
                </a:cubicBezTo>
                <a:cubicBezTo>
                  <a:pt x="175475" y="144412"/>
                  <a:pt x="164870" y="152400"/>
                  <a:pt x="152400" y="152400"/>
                </a:cubicBezTo>
                <a:cubicBezTo>
                  <a:pt x="139958" y="152400"/>
                  <a:pt x="129373" y="144449"/>
                  <a:pt x="125451" y="133350"/>
                </a:cubicBezTo>
                <a:lnTo>
                  <a:pt x="74574" y="133350"/>
                </a:lnTo>
                <a:cubicBezTo>
                  <a:pt x="70651" y="144449"/>
                  <a:pt x="60067" y="152400"/>
                  <a:pt x="47625" y="152400"/>
                </a:cubicBezTo>
                <a:cubicBezTo>
                  <a:pt x="35161" y="152400"/>
                  <a:pt x="24561" y="144420"/>
                  <a:pt x="20655" y="133290"/>
                </a:cubicBezTo>
                <a:cubicBezTo>
                  <a:pt x="0" y="133350"/>
                  <a:pt x="0" y="122527"/>
                  <a:pt x="0" y="95250"/>
                </a:cubicBezTo>
                <a:close/>
                <a:moveTo>
                  <a:pt x="38100" y="123825"/>
                </a:moveTo>
                <a:cubicBezTo>
                  <a:pt x="38100" y="129086"/>
                  <a:pt x="42365" y="133350"/>
                  <a:pt x="47625" y="133350"/>
                </a:cubicBezTo>
                <a:cubicBezTo>
                  <a:pt x="52885" y="133350"/>
                  <a:pt x="57150" y="129086"/>
                  <a:pt x="57150" y="123825"/>
                </a:cubicBezTo>
                <a:cubicBezTo>
                  <a:pt x="57150" y="118564"/>
                  <a:pt x="52885" y="114300"/>
                  <a:pt x="47625" y="114300"/>
                </a:cubicBezTo>
                <a:cubicBezTo>
                  <a:pt x="42365" y="114300"/>
                  <a:pt x="38100" y="118564"/>
                  <a:pt x="38100" y="123825"/>
                </a:cubicBezTo>
                <a:close/>
                <a:moveTo>
                  <a:pt x="142875" y="123825"/>
                </a:moveTo>
                <a:cubicBezTo>
                  <a:pt x="142875" y="129086"/>
                  <a:pt x="147139" y="133350"/>
                  <a:pt x="152400" y="133350"/>
                </a:cubicBezTo>
                <a:cubicBezTo>
                  <a:pt x="157661" y="133350"/>
                  <a:pt x="161925" y="129086"/>
                  <a:pt x="161925" y="123825"/>
                </a:cubicBezTo>
                <a:cubicBezTo>
                  <a:pt x="161925" y="118564"/>
                  <a:pt x="157661" y="114300"/>
                  <a:pt x="152400" y="114300"/>
                </a:cubicBezTo>
                <a:cubicBezTo>
                  <a:pt x="147139" y="114300"/>
                  <a:pt x="142875" y="118564"/>
                  <a:pt x="142875" y="123825"/>
                </a:cubicBezTo>
                <a:close/>
              </a:path>
            </a:pathLst>
          </a:custGeom>
          <a:solidFill>
            <a:schemeClr val="accent6"/>
          </a:solidFill>
          <a:ln w="9525" cap="flat">
            <a:noFill/>
            <a:prstDash val="solid"/>
            <a:miter/>
          </a:ln>
        </p:spPr>
        <p:txBody>
          <a:bodyPr rtlCol="0" anchor="ctr"/>
          <a:lstStyle/>
          <a:p>
            <a:endParaRPr lang="ru-RU"/>
          </a:p>
        </p:txBody>
      </p:sp>
      <p:sp>
        <p:nvSpPr>
          <p:cNvPr id="5" name="Прямоугольник: скругленные углы 51">
            <a:extLst>
              <a:ext uri="{FF2B5EF4-FFF2-40B4-BE49-F238E27FC236}">
                <a16:creationId xmlns:a16="http://schemas.microsoft.com/office/drawing/2014/main" id="{72222999-A91B-B871-5B93-63556D646A7F}"/>
              </a:ext>
            </a:extLst>
          </p:cNvPr>
          <p:cNvSpPr/>
          <p:nvPr/>
        </p:nvSpPr>
        <p:spPr>
          <a:xfrm>
            <a:off x="4576471" y="2227870"/>
            <a:ext cx="3636811" cy="684000"/>
          </a:xfrm>
          <a:prstGeom prst="roundRect">
            <a:avLst>
              <a:gd name="adj" fmla="val 30212"/>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468000" tIns="0" rIns="64304" bIns="0" rtlCol="0" anchor="ctr"/>
          <a:lstStyle/>
          <a:p>
            <a:pPr>
              <a:lnSpc>
                <a:spcPct val="90000"/>
              </a:lnSpc>
            </a:pPr>
            <a:r>
              <a:rPr lang="ru-RU">
                <a:solidFill>
                  <a:srgbClr val="000000"/>
                </a:solidFill>
                <a:latin typeface="Arial" panose="020B0604020202020204"/>
                <a:sym typeface="MazzardM-Bold"/>
              </a:rPr>
              <a:t>Здесь может быть текст. </a:t>
            </a:r>
          </a:p>
        </p:txBody>
      </p:sp>
      <p:sp>
        <p:nvSpPr>
          <p:cNvPr id="6" name="Прямоугольник: скругленные углы 51">
            <a:extLst>
              <a:ext uri="{FF2B5EF4-FFF2-40B4-BE49-F238E27FC236}">
                <a16:creationId xmlns:a16="http://schemas.microsoft.com/office/drawing/2014/main" id="{2CC484DF-77C6-E354-51E7-5B1710BAFA36}"/>
              </a:ext>
            </a:extLst>
          </p:cNvPr>
          <p:cNvSpPr/>
          <p:nvPr/>
        </p:nvSpPr>
        <p:spPr>
          <a:xfrm>
            <a:off x="4576471" y="5067051"/>
            <a:ext cx="3636811" cy="684000"/>
          </a:xfrm>
          <a:prstGeom prst="roundRect">
            <a:avLst>
              <a:gd name="adj" fmla="val 25654"/>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468000" tIns="0" rIns="64304" bIns="0" rtlCol="0" anchor="ctr"/>
          <a:lstStyle/>
          <a:p>
            <a:pPr>
              <a:lnSpc>
                <a:spcPct val="90000"/>
              </a:lnSpc>
            </a:pPr>
            <a:r>
              <a:rPr lang="ru-RU">
                <a:solidFill>
                  <a:srgbClr val="000000"/>
                </a:solidFill>
                <a:latin typeface="Arial" panose="020B0604020202020204"/>
                <a:sym typeface="MazzardM-Bold"/>
              </a:rPr>
              <a:t>Здесь может быть текст. </a:t>
            </a:r>
          </a:p>
        </p:txBody>
      </p:sp>
      <p:sp>
        <p:nvSpPr>
          <p:cNvPr id="7" name="Прямоугольник: скругленные углы 51">
            <a:extLst>
              <a:ext uri="{FF2B5EF4-FFF2-40B4-BE49-F238E27FC236}">
                <a16:creationId xmlns:a16="http://schemas.microsoft.com/office/drawing/2014/main" id="{CFBE8182-7A7A-F505-D4A3-1A89949A891F}"/>
              </a:ext>
            </a:extLst>
          </p:cNvPr>
          <p:cNvSpPr/>
          <p:nvPr/>
        </p:nvSpPr>
        <p:spPr>
          <a:xfrm>
            <a:off x="4576471" y="4120658"/>
            <a:ext cx="3636811" cy="684000"/>
          </a:xfrm>
          <a:prstGeom prst="roundRect">
            <a:avLst>
              <a:gd name="adj" fmla="val 25654"/>
            </a:avLst>
          </a:prstGeom>
          <a:solidFill>
            <a:schemeClr val="accent6">
              <a:lumMod val="20000"/>
              <a:lumOff val="8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468000" tIns="0" rIns="64304" bIns="0" rtlCol="0" anchor="ctr"/>
          <a:lstStyle/>
          <a:p>
            <a:pPr>
              <a:lnSpc>
                <a:spcPct val="90000"/>
              </a:lnSpc>
            </a:pPr>
            <a:r>
              <a:rPr lang="ru-RU">
                <a:solidFill>
                  <a:srgbClr val="000000"/>
                </a:solidFill>
                <a:latin typeface="Arial" panose="020B0604020202020204"/>
                <a:sym typeface="MazzardM-Bold"/>
              </a:rPr>
              <a:t>Здесь может быть текст. </a:t>
            </a:r>
          </a:p>
        </p:txBody>
      </p:sp>
      <p:sp>
        <p:nvSpPr>
          <p:cNvPr id="10" name="Рисунок 327">
            <a:extLst>
              <a:ext uri="{FF2B5EF4-FFF2-40B4-BE49-F238E27FC236}">
                <a16:creationId xmlns:a16="http://schemas.microsoft.com/office/drawing/2014/main" id="{0C70C33E-D219-E29B-C3EF-D704ADA8877A}"/>
              </a:ext>
            </a:extLst>
          </p:cNvPr>
          <p:cNvSpPr>
            <a:spLocks noChangeAspect="1"/>
          </p:cNvSpPr>
          <p:nvPr/>
        </p:nvSpPr>
        <p:spPr>
          <a:xfrm>
            <a:off x="4711519" y="2461870"/>
            <a:ext cx="216000" cy="216000"/>
          </a:xfrm>
          <a:custGeom>
            <a:avLst/>
            <a:gdLst>
              <a:gd name="connsiteX0" fmla="*/ 25603 w 152400"/>
              <a:gd name="connsiteY0" fmla="*/ 48768 h 152400"/>
              <a:gd name="connsiteX1" fmla="*/ 25603 w 152400"/>
              <a:gd name="connsiteY1" fmla="*/ 126797 h 152400"/>
              <a:gd name="connsiteX2" fmla="*/ 103632 w 152400"/>
              <a:gd name="connsiteY2" fmla="*/ 126797 h 152400"/>
              <a:gd name="connsiteX3" fmla="*/ 132893 w 152400"/>
              <a:gd name="connsiteY3" fmla="*/ 97536 h 152400"/>
              <a:gd name="connsiteX4" fmla="*/ 152400 w 152400"/>
              <a:gd name="connsiteY4" fmla="*/ 43891 h 152400"/>
              <a:gd name="connsiteX5" fmla="*/ 146914 w 152400"/>
              <a:gd name="connsiteY5" fmla="*/ 5486 h 152400"/>
              <a:gd name="connsiteX6" fmla="*/ 108509 w 152400"/>
              <a:gd name="connsiteY6" fmla="*/ 0 h 152400"/>
              <a:gd name="connsiteX7" fmla="*/ 54864 w 152400"/>
              <a:gd name="connsiteY7" fmla="*/ 19507 h 152400"/>
              <a:gd name="connsiteX8" fmla="*/ 25603 w 152400"/>
              <a:gd name="connsiteY8" fmla="*/ 48768 h 152400"/>
              <a:gd name="connsiteX9" fmla="*/ 104775 w 152400"/>
              <a:gd name="connsiteY9" fmla="*/ 66675 h 152400"/>
              <a:gd name="connsiteX10" fmla="*/ 85725 w 152400"/>
              <a:gd name="connsiteY10" fmla="*/ 47625 h 152400"/>
              <a:gd name="connsiteX11" fmla="*/ 104775 w 152400"/>
              <a:gd name="connsiteY11" fmla="*/ 28575 h 152400"/>
              <a:gd name="connsiteX12" fmla="*/ 123825 w 152400"/>
              <a:gd name="connsiteY12" fmla="*/ 47625 h 152400"/>
              <a:gd name="connsiteX13" fmla="*/ 104775 w 152400"/>
              <a:gd name="connsiteY13" fmla="*/ 666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400" h="152400">
                <a:moveTo>
                  <a:pt x="25603" y="48768"/>
                </a:moveTo>
                <a:cubicBezTo>
                  <a:pt x="-8534" y="82906"/>
                  <a:pt x="-8535" y="92659"/>
                  <a:pt x="25603" y="126797"/>
                </a:cubicBezTo>
                <a:cubicBezTo>
                  <a:pt x="59741" y="160934"/>
                  <a:pt x="69494" y="160934"/>
                  <a:pt x="103632" y="126797"/>
                </a:cubicBezTo>
                <a:lnTo>
                  <a:pt x="132893" y="97536"/>
                </a:lnTo>
                <a:cubicBezTo>
                  <a:pt x="152400" y="78029"/>
                  <a:pt x="152400" y="68275"/>
                  <a:pt x="152400" y="43891"/>
                </a:cubicBezTo>
                <a:cubicBezTo>
                  <a:pt x="152400" y="21946"/>
                  <a:pt x="152400" y="10973"/>
                  <a:pt x="146914" y="5486"/>
                </a:cubicBezTo>
                <a:cubicBezTo>
                  <a:pt x="141427" y="0"/>
                  <a:pt x="130454" y="0"/>
                  <a:pt x="108509" y="0"/>
                </a:cubicBezTo>
                <a:cubicBezTo>
                  <a:pt x="84125" y="0"/>
                  <a:pt x="74371" y="0"/>
                  <a:pt x="54864" y="19507"/>
                </a:cubicBezTo>
                <a:lnTo>
                  <a:pt x="25603" y="48768"/>
                </a:lnTo>
                <a:close/>
                <a:moveTo>
                  <a:pt x="104775" y="66675"/>
                </a:moveTo>
                <a:cubicBezTo>
                  <a:pt x="94254" y="66675"/>
                  <a:pt x="85725" y="58146"/>
                  <a:pt x="85725" y="47625"/>
                </a:cubicBezTo>
                <a:cubicBezTo>
                  <a:pt x="85725" y="37104"/>
                  <a:pt x="94254" y="28575"/>
                  <a:pt x="104775" y="28575"/>
                </a:cubicBezTo>
                <a:cubicBezTo>
                  <a:pt x="115296" y="28575"/>
                  <a:pt x="123825" y="37104"/>
                  <a:pt x="123825" y="47625"/>
                </a:cubicBezTo>
                <a:cubicBezTo>
                  <a:pt x="123825" y="58146"/>
                  <a:pt x="115296" y="66675"/>
                  <a:pt x="104775" y="66675"/>
                </a:cubicBezTo>
                <a:close/>
              </a:path>
            </a:pathLst>
          </a:custGeom>
          <a:solidFill>
            <a:schemeClr val="accent6"/>
          </a:solidFill>
          <a:ln w="9525" cap="flat">
            <a:noFill/>
            <a:prstDash val="solid"/>
            <a:miter/>
          </a:ln>
        </p:spPr>
        <p:txBody>
          <a:bodyPr rtlCol="0" anchor="ctr"/>
          <a:lstStyle/>
          <a:p>
            <a:endParaRPr lang="ru-RU"/>
          </a:p>
        </p:txBody>
      </p:sp>
      <p:sp>
        <p:nvSpPr>
          <p:cNvPr id="13" name="Рисунок 365">
            <a:extLst>
              <a:ext uri="{FF2B5EF4-FFF2-40B4-BE49-F238E27FC236}">
                <a16:creationId xmlns:a16="http://schemas.microsoft.com/office/drawing/2014/main" id="{E91469EA-45AF-9651-DA9E-5657E9F925D0}"/>
              </a:ext>
            </a:extLst>
          </p:cNvPr>
          <p:cNvSpPr>
            <a:spLocks noChangeAspect="1"/>
          </p:cNvSpPr>
          <p:nvPr/>
        </p:nvSpPr>
        <p:spPr>
          <a:xfrm>
            <a:off x="4719471" y="4354658"/>
            <a:ext cx="216000" cy="216000"/>
          </a:xfrm>
          <a:custGeom>
            <a:avLst/>
            <a:gdLst>
              <a:gd name="connsiteX0" fmla="*/ 85725 w 171450"/>
              <a:gd name="connsiteY0" fmla="*/ 0 h 171450"/>
              <a:gd name="connsiteX1" fmla="*/ 0 w 171450"/>
              <a:gd name="connsiteY1" fmla="*/ 85725 h 171450"/>
              <a:gd name="connsiteX2" fmla="*/ 85725 w 171450"/>
              <a:gd name="connsiteY2" fmla="*/ 171450 h 171450"/>
              <a:gd name="connsiteX3" fmla="*/ 171450 w 171450"/>
              <a:gd name="connsiteY3" fmla="*/ 85725 h 171450"/>
              <a:gd name="connsiteX4" fmla="*/ 85725 w 171450"/>
              <a:gd name="connsiteY4" fmla="*/ 0 h 171450"/>
              <a:gd name="connsiteX5" fmla="*/ 38100 w 171450"/>
              <a:gd name="connsiteY5" fmla="*/ 47625 h 171450"/>
              <a:gd name="connsiteX6" fmla="*/ 47625 w 171450"/>
              <a:gd name="connsiteY6" fmla="*/ 38100 h 171450"/>
              <a:gd name="connsiteX7" fmla="*/ 114300 w 171450"/>
              <a:gd name="connsiteY7" fmla="*/ 38100 h 171450"/>
              <a:gd name="connsiteX8" fmla="*/ 123825 w 171450"/>
              <a:gd name="connsiteY8" fmla="*/ 47625 h 171450"/>
              <a:gd name="connsiteX9" fmla="*/ 114300 w 171450"/>
              <a:gd name="connsiteY9" fmla="*/ 57150 h 171450"/>
              <a:gd name="connsiteX10" fmla="*/ 47625 w 171450"/>
              <a:gd name="connsiteY10" fmla="*/ 57150 h 171450"/>
              <a:gd name="connsiteX11" fmla="*/ 38100 w 171450"/>
              <a:gd name="connsiteY11" fmla="*/ 47625 h 171450"/>
              <a:gd name="connsiteX12" fmla="*/ 38100 w 171450"/>
              <a:gd name="connsiteY12" fmla="*/ 85725 h 171450"/>
              <a:gd name="connsiteX13" fmla="*/ 47625 w 171450"/>
              <a:gd name="connsiteY13" fmla="*/ 76200 h 171450"/>
              <a:gd name="connsiteX14" fmla="*/ 66675 w 171450"/>
              <a:gd name="connsiteY14" fmla="*/ 76200 h 171450"/>
              <a:gd name="connsiteX15" fmla="*/ 76200 w 171450"/>
              <a:gd name="connsiteY15" fmla="*/ 85725 h 171450"/>
              <a:gd name="connsiteX16" fmla="*/ 66675 w 171450"/>
              <a:gd name="connsiteY16" fmla="*/ 95250 h 171450"/>
              <a:gd name="connsiteX17" fmla="*/ 47625 w 171450"/>
              <a:gd name="connsiteY17" fmla="*/ 95250 h 171450"/>
              <a:gd name="connsiteX18" fmla="*/ 38100 w 171450"/>
              <a:gd name="connsiteY18" fmla="*/ 85725 h 171450"/>
              <a:gd name="connsiteX19" fmla="*/ 119024 w 171450"/>
              <a:gd name="connsiteY19" fmla="*/ 80963 h 171450"/>
              <a:gd name="connsiteX20" fmla="*/ 138110 w 171450"/>
              <a:gd name="connsiteY20" fmla="*/ 80964 h 171450"/>
              <a:gd name="connsiteX21" fmla="*/ 138110 w 171450"/>
              <a:gd name="connsiteY21" fmla="*/ 100056 h 171450"/>
              <a:gd name="connsiteX22" fmla="*/ 123795 w 171450"/>
              <a:gd name="connsiteY22" fmla="*/ 100055 h 171450"/>
              <a:gd name="connsiteX23" fmla="*/ 119024 w 171450"/>
              <a:gd name="connsiteY23" fmla="*/ 95282 h 171450"/>
              <a:gd name="connsiteX24" fmla="*/ 119024 w 171450"/>
              <a:gd name="connsiteY24" fmla="*/ 80963 h 171450"/>
              <a:gd name="connsiteX25" fmla="*/ 71435 w 171450"/>
              <a:gd name="connsiteY25" fmla="*/ 152400 h 171450"/>
              <a:gd name="connsiteX26" fmla="*/ 66675 w 171450"/>
              <a:gd name="connsiteY26" fmla="*/ 147636 h 171450"/>
              <a:gd name="connsiteX27" fmla="*/ 71435 w 171450"/>
              <a:gd name="connsiteY27" fmla="*/ 128579 h 171450"/>
              <a:gd name="connsiteX28" fmla="*/ 102893 w 171450"/>
              <a:gd name="connsiteY28" fmla="*/ 97093 h 171450"/>
              <a:gd name="connsiteX29" fmla="*/ 112522 w 171450"/>
              <a:gd name="connsiteY29" fmla="*/ 96982 h 171450"/>
              <a:gd name="connsiteX30" fmla="*/ 122040 w 171450"/>
              <a:gd name="connsiteY30" fmla="*/ 106510 h 171450"/>
              <a:gd name="connsiteX31" fmla="*/ 122040 w 171450"/>
              <a:gd name="connsiteY31" fmla="*/ 116038 h 171450"/>
              <a:gd name="connsiteX32" fmla="*/ 90470 w 171450"/>
              <a:gd name="connsiteY32" fmla="*/ 147636 h 171450"/>
              <a:gd name="connsiteX33" fmla="*/ 71435 w 171450"/>
              <a:gd name="connsiteY33" fmla="*/ 1524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450" h="171450">
                <a:moveTo>
                  <a:pt x="85725" y="0"/>
                </a:moveTo>
                <a:cubicBezTo>
                  <a:pt x="19050" y="0"/>
                  <a:pt x="0" y="9525"/>
                  <a:pt x="0" y="85725"/>
                </a:cubicBezTo>
                <a:cubicBezTo>
                  <a:pt x="0" y="161925"/>
                  <a:pt x="19050" y="171450"/>
                  <a:pt x="85725" y="171450"/>
                </a:cubicBezTo>
                <a:cubicBezTo>
                  <a:pt x="152400" y="171450"/>
                  <a:pt x="171450" y="161925"/>
                  <a:pt x="171450" y="85725"/>
                </a:cubicBezTo>
                <a:cubicBezTo>
                  <a:pt x="171450" y="9525"/>
                  <a:pt x="152400" y="0"/>
                  <a:pt x="85725" y="0"/>
                </a:cubicBezTo>
                <a:close/>
                <a:moveTo>
                  <a:pt x="38100" y="47625"/>
                </a:moveTo>
                <a:cubicBezTo>
                  <a:pt x="38100" y="42365"/>
                  <a:pt x="42365" y="38100"/>
                  <a:pt x="47625" y="38100"/>
                </a:cubicBezTo>
                <a:lnTo>
                  <a:pt x="114300" y="38100"/>
                </a:lnTo>
                <a:cubicBezTo>
                  <a:pt x="119561" y="38100"/>
                  <a:pt x="123825" y="42365"/>
                  <a:pt x="123825" y="47625"/>
                </a:cubicBezTo>
                <a:cubicBezTo>
                  <a:pt x="123825" y="52886"/>
                  <a:pt x="119561" y="57150"/>
                  <a:pt x="114300" y="57150"/>
                </a:cubicBezTo>
                <a:lnTo>
                  <a:pt x="47625" y="57150"/>
                </a:lnTo>
                <a:cubicBezTo>
                  <a:pt x="42365" y="57150"/>
                  <a:pt x="38100" y="52886"/>
                  <a:pt x="38100" y="47625"/>
                </a:cubicBezTo>
                <a:close/>
                <a:moveTo>
                  <a:pt x="38100" y="85725"/>
                </a:moveTo>
                <a:cubicBezTo>
                  <a:pt x="38100" y="80464"/>
                  <a:pt x="42365" y="76200"/>
                  <a:pt x="47625" y="76200"/>
                </a:cubicBezTo>
                <a:lnTo>
                  <a:pt x="66675" y="76200"/>
                </a:lnTo>
                <a:cubicBezTo>
                  <a:pt x="71936" y="76200"/>
                  <a:pt x="76200" y="80464"/>
                  <a:pt x="76200" y="85725"/>
                </a:cubicBezTo>
                <a:cubicBezTo>
                  <a:pt x="76200" y="90986"/>
                  <a:pt x="71936" y="95250"/>
                  <a:pt x="66675" y="95250"/>
                </a:cubicBezTo>
                <a:lnTo>
                  <a:pt x="47625" y="95250"/>
                </a:lnTo>
                <a:cubicBezTo>
                  <a:pt x="42365" y="95250"/>
                  <a:pt x="38100" y="90986"/>
                  <a:pt x="38100" y="85725"/>
                </a:cubicBezTo>
                <a:close/>
                <a:moveTo>
                  <a:pt x="119024" y="80963"/>
                </a:moveTo>
                <a:cubicBezTo>
                  <a:pt x="122892" y="77095"/>
                  <a:pt x="129675" y="72527"/>
                  <a:pt x="138110" y="80964"/>
                </a:cubicBezTo>
                <a:cubicBezTo>
                  <a:pt x="146544" y="89402"/>
                  <a:pt x="141986" y="96178"/>
                  <a:pt x="138110" y="100056"/>
                </a:cubicBezTo>
                <a:cubicBezTo>
                  <a:pt x="131829" y="106339"/>
                  <a:pt x="129891" y="106357"/>
                  <a:pt x="123795" y="100055"/>
                </a:cubicBezTo>
                <a:lnTo>
                  <a:pt x="119024" y="95282"/>
                </a:lnTo>
                <a:cubicBezTo>
                  <a:pt x="112726" y="88925"/>
                  <a:pt x="112725" y="87266"/>
                  <a:pt x="119024" y="80963"/>
                </a:cubicBezTo>
                <a:close/>
                <a:moveTo>
                  <a:pt x="71435" y="152400"/>
                </a:moveTo>
                <a:cubicBezTo>
                  <a:pt x="69054" y="152400"/>
                  <a:pt x="66675" y="150018"/>
                  <a:pt x="66675" y="147636"/>
                </a:cubicBezTo>
                <a:cubicBezTo>
                  <a:pt x="66675" y="140490"/>
                  <a:pt x="67985" y="132032"/>
                  <a:pt x="71435" y="128579"/>
                </a:cubicBezTo>
                <a:lnTo>
                  <a:pt x="102893" y="97093"/>
                </a:lnTo>
                <a:cubicBezTo>
                  <a:pt x="105272" y="94712"/>
                  <a:pt x="110142" y="94599"/>
                  <a:pt x="112522" y="96982"/>
                </a:cubicBezTo>
                <a:lnTo>
                  <a:pt x="122040" y="106510"/>
                </a:lnTo>
                <a:cubicBezTo>
                  <a:pt x="124420" y="108892"/>
                  <a:pt x="124420" y="113656"/>
                  <a:pt x="122040" y="116038"/>
                </a:cubicBezTo>
                <a:lnTo>
                  <a:pt x="90470" y="147636"/>
                </a:lnTo>
                <a:cubicBezTo>
                  <a:pt x="87021" y="151088"/>
                  <a:pt x="78573" y="152400"/>
                  <a:pt x="71435" y="152400"/>
                </a:cubicBezTo>
                <a:close/>
              </a:path>
            </a:pathLst>
          </a:custGeom>
          <a:solidFill>
            <a:schemeClr val="accent6"/>
          </a:solidFill>
          <a:ln w="9525" cap="flat">
            <a:noFill/>
            <a:prstDash val="solid"/>
            <a:miter/>
          </a:ln>
        </p:spPr>
        <p:txBody>
          <a:bodyPr rtlCol="0" anchor="ctr"/>
          <a:lstStyle/>
          <a:p>
            <a:endParaRPr lang="ru-RU"/>
          </a:p>
        </p:txBody>
      </p:sp>
      <p:sp>
        <p:nvSpPr>
          <p:cNvPr id="17" name="Полилиния: фигура 68">
            <a:extLst>
              <a:ext uri="{FF2B5EF4-FFF2-40B4-BE49-F238E27FC236}">
                <a16:creationId xmlns:a16="http://schemas.microsoft.com/office/drawing/2014/main" id="{ECCDC911-CAAE-E127-6416-AAD254E439FF}"/>
              </a:ext>
            </a:extLst>
          </p:cNvPr>
          <p:cNvSpPr>
            <a:spLocks noChangeAspect="1"/>
          </p:cNvSpPr>
          <p:nvPr/>
        </p:nvSpPr>
        <p:spPr>
          <a:xfrm>
            <a:off x="4701278" y="5269878"/>
            <a:ext cx="243000" cy="216000"/>
          </a:xfrm>
          <a:custGeom>
            <a:avLst/>
            <a:gdLst>
              <a:gd name="connsiteX0" fmla="*/ 14288 w 171450"/>
              <a:gd name="connsiteY0" fmla="*/ 95250 h 152400"/>
              <a:gd name="connsiteX1" fmla="*/ 28575 w 171450"/>
              <a:gd name="connsiteY1" fmla="*/ 109537 h 152400"/>
              <a:gd name="connsiteX2" fmla="*/ 28575 w 171450"/>
              <a:gd name="connsiteY2" fmla="*/ 138112 h 152400"/>
              <a:gd name="connsiteX3" fmla="*/ 14288 w 171450"/>
              <a:gd name="connsiteY3" fmla="*/ 152400 h 152400"/>
              <a:gd name="connsiteX4" fmla="*/ 0 w 171450"/>
              <a:gd name="connsiteY4" fmla="*/ 138112 h 152400"/>
              <a:gd name="connsiteX5" fmla="*/ 0 w 171450"/>
              <a:gd name="connsiteY5" fmla="*/ 109537 h 152400"/>
              <a:gd name="connsiteX6" fmla="*/ 14288 w 171450"/>
              <a:gd name="connsiteY6" fmla="*/ 95250 h 152400"/>
              <a:gd name="connsiteX7" fmla="*/ 109538 w 171450"/>
              <a:gd name="connsiteY7" fmla="*/ 76200 h 152400"/>
              <a:gd name="connsiteX8" fmla="*/ 123825 w 171450"/>
              <a:gd name="connsiteY8" fmla="*/ 90487 h 152400"/>
              <a:gd name="connsiteX9" fmla="*/ 123825 w 171450"/>
              <a:gd name="connsiteY9" fmla="*/ 138112 h 152400"/>
              <a:gd name="connsiteX10" fmla="*/ 109538 w 171450"/>
              <a:gd name="connsiteY10" fmla="*/ 152400 h 152400"/>
              <a:gd name="connsiteX11" fmla="*/ 95250 w 171450"/>
              <a:gd name="connsiteY11" fmla="*/ 138112 h 152400"/>
              <a:gd name="connsiteX12" fmla="*/ 95250 w 171450"/>
              <a:gd name="connsiteY12" fmla="*/ 90487 h 152400"/>
              <a:gd name="connsiteX13" fmla="*/ 109538 w 171450"/>
              <a:gd name="connsiteY13" fmla="*/ 76200 h 152400"/>
              <a:gd name="connsiteX14" fmla="*/ 61912 w 171450"/>
              <a:gd name="connsiteY14" fmla="*/ 66675 h 152400"/>
              <a:gd name="connsiteX15" fmla="*/ 76200 w 171450"/>
              <a:gd name="connsiteY15" fmla="*/ 80962 h 152400"/>
              <a:gd name="connsiteX16" fmla="*/ 76200 w 171450"/>
              <a:gd name="connsiteY16" fmla="*/ 138112 h 152400"/>
              <a:gd name="connsiteX17" fmla="*/ 61912 w 171450"/>
              <a:gd name="connsiteY17" fmla="*/ 152400 h 152400"/>
              <a:gd name="connsiteX18" fmla="*/ 47625 w 171450"/>
              <a:gd name="connsiteY18" fmla="*/ 138112 h 152400"/>
              <a:gd name="connsiteX19" fmla="*/ 47625 w 171450"/>
              <a:gd name="connsiteY19" fmla="*/ 80962 h 152400"/>
              <a:gd name="connsiteX20" fmla="*/ 61912 w 171450"/>
              <a:gd name="connsiteY20" fmla="*/ 66675 h 152400"/>
              <a:gd name="connsiteX21" fmla="*/ 157163 w 171450"/>
              <a:gd name="connsiteY21" fmla="*/ 47625 h 152400"/>
              <a:gd name="connsiteX22" fmla="*/ 171450 w 171450"/>
              <a:gd name="connsiteY22" fmla="*/ 61912 h 152400"/>
              <a:gd name="connsiteX23" fmla="*/ 171450 w 171450"/>
              <a:gd name="connsiteY23" fmla="*/ 138112 h 152400"/>
              <a:gd name="connsiteX24" fmla="*/ 157163 w 171450"/>
              <a:gd name="connsiteY24" fmla="*/ 152400 h 152400"/>
              <a:gd name="connsiteX25" fmla="*/ 142875 w 171450"/>
              <a:gd name="connsiteY25" fmla="*/ 138112 h 152400"/>
              <a:gd name="connsiteX26" fmla="*/ 142875 w 171450"/>
              <a:gd name="connsiteY26" fmla="*/ 61912 h 152400"/>
              <a:gd name="connsiteX27" fmla="*/ 157163 w 171450"/>
              <a:gd name="connsiteY27" fmla="*/ 47625 h 152400"/>
              <a:gd name="connsiteX28" fmla="*/ 155518 w 171450"/>
              <a:gd name="connsiteY28" fmla="*/ 2477 h 152400"/>
              <a:gd name="connsiteX29" fmla="*/ 168973 w 171450"/>
              <a:gd name="connsiteY29" fmla="*/ 3118 h 152400"/>
              <a:gd name="connsiteX30" fmla="*/ 168332 w 171450"/>
              <a:gd name="connsiteY30" fmla="*/ 16573 h 152400"/>
              <a:gd name="connsiteX31" fmla="*/ 115945 w 171450"/>
              <a:gd name="connsiteY31" fmla="*/ 64198 h 152400"/>
              <a:gd name="connsiteX32" fmla="*/ 104638 w 171450"/>
              <a:gd name="connsiteY32" fmla="*/ 65318 h 152400"/>
              <a:gd name="connsiteX33" fmla="*/ 62418 w 171450"/>
              <a:gd name="connsiteY33" fmla="*/ 39986 h 152400"/>
              <a:gd name="connsiteX34" fmla="*/ 15128 w 171450"/>
              <a:gd name="connsiteY34" fmla="*/ 74378 h 152400"/>
              <a:gd name="connsiteX35" fmla="*/ 1822 w 171450"/>
              <a:gd name="connsiteY35" fmla="*/ 72278 h 152400"/>
              <a:gd name="connsiteX36" fmla="*/ 3923 w 171450"/>
              <a:gd name="connsiteY36" fmla="*/ 58972 h 152400"/>
              <a:gd name="connsiteX37" fmla="*/ 56311 w 171450"/>
              <a:gd name="connsiteY37" fmla="*/ 20872 h 152400"/>
              <a:gd name="connsiteX38" fmla="*/ 66814 w 171450"/>
              <a:gd name="connsiteY38" fmla="*/ 20407 h 152400"/>
              <a:gd name="connsiteX39" fmla="*/ 108369 w 171450"/>
              <a:gd name="connsiteY39" fmla="*/ 4534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71450" h="152400">
                <a:moveTo>
                  <a:pt x="14288" y="95250"/>
                </a:moveTo>
                <a:cubicBezTo>
                  <a:pt x="22178" y="95250"/>
                  <a:pt x="28575" y="101647"/>
                  <a:pt x="28575" y="109537"/>
                </a:cubicBezTo>
                <a:lnTo>
                  <a:pt x="28575" y="138112"/>
                </a:lnTo>
                <a:cubicBezTo>
                  <a:pt x="28575" y="146003"/>
                  <a:pt x="22178" y="152400"/>
                  <a:pt x="14288" y="152400"/>
                </a:cubicBezTo>
                <a:cubicBezTo>
                  <a:pt x="6397" y="152400"/>
                  <a:pt x="0" y="146003"/>
                  <a:pt x="0" y="138112"/>
                </a:cubicBezTo>
                <a:lnTo>
                  <a:pt x="0" y="109537"/>
                </a:lnTo>
                <a:cubicBezTo>
                  <a:pt x="0" y="101647"/>
                  <a:pt x="6397" y="95250"/>
                  <a:pt x="14288" y="95250"/>
                </a:cubicBezTo>
                <a:close/>
                <a:moveTo>
                  <a:pt x="109538" y="76200"/>
                </a:moveTo>
                <a:cubicBezTo>
                  <a:pt x="117428" y="76200"/>
                  <a:pt x="123825" y="82597"/>
                  <a:pt x="123825" y="90487"/>
                </a:cubicBezTo>
                <a:lnTo>
                  <a:pt x="123825" y="138112"/>
                </a:lnTo>
                <a:cubicBezTo>
                  <a:pt x="123825" y="146003"/>
                  <a:pt x="117428" y="152400"/>
                  <a:pt x="109538" y="152400"/>
                </a:cubicBezTo>
                <a:cubicBezTo>
                  <a:pt x="101646" y="152400"/>
                  <a:pt x="95250" y="146003"/>
                  <a:pt x="95250" y="138112"/>
                </a:cubicBezTo>
                <a:lnTo>
                  <a:pt x="95250" y="90487"/>
                </a:lnTo>
                <a:cubicBezTo>
                  <a:pt x="95250" y="82597"/>
                  <a:pt x="101646" y="76200"/>
                  <a:pt x="109538" y="76200"/>
                </a:cubicBezTo>
                <a:close/>
                <a:moveTo>
                  <a:pt x="61912" y="66675"/>
                </a:moveTo>
                <a:cubicBezTo>
                  <a:pt x="69803" y="66675"/>
                  <a:pt x="76200" y="73072"/>
                  <a:pt x="76200" y="80962"/>
                </a:cubicBezTo>
                <a:lnTo>
                  <a:pt x="76200" y="138112"/>
                </a:lnTo>
                <a:cubicBezTo>
                  <a:pt x="76200" y="146003"/>
                  <a:pt x="69803" y="152400"/>
                  <a:pt x="61912" y="152400"/>
                </a:cubicBezTo>
                <a:cubicBezTo>
                  <a:pt x="54022" y="152400"/>
                  <a:pt x="47625" y="146003"/>
                  <a:pt x="47625" y="138112"/>
                </a:cubicBezTo>
                <a:lnTo>
                  <a:pt x="47625" y="80962"/>
                </a:lnTo>
                <a:cubicBezTo>
                  <a:pt x="47625" y="73072"/>
                  <a:pt x="54022" y="66675"/>
                  <a:pt x="61912" y="66675"/>
                </a:cubicBezTo>
                <a:close/>
                <a:moveTo>
                  <a:pt x="157163" y="47625"/>
                </a:moveTo>
                <a:cubicBezTo>
                  <a:pt x="165053" y="47625"/>
                  <a:pt x="171450" y="54022"/>
                  <a:pt x="171450" y="61912"/>
                </a:cubicBezTo>
                <a:lnTo>
                  <a:pt x="171450" y="138112"/>
                </a:lnTo>
                <a:cubicBezTo>
                  <a:pt x="171450" y="146003"/>
                  <a:pt x="165053" y="152400"/>
                  <a:pt x="157163" y="152400"/>
                </a:cubicBezTo>
                <a:cubicBezTo>
                  <a:pt x="149271" y="152400"/>
                  <a:pt x="142875" y="146003"/>
                  <a:pt x="142875" y="138112"/>
                </a:cubicBezTo>
                <a:lnTo>
                  <a:pt x="142875" y="61912"/>
                </a:lnTo>
                <a:cubicBezTo>
                  <a:pt x="142875" y="54022"/>
                  <a:pt x="149271" y="47625"/>
                  <a:pt x="157163" y="47625"/>
                </a:cubicBezTo>
                <a:close/>
                <a:moveTo>
                  <a:pt x="155518" y="2477"/>
                </a:moveTo>
                <a:cubicBezTo>
                  <a:pt x="159411" y="-1061"/>
                  <a:pt x="165435" y="-775"/>
                  <a:pt x="168973" y="3118"/>
                </a:cubicBezTo>
                <a:cubicBezTo>
                  <a:pt x="172512" y="7010"/>
                  <a:pt x="172225" y="13034"/>
                  <a:pt x="168332" y="16573"/>
                </a:cubicBezTo>
                <a:lnTo>
                  <a:pt x="115945" y="64198"/>
                </a:lnTo>
                <a:cubicBezTo>
                  <a:pt x="112836" y="67025"/>
                  <a:pt x="108241" y="67480"/>
                  <a:pt x="104638" y="65318"/>
                </a:cubicBezTo>
                <a:lnTo>
                  <a:pt x="62418" y="39986"/>
                </a:lnTo>
                <a:lnTo>
                  <a:pt x="15128" y="74378"/>
                </a:lnTo>
                <a:cubicBezTo>
                  <a:pt x="10874" y="77473"/>
                  <a:pt x="4917" y="76531"/>
                  <a:pt x="1822" y="72278"/>
                </a:cubicBezTo>
                <a:cubicBezTo>
                  <a:pt x="-1272" y="68023"/>
                  <a:pt x="-331" y="62066"/>
                  <a:pt x="3923" y="58972"/>
                </a:cubicBezTo>
                <a:lnTo>
                  <a:pt x="56311" y="20872"/>
                </a:lnTo>
                <a:cubicBezTo>
                  <a:pt x="59402" y="18624"/>
                  <a:pt x="63537" y="18441"/>
                  <a:pt x="66814" y="20407"/>
                </a:cubicBezTo>
                <a:lnTo>
                  <a:pt x="108369" y="45340"/>
                </a:lnTo>
                <a:close/>
              </a:path>
            </a:pathLst>
          </a:custGeom>
          <a:solidFill>
            <a:schemeClr val="accent6"/>
          </a:solidFill>
          <a:ln w="9525" cap="flat">
            <a:noFill/>
            <a:prstDash val="solid"/>
            <a:miter/>
          </a:ln>
        </p:spPr>
        <p:txBody>
          <a:bodyPr rtlCol="0" anchor="ctr"/>
          <a:lstStyle/>
          <a:p>
            <a:endParaRPr lang="ru-RU"/>
          </a:p>
        </p:txBody>
      </p:sp>
      <p:pic>
        <p:nvPicPr>
          <p:cNvPr id="4" name="Рисунок 3">
            <a:extLst>
              <a:ext uri="{FF2B5EF4-FFF2-40B4-BE49-F238E27FC236}">
                <a16:creationId xmlns:a16="http://schemas.microsoft.com/office/drawing/2014/main" id="{E05A8EF9-C1C4-4D95-98FF-E3C5E9C7CE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69960">
            <a:off x="11316149" y="1444899"/>
            <a:ext cx="459673" cy="459673"/>
          </a:xfrm>
          <a:prstGeom prst="rect">
            <a:avLst/>
          </a:prstGeom>
        </p:spPr>
      </p:pic>
    </p:spTree>
    <p:extLst>
      <p:ext uri="{BB962C8B-B14F-4D97-AF65-F5344CB8AC3E}">
        <p14:creationId xmlns:p14="http://schemas.microsoft.com/office/powerpoint/2010/main" val="9743335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BD1D5153-7668-EC77-EE03-3BF6DEE810D5}"/>
              </a:ext>
            </a:extLst>
          </p:cNvPr>
          <p:cNvSpPr>
            <a:spLocks noGrp="1"/>
          </p:cNvSpPr>
          <p:nvPr>
            <p:ph type="ftr" sz="quarter" idx="11"/>
          </p:nvPr>
        </p:nvSpPr>
        <p:spPr/>
        <p:txBody>
          <a:bodyPr/>
          <a:lstStyle/>
          <a:p>
            <a:endParaRPr lang="ru-RU"/>
          </a:p>
        </p:txBody>
      </p:sp>
      <p:sp>
        <p:nvSpPr>
          <p:cNvPr id="12" name="Заголовок 11">
            <a:extLst>
              <a:ext uri="{FF2B5EF4-FFF2-40B4-BE49-F238E27FC236}">
                <a16:creationId xmlns:a16="http://schemas.microsoft.com/office/drawing/2014/main" id="{C22AA00F-D642-467F-A941-CCA6F11B7304}"/>
              </a:ext>
            </a:extLst>
          </p:cNvPr>
          <p:cNvSpPr>
            <a:spLocks noGrp="1"/>
          </p:cNvSpPr>
          <p:nvPr>
            <p:ph type="title"/>
          </p:nvPr>
        </p:nvSpPr>
        <p:spPr/>
        <p:txBody>
          <a:bodyPr/>
          <a:lstStyle/>
          <a:p>
            <a:r>
              <a:rPr lang="ru-RU"/>
              <a:t>Сформулируй смысловой заголовок</a:t>
            </a:r>
          </a:p>
        </p:txBody>
      </p:sp>
      <p:sp>
        <p:nvSpPr>
          <p:cNvPr id="16" name="Номер слайда 2">
            <a:extLst>
              <a:ext uri="{FF2B5EF4-FFF2-40B4-BE49-F238E27FC236}">
                <a16:creationId xmlns:a16="http://schemas.microsoft.com/office/drawing/2014/main" id="{C2C24910-3105-4CAB-AAFB-416B8AD900C2}"/>
              </a:ext>
            </a:extLst>
          </p:cNvPr>
          <p:cNvSpPr>
            <a:spLocks noGrp="1"/>
          </p:cNvSpPr>
          <p:nvPr>
            <p:ph type="sldNum" sz="quarter" idx="12"/>
          </p:nvPr>
        </p:nvSpPr>
        <p:spPr/>
        <p:txBody>
          <a:bodyPr/>
          <a:lstStyle/>
          <a:p>
            <a:fld id="{EB5249F5-0093-48B0-B996-C4E44A87EAFB}" type="slidenum">
              <a:rPr lang="ru-RU" smtClean="0"/>
              <a:pPr/>
              <a:t>95</a:t>
            </a:fld>
            <a:endParaRPr lang="ru-RU"/>
          </a:p>
        </p:txBody>
      </p:sp>
      <p:sp>
        <p:nvSpPr>
          <p:cNvPr id="5" name="Прямоугольник: скругленные углы 19">
            <a:extLst>
              <a:ext uri="{FF2B5EF4-FFF2-40B4-BE49-F238E27FC236}">
                <a16:creationId xmlns:a16="http://schemas.microsoft.com/office/drawing/2014/main" id="{8E2BC6BF-91E7-4CCF-BEED-843B2FA34BA9}"/>
              </a:ext>
            </a:extLst>
          </p:cNvPr>
          <p:cNvSpPr/>
          <p:nvPr/>
        </p:nvSpPr>
        <p:spPr>
          <a:xfrm>
            <a:off x="653388" y="2025683"/>
            <a:ext cx="10912406" cy="3922499"/>
          </a:xfrm>
          <a:prstGeom prst="roundRect">
            <a:avLst>
              <a:gd name="adj" fmla="val 10619"/>
            </a:avLst>
          </a:prstGeom>
          <a:solidFill>
            <a:schemeClr val="tx2">
              <a:lumMod val="90000"/>
              <a:lumOff val="1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Прямоугольник: скругленные углы 26">
            <a:extLst>
              <a:ext uri="{FF2B5EF4-FFF2-40B4-BE49-F238E27FC236}">
                <a16:creationId xmlns:a16="http://schemas.microsoft.com/office/drawing/2014/main" id="{71583716-28F1-4484-A71C-17D9F215C852}"/>
              </a:ext>
            </a:extLst>
          </p:cNvPr>
          <p:cNvSpPr/>
          <p:nvPr/>
        </p:nvSpPr>
        <p:spPr>
          <a:xfrm>
            <a:off x="7916610" y="1733038"/>
            <a:ext cx="3089698" cy="4429947"/>
          </a:xfrm>
          <a:prstGeom prst="roundRect">
            <a:avLst>
              <a:gd name="adj" fmla="val 8828"/>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25" name="Прямоугольник: скругленные углы 26">
            <a:extLst>
              <a:ext uri="{FF2B5EF4-FFF2-40B4-BE49-F238E27FC236}">
                <a16:creationId xmlns:a16="http://schemas.microsoft.com/office/drawing/2014/main" id="{3A707BE4-5B8E-DF4E-99EE-D30BB42B2881}"/>
              </a:ext>
            </a:extLst>
          </p:cNvPr>
          <p:cNvSpPr/>
          <p:nvPr/>
        </p:nvSpPr>
        <p:spPr>
          <a:xfrm>
            <a:off x="4545694" y="1733038"/>
            <a:ext cx="3089698" cy="4429947"/>
          </a:xfrm>
          <a:prstGeom prst="roundRect">
            <a:avLst>
              <a:gd name="adj" fmla="val 8828"/>
            </a:avLst>
          </a:prstGeom>
          <a:solidFill>
            <a:schemeClr val="tx1">
              <a:lumMod val="75000"/>
              <a:lumOff val="2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26" name="Объект 12">
            <a:extLst>
              <a:ext uri="{FF2B5EF4-FFF2-40B4-BE49-F238E27FC236}">
                <a16:creationId xmlns:a16="http://schemas.microsoft.com/office/drawing/2014/main" id="{7FA6FB6A-4D12-5143-8C7F-CFF1B31E9D67}"/>
              </a:ext>
            </a:extLst>
          </p:cNvPr>
          <p:cNvSpPr txBox="1">
            <a:spLocks/>
          </p:cNvSpPr>
          <p:nvPr/>
        </p:nvSpPr>
        <p:spPr>
          <a:xfrm>
            <a:off x="993882" y="2950503"/>
            <a:ext cx="3282843" cy="597369"/>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bg2"/>
                </a:solidFill>
              </a:rPr>
              <a:t>Здесь может быть твой текст. </a:t>
            </a:r>
          </a:p>
        </p:txBody>
      </p:sp>
      <p:sp>
        <p:nvSpPr>
          <p:cNvPr id="27" name="Объект 12">
            <a:extLst>
              <a:ext uri="{FF2B5EF4-FFF2-40B4-BE49-F238E27FC236}">
                <a16:creationId xmlns:a16="http://schemas.microsoft.com/office/drawing/2014/main" id="{E8C4E3BC-98C3-7841-BCA8-AA60950BCC21}"/>
              </a:ext>
            </a:extLst>
          </p:cNvPr>
          <p:cNvSpPr txBox="1">
            <a:spLocks/>
          </p:cNvSpPr>
          <p:nvPr/>
        </p:nvSpPr>
        <p:spPr>
          <a:xfrm>
            <a:off x="993882" y="3974631"/>
            <a:ext cx="3282843" cy="597369"/>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bg2"/>
                </a:solidFill>
              </a:rPr>
              <a:t>Здесь может быть твой текст. </a:t>
            </a:r>
          </a:p>
        </p:txBody>
      </p:sp>
      <p:sp>
        <p:nvSpPr>
          <p:cNvPr id="28" name="Объект 12">
            <a:extLst>
              <a:ext uri="{FF2B5EF4-FFF2-40B4-BE49-F238E27FC236}">
                <a16:creationId xmlns:a16="http://schemas.microsoft.com/office/drawing/2014/main" id="{2E07929B-7E04-CC4D-9358-240CB2FB247A}"/>
              </a:ext>
            </a:extLst>
          </p:cNvPr>
          <p:cNvSpPr txBox="1">
            <a:spLocks/>
          </p:cNvSpPr>
          <p:nvPr/>
        </p:nvSpPr>
        <p:spPr>
          <a:xfrm>
            <a:off x="993882" y="4998759"/>
            <a:ext cx="3282843" cy="597369"/>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b="1">
                <a:solidFill>
                  <a:schemeClr val="bg2"/>
                </a:solidFill>
              </a:rPr>
              <a:t>Здесь может быть твой текст. </a:t>
            </a:r>
          </a:p>
        </p:txBody>
      </p:sp>
      <p:sp>
        <p:nvSpPr>
          <p:cNvPr id="29" name="Объект 12">
            <a:extLst>
              <a:ext uri="{FF2B5EF4-FFF2-40B4-BE49-F238E27FC236}">
                <a16:creationId xmlns:a16="http://schemas.microsoft.com/office/drawing/2014/main" id="{0B38507A-B853-DD4C-9E02-0687FFD91E39}"/>
              </a:ext>
            </a:extLst>
          </p:cNvPr>
          <p:cNvSpPr txBox="1">
            <a:spLocks/>
          </p:cNvSpPr>
          <p:nvPr/>
        </p:nvSpPr>
        <p:spPr>
          <a:xfrm>
            <a:off x="4965192" y="2191551"/>
            <a:ext cx="2276856" cy="3962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lgn="ctr"/>
            <a:r>
              <a:rPr lang="ru-RU" sz="3200" b="1">
                <a:solidFill>
                  <a:schemeClr val="bg2"/>
                </a:solidFill>
                <a:latin typeface="+mj-lt"/>
              </a:rPr>
              <a:t>Было</a:t>
            </a:r>
          </a:p>
        </p:txBody>
      </p:sp>
      <p:sp>
        <p:nvSpPr>
          <p:cNvPr id="30" name="Объект 12">
            <a:extLst>
              <a:ext uri="{FF2B5EF4-FFF2-40B4-BE49-F238E27FC236}">
                <a16:creationId xmlns:a16="http://schemas.microsoft.com/office/drawing/2014/main" id="{6DCF0F60-1B2E-7440-A905-84949FD162F5}"/>
              </a:ext>
            </a:extLst>
          </p:cNvPr>
          <p:cNvSpPr txBox="1">
            <a:spLocks/>
          </p:cNvSpPr>
          <p:nvPr/>
        </p:nvSpPr>
        <p:spPr>
          <a:xfrm>
            <a:off x="8323031" y="2191551"/>
            <a:ext cx="2276856" cy="3962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lgn="ctr"/>
            <a:r>
              <a:rPr lang="ru-RU" sz="4000" b="1">
                <a:solidFill>
                  <a:schemeClr val="bg2"/>
                </a:solidFill>
                <a:latin typeface="+mj-lt"/>
              </a:rPr>
              <a:t>Стало</a:t>
            </a:r>
          </a:p>
        </p:txBody>
      </p:sp>
      <p:grpSp>
        <p:nvGrpSpPr>
          <p:cNvPr id="2" name="Группа 1">
            <a:extLst>
              <a:ext uri="{FF2B5EF4-FFF2-40B4-BE49-F238E27FC236}">
                <a16:creationId xmlns:a16="http://schemas.microsoft.com/office/drawing/2014/main" id="{4FB3DEDE-023D-4B13-B87F-CB00125CC580}"/>
              </a:ext>
            </a:extLst>
          </p:cNvPr>
          <p:cNvGrpSpPr/>
          <p:nvPr/>
        </p:nvGrpSpPr>
        <p:grpSpPr>
          <a:xfrm rot="1100523">
            <a:off x="9876131" y="1974206"/>
            <a:ext cx="1381031" cy="406577"/>
            <a:chOff x="7667276" y="5740301"/>
            <a:chExt cx="1381031" cy="406577"/>
          </a:xfrm>
        </p:grpSpPr>
        <p:sp>
          <p:nvSpPr>
            <p:cNvPr id="62" name="Прямоугольник: скругленные углы 61">
              <a:extLst>
                <a:ext uri="{FF2B5EF4-FFF2-40B4-BE49-F238E27FC236}">
                  <a16:creationId xmlns:a16="http://schemas.microsoft.com/office/drawing/2014/main" id="{AC4BD939-8494-4BC0-A75E-B5305DE61999}"/>
                </a:ext>
              </a:extLst>
            </p:cNvPr>
            <p:cNvSpPr/>
            <p:nvPr/>
          </p:nvSpPr>
          <p:spPr>
            <a:xfrm>
              <a:off x="7667276" y="5740301"/>
              <a:ext cx="1381031" cy="406577"/>
            </a:xfrm>
            <a:prstGeom prst="roundRect">
              <a:avLst>
                <a:gd name="adj" fmla="val 28032"/>
              </a:avLst>
            </a:prstGeom>
            <a:gradFill>
              <a:gsLst>
                <a:gs pos="15000">
                  <a:schemeClr val="accent2"/>
                </a:gs>
                <a:gs pos="85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32000" tIns="18000" rIns="72000" bIns="0" rtlCol="0" anchor="ctr">
              <a:noAutofit/>
            </a:bodyPr>
            <a:lstStyle/>
            <a:p>
              <a:r>
                <a:rPr lang="en-US" sz="2400">
                  <a:latin typeface="+mj-lt"/>
                </a:rPr>
                <a:t>TOP</a:t>
              </a:r>
              <a:endParaRPr lang="ru-RU" sz="2400">
                <a:latin typeface="+mj-lt"/>
              </a:endParaRPr>
            </a:p>
          </p:txBody>
        </p:sp>
        <p:sp>
          <p:nvSpPr>
            <p:cNvPr id="63" name="Рисунок 283">
              <a:extLst>
                <a:ext uri="{FF2B5EF4-FFF2-40B4-BE49-F238E27FC236}">
                  <a16:creationId xmlns:a16="http://schemas.microsoft.com/office/drawing/2014/main" id="{3920711E-F733-4C77-9257-759AB41EB713}"/>
                </a:ext>
              </a:extLst>
            </p:cNvPr>
            <p:cNvSpPr/>
            <p:nvPr/>
          </p:nvSpPr>
          <p:spPr>
            <a:xfrm>
              <a:off x="7808447" y="5788773"/>
              <a:ext cx="244108" cy="244106"/>
            </a:xfrm>
            <a:custGeom>
              <a:avLst/>
              <a:gdLst>
                <a:gd name="connsiteX0" fmla="*/ 85725 w 171450"/>
                <a:gd name="connsiteY0" fmla="*/ 924 h 171449"/>
                <a:gd name="connsiteX1" fmla="*/ 57150 w 171450"/>
                <a:gd name="connsiteY1" fmla="*/ 53932 h 171449"/>
                <a:gd name="connsiteX2" fmla="*/ 38021 w 171450"/>
                <a:gd name="connsiteY2" fmla="*/ 35964 h 171449"/>
                <a:gd name="connsiteX3" fmla="*/ 0 w 171450"/>
                <a:gd name="connsiteY3" fmla="*/ 101860 h 171449"/>
                <a:gd name="connsiteX4" fmla="*/ 57150 w 171450"/>
                <a:gd name="connsiteY4" fmla="*/ 171450 h 171449"/>
                <a:gd name="connsiteX5" fmla="*/ 66080 w 171450"/>
                <a:gd name="connsiteY5" fmla="*/ 162584 h 171449"/>
                <a:gd name="connsiteX6" fmla="*/ 57076 w 171450"/>
                <a:gd name="connsiteY6" fmla="*/ 108188 h 171449"/>
                <a:gd name="connsiteX7" fmla="*/ 93613 w 171450"/>
                <a:gd name="connsiteY7" fmla="*/ 88886 h 171449"/>
                <a:gd name="connsiteX8" fmla="*/ 111703 w 171450"/>
                <a:gd name="connsiteY8" fmla="*/ 88886 h 171449"/>
                <a:gd name="connsiteX9" fmla="*/ 106561 w 171450"/>
                <a:gd name="connsiteY9" fmla="*/ 162584 h 171449"/>
                <a:gd name="connsiteX10" fmla="*/ 121147 w 171450"/>
                <a:gd name="connsiteY10" fmla="*/ 171450 h 171449"/>
                <a:gd name="connsiteX11" fmla="*/ 171450 w 171450"/>
                <a:gd name="connsiteY11" fmla="*/ 101860 h 171449"/>
                <a:gd name="connsiteX12" fmla="*/ 85725 w 171450"/>
                <a:gd name="connsiteY12" fmla="*/ 924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49">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0" y="133596"/>
                    <a:pt x="93613" y="88886"/>
                  </a:cubicBezTo>
                  <a:cubicBezTo>
                    <a:pt x="96267" y="76792"/>
                    <a:pt x="102936" y="80004"/>
                    <a:pt x="111703" y="88886"/>
                  </a:cubicBezTo>
                  <a:cubicBezTo>
                    <a:pt x="124861" y="102218"/>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sz="2400"/>
            </a:p>
          </p:txBody>
        </p:sp>
      </p:grpSp>
      <p:sp>
        <p:nvSpPr>
          <p:cNvPr id="31" name="Объект 12">
            <a:extLst>
              <a:ext uri="{FF2B5EF4-FFF2-40B4-BE49-F238E27FC236}">
                <a16:creationId xmlns:a16="http://schemas.microsoft.com/office/drawing/2014/main" id="{2028F66C-8ABD-C342-9B5A-B3392E035D44}"/>
              </a:ext>
            </a:extLst>
          </p:cNvPr>
          <p:cNvSpPr txBox="1">
            <a:spLocks/>
          </p:cNvSpPr>
          <p:nvPr/>
        </p:nvSpPr>
        <p:spPr>
          <a:xfrm>
            <a:off x="4965192" y="3051087"/>
            <a:ext cx="2276856" cy="3962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a:solidFill>
                  <a:schemeClr val="bg2"/>
                </a:solidFill>
              </a:rPr>
              <a:t>Текст</a:t>
            </a:r>
          </a:p>
        </p:txBody>
      </p:sp>
      <p:sp>
        <p:nvSpPr>
          <p:cNvPr id="32" name="Объект 12">
            <a:extLst>
              <a:ext uri="{FF2B5EF4-FFF2-40B4-BE49-F238E27FC236}">
                <a16:creationId xmlns:a16="http://schemas.microsoft.com/office/drawing/2014/main" id="{B3C6AFFF-BC35-7D4B-8BED-370D46FCEEB8}"/>
              </a:ext>
            </a:extLst>
          </p:cNvPr>
          <p:cNvSpPr txBox="1">
            <a:spLocks/>
          </p:cNvSpPr>
          <p:nvPr/>
        </p:nvSpPr>
        <p:spPr>
          <a:xfrm>
            <a:off x="4965192" y="4075215"/>
            <a:ext cx="2276856" cy="3962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a:solidFill>
                  <a:schemeClr val="bg2"/>
                </a:solidFill>
              </a:rPr>
              <a:t>Цифра</a:t>
            </a:r>
          </a:p>
        </p:txBody>
      </p:sp>
      <p:sp>
        <p:nvSpPr>
          <p:cNvPr id="33" name="Объект 12">
            <a:extLst>
              <a:ext uri="{FF2B5EF4-FFF2-40B4-BE49-F238E27FC236}">
                <a16:creationId xmlns:a16="http://schemas.microsoft.com/office/drawing/2014/main" id="{F11607FE-14D9-854A-BFA2-5081DEABDF34}"/>
              </a:ext>
            </a:extLst>
          </p:cNvPr>
          <p:cNvSpPr txBox="1">
            <a:spLocks/>
          </p:cNvSpPr>
          <p:nvPr/>
        </p:nvSpPr>
        <p:spPr>
          <a:xfrm>
            <a:off x="4965192" y="5099343"/>
            <a:ext cx="2276856" cy="3962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lgn="ctr"/>
            <a:r>
              <a:rPr lang="ru-RU" sz="2400">
                <a:solidFill>
                  <a:schemeClr val="bg2"/>
                </a:solidFill>
              </a:rPr>
              <a:t>Текст</a:t>
            </a:r>
          </a:p>
        </p:txBody>
      </p:sp>
      <p:sp>
        <p:nvSpPr>
          <p:cNvPr id="34" name="Объект 12">
            <a:extLst>
              <a:ext uri="{FF2B5EF4-FFF2-40B4-BE49-F238E27FC236}">
                <a16:creationId xmlns:a16="http://schemas.microsoft.com/office/drawing/2014/main" id="{52C02BD1-B8A7-144C-A13E-BBA753D3FAA9}"/>
              </a:ext>
            </a:extLst>
          </p:cNvPr>
          <p:cNvSpPr txBox="1">
            <a:spLocks/>
          </p:cNvSpPr>
          <p:nvPr/>
        </p:nvSpPr>
        <p:spPr>
          <a:xfrm>
            <a:off x="8323031" y="3051087"/>
            <a:ext cx="2276856" cy="3962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lgn="ctr"/>
            <a:r>
              <a:rPr lang="ru-RU" sz="3200" b="1">
                <a:solidFill>
                  <a:schemeClr val="bg2"/>
                </a:solidFill>
              </a:rPr>
              <a:t>Текст</a:t>
            </a:r>
          </a:p>
        </p:txBody>
      </p:sp>
      <p:sp>
        <p:nvSpPr>
          <p:cNvPr id="36" name="Объект 12">
            <a:extLst>
              <a:ext uri="{FF2B5EF4-FFF2-40B4-BE49-F238E27FC236}">
                <a16:creationId xmlns:a16="http://schemas.microsoft.com/office/drawing/2014/main" id="{02FF6096-D9C2-5F49-9F53-E571570F302A}"/>
              </a:ext>
            </a:extLst>
          </p:cNvPr>
          <p:cNvSpPr txBox="1">
            <a:spLocks/>
          </p:cNvSpPr>
          <p:nvPr/>
        </p:nvSpPr>
        <p:spPr>
          <a:xfrm>
            <a:off x="8323031" y="4075215"/>
            <a:ext cx="2276856" cy="3962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lgn="ctr"/>
            <a:r>
              <a:rPr lang="ru-RU" sz="3200" b="1">
                <a:solidFill>
                  <a:schemeClr val="bg2"/>
                </a:solidFill>
              </a:rPr>
              <a:t>Цифра</a:t>
            </a:r>
          </a:p>
        </p:txBody>
      </p:sp>
      <p:sp>
        <p:nvSpPr>
          <p:cNvPr id="37" name="Объект 12">
            <a:extLst>
              <a:ext uri="{FF2B5EF4-FFF2-40B4-BE49-F238E27FC236}">
                <a16:creationId xmlns:a16="http://schemas.microsoft.com/office/drawing/2014/main" id="{C13885BE-E5CF-D24A-BCA1-16FA664E6BA6}"/>
              </a:ext>
            </a:extLst>
          </p:cNvPr>
          <p:cNvSpPr txBox="1">
            <a:spLocks/>
          </p:cNvSpPr>
          <p:nvPr/>
        </p:nvSpPr>
        <p:spPr>
          <a:xfrm>
            <a:off x="8323031" y="5099343"/>
            <a:ext cx="2276856" cy="3962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08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pPr algn="ctr"/>
            <a:r>
              <a:rPr lang="ru-RU" sz="3200" b="1">
                <a:solidFill>
                  <a:schemeClr val="bg2"/>
                </a:solidFill>
              </a:rPr>
              <a:t>Текст</a:t>
            </a:r>
          </a:p>
        </p:txBody>
      </p:sp>
      <p:pic>
        <p:nvPicPr>
          <p:cNvPr id="38" name="Рисунок 37">
            <a:extLst>
              <a:ext uri="{FF2B5EF4-FFF2-40B4-BE49-F238E27FC236}">
                <a16:creationId xmlns:a16="http://schemas.microsoft.com/office/drawing/2014/main" id="{B01F9BB0-8E0F-F64A-BD2C-898AA8E02C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4582512">
            <a:off x="7280113" y="4880526"/>
            <a:ext cx="990307" cy="990307"/>
          </a:xfrm>
          <a:prstGeom prst="rect">
            <a:avLst/>
          </a:prstGeom>
        </p:spPr>
      </p:pic>
    </p:spTree>
    <p:extLst>
      <p:ext uri="{BB962C8B-B14F-4D97-AF65-F5344CB8AC3E}">
        <p14:creationId xmlns:p14="http://schemas.microsoft.com/office/powerpoint/2010/main" val="389190181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Нижний колонтитул 6">
            <a:extLst>
              <a:ext uri="{FF2B5EF4-FFF2-40B4-BE49-F238E27FC236}">
                <a16:creationId xmlns:a16="http://schemas.microsoft.com/office/drawing/2014/main" id="{D1CA6635-9D21-A152-59D6-0777B361368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77E52E4-8034-30A4-1265-A0900468D675}"/>
              </a:ext>
            </a:extLst>
          </p:cNvPr>
          <p:cNvSpPr>
            <a:spLocks noGrp="1"/>
          </p:cNvSpPr>
          <p:nvPr>
            <p:ph type="sldNum" sz="quarter" idx="12"/>
          </p:nvPr>
        </p:nvSpPr>
        <p:spPr/>
        <p:txBody>
          <a:bodyPr/>
          <a:lstStyle/>
          <a:p>
            <a:fld id="{EB5249F5-0093-48B0-B996-C4E44A87EAFB}" type="slidenum">
              <a:rPr lang="ru-RU" smtClean="0"/>
              <a:pPr/>
              <a:t>96</a:t>
            </a:fld>
            <a:endParaRPr lang="ru-RU"/>
          </a:p>
        </p:txBody>
      </p:sp>
      <p:sp>
        <p:nvSpPr>
          <p:cNvPr id="8" name="TextBox 7">
            <a:extLst>
              <a:ext uri="{FF2B5EF4-FFF2-40B4-BE49-F238E27FC236}">
                <a16:creationId xmlns:a16="http://schemas.microsoft.com/office/drawing/2014/main" id="{09A27EF0-3115-DA47-AD62-B1461510FAF5}"/>
              </a:ext>
            </a:extLst>
          </p:cNvPr>
          <p:cNvSpPr txBox="1"/>
          <p:nvPr/>
        </p:nvSpPr>
        <p:spPr>
          <a:xfrm>
            <a:off x="4276724" y="2275809"/>
            <a:ext cx="7273925" cy="1316768"/>
          </a:xfrm>
          <a:prstGeom prst="rect">
            <a:avLst/>
          </a:prstGeom>
          <a:noFill/>
        </p:spPr>
        <p:txBody>
          <a:bodyPr wrap="square" lIns="0" tIns="0" rIns="0" bIns="0" rtlCol="0">
            <a:noAutofit/>
          </a:bodyPr>
          <a:lstStyle/>
          <a:p>
            <a:r>
              <a:rPr lang="ru-RU" sz="9600">
                <a:solidFill>
                  <a:schemeClr val="bg1"/>
                </a:solidFill>
                <a:latin typeface="+mj-lt"/>
              </a:rPr>
              <a:t>123 </a:t>
            </a:r>
            <a:r>
              <a:rPr lang="ru-RU" sz="7200" err="1">
                <a:solidFill>
                  <a:schemeClr val="bg1"/>
                </a:solidFill>
                <a:latin typeface="+mj-lt"/>
              </a:rPr>
              <a:t>тыс</a:t>
            </a:r>
            <a:endParaRPr lang="ru-RU" sz="7200">
              <a:solidFill>
                <a:schemeClr val="bg1"/>
              </a:solidFill>
              <a:latin typeface="+mj-lt"/>
            </a:endParaRPr>
          </a:p>
        </p:txBody>
      </p:sp>
      <p:sp>
        <p:nvSpPr>
          <p:cNvPr id="9" name="TextBox 8">
            <a:extLst>
              <a:ext uri="{FF2B5EF4-FFF2-40B4-BE49-F238E27FC236}">
                <a16:creationId xmlns:a16="http://schemas.microsoft.com/office/drawing/2014/main" id="{334F8200-4247-9742-8A8E-98F9ADF1450D}"/>
              </a:ext>
            </a:extLst>
          </p:cNvPr>
          <p:cNvSpPr txBox="1"/>
          <p:nvPr/>
        </p:nvSpPr>
        <p:spPr>
          <a:xfrm>
            <a:off x="4276726" y="3714794"/>
            <a:ext cx="5456237" cy="1023401"/>
          </a:xfrm>
          <a:prstGeom prst="rect">
            <a:avLst/>
          </a:prstGeom>
          <a:noFill/>
        </p:spPr>
        <p:txBody>
          <a:bodyPr wrap="square" lIns="0" tIns="0" rIns="0" bIns="0" rtlCol="0">
            <a:noAutofit/>
          </a:bodyPr>
          <a:lstStyle/>
          <a:p>
            <a:r>
              <a:rPr lang="ru-RU" sz="3200">
                <a:solidFill>
                  <a:schemeClr val="bg1"/>
                </a:solidFill>
              </a:rPr>
              <a:t>Здесь может быть твой текст. Размести здесь свой текст.</a:t>
            </a:r>
          </a:p>
        </p:txBody>
      </p:sp>
      <p:pic>
        <p:nvPicPr>
          <p:cNvPr id="10" name="Рисунок 9">
            <a:extLst>
              <a:ext uri="{FF2B5EF4-FFF2-40B4-BE49-F238E27FC236}">
                <a16:creationId xmlns:a16="http://schemas.microsoft.com/office/drawing/2014/main" id="{8EACF0CD-B693-4A8F-BD70-7DE2BD404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900" y="1152028"/>
            <a:ext cx="4808624" cy="4449580"/>
          </a:xfrm>
          <a:prstGeom prst="rect">
            <a:avLst/>
          </a:prstGeom>
        </p:spPr>
      </p:pic>
    </p:spTree>
    <p:extLst>
      <p:ext uri="{BB962C8B-B14F-4D97-AF65-F5344CB8AC3E}">
        <p14:creationId xmlns:p14="http://schemas.microsoft.com/office/powerpoint/2010/main" val="34521425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57E2D094-0887-B367-740B-B03820065437}"/>
              </a:ext>
            </a:extLst>
          </p:cNvPr>
          <p:cNvSpPr>
            <a:spLocks noGrp="1"/>
          </p:cNvSpPr>
          <p:nvPr>
            <p:ph type="sldNum" sz="quarter" idx="12"/>
          </p:nvPr>
        </p:nvSpPr>
        <p:spPr/>
        <p:txBody>
          <a:bodyPr/>
          <a:lstStyle/>
          <a:p>
            <a:fld id="{EB5249F5-0093-48B0-B996-C4E44A87EAFB}" type="slidenum">
              <a:rPr lang="ru-RU" smtClean="0"/>
              <a:pPr/>
              <a:t>97</a:t>
            </a:fld>
            <a:endParaRPr lang="ru-RU"/>
          </a:p>
        </p:txBody>
      </p:sp>
      <p:sp>
        <p:nvSpPr>
          <p:cNvPr id="5" name="Нижний колонтитул 4">
            <a:extLst>
              <a:ext uri="{FF2B5EF4-FFF2-40B4-BE49-F238E27FC236}">
                <a16:creationId xmlns:a16="http://schemas.microsoft.com/office/drawing/2014/main" id="{4033EE0B-73CC-CF39-53E1-1B6D33065495}"/>
              </a:ext>
            </a:extLst>
          </p:cNvPr>
          <p:cNvSpPr>
            <a:spLocks noGrp="1"/>
          </p:cNvSpPr>
          <p:nvPr>
            <p:ph type="ftr" sz="quarter" idx="11"/>
          </p:nvPr>
        </p:nvSpPr>
        <p:spPr/>
        <p:txBody>
          <a:bodyPr/>
          <a:lstStyle/>
          <a:p>
            <a:endParaRPr lang="ru-RU"/>
          </a:p>
        </p:txBody>
      </p:sp>
      <p:sp>
        <p:nvSpPr>
          <p:cNvPr id="10" name="TextBox 9">
            <a:extLst>
              <a:ext uri="{FF2B5EF4-FFF2-40B4-BE49-F238E27FC236}">
                <a16:creationId xmlns:a16="http://schemas.microsoft.com/office/drawing/2014/main" id="{1AF61DF6-19A3-F743-BD4E-D71E86E92116}"/>
              </a:ext>
            </a:extLst>
          </p:cNvPr>
          <p:cNvSpPr txBox="1"/>
          <p:nvPr/>
        </p:nvSpPr>
        <p:spPr>
          <a:xfrm>
            <a:off x="1576832" y="2275809"/>
            <a:ext cx="5455474" cy="1316768"/>
          </a:xfrm>
          <a:prstGeom prst="rect">
            <a:avLst/>
          </a:prstGeom>
          <a:noFill/>
        </p:spPr>
        <p:txBody>
          <a:bodyPr wrap="square" lIns="0" tIns="0" rIns="0" bIns="0" rtlCol="0">
            <a:noAutofit/>
          </a:bodyPr>
          <a:lstStyle/>
          <a:p>
            <a:r>
              <a:rPr lang="ru-RU" sz="9600">
                <a:solidFill>
                  <a:schemeClr val="accent1"/>
                </a:solidFill>
                <a:latin typeface="+mj-lt"/>
              </a:rPr>
              <a:t>1234</a:t>
            </a:r>
          </a:p>
        </p:txBody>
      </p:sp>
      <p:sp>
        <p:nvSpPr>
          <p:cNvPr id="11" name="TextBox 10">
            <a:extLst>
              <a:ext uri="{FF2B5EF4-FFF2-40B4-BE49-F238E27FC236}">
                <a16:creationId xmlns:a16="http://schemas.microsoft.com/office/drawing/2014/main" id="{980FD790-2A50-3A47-BC62-247051FB2294}"/>
              </a:ext>
            </a:extLst>
          </p:cNvPr>
          <p:cNvSpPr txBox="1"/>
          <p:nvPr/>
        </p:nvSpPr>
        <p:spPr>
          <a:xfrm>
            <a:off x="1576834" y="3714794"/>
            <a:ext cx="6336854" cy="1808182"/>
          </a:xfrm>
          <a:prstGeom prst="rect">
            <a:avLst/>
          </a:prstGeom>
          <a:noFill/>
        </p:spPr>
        <p:txBody>
          <a:bodyPr wrap="square" lIns="0" tIns="0" rIns="0" bIns="0" rtlCol="0">
            <a:noAutofit/>
          </a:bodyPr>
          <a:lstStyle/>
          <a:p>
            <a:r>
              <a:rPr lang="ru-RU" sz="3200"/>
              <a:t>Здесь может быть твой текст. Размести здесь свой текст. </a:t>
            </a:r>
          </a:p>
        </p:txBody>
      </p:sp>
      <p:grpSp>
        <p:nvGrpSpPr>
          <p:cNvPr id="15" name="Группа 14">
            <a:extLst>
              <a:ext uri="{FF2B5EF4-FFF2-40B4-BE49-F238E27FC236}">
                <a16:creationId xmlns:a16="http://schemas.microsoft.com/office/drawing/2014/main" id="{250D2474-0477-92FF-ECA7-64C31C0383DA}"/>
              </a:ext>
            </a:extLst>
          </p:cNvPr>
          <p:cNvGrpSpPr/>
          <p:nvPr/>
        </p:nvGrpSpPr>
        <p:grpSpPr>
          <a:xfrm>
            <a:off x="1549399" y="1714585"/>
            <a:ext cx="1381031" cy="406577"/>
            <a:chOff x="7667276" y="5740301"/>
            <a:chExt cx="1381031" cy="406577"/>
          </a:xfrm>
        </p:grpSpPr>
        <p:sp>
          <p:nvSpPr>
            <p:cNvPr id="16" name="Прямоугольник: скругленные углы 61">
              <a:extLst>
                <a:ext uri="{FF2B5EF4-FFF2-40B4-BE49-F238E27FC236}">
                  <a16:creationId xmlns:a16="http://schemas.microsoft.com/office/drawing/2014/main" id="{5D897262-E5AB-73D3-805F-262DEBD54419}"/>
                </a:ext>
              </a:extLst>
            </p:cNvPr>
            <p:cNvSpPr/>
            <p:nvPr/>
          </p:nvSpPr>
          <p:spPr>
            <a:xfrm>
              <a:off x="7667276" y="5740301"/>
              <a:ext cx="1381031" cy="406577"/>
            </a:xfrm>
            <a:prstGeom prst="roundRect">
              <a:avLst>
                <a:gd name="adj" fmla="val 280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32000" tIns="18000" rIns="72000" bIns="0" rtlCol="0" anchor="ctr">
              <a:noAutofit/>
            </a:bodyPr>
            <a:lstStyle/>
            <a:p>
              <a:r>
                <a:rPr lang="en-US" sz="2400">
                  <a:latin typeface="+mj-lt"/>
                </a:rPr>
                <a:t>TOP</a:t>
              </a:r>
              <a:endParaRPr lang="ru-RU" sz="2400">
                <a:latin typeface="+mj-lt"/>
              </a:endParaRPr>
            </a:p>
          </p:txBody>
        </p:sp>
        <p:sp>
          <p:nvSpPr>
            <p:cNvPr id="17" name="Рисунок 283">
              <a:extLst>
                <a:ext uri="{FF2B5EF4-FFF2-40B4-BE49-F238E27FC236}">
                  <a16:creationId xmlns:a16="http://schemas.microsoft.com/office/drawing/2014/main" id="{50958D32-2990-9991-C691-7AA6C75E4EF6}"/>
                </a:ext>
              </a:extLst>
            </p:cNvPr>
            <p:cNvSpPr/>
            <p:nvPr/>
          </p:nvSpPr>
          <p:spPr>
            <a:xfrm>
              <a:off x="7808447" y="5788773"/>
              <a:ext cx="244108" cy="244106"/>
            </a:xfrm>
            <a:custGeom>
              <a:avLst/>
              <a:gdLst>
                <a:gd name="connsiteX0" fmla="*/ 85725 w 171450"/>
                <a:gd name="connsiteY0" fmla="*/ 924 h 171449"/>
                <a:gd name="connsiteX1" fmla="*/ 57150 w 171450"/>
                <a:gd name="connsiteY1" fmla="*/ 53932 h 171449"/>
                <a:gd name="connsiteX2" fmla="*/ 38021 w 171450"/>
                <a:gd name="connsiteY2" fmla="*/ 35964 h 171449"/>
                <a:gd name="connsiteX3" fmla="*/ 0 w 171450"/>
                <a:gd name="connsiteY3" fmla="*/ 101860 h 171449"/>
                <a:gd name="connsiteX4" fmla="*/ 57150 w 171450"/>
                <a:gd name="connsiteY4" fmla="*/ 171450 h 171449"/>
                <a:gd name="connsiteX5" fmla="*/ 66080 w 171450"/>
                <a:gd name="connsiteY5" fmla="*/ 162584 h 171449"/>
                <a:gd name="connsiteX6" fmla="*/ 57076 w 171450"/>
                <a:gd name="connsiteY6" fmla="*/ 108188 h 171449"/>
                <a:gd name="connsiteX7" fmla="*/ 93613 w 171450"/>
                <a:gd name="connsiteY7" fmla="*/ 88886 h 171449"/>
                <a:gd name="connsiteX8" fmla="*/ 111703 w 171450"/>
                <a:gd name="connsiteY8" fmla="*/ 88886 h 171449"/>
                <a:gd name="connsiteX9" fmla="*/ 106561 w 171450"/>
                <a:gd name="connsiteY9" fmla="*/ 162584 h 171449"/>
                <a:gd name="connsiteX10" fmla="*/ 121147 w 171450"/>
                <a:gd name="connsiteY10" fmla="*/ 171450 h 171449"/>
                <a:gd name="connsiteX11" fmla="*/ 171450 w 171450"/>
                <a:gd name="connsiteY11" fmla="*/ 101860 h 171449"/>
                <a:gd name="connsiteX12" fmla="*/ 85725 w 171450"/>
                <a:gd name="connsiteY12" fmla="*/ 924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0" h="171449">
                  <a:moveTo>
                    <a:pt x="85725" y="924"/>
                  </a:moveTo>
                  <a:cubicBezTo>
                    <a:pt x="57150" y="-8253"/>
                    <a:pt x="76200" y="53933"/>
                    <a:pt x="57150" y="53932"/>
                  </a:cubicBezTo>
                  <a:cubicBezTo>
                    <a:pt x="47625" y="53932"/>
                    <a:pt x="45641" y="35964"/>
                    <a:pt x="38021" y="35964"/>
                  </a:cubicBezTo>
                  <a:cubicBezTo>
                    <a:pt x="28496" y="35964"/>
                    <a:pt x="0" y="65158"/>
                    <a:pt x="0" y="101860"/>
                  </a:cubicBezTo>
                  <a:cubicBezTo>
                    <a:pt x="0" y="135361"/>
                    <a:pt x="19050" y="171450"/>
                    <a:pt x="57150" y="171450"/>
                  </a:cubicBezTo>
                  <a:cubicBezTo>
                    <a:pt x="66675" y="171450"/>
                    <a:pt x="71439" y="168425"/>
                    <a:pt x="66080" y="162584"/>
                  </a:cubicBezTo>
                  <a:cubicBezTo>
                    <a:pt x="39291" y="133385"/>
                    <a:pt x="46672" y="104847"/>
                    <a:pt x="57076" y="108188"/>
                  </a:cubicBezTo>
                  <a:cubicBezTo>
                    <a:pt x="70497" y="112498"/>
                    <a:pt x="83120" y="133596"/>
                    <a:pt x="93613" y="88886"/>
                  </a:cubicBezTo>
                  <a:cubicBezTo>
                    <a:pt x="96267" y="76792"/>
                    <a:pt x="102936" y="80004"/>
                    <a:pt x="111703" y="88886"/>
                  </a:cubicBezTo>
                  <a:cubicBezTo>
                    <a:pt x="124861" y="102218"/>
                    <a:pt x="131738" y="130905"/>
                    <a:pt x="106561" y="162584"/>
                  </a:cubicBezTo>
                  <a:cubicBezTo>
                    <a:pt x="102394" y="167827"/>
                    <a:pt x="109538" y="171450"/>
                    <a:pt x="121147" y="171450"/>
                  </a:cubicBezTo>
                  <a:cubicBezTo>
                    <a:pt x="146150" y="171450"/>
                    <a:pt x="171450" y="144384"/>
                    <a:pt x="171450" y="101860"/>
                  </a:cubicBezTo>
                  <a:cubicBezTo>
                    <a:pt x="171450" y="44667"/>
                    <a:pt x="114300" y="10102"/>
                    <a:pt x="85725" y="924"/>
                  </a:cubicBezTo>
                  <a:close/>
                </a:path>
              </a:pathLst>
            </a:custGeom>
            <a:solidFill>
              <a:schemeClr val="bg1"/>
            </a:solidFill>
            <a:ln w="9525" cap="flat">
              <a:noFill/>
              <a:prstDash val="solid"/>
              <a:miter/>
            </a:ln>
          </p:spPr>
          <p:txBody>
            <a:bodyPr rtlCol="0" anchor="ctr"/>
            <a:lstStyle/>
            <a:p>
              <a:endParaRPr lang="ru-RU" sz="2400"/>
            </a:p>
          </p:txBody>
        </p:sp>
      </p:grpSp>
      <p:pic>
        <p:nvPicPr>
          <p:cNvPr id="4" name="Рисунок 3">
            <a:extLst>
              <a:ext uri="{FF2B5EF4-FFF2-40B4-BE49-F238E27FC236}">
                <a16:creationId xmlns:a16="http://schemas.microsoft.com/office/drawing/2014/main" id="{3762364D-C4B8-4522-8D31-514CE10856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0222" y="-332426"/>
            <a:ext cx="5616485" cy="7190426"/>
          </a:xfrm>
          <a:prstGeom prst="rect">
            <a:avLst/>
          </a:prstGeom>
        </p:spPr>
      </p:pic>
    </p:spTree>
    <p:extLst>
      <p:ext uri="{BB962C8B-B14F-4D97-AF65-F5344CB8AC3E}">
        <p14:creationId xmlns:p14="http://schemas.microsoft.com/office/powerpoint/2010/main" val="33785964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Прямоугольник: скругленные углы 7">
            <a:extLst>
              <a:ext uri="{FF2B5EF4-FFF2-40B4-BE49-F238E27FC236}">
                <a16:creationId xmlns:a16="http://schemas.microsoft.com/office/drawing/2014/main" id="{539489A4-5DB1-0A40-8A8F-3B8A2CC6F924}"/>
              </a:ext>
            </a:extLst>
          </p:cNvPr>
          <p:cNvSpPr/>
          <p:nvPr/>
        </p:nvSpPr>
        <p:spPr>
          <a:xfrm>
            <a:off x="6473635" y="1245837"/>
            <a:ext cx="5079366" cy="4362900"/>
          </a:xfrm>
          <a:prstGeom prst="roundRect">
            <a:avLst>
              <a:gd name="adj" fmla="val 11309"/>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288000" rIns="144000" bIns="72000" rtlCol="0" anchor="t"/>
          <a:lstStyle/>
          <a:p>
            <a:pPr>
              <a:spcAft>
                <a:spcPts val="422"/>
              </a:spcAft>
            </a:pPr>
            <a:endParaRPr lang="ru-RU" sz="1400">
              <a:solidFill>
                <a:schemeClr val="bg1"/>
              </a:solidFill>
            </a:endParaRPr>
          </a:p>
        </p:txBody>
      </p:sp>
      <p:sp>
        <p:nvSpPr>
          <p:cNvPr id="12" name="Прямоугольник: скругленные углы 7">
            <a:extLst>
              <a:ext uri="{FF2B5EF4-FFF2-40B4-BE49-F238E27FC236}">
                <a16:creationId xmlns:a16="http://schemas.microsoft.com/office/drawing/2014/main" id="{3FC43CF4-1610-754A-AEA9-0DDAEE766BEA}"/>
              </a:ext>
            </a:extLst>
          </p:cNvPr>
          <p:cNvSpPr/>
          <p:nvPr/>
        </p:nvSpPr>
        <p:spPr>
          <a:xfrm>
            <a:off x="639763" y="1245837"/>
            <a:ext cx="5079366" cy="4362900"/>
          </a:xfrm>
          <a:prstGeom prst="roundRect">
            <a:avLst>
              <a:gd name="adj" fmla="val 11309"/>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108000" tIns="288000" rIns="144000" bIns="72000" rtlCol="0" anchor="t"/>
          <a:lstStyle/>
          <a:p>
            <a:pPr>
              <a:spcAft>
                <a:spcPts val="422"/>
              </a:spcAft>
            </a:pPr>
            <a:endParaRPr lang="ru-RU" sz="1400">
              <a:solidFill>
                <a:schemeClr val="bg1"/>
              </a:solidFill>
            </a:endParaRPr>
          </a:p>
        </p:txBody>
      </p:sp>
      <p:sp>
        <p:nvSpPr>
          <p:cNvPr id="2" name="Номер слайда 1">
            <a:extLst>
              <a:ext uri="{FF2B5EF4-FFF2-40B4-BE49-F238E27FC236}">
                <a16:creationId xmlns:a16="http://schemas.microsoft.com/office/drawing/2014/main" id="{5447C68C-C88A-4B03-3815-642BECE0E960}"/>
              </a:ext>
            </a:extLst>
          </p:cNvPr>
          <p:cNvSpPr>
            <a:spLocks noGrp="1"/>
          </p:cNvSpPr>
          <p:nvPr>
            <p:ph type="sldNum" sz="quarter" idx="12"/>
          </p:nvPr>
        </p:nvSpPr>
        <p:spPr/>
        <p:txBody>
          <a:bodyPr/>
          <a:lstStyle/>
          <a:p>
            <a:fld id="{EB5249F5-0093-48B0-B996-C4E44A87EAFB}" type="slidenum">
              <a:rPr lang="ru-RU" smtClean="0"/>
              <a:pPr/>
              <a:t>98</a:t>
            </a:fld>
            <a:endParaRPr lang="ru-RU"/>
          </a:p>
        </p:txBody>
      </p:sp>
      <p:sp>
        <p:nvSpPr>
          <p:cNvPr id="4" name="TextBox 3">
            <a:extLst>
              <a:ext uri="{FF2B5EF4-FFF2-40B4-BE49-F238E27FC236}">
                <a16:creationId xmlns:a16="http://schemas.microsoft.com/office/drawing/2014/main" id="{CA02685B-7943-B630-490B-8185E8E1C5C1}"/>
              </a:ext>
            </a:extLst>
          </p:cNvPr>
          <p:cNvSpPr txBox="1"/>
          <p:nvPr/>
        </p:nvSpPr>
        <p:spPr>
          <a:xfrm>
            <a:off x="1549399" y="2299492"/>
            <a:ext cx="3436781" cy="1323356"/>
          </a:xfrm>
          <a:prstGeom prst="rect">
            <a:avLst/>
          </a:prstGeom>
          <a:noFill/>
        </p:spPr>
        <p:txBody>
          <a:bodyPr wrap="square" lIns="0" tIns="0" rIns="0" bIns="0" rtlCol="0">
            <a:noAutofit/>
          </a:bodyPr>
          <a:lstStyle/>
          <a:p>
            <a:r>
              <a:rPr lang="ru-RU" sz="9600">
                <a:solidFill>
                  <a:schemeClr val="accent1"/>
                </a:solidFill>
                <a:latin typeface="+mj-lt"/>
              </a:rPr>
              <a:t>ХХ%</a:t>
            </a:r>
          </a:p>
        </p:txBody>
      </p:sp>
      <p:sp>
        <p:nvSpPr>
          <p:cNvPr id="5" name="TextBox 4">
            <a:extLst>
              <a:ext uri="{FF2B5EF4-FFF2-40B4-BE49-F238E27FC236}">
                <a16:creationId xmlns:a16="http://schemas.microsoft.com/office/drawing/2014/main" id="{C3CA5D0A-2C0A-CA93-CABE-511E2C5369AA}"/>
              </a:ext>
            </a:extLst>
          </p:cNvPr>
          <p:cNvSpPr txBox="1"/>
          <p:nvPr/>
        </p:nvSpPr>
        <p:spPr>
          <a:xfrm>
            <a:off x="1549399" y="3634423"/>
            <a:ext cx="3436781" cy="1493162"/>
          </a:xfrm>
          <a:prstGeom prst="rect">
            <a:avLst/>
          </a:prstGeom>
          <a:noFill/>
        </p:spPr>
        <p:txBody>
          <a:bodyPr wrap="square" lIns="0" tIns="0" rIns="0" bIns="0" rtlCol="0">
            <a:noAutofit/>
          </a:bodyPr>
          <a:lstStyle/>
          <a:p>
            <a:r>
              <a:rPr lang="ru-RU" sz="2400"/>
              <a:t>Здесь может быть твой текст. Здесь может быть твой текст </a:t>
            </a:r>
          </a:p>
        </p:txBody>
      </p:sp>
      <p:sp>
        <p:nvSpPr>
          <p:cNvPr id="17" name="TextBox 16">
            <a:extLst>
              <a:ext uri="{FF2B5EF4-FFF2-40B4-BE49-F238E27FC236}">
                <a16:creationId xmlns:a16="http://schemas.microsoft.com/office/drawing/2014/main" id="{DEB3DF83-BB8E-AA46-A8DC-745962923CAA}"/>
              </a:ext>
            </a:extLst>
          </p:cNvPr>
          <p:cNvSpPr txBox="1"/>
          <p:nvPr/>
        </p:nvSpPr>
        <p:spPr>
          <a:xfrm>
            <a:off x="7392415" y="2299492"/>
            <a:ext cx="3436781" cy="1323356"/>
          </a:xfrm>
          <a:prstGeom prst="rect">
            <a:avLst/>
          </a:prstGeom>
          <a:noFill/>
        </p:spPr>
        <p:txBody>
          <a:bodyPr wrap="square" lIns="0" tIns="0" rIns="0" bIns="0" rtlCol="0">
            <a:noAutofit/>
          </a:bodyPr>
          <a:lstStyle/>
          <a:p>
            <a:r>
              <a:rPr lang="ru-RU" sz="9600">
                <a:solidFill>
                  <a:schemeClr val="accent2"/>
                </a:solidFill>
                <a:latin typeface="+mj-lt"/>
              </a:rPr>
              <a:t>ХХ%</a:t>
            </a:r>
          </a:p>
        </p:txBody>
      </p:sp>
      <p:sp>
        <p:nvSpPr>
          <p:cNvPr id="18" name="TextBox 17">
            <a:extLst>
              <a:ext uri="{FF2B5EF4-FFF2-40B4-BE49-F238E27FC236}">
                <a16:creationId xmlns:a16="http://schemas.microsoft.com/office/drawing/2014/main" id="{63EFD3D1-0435-6449-A73C-854946C2D5F8}"/>
              </a:ext>
            </a:extLst>
          </p:cNvPr>
          <p:cNvSpPr txBox="1"/>
          <p:nvPr/>
        </p:nvSpPr>
        <p:spPr>
          <a:xfrm>
            <a:off x="7392415" y="3634423"/>
            <a:ext cx="3436781" cy="1493162"/>
          </a:xfrm>
          <a:prstGeom prst="rect">
            <a:avLst/>
          </a:prstGeom>
          <a:noFill/>
        </p:spPr>
        <p:txBody>
          <a:bodyPr wrap="square" lIns="0" tIns="0" rIns="0" bIns="0" rtlCol="0">
            <a:noAutofit/>
          </a:bodyPr>
          <a:lstStyle/>
          <a:p>
            <a:r>
              <a:rPr lang="ru-RU" sz="2400"/>
              <a:t>Здесь может быть твой текст. Здесь может быть твой текст</a:t>
            </a:r>
          </a:p>
        </p:txBody>
      </p:sp>
      <p:sp>
        <p:nvSpPr>
          <p:cNvPr id="3" name="Нижний колонтитул 2">
            <a:extLst>
              <a:ext uri="{FF2B5EF4-FFF2-40B4-BE49-F238E27FC236}">
                <a16:creationId xmlns:a16="http://schemas.microsoft.com/office/drawing/2014/main" id="{36DDF38C-6EE7-0277-86B9-8322B16B3099}"/>
              </a:ext>
            </a:extLst>
          </p:cNvPr>
          <p:cNvSpPr>
            <a:spLocks noGrp="1"/>
          </p:cNvSpPr>
          <p:nvPr>
            <p:ph type="ftr" sz="quarter" idx="11"/>
          </p:nvPr>
        </p:nvSpPr>
        <p:spPr/>
        <p:txBody>
          <a:bodyPr/>
          <a:lstStyle/>
          <a:p>
            <a:endParaRPr lang="ru-RU"/>
          </a:p>
        </p:txBody>
      </p:sp>
      <p:sp>
        <p:nvSpPr>
          <p:cNvPr id="19" name="Рисунок 51">
            <a:extLst>
              <a:ext uri="{FF2B5EF4-FFF2-40B4-BE49-F238E27FC236}">
                <a16:creationId xmlns:a16="http://schemas.microsoft.com/office/drawing/2014/main" id="{C6424AD6-57D8-7E49-9385-976A3337D664}"/>
              </a:ext>
            </a:extLst>
          </p:cNvPr>
          <p:cNvSpPr>
            <a:spLocks noChangeAspect="1"/>
          </p:cNvSpPr>
          <p:nvPr/>
        </p:nvSpPr>
        <p:spPr>
          <a:xfrm>
            <a:off x="5032480" y="1570832"/>
            <a:ext cx="288000" cy="288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6"/>
          </a:solidFill>
          <a:ln w="9525" cap="flat">
            <a:noFill/>
            <a:prstDash val="solid"/>
            <a:miter/>
          </a:ln>
        </p:spPr>
        <p:txBody>
          <a:bodyPr rtlCol="0" anchor="ctr"/>
          <a:lstStyle/>
          <a:p>
            <a:endParaRPr lang="ru-RU"/>
          </a:p>
        </p:txBody>
      </p:sp>
      <p:sp>
        <p:nvSpPr>
          <p:cNvPr id="21" name="Рисунок 51">
            <a:extLst>
              <a:ext uri="{FF2B5EF4-FFF2-40B4-BE49-F238E27FC236}">
                <a16:creationId xmlns:a16="http://schemas.microsoft.com/office/drawing/2014/main" id="{6DE3C36D-11CC-B94D-AB3B-BDF5159762FF}"/>
              </a:ext>
            </a:extLst>
          </p:cNvPr>
          <p:cNvSpPr>
            <a:spLocks noChangeAspect="1"/>
          </p:cNvSpPr>
          <p:nvPr/>
        </p:nvSpPr>
        <p:spPr>
          <a:xfrm>
            <a:off x="10842971" y="1570832"/>
            <a:ext cx="288000" cy="288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30560 w 171450"/>
              <a:gd name="connsiteY5" fmla="*/ 73410 h 171450"/>
              <a:gd name="connsiteX6" fmla="*/ 82935 w 171450"/>
              <a:gd name="connsiteY6" fmla="*/ 121035 h 171450"/>
              <a:gd name="connsiteX7" fmla="*/ 69465 w 171450"/>
              <a:gd name="connsiteY7" fmla="*/ 121035 h 171450"/>
              <a:gd name="connsiteX8" fmla="*/ 40890 w 171450"/>
              <a:gd name="connsiteY8" fmla="*/ 92460 h 171450"/>
              <a:gd name="connsiteX9" fmla="*/ 40890 w 171450"/>
              <a:gd name="connsiteY9" fmla="*/ 78990 h 171450"/>
              <a:gd name="connsiteX10" fmla="*/ 54360 w 171450"/>
              <a:gd name="connsiteY10" fmla="*/ 78990 h 171450"/>
              <a:gd name="connsiteX11" fmla="*/ 76200 w 171450"/>
              <a:gd name="connsiteY11" fmla="*/ 100830 h 171450"/>
              <a:gd name="connsiteX12" fmla="*/ 117090 w 171450"/>
              <a:gd name="connsiteY12" fmla="*/ 59940 h 171450"/>
              <a:gd name="connsiteX13" fmla="*/ 130560 w 171450"/>
              <a:gd name="connsiteY13" fmla="*/ 59940 h 171450"/>
              <a:gd name="connsiteX14" fmla="*/ 130560 w 171450"/>
              <a:gd name="connsiteY14" fmla="*/ 7341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30560" y="73410"/>
                </a:moveTo>
                <a:lnTo>
                  <a:pt x="82935" y="121035"/>
                </a:lnTo>
                <a:cubicBezTo>
                  <a:pt x="79216" y="124755"/>
                  <a:pt x="73184" y="124755"/>
                  <a:pt x="69465" y="121035"/>
                </a:cubicBezTo>
                <a:lnTo>
                  <a:pt x="40890" y="92460"/>
                </a:lnTo>
                <a:cubicBezTo>
                  <a:pt x="37170" y="88741"/>
                  <a:pt x="37170" y="82709"/>
                  <a:pt x="40890" y="78990"/>
                </a:cubicBezTo>
                <a:cubicBezTo>
                  <a:pt x="44610" y="75270"/>
                  <a:pt x="50640" y="75270"/>
                  <a:pt x="54360" y="78990"/>
                </a:cubicBezTo>
                <a:lnTo>
                  <a:pt x="76200" y="100830"/>
                </a:lnTo>
                <a:lnTo>
                  <a:pt x="117090" y="59940"/>
                </a:lnTo>
                <a:cubicBezTo>
                  <a:pt x="120809" y="56220"/>
                  <a:pt x="126841" y="56220"/>
                  <a:pt x="130560" y="59940"/>
                </a:cubicBezTo>
                <a:cubicBezTo>
                  <a:pt x="134280" y="63660"/>
                  <a:pt x="134280" y="69691"/>
                  <a:pt x="130560" y="73410"/>
                </a:cubicBezTo>
                <a:close/>
              </a:path>
            </a:pathLst>
          </a:custGeom>
          <a:solidFill>
            <a:schemeClr val="accent6"/>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33244954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скругленные углы 7">
            <a:extLst>
              <a:ext uri="{FF2B5EF4-FFF2-40B4-BE49-F238E27FC236}">
                <a16:creationId xmlns:a16="http://schemas.microsoft.com/office/drawing/2014/main" id="{68F9A55C-C0BF-2A41-B366-F8EB09D3D974}"/>
              </a:ext>
            </a:extLst>
          </p:cNvPr>
          <p:cNvSpPr/>
          <p:nvPr/>
        </p:nvSpPr>
        <p:spPr>
          <a:xfrm>
            <a:off x="639763" y="2166741"/>
            <a:ext cx="5079366" cy="3284601"/>
          </a:xfrm>
          <a:prstGeom prst="roundRect">
            <a:avLst>
              <a:gd name="adj" fmla="val 14218"/>
            </a:avLst>
          </a:prstGeom>
          <a:blipFill dpi="0" rotWithShape="1">
            <a:blip r:embed="rId2"/>
            <a:srcRect/>
            <a:tile tx="0" ty="0" sx="50000" sy="70000" flip="x" algn="t"/>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7" name="Рисунок 83">
            <a:extLst>
              <a:ext uri="{FF2B5EF4-FFF2-40B4-BE49-F238E27FC236}">
                <a16:creationId xmlns:a16="http://schemas.microsoft.com/office/drawing/2014/main" id="{12FD4819-DF64-C742-BA3A-A9AB3D77A8DD}"/>
              </a:ext>
            </a:extLst>
          </p:cNvPr>
          <p:cNvSpPr>
            <a:spLocks noChangeAspect="1"/>
          </p:cNvSpPr>
          <p:nvPr/>
        </p:nvSpPr>
        <p:spPr>
          <a:xfrm>
            <a:off x="5011956" y="2496099"/>
            <a:ext cx="288000" cy="288000"/>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1">
              <a:lumMod val="40000"/>
              <a:lumOff val="60000"/>
              <a:alpha val="80000"/>
            </a:schemeClr>
          </a:solidFill>
          <a:ln w="9525" cap="flat">
            <a:noFill/>
            <a:prstDash val="solid"/>
            <a:miter/>
          </a:ln>
        </p:spPr>
        <p:txBody>
          <a:bodyPr rtlCol="0" anchor="ctr"/>
          <a:lstStyle/>
          <a:p>
            <a:endParaRPr lang="ru-RU"/>
          </a:p>
        </p:txBody>
      </p:sp>
      <p:sp>
        <p:nvSpPr>
          <p:cNvPr id="3" name="Номер слайда 2">
            <a:extLst>
              <a:ext uri="{FF2B5EF4-FFF2-40B4-BE49-F238E27FC236}">
                <a16:creationId xmlns:a16="http://schemas.microsoft.com/office/drawing/2014/main" id="{AB216A62-4EA9-C24D-B87E-C3B375AFBBF7}"/>
              </a:ext>
            </a:extLst>
          </p:cNvPr>
          <p:cNvSpPr>
            <a:spLocks noGrp="1"/>
          </p:cNvSpPr>
          <p:nvPr>
            <p:ph type="sldNum" sz="quarter" idx="12"/>
          </p:nvPr>
        </p:nvSpPr>
        <p:spPr/>
        <p:txBody>
          <a:bodyPr/>
          <a:lstStyle/>
          <a:p>
            <a:fld id="{EB5249F5-0093-48B0-B996-C4E44A87EAFB}" type="slidenum">
              <a:rPr lang="ru-RU" smtClean="0"/>
              <a:pPr/>
              <a:t>99</a:t>
            </a:fld>
            <a:endParaRPr lang="ru-RU"/>
          </a:p>
        </p:txBody>
      </p:sp>
      <p:sp>
        <p:nvSpPr>
          <p:cNvPr id="4" name="Заголовок 3">
            <a:extLst>
              <a:ext uri="{FF2B5EF4-FFF2-40B4-BE49-F238E27FC236}">
                <a16:creationId xmlns:a16="http://schemas.microsoft.com/office/drawing/2014/main" id="{F99DD06E-676B-8344-97FA-2B66C0084CC3}"/>
              </a:ext>
            </a:extLst>
          </p:cNvPr>
          <p:cNvSpPr>
            <a:spLocks noGrp="1"/>
          </p:cNvSpPr>
          <p:nvPr>
            <p:ph type="title"/>
          </p:nvPr>
        </p:nvSpPr>
        <p:spPr/>
        <p:txBody>
          <a:bodyPr/>
          <a:lstStyle/>
          <a:p>
            <a:r>
              <a:rPr lang="ru-RU"/>
              <a:t>Сформулируй смысловой заголовок</a:t>
            </a:r>
          </a:p>
        </p:txBody>
      </p:sp>
      <p:sp>
        <p:nvSpPr>
          <p:cNvPr id="8" name="Прямоугольник: скругленные углы 7">
            <a:extLst>
              <a:ext uri="{FF2B5EF4-FFF2-40B4-BE49-F238E27FC236}">
                <a16:creationId xmlns:a16="http://schemas.microsoft.com/office/drawing/2014/main" id="{766CA39B-C441-3D4B-836E-D3881E06C360}"/>
              </a:ext>
            </a:extLst>
          </p:cNvPr>
          <p:cNvSpPr/>
          <p:nvPr/>
        </p:nvSpPr>
        <p:spPr>
          <a:xfrm>
            <a:off x="6480390" y="2166741"/>
            <a:ext cx="5079366" cy="3284601"/>
          </a:xfrm>
          <a:prstGeom prst="roundRect">
            <a:avLst>
              <a:gd name="adj" fmla="val 14218"/>
            </a:avLst>
          </a:prstGeom>
          <a:blipFill dpi="0" rotWithShape="1">
            <a:blip r:embed="rId2"/>
            <a:srcRect/>
            <a:tile tx="0" ty="0" sx="50000" sy="70000" flip="x" algn="t"/>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a:p>
        </p:txBody>
      </p:sp>
      <p:sp>
        <p:nvSpPr>
          <p:cNvPr id="9" name="Рисунок 83">
            <a:extLst>
              <a:ext uri="{FF2B5EF4-FFF2-40B4-BE49-F238E27FC236}">
                <a16:creationId xmlns:a16="http://schemas.microsoft.com/office/drawing/2014/main" id="{96B88155-4E97-EC4E-950C-1E4D2A04FF7A}"/>
              </a:ext>
            </a:extLst>
          </p:cNvPr>
          <p:cNvSpPr>
            <a:spLocks noChangeAspect="1"/>
          </p:cNvSpPr>
          <p:nvPr/>
        </p:nvSpPr>
        <p:spPr>
          <a:xfrm>
            <a:off x="10852583" y="2496099"/>
            <a:ext cx="288000" cy="288000"/>
          </a:xfrm>
          <a:custGeom>
            <a:avLst/>
            <a:gdLst>
              <a:gd name="connsiteX0" fmla="*/ 77217 w 152401"/>
              <a:gd name="connsiteY0" fmla="*/ 22562 h 152401"/>
              <a:gd name="connsiteX1" fmla="*/ 92075 w 152401"/>
              <a:gd name="connsiteY1" fmla="*/ 7 h 152401"/>
              <a:gd name="connsiteX2" fmla="*/ 133350 w 152401"/>
              <a:gd name="connsiteY2" fmla="*/ 19051 h 152401"/>
              <a:gd name="connsiteX3" fmla="*/ 152394 w 152401"/>
              <a:gd name="connsiteY3" fmla="*/ 60327 h 152401"/>
              <a:gd name="connsiteX4" fmla="*/ 129839 w 152401"/>
              <a:gd name="connsiteY4" fmla="*/ 75185 h 152401"/>
              <a:gd name="connsiteX5" fmla="*/ 104775 w 152401"/>
              <a:gd name="connsiteY5" fmla="*/ 85726 h 152401"/>
              <a:gd name="connsiteX6" fmla="*/ 95250 w 152401"/>
              <a:gd name="connsiteY6" fmla="*/ 114301 h 152401"/>
              <a:gd name="connsiteX7" fmla="*/ 79661 w 152401"/>
              <a:gd name="connsiteY7" fmla="*/ 142876 h 152401"/>
              <a:gd name="connsiteX8" fmla="*/ 45652 w 152401"/>
              <a:gd name="connsiteY8" fmla="*/ 120220 h 152401"/>
              <a:gd name="connsiteX9" fmla="*/ 16260 w 152401"/>
              <a:gd name="connsiteY9" fmla="*/ 149611 h 152401"/>
              <a:gd name="connsiteX10" fmla="*/ 2790 w 152401"/>
              <a:gd name="connsiteY10" fmla="*/ 149611 h 152401"/>
              <a:gd name="connsiteX11" fmla="*/ 2790 w 152401"/>
              <a:gd name="connsiteY11" fmla="*/ 136141 h 152401"/>
              <a:gd name="connsiteX12" fmla="*/ 32181 w 152401"/>
              <a:gd name="connsiteY12" fmla="*/ 106750 h 152401"/>
              <a:gd name="connsiteX13" fmla="*/ 9525 w 152401"/>
              <a:gd name="connsiteY13" fmla="*/ 72740 h 152401"/>
              <a:gd name="connsiteX14" fmla="*/ 38100 w 152401"/>
              <a:gd name="connsiteY14" fmla="*/ 57151 h 152401"/>
              <a:gd name="connsiteX15" fmla="*/ 66675 w 152401"/>
              <a:gd name="connsiteY15" fmla="*/ 47626 h 152401"/>
              <a:gd name="connsiteX16" fmla="*/ 77217 w 152401"/>
              <a:gd name="connsiteY16" fmla="*/ 22562 h 15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1" h="152401">
                <a:moveTo>
                  <a:pt x="77217" y="22562"/>
                </a:moveTo>
                <a:cubicBezTo>
                  <a:pt x="78455" y="11424"/>
                  <a:pt x="79696" y="259"/>
                  <a:pt x="92075" y="7"/>
                </a:cubicBezTo>
                <a:cubicBezTo>
                  <a:pt x="105589" y="-267"/>
                  <a:pt x="121580" y="7281"/>
                  <a:pt x="133350" y="19051"/>
                </a:cubicBezTo>
                <a:cubicBezTo>
                  <a:pt x="145120" y="30821"/>
                  <a:pt x="152669" y="46812"/>
                  <a:pt x="152394" y="60327"/>
                </a:cubicBezTo>
                <a:cubicBezTo>
                  <a:pt x="152143" y="72705"/>
                  <a:pt x="140978" y="73947"/>
                  <a:pt x="129839" y="75185"/>
                </a:cubicBezTo>
                <a:cubicBezTo>
                  <a:pt x="119294" y="76356"/>
                  <a:pt x="112095" y="78457"/>
                  <a:pt x="104775" y="85726"/>
                </a:cubicBezTo>
                <a:cubicBezTo>
                  <a:pt x="98766" y="91699"/>
                  <a:pt x="95250" y="103983"/>
                  <a:pt x="95250" y="114301"/>
                </a:cubicBezTo>
                <a:cubicBezTo>
                  <a:pt x="95250" y="124621"/>
                  <a:pt x="95247" y="142876"/>
                  <a:pt x="79661" y="142876"/>
                </a:cubicBezTo>
                <a:cubicBezTo>
                  <a:pt x="73049" y="142876"/>
                  <a:pt x="59265" y="132876"/>
                  <a:pt x="45652" y="120220"/>
                </a:cubicBezTo>
                <a:lnTo>
                  <a:pt x="16260" y="149611"/>
                </a:lnTo>
                <a:cubicBezTo>
                  <a:pt x="12540" y="153332"/>
                  <a:pt x="6510" y="153332"/>
                  <a:pt x="2790" y="149611"/>
                </a:cubicBezTo>
                <a:cubicBezTo>
                  <a:pt x="-930" y="145892"/>
                  <a:pt x="-930" y="139861"/>
                  <a:pt x="2790" y="136141"/>
                </a:cubicBezTo>
                <a:lnTo>
                  <a:pt x="32181" y="106750"/>
                </a:lnTo>
                <a:cubicBezTo>
                  <a:pt x="19525" y="93137"/>
                  <a:pt x="9525" y="79353"/>
                  <a:pt x="9525" y="72740"/>
                </a:cubicBezTo>
                <a:cubicBezTo>
                  <a:pt x="9525" y="57154"/>
                  <a:pt x="27781" y="57151"/>
                  <a:pt x="38100" y="57151"/>
                </a:cubicBezTo>
                <a:cubicBezTo>
                  <a:pt x="48419" y="57151"/>
                  <a:pt x="60702" y="53635"/>
                  <a:pt x="66675" y="47626"/>
                </a:cubicBezTo>
                <a:cubicBezTo>
                  <a:pt x="73017" y="39560"/>
                  <a:pt x="76045" y="33113"/>
                  <a:pt x="77217" y="22562"/>
                </a:cubicBezTo>
                <a:close/>
              </a:path>
            </a:pathLst>
          </a:custGeom>
          <a:solidFill>
            <a:schemeClr val="accent1">
              <a:lumMod val="40000"/>
              <a:lumOff val="60000"/>
              <a:alpha val="80000"/>
            </a:schemeClr>
          </a:solidFill>
          <a:ln w="9525" cap="flat">
            <a:noFill/>
            <a:prstDash val="solid"/>
            <a:miter/>
          </a:ln>
        </p:spPr>
        <p:txBody>
          <a:bodyPr rtlCol="0" anchor="ctr"/>
          <a:lstStyle/>
          <a:p>
            <a:endParaRPr lang="ru-RU"/>
          </a:p>
        </p:txBody>
      </p:sp>
      <p:pic>
        <p:nvPicPr>
          <p:cNvPr id="15" name="Рисунок 14">
            <a:extLst>
              <a:ext uri="{FF2B5EF4-FFF2-40B4-BE49-F238E27FC236}">
                <a16:creationId xmlns:a16="http://schemas.microsoft.com/office/drawing/2014/main" id="{8DD2554E-D009-7B40-8FFA-220A91A834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398854">
            <a:off x="3664388" y="3551199"/>
            <a:ext cx="2557869" cy="2557869"/>
          </a:xfrm>
          <a:prstGeom prst="rect">
            <a:avLst/>
          </a:prstGeom>
        </p:spPr>
      </p:pic>
      <p:pic>
        <p:nvPicPr>
          <p:cNvPr id="16" name="Рисунок 15">
            <a:extLst>
              <a:ext uri="{FF2B5EF4-FFF2-40B4-BE49-F238E27FC236}">
                <a16:creationId xmlns:a16="http://schemas.microsoft.com/office/drawing/2014/main" id="{A0DFCEA1-B2F3-4D44-B7BD-996C586E3B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4158" y="3535592"/>
            <a:ext cx="2727325" cy="2727325"/>
          </a:xfrm>
          <a:prstGeom prst="rect">
            <a:avLst/>
          </a:prstGeom>
        </p:spPr>
      </p:pic>
      <p:sp>
        <p:nvSpPr>
          <p:cNvPr id="10" name="TextBox 9">
            <a:extLst>
              <a:ext uri="{FF2B5EF4-FFF2-40B4-BE49-F238E27FC236}">
                <a16:creationId xmlns:a16="http://schemas.microsoft.com/office/drawing/2014/main" id="{3A3B457E-CD86-4844-B06E-EBEB8BB770EE}"/>
              </a:ext>
            </a:extLst>
          </p:cNvPr>
          <p:cNvSpPr txBox="1"/>
          <p:nvPr/>
        </p:nvSpPr>
        <p:spPr>
          <a:xfrm>
            <a:off x="1373325" y="2920240"/>
            <a:ext cx="3528189" cy="1013687"/>
          </a:xfrm>
          <a:prstGeom prst="rect">
            <a:avLst/>
          </a:prstGeom>
          <a:noFill/>
        </p:spPr>
        <p:txBody>
          <a:bodyPr wrap="square" lIns="0" tIns="0" rIns="0" bIns="0" rtlCol="0">
            <a:noAutofit/>
          </a:bodyPr>
          <a:lstStyle/>
          <a:p>
            <a:r>
              <a:rPr lang="ru-RU" sz="6600">
                <a:solidFill>
                  <a:schemeClr val="bg1"/>
                </a:solidFill>
                <a:latin typeface="+mj-lt"/>
              </a:rPr>
              <a:t>ХХ%</a:t>
            </a:r>
          </a:p>
        </p:txBody>
      </p:sp>
      <p:sp>
        <p:nvSpPr>
          <p:cNvPr id="11" name="TextBox 10">
            <a:extLst>
              <a:ext uri="{FF2B5EF4-FFF2-40B4-BE49-F238E27FC236}">
                <a16:creationId xmlns:a16="http://schemas.microsoft.com/office/drawing/2014/main" id="{26341486-F698-4B4D-8D42-FF46E6162AE3}"/>
              </a:ext>
            </a:extLst>
          </p:cNvPr>
          <p:cNvSpPr txBox="1"/>
          <p:nvPr/>
        </p:nvSpPr>
        <p:spPr>
          <a:xfrm>
            <a:off x="1373326" y="3874484"/>
            <a:ext cx="2844448" cy="1158836"/>
          </a:xfrm>
          <a:prstGeom prst="rect">
            <a:avLst/>
          </a:prstGeom>
          <a:noFill/>
        </p:spPr>
        <p:txBody>
          <a:bodyPr wrap="square" lIns="0" tIns="0" rIns="0" bIns="0" rtlCol="0">
            <a:noAutofit/>
          </a:bodyPr>
          <a:lstStyle/>
          <a:p>
            <a:r>
              <a:rPr lang="ru-RU" sz="2400">
                <a:solidFill>
                  <a:schemeClr val="bg1"/>
                </a:solidFill>
              </a:rPr>
              <a:t>Здесь может быть </a:t>
            </a:r>
            <a:br>
              <a:rPr lang="ru-RU" sz="2400">
                <a:solidFill>
                  <a:schemeClr val="bg1"/>
                </a:solidFill>
              </a:rPr>
            </a:br>
            <a:r>
              <a:rPr lang="ru-RU" sz="2400">
                <a:solidFill>
                  <a:schemeClr val="bg1"/>
                </a:solidFill>
              </a:rPr>
              <a:t>твой текст</a:t>
            </a:r>
            <a:endParaRPr lang="ru-RU" sz="1400"/>
          </a:p>
        </p:txBody>
      </p:sp>
      <p:sp>
        <p:nvSpPr>
          <p:cNvPr id="12" name="TextBox 11">
            <a:extLst>
              <a:ext uri="{FF2B5EF4-FFF2-40B4-BE49-F238E27FC236}">
                <a16:creationId xmlns:a16="http://schemas.microsoft.com/office/drawing/2014/main" id="{B9B1BBFC-B62E-B745-9A07-E5B6EA3B91BD}"/>
              </a:ext>
            </a:extLst>
          </p:cNvPr>
          <p:cNvSpPr txBox="1"/>
          <p:nvPr/>
        </p:nvSpPr>
        <p:spPr>
          <a:xfrm>
            <a:off x="7395188" y="2920240"/>
            <a:ext cx="3528189" cy="1013687"/>
          </a:xfrm>
          <a:prstGeom prst="rect">
            <a:avLst/>
          </a:prstGeom>
          <a:noFill/>
        </p:spPr>
        <p:txBody>
          <a:bodyPr wrap="square" lIns="0" tIns="0" rIns="0" bIns="0" rtlCol="0">
            <a:noAutofit/>
          </a:bodyPr>
          <a:lstStyle/>
          <a:p>
            <a:r>
              <a:rPr lang="ru-RU" sz="6600">
                <a:solidFill>
                  <a:schemeClr val="bg1"/>
                </a:solidFill>
                <a:latin typeface="+mj-lt"/>
              </a:rPr>
              <a:t>ХХ%</a:t>
            </a:r>
          </a:p>
        </p:txBody>
      </p:sp>
      <p:sp>
        <p:nvSpPr>
          <p:cNvPr id="13" name="TextBox 12">
            <a:extLst>
              <a:ext uri="{FF2B5EF4-FFF2-40B4-BE49-F238E27FC236}">
                <a16:creationId xmlns:a16="http://schemas.microsoft.com/office/drawing/2014/main" id="{BC4D8F22-4FEB-7B48-918B-B1B90AE00EA1}"/>
              </a:ext>
            </a:extLst>
          </p:cNvPr>
          <p:cNvSpPr txBox="1"/>
          <p:nvPr/>
        </p:nvSpPr>
        <p:spPr>
          <a:xfrm>
            <a:off x="7395188" y="3874484"/>
            <a:ext cx="2819731" cy="1158836"/>
          </a:xfrm>
          <a:prstGeom prst="rect">
            <a:avLst/>
          </a:prstGeom>
          <a:noFill/>
        </p:spPr>
        <p:txBody>
          <a:bodyPr wrap="square" lIns="0" tIns="0" rIns="0" bIns="0" rtlCol="0">
            <a:noAutofit/>
          </a:bodyPr>
          <a:lstStyle/>
          <a:p>
            <a:r>
              <a:rPr lang="ru-RU" sz="2400">
                <a:solidFill>
                  <a:schemeClr val="bg1"/>
                </a:solidFill>
              </a:rPr>
              <a:t>Здесь может быть </a:t>
            </a:r>
            <a:br>
              <a:rPr lang="ru-RU" sz="2400">
                <a:solidFill>
                  <a:schemeClr val="bg1"/>
                </a:solidFill>
              </a:rPr>
            </a:br>
            <a:r>
              <a:rPr lang="ru-RU" sz="2400">
                <a:solidFill>
                  <a:schemeClr val="bg1"/>
                </a:solidFill>
              </a:rPr>
              <a:t>твой текст</a:t>
            </a:r>
            <a:endParaRPr lang="ru-RU" sz="1400"/>
          </a:p>
          <a:p>
            <a:endParaRPr lang="ru-RU" sz="1400"/>
          </a:p>
        </p:txBody>
      </p:sp>
      <p:sp>
        <p:nvSpPr>
          <p:cNvPr id="2" name="Нижний колонтитул 1">
            <a:extLst>
              <a:ext uri="{FF2B5EF4-FFF2-40B4-BE49-F238E27FC236}">
                <a16:creationId xmlns:a16="http://schemas.microsoft.com/office/drawing/2014/main" id="{97753276-F350-B92D-FDFD-889673420A34}"/>
              </a:ext>
            </a:extLst>
          </p:cNvPr>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425089980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Прямоугольник: скругленные углы 4">
            <a:extLst>
              <a:ext uri="{FF2B5EF4-FFF2-40B4-BE49-F238E27FC236}">
                <a16:creationId xmlns:a16="http://schemas.microsoft.com/office/drawing/2014/main" id="{09911251-5C98-6E45-881F-2EC7F46F3EEA}"/>
              </a:ext>
            </a:extLst>
          </p:cNvPr>
          <p:cNvSpPr/>
          <p:nvPr/>
        </p:nvSpPr>
        <p:spPr>
          <a:xfrm>
            <a:off x="646386" y="4411550"/>
            <a:ext cx="4547391" cy="396000"/>
          </a:xfrm>
          <a:prstGeom prst="roundRect">
            <a:avLst>
              <a:gd name="adj" fmla="val 50000"/>
            </a:avLst>
          </a:prstGeom>
          <a:solidFill>
            <a:schemeClr val="accent6">
              <a:lumMod val="40000"/>
              <a:lumOff val="60000"/>
              <a:alpha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88">
              <a:solidFill>
                <a:schemeClr val="tx1"/>
              </a:solidFill>
            </a:endParaRPr>
          </a:p>
        </p:txBody>
      </p:sp>
      <p:sp>
        <p:nvSpPr>
          <p:cNvPr id="18" name="Прямоугольник: скругленные углы 5">
            <a:extLst>
              <a:ext uri="{FF2B5EF4-FFF2-40B4-BE49-F238E27FC236}">
                <a16:creationId xmlns:a16="http://schemas.microsoft.com/office/drawing/2014/main" id="{8AD87F76-721E-064E-A3A8-1CB534550DEC}"/>
              </a:ext>
            </a:extLst>
          </p:cNvPr>
          <p:cNvSpPr/>
          <p:nvPr/>
        </p:nvSpPr>
        <p:spPr>
          <a:xfrm>
            <a:off x="647178" y="4411550"/>
            <a:ext cx="2722323" cy="396000"/>
          </a:xfrm>
          <a:prstGeom prst="roundRect">
            <a:avLst>
              <a:gd name="adj" fmla="val 50000"/>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88">
              <a:solidFill>
                <a:schemeClr val="tx1"/>
              </a:solidFill>
            </a:endParaRPr>
          </a:p>
        </p:txBody>
      </p:sp>
      <p:sp>
        <p:nvSpPr>
          <p:cNvPr id="4" name="Заголовок 3">
            <a:extLst>
              <a:ext uri="{FF2B5EF4-FFF2-40B4-BE49-F238E27FC236}">
                <a16:creationId xmlns:a16="http://schemas.microsoft.com/office/drawing/2014/main" id="{50442E75-5943-B9CC-B0E0-241305C86B46}"/>
              </a:ext>
            </a:extLst>
          </p:cNvPr>
          <p:cNvSpPr>
            <a:spLocks noGrp="1"/>
          </p:cNvSpPr>
          <p:nvPr>
            <p:ph type="title"/>
          </p:nvPr>
        </p:nvSpPr>
        <p:spPr/>
        <p:txBody>
          <a:bodyPr/>
          <a:lstStyle/>
          <a:p>
            <a:r>
              <a:rPr lang="ru-RU"/>
              <a:t>Сформулируй смысловой заголовок</a:t>
            </a:r>
          </a:p>
        </p:txBody>
      </p:sp>
      <p:sp>
        <p:nvSpPr>
          <p:cNvPr id="3" name="Номер слайда 2">
            <a:extLst>
              <a:ext uri="{FF2B5EF4-FFF2-40B4-BE49-F238E27FC236}">
                <a16:creationId xmlns:a16="http://schemas.microsoft.com/office/drawing/2014/main" id="{6BDDC0C0-DB4E-2146-F08B-A15B0E47258A}"/>
              </a:ext>
            </a:extLst>
          </p:cNvPr>
          <p:cNvSpPr>
            <a:spLocks noGrp="1"/>
          </p:cNvSpPr>
          <p:nvPr>
            <p:ph type="sldNum" sz="quarter" idx="12"/>
          </p:nvPr>
        </p:nvSpPr>
        <p:spPr/>
        <p:txBody>
          <a:bodyPr/>
          <a:lstStyle/>
          <a:p>
            <a:fld id="{EB5249F5-0093-48B0-B996-C4E44A87EAFB}" type="slidenum">
              <a:rPr lang="ru-RU" smtClean="0"/>
              <a:pPr/>
              <a:t>100</a:t>
            </a:fld>
            <a:endParaRPr lang="ru-RU"/>
          </a:p>
        </p:txBody>
      </p:sp>
      <p:sp>
        <p:nvSpPr>
          <p:cNvPr id="12" name="Нижний колонтитул 11">
            <a:extLst>
              <a:ext uri="{FF2B5EF4-FFF2-40B4-BE49-F238E27FC236}">
                <a16:creationId xmlns:a16="http://schemas.microsoft.com/office/drawing/2014/main" id="{EF1C8397-88BE-0B2F-DEB4-ED708B0762D9}"/>
              </a:ext>
            </a:extLst>
          </p:cNvPr>
          <p:cNvSpPr>
            <a:spLocks noGrp="1"/>
          </p:cNvSpPr>
          <p:nvPr>
            <p:ph type="ftr" sz="quarter" idx="11"/>
          </p:nvPr>
        </p:nvSpPr>
        <p:spPr/>
        <p:txBody>
          <a:bodyPr/>
          <a:lstStyle/>
          <a:p>
            <a:endParaRPr lang="ru-RU"/>
          </a:p>
        </p:txBody>
      </p:sp>
      <p:sp>
        <p:nvSpPr>
          <p:cNvPr id="5" name="Прямоугольник: скругленные углы 4">
            <a:extLst>
              <a:ext uri="{FF2B5EF4-FFF2-40B4-BE49-F238E27FC236}">
                <a16:creationId xmlns:a16="http://schemas.microsoft.com/office/drawing/2014/main" id="{5948FC1F-2EB2-8222-4072-768A2D39CE20}"/>
              </a:ext>
            </a:extLst>
          </p:cNvPr>
          <p:cNvSpPr/>
          <p:nvPr/>
        </p:nvSpPr>
        <p:spPr>
          <a:xfrm>
            <a:off x="6095208" y="4411550"/>
            <a:ext cx="4547391" cy="396000"/>
          </a:xfrm>
          <a:prstGeom prst="roundRect">
            <a:avLst>
              <a:gd name="adj" fmla="val 50000"/>
            </a:avLst>
          </a:prstGeom>
          <a:solidFill>
            <a:schemeClr val="accent6">
              <a:lumMod val="40000"/>
              <a:lumOff val="60000"/>
              <a:alpha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88">
              <a:solidFill>
                <a:schemeClr val="tx1"/>
              </a:solidFill>
            </a:endParaRPr>
          </a:p>
        </p:txBody>
      </p:sp>
      <p:sp>
        <p:nvSpPr>
          <p:cNvPr id="6" name="Прямоугольник: скругленные углы 5">
            <a:extLst>
              <a:ext uri="{FF2B5EF4-FFF2-40B4-BE49-F238E27FC236}">
                <a16:creationId xmlns:a16="http://schemas.microsoft.com/office/drawing/2014/main" id="{3472ED7A-A988-BB05-3E8C-945C1A087838}"/>
              </a:ext>
            </a:extLst>
          </p:cNvPr>
          <p:cNvSpPr/>
          <p:nvPr/>
        </p:nvSpPr>
        <p:spPr>
          <a:xfrm>
            <a:off x="6096000" y="4411550"/>
            <a:ext cx="4125238" cy="396000"/>
          </a:xfrm>
          <a:prstGeom prst="roundRect">
            <a:avLst>
              <a:gd name="adj" fmla="val 50000"/>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88">
              <a:solidFill>
                <a:schemeClr val="tx1"/>
              </a:solidFill>
            </a:endParaRPr>
          </a:p>
        </p:txBody>
      </p:sp>
      <p:sp>
        <p:nvSpPr>
          <p:cNvPr id="7" name="TextBox 6">
            <a:extLst>
              <a:ext uri="{FF2B5EF4-FFF2-40B4-BE49-F238E27FC236}">
                <a16:creationId xmlns:a16="http://schemas.microsoft.com/office/drawing/2014/main" id="{B3A36203-CEB5-1AD0-4CD3-0B1A2C3ECB7C}"/>
              </a:ext>
            </a:extLst>
          </p:cNvPr>
          <p:cNvSpPr txBox="1"/>
          <p:nvPr/>
        </p:nvSpPr>
        <p:spPr>
          <a:xfrm>
            <a:off x="639764" y="2168525"/>
            <a:ext cx="4546599" cy="1626051"/>
          </a:xfrm>
          <a:prstGeom prst="rect">
            <a:avLst/>
          </a:prstGeom>
          <a:noFill/>
        </p:spPr>
        <p:txBody>
          <a:bodyPr wrap="square" lIns="0" tIns="0" rIns="0" bIns="0" rtlCol="0">
            <a:noAutofit/>
          </a:bodyPr>
          <a:lstStyle/>
          <a:p>
            <a:pPr algn="l"/>
            <a:r>
              <a:rPr lang="ru-RU" sz="11500">
                <a:solidFill>
                  <a:schemeClr val="tx2"/>
                </a:solidFill>
                <a:latin typeface="+mj-lt"/>
              </a:rPr>
              <a:t>ХХ%</a:t>
            </a:r>
          </a:p>
        </p:txBody>
      </p:sp>
      <p:sp>
        <p:nvSpPr>
          <p:cNvPr id="8" name="TextBox 7">
            <a:extLst>
              <a:ext uri="{FF2B5EF4-FFF2-40B4-BE49-F238E27FC236}">
                <a16:creationId xmlns:a16="http://schemas.microsoft.com/office/drawing/2014/main" id="{3B8F8A67-D747-CF44-9666-B2B028A922E0}"/>
              </a:ext>
            </a:extLst>
          </p:cNvPr>
          <p:cNvSpPr txBox="1"/>
          <p:nvPr/>
        </p:nvSpPr>
        <p:spPr>
          <a:xfrm>
            <a:off x="639764" y="3789943"/>
            <a:ext cx="4172298" cy="375732"/>
          </a:xfrm>
          <a:prstGeom prst="rect">
            <a:avLst/>
          </a:prstGeom>
          <a:noFill/>
        </p:spPr>
        <p:txBody>
          <a:bodyPr wrap="square" lIns="0" tIns="0" rIns="0" bIns="0" rtlCol="0">
            <a:noAutofit/>
          </a:bodyPr>
          <a:lstStyle/>
          <a:p>
            <a:pPr algn="l">
              <a:lnSpc>
                <a:spcPct val="85000"/>
              </a:lnSpc>
            </a:pPr>
            <a:r>
              <a:rPr lang="ru-RU" sz="2400"/>
              <a:t>заказов доставили вовремя</a:t>
            </a:r>
          </a:p>
        </p:txBody>
      </p:sp>
      <p:sp>
        <p:nvSpPr>
          <p:cNvPr id="13" name="TextBox 12">
            <a:extLst>
              <a:ext uri="{FF2B5EF4-FFF2-40B4-BE49-F238E27FC236}">
                <a16:creationId xmlns:a16="http://schemas.microsoft.com/office/drawing/2014/main" id="{AD78DEDE-F705-D268-5483-CF292DBF94E8}"/>
              </a:ext>
            </a:extLst>
          </p:cNvPr>
          <p:cNvSpPr txBox="1"/>
          <p:nvPr/>
        </p:nvSpPr>
        <p:spPr>
          <a:xfrm>
            <a:off x="6096000" y="2168525"/>
            <a:ext cx="4546599" cy="1626051"/>
          </a:xfrm>
          <a:prstGeom prst="rect">
            <a:avLst/>
          </a:prstGeom>
          <a:noFill/>
        </p:spPr>
        <p:txBody>
          <a:bodyPr wrap="square" lIns="0" tIns="0" rIns="0" bIns="0" rtlCol="0">
            <a:noAutofit/>
          </a:bodyPr>
          <a:lstStyle/>
          <a:p>
            <a:pPr algn="l"/>
            <a:r>
              <a:rPr lang="ru-RU" sz="11500">
                <a:solidFill>
                  <a:schemeClr val="tx2"/>
                </a:solidFill>
                <a:latin typeface="+mj-lt"/>
              </a:rPr>
              <a:t>ХХ%</a:t>
            </a:r>
          </a:p>
        </p:txBody>
      </p:sp>
      <p:sp>
        <p:nvSpPr>
          <p:cNvPr id="14" name="TextBox 13">
            <a:extLst>
              <a:ext uri="{FF2B5EF4-FFF2-40B4-BE49-F238E27FC236}">
                <a16:creationId xmlns:a16="http://schemas.microsoft.com/office/drawing/2014/main" id="{3BD2BC40-7547-5D87-D209-C71DF3DC3D81}"/>
              </a:ext>
            </a:extLst>
          </p:cNvPr>
          <p:cNvSpPr txBox="1"/>
          <p:nvPr/>
        </p:nvSpPr>
        <p:spPr>
          <a:xfrm>
            <a:off x="6096000" y="3789943"/>
            <a:ext cx="4172298" cy="375732"/>
          </a:xfrm>
          <a:prstGeom prst="rect">
            <a:avLst/>
          </a:prstGeom>
          <a:noFill/>
        </p:spPr>
        <p:txBody>
          <a:bodyPr wrap="square" lIns="0" tIns="0" rIns="0" bIns="0" rtlCol="0">
            <a:noAutofit/>
          </a:bodyPr>
          <a:lstStyle/>
          <a:p>
            <a:pPr>
              <a:lnSpc>
                <a:spcPct val="85000"/>
              </a:lnSpc>
            </a:pPr>
            <a:r>
              <a:rPr lang="ru-RU" sz="2400"/>
              <a:t>заказов доставили вовремя</a:t>
            </a:r>
          </a:p>
        </p:txBody>
      </p:sp>
      <p:sp>
        <p:nvSpPr>
          <p:cNvPr id="19" name="Полилиния: фигура 18">
            <a:extLst>
              <a:ext uri="{FF2B5EF4-FFF2-40B4-BE49-F238E27FC236}">
                <a16:creationId xmlns:a16="http://schemas.microsoft.com/office/drawing/2014/main" id="{987808A8-D6E6-FBF8-FDEF-FEEF7F7213D5}"/>
              </a:ext>
            </a:extLst>
          </p:cNvPr>
          <p:cNvSpPr/>
          <p:nvPr/>
        </p:nvSpPr>
        <p:spPr>
          <a:xfrm>
            <a:off x="6191441" y="4484391"/>
            <a:ext cx="230052" cy="230052"/>
          </a:xfrm>
          <a:custGeom>
            <a:avLst/>
            <a:gdLst>
              <a:gd name="connsiteX0" fmla="*/ 115026 w 230052"/>
              <a:gd name="connsiteY0" fmla="*/ 76684 h 230052"/>
              <a:gd name="connsiteX1" fmla="*/ 140587 w 230052"/>
              <a:gd name="connsiteY1" fmla="*/ 76684 h 230052"/>
              <a:gd name="connsiteX2" fmla="*/ 153368 w 230052"/>
              <a:gd name="connsiteY2" fmla="*/ 89465 h 230052"/>
              <a:gd name="connsiteX3" fmla="*/ 140587 w 230052"/>
              <a:gd name="connsiteY3" fmla="*/ 102245 h 230052"/>
              <a:gd name="connsiteX4" fmla="*/ 115026 w 230052"/>
              <a:gd name="connsiteY4" fmla="*/ 102245 h 230052"/>
              <a:gd name="connsiteX5" fmla="*/ 102245 w 230052"/>
              <a:gd name="connsiteY5" fmla="*/ 51123 h 230052"/>
              <a:gd name="connsiteX6" fmla="*/ 89465 w 230052"/>
              <a:gd name="connsiteY6" fmla="*/ 63903 h 230052"/>
              <a:gd name="connsiteX7" fmla="*/ 89465 w 230052"/>
              <a:gd name="connsiteY7" fmla="*/ 102245 h 230052"/>
              <a:gd name="connsiteX8" fmla="*/ 76684 w 230052"/>
              <a:gd name="connsiteY8" fmla="*/ 102245 h 230052"/>
              <a:gd name="connsiteX9" fmla="*/ 63903 w 230052"/>
              <a:gd name="connsiteY9" fmla="*/ 115026 h 230052"/>
              <a:gd name="connsiteX10" fmla="*/ 76684 w 230052"/>
              <a:gd name="connsiteY10" fmla="*/ 127807 h 230052"/>
              <a:gd name="connsiteX11" fmla="*/ 89465 w 230052"/>
              <a:gd name="connsiteY11" fmla="*/ 127807 h 230052"/>
              <a:gd name="connsiteX12" fmla="*/ 89465 w 230052"/>
              <a:gd name="connsiteY12" fmla="*/ 140587 h 230052"/>
              <a:gd name="connsiteX13" fmla="*/ 76684 w 230052"/>
              <a:gd name="connsiteY13" fmla="*/ 140587 h 230052"/>
              <a:gd name="connsiteX14" fmla="*/ 63903 w 230052"/>
              <a:gd name="connsiteY14" fmla="*/ 153368 h 230052"/>
              <a:gd name="connsiteX15" fmla="*/ 76684 w 230052"/>
              <a:gd name="connsiteY15" fmla="*/ 166149 h 230052"/>
              <a:gd name="connsiteX16" fmla="*/ 89465 w 230052"/>
              <a:gd name="connsiteY16" fmla="*/ 166149 h 230052"/>
              <a:gd name="connsiteX17" fmla="*/ 89465 w 230052"/>
              <a:gd name="connsiteY17" fmla="*/ 178929 h 230052"/>
              <a:gd name="connsiteX18" fmla="*/ 102245 w 230052"/>
              <a:gd name="connsiteY18" fmla="*/ 191710 h 230052"/>
              <a:gd name="connsiteX19" fmla="*/ 115026 w 230052"/>
              <a:gd name="connsiteY19" fmla="*/ 178929 h 230052"/>
              <a:gd name="connsiteX20" fmla="*/ 115026 w 230052"/>
              <a:gd name="connsiteY20" fmla="*/ 166149 h 230052"/>
              <a:gd name="connsiteX21" fmla="*/ 153368 w 230052"/>
              <a:gd name="connsiteY21" fmla="*/ 166149 h 230052"/>
              <a:gd name="connsiteX22" fmla="*/ 166149 w 230052"/>
              <a:gd name="connsiteY22" fmla="*/ 153368 h 230052"/>
              <a:gd name="connsiteX23" fmla="*/ 153368 w 230052"/>
              <a:gd name="connsiteY23" fmla="*/ 140587 h 230052"/>
              <a:gd name="connsiteX24" fmla="*/ 115026 w 230052"/>
              <a:gd name="connsiteY24" fmla="*/ 140587 h 230052"/>
              <a:gd name="connsiteX25" fmla="*/ 115026 w 230052"/>
              <a:gd name="connsiteY25" fmla="*/ 127807 h 230052"/>
              <a:gd name="connsiteX26" fmla="*/ 140587 w 230052"/>
              <a:gd name="connsiteY26" fmla="*/ 127807 h 230052"/>
              <a:gd name="connsiteX27" fmla="*/ 178929 w 230052"/>
              <a:gd name="connsiteY27" fmla="*/ 89465 h 230052"/>
              <a:gd name="connsiteX28" fmla="*/ 140587 w 230052"/>
              <a:gd name="connsiteY28" fmla="*/ 51123 h 230052"/>
              <a:gd name="connsiteX29" fmla="*/ 115026 w 230052"/>
              <a:gd name="connsiteY29" fmla="*/ 0 h 230052"/>
              <a:gd name="connsiteX30" fmla="*/ 230052 w 230052"/>
              <a:gd name="connsiteY30" fmla="*/ 115026 h 230052"/>
              <a:gd name="connsiteX31" fmla="*/ 115026 w 230052"/>
              <a:gd name="connsiteY31" fmla="*/ 230052 h 230052"/>
              <a:gd name="connsiteX32" fmla="*/ 0 w 230052"/>
              <a:gd name="connsiteY32" fmla="*/ 115026 h 230052"/>
              <a:gd name="connsiteX33" fmla="*/ 115026 w 230052"/>
              <a:gd name="connsiteY33" fmla="*/ 0 h 23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0052" h="230052">
                <a:moveTo>
                  <a:pt x="115026" y="76684"/>
                </a:moveTo>
                <a:lnTo>
                  <a:pt x="140587" y="76684"/>
                </a:lnTo>
                <a:cubicBezTo>
                  <a:pt x="147646" y="76684"/>
                  <a:pt x="153368" y="82406"/>
                  <a:pt x="153368" y="89465"/>
                </a:cubicBezTo>
                <a:cubicBezTo>
                  <a:pt x="153368" y="96523"/>
                  <a:pt x="147646" y="102245"/>
                  <a:pt x="140587" y="102245"/>
                </a:cubicBezTo>
                <a:lnTo>
                  <a:pt x="115026" y="102245"/>
                </a:lnTo>
                <a:close/>
                <a:moveTo>
                  <a:pt x="102245" y="51123"/>
                </a:moveTo>
                <a:cubicBezTo>
                  <a:pt x="95187" y="51123"/>
                  <a:pt x="89465" y="56845"/>
                  <a:pt x="89465" y="63903"/>
                </a:cubicBezTo>
                <a:lnTo>
                  <a:pt x="89465" y="102245"/>
                </a:lnTo>
                <a:lnTo>
                  <a:pt x="76684" y="102245"/>
                </a:lnTo>
                <a:cubicBezTo>
                  <a:pt x="69625" y="102245"/>
                  <a:pt x="63903" y="107967"/>
                  <a:pt x="63903" y="115026"/>
                </a:cubicBezTo>
                <a:cubicBezTo>
                  <a:pt x="63903" y="122085"/>
                  <a:pt x="69625" y="127807"/>
                  <a:pt x="76684" y="127807"/>
                </a:cubicBezTo>
                <a:lnTo>
                  <a:pt x="89465" y="127807"/>
                </a:lnTo>
                <a:lnTo>
                  <a:pt x="89465" y="140587"/>
                </a:lnTo>
                <a:lnTo>
                  <a:pt x="76684" y="140587"/>
                </a:lnTo>
                <a:cubicBezTo>
                  <a:pt x="69625" y="140587"/>
                  <a:pt x="63903" y="146309"/>
                  <a:pt x="63903" y="153368"/>
                </a:cubicBezTo>
                <a:cubicBezTo>
                  <a:pt x="63903" y="160427"/>
                  <a:pt x="69625" y="166149"/>
                  <a:pt x="76684" y="166149"/>
                </a:cubicBezTo>
                <a:lnTo>
                  <a:pt x="89465" y="166149"/>
                </a:lnTo>
                <a:lnTo>
                  <a:pt x="89465" y="178929"/>
                </a:lnTo>
                <a:cubicBezTo>
                  <a:pt x="89465" y="185988"/>
                  <a:pt x="95187" y="191710"/>
                  <a:pt x="102245" y="191710"/>
                </a:cubicBezTo>
                <a:cubicBezTo>
                  <a:pt x="109304" y="191710"/>
                  <a:pt x="115026" y="185988"/>
                  <a:pt x="115026" y="178929"/>
                </a:cubicBezTo>
                <a:lnTo>
                  <a:pt x="115026" y="166149"/>
                </a:lnTo>
                <a:lnTo>
                  <a:pt x="153368" y="166149"/>
                </a:lnTo>
                <a:cubicBezTo>
                  <a:pt x="160427" y="166149"/>
                  <a:pt x="166149" y="160427"/>
                  <a:pt x="166149" y="153368"/>
                </a:cubicBezTo>
                <a:cubicBezTo>
                  <a:pt x="166149" y="146309"/>
                  <a:pt x="160427" y="140587"/>
                  <a:pt x="153368" y="140587"/>
                </a:cubicBezTo>
                <a:lnTo>
                  <a:pt x="115026" y="140587"/>
                </a:lnTo>
                <a:lnTo>
                  <a:pt x="115026" y="127807"/>
                </a:lnTo>
                <a:lnTo>
                  <a:pt x="140587" y="127807"/>
                </a:lnTo>
                <a:cubicBezTo>
                  <a:pt x="161764" y="127807"/>
                  <a:pt x="178929" y="110640"/>
                  <a:pt x="178929" y="89465"/>
                </a:cubicBezTo>
                <a:cubicBezTo>
                  <a:pt x="178929" y="68289"/>
                  <a:pt x="161764" y="51123"/>
                  <a:pt x="140587" y="51123"/>
                </a:cubicBezTo>
                <a:close/>
                <a:moveTo>
                  <a:pt x="115026" y="0"/>
                </a:moveTo>
                <a:cubicBezTo>
                  <a:pt x="186396" y="0"/>
                  <a:pt x="230052" y="43656"/>
                  <a:pt x="230052" y="115026"/>
                </a:cubicBezTo>
                <a:cubicBezTo>
                  <a:pt x="230052" y="186396"/>
                  <a:pt x="186396" y="230052"/>
                  <a:pt x="115026" y="230052"/>
                </a:cubicBezTo>
                <a:cubicBezTo>
                  <a:pt x="43656" y="230052"/>
                  <a:pt x="0" y="186396"/>
                  <a:pt x="0" y="115026"/>
                </a:cubicBezTo>
                <a:cubicBezTo>
                  <a:pt x="0" y="43656"/>
                  <a:pt x="43656" y="0"/>
                  <a:pt x="115026" y="0"/>
                </a:cubicBezTo>
                <a:close/>
              </a:path>
            </a:pathLst>
          </a:custGeom>
          <a:solidFill>
            <a:schemeClr val="bg1"/>
          </a:solidFill>
          <a:ln w="12700" cap="flat">
            <a:noFill/>
            <a:prstDash val="solid"/>
            <a:miter/>
          </a:ln>
        </p:spPr>
        <p:txBody>
          <a:bodyPr rtlCol="0" anchor="ctr"/>
          <a:lstStyle/>
          <a:p>
            <a:endParaRPr lang="ru-RU"/>
          </a:p>
        </p:txBody>
      </p:sp>
      <p:sp>
        <p:nvSpPr>
          <p:cNvPr id="2" name="Рисунок 17">
            <a:extLst>
              <a:ext uri="{FF2B5EF4-FFF2-40B4-BE49-F238E27FC236}">
                <a16:creationId xmlns:a16="http://schemas.microsoft.com/office/drawing/2014/main" id="{DD9CB500-5801-6F81-4CC5-3AC73409092B}"/>
              </a:ext>
            </a:extLst>
          </p:cNvPr>
          <p:cNvSpPr/>
          <p:nvPr/>
        </p:nvSpPr>
        <p:spPr>
          <a:xfrm>
            <a:off x="747731" y="4484391"/>
            <a:ext cx="230052" cy="230052"/>
          </a:xfrm>
          <a:custGeom>
            <a:avLst/>
            <a:gdLst>
              <a:gd name="connsiteX0" fmla="*/ 230052 w 230052"/>
              <a:gd name="connsiteY0" fmla="*/ 115026 h 230052"/>
              <a:gd name="connsiteX1" fmla="*/ 115026 w 230052"/>
              <a:gd name="connsiteY1" fmla="*/ 230052 h 230052"/>
              <a:gd name="connsiteX2" fmla="*/ 0 w 230052"/>
              <a:gd name="connsiteY2" fmla="*/ 115026 h 230052"/>
              <a:gd name="connsiteX3" fmla="*/ 115026 w 230052"/>
              <a:gd name="connsiteY3" fmla="*/ 0 h 230052"/>
              <a:gd name="connsiteX4" fmla="*/ 230052 w 230052"/>
              <a:gd name="connsiteY4" fmla="*/ 115026 h 230052"/>
              <a:gd name="connsiteX5" fmla="*/ 162405 w 230052"/>
              <a:gd name="connsiteY5" fmla="*/ 85721 h 230052"/>
              <a:gd name="connsiteX6" fmla="*/ 162405 w 230052"/>
              <a:gd name="connsiteY6" fmla="*/ 67647 h 230052"/>
              <a:gd name="connsiteX7" fmla="*/ 144331 w 230052"/>
              <a:gd name="connsiteY7" fmla="*/ 67647 h 230052"/>
              <a:gd name="connsiteX8" fmla="*/ 67647 w 230052"/>
              <a:gd name="connsiteY8" fmla="*/ 144331 h 230052"/>
              <a:gd name="connsiteX9" fmla="*/ 67647 w 230052"/>
              <a:gd name="connsiteY9" fmla="*/ 162405 h 230052"/>
              <a:gd name="connsiteX10" fmla="*/ 85721 w 230052"/>
              <a:gd name="connsiteY10" fmla="*/ 162405 h 230052"/>
              <a:gd name="connsiteX11" fmla="*/ 162405 w 230052"/>
              <a:gd name="connsiteY11" fmla="*/ 85721 h 230052"/>
              <a:gd name="connsiteX12" fmla="*/ 102245 w 230052"/>
              <a:gd name="connsiteY12" fmla="*/ 83074 h 230052"/>
              <a:gd name="connsiteX13" fmla="*/ 83074 w 230052"/>
              <a:gd name="connsiteY13" fmla="*/ 63903 h 230052"/>
              <a:gd name="connsiteX14" fmla="*/ 63903 w 230052"/>
              <a:gd name="connsiteY14" fmla="*/ 83074 h 230052"/>
              <a:gd name="connsiteX15" fmla="*/ 83074 w 230052"/>
              <a:gd name="connsiteY15" fmla="*/ 102245 h 230052"/>
              <a:gd name="connsiteX16" fmla="*/ 102245 w 230052"/>
              <a:gd name="connsiteY16" fmla="*/ 83074 h 230052"/>
              <a:gd name="connsiteX17" fmla="*/ 146978 w 230052"/>
              <a:gd name="connsiteY17" fmla="*/ 166149 h 230052"/>
              <a:gd name="connsiteX18" fmla="*/ 166149 w 230052"/>
              <a:gd name="connsiteY18" fmla="*/ 146978 h 230052"/>
              <a:gd name="connsiteX19" fmla="*/ 146978 w 230052"/>
              <a:gd name="connsiteY19" fmla="*/ 127807 h 230052"/>
              <a:gd name="connsiteX20" fmla="*/ 127807 w 230052"/>
              <a:gd name="connsiteY20" fmla="*/ 146978 h 230052"/>
              <a:gd name="connsiteX21" fmla="*/ 146978 w 230052"/>
              <a:gd name="connsiteY21" fmla="*/ 166149 h 23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0052" h="230052">
                <a:moveTo>
                  <a:pt x="230052" y="115026"/>
                </a:moveTo>
                <a:cubicBezTo>
                  <a:pt x="230052" y="186396"/>
                  <a:pt x="186396" y="230052"/>
                  <a:pt x="115026" y="230052"/>
                </a:cubicBezTo>
                <a:cubicBezTo>
                  <a:pt x="43656" y="230052"/>
                  <a:pt x="0" y="186396"/>
                  <a:pt x="0" y="115026"/>
                </a:cubicBezTo>
                <a:cubicBezTo>
                  <a:pt x="0" y="43656"/>
                  <a:pt x="43656" y="0"/>
                  <a:pt x="115026" y="0"/>
                </a:cubicBezTo>
                <a:cubicBezTo>
                  <a:pt x="186396" y="0"/>
                  <a:pt x="230052" y="43656"/>
                  <a:pt x="230052" y="115026"/>
                </a:cubicBezTo>
                <a:close/>
                <a:moveTo>
                  <a:pt x="162405" y="85721"/>
                </a:moveTo>
                <a:cubicBezTo>
                  <a:pt x="167396" y="80730"/>
                  <a:pt x="167396" y="72638"/>
                  <a:pt x="162405" y="67647"/>
                </a:cubicBezTo>
                <a:cubicBezTo>
                  <a:pt x="157414" y="62656"/>
                  <a:pt x="149322" y="62656"/>
                  <a:pt x="144331" y="67647"/>
                </a:cubicBezTo>
                <a:lnTo>
                  <a:pt x="67647" y="144331"/>
                </a:lnTo>
                <a:cubicBezTo>
                  <a:pt x="62656" y="149322"/>
                  <a:pt x="62656" y="157414"/>
                  <a:pt x="67647" y="162405"/>
                </a:cubicBezTo>
                <a:cubicBezTo>
                  <a:pt x="72638" y="167396"/>
                  <a:pt x="80730" y="167396"/>
                  <a:pt x="85721" y="162405"/>
                </a:cubicBezTo>
                <a:lnTo>
                  <a:pt x="162405" y="85721"/>
                </a:lnTo>
                <a:close/>
                <a:moveTo>
                  <a:pt x="102245" y="83074"/>
                </a:moveTo>
                <a:cubicBezTo>
                  <a:pt x="102245" y="72486"/>
                  <a:pt x="93662" y="63903"/>
                  <a:pt x="83074" y="63903"/>
                </a:cubicBezTo>
                <a:cubicBezTo>
                  <a:pt x="72486" y="63903"/>
                  <a:pt x="63903" y="72486"/>
                  <a:pt x="63903" y="83074"/>
                </a:cubicBezTo>
                <a:cubicBezTo>
                  <a:pt x="63903" y="93662"/>
                  <a:pt x="72486" y="102245"/>
                  <a:pt x="83074" y="102245"/>
                </a:cubicBezTo>
                <a:cubicBezTo>
                  <a:pt x="93662" y="102245"/>
                  <a:pt x="102245" y="93662"/>
                  <a:pt x="102245" y="83074"/>
                </a:cubicBezTo>
                <a:close/>
                <a:moveTo>
                  <a:pt x="146978" y="166149"/>
                </a:moveTo>
                <a:cubicBezTo>
                  <a:pt x="157565" y="166149"/>
                  <a:pt x="166149" y="157565"/>
                  <a:pt x="166149" y="146978"/>
                </a:cubicBezTo>
                <a:cubicBezTo>
                  <a:pt x="166149" y="136390"/>
                  <a:pt x="157565" y="127807"/>
                  <a:pt x="146978" y="127807"/>
                </a:cubicBezTo>
                <a:cubicBezTo>
                  <a:pt x="136390" y="127807"/>
                  <a:pt x="127807" y="136390"/>
                  <a:pt x="127807" y="146978"/>
                </a:cubicBezTo>
                <a:cubicBezTo>
                  <a:pt x="127807" y="157565"/>
                  <a:pt x="136390" y="166149"/>
                  <a:pt x="146978" y="166149"/>
                </a:cubicBezTo>
                <a:close/>
              </a:path>
            </a:pathLst>
          </a:custGeom>
          <a:solidFill>
            <a:schemeClr val="bg1"/>
          </a:solidFill>
          <a:ln w="12700" cap="flat">
            <a:noFill/>
            <a:prstDash val="solid"/>
            <a:miter/>
          </a:ln>
        </p:spPr>
        <p:txBody>
          <a:bodyPr rtlCol="0" anchor="ctr"/>
          <a:lstStyle/>
          <a:p>
            <a:endParaRPr lang="ru-RU"/>
          </a:p>
        </p:txBody>
      </p:sp>
    </p:spTree>
    <p:extLst>
      <p:ext uri="{BB962C8B-B14F-4D97-AF65-F5344CB8AC3E}">
        <p14:creationId xmlns:p14="http://schemas.microsoft.com/office/powerpoint/2010/main" val="420144652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2CF3823D-C544-6D97-FCDF-DA10EA3150FE}"/>
              </a:ext>
            </a:extLst>
          </p:cNvPr>
          <p:cNvSpPr>
            <a:spLocks noGrp="1"/>
          </p:cNvSpPr>
          <p:nvPr>
            <p:ph type="title"/>
          </p:nvPr>
        </p:nvSpPr>
        <p:spPr/>
        <p:txBody>
          <a:bodyPr/>
          <a:lstStyle/>
          <a:p>
            <a:r>
              <a:rPr lang="ru-RU"/>
              <a:t>Сформулируй смысловой заголовок</a:t>
            </a:r>
          </a:p>
        </p:txBody>
      </p:sp>
      <p:sp>
        <p:nvSpPr>
          <p:cNvPr id="3" name="Номер слайда 2">
            <a:extLst>
              <a:ext uri="{FF2B5EF4-FFF2-40B4-BE49-F238E27FC236}">
                <a16:creationId xmlns:a16="http://schemas.microsoft.com/office/drawing/2014/main" id="{40BDC51C-9911-514B-0DC1-96D08A2546EB}"/>
              </a:ext>
            </a:extLst>
          </p:cNvPr>
          <p:cNvSpPr>
            <a:spLocks noGrp="1"/>
          </p:cNvSpPr>
          <p:nvPr>
            <p:ph type="sldNum" sz="quarter" idx="12"/>
          </p:nvPr>
        </p:nvSpPr>
        <p:spPr/>
        <p:txBody>
          <a:bodyPr/>
          <a:lstStyle/>
          <a:p>
            <a:fld id="{EB5249F5-0093-48B0-B996-C4E44A87EAFB}" type="slidenum">
              <a:rPr lang="ru-RU" smtClean="0"/>
              <a:pPr/>
              <a:t>101</a:t>
            </a:fld>
            <a:endParaRPr lang="ru-RU"/>
          </a:p>
        </p:txBody>
      </p:sp>
      <p:sp>
        <p:nvSpPr>
          <p:cNvPr id="5" name="Нижний колонтитул 4">
            <a:extLst>
              <a:ext uri="{FF2B5EF4-FFF2-40B4-BE49-F238E27FC236}">
                <a16:creationId xmlns:a16="http://schemas.microsoft.com/office/drawing/2014/main" id="{C5B4FC2D-97EB-CA43-BE85-BC9C70F739D9}"/>
              </a:ext>
            </a:extLst>
          </p:cNvPr>
          <p:cNvSpPr>
            <a:spLocks noGrp="1"/>
          </p:cNvSpPr>
          <p:nvPr>
            <p:ph type="ftr" sz="quarter" idx="11"/>
          </p:nvPr>
        </p:nvSpPr>
        <p:spPr/>
        <p:txBody>
          <a:bodyPr/>
          <a:lstStyle/>
          <a:p>
            <a:endParaRPr lang="ru-RU"/>
          </a:p>
        </p:txBody>
      </p:sp>
      <p:sp>
        <p:nvSpPr>
          <p:cNvPr id="2" name="Прямоугольник: скругленные углы 1">
            <a:extLst>
              <a:ext uri="{FF2B5EF4-FFF2-40B4-BE49-F238E27FC236}">
                <a16:creationId xmlns:a16="http://schemas.microsoft.com/office/drawing/2014/main" id="{46FE2199-D79A-6605-4503-0F49C7940CFD}"/>
              </a:ext>
            </a:extLst>
          </p:cNvPr>
          <p:cNvSpPr/>
          <p:nvPr/>
        </p:nvSpPr>
        <p:spPr>
          <a:xfrm>
            <a:off x="639763" y="1873404"/>
            <a:ext cx="4330599" cy="1872000"/>
          </a:xfrm>
          <a:prstGeom prst="roundRect">
            <a:avLst>
              <a:gd name="adj" fmla="val 1554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7" name="Прямоугольник: скругленные углы 6">
            <a:extLst>
              <a:ext uri="{FF2B5EF4-FFF2-40B4-BE49-F238E27FC236}">
                <a16:creationId xmlns:a16="http://schemas.microsoft.com/office/drawing/2014/main" id="{C1002B71-CC97-EC66-1AEC-6F6A0531E059}"/>
              </a:ext>
            </a:extLst>
          </p:cNvPr>
          <p:cNvSpPr/>
          <p:nvPr/>
        </p:nvSpPr>
        <p:spPr>
          <a:xfrm>
            <a:off x="639763" y="3978660"/>
            <a:ext cx="3420961" cy="1872000"/>
          </a:xfrm>
          <a:prstGeom prst="roundRect">
            <a:avLst>
              <a:gd name="adj" fmla="val 1588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9" name="Прямоугольник: скругленные углы 8">
            <a:extLst>
              <a:ext uri="{FF2B5EF4-FFF2-40B4-BE49-F238E27FC236}">
                <a16:creationId xmlns:a16="http://schemas.microsoft.com/office/drawing/2014/main" id="{3F828E92-AA0D-B9CF-5138-4B9DC0CAA9F0}"/>
              </a:ext>
            </a:extLst>
          </p:cNvPr>
          <p:cNvSpPr/>
          <p:nvPr/>
        </p:nvSpPr>
        <p:spPr>
          <a:xfrm>
            <a:off x="5186363" y="1873404"/>
            <a:ext cx="4330599" cy="1872000"/>
          </a:xfrm>
          <a:prstGeom prst="roundRect">
            <a:avLst>
              <a:gd name="adj" fmla="val 17606"/>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 name="Прямоугольник: скругленные углы 9">
            <a:extLst>
              <a:ext uri="{FF2B5EF4-FFF2-40B4-BE49-F238E27FC236}">
                <a16:creationId xmlns:a16="http://schemas.microsoft.com/office/drawing/2014/main" id="{1725796B-D51D-24F9-9E67-D35DF0996FD9}"/>
              </a:ext>
            </a:extLst>
          </p:cNvPr>
          <p:cNvSpPr/>
          <p:nvPr/>
        </p:nvSpPr>
        <p:spPr>
          <a:xfrm>
            <a:off x="9732963" y="1873404"/>
            <a:ext cx="1817687" cy="1872000"/>
          </a:xfrm>
          <a:prstGeom prst="roundRect">
            <a:avLst>
              <a:gd name="adj" fmla="val 141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1" name="Прямоугольник: скругленные углы 10">
            <a:extLst>
              <a:ext uri="{FF2B5EF4-FFF2-40B4-BE49-F238E27FC236}">
                <a16:creationId xmlns:a16="http://schemas.microsoft.com/office/drawing/2014/main" id="{0AC67909-2260-48A8-EC4B-125A2C68BACE}"/>
              </a:ext>
            </a:extLst>
          </p:cNvPr>
          <p:cNvSpPr/>
          <p:nvPr/>
        </p:nvSpPr>
        <p:spPr>
          <a:xfrm>
            <a:off x="4276725" y="3978660"/>
            <a:ext cx="4330599" cy="1872000"/>
          </a:xfrm>
          <a:prstGeom prst="roundRect">
            <a:avLst>
              <a:gd name="adj" fmla="val 1657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2" name="Прямоугольник: скругленные углы 11">
            <a:extLst>
              <a:ext uri="{FF2B5EF4-FFF2-40B4-BE49-F238E27FC236}">
                <a16:creationId xmlns:a16="http://schemas.microsoft.com/office/drawing/2014/main" id="{86DAB9F6-F876-071F-A08D-8D403D651382}"/>
              </a:ext>
            </a:extLst>
          </p:cNvPr>
          <p:cNvSpPr/>
          <p:nvPr/>
        </p:nvSpPr>
        <p:spPr>
          <a:xfrm>
            <a:off x="8823324" y="3978660"/>
            <a:ext cx="2742470" cy="1872000"/>
          </a:xfrm>
          <a:prstGeom prst="roundRect">
            <a:avLst>
              <a:gd name="adj" fmla="val 1515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3" name="TextBox 12">
            <a:extLst>
              <a:ext uri="{FF2B5EF4-FFF2-40B4-BE49-F238E27FC236}">
                <a16:creationId xmlns:a16="http://schemas.microsoft.com/office/drawing/2014/main" id="{CDB99A16-48B0-D1CC-93D5-5E71B2115997}"/>
              </a:ext>
            </a:extLst>
          </p:cNvPr>
          <p:cNvSpPr txBox="1"/>
          <p:nvPr/>
        </p:nvSpPr>
        <p:spPr>
          <a:xfrm>
            <a:off x="902421" y="2228462"/>
            <a:ext cx="3158303" cy="750849"/>
          </a:xfrm>
          <a:prstGeom prst="rect">
            <a:avLst/>
          </a:prstGeom>
          <a:noFill/>
        </p:spPr>
        <p:txBody>
          <a:bodyPr wrap="square" lIns="0" tIns="0" rIns="0" bIns="0" rtlCol="0">
            <a:noAutofit/>
          </a:bodyPr>
          <a:lstStyle/>
          <a:p>
            <a:pPr algn="l"/>
            <a:r>
              <a:rPr lang="ru-RU" sz="4400">
                <a:latin typeface="+mj-lt"/>
              </a:rPr>
              <a:t>1 500 000</a:t>
            </a:r>
          </a:p>
        </p:txBody>
      </p:sp>
      <p:sp>
        <p:nvSpPr>
          <p:cNvPr id="15" name="TextBox 14">
            <a:extLst>
              <a:ext uri="{FF2B5EF4-FFF2-40B4-BE49-F238E27FC236}">
                <a16:creationId xmlns:a16="http://schemas.microsoft.com/office/drawing/2014/main" id="{20339B1D-BEA4-CE3B-CAC1-F60ABF23A12E}"/>
              </a:ext>
            </a:extLst>
          </p:cNvPr>
          <p:cNvSpPr txBox="1"/>
          <p:nvPr/>
        </p:nvSpPr>
        <p:spPr>
          <a:xfrm>
            <a:off x="902421" y="2916119"/>
            <a:ext cx="3821750" cy="263914"/>
          </a:xfrm>
          <a:prstGeom prst="rect">
            <a:avLst/>
          </a:prstGeom>
          <a:noFill/>
        </p:spPr>
        <p:txBody>
          <a:bodyPr wrap="square" lIns="0" tIns="0" rIns="0" bIns="0" rtlCol="0">
            <a:noAutofit/>
          </a:bodyPr>
          <a:lstStyle/>
          <a:p>
            <a:r>
              <a:rPr lang="ru-RU"/>
              <a:t>Здесь может быть твой текст. </a:t>
            </a:r>
          </a:p>
        </p:txBody>
      </p:sp>
      <p:sp>
        <p:nvSpPr>
          <p:cNvPr id="19" name="Прямоугольник: скругленные углы 18">
            <a:extLst>
              <a:ext uri="{FF2B5EF4-FFF2-40B4-BE49-F238E27FC236}">
                <a16:creationId xmlns:a16="http://schemas.microsoft.com/office/drawing/2014/main" id="{FB5E0525-A196-A302-AC6C-9A58BAC9879B}"/>
              </a:ext>
            </a:extLst>
          </p:cNvPr>
          <p:cNvSpPr/>
          <p:nvPr/>
        </p:nvSpPr>
        <p:spPr>
          <a:xfrm>
            <a:off x="4085672" y="2325451"/>
            <a:ext cx="617190" cy="405745"/>
          </a:xfrm>
          <a:prstGeom prst="roundRect">
            <a:avLst>
              <a:gd name="adj" fmla="val 30225"/>
            </a:avLst>
          </a:prstGeom>
          <a:solidFill>
            <a:srgbClr val="10C44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b="1">
                <a:solidFill>
                  <a:srgbClr val="10C44C"/>
                </a:solidFill>
              </a:rPr>
              <a:t>+34%</a:t>
            </a:r>
          </a:p>
        </p:txBody>
      </p:sp>
      <p:sp>
        <p:nvSpPr>
          <p:cNvPr id="20" name="TextBox 19">
            <a:extLst>
              <a:ext uri="{FF2B5EF4-FFF2-40B4-BE49-F238E27FC236}">
                <a16:creationId xmlns:a16="http://schemas.microsoft.com/office/drawing/2014/main" id="{84AB9732-9FF0-E29C-0054-FB4AC2298C04}"/>
              </a:ext>
            </a:extLst>
          </p:cNvPr>
          <p:cNvSpPr txBox="1"/>
          <p:nvPr/>
        </p:nvSpPr>
        <p:spPr>
          <a:xfrm>
            <a:off x="902421" y="4296284"/>
            <a:ext cx="1859568" cy="687657"/>
          </a:xfrm>
          <a:prstGeom prst="rect">
            <a:avLst/>
          </a:prstGeom>
          <a:noFill/>
        </p:spPr>
        <p:txBody>
          <a:bodyPr wrap="square" lIns="0" tIns="0" rIns="0" bIns="0" rtlCol="0">
            <a:noAutofit/>
          </a:bodyPr>
          <a:lstStyle/>
          <a:p>
            <a:pPr algn="l"/>
            <a:r>
              <a:rPr lang="ru-RU" sz="4400">
                <a:solidFill>
                  <a:schemeClr val="bg1"/>
                </a:solidFill>
                <a:latin typeface="+mj-lt"/>
              </a:rPr>
              <a:t>×3,5</a:t>
            </a:r>
          </a:p>
        </p:txBody>
      </p:sp>
      <p:sp>
        <p:nvSpPr>
          <p:cNvPr id="21" name="TextBox 20">
            <a:extLst>
              <a:ext uri="{FF2B5EF4-FFF2-40B4-BE49-F238E27FC236}">
                <a16:creationId xmlns:a16="http://schemas.microsoft.com/office/drawing/2014/main" id="{A4116FDD-1069-4EDA-C9A0-8FD4159F4870}"/>
              </a:ext>
            </a:extLst>
          </p:cNvPr>
          <p:cNvSpPr txBox="1"/>
          <p:nvPr/>
        </p:nvSpPr>
        <p:spPr>
          <a:xfrm>
            <a:off x="902421" y="5015256"/>
            <a:ext cx="2003003" cy="434898"/>
          </a:xfrm>
          <a:prstGeom prst="rect">
            <a:avLst/>
          </a:prstGeom>
          <a:noFill/>
        </p:spPr>
        <p:txBody>
          <a:bodyPr wrap="square" lIns="0" tIns="0" rIns="0" bIns="0" rtlCol="0">
            <a:noAutofit/>
          </a:bodyPr>
          <a:lstStyle/>
          <a:p>
            <a:r>
              <a:rPr lang="ru-RU">
                <a:solidFill>
                  <a:schemeClr val="bg1"/>
                </a:solidFill>
              </a:rPr>
              <a:t>Здесь может быть твой текст. </a:t>
            </a:r>
          </a:p>
        </p:txBody>
      </p:sp>
      <p:pic>
        <p:nvPicPr>
          <p:cNvPr id="24" name="Рисунок 23">
            <a:extLst>
              <a:ext uri="{FF2B5EF4-FFF2-40B4-BE49-F238E27FC236}">
                <a16:creationId xmlns:a16="http://schemas.microsoft.com/office/drawing/2014/main" id="{CA3A6F8E-C740-7AB4-9D63-69A6363C4C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7525">
            <a:off x="2508525" y="4336001"/>
            <a:ext cx="1805663" cy="1805663"/>
          </a:xfrm>
          <a:prstGeom prst="rect">
            <a:avLst/>
          </a:prstGeom>
        </p:spPr>
      </p:pic>
      <p:sp>
        <p:nvSpPr>
          <p:cNvPr id="27" name="TextBox 26">
            <a:extLst>
              <a:ext uri="{FF2B5EF4-FFF2-40B4-BE49-F238E27FC236}">
                <a16:creationId xmlns:a16="http://schemas.microsoft.com/office/drawing/2014/main" id="{18AB0D2C-7C6B-994F-42F0-A73BEFD6C596}"/>
              </a:ext>
            </a:extLst>
          </p:cNvPr>
          <p:cNvSpPr txBox="1"/>
          <p:nvPr/>
        </p:nvSpPr>
        <p:spPr>
          <a:xfrm>
            <a:off x="5979943" y="2228462"/>
            <a:ext cx="2226192" cy="750849"/>
          </a:xfrm>
          <a:prstGeom prst="rect">
            <a:avLst/>
          </a:prstGeom>
          <a:noFill/>
        </p:spPr>
        <p:txBody>
          <a:bodyPr wrap="square" lIns="0" tIns="0" rIns="0" bIns="0" rtlCol="0">
            <a:noAutofit/>
          </a:bodyPr>
          <a:lstStyle/>
          <a:p>
            <a:pPr algn="l"/>
            <a:r>
              <a:rPr lang="ru-RU" sz="4400">
                <a:latin typeface="+mj-lt"/>
              </a:rPr>
              <a:t>45 000</a:t>
            </a:r>
          </a:p>
        </p:txBody>
      </p:sp>
      <p:sp>
        <p:nvSpPr>
          <p:cNvPr id="28" name="TextBox 27">
            <a:extLst>
              <a:ext uri="{FF2B5EF4-FFF2-40B4-BE49-F238E27FC236}">
                <a16:creationId xmlns:a16="http://schemas.microsoft.com/office/drawing/2014/main" id="{3CD6A227-7283-53D4-4779-FFBC586C30EA}"/>
              </a:ext>
            </a:extLst>
          </p:cNvPr>
          <p:cNvSpPr txBox="1"/>
          <p:nvPr/>
        </p:nvSpPr>
        <p:spPr>
          <a:xfrm>
            <a:off x="5979943" y="2916119"/>
            <a:ext cx="3220423" cy="263914"/>
          </a:xfrm>
          <a:prstGeom prst="rect">
            <a:avLst/>
          </a:prstGeom>
          <a:noFill/>
        </p:spPr>
        <p:txBody>
          <a:bodyPr wrap="square" lIns="0" tIns="0" rIns="0" bIns="0" rtlCol="0">
            <a:noAutofit/>
          </a:bodyPr>
          <a:lstStyle/>
          <a:p>
            <a:r>
              <a:rPr lang="ru-RU"/>
              <a:t>Здесь может быть твой текст. </a:t>
            </a:r>
          </a:p>
        </p:txBody>
      </p:sp>
      <p:sp>
        <p:nvSpPr>
          <p:cNvPr id="29" name="Рисунок 11">
            <a:extLst>
              <a:ext uri="{FF2B5EF4-FFF2-40B4-BE49-F238E27FC236}">
                <a16:creationId xmlns:a16="http://schemas.microsoft.com/office/drawing/2014/main" id="{F92482D0-9988-5FB3-9A8E-36DD1D4B82DD}"/>
              </a:ext>
            </a:extLst>
          </p:cNvPr>
          <p:cNvSpPr/>
          <p:nvPr/>
        </p:nvSpPr>
        <p:spPr>
          <a:xfrm>
            <a:off x="5455055" y="2372685"/>
            <a:ext cx="355156" cy="315694"/>
          </a:xfrm>
          <a:custGeom>
            <a:avLst/>
            <a:gdLst>
              <a:gd name="connsiteX0" fmla="*/ 28575 w 171450"/>
              <a:gd name="connsiteY0" fmla="*/ 104775 h 152400"/>
              <a:gd name="connsiteX1" fmla="*/ 85725 w 171450"/>
              <a:gd name="connsiteY1" fmla="*/ 152400 h 152400"/>
              <a:gd name="connsiteX2" fmla="*/ 142875 w 171450"/>
              <a:gd name="connsiteY2" fmla="*/ 104775 h 152400"/>
              <a:gd name="connsiteX3" fmla="*/ 144797 w 171450"/>
              <a:gd name="connsiteY3" fmla="*/ 64172 h 152400"/>
              <a:gd name="connsiteX4" fmla="*/ 157392 w 171450"/>
              <a:gd name="connsiteY4" fmla="*/ 57912 h 152400"/>
              <a:gd name="connsiteX5" fmla="*/ 161872 w 171450"/>
              <a:gd name="connsiteY5" fmla="*/ 23813 h 152400"/>
              <a:gd name="connsiteX6" fmla="*/ 130517 w 171450"/>
              <a:gd name="connsiteY6" fmla="*/ 0 h 152400"/>
              <a:gd name="connsiteX7" fmla="*/ 108121 w 171450"/>
              <a:gd name="connsiteY7" fmla="*/ 9525 h 152400"/>
              <a:gd name="connsiteX8" fmla="*/ 85725 w 171450"/>
              <a:gd name="connsiteY8" fmla="*/ 19050 h 152400"/>
              <a:gd name="connsiteX9" fmla="*/ 63267 w 171450"/>
              <a:gd name="connsiteY9" fmla="*/ 9605 h 152400"/>
              <a:gd name="connsiteX10" fmla="*/ 40119 w 171450"/>
              <a:gd name="connsiteY10" fmla="*/ 0 h 152400"/>
              <a:gd name="connsiteX11" fmla="*/ 9578 w 171450"/>
              <a:gd name="connsiteY11" fmla="*/ 23813 h 152400"/>
              <a:gd name="connsiteX12" fmla="*/ 14058 w 171450"/>
              <a:gd name="connsiteY12" fmla="*/ 57912 h 152400"/>
              <a:gd name="connsiteX13" fmla="*/ 26624 w 171450"/>
              <a:gd name="connsiteY13" fmla="*/ 64346 h 152400"/>
              <a:gd name="connsiteX14" fmla="*/ 28575 w 171450"/>
              <a:gd name="connsiteY14" fmla="*/ 104775 h 152400"/>
              <a:gd name="connsiteX15" fmla="*/ 95250 w 171450"/>
              <a:gd name="connsiteY15" fmla="*/ 47625 h 152400"/>
              <a:gd name="connsiteX16" fmla="*/ 104775 w 171450"/>
              <a:gd name="connsiteY16" fmla="*/ 47625 h 152400"/>
              <a:gd name="connsiteX17" fmla="*/ 114300 w 171450"/>
              <a:gd name="connsiteY17" fmla="*/ 57150 h 152400"/>
              <a:gd name="connsiteX18" fmla="*/ 104775 w 171450"/>
              <a:gd name="connsiteY18" fmla="*/ 66675 h 152400"/>
              <a:gd name="connsiteX19" fmla="*/ 95250 w 171450"/>
              <a:gd name="connsiteY19" fmla="*/ 66675 h 152400"/>
              <a:gd name="connsiteX20" fmla="*/ 85725 w 171450"/>
              <a:gd name="connsiteY20" fmla="*/ 57150 h 152400"/>
              <a:gd name="connsiteX21" fmla="*/ 95250 w 171450"/>
              <a:gd name="connsiteY21" fmla="*/ 476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52400">
                <a:moveTo>
                  <a:pt x="28575" y="104775"/>
                </a:moveTo>
                <a:cubicBezTo>
                  <a:pt x="28575" y="142875"/>
                  <a:pt x="31974" y="152400"/>
                  <a:pt x="85725" y="152400"/>
                </a:cubicBezTo>
                <a:cubicBezTo>
                  <a:pt x="139476" y="152400"/>
                  <a:pt x="142875" y="142875"/>
                  <a:pt x="142875" y="104775"/>
                </a:cubicBezTo>
                <a:cubicBezTo>
                  <a:pt x="142875" y="75393"/>
                  <a:pt x="141582" y="67764"/>
                  <a:pt x="144797" y="64172"/>
                </a:cubicBezTo>
                <a:cubicBezTo>
                  <a:pt x="146794" y="61942"/>
                  <a:pt x="150529" y="61269"/>
                  <a:pt x="157392" y="57912"/>
                </a:cubicBezTo>
                <a:cubicBezTo>
                  <a:pt x="175310" y="49149"/>
                  <a:pt x="175310" y="47625"/>
                  <a:pt x="161872" y="23813"/>
                </a:cubicBezTo>
                <a:cubicBezTo>
                  <a:pt x="157392" y="15875"/>
                  <a:pt x="148434" y="0"/>
                  <a:pt x="130517" y="0"/>
                </a:cubicBezTo>
                <a:cubicBezTo>
                  <a:pt x="112600" y="0"/>
                  <a:pt x="110360" y="4763"/>
                  <a:pt x="108121" y="9525"/>
                </a:cubicBezTo>
                <a:cubicBezTo>
                  <a:pt x="105882" y="14288"/>
                  <a:pt x="103642" y="19050"/>
                  <a:pt x="85725" y="19050"/>
                </a:cubicBezTo>
                <a:cubicBezTo>
                  <a:pt x="67909" y="19050"/>
                  <a:pt x="65594" y="14341"/>
                  <a:pt x="63267" y="9605"/>
                </a:cubicBezTo>
                <a:cubicBezTo>
                  <a:pt x="60913" y="4816"/>
                  <a:pt x="58546" y="0"/>
                  <a:pt x="40119" y="0"/>
                </a:cubicBezTo>
                <a:cubicBezTo>
                  <a:pt x="23016" y="0"/>
                  <a:pt x="14058" y="15875"/>
                  <a:pt x="9578" y="23813"/>
                </a:cubicBezTo>
                <a:cubicBezTo>
                  <a:pt x="-3859" y="47625"/>
                  <a:pt x="-3859" y="49149"/>
                  <a:pt x="14058" y="57912"/>
                </a:cubicBezTo>
                <a:cubicBezTo>
                  <a:pt x="20888" y="61252"/>
                  <a:pt x="24621" y="62047"/>
                  <a:pt x="26624" y="64346"/>
                </a:cubicBezTo>
                <a:cubicBezTo>
                  <a:pt x="29877" y="68078"/>
                  <a:pt x="28575" y="75778"/>
                  <a:pt x="28575" y="104775"/>
                </a:cubicBezTo>
                <a:close/>
                <a:moveTo>
                  <a:pt x="95250" y="47625"/>
                </a:moveTo>
                <a:lnTo>
                  <a:pt x="104775" y="47625"/>
                </a:lnTo>
                <a:cubicBezTo>
                  <a:pt x="110036" y="47625"/>
                  <a:pt x="114300" y="51890"/>
                  <a:pt x="114300" y="57150"/>
                </a:cubicBezTo>
                <a:cubicBezTo>
                  <a:pt x="114300" y="62411"/>
                  <a:pt x="110036" y="66675"/>
                  <a:pt x="104775" y="66675"/>
                </a:cubicBezTo>
                <a:lnTo>
                  <a:pt x="95250" y="66675"/>
                </a:lnTo>
                <a:cubicBezTo>
                  <a:pt x="89989" y="66675"/>
                  <a:pt x="85725" y="62411"/>
                  <a:pt x="85725" y="57150"/>
                </a:cubicBezTo>
                <a:cubicBezTo>
                  <a:pt x="85725" y="51890"/>
                  <a:pt x="89989" y="47625"/>
                  <a:pt x="95250" y="47625"/>
                </a:cubicBezTo>
                <a:close/>
              </a:path>
            </a:pathLst>
          </a:custGeom>
          <a:solidFill>
            <a:schemeClr val="accent1"/>
          </a:solidFill>
          <a:ln w="9525" cap="flat">
            <a:noFill/>
            <a:prstDash val="solid"/>
            <a:miter/>
          </a:ln>
        </p:spPr>
        <p:txBody>
          <a:bodyPr rtlCol="0" anchor="ctr"/>
          <a:lstStyle/>
          <a:p>
            <a:endParaRPr lang="ru-RU"/>
          </a:p>
        </p:txBody>
      </p:sp>
      <p:sp>
        <p:nvSpPr>
          <p:cNvPr id="30" name="Прямоугольник: скругленные углы 29">
            <a:extLst>
              <a:ext uri="{FF2B5EF4-FFF2-40B4-BE49-F238E27FC236}">
                <a16:creationId xmlns:a16="http://schemas.microsoft.com/office/drawing/2014/main" id="{D179094B-1544-9668-FD10-8E2A342C9E7E}"/>
              </a:ext>
            </a:extLst>
          </p:cNvPr>
          <p:cNvSpPr/>
          <p:nvPr/>
        </p:nvSpPr>
        <p:spPr>
          <a:xfrm>
            <a:off x="8206135" y="2325451"/>
            <a:ext cx="617190" cy="405745"/>
          </a:xfrm>
          <a:prstGeom prst="roundRect">
            <a:avLst>
              <a:gd name="adj" fmla="val 30225"/>
            </a:avLst>
          </a:prstGeom>
          <a:solidFill>
            <a:srgbClr val="10C44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b="1">
                <a:solidFill>
                  <a:srgbClr val="10C44C"/>
                </a:solidFill>
              </a:rPr>
              <a:t>+</a:t>
            </a:r>
            <a:r>
              <a:rPr lang="en-US" sz="1400" b="1">
                <a:solidFill>
                  <a:srgbClr val="10C44C"/>
                </a:solidFill>
              </a:rPr>
              <a:t>6</a:t>
            </a:r>
            <a:r>
              <a:rPr lang="ru-RU" sz="1400" b="1">
                <a:solidFill>
                  <a:srgbClr val="10C44C"/>
                </a:solidFill>
              </a:rPr>
              <a:t>%</a:t>
            </a:r>
          </a:p>
        </p:txBody>
      </p:sp>
      <p:sp>
        <p:nvSpPr>
          <p:cNvPr id="32" name="TextBox 31">
            <a:extLst>
              <a:ext uri="{FF2B5EF4-FFF2-40B4-BE49-F238E27FC236}">
                <a16:creationId xmlns:a16="http://schemas.microsoft.com/office/drawing/2014/main" id="{45A139FF-4F6A-194B-9F5D-0853582DFDD4}"/>
              </a:ext>
            </a:extLst>
          </p:cNvPr>
          <p:cNvSpPr txBox="1"/>
          <p:nvPr/>
        </p:nvSpPr>
        <p:spPr>
          <a:xfrm>
            <a:off x="5047830" y="4327599"/>
            <a:ext cx="2273633" cy="750849"/>
          </a:xfrm>
          <a:prstGeom prst="rect">
            <a:avLst/>
          </a:prstGeom>
          <a:noFill/>
        </p:spPr>
        <p:txBody>
          <a:bodyPr wrap="square" lIns="0" tIns="0" rIns="0" bIns="0" rtlCol="0">
            <a:noAutofit/>
          </a:bodyPr>
          <a:lstStyle/>
          <a:p>
            <a:pPr algn="l"/>
            <a:r>
              <a:rPr lang="ru-RU" sz="4400">
                <a:latin typeface="+mj-lt"/>
              </a:rPr>
              <a:t>45 000</a:t>
            </a:r>
          </a:p>
        </p:txBody>
      </p:sp>
      <p:sp>
        <p:nvSpPr>
          <p:cNvPr id="33" name="TextBox 32">
            <a:extLst>
              <a:ext uri="{FF2B5EF4-FFF2-40B4-BE49-F238E27FC236}">
                <a16:creationId xmlns:a16="http://schemas.microsoft.com/office/drawing/2014/main" id="{86DCB509-D7D4-6D45-5D38-663A75302B85}"/>
              </a:ext>
            </a:extLst>
          </p:cNvPr>
          <p:cNvSpPr txBox="1"/>
          <p:nvPr/>
        </p:nvSpPr>
        <p:spPr>
          <a:xfrm>
            <a:off x="5047831" y="5016559"/>
            <a:ext cx="3193998" cy="550870"/>
          </a:xfrm>
          <a:prstGeom prst="rect">
            <a:avLst/>
          </a:prstGeom>
          <a:noFill/>
        </p:spPr>
        <p:txBody>
          <a:bodyPr wrap="square" lIns="0" tIns="0" rIns="0" bIns="0" rtlCol="0">
            <a:noAutofit/>
          </a:bodyPr>
          <a:lstStyle/>
          <a:p>
            <a:r>
              <a:rPr lang="ru-RU"/>
              <a:t>Здесь может быть твой текст. Размести здесь свой текст.</a:t>
            </a:r>
          </a:p>
        </p:txBody>
      </p:sp>
      <p:sp>
        <p:nvSpPr>
          <p:cNvPr id="34" name="Прямоугольник: скругленные углы 33">
            <a:extLst>
              <a:ext uri="{FF2B5EF4-FFF2-40B4-BE49-F238E27FC236}">
                <a16:creationId xmlns:a16="http://schemas.microsoft.com/office/drawing/2014/main" id="{161B0264-09B7-D4C7-F8B6-BB957DCBFAC9}"/>
              </a:ext>
            </a:extLst>
          </p:cNvPr>
          <p:cNvSpPr/>
          <p:nvPr/>
        </p:nvSpPr>
        <p:spPr>
          <a:xfrm>
            <a:off x="7274022" y="4425891"/>
            <a:ext cx="617190" cy="405745"/>
          </a:xfrm>
          <a:prstGeom prst="roundRect">
            <a:avLst>
              <a:gd name="adj" fmla="val 30225"/>
            </a:avLst>
          </a:prstGeom>
          <a:solidFill>
            <a:srgbClr val="10C44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b="1">
                <a:solidFill>
                  <a:srgbClr val="10C44C"/>
                </a:solidFill>
              </a:rPr>
              <a:t>+</a:t>
            </a:r>
            <a:r>
              <a:rPr lang="en-US" sz="1400" b="1">
                <a:solidFill>
                  <a:srgbClr val="10C44C"/>
                </a:solidFill>
              </a:rPr>
              <a:t>6</a:t>
            </a:r>
            <a:r>
              <a:rPr lang="ru-RU" sz="1400" b="1">
                <a:solidFill>
                  <a:srgbClr val="10C44C"/>
                </a:solidFill>
              </a:rPr>
              <a:t>%</a:t>
            </a:r>
          </a:p>
        </p:txBody>
      </p:sp>
      <p:sp>
        <p:nvSpPr>
          <p:cNvPr id="35" name="Полилиния: фигура 34">
            <a:extLst>
              <a:ext uri="{FF2B5EF4-FFF2-40B4-BE49-F238E27FC236}">
                <a16:creationId xmlns:a16="http://schemas.microsoft.com/office/drawing/2014/main" id="{B3976163-3517-B7EB-8F41-479D988D5999}"/>
              </a:ext>
            </a:extLst>
          </p:cNvPr>
          <p:cNvSpPr/>
          <p:nvPr/>
        </p:nvSpPr>
        <p:spPr>
          <a:xfrm>
            <a:off x="4570768" y="4466483"/>
            <a:ext cx="280619" cy="315694"/>
          </a:xfrm>
          <a:custGeom>
            <a:avLst/>
            <a:gdLst>
              <a:gd name="connsiteX0" fmla="*/ 33338 w 152400"/>
              <a:gd name="connsiteY0" fmla="*/ 104774 h 171449"/>
              <a:gd name="connsiteX1" fmla="*/ 76200 w 152400"/>
              <a:gd name="connsiteY1" fmla="*/ 114299 h 171449"/>
              <a:gd name="connsiteX2" fmla="*/ 119063 w 152400"/>
              <a:gd name="connsiteY2" fmla="*/ 104774 h 171449"/>
              <a:gd name="connsiteX3" fmla="*/ 152400 w 152400"/>
              <a:gd name="connsiteY3" fmla="*/ 138112 h 171449"/>
              <a:gd name="connsiteX4" fmla="*/ 76117 w 152400"/>
              <a:gd name="connsiteY4" fmla="*/ 171449 h 171449"/>
              <a:gd name="connsiteX5" fmla="*/ 0 w 152400"/>
              <a:gd name="connsiteY5" fmla="*/ 138112 h 171449"/>
              <a:gd name="connsiteX6" fmla="*/ 33338 w 152400"/>
              <a:gd name="connsiteY6" fmla="*/ 104774 h 171449"/>
              <a:gd name="connsiteX7" fmla="*/ 76200 w 152400"/>
              <a:gd name="connsiteY7" fmla="*/ 0 h 171449"/>
              <a:gd name="connsiteX8" fmla="*/ 123825 w 152400"/>
              <a:gd name="connsiteY8" fmla="*/ 47625 h 171449"/>
              <a:gd name="connsiteX9" fmla="*/ 76200 w 152400"/>
              <a:gd name="connsiteY9" fmla="*/ 95250 h 171449"/>
              <a:gd name="connsiteX10" fmla="*/ 28575 w 152400"/>
              <a:gd name="connsiteY10" fmla="*/ 47625 h 171449"/>
              <a:gd name="connsiteX11" fmla="*/ 76200 w 152400"/>
              <a:gd name="connsiteY11"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71449">
                <a:moveTo>
                  <a:pt x="33338" y="104774"/>
                </a:moveTo>
                <a:cubicBezTo>
                  <a:pt x="47625" y="104821"/>
                  <a:pt x="47625" y="114299"/>
                  <a:pt x="76200" y="114299"/>
                </a:cubicBezTo>
                <a:cubicBezTo>
                  <a:pt x="104775" y="114299"/>
                  <a:pt x="104775" y="104774"/>
                  <a:pt x="119063" y="104774"/>
                </a:cubicBezTo>
                <a:cubicBezTo>
                  <a:pt x="128588" y="104774"/>
                  <a:pt x="152400" y="128587"/>
                  <a:pt x="152400" y="138112"/>
                </a:cubicBezTo>
                <a:cubicBezTo>
                  <a:pt x="152400" y="147637"/>
                  <a:pt x="12842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chemeClr val="accent1"/>
          </a:solidFill>
          <a:ln w="9525" cap="flat">
            <a:noFill/>
            <a:prstDash val="solid"/>
            <a:miter/>
          </a:ln>
        </p:spPr>
        <p:txBody>
          <a:bodyPr rtlCol="0" anchor="ctr"/>
          <a:lstStyle/>
          <a:p>
            <a:endParaRPr lang="ru-RU"/>
          </a:p>
        </p:txBody>
      </p:sp>
      <p:sp>
        <p:nvSpPr>
          <p:cNvPr id="36" name="TextBox 35">
            <a:extLst>
              <a:ext uri="{FF2B5EF4-FFF2-40B4-BE49-F238E27FC236}">
                <a16:creationId xmlns:a16="http://schemas.microsoft.com/office/drawing/2014/main" id="{39414C70-1688-4F64-71CB-2F6DD253BFCB}"/>
              </a:ext>
            </a:extLst>
          </p:cNvPr>
          <p:cNvSpPr txBox="1"/>
          <p:nvPr/>
        </p:nvSpPr>
        <p:spPr>
          <a:xfrm>
            <a:off x="9104897" y="5048304"/>
            <a:ext cx="2278316" cy="550870"/>
          </a:xfrm>
          <a:prstGeom prst="rect">
            <a:avLst/>
          </a:prstGeom>
          <a:noFill/>
        </p:spPr>
        <p:txBody>
          <a:bodyPr wrap="square" lIns="0" tIns="0" rIns="0" bIns="0" rtlCol="0">
            <a:noAutofit/>
          </a:bodyPr>
          <a:lstStyle/>
          <a:p>
            <a:pPr algn="l"/>
            <a:r>
              <a:rPr lang="ru-RU" sz="1400"/>
              <a:t>Здесь может быть твой текст. Размести здесь свой текст. </a:t>
            </a:r>
          </a:p>
        </p:txBody>
      </p:sp>
      <p:sp>
        <p:nvSpPr>
          <p:cNvPr id="39" name="TextBox 38">
            <a:extLst>
              <a:ext uri="{FF2B5EF4-FFF2-40B4-BE49-F238E27FC236}">
                <a16:creationId xmlns:a16="http://schemas.microsoft.com/office/drawing/2014/main" id="{7C5FD4D8-CAD7-7FF1-2260-A6F583761CAB}"/>
              </a:ext>
            </a:extLst>
          </p:cNvPr>
          <p:cNvSpPr txBox="1"/>
          <p:nvPr/>
        </p:nvSpPr>
        <p:spPr>
          <a:xfrm>
            <a:off x="9986501" y="2286249"/>
            <a:ext cx="1298085" cy="781050"/>
          </a:xfrm>
          <a:prstGeom prst="rect">
            <a:avLst/>
          </a:prstGeom>
          <a:noFill/>
        </p:spPr>
        <p:txBody>
          <a:bodyPr wrap="square" lIns="0" tIns="0" rIns="0" bIns="0" rtlCol="0">
            <a:noAutofit/>
          </a:bodyPr>
          <a:lstStyle/>
          <a:p>
            <a:pPr algn="ctr"/>
            <a:r>
              <a:rPr lang="ru-RU" sz="2400">
                <a:solidFill>
                  <a:schemeClr val="accent5">
                    <a:lumMod val="90000"/>
                  </a:schemeClr>
                </a:solidFill>
                <a:latin typeface="+mj-lt"/>
              </a:rPr>
              <a:t>ИТОГИ</a:t>
            </a:r>
            <a:r>
              <a:rPr lang="ru-RU" sz="2400">
                <a:solidFill>
                  <a:schemeClr val="bg1"/>
                </a:solidFill>
                <a:latin typeface="+mj-lt"/>
              </a:rPr>
              <a:t> </a:t>
            </a:r>
            <a:br>
              <a:rPr lang="ru-RU" sz="2400">
                <a:solidFill>
                  <a:schemeClr val="bg1"/>
                </a:solidFill>
                <a:latin typeface="+mj-lt"/>
              </a:rPr>
            </a:br>
            <a:r>
              <a:rPr lang="ru-RU" sz="3600">
                <a:solidFill>
                  <a:schemeClr val="bg1"/>
                </a:solidFill>
                <a:latin typeface="+mj-lt"/>
              </a:rPr>
              <a:t>2023</a:t>
            </a:r>
            <a:endParaRPr lang="ru-RU" sz="2400">
              <a:solidFill>
                <a:schemeClr val="bg1"/>
              </a:solidFill>
              <a:latin typeface="+mj-lt"/>
            </a:endParaRPr>
          </a:p>
        </p:txBody>
      </p:sp>
      <p:pic>
        <p:nvPicPr>
          <p:cNvPr id="8" name="Рисунок 7">
            <a:extLst>
              <a:ext uri="{FF2B5EF4-FFF2-40B4-BE49-F238E27FC236}">
                <a16:creationId xmlns:a16="http://schemas.microsoft.com/office/drawing/2014/main" id="{5476CC5B-8BCF-4A38-B1B4-B20150BB4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84002" y="3163043"/>
            <a:ext cx="1722613" cy="1709155"/>
          </a:xfrm>
          <a:prstGeom prst="rect">
            <a:avLst/>
          </a:prstGeom>
        </p:spPr>
      </p:pic>
    </p:spTree>
    <p:extLst>
      <p:ext uri="{BB962C8B-B14F-4D97-AF65-F5344CB8AC3E}">
        <p14:creationId xmlns:p14="http://schemas.microsoft.com/office/powerpoint/2010/main" val="276120946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скругленные углы 1">
            <a:extLst>
              <a:ext uri="{FF2B5EF4-FFF2-40B4-BE49-F238E27FC236}">
                <a16:creationId xmlns:a16="http://schemas.microsoft.com/office/drawing/2014/main" id="{35EEF0D6-A1A4-264E-9938-16573F139785}"/>
              </a:ext>
            </a:extLst>
          </p:cNvPr>
          <p:cNvSpPr/>
          <p:nvPr/>
        </p:nvSpPr>
        <p:spPr>
          <a:xfrm>
            <a:off x="639763" y="411163"/>
            <a:ext cx="5456237" cy="5851525"/>
          </a:xfrm>
          <a:prstGeom prst="roundRect">
            <a:avLst>
              <a:gd name="adj" fmla="val 823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latin typeface="+mj-lt"/>
            </a:endParaRPr>
          </a:p>
        </p:txBody>
      </p:sp>
      <p:sp>
        <p:nvSpPr>
          <p:cNvPr id="3" name="Нижний колонтитул 2">
            <a:extLst>
              <a:ext uri="{FF2B5EF4-FFF2-40B4-BE49-F238E27FC236}">
                <a16:creationId xmlns:a16="http://schemas.microsoft.com/office/drawing/2014/main" id="{B79D005C-8315-D341-8A8B-FC7FFA43F3C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F3504E4-4658-4840-B5DC-221A9910BB31}"/>
              </a:ext>
            </a:extLst>
          </p:cNvPr>
          <p:cNvSpPr>
            <a:spLocks noGrp="1"/>
          </p:cNvSpPr>
          <p:nvPr>
            <p:ph type="sldNum" sz="quarter" idx="12"/>
          </p:nvPr>
        </p:nvSpPr>
        <p:spPr/>
        <p:txBody>
          <a:bodyPr/>
          <a:lstStyle/>
          <a:p>
            <a:fld id="{EB5249F5-0093-48B0-B996-C4E44A87EAFB}" type="slidenum">
              <a:rPr lang="ru-RU" smtClean="0"/>
              <a:pPr/>
              <a:t>102</a:t>
            </a:fld>
            <a:endParaRPr lang="ru-RU"/>
          </a:p>
        </p:txBody>
      </p:sp>
      <p:sp>
        <p:nvSpPr>
          <p:cNvPr id="15" name="TextBox 14">
            <a:extLst>
              <a:ext uri="{FF2B5EF4-FFF2-40B4-BE49-F238E27FC236}">
                <a16:creationId xmlns:a16="http://schemas.microsoft.com/office/drawing/2014/main" id="{5F6243B7-5BD5-DF46-8B32-53C4CCC672FE}"/>
              </a:ext>
            </a:extLst>
          </p:cNvPr>
          <p:cNvSpPr txBox="1"/>
          <p:nvPr/>
        </p:nvSpPr>
        <p:spPr>
          <a:xfrm>
            <a:off x="7004050" y="2106574"/>
            <a:ext cx="4561743" cy="369332"/>
          </a:xfrm>
          <a:prstGeom prst="rect">
            <a:avLst/>
          </a:prstGeom>
          <a:noFill/>
        </p:spPr>
        <p:txBody>
          <a:bodyPr wrap="square" lIns="0" tIns="0" rIns="0" bIns="0" rtlCol="0">
            <a:spAutoFit/>
          </a:bodyPr>
          <a:lstStyle/>
          <a:p>
            <a:r>
              <a:rPr lang="ru-RU" sz="2400" b="1">
                <a:solidFill>
                  <a:schemeClr val="bg1"/>
                </a:solidFill>
              </a:rPr>
              <a:t>Заголовок</a:t>
            </a:r>
          </a:p>
        </p:txBody>
      </p:sp>
      <p:sp>
        <p:nvSpPr>
          <p:cNvPr id="16" name="TextBox 15">
            <a:extLst>
              <a:ext uri="{FF2B5EF4-FFF2-40B4-BE49-F238E27FC236}">
                <a16:creationId xmlns:a16="http://schemas.microsoft.com/office/drawing/2014/main" id="{10CFEE69-9D52-7B4D-BA52-7CAD7EAAD9F6}"/>
              </a:ext>
            </a:extLst>
          </p:cNvPr>
          <p:cNvSpPr txBox="1"/>
          <p:nvPr/>
        </p:nvSpPr>
        <p:spPr>
          <a:xfrm>
            <a:off x="7004051" y="2583280"/>
            <a:ext cx="4561743" cy="553998"/>
          </a:xfrm>
          <a:prstGeom prst="rect">
            <a:avLst/>
          </a:prstGeom>
          <a:noFill/>
        </p:spPr>
        <p:txBody>
          <a:bodyPr wrap="square" lIns="0" tIns="0" rIns="0" bIns="0" rtlCol="0">
            <a:spAutoFit/>
          </a:bodyPr>
          <a:lstStyle/>
          <a:p>
            <a:pPr marL="0" lvl="6" indent="0">
              <a:spcAft>
                <a:spcPts val="422"/>
              </a:spcAft>
              <a:buNone/>
              <a:defRPr/>
            </a:pPr>
            <a:r>
              <a:rPr lang="ru-RU">
                <a:solidFill>
                  <a:schemeClr val="bg1"/>
                </a:solidFill>
                <a:latin typeface="Arial"/>
              </a:rPr>
              <a:t>Здесь может быть твой текст. Размести здесь свой текст. Добавь ещё текст. </a:t>
            </a:r>
          </a:p>
        </p:txBody>
      </p:sp>
      <p:sp>
        <p:nvSpPr>
          <p:cNvPr id="17" name="Овал 16">
            <a:extLst>
              <a:ext uri="{FF2B5EF4-FFF2-40B4-BE49-F238E27FC236}">
                <a16:creationId xmlns:a16="http://schemas.microsoft.com/office/drawing/2014/main" id="{8B5B0F4D-A834-EF4E-8DFB-C6483DE74335}"/>
              </a:ext>
            </a:extLst>
          </p:cNvPr>
          <p:cNvSpPr/>
          <p:nvPr/>
        </p:nvSpPr>
        <p:spPr>
          <a:xfrm>
            <a:off x="5689600" y="2244101"/>
            <a:ext cx="825500" cy="8255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8" name="Полилиния: фигура 8">
            <a:extLst>
              <a:ext uri="{FF2B5EF4-FFF2-40B4-BE49-F238E27FC236}">
                <a16:creationId xmlns:a16="http://schemas.microsoft.com/office/drawing/2014/main" id="{FCA40CB0-5E8D-4949-81F4-890C55195F77}"/>
              </a:ext>
            </a:extLst>
          </p:cNvPr>
          <p:cNvSpPr/>
          <p:nvPr/>
        </p:nvSpPr>
        <p:spPr>
          <a:xfrm>
            <a:off x="5920126" y="2474626"/>
            <a:ext cx="364450" cy="364450"/>
          </a:xfrm>
          <a:custGeom>
            <a:avLst/>
            <a:gdLst>
              <a:gd name="connsiteX0" fmla="*/ 9525 w 171449"/>
              <a:gd name="connsiteY0" fmla="*/ 76200 h 171450"/>
              <a:gd name="connsiteX1" fmla="*/ 19050 w 171449"/>
              <a:gd name="connsiteY1" fmla="*/ 85725 h 171450"/>
              <a:gd name="connsiteX2" fmla="*/ 9525 w 171449"/>
              <a:gd name="connsiteY2" fmla="*/ 95250 h 171450"/>
              <a:gd name="connsiteX3" fmla="*/ 0 w 171449"/>
              <a:gd name="connsiteY3" fmla="*/ 85725 h 171450"/>
              <a:gd name="connsiteX4" fmla="*/ 9525 w 171449"/>
              <a:gd name="connsiteY4" fmla="*/ 76200 h 171450"/>
              <a:gd name="connsiteX5" fmla="*/ 107564 w 171449"/>
              <a:gd name="connsiteY5" fmla="*/ 59940 h 171450"/>
              <a:gd name="connsiteX6" fmla="*/ 76199 w 171449"/>
              <a:gd name="connsiteY6" fmla="*/ 91305 h 171450"/>
              <a:gd name="connsiteX7" fmla="*/ 63885 w 171449"/>
              <a:gd name="connsiteY7" fmla="*/ 78990 h 171450"/>
              <a:gd name="connsiteX8" fmla="*/ 50414 w 171449"/>
              <a:gd name="connsiteY8" fmla="*/ 78990 h 171450"/>
              <a:gd name="connsiteX9" fmla="*/ 50414 w 171449"/>
              <a:gd name="connsiteY9" fmla="*/ 92460 h 171450"/>
              <a:gd name="connsiteX10" fmla="*/ 69464 w 171449"/>
              <a:gd name="connsiteY10" fmla="*/ 111510 h 171450"/>
              <a:gd name="connsiteX11" fmla="*/ 82934 w 171449"/>
              <a:gd name="connsiteY11" fmla="*/ 111510 h 171450"/>
              <a:gd name="connsiteX12" fmla="*/ 121034 w 171449"/>
              <a:gd name="connsiteY12" fmla="*/ 73410 h 171450"/>
              <a:gd name="connsiteX13" fmla="*/ 121034 w 171449"/>
              <a:gd name="connsiteY13" fmla="*/ 59940 h 171450"/>
              <a:gd name="connsiteX14" fmla="*/ 107564 w 171449"/>
              <a:gd name="connsiteY14" fmla="*/ 59940 h 171450"/>
              <a:gd name="connsiteX15" fmla="*/ 19050 w 171449"/>
              <a:gd name="connsiteY15" fmla="*/ 38100 h 171450"/>
              <a:gd name="connsiteX16" fmla="*/ 28575 w 171449"/>
              <a:gd name="connsiteY16" fmla="*/ 47625 h 171450"/>
              <a:gd name="connsiteX17" fmla="*/ 19050 w 171449"/>
              <a:gd name="connsiteY17" fmla="*/ 57150 h 171450"/>
              <a:gd name="connsiteX18" fmla="*/ 9525 w 171449"/>
              <a:gd name="connsiteY18" fmla="*/ 47625 h 171450"/>
              <a:gd name="connsiteX19" fmla="*/ 19050 w 171449"/>
              <a:gd name="connsiteY19" fmla="*/ 38100 h 171450"/>
              <a:gd name="connsiteX20" fmla="*/ 47625 w 171449"/>
              <a:gd name="connsiteY20" fmla="*/ 9525 h 171450"/>
              <a:gd name="connsiteX21" fmla="*/ 57150 w 171449"/>
              <a:gd name="connsiteY21" fmla="*/ 19050 h 171450"/>
              <a:gd name="connsiteX22" fmla="*/ 47625 w 171449"/>
              <a:gd name="connsiteY22" fmla="*/ 28575 h 171450"/>
              <a:gd name="connsiteX23" fmla="*/ 38100 w 171449"/>
              <a:gd name="connsiteY23" fmla="*/ 19050 h 171450"/>
              <a:gd name="connsiteX24" fmla="*/ 47625 w 171449"/>
              <a:gd name="connsiteY24" fmla="*/ 9525 h 171450"/>
              <a:gd name="connsiteX25" fmla="*/ 85724 w 171449"/>
              <a:gd name="connsiteY25" fmla="*/ 0 h 171450"/>
              <a:gd name="connsiteX26" fmla="*/ 171449 w 171449"/>
              <a:gd name="connsiteY26" fmla="*/ 85725 h 171450"/>
              <a:gd name="connsiteX27" fmla="*/ 85724 w 171449"/>
              <a:gd name="connsiteY27" fmla="*/ 171450 h 171450"/>
              <a:gd name="connsiteX28" fmla="*/ 6787 w 171449"/>
              <a:gd name="connsiteY28" fmla="*/ 123825 h 171450"/>
              <a:gd name="connsiteX29" fmla="*/ 14287 w 171449"/>
              <a:gd name="connsiteY29" fmla="*/ 109538 h 171450"/>
              <a:gd name="connsiteX30" fmla="*/ 22532 w 171449"/>
              <a:gd name="connsiteY30" fmla="*/ 106790 h 171450"/>
              <a:gd name="connsiteX31" fmla="*/ 29130 w 171449"/>
              <a:gd name="connsiteY31" fmla="*/ 95250 h 171450"/>
              <a:gd name="connsiteX32" fmla="*/ 28574 w 171449"/>
              <a:gd name="connsiteY32" fmla="*/ 85725 h 171450"/>
              <a:gd name="connsiteX33" fmla="*/ 66674 w 171449"/>
              <a:gd name="connsiteY33" fmla="*/ 30973 h 171450"/>
              <a:gd name="connsiteX34" fmla="*/ 74611 w 171449"/>
              <a:gd name="connsiteY34" fmla="*/ 19050 h 171450"/>
              <a:gd name="connsiteX35" fmla="*/ 73025 w 171449"/>
              <a:gd name="connsiteY35" fmla="*/ 9525 h 171450"/>
              <a:gd name="connsiteX36" fmla="*/ 80962 w 171449"/>
              <a:gd name="connsiteY36" fmla="*/ 89 h 171450"/>
              <a:gd name="connsiteX37" fmla="*/ 85724 w 171449"/>
              <a:gd name="connsiteY3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49" h="171450">
                <a:moveTo>
                  <a:pt x="9525" y="76200"/>
                </a:moveTo>
                <a:cubicBezTo>
                  <a:pt x="14785" y="76200"/>
                  <a:pt x="19050" y="80464"/>
                  <a:pt x="19050" y="85725"/>
                </a:cubicBezTo>
                <a:cubicBezTo>
                  <a:pt x="19050" y="90986"/>
                  <a:pt x="14785" y="95250"/>
                  <a:pt x="9525" y="95250"/>
                </a:cubicBezTo>
                <a:cubicBezTo>
                  <a:pt x="4265" y="95250"/>
                  <a:pt x="0" y="90986"/>
                  <a:pt x="0" y="85725"/>
                </a:cubicBezTo>
                <a:cubicBezTo>
                  <a:pt x="0" y="80464"/>
                  <a:pt x="4265" y="76200"/>
                  <a:pt x="9525" y="76200"/>
                </a:cubicBezTo>
                <a:close/>
                <a:moveTo>
                  <a:pt x="107564" y="59940"/>
                </a:moveTo>
                <a:lnTo>
                  <a:pt x="76199" y="91305"/>
                </a:lnTo>
                <a:lnTo>
                  <a:pt x="63885" y="78990"/>
                </a:lnTo>
                <a:cubicBezTo>
                  <a:pt x="60165" y="75270"/>
                  <a:pt x="54134" y="75270"/>
                  <a:pt x="50414" y="78990"/>
                </a:cubicBezTo>
                <a:cubicBezTo>
                  <a:pt x="46694" y="82709"/>
                  <a:pt x="46694" y="88741"/>
                  <a:pt x="50414" y="92460"/>
                </a:cubicBezTo>
                <a:lnTo>
                  <a:pt x="69464" y="111510"/>
                </a:lnTo>
                <a:cubicBezTo>
                  <a:pt x="73184" y="115230"/>
                  <a:pt x="79215" y="115230"/>
                  <a:pt x="82934" y="111510"/>
                </a:cubicBezTo>
                <a:lnTo>
                  <a:pt x="121034" y="73410"/>
                </a:lnTo>
                <a:cubicBezTo>
                  <a:pt x="124754" y="69691"/>
                  <a:pt x="124754" y="63660"/>
                  <a:pt x="121034" y="59940"/>
                </a:cubicBezTo>
                <a:cubicBezTo>
                  <a:pt x="117315" y="56220"/>
                  <a:pt x="111284" y="56220"/>
                  <a:pt x="107564" y="59940"/>
                </a:cubicBezTo>
                <a:close/>
                <a:moveTo>
                  <a:pt x="19050" y="38100"/>
                </a:moveTo>
                <a:cubicBezTo>
                  <a:pt x="24310" y="38100"/>
                  <a:pt x="28575" y="42365"/>
                  <a:pt x="28575" y="47625"/>
                </a:cubicBezTo>
                <a:cubicBezTo>
                  <a:pt x="28575" y="52886"/>
                  <a:pt x="24310" y="57150"/>
                  <a:pt x="19050" y="57150"/>
                </a:cubicBezTo>
                <a:cubicBezTo>
                  <a:pt x="13790" y="57150"/>
                  <a:pt x="9525" y="52886"/>
                  <a:pt x="9525" y="47625"/>
                </a:cubicBezTo>
                <a:cubicBezTo>
                  <a:pt x="9525" y="42365"/>
                  <a:pt x="13790" y="38100"/>
                  <a:pt x="19050" y="38100"/>
                </a:cubicBezTo>
                <a:close/>
                <a:moveTo>
                  <a:pt x="47625" y="9525"/>
                </a:moveTo>
                <a:cubicBezTo>
                  <a:pt x="52886" y="9525"/>
                  <a:pt x="57150" y="13790"/>
                  <a:pt x="57150" y="19050"/>
                </a:cubicBezTo>
                <a:cubicBezTo>
                  <a:pt x="57150" y="24310"/>
                  <a:pt x="52886" y="28575"/>
                  <a:pt x="47625" y="28575"/>
                </a:cubicBezTo>
                <a:cubicBezTo>
                  <a:pt x="42365" y="28575"/>
                  <a:pt x="38100" y="24310"/>
                  <a:pt x="38100" y="19050"/>
                </a:cubicBezTo>
                <a:cubicBezTo>
                  <a:pt x="38100" y="13790"/>
                  <a:pt x="42365" y="9525"/>
                  <a:pt x="47625" y="9525"/>
                </a:cubicBezTo>
                <a:close/>
                <a:moveTo>
                  <a:pt x="85724" y="0"/>
                </a:moveTo>
                <a:cubicBezTo>
                  <a:pt x="138914" y="0"/>
                  <a:pt x="171449" y="32535"/>
                  <a:pt x="171449" y="85725"/>
                </a:cubicBezTo>
                <a:cubicBezTo>
                  <a:pt x="171449" y="138915"/>
                  <a:pt x="138914" y="171450"/>
                  <a:pt x="85724" y="171450"/>
                </a:cubicBezTo>
                <a:cubicBezTo>
                  <a:pt x="46796" y="171450"/>
                  <a:pt x="18931" y="154022"/>
                  <a:pt x="6787" y="123825"/>
                </a:cubicBezTo>
                <a:cubicBezTo>
                  <a:pt x="2957" y="114300"/>
                  <a:pt x="3992" y="112969"/>
                  <a:pt x="14287" y="109538"/>
                </a:cubicBezTo>
                <a:lnTo>
                  <a:pt x="22532" y="106790"/>
                </a:lnTo>
                <a:cubicBezTo>
                  <a:pt x="28574" y="104775"/>
                  <a:pt x="30280" y="104775"/>
                  <a:pt x="29130" y="95250"/>
                </a:cubicBezTo>
                <a:cubicBezTo>
                  <a:pt x="28762" y="92198"/>
                  <a:pt x="28574" y="89021"/>
                  <a:pt x="28574" y="85725"/>
                </a:cubicBezTo>
                <a:cubicBezTo>
                  <a:pt x="28574" y="57154"/>
                  <a:pt x="42655" y="37523"/>
                  <a:pt x="66674" y="30973"/>
                </a:cubicBezTo>
                <a:cubicBezTo>
                  <a:pt x="75468" y="28575"/>
                  <a:pt x="76199" y="28575"/>
                  <a:pt x="74611" y="19050"/>
                </a:cubicBezTo>
                <a:cubicBezTo>
                  <a:pt x="74014" y="15465"/>
                  <a:pt x="73398" y="11766"/>
                  <a:pt x="73025" y="9525"/>
                </a:cubicBezTo>
                <a:cubicBezTo>
                  <a:pt x="71698" y="1569"/>
                  <a:pt x="73025" y="0"/>
                  <a:pt x="80962" y="89"/>
                </a:cubicBezTo>
                <a:cubicBezTo>
                  <a:pt x="82531" y="30"/>
                  <a:pt x="84117" y="0"/>
                  <a:pt x="85724" y="0"/>
                </a:cubicBezTo>
                <a:close/>
              </a:path>
            </a:pathLst>
          </a:custGeom>
          <a:solidFill>
            <a:schemeClr val="accent1"/>
          </a:solidFill>
          <a:ln w="9525" cap="flat">
            <a:noFill/>
            <a:prstDash val="solid"/>
            <a:miter/>
          </a:ln>
        </p:spPr>
        <p:txBody>
          <a:bodyPr rtlCol="0" anchor="ctr"/>
          <a:lstStyle/>
          <a:p>
            <a:endParaRPr lang="ru-RU"/>
          </a:p>
        </p:txBody>
      </p:sp>
      <p:sp>
        <p:nvSpPr>
          <p:cNvPr id="19" name="TextBox 18">
            <a:extLst>
              <a:ext uri="{FF2B5EF4-FFF2-40B4-BE49-F238E27FC236}">
                <a16:creationId xmlns:a16="http://schemas.microsoft.com/office/drawing/2014/main" id="{928FFA54-6D8D-4246-8904-C0D8B7F60ECA}"/>
              </a:ext>
            </a:extLst>
          </p:cNvPr>
          <p:cNvSpPr txBox="1"/>
          <p:nvPr/>
        </p:nvSpPr>
        <p:spPr>
          <a:xfrm>
            <a:off x="7004050" y="3720722"/>
            <a:ext cx="4561743" cy="369332"/>
          </a:xfrm>
          <a:prstGeom prst="rect">
            <a:avLst/>
          </a:prstGeom>
          <a:noFill/>
        </p:spPr>
        <p:txBody>
          <a:bodyPr wrap="square" lIns="0" tIns="0" rIns="0" bIns="0" rtlCol="0">
            <a:spAutoFit/>
          </a:bodyPr>
          <a:lstStyle/>
          <a:p>
            <a:r>
              <a:rPr lang="ru-RU" sz="2400" b="1">
                <a:solidFill>
                  <a:schemeClr val="bg1"/>
                </a:solidFill>
              </a:rPr>
              <a:t>Заголовок</a:t>
            </a:r>
          </a:p>
        </p:txBody>
      </p:sp>
      <p:sp>
        <p:nvSpPr>
          <p:cNvPr id="20" name="TextBox 19">
            <a:extLst>
              <a:ext uri="{FF2B5EF4-FFF2-40B4-BE49-F238E27FC236}">
                <a16:creationId xmlns:a16="http://schemas.microsoft.com/office/drawing/2014/main" id="{4A000523-528C-2C4F-8F92-AE36A1E9DF8A}"/>
              </a:ext>
            </a:extLst>
          </p:cNvPr>
          <p:cNvSpPr txBox="1"/>
          <p:nvPr/>
        </p:nvSpPr>
        <p:spPr>
          <a:xfrm>
            <a:off x="7004051" y="4197428"/>
            <a:ext cx="4561743" cy="553998"/>
          </a:xfrm>
          <a:prstGeom prst="rect">
            <a:avLst/>
          </a:prstGeom>
          <a:noFill/>
        </p:spPr>
        <p:txBody>
          <a:bodyPr wrap="square" lIns="0" tIns="0" rIns="0" bIns="0" rtlCol="0">
            <a:spAutoFit/>
          </a:bodyPr>
          <a:lstStyle/>
          <a:p>
            <a:pPr marL="0" lvl="6" indent="0">
              <a:spcAft>
                <a:spcPts val="422"/>
              </a:spcAft>
              <a:buNone/>
              <a:defRPr/>
            </a:pPr>
            <a:r>
              <a:rPr lang="ru-RU">
                <a:solidFill>
                  <a:schemeClr val="bg1"/>
                </a:solidFill>
                <a:latin typeface="Arial"/>
              </a:rPr>
              <a:t>Здесь может быть твой текст. Размести здесь свой текст. Добавь ещё текст. </a:t>
            </a:r>
          </a:p>
        </p:txBody>
      </p:sp>
      <p:sp>
        <p:nvSpPr>
          <p:cNvPr id="21" name="Овал 20">
            <a:extLst>
              <a:ext uri="{FF2B5EF4-FFF2-40B4-BE49-F238E27FC236}">
                <a16:creationId xmlns:a16="http://schemas.microsoft.com/office/drawing/2014/main" id="{10159100-A2B8-E045-87E3-1D0B83BE7C0D}"/>
              </a:ext>
            </a:extLst>
          </p:cNvPr>
          <p:cNvSpPr/>
          <p:nvPr/>
        </p:nvSpPr>
        <p:spPr>
          <a:xfrm>
            <a:off x="5689600" y="3863805"/>
            <a:ext cx="825500" cy="8255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a:t>П</a:t>
            </a:r>
          </a:p>
        </p:txBody>
      </p:sp>
      <p:sp>
        <p:nvSpPr>
          <p:cNvPr id="22" name="Полилиния: фигура 16">
            <a:extLst>
              <a:ext uri="{FF2B5EF4-FFF2-40B4-BE49-F238E27FC236}">
                <a16:creationId xmlns:a16="http://schemas.microsoft.com/office/drawing/2014/main" id="{E9B13479-4896-EF48-8548-9F84D483F232}"/>
              </a:ext>
            </a:extLst>
          </p:cNvPr>
          <p:cNvSpPr/>
          <p:nvPr/>
        </p:nvSpPr>
        <p:spPr>
          <a:xfrm>
            <a:off x="5930106" y="4104311"/>
            <a:ext cx="344488" cy="344488"/>
          </a:xfrm>
          <a:custGeom>
            <a:avLst/>
            <a:gdLst>
              <a:gd name="connsiteX0" fmla="*/ 36762 w 171450"/>
              <a:gd name="connsiteY0" fmla="*/ 123825 h 171450"/>
              <a:gd name="connsiteX1" fmla="*/ 55527 w 171450"/>
              <a:gd name="connsiteY1" fmla="*/ 127148 h 171450"/>
              <a:gd name="connsiteX2" fmla="*/ 71431 w 171450"/>
              <a:gd name="connsiteY2" fmla="*/ 140338 h 171450"/>
              <a:gd name="connsiteX3" fmla="*/ 76199 w 171450"/>
              <a:gd name="connsiteY3" fmla="*/ 152400 h 171450"/>
              <a:gd name="connsiteX4" fmla="*/ 76199 w 171450"/>
              <a:gd name="connsiteY4" fmla="*/ 157163 h 171450"/>
              <a:gd name="connsiteX5" fmla="*/ 61756 w 171450"/>
              <a:gd name="connsiteY5" fmla="*/ 171450 h 171450"/>
              <a:gd name="connsiteX6" fmla="*/ 38874 w 171450"/>
              <a:gd name="connsiteY6" fmla="*/ 154186 h 171450"/>
              <a:gd name="connsiteX7" fmla="*/ 29934 w 171450"/>
              <a:gd name="connsiteY7" fmla="*/ 133402 h 171450"/>
              <a:gd name="connsiteX8" fmla="*/ 36762 w 171450"/>
              <a:gd name="connsiteY8" fmla="*/ 123825 h 171450"/>
              <a:gd name="connsiteX9" fmla="*/ 104775 w 171450"/>
              <a:gd name="connsiteY9" fmla="*/ 57150 h 171450"/>
              <a:gd name="connsiteX10" fmla="*/ 123825 w 171450"/>
              <a:gd name="connsiteY10" fmla="*/ 76200 h 171450"/>
              <a:gd name="connsiteX11" fmla="*/ 104775 w 171450"/>
              <a:gd name="connsiteY11" fmla="*/ 95250 h 171450"/>
              <a:gd name="connsiteX12" fmla="*/ 95250 w 171450"/>
              <a:gd name="connsiteY12" fmla="*/ 76200 h 171450"/>
              <a:gd name="connsiteX13" fmla="*/ 104775 w 171450"/>
              <a:gd name="connsiteY13" fmla="*/ 57150 h 171450"/>
              <a:gd name="connsiteX14" fmla="*/ 114300 w 171450"/>
              <a:gd name="connsiteY14" fmla="*/ 19050 h 171450"/>
              <a:gd name="connsiteX15" fmla="*/ 76200 w 171450"/>
              <a:gd name="connsiteY15" fmla="*/ 76200 h 171450"/>
              <a:gd name="connsiteX16" fmla="*/ 114300 w 171450"/>
              <a:gd name="connsiteY16" fmla="*/ 133350 h 171450"/>
              <a:gd name="connsiteX17" fmla="*/ 152400 w 171450"/>
              <a:gd name="connsiteY17" fmla="*/ 76200 h 171450"/>
              <a:gd name="connsiteX18" fmla="*/ 114300 w 171450"/>
              <a:gd name="connsiteY18" fmla="*/ 19050 h 171450"/>
              <a:gd name="connsiteX19" fmla="*/ 114301 w 171450"/>
              <a:gd name="connsiteY19" fmla="*/ 0 h 171450"/>
              <a:gd name="connsiteX20" fmla="*/ 171450 w 171450"/>
              <a:gd name="connsiteY20" fmla="*/ 76200 h 171450"/>
              <a:gd name="connsiteX21" fmla="*/ 114301 w 171450"/>
              <a:gd name="connsiteY21" fmla="*/ 152400 h 171450"/>
              <a:gd name="connsiteX22" fmla="*/ 82080 w 171450"/>
              <a:gd name="connsiteY22" fmla="*/ 137668 h 171450"/>
              <a:gd name="connsiteX23" fmla="*/ 38100 w 171450"/>
              <a:gd name="connsiteY23" fmla="*/ 114300 h 171450"/>
              <a:gd name="connsiteX24" fmla="*/ 0 w 171450"/>
              <a:gd name="connsiteY24" fmla="*/ 76200 h 171450"/>
              <a:gd name="connsiteX25" fmla="*/ 38100 w 171450"/>
              <a:gd name="connsiteY25" fmla="*/ 38100 h 171450"/>
              <a:gd name="connsiteX26" fmla="*/ 82080 w 171450"/>
              <a:gd name="connsiteY26" fmla="*/ 14729 h 171450"/>
              <a:gd name="connsiteX27" fmla="*/ 114301 w 171450"/>
              <a:gd name="connsiteY2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0" h="171450">
                <a:moveTo>
                  <a:pt x="36762" y="123825"/>
                </a:moveTo>
                <a:cubicBezTo>
                  <a:pt x="45535" y="123825"/>
                  <a:pt x="51268" y="124801"/>
                  <a:pt x="55527" y="127148"/>
                </a:cubicBezTo>
                <a:cubicBezTo>
                  <a:pt x="61483" y="130431"/>
                  <a:pt x="66570" y="135409"/>
                  <a:pt x="71431" y="140338"/>
                </a:cubicBezTo>
                <a:cubicBezTo>
                  <a:pt x="75715" y="144682"/>
                  <a:pt x="76199" y="146285"/>
                  <a:pt x="76199" y="152400"/>
                </a:cubicBezTo>
                <a:cubicBezTo>
                  <a:pt x="76199" y="153953"/>
                  <a:pt x="76199" y="155594"/>
                  <a:pt x="76199" y="157163"/>
                </a:cubicBezTo>
                <a:cubicBezTo>
                  <a:pt x="76199" y="164839"/>
                  <a:pt x="76199" y="171450"/>
                  <a:pt x="61756" y="171450"/>
                </a:cubicBezTo>
                <a:cubicBezTo>
                  <a:pt x="46161" y="171450"/>
                  <a:pt x="42876" y="163077"/>
                  <a:pt x="38874" y="154186"/>
                </a:cubicBezTo>
                <a:lnTo>
                  <a:pt x="29934" y="133402"/>
                </a:lnTo>
                <a:cubicBezTo>
                  <a:pt x="27748" y="128290"/>
                  <a:pt x="27077" y="123825"/>
                  <a:pt x="36762" y="123825"/>
                </a:cubicBezTo>
                <a:close/>
                <a:moveTo>
                  <a:pt x="104775" y="57150"/>
                </a:moveTo>
                <a:cubicBezTo>
                  <a:pt x="116355" y="57150"/>
                  <a:pt x="123825" y="66692"/>
                  <a:pt x="123825" y="76200"/>
                </a:cubicBezTo>
                <a:cubicBezTo>
                  <a:pt x="123825" y="85707"/>
                  <a:pt x="116355" y="95250"/>
                  <a:pt x="104775" y="95250"/>
                </a:cubicBezTo>
                <a:cubicBezTo>
                  <a:pt x="100693" y="95250"/>
                  <a:pt x="95250" y="88900"/>
                  <a:pt x="95250" y="76200"/>
                </a:cubicBezTo>
                <a:cubicBezTo>
                  <a:pt x="95250" y="63500"/>
                  <a:pt x="100693" y="57150"/>
                  <a:pt x="104775" y="57150"/>
                </a:cubicBezTo>
                <a:close/>
                <a:moveTo>
                  <a:pt x="114300" y="19050"/>
                </a:moveTo>
                <a:cubicBezTo>
                  <a:pt x="95250" y="19050"/>
                  <a:pt x="76200" y="43468"/>
                  <a:pt x="76200" y="76200"/>
                </a:cubicBezTo>
                <a:cubicBezTo>
                  <a:pt x="76200" y="108932"/>
                  <a:pt x="95250" y="133350"/>
                  <a:pt x="114300" y="133350"/>
                </a:cubicBezTo>
                <a:cubicBezTo>
                  <a:pt x="133350" y="133350"/>
                  <a:pt x="152400" y="108932"/>
                  <a:pt x="152400" y="76200"/>
                </a:cubicBezTo>
                <a:cubicBezTo>
                  <a:pt x="152400" y="43468"/>
                  <a:pt x="133350" y="19050"/>
                  <a:pt x="114300" y="19050"/>
                </a:cubicBezTo>
                <a:close/>
                <a:moveTo>
                  <a:pt x="114301" y="0"/>
                </a:moveTo>
                <a:cubicBezTo>
                  <a:pt x="145866" y="0"/>
                  <a:pt x="171450" y="29440"/>
                  <a:pt x="171450" y="76200"/>
                </a:cubicBezTo>
                <a:cubicBezTo>
                  <a:pt x="171450" y="122960"/>
                  <a:pt x="145866" y="152400"/>
                  <a:pt x="114301" y="152400"/>
                </a:cubicBezTo>
                <a:cubicBezTo>
                  <a:pt x="102346" y="152400"/>
                  <a:pt x="91252" y="146963"/>
                  <a:pt x="82080" y="137668"/>
                </a:cubicBezTo>
                <a:cubicBezTo>
                  <a:pt x="63198" y="118533"/>
                  <a:pt x="57150" y="114301"/>
                  <a:pt x="38100" y="114300"/>
                </a:cubicBezTo>
                <a:cubicBezTo>
                  <a:pt x="19050" y="114299"/>
                  <a:pt x="0" y="104774"/>
                  <a:pt x="0" y="76200"/>
                </a:cubicBezTo>
                <a:cubicBezTo>
                  <a:pt x="0" y="47625"/>
                  <a:pt x="19050" y="38100"/>
                  <a:pt x="38100" y="38100"/>
                </a:cubicBezTo>
                <a:cubicBezTo>
                  <a:pt x="57150" y="38100"/>
                  <a:pt x="63192" y="33867"/>
                  <a:pt x="82080" y="14729"/>
                </a:cubicBezTo>
                <a:cubicBezTo>
                  <a:pt x="91252" y="5436"/>
                  <a:pt x="102350" y="0"/>
                  <a:pt x="114301" y="0"/>
                </a:cubicBezTo>
                <a:close/>
              </a:path>
            </a:pathLst>
          </a:custGeom>
          <a:solidFill>
            <a:schemeClr val="accent1"/>
          </a:solidFill>
          <a:ln w="9525" cap="flat">
            <a:noFill/>
            <a:prstDash val="solid"/>
            <a:miter/>
          </a:ln>
        </p:spPr>
        <p:txBody>
          <a:bodyPr rtlCol="0" anchor="ctr"/>
          <a:lstStyle/>
          <a:p>
            <a:endParaRPr lang="ru-RU"/>
          </a:p>
        </p:txBody>
      </p:sp>
      <p:sp>
        <p:nvSpPr>
          <p:cNvPr id="23" name="TextBox 22">
            <a:extLst>
              <a:ext uri="{FF2B5EF4-FFF2-40B4-BE49-F238E27FC236}">
                <a16:creationId xmlns:a16="http://schemas.microsoft.com/office/drawing/2014/main" id="{25004159-6241-EE4A-AB88-E1EEADDF8E0D}"/>
              </a:ext>
            </a:extLst>
          </p:cNvPr>
          <p:cNvSpPr txBox="1"/>
          <p:nvPr/>
        </p:nvSpPr>
        <p:spPr>
          <a:xfrm>
            <a:off x="1198562" y="2751892"/>
            <a:ext cx="4338638" cy="1354217"/>
          </a:xfrm>
          <a:prstGeom prst="rect">
            <a:avLst/>
          </a:prstGeom>
          <a:noFill/>
        </p:spPr>
        <p:txBody>
          <a:bodyPr wrap="square" lIns="0" tIns="0" rIns="0" bIns="0" rtlCol="0">
            <a:spAutoFit/>
          </a:bodyPr>
          <a:lstStyle/>
          <a:p>
            <a:pPr algn="ctr"/>
            <a:r>
              <a:rPr lang="en-US" sz="4400" b="1">
                <a:solidFill>
                  <a:schemeClr val="bg1"/>
                </a:solidFill>
                <a:latin typeface="+mj-lt"/>
              </a:rPr>
              <a:t>16 </a:t>
            </a:r>
            <a:r>
              <a:rPr lang="ru-RU" sz="4400" b="1">
                <a:solidFill>
                  <a:schemeClr val="bg1"/>
                </a:solidFill>
                <a:latin typeface="+mj-lt"/>
              </a:rPr>
              <a:t>февраля</a:t>
            </a:r>
          </a:p>
          <a:p>
            <a:pPr algn="ctr"/>
            <a:r>
              <a:rPr lang="ru-RU" sz="4400" b="1">
                <a:solidFill>
                  <a:schemeClr val="bg1"/>
                </a:solidFill>
                <a:latin typeface="+mj-lt"/>
              </a:rPr>
              <a:t>2023</a:t>
            </a:r>
          </a:p>
        </p:txBody>
      </p:sp>
      <p:cxnSp>
        <p:nvCxnSpPr>
          <p:cNvPr id="25" name="Прямая соединительная линия 24">
            <a:extLst>
              <a:ext uri="{FF2B5EF4-FFF2-40B4-BE49-F238E27FC236}">
                <a16:creationId xmlns:a16="http://schemas.microsoft.com/office/drawing/2014/main" id="{A215926D-C337-4C4E-A6B4-BD96E36935C5}"/>
              </a:ext>
            </a:extLst>
          </p:cNvPr>
          <p:cNvCxnSpPr>
            <a:cxnSpLocks/>
          </p:cNvCxnSpPr>
          <p:nvPr/>
        </p:nvCxnSpPr>
        <p:spPr>
          <a:xfrm>
            <a:off x="3368676" y="931069"/>
            <a:ext cx="0" cy="1511300"/>
          </a:xfrm>
          <a:prstGeom prst="line">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01472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Заголовок 24">
            <a:extLst>
              <a:ext uri="{FF2B5EF4-FFF2-40B4-BE49-F238E27FC236}">
                <a16:creationId xmlns:a16="http://schemas.microsoft.com/office/drawing/2014/main" id="{5615CB5A-C456-BF2F-AA86-E3CFE18456F5}"/>
              </a:ext>
            </a:extLst>
          </p:cNvPr>
          <p:cNvSpPr>
            <a:spLocks noGrp="1"/>
          </p:cNvSpPr>
          <p:nvPr>
            <p:ph type="title"/>
          </p:nvPr>
        </p:nvSpPr>
        <p:spPr/>
        <p:txBody>
          <a:bodyPr/>
          <a:lstStyle/>
          <a:p>
            <a:r>
              <a:rPr lang="ru-RU"/>
              <a:t>Сформулируй смысловой заголовок</a:t>
            </a:r>
          </a:p>
        </p:txBody>
      </p:sp>
      <p:sp>
        <p:nvSpPr>
          <p:cNvPr id="2" name="Номер слайда 2">
            <a:extLst>
              <a:ext uri="{FF2B5EF4-FFF2-40B4-BE49-F238E27FC236}">
                <a16:creationId xmlns:a16="http://schemas.microsoft.com/office/drawing/2014/main" id="{8926D018-07D7-BE4C-C1E2-C08CB530D4A4}"/>
              </a:ext>
            </a:extLst>
          </p:cNvPr>
          <p:cNvSpPr>
            <a:spLocks noGrp="1"/>
          </p:cNvSpPr>
          <p:nvPr>
            <p:ph type="sldNum" sz="quarter" idx="12"/>
          </p:nvPr>
        </p:nvSpPr>
        <p:spPr/>
        <p:txBody>
          <a:bodyPr/>
          <a:lstStyle/>
          <a:p>
            <a:fld id="{EB5249F5-0093-48B0-B996-C4E44A87EAFB}" type="slidenum">
              <a:rPr lang="ru-RU" smtClean="0"/>
              <a:pPr/>
              <a:t>103</a:t>
            </a:fld>
            <a:endParaRPr lang="ru-RU"/>
          </a:p>
        </p:txBody>
      </p:sp>
      <p:sp>
        <p:nvSpPr>
          <p:cNvPr id="3" name="Нижний колонтитул 2">
            <a:extLst>
              <a:ext uri="{FF2B5EF4-FFF2-40B4-BE49-F238E27FC236}">
                <a16:creationId xmlns:a16="http://schemas.microsoft.com/office/drawing/2014/main" id="{74B2F902-4702-DA99-8F32-E7B6851E703E}"/>
              </a:ext>
            </a:extLst>
          </p:cNvPr>
          <p:cNvSpPr>
            <a:spLocks noGrp="1"/>
          </p:cNvSpPr>
          <p:nvPr>
            <p:ph type="ftr" sz="quarter" idx="11"/>
          </p:nvPr>
        </p:nvSpPr>
        <p:spPr/>
        <p:txBody>
          <a:bodyPr/>
          <a:lstStyle/>
          <a:p>
            <a:endParaRPr lang="ru-RU"/>
          </a:p>
        </p:txBody>
      </p:sp>
      <p:grpSp>
        <p:nvGrpSpPr>
          <p:cNvPr id="57" name="Группа 56">
            <a:extLst>
              <a:ext uri="{FF2B5EF4-FFF2-40B4-BE49-F238E27FC236}">
                <a16:creationId xmlns:a16="http://schemas.microsoft.com/office/drawing/2014/main" id="{3F2BF751-30C2-5F24-EFF4-AEAD2CCFDC59}"/>
              </a:ext>
            </a:extLst>
          </p:cNvPr>
          <p:cNvGrpSpPr/>
          <p:nvPr/>
        </p:nvGrpSpPr>
        <p:grpSpPr>
          <a:xfrm>
            <a:off x="639743" y="1741166"/>
            <a:ext cx="2263450" cy="4535513"/>
            <a:chOff x="4837671" y="1547136"/>
            <a:chExt cx="2353299" cy="4715552"/>
          </a:xfrm>
        </p:grpSpPr>
        <p:sp>
          <p:nvSpPr>
            <p:cNvPr id="58" name="Прямоугольник: скругленные углы 57">
              <a:extLst>
                <a:ext uri="{FF2B5EF4-FFF2-40B4-BE49-F238E27FC236}">
                  <a16:creationId xmlns:a16="http://schemas.microsoft.com/office/drawing/2014/main" id="{EDC100CA-F2BA-43C7-D19E-34225F706179}"/>
                </a:ext>
              </a:extLst>
            </p:cNvPr>
            <p:cNvSpPr/>
            <p:nvPr/>
          </p:nvSpPr>
          <p:spPr>
            <a:xfrm>
              <a:off x="4959351" y="1644651"/>
              <a:ext cx="2108200" cy="4533900"/>
            </a:xfrm>
            <a:prstGeom prst="roundRect">
              <a:avLst>
                <a:gd name="adj" fmla="val 12450"/>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59" name="Группа 58">
              <a:extLst>
                <a:ext uri="{FF2B5EF4-FFF2-40B4-BE49-F238E27FC236}">
                  <a16:creationId xmlns:a16="http://schemas.microsoft.com/office/drawing/2014/main" id="{B9626AA0-EE36-F551-BAB3-F5BFF3D83AA1}"/>
                </a:ext>
              </a:extLst>
            </p:cNvPr>
            <p:cNvGrpSpPr/>
            <p:nvPr/>
          </p:nvGrpSpPr>
          <p:grpSpPr>
            <a:xfrm>
              <a:off x="4837671" y="1547136"/>
              <a:ext cx="2353299" cy="4715552"/>
              <a:chOff x="8522479" y="1628583"/>
              <a:chExt cx="2260989" cy="4530570"/>
            </a:xfrm>
          </p:grpSpPr>
          <p:sp>
            <p:nvSpPr>
              <p:cNvPr id="60" name="Прямоугольник: скругленные углы 59">
                <a:extLst>
                  <a:ext uri="{FF2B5EF4-FFF2-40B4-BE49-F238E27FC236}">
                    <a16:creationId xmlns:a16="http://schemas.microsoft.com/office/drawing/2014/main" id="{E78BFAE3-E235-6FB9-FCED-1A12F12FE662}"/>
                  </a:ext>
                </a:extLst>
              </p:cNvPr>
              <p:cNvSpPr/>
              <p:nvPr/>
            </p:nvSpPr>
            <p:spPr>
              <a:xfrm>
                <a:off x="8522479" y="2338243"/>
                <a:ext cx="77007" cy="633557"/>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1" name="Прямоугольник: скругленные углы 60">
                <a:extLst>
                  <a:ext uri="{FF2B5EF4-FFF2-40B4-BE49-F238E27FC236}">
                    <a16:creationId xmlns:a16="http://schemas.microsoft.com/office/drawing/2014/main" id="{A02859AF-2DCE-E409-A3F9-B72DFB494088}"/>
                  </a:ext>
                </a:extLst>
              </p:cNvPr>
              <p:cNvSpPr/>
              <p:nvPr/>
            </p:nvSpPr>
            <p:spPr>
              <a:xfrm>
                <a:off x="10706461" y="2338243"/>
                <a:ext cx="77007" cy="633557"/>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2" name="Полилиния: фигура 61">
                <a:extLst>
                  <a:ext uri="{FF2B5EF4-FFF2-40B4-BE49-F238E27FC236}">
                    <a16:creationId xmlns:a16="http://schemas.microsoft.com/office/drawing/2014/main" id="{C504DF7E-3A2F-45D6-A4A7-C46D74DE2CDD}"/>
                  </a:ext>
                </a:extLst>
              </p:cNvPr>
              <p:cNvSpPr/>
              <p:nvPr/>
            </p:nvSpPr>
            <p:spPr>
              <a:xfrm>
                <a:off x="8540880" y="1628583"/>
                <a:ext cx="2219960" cy="4530570"/>
              </a:xfrm>
              <a:custGeom>
                <a:avLst/>
                <a:gdLst>
                  <a:gd name="connsiteX0" fmla="*/ 345681 w 2219960"/>
                  <a:gd name="connsiteY0" fmla="*/ 104650 h 4530570"/>
                  <a:gd name="connsiteX1" fmla="*/ 111364 w 2219960"/>
                  <a:gd name="connsiteY1" fmla="*/ 338967 h 4530570"/>
                  <a:gd name="connsiteX2" fmla="*/ 111364 w 2219960"/>
                  <a:gd name="connsiteY2" fmla="*/ 4198493 h 4530570"/>
                  <a:gd name="connsiteX3" fmla="*/ 345681 w 2219960"/>
                  <a:gd name="connsiteY3" fmla="*/ 4432810 h 4530570"/>
                  <a:gd name="connsiteX4" fmla="*/ 1873787 w 2219960"/>
                  <a:gd name="connsiteY4" fmla="*/ 4432810 h 4530570"/>
                  <a:gd name="connsiteX5" fmla="*/ 2108104 w 2219960"/>
                  <a:gd name="connsiteY5" fmla="*/ 4198493 h 4530570"/>
                  <a:gd name="connsiteX6" fmla="*/ 2108104 w 2219960"/>
                  <a:gd name="connsiteY6" fmla="*/ 338967 h 4530570"/>
                  <a:gd name="connsiteX7" fmla="*/ 1873787 w 2219960"/>
                  <a:gd name="connsiteY7" fmla="*/ 104650 h 4530570"/>
                  <a:gd name="connsiteX8" fmla="*/ 339587 w 2219960"/>
                  <a:gd name="connsiteY8" fmla="*/ 0 h 4530570"/>
                  <a:gd name="connsiteX9" fmla="*/ 1880373 w 2219960"/>
                  <a:gd name="connsiteY9" fmla="*/ 0 h 4530570"/>
                  <a:gd name="connsiteX10" fmla="*/ 2219960 w 2219960"/>
                  <a:gd name="connsiteY10" fmla="*/ 339587 h 4530570"/>
                  <a:gd name="connsiteX11" fmla="*/ 2219960 w 2219960"/>
                  <a:gd name="connsiteY11" fmla="*/ 4190983 h 4530570"/>
                  <a:gd name="connsiteX12" fmla="*/ 1880373 w 2219960"/>
                  <a:gd name="connsiteY12" fmla="*/ 4530570 h 4530570"/>
                  <a:gd name="connsiteX13" fmla="*/ 339587 w 2219960"/>
                  <a:gd name="connsiteY13" fmla="*/ 4530570 h 4530570"/>
                  <a:gd name="connsiteX14" fmla="*/ 0 w 2219960"/>
                  <a:gd name="connsiteY14" fmla="*/ 4190983 h 4530570"/>
                  <a:gd name="connsiteX15" fmla="*/ 0 w 2219960"/>
                  <a:gd name="connsiteY15" fmla="*/ 339587 h 4530570"/>
                  <a:gd name="connsiteX16" fmla="*/ 339587 w 2219960"/>
                  <a:gd name="connsiteY16" fmla="*/ 0 h 4530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19960" h="4530570">
                    <a:moveTo>
                      <a:pt x="345681" y="104650"/>
                    </a:moveTo>
                    <a:cubicBezTo>
                      <a:pt x="216271" y="104650"/>
                      <a:pt x="111364" y="209557"/>
                      <a:pt x="111364" y="338967"/>
                    </a:cubicBezTo>
                    <a:lnTo>
                      <a:pt x="111364" y="4198493"/>
                    </a:lnTo>
                    <a:cubicBezTo>
                      <a:pt x="111364" y="4327903"/>
                      <a:pt x="216271" y="4432810"/>
                      <a:pt x="345681" y="4432810"/>
                    </a:cubicBezTo>
                    <a:lnTo>
                      <a:pt x="1873787" y="4432810"/>
                    </a:lnTo>
                    <a:cubicBezTo>
                      <a:pt x="2003197" y="4432810"/>
                      <a:pt x="2108104" y="4327903"/>
                      <a:pt x="2108104" y="4198493"/>
                    </a:cubicBezTo>
                    <a:lnTo>
                      <a:pt x="2108104" y="338967"/>
                    </a:lnTo>
                    <a:cubicBezTo>
                      <a:pt x="2108104" y="209557"/>
                      <a:pt x="2003197" y="104650"/>
                      <a:pt x="1873787" y="104650"/>
                    </a:cubicBezTo>
                    <a:close/>
                    <a:moveTo>
                      <a:pt x="339587" y="0"/>
                    </a:moveTo>
                    <a:lnTo>
                      <a:pt x="1880373" y="0"/>
                    </a:lnTo>
                    <a:cubicBezTo>
                      <a:pt x="2067922" y="0"/>
                      <a:pt x="2219960" y="152038"/>
                      <a:pt x="2219960" y="339587"/>
                    </a:cubicBezTo>
                    <a:lnTo>
                      <a:pt x="2219960" y="4190983"/>
                    </a:lnTo>
                    <a:cubicBezTo>
                      <a:pt x="2219960" y="4378532"/>
                      <a:pt x="2067922" y="4530570"/>
                      <a:pt x="1880373" y="4530570"/>
                    </a:cubicBezTo>
                    <a:lnTo>
                      <a:pt x="339587" y="4530570"/>
                    </a:lnTo>
                    <a:cubicBezTo>
                      <a:pt x="152038" y="4530570"/>
                      <a:pt x="0" y="4378532"/>
                      <a:pt x="0" y="4190983"/>
                    </a:cubicBezTo>
                    <a:lnTo>
                      <a:pt x="0" y="339587"/>
                    </a:lnTo>
                    <a:cubicBezTo>
                      <a:pt x="0" y="152038"/>
                      <a:pt x="152038" y="0"/>
                      <a:pt x="339587" y="0"/>
                    </a:cubicBez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grpSp>
      </p:grpSp>
      <p:sp>
        <p:nvSpPr>
          <p:cNvPr id="12" name="Объект 12">
            <a:extLst>
              <a:ext uri="{FF2B5EF4-FFF2-40B4-BE49-F238E27FC236}">
                <a16:creationId xmlns:a16="http://schemas.microsoft.com/office/drawing/2014/main" id="{5CB69D52-90F9-DB91-6CE3-82A32E3A1F03}"/>
              </a:ext>
            </a:extLst>
          </p:cNvPr>
          <p:cNvSpPr txBox="1">
            <a:spLocks/>
          </p:cNvSpPr>
          <p:nvPr/>
        </p:nvSpPr>
        <p:spPr>
          <a:xfrm>
            <a:off x="4815688" y="2002379"/>
            <a:ext cx="2696741" cy="91483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Размести здесь свой текст. </a:t>
            </a:r>
          </a:p>
        </p:txBody>
      </p:sp>
      <p:pic>
        <p:nvPicPr>
          <p:cNvPr id="23" name="Рисунок 22">
            <a:extLst>
              <a:ext uri="{FF2B5EF4-FFF2-40B4-BE49-F238E27FC236}">
                <a16:creationId xmlns:a16="http://schemas.microsoft.com/office/drawing/2014/main" id="{07D24BD3-FA3E-3B7A-6E53-4205F4B39F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798" y="1821017"/>
            <a:ext cx="1048932" cy="1048932"/>
          </a:xfrm>
          <a:prstGeom prst="rect">
            <a:avLst/>
          </a:prstGeom>
        </p:spPr>
      </p:pic>
      <p:pic>
        <p:nvPicPr>
          <p:cNvPr id="30" name="Рисунок 29">
            <a:extLst>
              <a:ext uri="{FF2B5EF4-FFF2-40B4-BE49-F238E27FC236}">
                <a16:creationId xmlns:a16="http://schemas.microsoft.com/office/drawing/2014/main" id="{3262F665-D5D1-232F-A05F-647D1FF3DEA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777842" y="1821017"/>
            <a:ext cx="1048932" cy="1048932"/>
          </a:xfrm>
          <a:prstGeom prst="rect">
            <a:avLst/>
          </a:prstGeom>
        </p:spPr>
      </p:pic>
      <p:sp>
        <p:nvSpPr>
          <p:cNvPr id="33" name="Объект 12">
            <a:extLst>
              <a:ext uri="{FF2B5EF4-FFF2-40B4-BE49-F238E27FC236}">
                <a16:creationId xmlns:a16="http://schemas.microsoft.com/office/drawing/2014/main" id="{875CA075-E828-5504-D299-9E4EE36351FF}"/>
              </a:ext>
            </a:extLst>
          </p:cNvPr>
          <p:cNvSpPr txBox="1">
            <a:spLocks/>
          </p:cNvSpPr>
          <p:nvPr/>
        </p:nvSpPr>
        <p:spPr>
          <a:xfrm>
            <a:off x="4815688" y="3420347"/>
            <a:ext cx="2696741" cy="91483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Размести здесь свой текст. </a:t>
            </a:r>
          </a:p>
        </p:txBody>
      </p:sp>
      <p:pic>
        <p:nvPicPr>
          <p:cNvPr id="34" name="Рисунок 33">
            <a:extLst>
              <a:ext uri="{FF2B5EF4-FFF2-40B4-BE49-F238E27FC236}">
                <a16:creationId xmlns:a16="http://schemas.microsoft.com/office/drawing/2014/main" id="{1EDD3480-E433-1445-1E80-DFC8F630E02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763798" y="3238985"/>
            <a:ext cx="1048932" cy="1048932"/>
          </a:xfrm>
          <a:prstGeom prst="rect">
            <a:avLst/>
          </a:prstGeom>
        </p:spPr>
      </p:pic>
      <p:pic>
        <p:nvPicPr>
          <p:cNvPr id="38" name="Рисунок 37">
            <a:extLst>
              <a:ext uri="{FF2B5EF4-FFF2-40B4-BE49-F238E27FC236}">
                <a16:creationId xmlns:a16="http://schemas.microsoft.com/office/drawing/2014/main" id="{C342FA36-FE30-D2A6-B3DA-BA04AC0E974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777842" y="3262617"/>
            <a:ext cx="1048932" cy="1048932"/>
          </a:xfrm>
          <a:prstGeom prst="rect">
            <a:avLst/>
          </a:prstGeom>
        </p:spPr>
      </p:pic>
      <p:sp>
        <p:nvSpPr>
          <p:cNvPr id="40" name="Объект 12">
            <a:extLst>
              <a:ext uri="{FF2B5EF4-FFF2-40B4-BE49-F238E27FC236}">
                <a16:creationId xmlns:a16="http://schemas.microsoft.com/office/drawing/2014/main" id="{A14F5ED5-0183-3B3A-743D-43C133CBA3D7}"/>
              </a:ext>
            </a:extLst>
          </p:cNvPr>
          <p:cNvSpPr txBox="1">
            <a:spLocks/>
          </p:cNvSpPr>
          <p:nvPr/>
        </p:nvSpPr>
        <p:spPr>
          <a:xfrm>
            <a:off x="4815688" y="4838315"/>
            <a:ext cx="2696741" cy="91483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Размести здесь свой текст. </a:t>
            </a:r>
          </a:p>
        </p:txBody>
      </p:sp>
      <p:pic>
        <p:nvPicPr>
          <p:cNvPr id="46" name="Рисунок 45">
            <a:extLst>
              <a:ext uri="{FF2B5EF4-FFF2-40B4-BE49-F238E27FC236}">
                <a16:creationId xmlns:a16="http://schemas.microsoft.com/office/drawing/2014/main" id="{CF5362B8-824E-0785-EED6-7466C5AE828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763798" y="4656953"/>
            <a:ext cx="1048932" cy="1048932"/>
          </a:xfrm>
          <a:prstGeom prst="rect">
            <a:avLst/>
          </a:prstGeom>
        </p:spPr>
      </p:pic>
      <p:sp>
        <p:nvSpPr>
          <p:cNvPr id="5" name="Объект 12">
            <a:extLst>
              <a:ext uri="{FF2B5EF4-FFF2-40B4-BE49-F238E27FC236}">
                <a16:creationId xmlns:a16="http://schemas.microsoft.com/office/drawing/2014/main" id="{09BC32A7-DF22-5E34-7C49-F37D6F36C7D9}"/>
              </a:ext>
            </a:extLst>
          </p:cNvPr>
          <p:cNvSpPr txBox="1">
            <a:spLocks/>
          </p:cNvSpPr>
          <p:nvPr/>
        </p:nvSpPr>
        <p:spPr>
          <a:xfrm>
            <a:off x="8839048" y="2002379"/>
            <a:ext cx="2696741" cy="91483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Размести здесь свой текст. </a:t>
            </a:r>
          </a:p>
        </p:txBody>
      </p:sp>
      <p:sp>
        <p:nvSpPr>
          <p:cNvPr id="8" name="Объект 12">
            <a:extLst>
              <a:ext uri="{FF2B5EF4-FFF2-40B4-BE49-F238E27FC236}">
                <a16:creationId xmlns:a16="http://schemas.microsoft.com/office/drawing/2014/main" id="{B95134B8-9594-A71D-09CB-FA72B8B0E9CA}"/>
              </a:ext>
            </a:extLst>
          </p:cNvPr>
          <p:cNvSpPr txBox="1">
            <a:spLocks/>
          </p:cNvSpPr>
          <p:nvPr/>
        </p:nvSpPr>
        <p:spPr>
          <a:xfrm>
            <a:off x="8839048" y="3420347"/>
            <a:ext cx="2696741" cy="91483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800"/>
              </a:spcAft>
              <a:buFont typeface="Arial" panose="020B0604020202020204" pitchFamily="34" charset="0"/>
              <a:buNone/>
              <a:defRPr sz="1800" b="1" kern="1200">
                <a:solidFill>
                  <a:schemeClr val="tx1"/>
                </a:solidFill>
                <a:latin typeface="+mn-lt"/>
                <a:ea typeface="+mn-ea"/>
                <a:cs typeface="+mn-cs"/>
              </a:defRPr>
            </a:lvl2pPr>
            <a:lvl3pPr marL="177800" indent="-177800"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3pPr>
            <a:lvl4pPr marL="269875" indent="-269875" algn="l" defTabSz="914400" rtl="0" eaLnBrk="1" latinLnBrk="0" hangingPunct="1">
              <a:lnSpc>
                <a:spcPct val="100000"/>
              </a:lnSpc>
              <a:spcBef>
                <a:spcPts val="0"/>
              </a:spcBef>
              <a:spcAft>
                <a:spcPts val="800"/>
              </a:spcAft>
              <a:buFont typeface="+mj-lt"/>
              <a:buAutoNum type="arabicPeriod"/>
              <a:defRPr sz="1800" kern="1200">
                <a:solidFill>
                  <a:schemeClr val="tx1"/>
                </a:solidFill>
                <a:latin typeface="+mn-lt"/>
                <a:ea typeface="+mn-ea"/>
                <a:cs typeface="+mn-cs"/>
              </a:defRPr>
            </a:lvl4pPr>
            <a:lvl5pPr marL="446088" indent="-176213" algn="l" defTabSz="914400" rtl="0" eaLnBrk="1" latinLnBrk="0" hangingPunct="1">
              <a:lnSpc>
                <a:spcPct val="100000"/>
              </a:lnSpc>
              <a:spcBef>
                <a:spcPts val="0"/>
              </a:spcBef>
              <a:spcAft>
                <a:spcPts val="800"/>
              </a:spcAft>
              <a:buFont typeface="Arial" panose="020B0604020202020204" pitchFamily="34" charset="0"/>
              <a:buChar char="•"/>
              <a:defRPr lang="en-US" sz="18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6pPr>
            <a:lvl7pPr marL="108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7pPr>
            <a:lvl8pPr marL="177800" indent="-177800" algn="l" defTabSz="914400" rtl="0" eaLnBrk="1" latinLnBrk="0" hangingPunct="1">
              <a:lnSpc>
                <a:spcPct val="100000"/>
              </a:lnSpc>
              <a:spcBef>
                <a:spcPts val="0"/>
              </a:spcBef>
              <a:spcAft>
                <a:spcPts val="600"/>
              </a:spcAft>
              <a:buFont typeface="+mj-lt"/>
              <a:buAutoNum type="arabicPeriod"/>
              <a:defRPr sz="1400" kern="1200">
                <a:solidFill>
                  <a:schemeClr val="tx1"/>
                </a:solidFill>
                <a:latin typeface="+mn-lt"/>
                <a:ea typeface="+mn-ea"/>
                <a:cs typeface="+mn-cs"/>
              </a:defRPr>
            </a:lvl8pPr>
            <a:lvl9pPr marL="396000" indent="-126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9pPr>
          </a:lstStyle>
          <a:p>
            <a:r>
              <a:rPr lang="ru-RU"/>
              <a:t>Здесь может быть твой текст. Размести здесь свой текст. </a:t>
            </a:r>
          </a:p>
        </p:txBody>
      </p:sp>
      <p:grpSp>
        <p:nvGrpSpPr>
          <p:cNvPr id="4" name="Группа 3">
            <a:extLst>
              <a:ext uri="{FF2B5EF4-FFF2-40B4-BE49-F238E27FC236}">
                <a16:creationId xmlns:a16="http://schemas.microsoft.com/office/drawing/2014/main" id="{D6F11F8E-AEF2-AFDE-D3FD-B65251049D76}"/>
              </a:ext>
            </a:extLst>
          </p:cNvPr>
          <p:cNvGrpSpPr/>
          <p:nvPr/>
        </p:nvGrpSpPr>
        <p:grpSpPr>
          <a:xfrm>
            <a:off x="796126" y="4446988"/>
            <a:ext cx="1997252" cy="752557"/>
            <a:chOff x="6281047" y="4345388"/>
            <a:chExt cx="1997252" cy="752557"/>
          </a:xfrm>
        </p:grpSpPr>
        <p:sp>
          <p:nvSpPr>
            <p:cNvPr id="6" name="Прямоугольник: скругленные углы 5">
              <a:extLst>
                <a:ext uri="{FF2B5EF4-FFF2-40B4-BE49-F238E27FC236}">
                  <a16:creationId xmlns:a16="http://schemas.microsoft.com/office/drawing/2014/main" id="{D4E483E3-98E3-4F4E-C07D-D96D48C6092A}"/>
                </a:ext>
              </a:extLst>
            </p:cNvPr>
            <p:cNvSpPr/>
            <p:nvPr/>
          </p:nvSpPr>
          <p:spPr>
            <a:xfrm>
              <a:off x="6363342" y="4379546"/>
              <a:ext cx="1807264" cy="634906"/>
            </a:xfrm>
            <a:prstGeom prst="roundRect">
              <a:avLst>
                <a:gd name="adj" fmla="val 1647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tIns="0" rIns="0" bIns="0" rtlCol="0" anchor="ctr"/>
            <a:lstStyle/>
            <a:p>
              <a:pPr>
                <a:lnSpc>
                  <a:spcPct val="85000"/>
                </a:lnSpc>
              </a:pPr>
              <a:r>
                <a:rPr lang="ru-RU" sz="1000">
                  <a:solidFill>
                    <a:schemeClr val="bg1"/>
                  </a:solidFill>
                </a:rPr>
                <a:t>Смотри инструкцию, </a:t>
              </a:r>
              <a:br>
                <a:rPr lang="ru-RU" sz="1000">
                  <a:solidFill>
                    <a:schemeClr val="bg1"/>
                  </a:solidFill>
                </a:rPr>
              </a:br>
              <a:r>
                <a:rPr lang="ru-RU" sz="1000">
                  <a:solidFill>
                    <a:schemeClr val="bg1"/>
                  </a:solidFill>
                </a:rPr>
                <a:t>как заменить изображение  </a:t>
              </a:r>
            </a:p>
          </p:txBody>
        </p:sp>
        <p:sp>
          <p:nvSpPr>
            <p:cNvPr id="7" name="Рисунок 644">
              <a:extLst>
                <a:ext uri="{FF2B5EF4-FFF2-40B4-BE49-F238E27FC236}">
                  <a16:creationId xmlns:a16="http://schemas.microsoft.com/office/drawing/2014/main" id="{4E957963-C5E7-B1DE-91E5-DED007AB0CA1}"/>
                </a:ext>
              </a:extLst>
            </p:cNvPr>
            <p:cNvSpPr/>
            <p:nvPr/>
          </p:nvSpPr>
          <p:spPr>
            <a:xfrm>
              <a:off x="6445078" y="4484770"/>
              <a:ext cx="141774" cy="141774"/>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114300 w 171450"/>
                <a:gd name="connsiteY5" fmla="*/ 85725 h 171450"/>
                <a:gd name="connsiteX6" fmla="*/ 73148 w 171450"/>
                <a:gd name="connsiteY6" fmla="*/ 114300 h 171450"/>
                <a:gd name="connsiteX7" fmla="*/ 73148 w 171450"/>
                <a:gd name="connsiteY7" fmla="*/ 57150 h 171450"/>
                <a:gd name="connsiteX8" fmla="*/ 114300 w 171450"/>
                <a:gd name="connsiteY8"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114300" y="85725"/>
                  </a:moveTo>
                  <a:cubicBezTo>
                    <a:pt x="114300" y="92869"/>
                    <a:pt x="85725" y="114300"/>
                    <a:pt x="73148" y="114300"/>
                  </a:cubicBezTo>
                  <a:cubicBezTo>
                    <a:pt x="64517" y="114300"/>
                    <a:pt x="64517" y="57150"/>
                    <a:pt x="73148" y="57150"/>
                  </a:cubicBezTo>
                  <a:cubicBezTo>
                    <a:pt x="85725" y="57150"/>
                    <a:pt x="114300" y="78581"/>
                    <a:pt x="114300" y="85725"/>
                  </a:cubicBezTo>
                  <a:close/>
                </a:path>
              </a:pathLst>
            </a:custGeom>
            <a:solidFill>
              <a:schemeClr val="accent1">
                <a:lumMod val="20000"/>
                <a:lumOff val="80000"/>
              </a:schemeClr>
            </a:solidFill>
            <a:ln w="9525" cap="flat">
              <a:noFill/>
              <a:prstDash val="solid"/>
              <a:miter/>
            </a:ln>
          </p:spPr>
          <p:txBody>
            <a:bodyPr rtlCol="0" anchor="ctr"/>
            <a:lstStyle/>
            <a:p>
              <a:endParaRPr lang="ru-RU"/>
            </a:p>
          </p:txBody>
        </p:sp>
        <p:sp>
          <p:nvSpPr>
            <p:cNvPr id="9" name="Прямоугольник 8">
              <a:hlinkClick r:id="rId8"/>
              <a:extLst>
                <a:ext uri="{FF2B5EF4-FFF2-40B4-BE49-F238E27FC236}">
                  <a16:creationId xmlns:a16="http://schemas.microsoft.com/office/drawing/2014/main" id="{EF65600F-5D8D-7DE5-C67A-67A2D9BCD393}"/>
                </a:ext>
              </a:extLst>
            </p:cNvPr>
            <p:cNvSpPr/>
            <p:nvPr/>
          </p:nvSpPr>
          <p:spPr>
            <a:xfrm>
              <a:off x="6281047" y="4345388"/>
              <a:ext cx="1997252" cy="7525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spTree>
    <p:extLst>
      <p:ext uri="{BB962C8B-B14F-4D97-AF65-F5344CB8AC3E}">
        <p14:creationId xmlns:p14="http://schemas.microsoft.com/office/powerpoint/2010/main" val="146014276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0EABD78C-5838-8171-FA47-1EF3D125228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45264AB-6C28-2344-7E44-941968CF9AAB}"/>
              </a:ext>
            </a:extLst>
          </p:cNvPr>
          <p:cNvSpPr>
            <a:spLocks noGrp="1"/>
          </p:cNvSpPr>
          <p:nvPr>
            <p:ph type="sldNum" sz="quarter" idx="12"/>
          </p:nvPr>
        </p:nvSpPr>
        <p:spPr/>
        <p:txBody>
          <a:bodyPr/>
          <a:lstStyle/>
          <a:p>
            <a:fld id="{EB5249F5-0093-48B0-B996-C4E44A87EAFB}" type="slidenum">
              <a:rPr lang="ru-RU" smtClean="0"/>
              <a:pPr/>
              <a:t>104</a:t>
            </a:fld>
            <a:endParaRPr lang="ru-RU"/>
          </a:p>
        </p:txBody>
      </p:sp>
      <p:sp>
        <p:nvSpPr>
          <p:cNvPr id="6" name="TextBox 5">
            <a:extLst>
              <a:ext uri="{FF2B5EF4-FFF2-40B4-BE49-F238E27FC236}">
                <a16:creationId xmlns:a16="http://schemas.microsoft.com/office/drawing/2014/main" id="{1A559EF9-2CE3-897D-C293-32546A7F8A1E}"/>
              </a:ext>
            </a:extLst>
          </p:cNvPr>
          <p:cNvSpPr txBox="1"/>
          <p:nvPr/>
        </p:nvSpPr>
        <p:spPr>
          <a:xfrm>
            <a:off x="9036506" y="1365826"/>
            <a:ext cx="2320335" cy="56768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schemeClr val="bg1"/>
                </a:solidFill>
                <a:effectLst/>
                <a:uLnTx/>
                <a:uFillTx/>
                <a:latin typeface="Arial Black"/>
                <a:ea typeface="+mn-ea"/>
                <a:cs typeface="+mn-cs"/>
              </a:rPr>
              <a:t>1 234</a:t>
            </a:r>
            <a:endParaRPr kumimoji="0" lang="ru-RU" sz="4400" b="0" i="0" u="none" strike="noStrike" kern="1200" cap="none" spc="0" normalizeH="0" baseline="0" noProof="0">
              <a:ln>
                <a:noFill/>
              </a:ln>
              <a:solidFill>
                <a:schemeClr val="bg1"/>
              </a:solidFill>
              <a:effectLst/>
              <a:uLnTx/>
              <a:uFillTx/>
              <a:latin typeface="Arial Black"/>
              <a:ea typeface="+mn-ea"/>
              <a:cs typeface="+mn-cs"/>
            </a:endParaRPr>
          </a:p>
        </p:txBody>
      </p:sp>
      <p:sp>
        <p:nvSpPr>
          <p:cNvPr id="7" name="TextBox 6">
            <a:extLst>
              <a:ext uri="{FF2B5EF4-FFF2-40B4-BE49-F238E27FC236}">
                <a16:creationId xmlns:a16="http://schemas.microsoft.com/office/drawing/2014/main" id="{7D56E386-95DC-7A5D-56A0-F5CBFF33298F}"/>
              </a:ext>
            </a:extLst>
          </p:cNvPr>
          <p:cNvSpPr txBox="1"/>
          <p:nvPr/>
        </p:nvSpPr>
        <p:spPr>
          <a:xfrm>
            <a:off x="9036506" y="2015509"/>
            <a:ext cx="1895590" cy="567685"/>
          </a:xfrm>
          <a:prstGeom prst="rect">
            <a:avLst/>
          </a:prstGeom>
          <a:noFill/>
        </p:spPr>
        <p:txBody>
          <a:bodyPr wrap="square" lIns="0" tIns="0" rIns="0" bIns="0" rtlCol="0">
            <a:noAutofit/>
          </a:bodyPr>
          <a:lstStyle/>
          <a:p>
            <a:pPr lvl="0">
              <a:defRPr/>
            </a:pPr>
            <a:r>
              <a:rPr lang="ru-RU">
                <a:solidFill>
                  <a:schemeClr val="bg1"/>
                </a:solidFill>
              </a:rPr>
              <a:t>Здесь может быть твой текст</a:t>
            </a:r>
          </a:p>
        </p:txBody>
      </p:sp>
      <p:sp>
        <p:nvSpPr>
          <p:cNvPr id="8" name="TextBox 7">
            <a:extLst>
              <a:ext uri="{FF2B5EF4-FFF2-40B4-BE49-F238E27FC236}">
                <a16:creationId xmlns:a16="http://schemas.microsoft.com/office/drawing/2014/main" id="{216E9506-3BE7-842B-7DA1-C5CAB830FD7F}"/>
              </a:ext>
            </a:extLst>
          </p:cNvPr>
          <p:cNvSpPr txBox="1"/>
          <p:nvPr/>
        </p:nvSpPr>
        <p:spPr>
          <a:xfrm>
            <a:off x="9036507" y="4160303"/>
            <a:ext cx="2101498" cy="56768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400" b="0" i="0" u="none" strike="noStrike" kern="1200" cap="none" spc="0" normalizeH="0" baseline="0" noProof="0">
                <a:ln>
                  <a:noFill/>
                </a:ln>
                <a:solidFill>
                  <a:schemeClr val="bg1"/>
                </a:solidFill>
                <a:effectLst/>
                <a:uLnTx/>
                <a:uFillTx/>
                <a:latin typeface="Arial Black"/>
                <a:ea typeface="+mn-ea"/>
                <a:cs typeface="+mn-cs"/>
              </a:rPr>
              <a:t>×3,5</a:t>
            </a:r>
          </a:p>
        </p:txBody>
      </p:sp>
      <p:sp>
        <p:nvSpPr>
          <p:cNvPr id="9" name="TextBox 8">
            <a:extLst>
              <a:ext uri="{FF2B5EF4-FFF2-40B4-BE49-F238E27FC236}">
                <a16:creationId xmlns:a16="http://schemas.microsoft.com/office/drawing/2014/main" id="{533F27F9-45B5-C374-6B25-4C76F30F4F6D}"/>
              </a:ext>
            </a:extLst>
          </p:cNvPr>
          <p:cNvSpPr txBox="1"/>
          <p:nvPr/>
        </p:nvSpPr>
        <p:spPr>
          <a:xfrm>
            <a:off x="9036506" y="4809986"/>
            <a:ext cx="1744537" cy="567685"/>
          </a:xfrm>
          <a:prstGeom prst="rect">
            <a:avLst/>
          </a:prstGeom>
          <a:noFill/>
        </p:spPr>
        <p:txBody>
          <a:bodyPr wrap="square" lIns="0" tIns="0" rIns="0" bIns="0" rtlCol="0">
            <a:noAutofit/>
          </a:bodyPr>
          <a:lstStyle/>
          <a:p>
            <a:pPr lvl="0">
              <a:defRPr/>
            </a:pPr>
            <a:r>
              <a:rPr lang="ru-RU">
                <a:solidFill>
                  <a:schemeClr val="bg1"/>
                </a:solidFill>
              </a:rPr>
              <a:t>Здесь может быть твой текст</a:t>
            </a:r>
          </a:p>
        </p:txBody>
      </p:sp>
      <p:sp>
        <p:nvSpPr>
          <p:cNvPr id="10" name="TextBox 9">
            <a:extLst>
              <a:ext uri="{FF2B5EF4-FFF2-40B4-BE49-F238E27FC236}">
                <a16:creationId xmlns:a16="http://schemas.microsoft.com/office/drawing/2014/main" id="{E5937B5A-0236-DF46-D6E7-C417B7726E19}"/>
              </a:ext>
            </a:extLst>
          </p:cNvPr>
          <p:cNvSpPr txBox="1"/>
          <p:nvPr/>
        </p:nvSpPr>
        <p:spPr>
          <a:xfrm>
            <a:off x="1102901" y="4160303"/>
            <a:ext cx="2101498" cy="567685"/>
          </a:xfrm>
          <a:prstGeom prst="rect">
            <a:avLst/>
          </a:prstGeom>
          <a:noFill/>
        </p:spPr>
        <p:txBody>
          <a:bodyPr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schemeClr val="bg1"/>
                </a:solidFill>
                <a:effectLst/>
                <a:uLnTx/>
                <a:uFillTx/>
                <a:latin typeface="Arial Black"/>
                <a:ea typeface="+mn-ea"/>
                <a:cs typeface="+mn-cs"/>
              </a:rPr>
              <a:t>&gt;</a:t>
            </a:r>
            <a:r>
              <a:rPr kumimoji="0" lang="ru-RU" sz="4400" b="0" i="0" u="none" strike="noStrike" kern="1200" cap="none" spc="0" normalizeH="0" baseline="0" noProof="0">
                <a:ln>
                  <a:noFill/>
                </a:ln>
                <a:solidFill>
                  <a:schemeClr val="bg1"/>
                </a:solidFill>
                <a:effectLst/>
                <a:uLnTx/>
                <a:uFillTx/>
                <a:latin typeface="Arial Black"/>
                <a:ea typeface="+mn-ea"/>
                <a:cs typeface="+mn-cs"/>
              </a:rPr>
              <a:t>1,5</a:t>
            </a:r>
          </a:p>
        </p:txBody>
      </p:sp>
      <p:sp>
        <p:nvSpPr>
          <p:cNvPr id="11" name="TextBox 10">
            <a:extLst>
              <a:ext uri="{FF2B5EF4-FFF2-40B4-BE49-F238E27FC236}">
                <a16:creationId xmlns:a16="http://schemas.microsoft.com/office/drawing/2014/main" id="{4F58FA34-67D9-2DBC-6D77-93C67FC3D33D}"/>
              </a:ext>
            </a:extLst>
          </p:cNvPr>
          <p:cNvSpPr txBox="1"/>
          <p:nvPr/>
        </p:nvSpPr>
        <p:spPr>
          <a:xfrm>
            <a:off x="1464620" y="4809986"/>
            <a:ext cx="1744537" cy="567685"/>
          </a:xfrm>
          <a:prstGeom prst="rect">
            <a:avLst/>
          </a:prstGeom>
          <a:noFill/>
        </p:spPr>
        <p:txBody>
          <a:bodyPr wrap="square" lIns="0" tIns="0" rIns="0" bIns="0" rtlCol="0">
            <a:noAutofit/>
          </a:bodyPr>
          <a:lstStyle/>
          <a:p>
            <a:pPr lvl="0" algn="r">
              <a:defRPr/>
            </a:pPr>
            <a:r>
              <a:rPr lang="ru-RU">
                <a:solidFill>
                  <a:schemeClr val="bg1"/>
                </a:solidFill>
              </a:rPr>
              <a:t>Здесь может быть твой текст</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400" b="0" i="0" u="none" strike="noStrike" kern="1200" cap="none" spc="0" normalizeH="0" baseline="0" noProof="0">
              <a:ln>
                <a:noFill/>
              </a:ln>
              <a:solidFill>
                <a:schemeClr val="bg1"/>
              </a:solidFill>
              <a:effectLst/>
              <a:uLnTx/>
              <a:uFillTx/>
              <a:latin typeface="Arial"/>
              <a:ea typeface="+mn-ea"/>
              <a:cs typeface="+mn-cs"/>
            </a:endParaRPr>
          </a:p>
        </p:txBody>
      </p:sp>
      <p:sp>
        <p:nvSpPr>
          <p:cNvPr id="12" name="Кольцо 11">
            <a:extLst>
              <a:ext uri="{FF2B5EF4-FFF2-40B4-BE49-F238E27FC236}">
                <a16:creationId xmlns:a16="http://schemas.microsoft.com/office/drawing/2014/main" id="{555799B2-E0E4-AC6D-E6F0-C4F441E88B51}"/>
              </a:ext>
            </a:extLst>
          </p:cNvPr>
          <p:cNvSpPr/>
          <p:nvPr/>
        </p:nvSpPr>
        <p:spPr>
          <a:xfrm>
            <a:off x="3606997" y="849019"/>
            <a:ext cx="4978005" cy="4978005"/>
          </a:xfrm>
          <a:prstGeom prst="donut">
            <a:avLst>
              <a:gd name="adj" fmla="val 41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400" b="0" i="0" u="none" strike="noStrike" kern="1200" cap="none" spc="0" normalizeH="0" baseline="0" noProof="0" err="1">
              <a:ln>
                <a:noFill/>
              </a:ln>
              <a:solidFill>
                <a:schemeClr val="tx1"/>
              </a:solidFill>
              <a:effectLst/>
              <a:uLnTx/>
              <a:uFillTx/>
              <a:latin typeface="Arial"/>
              <a:ea typeface="+mn-ea"/>
              <a:cs typeface="+mn-cs"/>
            </a:endParaRPr>
          </a:p>
        </p:txBody>
      </p:sp>
      <p:sp>
        <p:nvSpPr>
          <p:cNvPr id="13" name="Овал 12">
            <a:extLst>
              <a:ext uri="{FF2B5EF4-FFF2-40B4-BE49-F238E27FC236}">
                <a16:creationId xmlns:a16="http://schemas.microsoft.com/office/drawing/2014/main" id="{E6153026-C06A-4CE1-5498-BD69630DC699}"/>
              </a:ext>
            </a:extLst>
          </p:cNvPr>
          <p:cNvSpPr>
            <a:spLocks noChangeAspect="1"/>
          </p:cNvSpPr>
          <p:nvPr/>
        </p:nvSpPr>
        <p:spPr>
          <a:xfrm>
            <a:off x="8198512" y="2095862"/>
            <a:ext cx="180000" cy="180000"/>
          </a:xfrm>
          <a:prstGeom prst="ellipse">
            <a:avLst/>
          </a:prstGeom>
          <a:solidFill>
            <a:schemeClr val="accent2"/>
          </a:solidFill>
          <a:ln w="41275">
            <a:solidFill>
              <a:schemeClr val="bg1"/>
            </a:solidFill>
          </a:ln>
          <a:effectLst>
            <a:outerShdw blurRad="50800" sx="102000" sy="102000" algn="ctr" rotWithShape="0">
              <a:schemeClr val="tx2">
                <a:lumMod val="50000"/>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14" name="Овал 13">
            <a:extLst>
              <a:ext uri="{FF2B5EF4-FFF2-40B4-BE49-F238E27FC236}">
                <a16:creationId xmlns:a16="http://schemas.microsoft.com/office/drawing/2014/main" id="{2ACA5DE8-70F1-460B-D1F0-598E850D4CAD}"/>
              </a:ext>
            </a:extLst>
          </p:cNvPr>
          <p:cNvSpPr>
            <a:spLocks noChangeAspect="1"/>
          </p:cNvSpPr>
          <p:nvPr/>
        </p:nvSpPr>
        <p:spPr>
          <a:xfrm>
            <a:off x="3842415" y="2095862"/>
            <a:ext cx="180000" cy="180000"/>
          </a:xfrm>
          <a:prstGeom prst="ellipse">
            <a:avLst/>
          </a:prstGeom>
          <a:solidFill>
            <a:schemeClr val="accent2"/>
          </a:solidFill>
          <a:ln w="41275">
            <a:solidFill>
              <a:schemeClr val="bg1"/>
            </a:solidFill>
          </a:ln>
          <a:effectLst>
            <a:outerShdw blurRad="50800" sx="102000" sy="102000" algn="ctr" rotWithShape="0">
              <a:schemeClr val="tx2">
                <a:lumMod val="50000"/>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15" name="Овал 14">
            <a:extLst>
              <a:ext uri="{FF2B5EF4-FFF2-40B4-BE49-F238E27FC236}">
                <a16:creationId xmlns:a16="http://schemas.microsoft.com/office/drawing/2014/main" id="{5EF32374-EB19-4E1D-F4CE-FCDCFA01D8DB}"/>
              </a:ext>
            </a:extLst>
          </p:cNvPr>
          <p:cNvSpPr>
            <a:spLocks noChangeAspect="1"/>
          </p:cNvSpPr>
          <p:nvPr/>
        </p:nvSpPr>
        <p:spPr>
          <a:xfrm>
            <a:off x="8198512" y="4490971"/>
            <a:ext cx="180000" cy="180000"/>
          </a:xfrm>
          <a:prstGeom prst="ellipse">
            <a:avLst/>
          </a:prstGeom>
          <a:solidFill>
            <a:schemeClr val="accent2"/>
          </a:solidFill>
          <a:ln w="41275">
            <a:solidFill>
              <a:schemeClr val="bg1"/>
            </a:solidFill>
          </a:ln>
          <a:effectLst>
            <a:outerShdw blurRad="50800" sx="102000" sy="102000" algn="ctr" rotWithShape="0">
              <a:schemeClr val="tx2">
                <a:lumMod val="50000"/>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16" name="Овал 15">
            <a:extLst>
              <a:ext uri="{FF2B5EF4-FFF2-40B4-BE49-F238E27FC236}">
                <a16:creationId xmlns:a16="http://schemas.microsoft.com/office/drawing/2014/main" id="{C7CC211B-CB45-1E47-4E87-248619ADE217}"/>
              </a:ext>
            </a:extLst>
          </p:cNvPr>
          <p:cNvSpPr>
            <a:spLocks noChangeAspect="1"/>
          </p:cNvSpPr>
          <p:nvPr/>
        </p:nvSpPr>
        <p:spPr>
          <a:xfrm>
            <a:off x="3842415" y="4490971"/>
            <a:ext cx="180000" cy="180000"/>
          </a:xfrm>
          <a:prstGeom prst="ellipse">
            <a:avLst/>
          </a:prstGeom>
          <a:solidFill>
            <a:schemeClr val="accent2"/>
          </a:solidFill>
          <a:ln w="41275">
            <a:solidFill>
              <a:schemeClr val="bg1"/>
            </a:solidFill>
          </a:ln>
          <a:effectLst>
            <a:outerShdw blurRad="50800" sx="102000" sy="102000" algn="ctr" rotWithShape="0">
              <a:schemeClr val="tx2">
                <a:lumMod val="50000"/>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ru-RU" sz="1688" b="0" i="0" u="none" strike="noStrike" kern="1200" cap="none" spc="0" normalizeH="0" baseline="0" noProof="0">
              <a:ln>
                <a:noFill/>
              </a:ln>
              <a:solidFill>
                <a:schemeClr val="tx1"/>
              </a:solidFill>
              <a:effectLst/>
              <a:uLnTx/>
              <a:uFillTx/>
              <a:latin typeface="Arial" panose="020B0604020202020204"/>
              <a:ea typeface="+mn-ea"/>
              <a:cs typeface="+mn-cs"/>
            </a:endParaRPr>
          </a:p>
        </p:txBody>
      </p:sp>
      <p:grpSp>
        <p:nvGrpSpPr>
          <p:cNvPr id="17" name="Группа 16">
            <a:extLst>
              <a:ext uri="{FF2B5EF4-FFF2-40B4-BE49-F238E27FC236}">
                <a16:creationId xmlns:a16="http://schemas.microsoft.com/office/drawing/2014/main" id="{FD067EE5-135E-919D-7C44-40A03816B319}"/>
              </a:ext>
            </a:extLst>
          </p:cNvPr>
          <p:cNvGrpSpPr/>
          <p:nvPr/>
        </p:nvGrpSpPr>
        <p:grpSpPr>
          <a:xfrm>
            <a:off x="4636439" y="413354"/>
            <a:ext cx="2919121" cy="5849334"/>
            <a:chOff x="4837694" y="1547136"/>
            <a:chExt cx="2353305" cy="4715552"/>
          </a:xfrm>
        </p:grpSpPr>
        <p:sp>
          <p:nvSpPr>
            <p:cNvPr id="18" name="Прямоугольник: скругленные углы 17">
              <a:extLst>
                <a:ext uri="{FF2B5EF4-FFF2-40B4-BE49-F238E27FC236}">
                  <a16:creationId xmlns:a16="http://schemas.microsoft.com/office/drawing/2014/main" id="{CEDAC5BE-4097-B772-1903-94971AD91C62}"/>
                </a:ext>
              </a:extLst>
            </p:cNvPr>
            <p:cNvSpPr/>
            <p:nvPr/>
          </p:nvSpPr>
          <p:spPr>
            <a:xfrm>
              <a:off x="4959351" y="1644651"/>
              <a:ext cx="2108200" cy="4533900"/>
            </a:xfrm>
            <a:prstGeom prst="roundRect">
              <a:avLst>
                <a:gd name="adj" fmla="val 12450"/>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19" name="Группа 18">
              <a:extLst>
                <a:ext uri="{FF2B5EF4-FFF2-40B4-BE49-F238E27FC236}">
                  <a16:creationId xmlns:a16="http://schemas.microsoft.com/office/drawing/2014/main" id="{D61D30C1-AD24-C272-0F47-EACD38548CC5}"/>
                </a:ext>
              </a:extLst>
            </p:cNvPr>
            <p:cNvGrpSpPr/>
            <p:nvPr/>
          </p:nvGrpSpPr>
          <p:grpSpPr>
            <a:xfrm>
              <a:off x="4837694" y="1547136"/>
              <a:ext cx="2353305" cy="4715552"/>
              <a:chOff x="8522479" y="1628583"/>
              <a:chExt cx="2260989" cy="4530570"/>
            </a:xfrm>
          </p:grpSpPr>
          <p:sp>
            <p:nvSpPr>
              <p:cNvPr id="20" name="Прямоугольник: скругленные углы 24">
                <a:extLst>
                  <a:ext uri="{FF2B5EF4-FFF2-40B4-BE49-F238E27FC236}">
                    <a16:creationId xmlns:a16="http://schemas.microsoft.com/office/drawing/2014/main" id="{010A2BDF-A0D5-D191-AF18-698289AE49FD}"/>
                  </a:ext>
                </a:extLst>
              </p:cNvPr>
              <p:cNvSpPr/>
              <p:nvPr/>
            </p:nvSpPr>
            <p:spPr>
              <a:xfrm>
                <a:off x="8522479" y="2338243"/>
                <a:ext cx="77007" cy="633557"/>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1" name="Прямоугольник: скругленные углы 26">
                <a:extLst>
                  <a:ext uri="{FF2B5EF4-FFF2-40B4-BE49-F238E27FC236}">
                    <a16:creationId xmlns:a16="http://schemas.microsoft.com/office/drawing/2014/main" id="{D833C89F-3193-AAC7-574A-64D2EF771A04}"/>
                  </a:ext>
                </a:extLst>
              </p:cNvPr>
              <p:cNvSpPr/>
              <p:nvPr/>
            </p:nvSpPr>
            <p:spPr>
              <a:xfrm>
                <a:off x="10706461" y="2338243"/>
                <a:ext cx="77007" cy="633557"/>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2" name="Полилиния: фигура 27">
                <a:extLst>
                  <a:ext uri="{FF2B5EF4-FFF2-40B4-BE49-F238E27FC236}">
                    <a16:creationId xmlns:a16="http://schemas.microsoft.com/office/drawing/2014/main" id="{FF4402FE-0F86-9DDA-5105-2B54F4F58C81}"/>
                  </a:ext>
                </a:extLst>
              </p:cNvPr>
              <p:cNvSpPr/>
              <p:nvPr/>
            </p:nvSpPr>
            <p:spPr>
              <a:xfrm>
                <a:off x="8540880" y="1628583"/>
                <a:ext cx="2219960" cy="4530570"/>
              </a:xfrm>
              <a:custGeom>
                <a:avLst/>
                <a:gdLst>
                  <a:gd name="connsiteX0" fmla="*/ 345681 w 2219960"/>
                  <a:gd name="connsiteY0" fmla="*/ 104650 h 4530570"/>
                  <a:gd name="connsiteX1" fmla="*/ 111364 w 2219960"/>
                  <a:gd name="connsiteY1" fmla="*/ 338967 h 4530570"/>
                  <a:gd name="connsiteX2" fmla="*/ 111364 w 2219960"/>
                  <a:gd name="connsiteY2" fmla="*/ 4198493 h 4530570"/>
                  <a:gd name="connsiteX3" fmla="*/ 345681 w 2219960"/>
                  <a:gd name="connsiteY3" fmla="*/ 4432810 h 4530570"/>
                  <a:gd name="connsiteX4" fmla="*/ 1873787 w 2219960"/>
                  <a:gd name="connsiteY4" fmla="*/ 4432810 h 4530570"/>
                  <a:gd name="connsiteX5" fmla="*/ 2108104 w 2219960"/>
                  <a:gd name="connsiteY5" fmla="*/ 4198493 h 4530570"/>
                  <a:gd name="connsiteX6" fmla="*/ 2108104 w 2219960"/>
                  <a:gd name="connsiteY6" fmla="*/ 338967 h 4530570"/>
                  <a:gd name="connsiteX7" fmla="*/ 1873787 w 2219960"/>
                  <a:gd name="connsiteY7" fmla="*/ 104650 h 4530570"/>
                  <a:gd name="connsiteX8" fmla="*/ 339587 w 2219960"/>
                  <a:gd name="connsiteY8" fmla="*/ 0 h 4530570"/>
                  <a:gd name="connsiteX9" fmla="*/ 1880373 w 2219960"/>
                  <a:gd name="connsiteY9" fmla="*/ 0 h 4530570"/>
                  <a:gd name="connsiteX10" fmla="*/ 2219960 w 2219960"/>
                  <a:gd name="connsiteY10" fmla="*/ 339587 h 4530570"/>
                  <a:gd name="connsiteX11" fmla="*/ 2219960 w 2219960"/>
                  <a:gd name="connsiteY11" fmla="*/ 4190983 h 4530570"/>
                  <a:gd name="connsiteX12" fmla="*/ 1880373 w 2219960"/>
                  <a:gd name="connsiteY12" fmla="*/ 4530570 h 4530570"/>
                  <a:gd name="connsiteX13" fmla="*/ 339587 w 2219960"/>
                  <a:gd name="connsiteY13" fmla="*/ 4530570 h 4530570"/>
                  <a:gd name="connsiteX14" fmla="*/ 0 w 2219960"/>
                  <a:gd name="connsiteY14" fmla="*/ 4190983 h 4530570"/>
                  <a:gd name="connsiteX15" fmla="*/ 0 w 2219960"/>
                  <a:gd name="connsiteY15" fmla="*/ 339587 h 4530570"/>
                  <a:gd name="connsiteX16" fmla="*/ 339587 w 2219960"/>
                  <a:gd name="connsiteY16" fmla="*/ 0 h 4530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19960" h="4530570">
                    <a:moveTo>
                      <a:pt x="345681" y="104650"/>
                    </a:moveTo>
                    <a:cubicBezTo>
                      <a:pt x="216271" y="104650"/>
                      <a:pt x="111364" y="209557"/>
                      <a:pt x="111364" y="338967"/>
                    </a:cubicBezTo>
                    <a:lnTo>
                      <a:pt x="111364" y="4198493"/>
                    </a:lnTo>
                    <a:cubicBezTo>
                      <a:pt x="111364" y="4327903"/>
                      <a:pt x="216271" y="4432810"/>
                      <a:pt x="345681" y="4432810"/>
                    </a:cubicBezTo>
                    <a:lnTo>
                      <a:pt x="1873787" y="4432810"/>
                    </a:lnTo>
                    <a:cubicBezTo>
                      <a:pt x="2003197" y="4432810"/>
                      <a:pt x="2108104" y="4327903"/>
                      <a:pt x="2108104" y="4198493"/>
                    </a:cubicBezTo>
                    <a:lnTo>
                      <a:pt x="2108104" y="338967"/>
                    </a:lnTo>
                    <a:cubicBezTo>
                      <a:pt x="2108104" y="209557"/>
                      <a:pt x="2003197" y="104650"/>
                      <a:pt x="1873787" y="104650"/>
                    </a:cubicBezTo>
                    <a:close/>
                    <a:moveTo>
                      <a:pt x="339587" y="0"/>
                    </a:moveTo>
                    <a:lnTo>
                      <a:pt x="1880373" y="0"/>
                    </a:lnTo>
                    <a:cubicBezTo>
                      <a:pt x="2067922" y="0"/>
                      <a:pt x="2219960" y="152038"/>
                      <a:pt x="2219960" y="339587"/>
                    </a:cubicBezTo>
                    <a:lnTo>
                      <a:pt x="2219960" y="4190983"/>
                    </a:lnTo>
                    <a:cubicBezTo>
                      <a:pt x="2219960" y="4378532"/>
                      <a:pt x="2067922" y="4530570"/>
                      <a:pt x="1880373" y="4530570"/>
                    </a:cubicBezTo>
                    <a:lnTo>
                      <a:pt x="339587" y="4530570"/>
                    </a:lnTo>
                    <a:cubicBezTo>
                      <a:pt x="152038" y="4530570"/>
                      <a:pt x="0" y="4378532"/>
                      <a:pt x="0" y="4190983"/>
                    </a:cubicBezTo>
                    <a:lnTo>
                      <a:pt x="0" y="339587"/>
                    </a:lnTo>
                    <a:cubicBezTo>
                      <a:pt x="0" y="152038"/>
                      <a:pt x="152038" y="0"/>
                      <a:pt x="339587" y="0"/>
                    </a:cubicBez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grpSp>
      </p:grpSp>
      <p:sp>
        <p:nvSpPr>
          <p:cNvPr id="23" name="TextBox 22">
            <a:extLst>
              <a:ext uri="{FF2B5EF4-FFF2-40B4-BE49-F238E27FC236}">
                <a16:creationId xmlns:a16="http://schemas.microsoft.com/office/drawing/2014/main" id="{F222791A-87BC-156D-9D77-2A436E3ED41E}"/>
              </a:ext>
            </a:extLst>
          </p:cNvPr>
          <p:cNvSpPr txBox="1"/>
          <p:nvPr/>
        </p:nvSpPr>
        <p:spPr>
          <a:xfrm>
            <a:off x="1102901" y="1365826"/>
            <a:ext cx="2101498" cy="567685"/>
          </a:xfrm>
          <a:prstGeom prst="rect">
            <a:avLst/>
          </a:prstGeom>
          <a:noFill/>
        </p:spPr>
        <p:txBody>
          <a:bodyPr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schemeClr val="bg1"/>
                </a:solidFill>
                <a:effectLst/>
                <a:uLnTx/>
                <a:uFillTx/>
                <a:latin typeface="Arial Black"/>
                <a:ea typeface="+mn-ea"/>
                <a:cs typeface="+mn-cs"/>
              </a:rPr>
              <a:t>1 234</a:t>
            </a:r>
            <a:endParaRPr kumimoji="0" lang="ru-RU" sz="4400" b="0" i="0" u="none" strike="noStrike" kern="1200" cap="none" spc="0" normalizeH="0" baseline="0" noProof="0">
              <a:ln>
                <a:noFill/>
              </a:ln>
              <a:solidFill>
                <a:schemeClr val="bg1"/>
              </a:solidFill>
              <a:effectLst/>
              <a:uLnTx/>
              <a:uFillTx/>
              <a:latin typeface="Arial Black"/>
              <a:ea typeface="+mn-ea"/>
              <a:cs typeface="+mn-cs"/>
            </a:endParaRPr>
          </a:p>
        </p:txBody>
      </p:sp>
      <p:sp>
        <p:nvSpPr>
          <p:cNvPr id="24" name="TextBox 23">
            <a:extLst>
              <a:ext uri="{FF2B5EF4-FFF2-40B4-BE49-F238E27FC236}">
                <a16:creationId xmlns:a16="http://schemas.microsoft.com/office/drawing/2014/main" id="{89458266-0B29-5ED9-F2EC-C2AF6C614859}"/>
              </a:ext>
            </a:extLst>
          </p:cNvPr>
          <p:cNvSpPr txBox="1"/>
          <p:nvPr/>
        </p:nvSpPr>
        <p:spPr>
          <a:xfrm>
            <a:off x="1464620" y="2015509"/>
            <a:ext cx="1744537" cy="567685"/>
          </a:xfrm>
          <a:prstGeom prst="rect">
            <a:avLst/>
          </a:prstGeom>
          <a:noFill/>
        </p:spPr>
        <p:txBody>
          <a:bodyPr wrap="square" lIns="0" tIns="0" rIns="0" bIns="0" rtlCol="0">
            <a:noAutofit/>
          </a:bodyPr>
          <a:lstStyle/>
          <a:p>
            <a:pPr lvl="0" algn="r">
              <a:defRPr/>
            </a:pPr>
            <a:r>
              <a:rPr lang="ru-RU">
                <a:solidFill>
                  <a:schemeClr val="bg1"/>
                </a:solidFill>
              </a:rPr>
              <a:t>Здесь может быть твой текст</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ru-RU" sz="1400" b="0" i="0" u="none" strike="noStrike" kern="1200" cap="none" spc="0" normalizeH="0" baseline="0" noProof="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258610812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Группа 18">
            <a:extLst>
              <a:ext uri="{FF2B5EF4-FFF2-40B4-BE49-F238E27FC236}">
                <a16:creationId xmlns:a16="http://schemas.microsoft.com/office/drawing/2014/main" id="{B4375EF1-B02B-CE92-3440-2355F7358D7F}"/>
              </a:ext>
            </a:extLst>
          </p:cNvPr>
          <p:cNvGrpSpPr>
            <a:grpSpLocks noChangeAspect="1"/>
          </p:cNvGrpSpPr>
          <p:nvPr/>
        </p:nvGrpSpPr>
        <p:grpSpPr>
          <a:xfrm>
            <a:off x="4452723" y="1808430"/>
            <a:ext cx="7550340" cy="4392000"/>
            <a:chOff x="639764" y="1843088"/>
            <a:chExt cx="7315141" cy="4255186"/>
          </a:xfrm>
        </p:grpSpPr>
        <p:sp>
          <p:nvSpPr>
            <p:cNvPr id="20" name="Прямоугольник: скругленные верхние углы 19">
              <a:extLst>
                <a:ext uri="{FF2B5EF4-FFF2-40B4-BE49-F238E27FC236}">
                  <a16:creationId xmlns:a16="http://schemas.microsoft.com/office/drawing/2014/main" id="{0935480E-713C-B424-3C5D-63B83AFAE319}"/>
                </a:ext>
              </a:extLst>
            </p:cNvPr>
            <p:cNvSpPr/>
            <p:nvPr/>
          </p:nvSpPr>
          <p:spPr>
            <a:xfrm>
              <a:off x="1371601" y="1883314"/>
              <a:ext cx="5848350" cy="3963048"/>
            </a:xfrm>
            <a:prstGeom prst="round2SameRect">
              <a:avLst>
                <a:gd name="adj1" fmla="val 5371"/>
                <a:gd name="adj2" fmla="val 0"/>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21" name="Группа 20">
              <a:extLst>
                <a:ext uri="{FF2B5EF4-FFF2-40B4-BE49-F238E27FC236}">
                  <a16:creationId xmlns:a16="http://schemas.microsoft.com/office/drawing/2014/main" id="{59A85696-D91A-4827-A6C6-3BAB98767FAD}"/>
                </a:ext>
              </a:extLst>
            </p:cNvPr>
            <p:cNvGrpSpPr/>
            <p:nvPr/>
          </p:nvGrpSpPr>
          <p:grpSpPr>
            <a:xfrm>
              <a:off x="639764" y="1843088"/>
              <a:ext cx="7315141" cy="4255186"/>
              <a:chOff x="202612" y="0"/>
              <a:chExt cx="11786510" cy="6856165"/>
            </a:xfrm>
          </p:grpSpPr>
          <p:sp>
            <p:nvSpPr>
              <p:cNvPr id="22" name="Полилиния: фигура 35">
                <a:extLst>
                  <a:ext uri="{FF2B5EF4-FFF2-40B4-BE49-F238E27FC236}">
                    <a16:creationId xmlns:a16="http://schemas.microsoft.com/office/drawing/2014/main" id="{DF169415-E932-0B85-E37C-70FD46A46975}"/>
                  </a:ext>
                </a:extLst>
              </p:cNvPr>
              <p:cNvSpPr/>
              <p:nvPr/>
            </p:nvSpPr>
            <p:spPr>
              <a:xfrm>
                <a:off x="1284430" y="0"/>
                <a:ext cx="9621418" cy="6694677"/>
              </a:xfrm>
              <a:custGeom>
                <a:avLst/>
                <a:gdLst>
                  <a:gd name="connsiteX0" fmla="*/ 390523 w 9621418"/>
                  <a:gd name="connsiteY0" fmla="*/ 107675 h 6694677"/>
                  <a:gd name="connsiteX1" fmla="*/ 104102 w 9621418"/>
                  <a:gd name="connsiteY1" fmla="*/ 399930 h 6694677"/>
                  <a:gd name="connsiteX2" fmla="*/ 104102 w 9621418"/>
                  <a:gd name="connsiteY2" fmla="*/ 6383867 h 6694677"/>
                  <a:gd name="connsiteX3" fmla="*/ 9505292 w 9621418"/>
                  <a:gd name="connsiteY3" fmla="*/ 6383867 h 6694677"/>
                  <a:gd name="connsiteX4" fmla="*/ 9505292 w 9621418"/>
                  <a:gd name="connsiteY4" fmla="*/ 399930 h 6694677"/>
                  <a:gd name="connsiteX5" fmla="*/ 9218871 w 9621418"/>
                  <a:gd name="connsiteY5" fmla="*/ 107675 h 6694677"/>
                  <a:gd name="connsiteX6" fmla="*/ 404873 w 9621418"/>
                  <a:gd name="connsiteY6" fmla="*/ 0 h 6694677"/>
                  <a:gd name="connsiteX7" fmla="*/ 9226059 w 9621418"/>
                  <a:gd name="connsiteY7" fmla="*/ 0 h 6694677"/>
                  <a:gd name="connsiteX8" fmla="*/ 9621418 w 9621418"/>
                  <a:gd name="connsiteY8" fmla="*/ 400116 h 6694677"/>
                  <a:gd name="connsiteX9" fmla="*/ 9621418 w 9621418"/>
                  <a:gd name="connsiteY9" fmla="*/ 6458413 h 6694677"/>
                  <a:gd name="connsiteX10" fmla="*/ 9387929 w 9621418"/>
                  <a:gd name="connsiteY10" fmla="*/ 6694677 h 6694677"/>
                  <a:gd name="connsiteX11" fmla="*/ 207524 w 9621418"/>
                  <a:gd name="connsiteY11" fmla="*/ 6694677 h 6694677"/>
                  <a:gd name="connsiteX12" fmla="*/ 0 w 9621418"/>
                  <a:gd name="connsiteY12" fmla="*/ 6484708 h 6694677"/>
                  <a:gd name="connsiteX13" fmla="*/ 0 w 9621418"/>
                  <a:gd name="connsiteY13" fmla="*/ 409696 h 6694677"/>
                  <a:gd name="connsiteX14" fmla="*/ 404873 w 9621418"/>
                  <a:gd name="connsiteY14" fmla="*/ 0 h 669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21418" h="6694677">
                    <a:moveTo>
                      <a:pt x="390523" y="107675"/>
                    </a:moveTo>
                    <a:cubicBezTo>
                      <a:pt x="232335" y="107675"/>
                      <a:pt x="104102" y="238501"/>
                      <a:pt x="104102" y="399930"/>
                    </a:cubicBezTo>
                    <a:lnTo>
                      <a:pt x="104102" y="6383867"/>
                    </a:lnTo>
                    <a:lnTo>
                      <a:pt x="9505292" y="6383867"/>
                    </a:lnTo>
                    <a:lnTo>
                      <a:pt x="9505292" y="399930"/>
                    </a:lnTo>
                    <a:cubicBezTo>
                      <a:pt x="9505292" y="238501"/>
                      <a:pt x="9377059" y="107675"/>
                      <a:pt x="9218871" y="107675"/>
                    </a:cubicBezTo>
                    <a:close/>
                    <a:moveTo>
                      <a:pt x="404873" y="0"/>
                    </a:moveTo>
                    <a:lnTo>
                      <a:pt x="9226059" y="0"/>
                    </a:lnTo>
                    <a:cubicBezTo>
                      <a:pt x="9444417" y="0"/>
                      <a:pt x="9621418" y="179114"/>
                      <a:pt x="9621418" y="400116"/>
                    </a:cubicBezTo>
                    <a:lnTo>
                      <a:pt x="9621418" y="6458413"/>
                    </a:lnTo>
                    <a:cubicBezTo>
                      <a:pt x="9621418" y="6588900"/>
                      <a:pt x="9516896" y="6694677"/>
                      <a:pt x="9387929" y="6694677"/>
                    </a:cubicBezTo>
                    <a:lnTo>
                      <a:pt x="207524" y="6694677"/>
                    </a:lnTo>
                    <a:cubicBezTo>
                      <a:pt x="92894" y="6694677"/>
                      <a:pt x="0" y="6600660"/>
                      <a:pt x="0" y="6484708"/>
                    </a:cubicBezTo>
                    <a:lnTo>
                      <a:pt x="0" y="409696"/>
                    </a:lnTo>
                    <a:cubicBezTo>
                      <a:pt x="0" y="183409"/>
                      <a:pt x="181294" y="0"/>
                      <a:pt x="404873" y="0"/>
                    </a:cubicBezTo>
                    <a:close/>
                  </a:path>
                </a:pathLst>
              </a:custGeom>
              <a:solidFill>
                <a:schemeClr val="accent1">
                  <a:lumMod val="40000"/>
                  <a:lumOff val="60000"/>
                </a:schemeClr>
              </a:solidFill>
              <a:ln w="6604" cap="flat">
                <a:noFill/>
                <a:prstDash val="solid"/>
                <a:miter/>
              </a:ln>
            </p:spPr>
            <p:txBody>
              <a:bodyPr rtlCol="0" anchor="ctr"/>
              <a:lstStyle/>
              <a:p>
                <a:endParaRPr lang="ru-RU"/>
              </a:p>
            </p:txBody>
          </p:sp>
          <p:sp>
            <p:nvSpPr>
              <p:cNvPr id="23" name="Полилиния: фигура 36">
                <a:extLst>
                  <a:ext uri="{FF2B5EF4-FFF2-40B4-BE49-F238E27FC236}">
                    <a16:creationId xmlns:a16="http://schemas.microsoft.com/office/drawing/2014/main" id="{4F471F2A-18AB-AFCE-FC0C-EF66B276D7E1}"/>
                  </a:ext>
                </a:extLst>
              </p:cNvPr>
              <p:cNvSpPr/>
              <p:nvPr/>
            </p:nvSpPr>
            <p:spPr>
              <a:xfrm>
                <a:off x="202612" y="6611759"/>
                <a:ext cx="11786510" cy="69769"/>
              </a:xfrm>
              <a:custGeom>
                <a:avLst/>
                <a:gdLst>
                  <a:gd name="connsiteX0" fmla="*/ 0 w 11786510"/>
                  <a:gd name="connsiteY0" fmla="*/ 0 h 69769"/>
                  <a:gd name="connsiteX1" fmla="*/ 11786510 w 11786510"/>
                  <a:gd name="connsiteY1" fmla="*/ 0 h 69769"/>
                  <a:gd name="connsiteX2" fmla="*/ 11786510 w 11786510"/>
                  <a:gd name="connsiteY2" fmla="*/ 69769 h 69769"/>
                  <a:gd name="connsiteX3" fmla="*/ 0 w 11786510"/>
                  <a:gd name="connsiteY3" fmla="*/ 69769 h 69769"/>
                </a:gdLst>
                <a:ahLst/>
                <a:cxnLst>
                  <a:cxn ang="0">
                    <a:pos x="connsiteX0" y="connsiteY0"/>
                  </a:cxn>
                  <a:cxn ang="0">
                    <a:pos x="connsiteX1" y="connsiteY1"/>
                  </a:cxn>
                  <a:cxn ang="0">
                    <a:pos x="connsiteX2" y="connsiteY2"/>
                  </a:cxn>
                  <a:cxn ang="0">
                    <a:pos x="connsiteX3" y="connsiteY3"/>
                  </a:cxn>
                </a:cxnLst>
                <a:rect l="l" t="t" r="r" b="b"/>
                <a:pathLst>
                  <a:path w="11786510" h="69769">
                    <a:moveTo>
                      <a:pt x="0" y="0"/>
                    </a:moveTo>
                    <a:lnTo>
                      <a:pt x="11786510" y="0"/>
                    </a:lnTo>
                    <a:lnTo>
                      <a:pt x="11786510" y="69769"/>
                    </a:lnTo>
                    <a:lnTo>
                      <a:pt x="0" y="69769"/>
                    </a:lnTo>
                    <a:close/>
                  </a:path>
                </a:pathLst>
              </a:custGeom>
              <a:solidFill>
                <a:schemeClr val="accent1">
                  <a:lumMod val="60000"/>
                  <a:lumOff val="40000"/>
                </a:schemeClr>
              </a:solidFill>
              <a:ln w="6604" cap="flat">
                <a:noFill/>
                <a:prstDash val="solid"/>
                <a:miter/>
              </a:ln>
            </p:spPr>
            <p:txBody>
              <a:bodyPr rtlCol="0" anchor="ctr"/>
              <a:lstStyle/>
              <a:p>
                <a:endParaRPr lang="ru-RU"/>
              </a:p>
            </p:txBody>
          </p:sp>
          <p:sp>
            <p:nvSpPr>
              <p:cNvPr id="24" name="Полилиния: фигура 37">
                <a:extLst>
                  <a:ext uri="{FF2B5EF4-FFF2-40B4-BE49-F238E27FC236}">
                    <a16:creationId xmlns:a16="http://schemas.microsoft.com/office/drawing/2014/main" id="{AB54C8EE-AFA9-DBD2-4AD9-AB25FB6FF271}"/>
                  </a:ext>
                </a:extLst>
              </p:cNvPr>
              <p:cNvSpPr/>
              <p:nvPr/>
            </p:nvSpPr>
            <p:spPr>
              <a:xfrm>
                <a:off x="202612" y="6681594"/>
                <a:ext cx="11786510" cy="174571"/>
              </a:xfrm>
              <a:custGeom>
                <a:avLst/>
                <a:gdLst>
                  <a:gd name="connsiteX0" fmla="*/ 0 w 11786510"/>
                  <a:gd name="connsiteY0" fmla="*/ 0 h 174571"/>
                  <a:gd name="connsiteX1" fmla="*/ 1766166 w 11786510"/>
                  <a:gd name="connsiteY1" fmla="*/ 170063 h 174571"/>
                  <a:gd name="connsiteX2" fmla="*/ 9985856 w 11786510"/>
                  <a:gd name="connsiteY2" fmla="*/ 173961 h 174571"/>
                  <a:gd name="connsiteX3" fmla="*/ 11786510 w 11786510"/>
                  <a:gd name="connsiteY3" fmla="*/ 0 h 174571"/>
                  <a:gd name="connsiteX4" fmla="*/ 0 w 11786510"/>
                  <a:gd name="connsiteY4" fmla="*/ 0 h 174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6510" h="174571">
                    <a:moveTo>
                      <a:pt x="0" y="0"/>
                    </a:moveTo>
                    <a:cubicBezTo>
                      <a:pt x="0" y="0"/>
                      <a:pt x="281588" y="168147"/>
                      <a:pt x="1766166" y="170063"/>
                    </a:cubicBezTo>
                    <a:lnTo>
                      <a:pt x="9985856" y="173961"/>
                    </a:lnTo>
                    <a:cubicBezTo>
                      <a:pt x="9985856" y="173961"/>
                      <a:pt x="11338230" y="194310"/>
                      <a:pt x="11786510" y="0"/>
                    </a:cubicBezTo>
                    <a:lnTo>
                      <a:pt x="0" y="0"/>
                    </a:lnTo>
                    <a:close/>
                  </a:path>
                </a:pathLst>
              </a:custGeom>
              <a:gradFill>
                <a:gsLst>
                  <a:gs pos="87000">
                    <a:schemeClr val="accent1">
                      <a:lumMod val="40000"/>
                      <a:lumOff val="60000"/>
                    </a:schemeClr>
                  </a:gs>
                  <a:gs pos="3000">
                    <a:schemeClr val="accent1"/>
                  </a:gs>
                  <a:gs pos="21000">
                    <a:schemeClr val="accent1">
                      <a:lumMod val="60000"/>
                      <a:lumOff val="40000"/>
                    </a:schemeClr>
                  </a:gs>
                </a:gsLst>
                <a:lin ang="16200000" scaled="1"/>
              </a:gradFill>
              <a:ln w="6604" cap="flat">
                <a:noFill/>
                <a:prstDash val="solid"/>
                <a:miter/>
              </a:ln>
            </p:spPr>
            <p:txBody>
              <a:bodyPr rtlCol="0" anchor="ctr"/>
              <a:lstStyle/>
              <a:p>
                <a:endParaRPr lang="ru-RU"/>
              </a:p>
            </p:txBody>
          </p:sp>
          <p:sp>
            <p:nvSpPr>
              <p:cNvPr id="25" name="Полилиния: фигура 38">
                <a:extLst>
                  <a:ext uri="{FF2B5EF4-FFF2-40B4-BE49-F238E27FC236}">
                    <a16:creationId xmlns:a16="http://schemas.microsoft.com/office/drawing/2014/main" id="{79CEDF8E-2140-9B49-58BC-85547AE771B0}"/>
                  </a:ext>
                </a:extLst>
              </p:cNvPr>
              <p:cNvSpPr/>
              <p:nvPr/>
            </p:nvSpPr>
            <p:spPr>
              <a:xfrm>
                <a:off x="4974207" y="6611759"/>
                <a:ext cx="2243186" cy="96461"/>
              </a:xfrm>
              <a:custGeom>
                <a:avLst/>
                <a:gdLst>
                  <a:gd name="connsiteX0" fmla="*/ 66 w 2243186"/>
                  <a:gd name="connsiteY0" fmla="*/ 0 h 96461"/>
                  <a:gd name="connsiteX1" fmla="*/ 2243187 w 2243186"/>
                  <a:gd name="connsiteY1" fmla="*/ 0 h 96461"/>
                  <a:gd name="connsiteX2" fmla="*/ 2146726 w 2243186"/>
                  <a:gd name="connsiteY2" fmla="*/ 96462 h 96461"/>
                  <a:gd name="connsiteX3" fmla="*/ 96461 w 2243186"/>
                  <a:gd name="connsiteY3" fmla="*/ 96462 h 96461"/>
                  <a:gd name="connsiteX4" fmla="*/ 0 w 2243186"/>
                  <a:gd name="connsiteY4" fmla="*/ 0 h 96461"/>
                  <a:gd name="connsiteX5" fmla="*/ 0 w 2243186"/>
                  <a:gd name="connsiteY5" fmla="*/ 0 h 9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43186" h="96461">
                    <a:moveTo>
                      <a:pt x="66" y="0"/>
                    </a:moveTo>
                    <a:lnTo>
                      <a:pt x="2243187" y="0"/>
                    </a:lnTo>
                    <a:cubicBezTo>
                      <a:pt x="2243187" y="53252"/>
                      <a:pt x="2199977" y="96462"/>
                      <a:pt x="2146726" y="96462"/>
                    </a:cubicBezTo>
                    <a:lnTo>
                      <a:pt x="96461" y="96462"/>
                    </a:lnTo>
                    <a:cubicBezTo>
                      <a:pt x="43209" y="96462"/>
                      <a:pt x="0" y="53252"/>
                      <a:pt x="0" y="0"/>
                    </a:cubicBezTo>
                    <a:lnTo>
                      <a:pt x="0" y="0"/>
                    </a:lnTo>
                    <a:close/>
                  </a:path>
                </a:pathLst>
              </a:custGeom>
              <a:solidFill>
                <a:schemeClr val="accent1">
                  <a:lumMod val="20000"/>
                  <a:lumOff val="80000"/>
                  <a:alpha val="66000"/>
                </a:schemeClr>
              </a:solidFill>
              <a:ln w="6604" cap="flat">
                <a:noFill/>
                <a:prstDash val="solid"/>
                <a:miter/>
              </a:ln>
            </p:spPr>
            <p:txBody>
              <a:bodyPr rtlCol="0" anchor="ctr"/>
              <a:lstStyle/>
              <a:p>
                <a:endParaRPr lang="ru-RU"/>
              </a:p>
            </p:txBody>
          </p:sp>
        </p:grpSp>
      </p:grpSp>
      <p:sp>
        <p:nvSpPr>
          <p:cNvPr id="2" name="Заголовок 1">
            <a:extLst>
              <a:ext uri="{FF2B5EF4-FFF2-40B4-BE49-F238E27FC236}">
                <a16:creationId xmlns:a16="http://schemas.microsoft.com/office/drawing/2014/main" id="{0DD69F02-1A9A-70D3-0B0B-D87B48FBE3D3}"/>
              </a:ext>
            </a:extLst>
          </p:cNvPr>
          <p:cNvSpPr>
            <a:spLocks noGrp="1"/>
          </p:cNvSpPr>
          <p:nvPr>
            <p:ph type="title"/>
          </p:nvPr>
        </p:nvSpPr>
        <p:spPr/>
        <p:txBody>
          <a:bodyPr/>
          <a:lstStyle/>
          <a:p>
            <a:r>
              <a:rPr lang="ru-RU"/>
              <a:t>Сформулируй смысловой заголовок</a:t>
            </a:r>
          </a:p>
        </p:txBody>
      </p:sp>
      <p:sp>
        <p:nvSpPr>
          <p:cNvPr id="4" name="Номер слайда 3">
            <a:extLst>
              <a:ext uri="{FF2B5EF4-FFF2-40B4-BE49-F238E27FC236}">
                <a16:creationId xmlns:a16="http://schemas.microsoft.com/office/drawing/2014/main" id="{C32B471F-0FBF-E893-F6FE-329BB13F4F29}"/>
              </a:ext>
            </a:extLst>
          </p:cNvPr>
          <p:cNvSpPr>
            <a:spLocks noGrp="1"/>
          </p:cNvSpPr>
          <p:nvPr>
            <p:ph type="sldNum" sz="quarter" idx="12"/>
          </p:nvPr>
        </p:nvSpPr>
        <p:spPr/>
        <p:txBody>
          <a:bodyPr/>
          <a:lstStyle/>
          <a:p>
            <a:fld id="{EB5249F5-0093-48B0-B996-C4E44A87EAFB}" type="slidenum">
              <a:rPr lang="ru-RU" smtClean="0"/>
              <a:pPr/>
              <a:t>105</a:t>
            </a:fld>
            <a:endParaRPr lang="ru-RU"/>
          </a:p>
        </p:txBody>
      </p:sp>
      <p:sp>
        <p:nvSpPr>
          <p:cNvPr id="6" name="Нижний колонтитул 2">
            <a:extLst>
              <a:ext uri="{FF2B5EF4-FFF2-40B4-BE49-F238E27FC236}">
                <a16:creationId xmlns:a16="http://schemas.microsoft.com/office/drawing/2014/main" id="{5C61DEBF-0D04-0C24-7B59-7FBEE887C324}"/>
              </a:ext>
            </a:extLst>
          </p:cNvPr>
          <p:cNvSpPr>
            <a:spLocks noGrp="1"/>
          </p:cNvSpPr>
          <p:nvPr>
            <p:ph type="ftr" sz="quarter" idx="11"/>
          </p:nvPr>
        </p:nvSpPr>
        <p:spPr/>
        <p:txBody>
          <a:bodyPr/>
          <a:lstStyle/>
          <a:p>
            <a:endParaRPr lang="ru-RU"/>
          </a:p>
        </p:txBody>
      </p:sp>
      <p:sp>
        <p:nvSpPr>
          <p:cNvPr id="14" name="Объект 2">
            <a:extLst>
              <a:ext uri="{FF2B5EF4-FFF2-40B4-BE49-F238E27FC236}">
                <a16:creationId xmlns:a16="http://schemas.microsoft.com/office/drawing/2014/main" id="{23E260EE-033E-E491-ECD0-F04964EAE089}"/>
              </a:ext>
            </a:extLst>
          </p:cNvPr>
          <p:cNvSpPr txBox="1">
            <a:spLocks/>
          </p:cNvSpPr>
          <p:nvPr/>
        </p:nvSpPr>
        <p:spPr>
          <a:xfrm>
            <a:off x="626209" y="3205707"/>
            <a:ext cx="3043424" cy="2373695"/>
          </a:xfrm>
          <a:prstGeom prst="rect">
            <a:avLst/>
          </a:prstGeom>
        </p:spPr>
        <p:txBody>
          <a:bodyPr lIns="0" tIns="0" rIns="0" bIns="0"/>
          <a:lstStyle>
            <a:lvl1pPr marL="0" indent="0" algn="l" defTabSz="1300277" rtl="0" eaLnBrk="1" latinLnBrk="0" hangingPunct="1">
              <a:lnSpc>
                <a:spcPct val="100000"/>
              </a:lnSpc>
              <a:spcBef>
                <a:spcPts val="0"/>
              </a:spcBef>
              <a:spcAft>
                <a:spcPts val="1500"/>
              </a:spcAft>
              <a:buClr>
                <a:schemeClr val="tx2"/>
              </a:buClr>
              <a:buSzPct val="100000"/>
              <a:buFontTx/>
              <a:buNone/>
              <a:defRPr sz="4200" b="0" kern="1200">
                <a:solidFill>
                  <a:schemeClr val="tx1"/>
                </a:solidFill>
                <a:effectLst/>
                <a:latin typeface="+mn-lt"/>
                <a:ea typeface="+mn-ea"/>
                <a:cs typeface="+mn-cs"/>
              </a:defRPr>
            </a:lvl1pPr>
            <a:lvl2pPr marL="0" indent="0" algn="l" defTabSz="1300277" rtl="0" eaLnBrk="1" latinLnBrk="0" hangingPunct="1">
              <a:lnSpc>
                <a:spcPct val="100000"/>
              </a:lnSpc>
              <a:spcBef>
                <a:spcPts val="0"/>
              </a:spcBef>
              <a:spcAft>
                <a:spcPts val="1500"/>
              </a:spcAft>
              <a:buClr>
                <a:schemeClr val="tx2"/>
              </a:buClr>
              <a:buSzPct val="100000"/>
              <a:buFontTx/>
              <a:buNone/>
              <a:defRPr sz="4200" b="1" kern="1200">
                <a:solidFill>
                  <a:schemeClr val="tx1"/>
                </a:solidFill>
                <a:effectLst/>
                <a:latin typeface="+mn-lt"/>
                <a:ea typeface="+mn-ea"/>
                <a:cs typeface="+mn-cs"/>
              </a:defRPr>
            </a:lvl2pPr>
            <a:lvl3pPr marL="900000" indent="-900000" algn="l" defTabSz="1300277" rtl="0" eaLnBrk="1" latinLnBrk="0" hangingPunct="1">
              <a:lnSpc>
                <a:spcPct val="100000"/>
              </a:lnSpc>
              <a:spcBef>
                <a:spcPts val="0"/>
              </a:spcBef>
              <a:spcAft>
                <a:spcPts val="1500"/>
              </a:spcAft>
              <a:buClr>
                <a:schemeClr val="tx1"/>
              </a:buClr>
              <a:buSzPct val="100000"/>
              <a:buFont typeface=".AppleSystemUIFont" charset="-120"/>
              <a:buChar char="—"/>
              <a:defRPr sz="4200" kern="1200">
                <a:solidFill>
                  <a:schemeClr val="tx1"/>
                </a:solidFill>
                <a:effectLst/>
                <a:latin typeface="+mn-lt"/>
                <a:ea typeface="+mn-ea"/>
                <a:cs typeface="+mn-cs"/>
              </a:defRPr>
            </a:lvl3pPr>
            <a:lvl4pPr marL="900000" indent="-900000" algn="l" defTabSz="1300277" rtl="0" eaLnBrk="1" latinLnBrk="0" hangingPunct="1">
              <a:lnSpc>
                <a:spcPct val="100000"/>
              </a:lnSpc>
              <a:spcBef>
                <a:spcPts val="0"/>
              </a:spcBef>
              <a:spcAft>
                <a:spcPts val="1500"/>
              </a:spcAft>
              <a:buClr>
                <a:schemeClr val="tx1"/>
              </a:buClr>
              <a:buSzPct val="100000"/>
              <a:buFont typeface="+mj-lt"/>
              <a:buAutoNum type="arabicPeriod"/>
              <a:defRPr sz="4200" kern="1200">
                <a:solidFill>
                  <a:schemeClr val="tx1"/>
                </a:solidFill>
                <a:effectLst/>
                <a:latin typeface="+mn-lt"/>
                <a:ea typeface="+mn-ea"/>
                <a:cs typeface="+mn-cs"/>
              </a:defRPr>
            </a:lvl4pPr>
            <a:lvl5pPr marL="0" indent="0" algn="l" defTabSz="1300277" rtl="0" eaLnBrk="1" latinLnBrk="0" hangingPunct="1">
              <a:lnSpc>
                <a:spcPct val="100000"/>
              </a:lnSpc>
              <a:spcBef>
                <a:spcPts val="0"/>
              </a:spcBef>
              <a:spcAft>
                <a:spcPts val="1500"/>
              </a:spcAft>
              <a:buClr>
                <a:schemeClr val="tx1"/>
              </a:buClr>
              <a:buSzPct val="100000"/>
              <a:buFont typeface="Arial" panose="020B0604020202020204" pitchFamily="34" charset="0"/>
              <a:buNone/>
              <a:defRPr sz="4200" b="1" kern="1200">
                <a:solidFill>
                  <a:schemeClr val="tx2"/>
                </a:solidFill>
                <a:effectLst/>
                <a:latin typeface="+mn-lt"/>
                <a:ea typeface="+mn-ea"/>
                <a:cs typeface="+mn-cs"/>
              </a:defRPr>
            </a:lvl5pPr>
            <a:lvl6pPr marL="0" indent="0" algn="l" defTabSz="1300277" rtl="0" eaLnBrk="1" latinLnBrk="0" hangingPunct="1">
              <a:lnSpc>
                <a:spcPct val="100000"/>
              </a:lnSpc>
              <a:spcBef>
                <a:spcPts val="0"/>
              </a:spcBef>
              <a:spcAft>
                <a:spcPts val="1100"/>
              </a:spcAft>
              <a:buClr>
                <a:schemeClr val="tx1"/>
              </a:buClr>
              <a:buSzPct val="100000"/>
              <a:buFontTx/>
              <a:buNone/>
              <a:defRPr sz="3400" kern="1200" baseline="0">
                <a:solidFill>
                  <a:schemeClr val="tx1"/>
                </a:solidFill>
                <a:effectLst/>
                <a:latin typeface="+mn-lt"/>
                <a:ea typeface="+mn-ea"/>
                <a:cs typeface="+mn-cs"/>
              </a:defRPr>
            </a:lvl6pPr>
            <a:lvl7pPr marL="0" indent="0" algn="l" defTabSz="1300277" rtl="0" eaLnBrk="1" latinLnBrk="0" hangingPunct="1">
              <a:lnSpc>
                <a:spcPct val="100000"/>
              </a:lnSpc>
              <a:spcBef>
                <a:spcPts val="0"/>
              </a:spcBef>
              <a:spcAft>
                <a:spcPts val="1100"/>
              </a:spcAft>
              <a:buClr>
                <a:schemeClr val="tx1"/>
              </a:buClr>
              <a:buSzPct val="100000"/>
              <a:buFont typeface=".AppleSystemUIFont" charset="-120"/>
              <a:buNone/>
              <a:tabLst>
                <a:tab pos="0" algn="l"/>
              </a:tabLst>
              <a:defRPr sz="3400" b="1" kern="1200" baseline="0">
                <a:solidFill>
                  <a:schemeClr val="tx1"/>
                </a:solidFill>
                <a:effectLst/>
                <a:latin typeface="+mn-lt"/>
                <a:ea typeface="+mn-ea"/>
                <a:cs typeface="+mn-cs"/>
              </a:defRPr>
            </a:lvl7pPr>
            <a:lvl8pPr marL="720000" indent="-720000" algn="l" defTabSz="1300277" rtl="0" eaLnBrk="1" latinLnBrk="0" hangingPunct="1">
              <a:lnSpc>
                <a:spcPct val="100000"/>
              </a:lnSpc>
              <a:spcBef>
                <a:spcPts val="0"/>
              </a:spcBef>
              <a:spcAft>
                <a:spcPts val="1100"/>
              </a:spcAft>
              <a:buClr>
                <a:schemeClr val="tx1"/>
              </a:buClr>
              <a:buSzPct val="100000"/>
              <a:buFont typeface="Arial" panose="020B0604020202020204" pitchFamily="34" charset="0"/>
              <a:buChar char="—"/>
              <a:defRPr sz="3400" kern="1200" baseline="0">
                <a:solidFill>
                  <a:schemeClr val="tx1"/>
                </a:solidFill>
                <a:effectLst/>
                <a:latin typeface="+mn-lt"/>
                <a:ea typeface="+mn-ea"/>
                <a:cs typeface="+mn-cs"/>
              </a:defRPr>
            </a:lvl8pPr>
            <a:lvl9pPr marL="720000" indent="-720000" algn="l" defTabSz="1300277" rtl="0" eaLnBrk="1" latinLnBrk="0" hangingPunct="1">
              <a:lnSpc>
                <a:spcPct val="100000"/>
              </a:lnSpc>
              <a:spcBef>
                <a:spcPts val="0"/>
              </a:spcBef>
              <a:spcAft>
                <a:spcPts val="1100"/>
              </a:spcAft>
              <a:buClr>
                <a:schemeClr val="tx1"/>
              </a:buClr>
              <a:buSzPct val="100000"/>
              <a:buFont typeface="+mj-lt"/>
              <a:buAutoNum type="arabicPeriod"/>
              <a:defRPr sz="3400" kern="1200" baseline="0">
                <a:solidFill>
                  <a:schemeClr val="tx1"/>
                </a:solidFill>
                <a:effectLst/>
                <a:latin typeface="+mn-lt"/>
                <a:ea typeface="+mn-ea"/>
                <a:cs typeface="+mn-cs"/>
              </a:defRPr>
            </a:lvl9pPr>
          </a:lstStyle>
          <a:p>
            <a:pPr lvl="1">
              <a:spcAft>
                <a:spcPts val="1200"/>
              </a:spcAft>
            </a:pPr>
            <a:r>
              <a:rPr lang="ru-RU" sz="1800"/>
              <a:t>Напиши подзаголовок </a:t>
            </a:r>
            <a:br>
              <a:rPr lang="ru-RU" sz="1800"/>
            </a:br>
            <a:r>
              <a:rPr lang="ru-RU" sz="1800"/>
              <a:t>в 1–2 строки</a:t>
            </a:r>
          </a:p>
          <a:p>
            <a:pPr lvl="1">
              <a:lnSpc>
                <a:spcPct val="110000"/>
              </a:lnSpc>
              <a:spcAft>
                <a:spcPts val="1200"/>
              </a:spcAft>
            </a:pPr>
            <a:r>
              <a:rPr lang="ru-RU" sz="1800" b="0"/>
              <a:t>Здесь может быть абзац текста не более 3</a:t>
            </a:r>
            <a:r>
              <a:rPr lang="en-US" sz="1800" b="0"/>
              <a:t>–</a:t>
            </a:r>
            <a:r>
              <a:rPr lang="ru-RU" sz="1800" b="0"/>
              <a:t>4 строк. Размести здесь свой текст. Добавь ещё текст. </a:t>
            </a:r>
            <a:endParaRPr lang="ru-RU" sz="1800"/>
          </a:p>
        </p:txBody>
      </p:sp>
      <p:grpSp>
        <p:nvGrpSpPr>
          <p:cNvPr id="3" name="Группа 2">
            <a:extLst>
              <a:ext uri="{FF2B5EF4-FFF2-40B4-BE49-F238E27FC236}">
                <a16:creationId xmlns:a16="http://schemas.microsoft.com/office/drawing/2014/main" id="{D7617B40-D08A-030E-CB75-EC90C0BC44C9}"/>
              </a:ext>
            </a:extLst>
          </p:cNvPr>
          <p:cNvGrpSpPr/>
          <p:nvPr/>
        </p:nvGrpSpPr>
        <p:grpSpPr>
          <a:xfrm>
            <a:off x="4261567" y="2867715"/>
            <a:ext cx="1659599" cy="3325512"/>
            <a:chOff x="4837671" y="1547136"/>
            <a:chExt cx="2353299" cy="4715552"/>
          </a:xfrm>
        </p:grpSpPr>
        <p:sp>
          <p:nvSpPr>
            <p:cNvPr id="5" name="Прямоугольник: скругленные углы 4">
              <a:extLst>
                <a:ext uri="{FF2B5EF4-FFF2-40B4-BE49-F238E27FC236}">
                  <a16:creationId xmlns:a16="http://schemas.microsoft.com/office/drawing/2014/main" id="{1092754B-9DA9-68FF-9B1C-7ACCE96FF055}"/>
                </a:ext>
              </a:extLst>
            </p:cNvPr>
            <p:cNvSpPr/>
            <p:nvPr/>
          </p:nvSpPr>
          <p:spPr>
            <a:xfrm>
              <a:off x="4959351" y="1644651"/>
              <a:ext cx="2108201" cy="4533900"/>
            </a:xfrm>
            <a:prstGeom prst="roundRect">
              <a:avLst>
                <a:gd name="adj" fmla="val 12450"/>
              </a:avLst>
            </a:prstGeom>
            <a:blipFill>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grpSp>
          <p:nvGrpSpPr>
            <p:cNvPr id="15" name="Группа 14">
              <a:extLst>
                <a:ext uri="{FF2B5EF4-FFF2-40B4-BE49-F238E27FC236}">
                  <a16:creationId xmlns:a16="http://schemas.microsoft.com/office/drawing/2014/main" id="{09DAA9C1-6BE5-0B10-584A-19D5C59CE9D0}"/>
                </a:ext>
              </a:extLst>
            </p:cNvPr>
            <p:cNvGrpSpPr/>
            <p:nvPr/>
          </p:nvGrpSpPr>
          <p:grpSpPr>
            <a:xfrm>
              <a:off x="4837671" y="1547136"/>
              <a:ext cx="2353299" cy="4715552"/>
              <a:chOff x="8522479" y="1628583"/>
              <a:chExt cx="2260989" cy="4530570"/>
            </a:xfrm>
          </p:grpSpPr>
          <p:sp>
            <p:nvSpPr>
              <p:cNvPr id="16" name="Прямоугольник: скругленные углы 15">
                <a:extLst>
                  <a:ext uri="{FF2B5EF4-FFF2-40B4-BE49-F238E27FC236}">
                    <a16:creationId xmlns:a16="http://schemas.microsoft.com/office/drawing/2014/main" id="{CC11D5F5-3DEE-DD91-5956-657F834F6F9D}"/>
                  </a:ext>
                </a:extLst>
              </p:cNvPr>
              <p:cNvSpPr/>
              <p:nvPr/>
            </p:nvSpPr>
            <p:spPr>
              <a:xfrm>
                <a:off x="8522479" y="2338243"/>
                <a:ext cx="77007" cy="633557"/>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7" name="Прямоугольник: скругленные углы 16">
                <a:extLst>
                  <a:ext uri="{FF2B5EF4-FFF2-40B4-BE49-F238E27FC236}">
                    <a16:creationId xmlns:a16="http://schemas.microsoft.com/office/drawing/2014/main" id="{4AAC5D72-8396-7534-542D-142AD243992B}"/>
                  </a:ext>
                </a:extLst>
              </p:cNvPr>
              <p:cNvSpPr/>
              <p:nvPr/>
            </p:nvSpPr>
            <p:spPr>
              <a:xfrm>
                <a:off x="10706461" y="2338243"/>
                <a:ext cx="77007" cy="633557"/>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8" name="Полилиния: фигура 17">
                <a:extLst>
                  <a:ext uri="{FF2B5EF4-FFF2-40B4-BE49-F238E27FC236}">
                    <a16:creationId xmlns:a16="http://schemas.microsoft.com/office/drawing/2014/main" id="{F9EF8968-92D8-AD42-F147-DA6AB908B542}"/>
                  </a:ext>
                </a:extLst>
              </p:cNvPr>
              <p:cNvSpPr/>
              <p:nvPr/>
            </p:nvSpPr>
            <p:spPr>
              <a:xfrm>
                <a:off x="8540880" y="1628583"/>
                <a:ext cx="2219960" cy="4530570"/>
              </a:xfrm>
              <a:custGeom>
                <a:avLst/>
                <a:gdLst>
                  <a:gd name="connsiteX0" fmla="*/ 345681 w 2219960"/>
                  <a:gd name="connsiteY0" fmla="*/ 104650 h 4530570"/>
                  <a:gd name="connsiteX1" fmla="*/ 111364 w 2219960"/>
                  <a:gd name="connsiteY1" fmla="*/ 338967 h 4530570"/>
                  <a:gd name="connsiteX2" fmla="*/ 111364 w 2219960"/>
                  <a:gd name="connsiteY2" fmla="*/ 4198493 h 4530570"/>
                  <a:gd name="connsiteX3" fmla="*/ 345681 w 2219960"/>
                  <a:gd name="connsiteY3" fmla="*/ 4432810 h 4530570"/>
                  <a:gd name="connsiteX4" fmla="*/ 1873787 w 2219960"/>
                  <a:gd name="connsiteY4" fmla="*/ 4432810 h 4530570"/>
                  <a:gd name="connsiteX5" fmla="*/ 2108104 w 2219960"/>
                  <a:gd name="connsiteY5" fmla="*/ 4198493 h 4530570"/>
                  <a:gd name="connsiteX6" fmla="*/ 2108104 w 2219960"/>
                  <a:gd name="connsiteY6" fmla="*/ 338967 h 4530570"/>
                  <a:gd name="connsiteX7" fmla="*/ 1873787 w 2219960"/>
                  <a:gd name="connsiteY7" fmla="*/ 104650 h 4530570"/>
                  <a:gd name="connsiteX8" fmla="*/ 339587 w 2219960"/>
                  <a:gd name="connsiteY8" fmla="*/ 0 h 4530570"/>
                  <a:gd name="connsiteX9" fmla="*/ 1880373 w 2219960"/>
                  <a:gd name="connsiteY9" fmla="*/ 0 h 4530570"/>
                  <a:gd name="connsiteX10" fmla="*/ 2219960 w 2219960"/>
                  <a:gd name="connsiteY10" fmla="*/ 339587 h 4530570"/>
                  <a:gd name="connsiteX11" fmla="*/ 2219960 w 2219960"/>
                  <a:gd name="connsiteY11" fmla="*/ 4190983 h 4530570"/>
                  <a:gd name="connsiteX12" fmla="*/ 1880373 w 2219960"/>
                  <a:gd name="connsiteY12" fmla="*/ 4530570 h 4530570"/>
                  <a:gd name="connsiteX13" fmla="*/ 339587 w 2219960"/>
                  <a:gd name="connsiteY13" fmla="*/ 4530570 h 4530570"/>
                  <a:gd name="connsiteX14" fmla="*/ 0 w 2219960"/>
                  <a:gd name="connsiteY14" fmla="*/ 4190983 h 4530570"/>
                  <a:gd name="connsiteX15" fmla="*/ 0 w 2219960"/>
                  <a:gd name="connsiteY15" fmla="*/ 339587 h 4530570"/>
                  <a:gd name="connsiteX16" fmla="*/ 339587 w 2219960"/>
                  <a:gd name="connsiteY16" fmla="*/ 0 h 4530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19960" h="4530570">
                    <a:moveTo>
                      <a:pt x="345681" y="104650"/>
                    </a:moveTo>
                    <a:cubicBezTo>
                      <a:pt x="216271" y="104650"/>
                      <a:pt x="111364" y="209557"/>
                      <a:pt x="111364" y="338967"/>
                    </a:cubicBezTo>
                    <a:lnTo>
                      <a:pt x="111364" y="4198493"/>
                    </a:lnTo>
                    <a:cubicBezTo>
                      <a:pt x="111364" y="4327903"/>
                      <a:pt x="216271" y="4432810"/>
                      <a:pt x="345681" y="4432810"/>
                    </a:cubicBezTo>
                    <a:lnTo>
                      <a:pt x="1873787" y="4432810"/>
                    </a:lnTo>
                    <a:cubicBezTo>
                      <a:pt x="2003197" y="4432810"/>
                      <a:pt x="2108104" y="4327903"/>
                      <a:pt x="2108104" y="4198493"/>
                    </a:cubicBezTo>
                    <a:lnTo>
                      <a:pt x="2108104" y="338967"/>
                    </a:lnTo>
                    <a:cubicBezTo>
                      <a:pt x="2108104" y="209557"/>
                      <a:pt x="2003197" y="104650"/>
                      <a:pt x="1873787" y="104650"/>
                    </a:cubicBezTo>
                    <a:close/>
                    <a:moveTo>
                      <a:pt x="339587" y="0"/>
                    </a:moveTo>
                    <a:lnTo>
                      <a:pt x="1880373" y="0"/>
                    </a:lnTo>
                    <a:cubicBezTo>
                      <a:pt x="2067922" y="0"/>
                      <a:pt x="2219960" y="152038"/>
                      <a:pt x="2219960" y="339587"/>
                    </a:cubicBezTo>
                    <a:lnTo>
                      <a:pt x="2219960" y="4190983"/>
                    </a:lnTo>
                    <a:cubicBezTo>
                      <a:pt x="2219960" y="4378532"/>
                      <a:pt x="2067922" y="4530570"/>
                      <a:pt x="1880373" y="4530570"/>
                    </a:cubicBezTo>
                    <a:lnTo>
                      <a:pt x="339587" y="4530570"/>
                    </a:lnTo>
                    <a:cubicBezTo>
                      <a:pt x="152038" y="4530570"/>
                      <a:pt x="0" y="4378532"/>
                      <a:pt x="0" y="4190983"/>
                    </a:cubicBezTo>
                    <a:lnTo>
                      <a:pt x="0" y="339587"/>
                    </a:lnTo>
                    <a:cubicBezTo>
                      <a:pt x="0" y="152038"/>
                      <a:pt x="152038" y="0"/>
                      <a:pt x="339587" y="0"/>
                    </a:cubicBez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ru-RU" sz="1400" err="1"/>
              </a:p>
            </p:txBody>
          </p:sp>
        </p:grpSp>
      </p:grpSp>
      <p:pic>
        <p:nvPicPr>
          <p:cNvPr id="8" name="Рисунок 7">
            <a:extLst>
              <a:ext uri="{FF2B5EF4-FFF2-40B4-BE49-F238E27FC236}">
                <a16:creationId xmlns:a16="http://schemas.microsoft.com/office/drawing/2014/main" id="{8366C894-EB41-4A6C-B7C7-838D0C1F68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839882">
            <a:off x="524805" y="1511030"/>
            <a:ext cx="1628108" cy="1628108"/>
          </a:xfrm>
          <a:prstGeom prst="rect">
            <a:avLst/>
          </a:prstGeom>
        </p:spPr>
      </p:pic>
    </p:spTree>
    <p:extLst>
      <p:ext uri="{BB962C8B-B14F-4D97-AF65-F5344CB8AC3E}">
        <p14:creationId xmlns:p14="http://schemas.microsoft.com/office/powerpoint/2010/main" val="73205583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Прямоугольник: скругленные углы 1">
            <a:extLst>
              <a:ext uri="{FF2B5EF4-FFF2-40B4-BE49-F238E27FC236}">
                <a16:creationId xmlns:a16="http://schemas.microsoft.com/office/drawing/2014/main" id="{58B2F573-A521-F9B1-4C6F-D797A2300AA5}"/>
              </a:ext>
            </a:extLst>
          </p:cNvPr>
          <p:cNvSpPr/>
          <p:nvPr/>
        </p:nvSpPr>
        <p:spPr>
          <a:xfrm>
            <a:off x="639763" y="3912329"/>
            <a:ext cx="4248000" cy="1764000"/>
          </a:xfrm>
          <a:prstGeom prst="roundRect">
            <a:avLst>
              <a:gd name="adj" fmla="val 19281"/>
            </a:avLst>
          </a:prstGeom>
          <a:gradFill>
            <a:gsLst>
              <a:gs pos="50000">
                <a:srgbClr val="4FAAFF"/>
              </a:gs>
              <a:gs pos="14000">
                <a:schemeClr val="accent1"/>
              </a:gs>
              <a:gs pos="85000">
                <a:schemeClr val="accent3"/>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6" name="Прямоугольник: скругленные углы 5">
            <a:extLst>
              <a:ext uri="{FF2B5EF4-FFF2-40B4-BE49-F238E27FC236}">
                <a16:creationId xmlns:a16="http://schemas.microsoft.com/office/drawing/2014/main" id="{BD884230-BCCD-27E0-565B-4137CE5A6CAD}"/>
              </a:ext>
            </a:extLst>
          </p:cNvPr>
          <p:cNvSpPr/>
          <p:nvPr/>
        </p:nvSpPr>
        <p:spPr>
          <a:xfrm>
            <a:off x="5186362" y="1845940"/>
            <a:ext cx="6364287" cy="3852023"/>
          </a:xfrm>
          <a:prstGeom prst="roundRect">
            <a:avLst>
              <a:gd name="adj" fmla="val 12711"/>
            </a:avLst>
          </a:prstGeom>
          <a:blipFill>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2" name="Заголовок 1">
            <a:extLst>
              <a:ext uri="{FF2B5EF4-FFF2-40B4-BE49-F238E27FC236}">
                <a16:creationId xmlns:a16="http://schemas.microsoft.com/office/drawing/2014/main" id="{8D7E16A4-8A2F-806B-3D1B-A7326C18826A}"/>
              </a:ext>
            </a:extLst>
          </p:cNvPr>
          <p:cNvSpPr>
            <a:spLocks noGrp="1"/>
          </p:cNvSpPr>
          <p:nvPr>
            <p:ph type="title"/>
          </p:nvPr>
        </p:nvSpPr>
        <p:spPr/>
        <p:txBody>
          <a:bodyPr/>
          <a:lstStyle/>
          <a:p>
            <a:r>
              <a:rPr lang="ru-RU"/>
              <a:t>Сформулируй заголовок </a:t>
            </a:r>
            <a:br>
              <a:rPr lang="ru-RU"/>
            </a:br>
            <a:r>
              <a:rPr lang="ru-RU"/>
              <a:t>слайда в 1–2 строки</a:t>
            </a:r>
          </a:p>
        </p:txBody>
      </p:sp>
      <p:sp>
        <p:nvSpPr>
          <p:cNvPr id="4" name="Номер слайда 2">
            <a:extLst>
              <a:ext uri="{FF2B5EF4-FFF2-40B4-BE49-F238E27FC236}">
                <a16:creationId xmlns:a16="http://schemas.microsoft.com/office/drawing/2014/main" id="{42856A9D-0603-004E-C299-5882FA7BE3F1}"/>
              </a:ext>
            </a:extLst>
          </p:cNvPr>
          <p:cNvSpPr>
            <a:spLocks noGrp="1"/>
          </p:cNvSpPr>
          <p:nvPr>
            <p:ph type="sldNum" sz="quarter" idx="12"/>
          </p:nvPr>
        </p:nvSpPr>
        <p:spPr/>
        <p:txBody>
          <a:bodyPr/>
          <a:lstStyle/>
          <a:p>
            <a:fld id="{EB5249F5-0093-48B0-B996-C4E44A87EAFB}" type="slidenum">
              <a:rPr lang="ru-RU" smtClean="0"/>
              <a:pPr/>
              <a:t>106</a:t>
            </a:fld>
            <a:endParaRPr lang="ru-RU"/>
          </a:p>
        </p:txBody>
      </p:sp>
      <p:sp>
        <p:nvSpPr>
          <p:cNvPr id="3" name="Нижний колонтитул 2">
            <a:extLst>
              <a:ext uri="{FF2B5EF4-FFF2-40B4-BE49-F238E27FC236}">
                <a16:creationId xmlns:a16="http://schemas.microsoft.com/office/drawing/2014/main" id="{48318D62-34E1-8864-62E7-8824C37641C3}"/>
              </a:ext>
            </a:extLst>
          </p:cNvPr>
          <p:cNvSpPr>
            <a:spLocks noGrp="1"/>
          </p:cNvSpPr>
          <p:nvPr>
            <p:ph type="ftr" sz="quarter" idx="11"/>
          </p:nvPr>
        </p:nvSpPr>
        <p:spPr/>
        <p:txBody>
          <a:bodyPr/>
          <a:lstStyle/>
          <a:p>
            <a:endParaRPr lang="ru-RU"/>
          </a:p>
        </p:txBody>
      </p:sp>
      <p:sp>
        <p:nvSpPr>
          <p:cNvPr id="14" name="TextBox 13">
            <a:extLst>
              <a:ext uri="{FF2B5EF4-FFF2-40B4-BE49-F238E27FC236}">
                <a16:creationId xmlns:a16="http://schemas.microsoft.com/office/drawing/2014/main" id="{C8E6E701-FCD6-FD6C-82DF-917F55E41CC4}"/>
              </a:ext>
            </a:extLst>
          </p:cNvPr>
          <p:cNvSpPr txBox="1"/>
          <p:nvPr/>
        </p:nvSpPr>
        <p:spPr>
          <a:xfrm>
            <a:off x="4352925" y="-292100"/>
            <a:ext cx="914400" cy="914400"/>
          </a:xfrm>
          <a:prstGeom prst="rect">
            <a:avLst/>
          </a:prstGeom>
          <a:noFill/>
        </p:spPr>
        <p:txBody>
          <a:bodyPr wrap="none" lIns="0" tIns="0" rIns="0" bIns="0" rtlCol="0">
            <a:noAutofit/>
          </a:bodyPr>
          <a:lstStyle/>
          <a:p>
            <a:pPr algn="l"/>
            <a:endParaRPr lang="ru-RU" sz="1400"/>
          </a:p>
        </p:txBody>
      </p:sp>
      <p:sp>
        <p:nvSpPr>
          <p:cNvPr id="7" name="Прямоугольник: скругленные углы 1">
            <a:extLst>
              <a:ext uri="{FF2B5EF4-FFF2-40B4-BE49-F238E27FC236}">
                <a16:creationId xmlns:a16="http://schemas.microsoft.com/office/drawing/2014/main" id="{3917B71C-4F87-9DA1-14B0-561687E2A0A9}"/>
              </a:ext>
            </a:extLst>
          </p:cNvPr>
          <p:cNvSpPr/>
          <p:nvPr/>
        </p:nvSpPr>
        <p:spPr>
          <a:xfrm>
            <a:off x="639763" y="1845940"/>
            <a:ext cx="4248000" cy="1764000"/>
          </a:xfrm>
          <a:prstGeom prst="roundRect">
            <a:avLst>
              <a:gd name="adj" fmla="val 2316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ru-RU" sz="1400" err="1"/>
          </a:p>
        </p:txBody>
      </p:sp>
      <p:sp>
        <p:nvSpPr>
          <p:cNvPr id="10" name="TextBox 9">
            <a:extLst>
              <a:ext uri="{FF2B5EF4-FFF2-40B4-BE49-F238E27FC236}">
                <a16:creationId xmlns:a16="http://schemas.microsoft.com/office/drawing/2014/main" id="{DEF27598-4520-8E52-A977-2FE1FA241C78}"/>
              </a:ext>
            </a:extLst>
          </p:cNvPr>
          <p:cNvSpPr txBox="1"/>
          <p:nvPr/>
        </p:nvSpPr>
        <p:spPr>
          <a:xfrm>
            <a:off x="1039581" y="2159882"/>
            <a:ext cx="3158303" cy="750849"/>
          </a:xfrm>
          <a:prstGeom prst="rect">
            <a:avLst/>
          </a:prstGeom>
          <a:noFill/>
        </p:spPr>
        <p:txBody>
          <a:bodyPr wrap="square" lIns="0" tIns="0" rIns="0" bIns="0" rtlCol="0">
            <a:noAutofit/>
          </a:bodyPr>
          <a:lstStyle/>
          <a:p>
            <a:pPr algn="l"/>
            <a:r>
              <a:rPr lang="ru-RU" sz="4400">
                <a:latin typeface="+mj-lt"/>
              </a:rPr>
              <a:t>45 000</a:t>
            </a:r>
          </a:p>
        </p:txBody>
      </p:sp>
      <p:sp>
        <p:nvSpPr>
          <p:cNvPr id="11" name="TextBox 10">
            <a:extLst>
              <a:ext uri="{FF2B5EF4-FFF2-40B4-BE49-F238E27FC236}">
                <a16:creationId xmlns:a16="http://schemas.microsoft.com/office/drawing/2014/main" id="{0048A783-62AD-E6A5-F870-E784CC453210}"/>
              </a:ext>
            </a:extLst>
          </p:cNvPr>
          <p:cNvSpPr txBox="1"/>
          <p:nvPr/>
        </p:nvSpPr>
        <p:spPr>
          <a:xfrm>
            <a:off x="1039581" y="2847538"/>
            <a:ext cx="3313344" cy="457369"/>
          </a:xfrm>
          <a:prstGeom prst="rect">
            <a:avLst/>
          </a:prstGeom>
          <a:noFill/>
        </p:spPr>
        <p:txBody>
          <a:bodyPr wrap="square" lIns="0" tIns="0" rIns="0" bIns="0" rtlCol="0">
            <a:noAutofit/>
          </a:bodyPr>
          <a:lstStyle/>
          <a:p>
            <a:r>
              <a:rPr lang="ru-RU"/>
              <a:t>Здесь может быть твой текст. </a:t>
            </a:r>
          </a:p>
        </p:txBody>
      </p:sp>
      <p:sp>
        <p:nvSpPr>
          <p:cNvPr id="12" name="Прямоугольник: скругленные углы 18">
            <a:extLst>
              <a:ext uri="{FF2B5EF4-FFF2-40B4-BE49-F238E27FC236}">
                <a16:creationId xmlns:a16="http://schemas.microsoft.com/office/drawing/2014/main" id="{F12EDE11-0BB1-E8A7-30F3-BBE4A8FA2A3E}"/>
              </a:ext>
            </a:extLst>
          </p:cNvPr>
          <p:cNvSpPr/>
          <p:nvPr/>
        </p:nvSpPr>
        <p:spPr>
          <a:xfrm>
            <a:off x="3212128" y="2256871"/>
            <a:ext cx="731221" cy="405745"/>
          </a:xfrm>
          <a:prstGeom prst="roundRect">
            <a:avLst>
              <a:gd name="adj" fmla="val 30225"/>
            </a:avLst>
          </a:prstGeom>
          <a:solidFill>
            <a:srgbClr val="10C44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ru-RU" sz="1400" b="1">
                <a:solidFill>
                  <a:srgbClr val="10C44C"/>
                </a:solidFill>
              </a:rPr>
              <a:t>+ХХ%</a:t>
            </a:r>
          </a:p>
        </p:txBody>
      </p:sp>
      <p:sp>
        <p:nvSpPr>
          <p:cNvPr id="19" name="TextBox 18">
            <a:extLst>
              <a:ext uri="{FF2B5EF4-FFF2-40B4-BE49-F238E27FC236}">
                <a16:creationId xmlns:a16="http://schemas.microsoft.com/office/drawing/2014/main" id="{B69E4784-C118-083D-5D98-1F709AFECDA5}"/>
              </a:ext>
            </a:extLst>
          </p:cNvPr>
          <p:cNvSpPr txBox="1"/>
          <p:nvPr/>
        </p:nvSpPr>
        <p:spPr>
          <a:xfrm>
            <a:off x="1594689" y="4227704"/>
            <a:ext cx="2529852" cy="687657"/>
          </a:xfrm>
          <a:prstGeom prst="rect">
            <a:avLst/>
          </a:prstGeom>
          <a:noFill/>
        </p:spPr>
        <p:txBody>
          <a:bodyPr wrap="square" lIns="0" tIns="0" rIns="0" bIns="0" rtlCol="0">
            <a:noAutofit/>
          </a:bodyPr>
          <a:lstStyle/>
          <a:p>
            <a:pPr algn="l"/>
            <a:r>
              <a:rPr lang="ru-RU" sz="4400">
                <a:solidFill>
                  <a:schemeClr val="bg1"/>
                </a:solidFill>
                <a:latin typeface="+mj-lt"/>
              </a:rPr>
              <a:t>9000</a:t>
            </a:r>
          </a:p>
        </p:txBody>
      </p:sp>
      <p:sp>
        <p:nvSpPr>
          <p:cNvPr id="21" name="TextBox 20">
            <a:extLst>
              <a:ext uri="{FF2B5EF4-FFF2-40B4-BE49-F238E27FC236}">
                <a16:creationId xmlns:a16="http://schemas.microsoft.com/office/drawing/2014/main" id="{EEF7405C-9FE8-03F9-3DEC-C04A05AE7A9D}"/>
              </a:ext>
            </a:extLst>
          </p:cNvPr>
          <p:cNvSpPr txBox="1"/>
          <p:nvPr/>
        </p:nvSpPr>
        <p:spPr>
          <a:xfrm>
            <a:off x="1594689" y="4946676"/>
            <a:ext cx="2965881" cy="434898"/>
          </a:xfrm>
          <a:prstGeom prst="rect">
            <a:avLst/>
          </a:prstGeom>
          <a:noFill/>
        </p:spPr>
        <p:txBody>
          <a:bodyPr wrap="square" lIns="0" tIns="0" rIns="0" bIns="0" rtlCol="0">
            <a:noAutofit/>
          </a:bodyPr>
          <a:lstStyle/>
          <a:p>
            <a:r>
              <a:rPr lang="ru-RU">
                <a:solidFill>
                  <a:schemeClr val="bg1"/>
                </a:solidFill>
              </a:rPr>
              <a:t>Здесь может быть твой текст. </a:t>
            </a:r>
          </a:p>
        </p:txBody>
      </p:sp>
      <p:sp>
        <p:nvSpPr>
          <p:cNvPr id="23" name="Полилиния: фигура 34">
            <a:extLst>
              <a:ext uri="{FF2B5EF4-FFF2-40B4-BE49-F238E27FC236}">
                <a16:creationId xmlns:a16="http://schemas.microsoft.com/office/drawing/2014/main" id="{CEC1B686-6C5F-743B-8C1A-0F36D436E1A2}"/>
              </a:ext>
            </a:extLst>
          </p:cNvPr>
          <p:cNvSpPr/>
          <p:nvPr/>
        </p:nvSpPr>
        <p:spPr>
          <a:xfrm>
            <a:off x="953720" y="4321640"/>
            <a:ext cx="410950" cy="462316"/>
          </a:xfrm>
          <a:custGeom>
            <a:avLst/>
            <a:gdLst>
              <a:gd name="connsiteX0" fmla="*/ 33338 w 152400"/>
              <a:gd name="connsiteY0" fmla="*/ 104774 h 171449"/>
              <a:gd name="connsiteX1" fmla="*/ 76200 w 152400"/>
              <a:gd name="connsiteY1" fmla="*/ 114299 h 171449"/>
              <a:gd name="connsiteX2" fmla="*/ 119063 w 152400"/>
              <a:gd name="connsiteY2" fmla="*/ 104774 h 171449"/>
              <a:gd name="connsiteX3" fmla="*/ 152400 w 152400"/>
              <a:gd name="connsiteY3" fmla="*/ 138112 h 171449"/>
              <a:gd name="connsiteX4" fmla="*/ 76117 w 152400"/>
              <a:gd name="connsiteY4" fmla="*/ 171449 h 171449"/>
              <a:gd name="connsiteX5" fmla="*/ 0 w 152400"/>
              <a:gd name="connsiteY5" fmla="*/ 138112 h 171449"/>
              <a:gd name="connsiteX6" fmla="*/ 33338 w 152400"/>
              <a:gd name="connsiteY6" fmla="*/ 104774 h 171449"/>
              <a:gd name="connsiteX7" fmla="*/ 76200 w 152400"/>
              <a:gd name="connsiteY7" fmla="*/ 0 h 171449"/>
              <a:gd name="connsiteX8" fmla="*/ 123825 w 152400"/>
              <a:gd name="connsiteY8" fmla="*/ 47625 h 171449"/>
              <a:gd name="connsiteX9" fmla="*/ 76200 w 152400"/>
              <a:gd name="connsiteY9" fmla="*/ 95250 h 171449"/>
              <a:gd name="connsiteX10" fmla="*/ 28575 w 152400"/>
              <a:gd name="connsiteY10" fmla="*/ 47625 h 171449"/>
              <a:gd name="connsiteX11" fmla="*/ 76200 w 152400"/>
              <a:gd name="connsiteY11" fmla="*/ 0 h 17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71449">
                <a:moveTo>
                  <a:pt x="33338" y="104774"/>
                </a:moveTo>
                <a:cubicBezTo>
                  <a:pt x="47625" y="104821"/>
                  <a:pt x="47625" y="114299"/>
                  <a:pt x="76200" y="114299"/>
                </a:cubicBezTo>
                <a:cubicBezTo>
                  <a:pt x="104775" y="114299"/>
                  <a:pt x="104775" y="104774"/>
                  <a:pt x="119063" y="104774"/>
                </a:cubicBezTo>
                <a:cubicBezTo>
                  <a:pt x="128588" y="104774"/>
                  <a:pt x="152400" y="128587"/>
                  <a:pt x="152400" y="138112"/>
                </a:cubicBezTo>
                <a:cubicBezTo>
                  <a:pt x="152400" y="147637"/>
                  <a:pt x="128422" y="171449"/>
                  <a:pt x="76117" y="171449"/>
                </a:cubicBezTo>
                <a:cubicBezTo>
                  <a:pt x="23813" y="171449"/>
                  <a:pt x="0" y="147637"/>
                  <a:pt x="0" y="138112"/>
                </a:cubicBezTo>
                <a:cubicBezTo>
                  <a:pt x="0" y="128587"/>
                  <a:pt x="23813" y="104743"/>
                  <a:pt x="33338" y="104774"/>
                </a:cubicBezTo>
                <a:close/>
                <a:moveTo>
                  <a:pt x="76200" y="0"/>
                </a:moveTo>
                <a:cubicBezTo>
                  <a:pt x="104775" y="0"/>
                  <a:pt x="123825" y="19050"/>
                  <a:pt x="123825" y="47625"/>
                </a:cubicBezTo>
                <a:cubicBezTo>
                  <a:pt x="123825" y="76200"/>
                  <a:pt x="104775" y="95250"/>
                  <a:pt x="76200" y="95250"/>
                </a:cubicBezTo>
                <a:cubicBezTo>
                  <a:pt x="47625" y="95250"/>
                  <a:pt x="28575" y="76200"/>
                  <a:pt x="28575" y="47625"/>
                </a:cubicBezTo>
                <a:cubicBezTo>
                  <a:pt x="28575" y="19050"/>
                  <a:pt x="47625" y="0"/>
                  <a:pt x="76200" y="0"/>
                </a:cubicBezTo>
                <a:close/>
              </a:path>
            </a:pathLst>
          </a:custGeom>
          <a:solidFill>
            <a:schemeClr val="bg1"/>
          </a:solidFill>
          <a:ln w="9525" cap="flat">
            <a:noFill/>
            <a:prstDash val="solid"/>
            <a:miter/>
          </a:ln>
        </p:spPr>
        <p:txBody>
          <a:bodyPr rtlCol="0" anchor="ctr"/>
          <a:lstStyle/>
          <a:p>
            <a:endParaRPr lang="ru-RU"/>
          </a:p>
        </p:txBody>
      </p:sp>
      <p:sp>
        <p:nvSpPr>
          <p:cNvPr id="26" name="Рисунок 69">
            <a:extLst>
              <a:ext uri="{FF2B5EF4-FFF2-40B4-BE49-F238E27FC236}">
                <a16:creationId xmlns:a16="http://schemas.microsoft.com/office/drawing/2014/main" id="{F4200627-5E98-ABC4-A950-8F3AAB6C0923}"/>
              </a:ext>
            </a:extLst>
          </p:cNvPr>
          <p:cNvSpPr>
            <a:spLocks noChangeAspect="1"/>
          </p:cNvSpPr>
          <p:nvPr/>
        </p:nvSpPr>
        <p:spPr>
          <a:xfrm>
            <a:off x="4423140" y="4101704"/>
            <a:ext cx="252000" cy="252000"/>
          </a:xfrm>
          <a:custGeom>
            <a:avLst/>
            <a:gdLst>
              <a:gd name="connsiteX0" fmla="*/ 85725 w 171450"/>
              <a:gd name="connsiteY0" fmla="*/ 171450 h 171450"/>
              <a:gd name="connsiteX1" fmla="*/ 171450 w 171450"/>
              <a:gd name="connsiteY1" fmla="*/ 85725 h 171450"/>
              <a:gd name="connsiteX2" fmla="*/ 85725 w 171450"/>
              <a:gd name="connsiteY2" fmla="*/ 0 h 171450"/>
              <a:gd name="connsiteX3" fmla="*/ 0 w 171450"/>
              <a:gd name="connsiteY3" fmla="*/ 85725 h 171450"/>
              <a:gd name="connsiteX4" fmla="*/ 85725 w 171450"/>
              <a:gd name="connsiteY4" fmla="*/ 171450 h 171450"/>
              <a:gd name="connsiteX5" fmla="*/ 95250 w 171450"/>
              <a:gd name="connsiteY5" fmla="*/ 47625 h 171450"/>
              <a:gd name="connsiteX6" fmla="*/ 85725 w 171450"/>
              <a:gd name="connsiteY6" fmla="*/ 57150 h 171450"/>
              <a:gd name="connsiteX7" fmla="*/ 76200 w 171450"/>
              <a:gd name="connsiteY7" fmla="*/ 47625 h 171450"/>
              <a:gd name="connsiteX8" fmla="*/ 85725 w 171450"/>
              <a:gd name="connsiteY8" fmla="*/ 38100 h 171450"/>
              <a:gd name="connsiteX9" fmla="*/ 95250 w 171450"/>
              <a:gd name="connsiteY9" fmla="*/ 47625 h 171450"/>
              <a:gd name="connsiteX10" fmla="*/ 76200 w 171450"/>
              <a:gd name="connsiteY10" fmla="*/ 85725 h 171450"/>
              <a:gd name="connsiteX11" fmla="*/ 85725 w 171450"/>
              <a:gd name="connsiteY11" fmla="*/ 76200 h 171450"/>
              <a:gd name="connsiteX12" fmla="*/ 95250 w 171450"/>
              <a:gd name="connsiteY12" fmla="*/ 85725 h 171450"/>
              <a:gd name="connsiteX13" fmla="*/ 95250 w 171450"/>
              <a:gd name="connsiteY13" fmla="*/ 123825 h 171450"/>
              <a:gd name="connsiteX14" fmla="*/ 85725 w 171450"/>
              <a:gd name="connsiteY14" fmla="*/ 133350 h 171450"/>
              <a:gd name="connsiteX15" fmla="*/ 76200 w 171450"/>
              <a:gd name="connsiteY15" fmla="*/ 123825 h 171450"/>
              <a:gd name="connsiteX16" fmla="*/ 76200 w 171450"/>
              <a:gd name="connsiteY16"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71450">
                <a:moveTo>
                  <a:pt x="85725" y="171450"/>
                </a:moveTo>
                <a:cubicBezTo>
                  <a:pt x="138915" y="171450"/>
                  <a:pt x="171450" y="138915"/>
                  <a:pt x="171450" y="85725"/>
                </a:cubicBezTo>
                <a:cubicBezTo>
                  <a:pt x="171450" y="32535"/>
                  <a:pt x="138915" y="0"/>
                  <a:pt x="85725" y="0"/>
                </a:cubicBezTo>
                <a:cubicBezTo>
                  <a:pt x="32535" y="0"/>
                  <a:pt x="0" y="32535"/>
                  <a:pt x="0" y="85725"/>
                </a:cubicBezTo>
                <a:cubicBezTo>
                  <a:pt x="0" y="138915"/>
                  <a:pt x="32535" y="171450"/>
                  <a:pt x="85725" y="171450"/>
                </a:cubicBezTo>
                <a:close/>
                <a:moveTo>
                  <a:pt x="95250" y="47625"/>
                </a:moveTo>
                <a:cubicBezTo>
                  <a:pt x="95250" y="52885"/>
                  <a:pt x="90986" y="57150"/>
                  <a:pt x="85725" y="57150"/>
                </a:cubicBezTo>
                <a:cubicBezTo>
                  <a:pt x="80464" y="57150"/>
                  <a:pt x="76200" y="52885"/>
                  <a:pt x="76200" y="47625"/>
                </a:cubicBezTo>
                <a:cubicBezTo>
                  <a:pt x="76200" y="42364"/>
                  <a:pt x="80464" y="38100"/>
                  <a:pt x="85725" y="38100"/>
                </a:cubicBezTo>
                <a:cubicBezTo>
                  <a:pt x="90986" y="38100"/>
                  <a:pt x="95250" y="42364"/>
                  <a:pt x="95250" y="47625"/>
                </a:cubicBezTo>
                <a:close/>
                <a:moveTo>
                  <a:pt x="76200" y="85725"/>
                </a:moveTo>
                <a:cubicBezTo>
                  <a:pt x="76200" y="80464"/>
                  <a:pt x="80464" y="76200"/>
                  <a:pt x="85725" y="76200"/>
                </a:cubicBezTo>
                <a:cubicBezTo>
                  <a:pt x="90986" y="76200"/>
                  <a:pt x="95250" y="80464"/>
                  <a:pt x="95250" y="85725"/>
                </a:cubicBezTo>
                <a:lnTo>
                  <a:pt x="95250" y="123825"/>
                </a:lnTo>
                <a:cubicBezTo>
                  <a:pt x="95250" y="129086"/>
                  <a:pt x="90986" y="133350"/>
                  <a:pt x="85725" y="133350"/>
                </a:cubicBezTo>
                <a:cubicBezTo>
                  <a:pt x="80464" y="133350"/>
                  <a:pt x="76200" y="129086"/>
                  <a:pt x="76200" y="123825"/>
                </a:cubicBezTo>
                <a:lnTo>
                  <a:pt x="76200" y="85725"/>
                </a:lnTo>
                <a:close/>
              </a:path>
            </a:pathLst>
          </a:custGeom>
          <a:solidFill>
            <a:schemeClr val="accent3">
              <a:lumMod val="50000"/>
            </a:schemeClr>
          </a:solidFill>
          <a:ln w="9525" cap="flat">
            <a:noFill/>
            <a:prstDash val="solid"/>
            <a:miter/>
          </a:ln>
        </p:spPr>
        <p:txBody>
          <a:bodyPr rtlCol="0" anchor="ctr"/>
          <a:lstStyle/>
          <a:p>
            <a:endParaRPr lang="ru-RU"/>
          </a:p>
        </p:txBody>
      </p:sp>
    </p:spTree>
    <p:extLst>
      <p:ext uri="{BB962C8B-B14F-4D97-AF65-F5344CB8AC3E}">
        <p14:creationId xmlns:p14="http://schemas.microsoft.com/office/powerpoint/2010/main" val="11058091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56121B-F970-6A5A-4D8A-8C6B0F4F2A3A}"/>
              </a:ext>
            </a:extLst>
          </p:cNvPr>
          <p:cNvSpPr>
            <a:spLocks noGrp="1"/>
          </p:cNvSpPr>
          <p:nvPr>
            <p:ph type="ctrTitle"/>
          </p:nvPr>
        </p:nvSpPr>
        <p:spPr/>
        <p:txBody>
          <a:bodyPr/>
          <a:lstStyle/>
          <a:p>
            <a:r>
              <a:rPr lang="ru-RU" dirty="0"/>
              <a:t>Результативных презентаций!</a:t>
            </a:r>
          </a:p>
        </p:txBody>
      </p:sp>
      <p:sp>
        <p:nvSpPr>
          <p:cNvPr id="3" name="Подзаголовок 2">
            <a:extLst>
              <a:ext uri="{FF2B5EF4-FFF2-40B4-BE49-F238E27FC236}">
                <a16:creationId xmlns:a16="http://schemas.microsoft.com/office/drawing/2014/main" id="{B7B35B6E-FEA2-B88E-7ABA-BC9DD95B2311}"/>
              </a:ext>
            </a:extLst>
          </p:cNvPr>
          <p:cNvSpPr>
            <a:spLocks noGrp="1"/>
          </p:cNvSpPr>
          <p:nvPr>
            <p:ph type="subTitle" idx="1"/>
          </p:nvPr>
        </p:nvSpPr>
        <p:spPr/>
        <p:txBody>
          <a:bodyPr/>
          <a:lstStyle/>
          <a:p>
            <a:r>
              <a:rPr lang="ru-RU" dirty="0"/>
              <a:t>Нужна поддержка?</a:t>
            </a:r>
          </a:p>
          <a:p>
            <a:r>
              <a:rPr lang="ru-RU" dirty="0"/>
              <a:t>Пиши на</a:t>
            </a:r>
            <a:r>
              <a:rPr lang="en-US" dirty="0"/>
              <a:t> presentations@ozon.ru</a:t>
            </a:r>
            <a:endParaRPr lang="ru-RU" dirty="0"/>
          </a:p>
        </p:txBody>
      </p:sp>
    </p:spTree>
    <p:extLst>
      <p:ext uri="{BB962C8B-B14F-4D97-AF65-F5344CB8AC3E}">
        <p14:creationId xmlns:p14="http://schemas.microsoft.com/office/powerpoint/2010/main" val="1158971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zon_bank_v1">
  <a:themeElements>
    <a:clrScheme name="Ozon">
      <a:dk1>
        <a:srgbClr val="0E1114"/>
      </a:dk1>
      <a:lt1>
        <a:srgbClr val="FFFFFF"/>
      </a:lt1>
      <a:dk2>
        <a:srgbClr val="0E1114"/>
      </a:dk2>
      <a:lt2>
        <a:srgbClr val="FFFFFF"/>
      </a:lt2>
      <a:accent1>
        <a:srgbClr val="005AFF"/>
      </a:accent1>
      <a:accent2>
        <a:srgbClr val="FF0078"/>
      </a:accent2>
      <a:accent3>
        <a:srgbClr val="AEFF65"/>
      </a:accent3>
      <a:accent4>
        <a:srgbClr val="001EBE"/>
      </a:accent4>
      <a:accent5>
        <a:srgbClr val="99BDFF"/>
      </a:accent5>
      <a:accent6>
        <a:srgbClr val="96A3AE"/>
      </a:accent6>
      <a:hlink>
        <a:srgbClr val="005BFF"/>
      </a:hlink>
      <a:folHlink>
        <a:srgbClr val="3D5165"/>
      </a:folHlink>
    </a:clrScheme>
    <a:fontScheme name="Ozon_official">
      <a:majorFont>
        <a:latin typeface="Arial Black"/>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0" tIns="0" rIns="0" bIns="0" rtlCol="0" anchor="ctr"/>
      <a:lstStyle>
        <a:defPPr algn="ctr">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sz="1400" dirty="0" err="1" smtClean="0"/>
        </a:defPPr>
      </a:lstStyle>
    </a:txDef>
  </a:objectDefaults>
  <a:extraClrSchemeLst/>
  <a:custClrLst>
    <a:custClr name="ozPositive">
      <a:srgbClr val="10C44C"/>
    </a:custClr>
    <a:custClr name="ozPositive_1">
      <a:srgbClr val="B7EDC9"/>
    </a:custClr>
    <a:custClr name="ozWarning">
      <a:srgbClr val="FFA800"/>
    </a:custClr>
    <a:custClr name="ozWarning_1">
      <a:srgbClr val="FFE5B2"/>
    </a:custClr>
    <a:custClr name="ozNegative">
      <a:srgbClr val="F53C14"/>
    </a:custClr>
    <a:custClr name="ozNegative_1">
      <a:srgbClr val="FCC4B8"/>
    </a:custClr>
    <a:custClr name="ozPurple">
      <a:srgbClr val="602EF2"/>
    </a:custClr>
    <a:custClr name="ozYellow">
      <a:srgbClr val="F6DB30"/>
    </a:custClr>
  </a:custClrLst>
  <a:extLst>
    <a:ext uri="{05A4C25C-085E-4340-85A3-A5531E510DB2}">
      <thm15:themeFamily xmlns:thm15="http://schemas.microsoft.com/office/thememl/2012/main" name="Ozon_official_v1" id="{3F26DB61-5175-45AF-B953-8423E7FAAB55}" vid="{CD7E0679-66B5-42D5-9E99-9321BBCAC150}"/>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3452D188F095354DB7340AF13951994A" ma:contentTypeVersion="12" ma:contentTypeDescription="Создание документа." ma:contentTypeScope="" ma:versionID="f201d4d1ee7c09cbd21a7b70e4558421">
  <xsd:schema xmlns:xsd="http://www.w3.org/2001/XMLSchema" xmlns:xs="http://www.w3.org/2001/XMLSchema" xmlns:p="http://schemas.microsoft.com/office/2006/metadata/properties" xmlns:ns2="0791f11d-49b2-4915-ad1a-77590af2f830" targetNamespace="http://schemas.microsoft.com/office/2006/metadata/properties" ma:root="true" ma:fieldsID="a8cfde0d69f2b976b1185cd5239e806c" ns2:_="">
    <xsd:import namespace="0791f11d-49b2-4915-ad1a-77590af2f830"/>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91f11d-49b2-4915-ad1a-77590af2f830" elementFormDefault="qualified">
    <xsd:import namespace="http://schemas.microsoft.com/office/2006/documentManagement/types"/>
    <xsd:import namespace="http://schemas.microsoft.com/office/infopath/2007/PartnerControls"/>
    <xsd:element name="SharedWithUsers" ma:index="8" nillable="true" ma:displayName="Общий доступ с использованием"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Тип контента"/>
        <xsd:element ref="dc:title" minOccurs="0" maxOccurs="1" ma:index="3"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ACB517-3A3A-4D50-8FD3-1CC10D5042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91f11d-49b2-4915-ad1a-77590af2f8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CFF0C90-1DC3-44FB-853C-CBB095146D7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D040BA0-8D57-4174-ABAE-922AF6022D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Ozon_official_v1</Template>
  <TotalTime>4230</TotalTime>
  <Words>10266</Words>
  <Application>Microsoft Office PowerPoint</Application>
  <PresentationFormat>Широкоэкранный</PresentationFormat>
  <Paragraphs>2394</Paragraphs>
  <Slides>107</Slides>
  <Notes>8</Notes>
  <HiddenSlides>0</HiddenSlides>
  <MMClips>0</MMClips>
  <ScaleCrop>false</ScaleCrop>
  <HeadingPairs>
    <vt:vector size="8" baseType="variant">
      <vt:variant>
        <vt:lpstr>Использованные шрифты</vt:lpstr>
      </vt:variant>
      <vt:variant>
        <vt:i4>3</vt:i4>
      </vt:variant>
      <vt:variant>
        <vt:lpstr>Тема</vt:lpstr>
      </vt:variant>
      <vt:variant>
        <vt:i4>1</vt:i4>
      </vt:variant>
      <vt:variant>
        <vt:lpstr>Внедренные серверы OLE</vt:lpstr>
      </vt:variant>
      <vt:variant>
        <vt:i4>1</vt:i4>
      </vt:variant>
      <vt:variant>
        <vt:lpstr>Заголовки слайдов</vt:lpstr>
      </vt:variant>
      <vt:variant>
        <vt:i4>107</vt:i4>
      </vt:variant>
    </vt:vector>
  </HeadingPairs>
  <TitlesOfParts>
    <vt:vector size="112" baseType="lpstr">
      <vt:lpstr>.AppleSystemUIFont</vt:lpstr>
      <vt:lpstr>Arial</vt:lpstr>
      <vt:lpstr>Arial Black</vt:lpstr>
      <vt:lpstr>ozon_bank_v1</vt:lpstr>
      <vt:lpstr>Слайд think-cell</vt:lpstr>
      <vt:lpstr>Шаблон  Ozon Банка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Заголовок презентации в 1–3 строки</vt:lpstr>
      <vt:lpstr>Заголовок презентации в 1–3 строки</vt:lpstr>
      <vt:lpstr>Заголовок  презентации  в 1-3 строки</vt:lpstr>
      <vt:lpstr>Заголовок  презентации  в 1-3 строки</vt:lpstr>
      <vt:lpstr>Заголовок  презентации  в 1-3 строки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Сформулируй смысловой заголовок слайда длиной не более двух строк</vt:lpstr>
      <vt:lpstr>Имя  Фамилия</vt:lpstr>
      <vt:lpstr>Презентация PowerPoint</vt:lpstr>
      <vt:lpstr>Сформулируй заголовок  слайда в 1–2 строки</vt:lpstr>
      <vt:lpstr>Презентация PowerPoint</vt:lpstr>
      <vt:lpstr>Презентация PowerPoint</vt:lpstr>
      <vt:lpstr>Сформулируй заголовок  слайда в 1–2 строки </vt:lpstr>
      <vt:lpstr>Презентация PowerPoint</vt:lpstr>
      <vt:lpstr>Сформулируй смысловой заголовок слайда длиной не более двух строк</vt:lpstr>
      <vt:lpstr>Сформулируй смысловой заголовок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Презентация PowerPoint</vt:lpstr>
      <vt:lpstr>Сформулируй заголовок  слайда в 1–2 строки</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Презентация PowerPoint</vt:lpstr>
      <vt:lpstr>Сформулируй смысловой заголовок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заголовок  слайда в 1–2 строки</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Презентация PowerPoint</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Тезис — здесь может быть абзац текста не более  3–4 строк. Размести здесь свой текст. Добавь ещё текст. Здесь может быть твой текст. </vt:lpstr>
      <vt:lpstr>Сформулируй смысловой заголовок слайда длиной не более двух строк</vt:lpstr>
      <vt:lpstr>Презентация PowerPoint</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Сформулируй смысловой заголовок слайда длиной не более двух строк</vt:lpstr>
      <vt:lpstr>Презентация PowerPoint</vt:lpstr>
      <vt:lpstr>Презентация PowerPoint</vt:lpstr>
      <vt:lpstr>Презентация PowerPoint</vt:lpstr>
      <vt:lpstr>Презентация PowerPoint</vt:lpstr>
      <vt:lpstr>Презентация PowerPoint</vt:lpstr>
      <vt:lpstr>Сформулируй смысловой заголовок</vt:lpstr>
      <vt:lpstr>Сформулируй смысловой заголовок</vt:lpstr>
      <vt:lpstr>Презентация PowerPoint</vt:lpstr>
      <vt:lpstr>Сформулируй смысловой заголовок</vt:lpstr>
      <vt:lpstr>Сформулируй смысловой заголовок</vt:lpstr>
      <vt:lpstr>Презентация PowerPoint</vt:lpstr>
      <vt:lpstr>Презентация PowerPoint</vt:lpstr>
      <vt:lpstr>Презентация PowerPoint</vt:lpstr>
      <vt:lpstr>Сформулируй смысловой заголовок</vt:lpstr>
      <vt:lpstr>Сформулируй смысловой заголовок</vt:lpstr>
      <vt:lpstr>Сформулируй смысловой заголовок</vt:lpstr>
      <vt:lpstr>Презентация PowerPoint</vt:lpstr>
      <vt:lpstr>Сформулируй смысловой заголовок</vt:lpstr>
      <vt:lpstr>Презентация PowerPoint</vt:lpstr>
      <vt:lpstr>Сформулируй смысловой заголовок</vt:lpstr>
      <vt:lpstr>Сформулируй заголовок  слайда в 1–2 строки</vt:lpstr>
      <vt:lpstr>Результативных презентаций!</vt:lpstr>
    </vt:vector>
  </TitlesOfParts>
  <Company>OZON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Ostrovlyanchik Pavel Viktorovich</dc:creator>
  <cp:lastModifiedBy>Ostrovlyanchik Pavel Viktorovich</cp:lastModifiedBy>
  <cp:revision>172</cp:revision>
  <dcterms:created xsi:type="dcterms:W3CDTF">2022-12-14T11:41:06Z</dcterms:created>
  <dcterms:modified xsi:type="dcterms:W3CDTF">2024-01-31T16:16:46Z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0x0101003452D188F095354DB7340AF13951994A</vt:lpwstr>
  </property>
</Properties>
</file>